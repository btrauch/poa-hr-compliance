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Default Extension="mp4" ContentType="video/mp4"/>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diagrams/data1.xml" ContentType="application/vnd.openxmlformats-officedocument.drawingml.diagramData+xml"/>
  <Override PartName="/ppt/diagrams/data2.xml" ContentType="application/vnd.openxmlformats-officedocument.drawingml.diagramData+xml"/>
  <Override PartName="/ppt/diagrams/data21.xml" ContentType="application/vnd.openxmlformats-officedocument.drawingml.diagramData+xml"/>
  <Override PartName="/ppt/diagrams/data20.xml" ContentType="application/vnd.openxmlformats-officedocument.drawingml.diagramData+xml"/>
  <Override PartName="/ppt/diagrams/data19.xml" ContentType="application/vnd.openxmlformats-officedocument.drawingml.diagramData+xml"/>
  <Override PartName="/ppt/diagrams/data18.xml" ContentType="application/vnd.openxmlformats-officedocument.drawingml.diagramData+xml"/>
  <Override PartName="/ppt/diagrams/data3.xml" ContentType="application/vnd.openxmlformats-officedocument.drawingml.diagramData+xml"/>
  <Override PartName="/ppt/diagrams/data17.xml" ContentType="application/vnd.openxmlformats-officedocument.drawingml.diagramData+xml"/>
  <Override PartName="/ppt/diagrams/data16.xml" ContentType="application/vnd.openxmlformats-officedocument.drawingml.diagramData+xml"/>
  <Override PartName="/ppt/diagrams/data15.xml" ContentType="application/vnd.openxmlformats-officedocument.drawingml.diagramData+xml"/>
  <Override PartName="/ppt/diagrams/data14.xml" ContentType="application/vnd.openxmlformats-officedocument.drawingml.diagramData+xml"/>
  <Override PartName="/ppt/presentation.xml" ContentType="application/vnd.openxmlformats-officedocument.presentationml.presentation.main+xml"/>
  <Override PartName="/ppt/diagrams/data13.xml" ContentType="application/vnd.openxmlformats-officedocument.drawingml.diagramData+xml"/>
  <Override PartName="/ppt/diagrams/data12.xml" ContentType="application/vnd.openxmlformats-officedocument.drawingml.diagramData+xml"/>
  <Override PartName="/ppt/diagrams/data4.xml" ContentType="application/vnd.openxmlformats-officedocument.drawingml.diagramData+xml"/>
  <Override PartName="/ppt/diagrams/data11.xml" ContentType="application/vnd.openxmlformats-officedocument.drawingml.diagramData+xml"/>
  <Override PartName="/ppt/diagrams/data10.xml" ContentType="application/vnd.openxmlformats-officedocument.drawingml.diagramData+xml"/>
  <Override PartName="/ppt/diagrams/data9.xml" ContentType="application/vnd.openxmlformats-officedocument.drawingml.diagramData+xml"/>
  <Override PartName="/ppt/diagrams/data8.xml" ContentType="application/vnd.openxmlformats-officedocument.drawingml.diagramData+xml"/>
  <Override PartName="/ppt/diagrams/data7.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notesSlides/notesSlide34.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10.xml" ContentType="application/vnd.openxmlformats-officedocument.presentationml.notesSlide+xml"/>
  <Override PartName="/ppt/slideLayouts/slideLayout1.xml" ContentType="application/vnd.openxmlformats-officedocument.presentationml.slideLayout+xml"/>
  <Override PartName="/ppt/notesSlides/notesSlide26.xml" ContentType="application/vnd.openxmlformats-officedocument.presentationml.notesSlid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9.xml" ContentType="application/vnd.openxmlformats-officedocument.presentationml.notesSlid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27.xml" ContentType="application/vnd.openxmlformats-officedocument.presentationml.notesSlid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37.xml" ContentType="application/vnd.openxmlformats-officedocument.presentationml.notesSlide+xml"/>
  <Override PartName="/ppt/notesSlides/notesSlide28.xml" ContentType="application/vnd.openxmlformats-officedocument.presentationml.notesSlide+xml"/>
  <Override PartName="/ppt/notesSlides/notesSlide36.xml" ContentType="application/vnd.openxmlformats-officedocument.presentationml.notesSlide+xml"/>
  <Override PartName="/ppt/notesSlides/notesSlide7.xml" ContentType="application/vnd.openxmlformats-officedocument.presentationml.notesSlide+xml"/>
  <Override PartName="/ppt/notesSlides/notesSlide35.xml" ContentType="application/vnd.openxmlformats-officedocument.presentationml.notesSlide+xml"/>
  <Override PartName="/ppt/slideMasters/slideMaster1.xml" ContentType="application/vnd.openxmlformats-officedocument.presentationml.slideMaster+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8.xml" ContentType="application/vnd.openxmlformats-officedocument.presentationml.notesSlide+xml"/>
  <Override PartName="/ppt/notesSlides/notesSlide33.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diagrams/drawing16.xml" ContentType="application/vnd.ms-office.drawingml.diagramDrawing+xml"/>
  <Override PartName="/ppt/diagrams/colors16.xml" ContentType="application/vnd.openxmlformats-officedocument.drawingml.diagramColors+xml"/>
  <Override PartName="/ppt/diagrams/quickStyle16.xml" ContentType="application/vnd.openxmlformats-officedocument.drawingml.diagramStyle+xml"/>
  <Override PartName="/ppt/diagrams/layout3.xml" ContentType="application/vnd.openxmlformats-officedocument.drawingml.diagramLayout+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layout16.xml" ContentType="application/vnd.openxmlformats-officedocument.drawingml.diagramLayout+xml"/>
  <Override PartName="/ppt/diagrams/quickStyle3.xml" ContentType="application/vnd.openxmlformats-officedocument.drawingml.diagramStyle+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rawing15.xml" ContentType="application/vnd.ms-office.drawingml.diagramDrawing+xml"/>
  <Override PartName="/ppt/diagrams/layout19.xml" ContentType="application/vnd.openxmlformats-officedocument.drawingml.diagramLayout+xml"/>
  <Override PartName="/ppt/diagrams/colors15.xml" ContentType="application/vnd.openxmlformats-officedocument.drawingml.diagramColors+xml"/>
  <Override PartName="/ppt/diagrams/colors19.xml" ContentType="application/vnd.openxmlformats-officedocument.drawingml.diagramColors+xml"/>
  <Override PartName="/ppt/diagrams/drawing19.xml" ContentType="application/vnd.ms-office.drawingml.diagramDrawing+xml"/>
  <Override PartName="/ppt/diagrams/quickStyle15.xml" ContentType="application/vnd.openxmlformats-officedocument.drawingml.diagramStyle+xml"/>
  <Override PartName="/ppt/diagrams/layout15.xml" ContentType="application/vnd.openxmlformats-officedocument.drawingml.diagramLayout+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colors3.xml" ContentType="application/vnd.openxmlformats-officedocument.drawingml.diagramColors+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rawing2.xml" ContentType="application/vnd.ms-office.drawingml.diagramDrawing+xml"/>
  <Override PartName="/ppt/diagrams/colors2.xml" ContentType="application/vnd.openxmlformats-officedocument.drawingml.diagramColors+xml"/>
  <Override PartName="/ppt/diagrams/quickStyle2.xml" ContentType="application/vnd.openxmlformats-officedocument.drawingml.diagramStyle+xml"/>
  <Override PartName="/ppt/diagrams/layout2.xml" ContentType="application/vnd.openxmlformats-officedocument.drawingml.diagramLayout+xml"/>
  <Override PartName="/ppt/diagrams/drawing1.xml" ContentType="application/vnd.ms-office.drawingml.diagramDrawing+xml"/>
  <Override PartName="/ppt/diagrams/colors1.xml" ContentType="application/vnd.openxmlformats-officedocument.drawingml.diagramColors+xml"/>
  <Override PartName="/ppt/diagrams/quickStyle1.xml" ContentType="application/vnd.openxmlformats-officedocument.drawingml.diagramStyle+xml"/>
  <Override PartName="/ppt/diagrams/layout1.xml" ContentType="application/vnd.openxmlformats-officedocument.drawingml.diagramLayout+xml"/>
  <Override PartName="/ppt/diagrams/drawing14.xml" ContentType="application/vnd.ms-office.drawingml.diagramDrawing+xml"/>
  <Override PartName="/ppt/diagrams/colors14.xml" ContentType="application/vnd.openxmlformats-officedocument.drawingml.diagramColors+xml"/>
  <Override PartName="/ppt/theme/theme2.xml" ContentType="application/vnd.openxmlformats-officedocument.theme+xml"/>
  <Override PartName="/ppt/diagrams/quickStyle14.xml" ContentType="application/vnd.openxmlformats-officedocument.drawingml.diagramStyle+xml"/>
  <Override PartName="/ppt/diagrams/layout14.xml" ContentType="application/vnd.openxmlformats-officedocument.drawingml.diagramLayout+xml"/>
  <Override PartName="/ppt/diagrams/drawing3.xml" ContentType="application/vnd.ms-office.drawingml.diagramDrawing+xml"/>
  <Override PartName="/ppt/diagrams/drawing13.xml" ContentType="application/vnd.ms-office.drawingml.diagramDrawing+xml"/>
  <Override PartName="/ppt/diagrams/quickStyle13.xml" ContentType="application/vnd.openxmlformats-officedocument.drawingml.diagramStyle+xml"/>
  <Override PartName="/ppt/diagrams/layout13.xml" ContentType="application/vnd.openxmlformats-officedocument.drawingml.diagramLayout+xml"/>
  <Override PartName="/ppt/diagrams/drawing12.xml" ContentType="application/vnd.ms-office.drawingml.diagramDrawing+xml"/>
  <Override PartName="/ppt/diagrams/colors12.xml" ContentType="application/vnd.openxmlformats-officedocument.drawingml.diagramColors+xml"/>
  <Override PartName="/ppt/diagrams/quickStyle12.xml" ContentType="application/vnd.openxmlformats-officedocument.drawingml.diagramStyle+xml"/>
  <Override PartName="/ppt/diagrams/layout12.xml" ContentType="application/vnd.openxmlformats-officedocument.drawingml.diagramLayout+xml"/>
  <Override PartName="/ppt/diagrams/drawing11.xml" ContentType="application/vnd.ms-office.drawingml.diagramDrawing+xml"/>
  <Override PartName="/ppt/diagrams/colors11.xml" ContentType="application/vnd.openxmlformats-officedocument.drawingml.diagramColors+xml"/>
  <Override PartName="/ppt/diagrams/quickStyle11.xml" ContentType="application/vnd.openxmlformats-officedocument.drawingml.diagramStyle+xml"/>
  <Override PartName="/ppt/diagrams/layout11.xml" ContentType="application/vnd.openxmlformats-officedocument.drawingml.diagramLayout+xml"/>
  <Override PartName="/ppt/diagrams/layout4.xml" ContentType="application/vnd.openxmlformats-officedocument.drawingml.diagramLayout+xml"/>
  <Override PartName="/ppt/diagrams/colors13.xml" ContentType="application/vnd.openxmlformats-officedocument.drawingml.diagramColors+xml"/>
  <Override PartName="/ppt/diagrams/drawing10.xml" ContentType="application/vnd.ms-office.drawingml.diagramDrawing+xml"/>
  <Override PartName="/ppt/diagrams/colors10.xml" ContentType="application/vnd.openxmlformats-officedocument.drawingml.diagramColors+xml"/>
  <Override PartName="/ppt/diagrams/quickStyle10.xml" ContentType="application/vnd.openxmlformats-officedocument.drawingml.diagramStyle+xml"/>
  <Override PartName="/ppt/diagrams/layout10.xml" ContentType="application/vnd.openxmlformats-officedocument.drawingml.diagramLayout+xml"/>
  <Override PartName="/ppt/diagrams/quickStyle4.xml" ContentType="application/vnd.openxmlformats-officedocument.drawingml.diagramStyle+xml"/>
  <Override PartName="/ppt/theme/theme1.xml" ContentType="application/vnd.openxmlformats-officedocument.theme+xml"/>
  <Override PartName="/ppt/diagrams/drawing9.xml" ContentType="application/vnd.ms-office.drawingml.diagramDrawing+xml"/>
  <Override PartName="/ppt/diagrams/colors9.xml" ContentType="application/vnd.openxmlformats-officedocument.drawingml.diagramColors+xml"/>
  <Override PartName="/ppt/diagrams/quickStyle9.xml" ContentType="application/vnd.openxmlformats-officedocument.drawingml.diagramStyle+xml"/>
  <Override PartName="/ppt/diagrams/layout9.xml" ContentType="application/vnd.openxmlformats-officedocument.drawingml.diagramLayout+xml"/>
  <Override PartName="/ppt/diagrams/colors4.xml" ContentType="application/vnd.openxmlformats-officedocument.drawingml.diagramColors+xml"/>
  <Override PartName="/ppt/diagrams/drawing8.xml" ContentType="application/vnd.ms-office.drawingml.diagramDrawing+xml"/>
  <Override PartName="/ppt/diagrams/colors8.xml" ContentType="application/vnd.openxmlformats-officedocument.drawingml.diagramColors+xml"/>
  <Override PartName="/ppt/diagrams/quickStyle8.xml" ContentType="application/vnd.openxmlformats-officedocument.drawingml.diagramStyle+xml"/>
  <Override PartName="/ppt/diagrams/layout8.xml" ContentType="application/vnd.openxmlformats-officedocument.drawingml.diagramLayout+xml"/>
  <Override PartName="/ppt/diagrams/drawing4.xml" ContentType="application/vnd.ms-office.drawingml.diagramDrawing+xml"/>
  <Override PartName="/ppt/diagrams/drawing7.xml" ContentType="application/vnd.ms-office.drawingml.diagramDrawing+xml"/>
  <Override PartName="/ppt/diagrams/colors7.xml" ContentType="application/vnd.openxmlformats-officedocument.drawingml.diagramColors+xml"/>
  <Override PartName="/ppt/diagrams/quickStyle7.xml" ContentType="application/vnd.openxmlformats-officedocument.drawingml.diagramStyle+xml"/>
  <Override PartName="/ppt/diagrams/layout7.xml" ContentType="application/vnd.openxmlformats-officedocument.drawingml.diagramLayout+xml"/>
  <Override PartName="/ppt/diagrams/drawing6.xml" ContentType="application/vnd.ms-office.drawingml.diagramDrawing+xml"/>
  <Override PartName="/ppt/diagrams/colors6.xml" ContentType="application/vnd.openxmlformats-officedocument.drawingml.diagramColors+xml"/>
  <Override PartName="/ppt/notesMasters/notesMaster1.xml" ContentType="application/vnd.openxmlformats-officedocument.presentationml.notesMaster+xml"/>
  <Override PartName="/ppt/diagrams/quickStyle6.xml" ContentType="application/vnd.openxmlformats-officedocument.drawingml.diagramStyle+xml"/>
  <Override PartName="/ppt/diagrams/layout6.xml" ContentType="application/vnd.openxmlformats-officedocument.drawingml.diagramLayout+xml"/>
  <Override PartName="/ppt/diagrams/layout5.xml" ContentType="application/vnd.openxmlformats-officedocument.drawingml.diagramLayout+xml"/>
  <Override PartName="/ppt/diagrams/drawing5.xml" ContentType="application/vnd.ms-office.drawingml.diagramDrawing+xml"/>
  <Override PartName="/ppt/diagrams/colors5.xml" ContentType="application/vnd.openxmlformats-officedocument.drawingml.diagramColors+xml"/>
  <Override PartName="/ppt/diagrams/quickStyle5.xml" ContentType="application/vnd.openxmlformats-officedocument.drawingml.diagramStyle+xml"/>
  <Override PartName="/ppt/diagrams/quickStyle19.xml" ContentType="application/vnd.openxmlformats-officedocument.drawingml.diagramStyl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306" r:id="rId3"/>
    <p:sldId id="258" r:id="rId4"/>
    <p:sldId id="259" r:id="rId5"/>
    <p:sldId id="260" r:id="rId6"/>
    <p:sldId id="261" r:id="rId7"/>
    <p:sldId id="265" r:id="rId8"/>
    <p:sldId id="266" r:id="rId9"/>
    <p:sldId id="303" r:id="rId10"/>
    <p:sldId id="304" r:id="rId11"/>
    <p:sldId id="262" r:id="rId12"/>
    <p:sldId id="273" r:id="rId13"/>
    <p:sldId id="277" r:id="rId14"/>
    <p:sldId id="281" r:id="rId15"/>
    <p:sldId id="275" r:id="rId16"/>
    <p:sldId id="282" r:id="rId17"/>
    <p:sldId id="283" r:id="rId18"/>
    <p:sldId id="308" r:id="rId19"/>
    <p:sldId id="276" r:id="rId20"/>
    <p:sldId id="309" r:id="rId21"/>
    <p:sldId id="310" r:id="rId22"/>
    <p:sldId id="268" r:id="rId23"/>
    <p:sldId id="269" r:id="rId24"/>
    <p:sldId id="286" r:id="rId25"/>
    <p:sldId id="307" r:id="rId26"/>
    <p:sldId id="287" r:id="rId27"/>
    <p:sldId id="288" r:id="rId28"/>
    <p:sldId id="296" r:id="rId29"/>
    <p:sldId id="289" r:id="rId30"/>
    <p:sldId id="279" r:id="rId31"/>
    <p:sldId id="290" r:id="rId32"/>
    <p:sldId id="299" r:id="rId33"/>
    <p:sldId id="300" r:id="rId34"/>
    <p:sldId id="291" r:id="rId35"/>
    <p:sldId id="301" r:id="rId36"/>
    <p:sldId id="302" r:id="rId37"/>
    <p:sldId id="305" r:id="rId38"/>
    <p:sldId id="297" r:id="rId39"/>
    <p:sldId id="298"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89"/>
    <p:restoredTop sz="67697"/>
  </p:normalViewPr>
  <p:slideViewPr>
    <p:cSldViewPr snapToGrid="0" snapToObjects="1">
      <p:cViewPr varScale="1">
        <p:scale>
          <a:sx n="81" d="100"/>
          <a:sy n="81" d="100"/>
        </p:scale>
        <p:origin x="37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48"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_rels/data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ata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ata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0.png"/><Relationship Id="rId4" Type="http://schemas.openxmlformats.org/officeDocument/2006/relationships/image" Target="../media/image30.svg"/></Relationships>
</file>

<file path=ppt/diagrams/_rels/data14.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diagrams/_rels/data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svg"/><Relationship Id="rId1" Type="http://schemas.openxmlformats.org/officeDocument/2006/relationships/image" Target="../media/image39.png"/><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0.png"/><Relationship Id="rId4" Type="http://schemas.openxmlformats.org/officeDocument/2006/relationships/image" Target="../media/image30.svg"/></Relationships>
</file>

<file path=ppt/diagrams/_rels/drawing14.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diagrams/_rels/drawing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svg"/><Relationship Id="rId1" Type="http://schemas.openxmlformats.org/officeDocument/2006/relationships/image" Target="../media/image39.png"/><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icon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bg1"/>
    </dgm:fillClrLst>
    <dgm:linClrLst meth="repeat">
      <a:schemeClr val="lt2">
        <a:alpha val="0"/>
      </a:schemeClr>
    </dgm:linClrLst>
    <dgm:effectClrLst/>
    <dgm:txLinClrLst/>
    <dgm:txFillClrLst meth="repeat">
      <a:schemeClr val="dk1"/>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dgm:fillClrLst>
    <dgm:linClrLst meth="repeat">
      <a:schemeClr val="lt2">
        <a:alpha val="0"/>
      </a:schemeClr>
    </dgm:linClrLst>
    <dgm:effectClrLst/>
    <dgm:txLinClrLst/>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18/5/colors/Iconchunking_coloredtext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0"/>
      </a:schemeClr>
    </dgm:fillClrLst>
    <dgm:linClrLst>
      <a:schemeClr val="accent2"/>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a:schemeClr val="accent2"/>
      <a:schemeClr val="accent3"/>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a:schemeClr val="accent2"/>
      <a:schemeClr val="accent3"/>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2A64B1-360F-4EF2-9E19-D5EB2AC5DC5C}"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EB42775A-D322-49C2-9427-2AF3DD7D7011}">
      <dgm:prSet/>
      <dgm:spPr/>
      <dgm:t>
        <a:bodyPr/>
        <a:lstStyle/>
        <a:p>
          <a:r>
            <a:rPr lang="en-US" dirty="0"/>
            <a:t>What is Accountability Really</a:t>
          </a:r>
        </a:p>
      </dgm:t>
    </dgm:pt>
    <dgm:pt modelId="{05E2307D-EAE4-4D9D-870F-576772AB4B9B}" type="parTrans" cxnId="{52B418AE-1090-4C7A-A6EA-9CEF6F5F7515}">
      <dgm:prSet/>
      <dgm:spPr/>
      <dgm:t>
        <a:bodyPr/>
        <a:lstStyle/>
        <a:p>
          <a:endParaRPr lang="en-US"/>
        </a:p>
      </dgm:t>
    </dgm:pt>
    <dgm:pt modelId="{34C3F2CE-3719-4070-A937-A12817BCE621}" type="sibTrans" cxnId="{52B418AE-1090-4C7A-A6EA-9CEF6F5F7515}">
      <dgm:prSet/>
      <dgm:spPr/>
      <dgm:t>
        <a:bodyPr/>
        <a:lstStyle/>
        <a:p>
          <a:endParaRPr lang="en-US"/>
        </a:p>
      </dgm:t>
    </dgm:pt>
    <dgm:pt modelId="{8F1B9AC0-0ED4-42AC-B15A-A1B17761EE99}">
      <dgm:prSet/>
      <dgm:spPr/>
      <dgm:t>
        <a:bodyPr/>
        <a:lstStyle/>
        <a:p>
          <a:r>
            <a:rPr lang="en-US"/>
            <a:t>Developing an Accountability Mindset</a:t>
          </a:r>
        </a:p>
      </dgm:t>
    </dgm:pt>
    <dgm:pt modelId="{8274B772-0461-4BAB-B8D6-0C8957A773B5}" type="parTrans" cxnId="{9567412F-0A6E-4064-9FF0-5ED939E95024}">
      <dgm:prSet/>
      <dgm:spPr/>
      <dgm:t>
        <a:bodyPr/>
        <a:lstStyle/>
        <a:p>
          <a:endParaRPr lang="en-US"/>
        </a:p>
      </dgm:t>
    </dgm:pt>
    <dgm:pt modelId="{79A83FAF-65CE-41CD-87EE-0BB4370570A0}" type="sibTrans" cxnId="{9567412F-0A6E-4064-9FF0-5ED939E95024}">
      <dgm:prSet/>
      <dgm:spPr/>
      <dgm:t>
        <a:bodyPr/>
        <a:lstStyle/>
        <a:p>
          <a:endParaRPr lang="en-US"/>
        </a:p>
      </dgm:t>
    </dgm:pt>
    <dgm:pt modelId="{4093AE31-6B03-4DF1-AA4D-3E76FB13FC7E}">
      <dgm:prSet/>
      <dgm:spPr/>
      <dgm:t>
        <a:bodyPr/>
        <a:lstStyle/>
        <a:p>
          <a:r>
            <a:rPr lang="en-US" dirty="0"/>
            <a:t>Creating an Accountability Habit</a:t>
          </a:r>
        </a:p>
      </dgm:t>
    </dgm:pt>
    <dgm:pt modelId="{B0BDE1F4-B2D3-4779-BB27-58D97434F5D8}" type="parTrans" cxnId="{FCE7BA08-215A-438A-B76F-7B88AE38F17B}">
      <dgm:prSet/>
      <dgm:spPr/>
      <dgm:t>
        <a:bodyPr/>
        <a:lstStyle/>
        <a:p>
          <a:endParaRPr lang="en-US"/>
        </a:p>
      </dgm:t>
    </dgm:pt>
    <dgm:pt modelId="{37BFA26B-8DAE-489A-A791-34FAB5A3AF80}" type="sibTrans" cxnId="{FCE7BA08-215A-438A-B76F-7B88AE38F17B}">
      <dgm:prSet/>
      <dgm:spPr/>
      <dgm:t>
        <a:bodyPr/>
        <a:lstStyle/>
        <a:p>
          <a:endParaRPr lang="en-US"/>
        </a:p>
      </dgm:t>
    </dgm:pt>
    <dgm:pt modelId="{465CCF54-00A9-2D4B-95C0-D9DC7D0762C0}">
      <dgm:prSet/>
      <dgm:spPr/>
      <dgm:t>
        <a:bodyPr/>
        <a:lstStyle/>
        <a:p>
          <a:r>
            <a:rPr lang="en-US" dirty="0"/>
            <a:t>The GROW method</a:t>
          </a:r>
        </a:p>
      </dgm:t>
    </dgm:pt>
    <dgm:pt modelId="{BE9AF87C-E450-844B-ABA2-F91ECBA3F0BB}" type="parTrans" cxnId="{994AA14B-CA62-0548-8E9C-4BEEB7C50E8A}">
      <dgm:prSet/>
      <dgm:spPr/>
      <dgm:t>
        <a:bodyPr/>
        <a:lstStyle/>
        <a:p>
          <a:endParaRPr lang="en-US"/>
        </a:p>
      </dgm:t>
    </dgm:pt>
    <dgm:pt modelId="{854A0996-5B5C-4249-98B4-A0DA915F49E1}" type="sibTrans" cxnId="{994AA14B-CA62-0548-8E9C-4BEEB7C50E8A}">
      <dgm:prSet/>
      <dgm:spPr/>
      <dgm:t>
        <a:bodyPr/>
        <a:lstStyle/>
        <a:p>
          <a:endParaRPr lang="en-US"/>
        </a:p>
      </dgm:t>
    </dgm:pt>
    <dgm:pt modelId="{FA1BFBA1-11C4-E74A-BDAA-B99CB1CE370E}">
      <dgm:prSet/>
      <dgm:spPr/>
      <dgm:t>
        <a:bodyPr/>
        <a:lstStyle/>
        <a:p>
          <a:r>
            <a:rPr lang="en-US" dirty="0"/>
            <a:t>Effective Communications in Feedback</a:t>
          </a:r>
        </a:p>
      </dgm:t>
    </dgm:pt>
    <dgm:pt modelId="{22EFEDD6-14D1-DD46-9BBD-E8379C91A00A}" type="parTrans" cxnId="{7F1C411B-60C0-CC4A-BDC4-1F2499BA3618}">
      <dgm:prSet/>
      <dgm:spPr/>
      <dgm:t>
        <a:bodyPr/>
        <a:lstStyle/>
        <a:p>
          <a:endParaRPr lang="en-US"/>
        </a:p>
      </dgm:t>
    </dgm:pt>
    <dgm:pt modelId="{A7DB0DDE-82C3-3B4E-B859-080F9721C97C}" type="sibTrans" cxnId="{7F1C411B-60C0-CC4A-BDC4-1F2499BA3618}">
      <dgm:prSet/>
      <dgm:spPr/>
      <dgm:t>
        <a:bodyPr/>
        <a:lstStyle/>
        <a:p>
          <a:endParaRPr lang="en-US"/>
        </a:p>
      </dgm:t>
    </dgm:pt>
    <dgm:pt modelId="{36ADE541-25B0-9C44-96BC-8E1EF2C5DED7}" type="pres">
      <dgm:prSet presAssocID="{6B2A64B1-360F-4EF2-9E19-D5EB2AC5DC5C}" presName="linear" presStyleCnt="0">
        <dgm:presLayoutVars>
          <dgm:animLvl val="lvl"/>
          <dgm:resizeHandles val="exact"/>
        </dgm:presLayoutVars>
      </dgm:prSet>
      <dgm:spPr/>
    </dgm:pt>
    <dgm:pt modelId="{86E1D5FD-C969-B741-A388-4361C8F402DA}" type="pres">
      <dgm:prSet presAssocID="{EB42775A-D322-49C2-9427-2AF3DD7D7011}" presName="parentText" presStyleLbl="node1" presStyleIdx="0" presStyleCnt="5">
        <dgm:presLayoutVars>
          <dgm:chMax val="0"/>
          <dgm:bulletEnabled val="1"/>
        </dgm:presLayoutVars>
      </dgm:prSet>
      <dgm:spPr/>
    </dgm:pt>
    <dgm:pt modelId="{DAAB7B45-87DB-BC45-925C-3C91257975D5}" type="pres">
      <dgm:prSet presAssocID="{34C3F2CE-3719-4070-A937-A12817BCE621}" presName="spacer" presStyleCnt="0"/>
      <dgm:spPr/>
    </dgm:pt>
    <dgm:pt modelId="{C5632A82-4EA1-6D49-8766-3AADE04A5CEF}" type="pres">
      <dgm:prSet presAssocID="{8F1B9AC0-0ED4-42AC-B15A-A1B17761EE99}" presName="parentText" presStyleLbl="node1" presStyleIdx="1" presStyleCnt="5">
        <dgm:presLayoutVars>
          <dgm:chMax val="0"/>
          <dgm:bulletEnabled val="1"/>
        </dgm:presLayoutVars>
      </dgm:prSet>
      <dgm:spPr/>
    </dgm:pt>
    <dgm:pt modelId="{3911AFA4-D995-3746-95F1-99511353281C}" type="pres">
      <dgm:prSet presAssocID="{79A83FAF-65CE-41CD-87EE-0BB4370570A0}" presName="spacer" presStyleCnt="0"/>
      <dgm:spPr/>
    </dgm:pt>
    <dgm:pt modelId="{C0A28298-5376-FB4C-91D7-F250C20C4A95}" type="pres">
      <dgm:prSet presAssocID="{4093AE31-6B03-4DF1-AA4D-3E76FB13FC7E}" presName="parentText" presStyleLbl="node1" presStyleIdx="2" presStyleCnt="5">
        <dgm:presLayoutVars>
          <dgm:chMax val="0"/>
          <dgm:bulletEnabled val="1"/>
        </dgm:presLayoutVars>
      </dgm:prSet>
      <dgm:spPr/>
    </dgm:pt>
    <dgm:pt modelId="{FC0F62F6-6815-014D-9853-FCC74F7C87B5}" type="pres">
      <dgm:prSet presAssocID="{37BFA26B-8DAE-489A-A791-34FAB5A3AF80}" presName="spacer" presStyleCnt="0"/>
      <dgm:spPr/>
    </dgm:pt>
    <dgm:pt modelId="{22E333C5-B416-0549-81F1-3E86B8DD8123}" type="pres">
      <dgm:prSet presAssocID="{465CCF54-00A9-2D4B-95C0-D9DC7D0762C0}" presName="parentText" presStyleLbl="node1" presStyleIdx="3" presStyleCnt="5">
        <dgm:presLayoutVars>
          <dgm:chMax val="0"/>
          <dgm:bulletEnabled val="1"/>
        </dgm:presLayoutVars>
      </dgm:prSet>
      <dgm:spPr/>
    </dgm:pt>
    <dgm:pt modelId="{5151469C-9913-7E4D-A923-7229A22CE7F5}" type="pres">
      <dgm:prSet presAssocID="{854A0996-5B5C-4249-98B4-A0DA915F49E1}" presName="spacer" presStyleCnt="0"/>
      <dgm:spPr/>
    </dgm:pt>
    <dgm:pt modelId="{8696C4A4-7B84-6D4E-AB9A-7543A36A4779}" type="pres">
      <dgm:prSet presAssocID="{FA1BFBA1-11C4-E74A-BDAA-B99CB1CE370E}" presName="parentText" presStyleLbl="node1" presStyleIdx="4" presStyleCnt="5">
        <dgm:presLayoutVars>
          <dgm:chMax val="0"/>
          <dgm:bulletEnabled val="1"/>
        </dgm:presLayoutVars>
      </dgm:prSet>
      <dgm:spPr/>
    </dgm:pt>
  </dgm:ptLst>
  <dgm:cxnLst>
    <dgm:cxn modelId="{FCE7BA08-215A-438A-B76F-7B88AE38F17B}" srcId="{6B2A64B1-360F-4EF2-9E19-D5EB2AC5DC5C}" destId="{4093AE31-6B03-4DF1-AA4D-3E76FB13FC7E}" srcOrd="2" destOrd="0" parTransId="{B0BDE1F4-B2D3-4779-BB27-58D97434F5D8}" sibTransId="{37BFA26B-8DAE-489A-A791-34FAB5A3AF80}"/>
    <dgm:cxn modelId="{7F1C411B-60C0-CC4A-BDC4-1F2499BA3618}" srcId="{6B2A64B1-360F-4EF2-9E19-D5EB2AC5DC5C}" destId="{FA1BFBA1-11C4-E74A-BDAA-B99CB1CE370E}" srcOrd="4" destOrd="0" parTransId="{22EFEDD6-14D1-DD46-9BBD-E8379C91A00A}" sibTransId="{A7DB0DDE-82C3-3B4E-B859-080F9721C97C}"/>
    <dgm:cxn modelId="{9567412F-0A6E-4064-9FF0-5ED939E95024}" srcId="{6B2A64B1-360F-4EF2-9E19-D5EB2AC5DC5C}" destId="{8F1B9AC0-0ED4-42AC-B15A-A1B17761EE99}" srcOrd="1" destOrd="0" parTransId="{8274B772-0461-4BAB-B8D6-0C8957A773B5}" sibTransId="{79A83FAF-65CE-41CD-87EE-0BB4370570A0}"/>
    <dgm:cxn modelId="{994AA14B-CA62-0548-8E9C-4BEEB7C50E8A}" srcId="{6B2A64B1-360F-4EF2-9E19-D5EB2AC5DC5C}" destId="{465CCF54-00A9-2D4B-95C0-D9DC7D0762C0}" srcOrd="3" destOrd="0" parTransId="{BE9AF87C-E450-844B-ABA2-F91ECBA3F0BB}" sibTransId="{854A0996-5B5C-4249-98B4-A0DA915F49E1}"/>
    <dgm:cxn modelId="{25E7F14D-C0B1-4B4B-B62D-1472853E21C8}" type="presOf" srcId="{4093AE31-6B03-4DF1-AA4D-3E76FB13FC7E}" destId="{C0A28298-5376-FB4C-91D7-F250C20C4A95}" srcOrd="0" destOrd="0" presId="urn:microsoft.com/office/officeart/2005/8/layout/vList2"/>
    <dgm:cxn modelId="{2A4C8453-6BB9-384C-9C5A-4E720B8C20F6}" type="presOf" srcId="{EB42775A-D322-49C2-9427-2AF3DD7D7011}" destId="{86E1D5FD-C969-B741-A388-4361C8F402DA}" srcOrd="0" destOrd="0" presId="urn:microsoft.com/office/officeart/2005/8/layout/vList2"/>
    <dgm:cxn modelId="{B45DC153-8DB3-FE4F-812E-AAA48F4BFC58}" type="presOf" srcId="{465CCF54-00A9-2D4B-95C0-D9DC7D0762C0}" destId="{22E333C5-B416-0549-81F1-3E86B8DD8123}" srcOrd="0" destOrd="0" presId="urn:microsoft.com/office/officeart/2005/8/layout/vList2"/>
    <dgm:cxn modelId="{61F67469-DA92-AD44-91BF-827976490122}" type="presOf" srcId="{6B2A64B1-360F-4EF2-9E19-D5EB2AC5DC5C}" destId="{36ADE541-25B0-9C44-96BC-8E1EF2C5DED7}" srcOrd="0" destOrd="0" presId="urn:microsoft.com/office/officeart/2005/8/layout/vList2"/>
    <dgm:cxn modelId="{52B418AE-1090-4C7A-A6EA-9CEF6F5F7515}" srcId="{6B2A64B1-360F-4EF2-9E19-D5EB2AC5DC5C}" destId="{EB42775A-D322-49C2-9427-2AF3DD7D7011}" srcOrd="0" destOrd="0" parTransId="{05E2307D-EAE4-4D9D-870F-576772AB4B9B}" sibTransId="{34C3F2CE-3719-4070-A937-A12817BCE621}"/>
    <dgm:cxn modelId="{3CBB66B6-317E-C048-9BC1-D1CBF2BE22F1}" type="presOf" srcId="{8F1B9AC0-0ED4-42AC-B15A-A1B17761EE99}" destId="{C5632A82-4EA1-6D49-8766-3AADE04A5CEF}" srcOrd="0" destOrd="0" presId="urn:microsoft.com/office/officeart/2005/8/layout/vList2"/>
    <dgm:cxn modelId="{5C42E2CF-56D1-0847-A0DF-33E1CC9A1185}" type="presOf" srcId="{FA1BFBA1-11C4-E74A-BDAA-B99CB1CE370E}" destId="{8696C4A4-7B84-6D4E-AB9A-7543A36A4779}" srcOrd="0" destOrd="0" presId="urn:microsoft.com/office/officeart/2005/8/layout/vList2"/>
    <dgm:cxn modelId="{6B6784DD-5017-504A-8874-00FBE0D5E7EB}" type="presParOf" srcId="{36ADE541-25B0-9C44-96BC-8E1EF2C5DED7}" destId="{86E1D5FD-C969-B741-A388-4361C8F402DA}" srcOrd="0" destOrd="0" presId="urn:microsoft.com/office/officeart/2005/8/layout/vList2"/>
    <dgm:cxn modelId="{94102DC6-E324-B14B-8C7E-04012BC42F25}" type="presParOf" srcId="{36ADE541-25B0-9C44-96BC-8E1EF2C5DED7}" destId="{DAAB7B45-87DB-BC45-925C-3C91257975D5}" srcOrd="1" destOrd="0" presId="urn:microsoft.com/office/officeart/2005/8/layout/vList2"/>
    <dgm:cxn modelId="{9D535EC4-2E36-3445-8C19-8AF82C7E58E8}" type="presParOf" srcId="{36ADE541-25B0-9C44-96BC-8E1EF2C5DED7}" destId="{C5632A82-4EA1-6D49-8766-3AADE04A5CEF}" srcOrd="2" destOrd="0" presId="urn:microsoft.com/office/officeart/2005/8/layout/vList2"/>
    <dgm:cxn modelId="{947CC338-D7D7-DD41-9392-FB63F4BF3F62}" type="presParOf" srcId="{36ADE541-25B0-9C44-96BC-8E1EF2C5DED7}" destId="{3911AFA4-D995-3746-95F1-99511353281C}" srcOrd="3" destOrd="0" presId="urn:microsoft.com/office/officeart/2005/8/layout/vList2"/>
    <dgm:cxn modelId="{A9CF35C9-8C00-E840-99D5-8394947238AD}" type="presParOf" srcId="{36ADE541-25B0-9C44-96BC-8E1EF2C5DED7}" destId="{C0A28298-5376-FB4C-91D7-F250C20C4A95}" srcOrd="4" destOrd="0" presId="urn:microsoft.com/office/officeart/2005/8/layout/vList2"/>
    <dgm:cxn modelId="{B3394AF8-15F7-0A4F-8423-CAEEF35DB8B3}" type="presParOf" srcId="{36ADE541-25B0-9C44-96BC-8E1EF2C5DED7}" destId="{FC0F62F6-6815-014D-9853-FCC74F7C87B5}" srcOrd="5" destOrd="0" presId="urn:microsoft.com/office/officeart/2005/8/layout/vList2"/>
    <dgm:cxn modelId="{33938681-59A0-5F40-985B-9C23208BF9EA}" type="presParOf" srcId="{36ADE541-25B0-9C44-96BC-8E1EF2C5DED7}" destId="{22E333C5-B416-0549-81F1-3E86B8DD8123}" srcOrd="6" destOrd="0" presId="urn:microsoft.com/office/officeart/2005/8/layout/vList2"/>
    <dgm:cxn modelId="{12875903-36EB-954C-B4BB-C3CAEC155F56}" type="presParOf" srcId="{36ADE541-25B0-9C44-96BC-8E1EF2C5DED7}" destId="{5151469C-9913-7E4D-A923-7229A22CE7F5}" srcOrd="7" destOrd="0" presId="urn:microsoft.com/office/officeart/2005/8/layout/vList2"/>
    <dgm:cxn modelId="{811E7268-F41C-434E-9E59-4A565F0AABDD}" type="presParOf" srcId="{36ADE541-25B0-9C44-96BC-8E1EF2C5DED7}" destId="{8696C4A4-7B84-6D4E-AB9A-7543A36A4779}"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9635B4E-FDFF-41B8-842B-3E8DEEB9FFD4}"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9B948E80-39A7-4C6C-8FEF-1477B34D2506}">
      <dgm:prSet/>
      <dgm:spPr/>
      <dgm:t>
        <a:bodyPr/>
        <a:lstStyle/>
        <a:p>
          <a:pPr>
            <a:defRPr cap="all"/>
          </a:pPr>
          <a:r>
            <a:rPr lang="en-US"/>
            <a:t>Increased trust and reliability </a:t>
          </a:r>
        </a:p>
      </dgm:t>
    </dgm:pt>
    <dgm:pt modelId="{9EC8F46A-96A0-45DA-9534-6D8961BB34C4}" type="parTrans" cxnId="{068A75B8-9945-46D4-A13F-7568EEE4EB7E}">
      <dgm:prSet/>
      <dgm:spPr/>
      <dgm:t>
        <a:bodyPr/>
        <a:lstStyle/>
        <a:p>
          <a:endParaRPr lang="en-US"/>
        </a:p>
      </dgm:t>
    </dgm:pt>
    <dgm:pt modelId="{04F34292-1695-44D4-9C19-FE2BE2D2B8B5}" type="sibTrans" cxnId="{068A75B8-9945-46D4-A13F-7568EEE4EB7E}">
      <dgm:prSet/>
      <dgm:spPr/>
      <dgm:t>
        <a:bodyPr/>
        <a:lstStyle/>
        <a:p>
          <a:endParaRPr lang="en-US"/>
        </a:p>
      </dgm:t>
    </dgm:pt>
    <dgm:pt modelId="{1FEE7D02-2EE3-41AF-A3CD-640432FE6956}">
      <dgm:prSet/>
      <dgm:spPr/>
      <dgm:t>
        <a:bodyPr/>
        <a:lstStyle/>
        <a:p>
          <a:pPr>
            <a:defRPr cap="all"/>
          </a:pPr>
          <a:r>
            <a:rPr lang="en-US"/>
            <a:t>Improved teamwork</a:t>
          </a:r>
        </a:p>
      </dgm:t>
    </dgm:pt>
    <dgm:pt modelId="{1C547E20-070C-49D0-B151-8AE07F2AF881}" type="parTrans" cxnId="{2712282B-FC6C-43E6-A77B-1CA26BC738F1}">
      <dgm:prSet/>
      <dgm:spPr/>
      <dgm:t>
        <a:bodyPr/>
        <a:lstStyle/>
        <a:p>
          <a:endParaRPr lang="en-US"/>
        </a:p>
      </dgm:t>
    </dgm:pt>
    <dgm:pt modelId="{34DDDB3F-0433-4551-A596-39963E15FFEB}" type="sibTrans" cxnId="{2712282B-FC6C-43E6-A77B-1CA26BC738F1}">
      <dgm:prSet/>
      <dgm:spPr/>
      <dgm:t>
        <a:bodyPr/>
        <a:lstStyle/>
        <a:p>
          <a:endParaRPr lang="en-US"/>
        </a:p>
      </dgm:t>
    </dgm:pt>
    <dgm:pt modelId="{E75435B2-5985-491F-B3BC-FA719D386223}">
      <dgm:prSet/>
      <dgm:spPr/>
      <dgm:t>
        <a:bodyPr/>
        <a:lstStyle/>
        <a:p>
          <a:pPr>
            <a:defRPr cap="all"/>
          </a:pPr>
          <a:r>
            <a:rPr lang="en-US"/>
            <a:t>Healthier relationships</a:t>
          </a:r>
        </a:p>
      </dgm:t>
    </dgm:pt>
    <dgm:pt modelId="{78332859-F77B-4206-8091-86CD081F1FE3}" type="parTrans" cxnId="{3BD12205-416A-4978-8588-231A6404D63C}">
      <dgm:prSet/>
      <dgm:spPr/>
      <dgm:t>
        <a:bodyPr/>
        <a:lstStyle/>
        <a:p>
          <a:endParaRPr lang="en-US"/>
        </a:p>
      </dgm:t>
    </dgm:pt>
    <dgm:pt modelId="{4097980E-EA55-4A6A-BD88-EAA2350A6077}" type="sibTrans" cxnId="{3BD12205-416A-4978-8588-231A6404D63C}">
      <dgm:prSet/>
      <dgm:spPr/>
      <dgm:t>
        <a:bodyPr/>
        <a:lstStyle/>
        <a:p>
          <a:endParaRPr lang="en-US"/>
        </a:p>
      </dgm:t>
    </dgm:pt>
    <dgm:pt modelId="{988F9FC6-E460-4AA3-82B9-03DA3483412D}">
      <dgm:prSet/>
      <dgm:spPr/>
      <dgm:t>
        <a:bodyPr/>
        <a:lstStyle/>
        <a:p>
          <a:pPr>
            <a:defRPr cap="all"/>
          </a:pPr>
          <a:r>
            <a:rPr lang="en-US"/>
            <a:t>More productive</a:t>
          </a:r>
        </a:p>
      </dgm:t>
    </dgm:pt>
    <dgm:pt modelId="{512ABFC5-8BFB-444D-8799-B753C9E2897F}" type="parTrans" cxnId="{78A6E846-D041-431A-905F-10C876EB6E11}">
      <dgm:prSet/>
      <dgm:spPr/>
      <dgm:t>
        <a:bodyPr/>
        <a:lstStyle/>
        <a:p>
          <a:endParaRPr lang="en-US"/>
        </a:p>
      </dgm:t>
    </dgm:pt>
    <dgm:pt modelId="{972C2B0F-B871-4815-8FA4-29F43BB7AF5D}" type="sibTrans" cxnId="{78A6E846-D041-431A-905F-10C876EB6E11}">
      <dgm:prSet/>
      <dgm:spPr/>
      <dgm:t>
        <a:bodyPr/>
        <a:lstStyle/>
        <a:p>
          <a:endParaRPr lang="en-US"/>
        </a:p>
      </dgm:t>
    </dgm:pt>
    <dgm:pt modelId="{7FAF2DFE-5C33-4A75-BA25-CBD96F1AC426}">
      <dgm:prSet/>
      <dgm:spPr/>
      <dgm:t>
        <a:bodyPr/>
        <a:lstStyle/>
        <a:p>
          <a:pPr>
            <a:defRPr cap="all"/>
          </a:pPr>
          <a:r>
            <a:rPr lang="en-US"/>
            <a:t>Saves time</a:t>
          </a:r>
        </a:p>
      </dgm:t>
    </dgm:pt>
    <dgm:pt modelId="{276C1375-FA78-42F1-A212-B1134F90A1CC}" type="parTrans" cxnId="{EDD35091-74C9-4B1B-93C3-9B1DDFAA3871}">
      <dgm:prSet/>
      <dgm:spPr/>
      <dgm:t>
        <a:bodyPr/>
        <a:lstStyle/>
        <a:p>
          <a:endParaRPr lang="en-US"/>
        </a:p>
      </dgm:t>
    </dgm:pt>
    <dgm:pt modelId="{00375212-2EC0-4A39-995F-B9EEEDAD028D}" type="sibTrans" cxnId="{EDD35091-74C9-4B1B-93C3-9B1DDFAA3871}">
      <dgm:prSet/>
      <dgm:spPr/>
      <dgm:t>
        <a:bodyPr/>
        <a:lstStyle/>
        <a:p>
          <a:endParaRPr lang="en-US"/>
        </a:p>
      </dgm:t>
    </dgm:pt>
    <dgm:pt modelId="{F8E29522-9CA8-4523-AAE4-2507BA5E8E2B}">
      <dgm:prSet/>
      <dgm:spPr/>
      <dgm:t>
        <a:bodyPr/>
        <a:lstStyle/>
        <a:p>
          <a:pPr>
            <a:defRPr cap="all"/>
          </a:pPr>
          <a:r>
            <a:rPr lang="en-US"/>
            <a:t>Less stress</a:t>
          </a:r>
        </a:p>
      </dgm:t>
    </dgm:pt>
    <dgm:pt modelId="{6C44338A-DE1B-4058-A768-FF387CC17FC9}" type="parTrans" cxnId="{B25DE314-CB2B-4B9E-B39E-2036B145E4DE}">
      <dgm:prSet/>
      <dgm:spPr/>
      <dgm:t>
        <a:bodyPr/>
        <a:lstStyle/>
        <a:p>
          <a:endParaRPr lang="en-US"/>
        </a:p>
      </dgm:t>
    </dgm:pt>
    <dgm:pt modelId="{46FE4976-16F8-4C96-8C02-3F78397D720F}" type="sibTrans" cxnId="{B25DE314-CB2B-4B9E-B39E-2036B145E4DE}">
      <dgm:prSet/>
      <dgm:spPr/>
      <dgm:t>
        <a:bodyPr/>
        <a:lstStyle/>
        <a:p>
          <a:endParaRPr lang="en-US"/>
        </a:p>
      </dgm:t>
    </dgm:pt>
    <dgm:pt modelId="{5975C497-110E-4590-A522-2BD33B3B9D72}" type="pres">
      <dgm:prSet presAssocID="{19635B4E-FDFF-41B8-842B-3E8DEEB9FFD4}" presName="root" presStyleCnt="0">
        <dgm:presLayoutVars>
          <dgm:dir/>
          <dgm:resizeHandles val="exact"/>
        </dgm:presLayoutVars>
      </dgm:prSet>
      <dgm:spPr/>
    </dgm:pt>
    <dgm:pt modelId="{C059D2FB-755C-46B8-A632-4B42A5A27122}" type="pres">
      <dgm:prSet presAssocID="{9B948E80-39A7-4C6C-8FEF-1477B34D2506}" presName="compNode" presStyleCnt="0"/>
      <dgm:spPr/>
    </dgm:pt>
    <dgm:pt modelId="{2021B242-43A3-4FB3-8C7A-AB1569FA46A3}" type="pres">
      <dgm:prSet presAssocID="{9B948E80-39A7-4C6C-8FEF-1477B34D2506}" presName="iconBgRect" presStyleLbl="bgShp" presStyleIdx="0" presStyleCnt="6"/>
      <dgm:spPr/>
    </dgm:pt>
    <dgm:pt modelId="{B5E93F00-289B-46A1-9ADD-DC83E82354C9}" type="pres">
      <dgm:prSet presAssocID="{9B948E80-39A7-4C6C-8FEF-1477B34D2506}"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pward trend"/>
        </a:ext>
      </dgm:extLst>
    </dgm:pt>
    <dgm:pt modelId="{991E20E3-5A41-4149-BFA2-88891C35F5BB}" type="pres">
      <dgm:prSet presAssocID="{9B948E80-39A7-4C6C-8FEF-1477B34D2506}" presName="spaceRect" presStyleCnt="0"/>
      <dgm:spPr/>
    </dgm:pt>
    <dgm:pt modelId="{CAF11632-BD14-4526-80B6-E4251C46EDEC}" type="pres">
      <dgm:prSet presAssocID="{9B948E80-39A7-4C6C-8FEF-1477B34D2506}" presName="textRect" presStyleLbl="revTx" presStyleIdx="0" presStyleCnt="6">
        <dgm:presLayoutVars>
          <dgm:chMax val="1"/>
          <dgm:chPref val="1"/>
        </dgm:presLayoutVars>
      </dgm:prSet>
      <dgm:spPr/>
    </dgm:pt>
    <dgm:pt modelId="{5E6A38BF-1926-4A99-9829-29E6AD858C88}" type="pres">
      <dgm:prSet presAssocID="{04F34292-1695-44D4-9C19-FE2BE2D2B8B5}" presName="sibTrans" presStyleCnt="0"/>
      <dgm:spPr/>
    </dgm:pt>
    <dgm:pt modelId="{EF537CF2-7DB7-4A1E-B411-9A0E066C5EEE}" type="pres">
      <dgm:prSet presAssocID="{1FEE7D02-2EE3-41AF-A3CD-640432FE6956}" presName="compNode" presStyleCnt="0"/>
      <dgm:spPr/>
    </dgm:pt>
    <dgm:pt modelId="{FBB6EA84-95D3-4DF1-9C88-26452A7D9B85}" type="pres">
      <dgm:prSet presAssocID="{1FEE7D02-2EE3-41AF-A3CD-640432FE6956}" presName="iconBgRect" presStyleLbl="bgShp" presStyleIdx="1" presStyleCnt="6"/>
      <dgm:spPr/>
    </dgm:pt>
    <dgm:pt modelId="{EF355D98-19CA-45B5-8FA6-D9952D920373}" type="pres">
      <dgm:prSet presAssocID="{1FEE7D02-2EE3-41AF-A3CD-640432FE6956}"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roup"/>
        </a:ext>
      </dgm:extLst>
    </dgm:pt>
    <dgm:pt modelId="{74192BBD-A9C6-4914-BB85-36696081FA97}" type="pres">
      <dgm:prSet presAssocID="{1FEE7D02-2EE3-41AF-A3CD-640432FE6956}" presName="spaceRect" presStyleCnt="0"/>
      <dgm:spPr/>
    </dgm:pt>
    <dgm:pt modelId="{A2A8BCAC-A834-44FD-B29B-6F1987509623}" type="pres">
      <dgm:prSet presAssocID="{1FEE7D02-2EE3-41AF-A3CD-640432FE6956}" presName="textRect" presStyleLbl="revTx" presStyleIdx="1" presStyleCnt="6">
        <dgm:presLayoutVars>
          <dgm:chMax val="1"/>
          <dgm:chPref val="1"/>
        </dgm:presLayoutVars>
      </dgm:prSet>
      <dgm:spPr/>
    </dgm:pt>
    <dgm:pt modelId="{CD8FFD18-51D2-4FCF-B09C-70F0893A4BD4}" type="pres">
      <dgm:prSet presAssocID="{34DDDB3F-0433-4551-A596-39963E15FFEB}" presName="sibTrans" presStyleCnt="0"/>
      <dgm:spPr/>
    </dgm:pt>
    <dgm:pt modelId="{31D93F53-C21E-415A-9C2E-F711E5606304}" type="pres">
      <dgm:prSet presAssocID="{E75435B2-5985-491F-B3BC-FA719D386223}" presName="compNode" presStyleCnt="0"/>
      <dgm:spPr/>
    </dgm:pt>
    <dgm:pt modelId="{D87F0DB6-4FF0-4C6D-8C2F-F39A02E8635B}" type="pres">
      <dgm:prSet presAssocID="{E75435B2-5985-491F-B3BC-FA719D386223}" presName="iconBgRect" presStyleLbl="bgShp" presStyleIdx="2" presStyleCnt="6"/>
      <dgm:spPr/>
    </dgm:pt>
    <dgm:pt modelId="{F91A172A-06C7-4B14-BF30-4B60D954DC03}" type="pres">
      <dgm:prSet presAssocID="{E75435B2-5985-491F-B3BC-FA719D386223}"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rt"/>
        </a:ext>
      </dgm:extLst>
    </dgm:pt>
    <dgm:pt modelId="{9E027D3B-35F3-40B2-BE91-301FAC9495EB}" type="pres">
      <dgm:prSet presAssocID="{E75435B2-5985-491F-B3BC-FA719D386223}" presName="spaceRect" presStyleCnt="0"/>
      <dgm:spPr/>
    </dgm:pt>
    <dgm:pt modelId="{E87A7B43-DF26-4722-ADD2-BFD0F4205241}" type="pres">
      <dgm:prSet presAssocID="{E75435B2-5985-491F-B3BC-FA719D386223}" presName="textRect" presStyleLbl="revTx" presStyleIdx="2" presStyleCnt="6">
        <dgm:presLayoutVars>
          <dgm:chMax val="1"/>
          <dgm:chPref val="1"/>
        </dgm:presLayoutVars>
      </dgm:prSet>
      <dgm:spPr/>
    </dgm:pt>
    <dgm:pt modelId="{38D3F121-B1F5-48B7-A1CF-9C1356E378D7}" type="pres">
      <dgm:prSet presAssocID="{4097980E-EA55-4A6A-BD88-EAA2350A6077}" presName="sibTrans" presStyleCnt="0"/>
      <dgm:spPr/>
    </dgm:pt>
    <dgm:pt modelId="{A946FC94-7390-48F3-B504-AD519F603D62}" type="pres">
      <dgm:prSet presAssocID="{988F9FC6-E460-4AA3-82B9-03DA3483412D}" presName="compNode" presStyleCnt="0"/>
      <dgm:spPr/>
    </dgm:pt>
    <dgm:pt modelId="{28037774-7E66-402F-8739-057E83432820}" type="pres">
      <dgm:prSet presAssocID="{988F9FC6-E460-4AA3-82B9-03DA3483412D}" presName="iconBgRect" presStyleLbl="bgShp" presStyleIdx="3" presStyleCnt="6"/>
      <dgm:spPr/>
    </dgm:pt>
    <dgm:pt modelId="{AF707AFE-DC47-4871-B6A1-4A88ADDB4ACF}" type="pres">
      <dgm:prSet presAssocID="{988F9FC6-E460-4AA3-82B9-03DA3483412D}"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FF1D680C-4EC4-4FEC-B615-4AFB5E33481A}" type="pres">
      <dgm:prSet presAssocID="{988F9FC6-E460-4AA3-82B9-03DA3483412D}" presName="spaceRect" presStyleCnt="0"/>
      <dgm:spPr/>
    </dgm:pt>
    <dgm:pt modelId="{10D4B4B7-4072-46E1-BBA3-8D5CBEE6DFE4}" type="pres">
      <dgm:prSet presAssocID="{988F9FC6-E460-4AA3-82B9-03DA3483412D}" presName="textRect" presStyleLbl="revTx" presStyleIdx="3" presStyleCnt="6">
        <dgm:presLayoutVars>
          <dgm:chMax val="1"/>
          <dgm:chPref val="1"/>
        </dgm:presLayoutVars>
      </dgm:prSet>
      <dgm:spPr/>
    </dgm:pt>
    <dgm:pt modelId="{8BAF37A8-59F2-4210-A85F-816769211924}" type="pres">
      <dgm:prSet presAssocID="{972C2B0F-B871-4815-8FA4-29F43BB7AF5D}" presName="sibTrans" presStyleCnt="0"/>
      <dgm:spPr/>
    </dgm:pt>
    <dgm:pt modelId="{44FEAECD-4B69-49FA-93A4-B2D9E01F6AFC}" type="pres">
      <dgm:prSet presAssocID="{7FAF2DFE-5C33-4A75-BA25-CBD96F1AC426}" presName="compNode" presStyleCnt="0"/>
      <dgm:spPr/>
    </dgm:pt>
    <dgm:pt modelId="{5C36B949-D26D-44DF-8734-48A3C0C3511F}" type="pres">
      <dgm:prSet presAssocID="{7FAF2DFE-5C33-4A75-BA25-CBD96F1AC426}" presName="iconBgRect" presStyleLbl="bgShp" presStyleIdx="4" presStyleCnt="6"/>
      <dgm:spPr/>
    </dgm:pt>
    <dgm:pt modelId="{8E988D9B-6B08-4EBA-8722-074212896E7E}" type="pres">
      <dgm:prSet presAssocID="{7FAF2DFE-5C33-4A75-BA25-CBD96F1AC426}"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opwatch"/>
        </a:ext>
      </dgm:extLst>
    </dgm:pt>
    <dgm:pt modelId="{86B11A3E-CB30-455A-B5EB-309FE7F286FB}" type="pres">
      <dgm:prSet presAssocID="{7FAF2DFE-5C33-4A75-BA25-CBD96F1AC426}" presName="spaceRect" presStyleCnt="0"/>
      <dgm:spPr/>
    </dgm:pt>
    <dgm:pt modelId="{F28260B2-ED52-498B-86C8-CDEC128D8B33}" type="pres">
      <dgm:prSet presAssocID="{7FAF2DFE-5C33-4A75-BA25-CBD96F1AC426}" presName="textRect" presStyleLbl="revTx" presStyleIdx="4" presStyleCnt="6">
        <dgm:presLayoutVars>
          <dgm:chMax val="1"/>
          <dgm:chPref val="1"/>
        </dgm:presLayoutVars>
      </dgm:prSet>
      <dgm:spPr/>
    </dgm:pt>
    <dgm:pt modelId="{70A4D177-0E9B-4AD9-912C-26B184131901}" type="pres">
      <dgm:prSet presAssocID="{00375212-2EC0-4A39-995F-B9EEEDAD028D}" presName="sibTrans" presStyleCnt="0"/>
      <dgm:spPr/>
    </dgm:pt>
    <dgm:pt modelId="{614E2416-2546-4ACD-9278-4F81800CF48F}" type="pres">
      <dgm:prSet presAssocID="{F8E29522-9CA8-4523-AAE4-2507BA5E8E2B}" presName="compNode" presStyleCnt="0"/>
      <dgm:spPr/>
    </dgm:pt>
    <dgm:pt modelId="{74181971-2A02-4678-879C-FBDA2E6269FC}" type="pres">
      <dgm:prSet presAssocID="{F8E29522-9CA8-4523-AAE4-2507BA5E8E2B}" presName="iconBgRect" presStyleLbl="bgShp" presStyleIdx="5" presStyleCnt="6"/>
      <dgm:spPr/>
    </dgm:pt>
    <dgm:pt modelId="{D499CAD9-D388-415C-8242-D8E479B6AB68}" type="pres">
      <dgm:prSet presAssocID="{F8E29522-9CA8-4523-AAE4-2507BA5E8E2B}"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CarrotLeft"/>
        </a:ext>
      </dgm:extLst>
    </dgm:pt>
    <dgm:pt modelId="{4E62D0F9-8421-4D22-8152-A4B0FE12D037}" type="pres">
      <dgm:prSet presAssocID="{F8E29522-9CA8-4523-AAE4-2507BA5E8E2B}" presName="spaceRect" presStyleCnt="0"/>
      <dgm:spPr/>
    </dgm:pt>
    <dgm:pt modelId="{89D77D80-6CCA-42C4-ABEF-79B4943A5AE0}" type="pres">
      <dgm:prSet presAssocID="{F8E29522-9CA8-4523-AAE4-2507BA5E8E2B}" presName="textRect" presStyleLbl="revTx" presStyleIdx="5" presStyleCnt="6">
        <dgm:presLayoutVars>
          <dgm:chMax val="1"/>
          <dgm:chPref val="1"/>
        </dgm:presLayoutVars>
      </dgm:prSet>
      <dgm:spPr/>
    </dgm:pt>
  </dgm:ptLst>
  <dgm:cxnLst>
    <dgm:cxn modelId="{3BD12205-416A-4978-8588-231A6404D63C}" srcId="{19635B4E-FDFF-41B8-842B-3E8DEEB9FFD4}" destId="{E75435B2-5985-491F-B3BC-FA719D386223}" srcOrd="2" destOrd="0" parTransId="{78332859-F77B-4206-8091-86CD081F1FE3}" sibTransId="{4097980E-EA55-4A6A-BD88-EAA2350A6077}"/>
    <dgm:cxn modelId="{4E093B0A-38C5-40A5-9370-4D58D1DB24AB}" type="presOf" srcId="{1FEE7D02-2EE3-41AF-A3CD-640432FE6956}" destId="{A2A8BCAC-A834-44FD-B29B-6F1987509623}" srcOrd="0" destOrd="0" presId="urn:microsoft.com/office/officeart/2018/5/layout/IconCircleLabelList"/>
    <dgm:cxn modelId="{B25DE314-CB2B-4B9E-B39E-2036B145E4DE}" srcId="{19635B4E-FDFF-41B8-842B-3E8DEEB9FFD4}" destId="{F8E29522-9CA8-4523-AAE4-2507BA5E8E2B}" srcOrd="5" destOrd="0" parTransId="{6C44338A-DE1B-4058-A768-FF387CC17FC9}" sibTransId="{46FE4976-16F8-4C96-8C02-3F78397D720F}"/>
    <dgm:cxn modelId="{2712282B-FC6C-43E6-A77B-1CA26BC738F1}" srcId="{19635B4E-FDFF-41B8-842B-3E8DEEB9FFD4}" destId="{1FEE7D02-2EE3-41AF-A3CD-640432FE6956}" srcOrd="1" destOrd="0" parTransId="{1C547E20-070C-49D0-B151-8AE07F2AF881}" sibTransId="{34DDDB3F-0433-4551-A596-39963E15FFEB}"/>
    <dgm:cxn modelId="{78A6E846-D041-431A-905F-10C876EB6E11}" srcId="{19635B4E-FDFF-41B8-842B-3E8DEEB9FFD4}" destId="{988F9FC6-E460-4AA3-82B9-03DA3483412D}" srcOrd="3" destOrd="0" parTransId="{512ABFC5-8BFB-444D-8799-B753C9E2897F}" sibTransId="{972C2B0F-B871-4815-8FA4-29F43BB7AF5D}"/>
    <dgm:cxn modelId="{158DB747-4203-4F85-BABB-F2DDD33CD8B6}" type="presOf" srcId="{988F9FC6-E460-4AA3-82B9-03DA3483412D}" destId="{10D4B4B7-4072-46E1-BBA3-8D5CBEE6DFE4}" srcOrd="0" destOrd="0" presId="urn:microsoft.com/office/officeart/2018/5/layout/IconCircleLabelList"/>
    <dgm:cxn modelId="{56B38769-0579-41DF-AF10-49F9C35F06BA}" type="presOf" srcId="{E75435B2-5985-491F-B3BC-FA719D386223}" destId="{E87A7B43-DF26-4722-ADD2-BFD0F4205241}" srcOrd="0" destOrd="0" presId="urn:microsoft.com/office/officeart/2018/5/layout/IconCircleLabelList"/>
    <dgm:cxn modelId="{D93AA375-512F-48AA-BC71-958FD183A7B5}" type="presOf" srcId="{9B948E80-39A7-4C6C-8FEF-1477B34D2506}" destId="{CAF11632-BD14-4526-80B6-E4251C46EDEC}" srcOrd="0" destOrd="0" presId="urn:microsoft.com/office/officeart/2018/5/layout/IconCircleLabelList"/>
    <dgm:cxn modelId="{EDD35091-74C9-4B1B-93C3-9B1DDFAA3871}" srcId="{19635B4E-FDFF-41B8-842B-3E8DEEB9FFD4}" destId="{7FAF2DFE-5C33-4A75-BA25-CBD96F1AC426}" srcOrd="4" destOrd="0" parTransId="{276C1375-FA78-42F1-A212-B1134F90A1CC}" sibTransId="{00375212-2EC0-4A39-995F-B9EEEDAD028D}"/>
    <dgm:cxn modelId="{068A75B8-9945-46D4-A13F-7568EEE4EB7E}" srcId="{19635B4E-FDFF-41B8-842B-3E8DEEB9FFD4}" destId="{9B948E80-39A7-4C6C-8FEF-1477B34D2506}" srcOrd="0" destOrd="0" parTransId="{9EC8F46A-96A0-45DA-9534-6D8961BB34C4}" sibTransId="{04F34292-1695-44D4-9C19-FE2BE2D2B8B5}"/>
    <dgm:cxn modelId="{308991BA-E1D0-4524-B822-907DF8D8B5F2}" type="presOf" srcId="{F8E29522-9CA8-4523-AAE4-2507BA5E8E2B}" destId="{89D77D80-6CCA-42C4-ABEF-79B4943A5AE0}" srcOrd="0" destOrd="0" presId="urn:microsoft.com/office/officeart/2018/5/layout/IconCircleLabelList"/>
    <dgm:cxn modelId="{0EA72FCA-B18E-470F-A660-72E7A1F89C46}" type="presOf" srcId="{7FAF2DFE-5C33-4A75-BA25-CBD96F1AC426}" destId="{F28260B2-ED52-498B-86C8-CDEC128D8B33}" srcOrd="0" destOrd="0" presId="urn:microsoft.com/office/officeart/2018/5/layout/IconCircleLabelList"/>
    <dgm:cxn modelId="{E030A1FF-AF06-47FE-86E1-6C1273591134}" type="presOf" srcId="{19635B4E-FDFF-41B8-842B-3E8DEEB9FFD4}" destId="{5975C497-110E-4590-A522-2BD33B3B9D72}" srcOrd="0" destOrd="0" presId="urn:microsoft.com/office/officeart/2018/5/layout/IconCircleLabelList"/>
    <dgm:cxn modelId="{17710FDA-080F-485B-BEAF-FA98F6D31444}" type="presParOf" srcId="{5975C497-110E-4590-A522-2BD33B3B9D72}" destId="{C059D2FB-755C-46B8-A632-4B42A5A27122}" srcOrd="0" destOrd="0" presId="urn:microsoft.com/office/officeart/2018/5/layout/IconCircleLabelList"/>
    <dgm:cxn modelId="{0085CF15-4586-4E2A-8585-9B34B2068982}" type="presParOf" srcId="{C059D2FB-755C-46B8-A632-4B42A5A27122}" destId="{2021B242-43A3-4FB3-8C7A-AB1569FA46A3}" srcOrd="0" destOrd="0" presId="urn:microsoft.com/office/officeart/2018/5/layout/IconCircleLabelList"/>
    <dgm:cxn modelId="{F1CEE998-CD11-4902-8725-70DD871AF39F}" type="presParOf" srcId="{C059D2FB-755C-46B8-A632-4B42A5A27122}" destId="{B5E93F00-289B-46A1-9ADD-DC83E82354C9}" srcOrd="1" destOrd="0" presId="urn:microsoft.com/office/officeart/2018/5/layout/IconCircleLabelList"/>
    <dgm:cxn modelId="{CF15C606-9C21-4A51-9426-AA1D3F30E9E0}" type="presParOf" srcId="{C059D2FB-755C-46B8-A632-4B42A5A27122}" destId="{991E20E3-5A41-4149-BFA2-88891C35F5BB}" srcOrd="2" destOrd="0" presId="urn:microsoft.com/office/officeart/2018/5/layout/IconCircleLabelList"/>
    <dgm:cxn modelId="{BE5B3D20-30A9-492D-BAE9-6D30EE74AD73}" type="presParOf" srcId="{C059D2FB-755C-46B8-A632-4B42A5A27122}" destId="{CAF11632-BD14-4526-80B6-E4251C46EDEC}" srcOrd="3" destOrd="0" presId="urn:microsoft.com/office/officeart/2018/5/layout/IconCircleLabelList"/>
    <dgm:cxn modelId="{D2EBDFA9-B860-4A3D-B19A-FC77D9634232}" type="presParOf" srcId="{5975C497-110E-4590-A522-2BD33B3B9D72}" destId="{5E6A38BF-1926-4A99-9829-29E6AD858C88}" srcOrd="1" destOrd="0" presId="urn:microsoft.com/office/officeart/2018/5/layout/IconCircleLabelList"/>
    <dgm:cxn modelId="{7774FA18-F162-4D73-BE8C-2CD428E51406}" type="presParOf" srcId="{5975C497-110E-4590-A522-2BD33B3B9D72}" destId="{EF537CF2-7DB7-4A1E-B411-9A0E066C5EEE}" srcOrd="2" destOrd="0" presId="urn:microsoft.com/office/officeart/2018/5/layout/IconCircleLabelList"/>
    <dgm:cxn modelId="{7F77FF52-E407-410C-9866-F34FED5337D6}" type="presParOf" srcId="{EF537CF2-7DB7-4A1E-B411-9A0E066C5EEE}" destId="{FBB6EA84-95D3-4DF1-9C88-26452A7D9B85}" srcOrd="0" destOrd="0" presId="urn:microsoft.com/office/officeart/2018/5/layout/IconCircleLabelList"/>
    <dgm:cxn modelId="{32940136-4F18-41A8-A08B-FDD2BECD20FF}" type="presParOf" srcId="{EF537CF2-7DB7-4A1E-B411-9A0E066C5EEE}" destId="{EF355D98-19CA-45B5-8FA6-D9952D920373}" srcOrd="1" destOrd="0" presId="urn:microsoft.com/office/officeart/2018/5/layout/IconCircleLabelList"/>
    <dgm:cxn modelId="{179FA91F-22FA-4F34-A7F3-937EDB943328}" type="presParOf" srcId="{EF537CF2-7DB7-4A1E-B411-9A0E066C5EEE}" destId="{74192BBD-A9C6-4914-BB85-36696081FA97}" srcOrd="2" destOrd="0" presId="urn:microsoft.com/office/officeart/2018/5/layout/IconCircleLabelList"/>
    <dgm:cxn modelId="{7E8F6AB7-071F-4231-A83B-360F46FCC52A}" type="presParOf" srcId="{EF537CF2-7DB7-4A1E-B411-9A0E066C5EEE}" destId="{A2A8BCAC-A834-44FD-B29B-6F1987509623}" srcOrd="3" destOrd="0" presId="urn:microsoft.com/office/officeart/2018/5/layout/IconCircleLabelList"/>
    <dgm:cxn modelId="{CD0FAC94-9A1C-4F18-AF0B-920FDA8DAE9B}" type="presParOf" srcId="{5975C497-110E-4590-A522-2BD33B3B9D72}" destId="{CD8FFD18-51D2-4FCF-B09C-70F0893A4BD4}" srcOrd="3" destOrd="0" presId="urn:microsoft.com/office/officeart/2018/5/layout/IconCircleLabelList"/>
    <dgm:cxn modelId="{17D23F02-6881-4651-BA54-B434F5EB7BB9}" type="presParOf" srcId="{5975C497-110E-4590-A522-2BD33B3B9D72}" destId="{31D93F53-C21E-415A-9C2E-F711E5606304}" srcOrd="4" destOrd="0" presId="urn:microsoft.com/office/officeart/2018/5/layout/IconCircleLabelList"/>
    <dgm:cxn modelId="{3B992206-53F6-4EF0-864F-46E315022C08}" type="presParOf" srcId="{31D93F53-C21E-415A-9C2E-F711E5606304}" destId="{D87F0DB6-4FF0-4C6D-8C2F-F39A02E8635B}" srcOrd="0" destOrd="0" presId="urn:microsoft.com/office/officeart/2018/5/layout/IconCircleLabelList"/>
    <dgm:cxn modelId="{92BA8153-D295-430A-AE4A-206D6ADF4B20}" type="presParOf" srcId="{31D93F53-C21E-415A-9C2E-F711E5606304}" destId="{F91A172A-06C7-4B14-BF30-4B60D954DC03}" srcOrd="1" destOrd="0" presId="urn:microsoft.com/office/officeart/2018/5/layout/IconCircleLabelList"/>
    <dgm:cxn modelId="{61E93B98-AB5D-4937-98D6-8FC7D9FD3DC0}" type="presParOf" srcId="{31D93F53-C21E-415A-9C2E-F711E5606304}" destId="{9E027D3B-35F3-40B2-BE91-301FAC9495EB}" srcOrd="2" destOrd="0" presId="urn:microsoft.com/office/officeart/2018/5/layout/IconCircleLabelList"/>
    <dgm:cxn modelId="{EB066904-76B8-425A-B761-33081207918B}" type="presParOf" srcId="{31D93F53-C21E-415A-9C2E-F711E5606304}" destId="{E87A7B43-DF26-4722-ADD2-BFD0F4205241}" srcOrd="3" destOrd="0" presId="urn:microsoft.com/office/officeart/2018/5/layout/IconCircleLabelList"/>
    <dgm:cxn modelId="{6F39E337-B7B9-4588-B97D-C178DCCF7B60}" type="presParOf" srcId="{5975C497-110E-4590-A522-2BD33B3B9D72}" destId="{38D3F121-B1F5-48B7-A1CF-9C1356E378D7}" srcOrd="5" destOrd="0" presId="urn:microsoft.com/office/officeart/2018/5/layout/IconCircleLabelList"/>
    <dgm:cxn modelId="{6DDD66C7-0F52-4534-ABE8-322DFF95DB19}" type="presParOf" srcId="{5975C497-110E-4590-A522-2BD33B3B9D72}" destId="{A946FC94-7390-48F3-B504-AD519F603D62}" srcOrd="6" destOrd="0" presId="urn:microsoft.com/office/officeart/2018/5/layout/IconCircleLabelList"/>
    <dgm:cxn modelId="{9DB77798-B76D-4314-8FDC-74ACEDC22FAF}" type="presParOf" srcId="{A946FC94-7390-48F3-B504-AD519F603D62}" destId="{28037774-7E66-402F-8739-057E83432820}" srcOrd="0" destOrd="0" presId="urn:microsoft.com/office/officeart/2018/5/layout/IconCircleLabelList"/>
    <dgm:cxn modelId="{27A5776C-6CF6-4D98-AA22-35EEB41E5FA5}" type="presParOf" srcId="{A946FC94-7390-48F3-B504-AD519F603D62}" destId="{AF707AFE-DC47-4871-B6A1-4A88ADDB4ACF}" srcOrd="1" destOrd="0" presId="urn:microsoft.com/office/officeart/2018/5/layout/IconCircleLabelList"/>
    <dgm:cxn modelId="{7EBC69F7-FC21-4142-B2F0-6558E3D389AC}" type="presParOf" srcId="{A946FC94-7390-48F3-B504-AD519F603D62}" destId="{FF1D680C-4EC4-4FEC-B615-4AFB5E33481A}" srcOrd="2" destOrd="0" presId="urn:microsoft.com/office/officeart/2018/5/layout/IconCircleLabelList"/>
    <dgm:cxn modelId="{0E446872-FF8F-4A6E-A97B-C00B8613C874}" type="presParOf" srcId="{A946FC94-7390-48F3-B504-AD519F603D62}" destId="{10D4B4B7-4072-46E1-BBA3-8D5CBEE6DFE4}" srcOrd="3" destOrd="0" presId="urn:microsoft.com/office/officeart/2018/5/layout/IconCircleLabelList"/>
    <dgm:cxn modelId="{7F5B4BEF-D4E8-4EE7-9635-89516CF0CE42}" type="presParOf" srcId="{5975C497-110E-4590-A522-2BD33B3B9D72}" destId="{8BAF37A8-59F2-4210-A85F-816769211924}" srcOrd="7" destOrd="0" presId="urn:microsoft.com/office/officeart/2018/5/layout/IconCircleLabelList"/>
    <dgm:cxn modelId="{C66884AD-649F-4435-9384-07CA4AAAEA5F}" type="presParOf" srcId="{5975C497-110E-4590-A522-2BD33B3B9D72}" destId="{44FEAECD-4B69-49FA-93A4-B2D9E01F6AFC}" srcOrd="8" destOrd="0" presId="urn:microsoft.com/office/officeart/2018/5/layout/IconCircleLabelList"/>
    <dgm:cxn modelId="{092C7740-B69B-4619-A516-47FF40AB2FD0}" type="presParOf" srcId="{44FEAECD-4B69-49FA-93A4-B2D9E01F6AFC}" destId="{5C36B949-D26D-44DF-8734-48A3C0C3511F}" srcOrd="0" destOrd="0" presId="urn:microsoft.com/office/officeart/2018/5/layout/IconCircleLabelList"/>
    <dgm:cxn modelId="{EB41FA06-8710-46F6-9FC5-01ACCF3313E8}" type="presParOf" srcId="{44FEAECD-4B69-49FA-93A4-B2D9E01F6AFC}" destId="{8E988D9B-6B08-4EBA-8722-074212896E7E}" srcOrd="1" destOrd="0" presId="urn:microsoft.com/office/officeart/2018/5/layout/IconCircleLabelList"/>
    <dgm:cxn modelId="{F18DFF54-D9E3-4D47-B7BD-053D438C9598}" type="presParOf" srcId="{44FEAECD-4B69-49FA-93A4-B2D9E01F6AFC}" destId="{86B11A3E-CB30-455A-B5EB-309FE7F286FB}" srcOrd="2" destOrd="0" presId="urn:microsoft.com/office/officeart/2018/5/layout/IconCircleLabelList"/>
    <dgm:cxn modelId="{B4F92DE7-6854-45B0-814F-9C3A4983A037}" type="presParOf" srcId="{44FEAECD-4B69-49FA-93A4-B2D9E01F6AFC}" destId="{F28260B2-ED52-498B-86C8-CDEC128D8B33}" srcOrd="3" destOrd="0" presId="urn:microsoft.com/office/officeart/2018/5/layout/IconCircleLabelList"/>
    <dgm:cxn modelId="{BC87074E-51C5-4183-812A-052FD00B91D0}" type="presParOf" srcId="{5975C497-110E-4590-A522-2BD33B3B9D72}" destId="{70A4D177-0E9B-4AD9-912C-26B184131901}" srcOrd="9" destOrd="0" presId="urn:microsoft.com/office/officeart/2018/5/layout/IconCircleLabelList"/>
    <dgm:cxn modelId="{8DEF98B2-3C50-42C9-A1E3-6EADF949613D}" type="presParOf" srcId="{5975C497-110E-4590-A522-2BD33B3B9D72}" destId="{614E2416-2546-4ACD-9278-4F81800CF48F}" srcOrd="10" destOrd="0" presId="urn:microsoft.com/office/officeart/2018/5/layout/IconCircleLabelList"/>
    <dgm:cxn modelId="{3E072356-BA59-4B82-B42F-23F8D37A1C87}" type="presParOf" srcId="{614E2416-2546-4ACD-9278-4F81800CF48F}" destId="{74181971-2A02-4678-879C-FBDA2E6269FC}" srcOrd="0" destOrd="0" presId="urn:microsoft.com/office/officeart/2018/5/layout/IconCircleLabelList"/>
    <dgm:cxn modelId="{47EDF686-D9A1-455A-9954-378D356CCC75}" type="presParOf" srcId="{614E2416-2546-4ACD-9278-4F81800CF48F}" destId="{D499CAD9-D388-415C-8242-D8E479B6AB68}" srcOrd="1" destOrd="0" presId="urn:microsoft.com/office/officeart/2018/5/layout/IconCircleLabelList"/>
    <dgm:cxn modelId="{DC72BA76-323A-40D5-8CBD-A83178CA6785}" type="presParOf" srcId="{614E2416-2546-4ACD-9278-4F81800CF48F}" destId="{4E62D0F9-8421-4D22-8152-A4B0FE12D037}" srcOrd="2" destOrd="0" presId="urn:microsoft.com/office/officeart/2018/5/layout/IconCircleLabelList"/>
    <dgm:cxn modelId="{30349E14-3022-4CEC-BF5B-65FFB0BAAE2A}" type="presParOf" srcId="{614E2416-2546-4ACD-9278-4F81800CF48F}" destId="{89D77D80-6CCA-42C4-ABEF-79B4943A5AE0}"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F304A20-C170-466A-A362-38DFF3DF022A}" type="doc">
      <dgm:prSet loTypeId="urn:microsoft.com/office/officeart/2005/8/layout/hList1" loCatId="list" qsTypeId="urn:microsoft.com/office/officeart/2005/8/quickstyle/simple1" qsCatId="simple" csTypeId="urn:microsoft.com/office/officeart/2005/8/colors/colorful1" csCatId="colorful" phldr="1"/>
      <dgm:spPr/>
      <dgm:t>
        <a:bodyPr/>
        <a:lstStyle/>
        <a:p>
          <a:endParaRPr lang="en-US"/>
        </a:p>
      </dgm:t>
    </dgm:pt>
    <dgm:pt modelId="{AFA34DE0-0B99-4393-A978-D2F2D24B9A40}">
      <dgm:prSet/>
      <dgm:spPr/>
      <dgm:t>
        <a:bodyPr/>
        <a:lstStyle/>
        <a:p>
          <a:r>
            <a:rPr lang="en-US"/>
            <a:t>Learn from the opportunities provided in missing the mark.  </a:t>
          </a:r>
        </a:p>
      </dgm:t>
    </dgm:pt>
    <dgm:pt modelId="{53C95B07-C1FD-4F33-B8CE-6E9BE6F61F50}" type="parTrans" cxnId="{0E920C8F-B956-4F07-9475-461821FEC870}">
      <dgm:prSet/>
      <dgm:spPr/>
      <dgm:t>
        <a:bodyPr/>
        <a:lstStyle/>
        <a:p>
          <a:endParaRPr lang="en-US"/>
        </a:p>
      </dgm:t>
    </dgm:pt>
    <dgm:pt modelId="{C8E129D9-EB70-4143-82FA-28999A471031}" type="sibTrans" cxnId="{0E920C8F-B956-4F07-9475-461821FEC870}">
      <dgm:prSet/>
      <dgm:spPr/>
      <dgm:t>
        <a:bodyPr/>
        <a:lstStyle/>
        <a:p>
          <a:endParaRPr lang="en-US"/>
        </a:p>
      </dgm:t>
    </dgm:pt>
    <dgm:pt modelId="{2F1FA3A4-B9D0-4628-AC01-B48776A60882}">
      <dgm:prSet/>
      <dgm:spPr/>
      <dgm:t>
        <a:bodyPr/>
        <a:lstStyle/>
        <a:p>
          <a:r>
            <a:rPr lang="en-US"/>
            <a:t>What challenges presented themselves?  </a:t>
          </a:r>
        </a:p>
      </dgm:t>
    </dgm:pt>
    <dgm:pt modelId="{16A94AB9-95A6-4543-94DE-93C93CEC1D0E}" type="parTrans" cxnId="{CAEA82AF-72AC-44CE-B7EE-A426C3CFD53D}">
      <dgm:prSet/>
      <dgm:spPr/>
      <dgm:t>
        <a:bodyPr/>
        <a:lstStyle/>
        <a:p>
          <a:endParaRPr lang="en-US"/>
        </a:p>
      </dgm:t>
    </dgm:pt>
    <dgm:pt modelId="{F4F8AB11-F54D-4457-91B0-136B805FCC1E}" type="sibTrans" cxnId="{CAEA82AF-72AC-44CE-B7EE-A426C3CFD53D}">
      <dgm:prSet/>
      <dgm:spPr/>
      <dgm:t>
        <a:bodyPr/>
        <a:lstStyle/>
        <a:p>
          <a:endParaRPr lang="en-US"/>
        </a:p>
      </dgm:t>
    </dgm:pt>
    <dgm:pt modelId="{114FF600-A89A-4651-B76A-68B5B4068659}">
      <dgm:prSet/>
      <dgm:spPr/>
      <dgm:t>
        <a:bodyPr/>
        <a:lstStyle/>
        <a:p>
          <a:r>
            <a:rPr lang="en-US"/>
            <a:t>How did you fall off track?  </a:t>
          </a:r>
        </a:p>
      </dgm:t>
    </dgm:pt>
    <dgm:pt modelId="{12824A6F-3201-4796-8A48-9C24727C5362}" type="parTrans" cxnId="{8AD60DDA-A081-452C-80CE-BB57BB4403C5}">
      <dgm:prSet/>
      <dgm:spPr/>
      <dgm:t>
        <a:bodyPr/>
        <a:lstStyle/>
        <a:p>
          <a:endParaRPr lang="en-US"/>
        </a:p>
      </dgm:t>
    </dgm:pt>
    <dgm:pt modelId="{6FD4220B-C64D-4797-9068-17048951F3DF}" type="sibTrans" cxnId="{8AD60DDA-A081-452C-80CE-BB57BB4403C5}">
      <dgm:prSet/>
      <dgm:spPr/>
      <dgm:t>
        <a:bodyPr/>
        <a:lstStyle/>
        <a:p>
          <a:endParaRPr lang="en-US"/>
        </a:p>
      </dgm:t>
    </dgm:pt>
    <dgm:pt modelId="{B2BDED5D-5A97-46E2-B01A-890EF7FC043D}">
      <dgm:prSet/>
      <dgm:spPr/>
      <dgm:t>
        <a:bodyPr/>
        <a:lstStyle/>
        <a:p>
          <a:r>
            <a:rPr lang="en-US" dirty="0"/>
            <a:t>What could help going forward on this?</a:t>
          </a:r>
        </a:p>
      </dgm:t>
    </dgm:pt>
    <dgm:pt modelId="{40591FE1-9715-480B-B0E5-40B06A2C7F6B}" type="parTrans" cxnId="{B57A015B-9201-42F5-8814-7B84C4CEFAC3}">
      <dgm:prSet/>
      <dgm:spPr/>
      <dgm:t>
        <a:bodyPr/>
        <a:lstStyle/>
        <a:p>
          <a:endParaRPr lang="en-US"/>
        </a:p>
      </dgm:t>
    </dgm:pt>
    <dgm:pt modelId="{E476B495-AA01-4001-A841-991C76718F14}" type="sibTrans" cxnId="{B57A015B-9201-42F5-8814-7B84C4CEFAC3}">
      <dgm:prSet/>
      <dgm:spPr/>
      <dgm:t>
        <a:bodyPr/>
        <a:lstStyle/>
        <a:p>
          <a:endParaRPr lang="en-US"/>
        </a:p>
      </dgm:t>
    </dgm:pt>
    <dgm:pt modelId="{E07882AB-69EA-430A-9CAA-790456DE4DB0}">
      <dgm:prSet/>
      <dgm:spPr/>
      <dgm:t>
        <a:bodyPr/>
        <a:lstStyle/>
        <a:p>
          <a:r>
            <a:rPr lang="en-US"/>
            <a:t>Don’t forget to celebrate successes along the way too. </a:t>
          </a:r>
        </a:p>
      </dgm:t>
    </dgm:pt>
    <dgm:pt modelId="{3607685E-3757-44EF-987E-03F1D0D80439}" type="parTrans" cxnId="{0A938FF5-5655-4477-A136-42A1AF5EB9EA}">
      <dgm:prSet/>
      <dgm:spPr/>
      <dgm:t>
        <a:bodyPr/>
        <a:lstStyle/>
        <a:p>
          <a:endParaRPr lang="en-US"/>
        </a:p>
      </dgm:t>
    </dgm:pt>
    <dgm:pt modelId="{FDFDA8C3-1920-4C82-B407-08AB2B144A36}" type="sibTrans" cxnId="{0A938FF5-5655-4477-A136-42A1AF5EB9EA}">
      <dgm:prSet/>
      <dgm:spPr/>
      <dgm:t>
        <a:bodyPr/>
        <a:lstStyle/>
        <a:p>
          <a:endParaRPr lang="en-US"/>
        </a:p>
      </dgm:t>
    </dgm:pt>
    <dgm:pt modelId="{08ACB57D-50E3-4D3B-AF3F-D0CAAFCA0E26}">
      <dgm:prSet/>
      <dgm:spPr/>
      <dgm:t>
        <a:bodyPr/>
        <a:lstStyle/>
        <a:p>
          <a:r>
            <a:rPr lang="en-US"/>
            <a:t>Set micro achievements to celebrate moving the needle.  </a:t>
          </a:r>
        </a:p>
      </dgm:t>
    </dgm:pt>
    <dgm:pt modelId="{A36B594E-9C0D-493C-9C0C-47043C05148F}" type="parTrans" cxnId="{34984EBA-AF0E-454E-9C93-21AF7BDDBD54}">
      <dgm:prSet/>
      <dgm:spPr/>
      <dgm:t>
        <a:bodyPr/>
        <a:lstStyle/>
        <a:p>
          <a:endParaRPr lang="en-US"/>
        </a:p>
      </dgm:t>
    </dgm:pt>
    <dgm:pt modelId="{B8697BBB-7DC0-4133-AD1C-7479F1D4C7F4}" type="sibTrans" cxnId="{34984EBA-AF0E-454E-9C93-21AF7BDDBD54}">
      <dgm:prSet/>
      <dgm:spPr/>
      <dgm:t>
        <a:bodyPr/>
        <a:lstStyle/>
        <a:p>
          <a:endParaRPr lang="en-US"/>
        </a:p>
      </dgm:t>
    </dgm:pt>
    <dgm:pt modelId="{AB0B9DF1-E4C8-9345-A7CC-243950CC5F26}" type="pres">
      <dgm:prSet presAssocID="{4F304A20-C170-466A-A362-38DFF3DF022A}" presName="Name0" presStyleCnt="0">
        <dgm:presLayoutVars>
          <dgm:dir/>
          <dgm:animLvl val="lvl"/>
          <dgm:resizeHandles val="exact"/>
        </dgm:presLayoutVars>
      </dgm:prSet>
      <dgm:spPr/>
    </dgm:pt>
    <dgm:pt modelId="{C32ED1B0-C428-FD4A-80D7-D5C62A3B2206}" type="pres">
      <dgm:prSet presAssocID="{AFA34DE0-0B99-4393-A978-D2F2D24B9A40}" presName="composite" presStyleCnt="0"/>
      <dgm:spPr/>
    </dgm:pt>
    <dgm:pt modelId="{3609E304-BC8F-0F4D-B3CB-3FCB7B424B4A}" type="pres">
      <dgm:prSet presAssocID="{AFA34DE0-0B99-4393-A978-D2F2D24B9A40}" presName="parTx" presStyleLbl="alignNode1" presStyleIdx="0" presStyleCnt="2">
        <dgm:presLayoutVars>
          <dgm:chMax val="0"/>
          <dgm:chPref val="0"/>
          <dgm:bulletEnabled val="1"/>
        </dgm:presLayoutVars>
      </dgm:prSet>
      <dgm:spPr/>
    </dgm:pt>
    <dgm:pt modelId="{CDE33104-9869-E44B-BE4D-44D2FC10C3C4}" type="pres">
      <dgm:prSet presAssocID="{AFA34DE0-0B99-4393-A978-D2F2D24B9A40}" presName="desTx" presStyleLbl="alignAccFollowNode1" presStyleIdx="0" presStyleCnt="2">
        <dgm:presLayoutVars>
          <dgm:bulletEnabled val="1"/>
        </dgm:presLayoutVars>
      </dgm:prSet>
      <dgm:spPr/>
    </dgm:pt>
    <dgm:pt modelId="{B07C62BC-09F1-C845-AC62-EDB2EC9E3ED5}" type="pres">
      <dgm:prSet presAssocID="{C8E129D9-EB70-4143-82FA-28999A471031}" presName="space" presStyleCnt="0"/>
      <dgm:spPr/>
    </dgm:pt>
    <dgm:pt modelId="{B982618C-75EC-A449-9CA3-7CD68D6F85BE}" type="pres">
      <dgm:prSet presAssocID="{E07882AB-69EA-430A-9CAA-790456DE4DB0}" presName="composite" presStyleCnt="0"/>
      <dgm:spPr/>
    </dgm:pt>
    <dgm:pt modelId="{B8A50975-EF7A-4246-9E18-44C6B05A0C55}" type="pres">
      <dgm:prSet presAssocID="{E07882AB-69EA-430A-9CAA-790456DE4DB0}" presName="parTx" presStyleLbl="alignNode1" presStyleIdx="1" presStyleCnt="2">
        <dgm:presLayoutVars>
          <dgm:chMax val="0"/>
          <dgm:chPref val="0"/>
          <dgm:bulletEnabled val="1"/>
        </dgm:presLayoutVars>
      </dgm:prSet>
      <dgm:spPr/>
    </dgm:pt>
    <dgm:pt modelId="{0267786D-40DE-D84E-A944-0B3455AEA612}" type="pres">
      <dgm:prSet presAssocID="{E07882AB-69EA-430A-9CAA-790456DE4DB0}" presName="desTx" presStyleLbl="alignAccFollowNode1" presStyleIdx="1" presStyleCnt="2">
        <dgm:presLayoutVars>
          <dgm:bulletEnabled val="1"/>
        </dgm:presLayoutVars>
      </dgm:prSet>
      <dgm:spPr/>
    </dgm:pt>
  </dgm:ptLst>
  <dgm:cxnLst>
    <dgm:cxn modelId="{CF422449-9AF6-5A45-8666-362971E609DE}" type="presOf" srcId="{B2BDED5D-5A97-46E2-B01A-890EF7FC043D}" destId="{CDE33104-9869-E44B-BE4D-44D2FC10C3C4}" srcOrd="0" destOrd="2" presId="urn:microsoft.com/office/officeart/2005/8/layout/hList1"/>
    <dgm:cxn modelId="{FF01DF4A-0787-7C41-95CC-8F8423E6936C}" type="presOf" srcId="{AFA34DE0-0B99-4393-A978-D2F2D24B9A40}" destId="{3609E304-BC8F-0F4D-B3CB-3FCB7B424B4A}" srcOrd="0" destOrd="0" presId="urn:microsoft.com/office/officeart/2005/8/layout/hList1"/>
    <dgm:cxn modelId="{8C4C8F5A-A2B8-B845-B3CD-F89195A3233C}" type="presOf" srcId="{114FF600-A89A-4651-B76A-68B5B4068659}" destId="{CDE33104-9869-E44B-BE4D-44D2FC10C3C4}" srcOrd="0" destOrd="1" presId="urn:microsoft.com/office/officeart/2005/8/layout/hList1"/>
    <dgm:cxn modelId="{B57A015B-9201-42F5-8814-7B84C4CEFAC3}" srcId="{AFA34DE0-0B99-4393-A978-D2F2D24B9A40}" destId="{B2BDED5D-5A97-46E2-B01A-890EF7FC043D}" srcOrd="2" destOrd="0" parTransId="{40591FE1-9715-480B-B0E5-40B06A2C7F6B}" sibTransId="{E476B495-AA01-4001-A841-991C76718F14}"/>
    <dgm:cxn modelId="{3784B965-4CEC-164D-969F-E23DE36D4A58}" type="presOf" srcId="{2F1FA3A4-B9D0-4628-AC01-B48776A60882}" destId="{CDE33104-9869-E44B-BE4D-44D2FC10C3C4}" srcOrd="0" destOrd="0" presId="urn:microsoft.com/office/officeart/2005/8/layout/hList1"/>
    <dgm:cxn modelId="{F7395B6A-F3FB-834D-8EC9-EE24DEA8B2DE}" type="presOf" srcId="{E07882AB-69EA-430A-9CAA-790456DE4DB0}" destId="{B8A50975-EF7A-4246-9E18-44C6B05A0C55}" srcOrd="0" destOrd="0" presId="urn:microsoft.com/office/officeart/2005/8/layout/hList1"/>
    <dgm:cxn modelId="{1F2A586D-A7A7-3347-8DA9-5C50A900115E}" type="presOf" srcId="{08ACB57D-50E3-4D3B-AF3F-D0CAAFCA0E26}" destId="{0267786D-40DE-D84E-A944-0B3455AEA612}" srcOrd="0" destOrd="0" presId="urn:microsoft.com/office/officeart/2005/8/layout/hList1"/>
    <dgm:cxn modelId="{0E920C8F-B956-4F07-9475-461821FEC870}" srcId="{4F304A20-C170-466A-A362-38DFF3DF022A}" destId="{AFA34DE0-0B99-4393-A978-D2F2D24B9A40}" srcOrd="0" destOrd="0" parTransId="{53C95B07-C1FD-4F33-B8CE-6E9BE6F61F50}" sibTransId="{C8E129D9-EB70-4143-82FA-28999A471031}"/>
    <dgm:cxn modelId="{CAEA82AF-72AC-44CE-B7EE-A426C3CFD53D}" srcId="{AFA34DE0-0B99-4393-A978-D2F2D24B9A40}" destId="{2F1FA3A4-B9D0-4628-AC01-B48776A60882}" srcOrd="0" destOrd="0" parTransId="{16A94AB9-95A6-4543-94DE-93C93CEC1D0E}" sibTransId="{F4F8AB11-F54D-4457-91B0-136B805FCC1E}"/>
    <dgm:cxn modelId="{EEC2E3B2-89B6-694F-A70A-2B6C317D68D0}" type="presOf" srcId="{4F304A20-C170-466A-A362-38DFF3DF022A}" destId="{AB0B9DF1-E4C8-9345-A7CC-243950CC5F26}" srcOrd="0" destOrd="0" presId="urn:microsoft.com/office/officeart/2005/8/layout/hList1"/>
    <dgm:cxn modelId="{34984EBA-AF0E-454E-9C93-21AF7BDDBD54}" srcId="{E07882AB-69EA-430A-9CAA-790456DE4DB0}" destId="{08ACB57D-50E3-4D3B-AF3F-D0CAAFCA0E26}" srcOrd="0" destOrd="0" parTransId="{A36B594E-9C0D-493C-9C0C-47043C05148F}" sibTransId="{B8697BBB-7DC0-4133-AD1C-7479F1D4C7F4}"/>
    <dgm:cxn modelId="{8AD60DDA-A081-452C-80CE-BB57BB4403C5}" srcId="{AFA34DE0-0B99-4393-A978-D2F2D24B9A40}" destId="{114FF600-A89A-4651-B76A-68B5B4068659}" srcOrd="1" destOrd="0" parTransId="{12824A6F-3201-4796-8A48-9C24727C5362}" sibTransId="{6FD4220B-C64D-4797-9068-17048951F3DF}"/>
    <dgm:cxn modelId="{0A938FF5-5655-4477-A136-42A1AF5EB9EA}" srcId="{4F304A20-C170-466A-A362-38DFF3DF022A}" destId="{E07882AB-69EA-430A-9CAA-790456DE4DB0}" srcOrd="1" destOrd="0" parTransId="{3607685E-3757-44EF-987E-03F1D0D80439}" sibTransId="{FDFDA8C3-1920-4C82-B407-08AB2B144A36}"/>
    <dgm:cxn modelId="{61A33621-2DBE-3941-A8DE-C1DBF8A79481}" type="presParOf" srcId="{AB0B9DF1-E4C8-9345-A7CC-243950CC5F26}" destId="{C32ED1B0-C428-FD4A-80D7-D5C62A3B2206}" srcOrd="0" destOrd="0" presId="urn:microsoft.com/office/officeart/2005/8/layout/hList1"/>
    <dgm:cxn modelId="{83D46996-AECB-8749-80FD-34F5EAC21304}" type="presParOf" srcId="{C32ED1B0-C428-FD4A-80D7-D5C62A3B2206}" destId="{3609E304-BC8F-0F4D-B3CB-3FCB7B424B4A}" srcOrd="0" destOrd="0" presId="urn:microsoft.com/office/officeart/2005/8/layout/hList1"/>
    <dgm:cxn modelId="{60CF90D6-4261-4D4C-9EFD-79CB8BA71ACB}" type="presParOf" srcId="{C32ED1B0-C428-FD4A-80D7-D5C62A3B2206}" destId="{CDE33104-9869-E44B-BE4D-44D2FC10C3C4}" srcOrd="1" destOrd="0" presId="urn:microsoft.com/office/officeart/2005/8/layout/hList1"/>
    <dgm:cxn modelId="{1A3EEC62-F548-B849-AA58-BF51EBFD84ED}" type="presParOf" srcId="{AB0B9DF1-E4C8-9345-A7CC-243950CC5F26}" destId="{B07C62BC-09F1-C845-AC62-EDB2EC9E3ED5}" srcOrd="1" destOrd="0" presId="urn:microsoft.com/office/officeart/2005/8/layout/hList1"/>
    <dgm:cxn modelId="{1B037D81-A244-3940-9F21-B4EB71674BF9}" type="presParOf" srcId="{AB0B9DF1-E4C8-9345-A7CC-243950CC5F26}" destId="{B982618C-75EC-A449-9CA3-7CD68D6F85BE}" srcOrd="2" destOrd="0" presId="urn:microsoft.com/office/officeart/2005/8/layout/hList1"/>
    <dgm:cxn modelId="{B0E6DFA9-B67A-B346-B5B1-C720D9727783}" type="presParOf" srcId="{B982618C-75EC-A449-9CA3-7CD68D6F85BE}" destId="{B8A50975-EF7A-4246-9E18-44C6B05A0C55}" srcOrd="0" destOrd="0" presId="urn:microsoft.com/office/officeart/2005/8/layout/hList1"/>
    <dgm:cxn modelId="{73A841FF-EEA9-DB45-AF96-CE962AC5D9C2}" type="presParOf" srcId="{B982618C-75EC-A449-9CA3-7CD68D6F85BE}" destId="{0267786D-40DE-D84E-A944-0B3455AEA612}"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DB2C8C3-3F52-480E-9EE6-C2CB04D597A1}" type="doc">
      <dgm:prSet loTypeId="urn:microsoft.com/office/officeart/2005/8/layout/hList1" loCatId="list" qsTypeId="urn:microsoft.com/office/officeart/2005/8/quickstyle/simple1" qsCatId="simple" csTypeId="urn:microsoft.com/office/officeart/2005/8/colors/colorful2" csCatId="colorful"/>
      <dgm:spPr/>
      <dgm:t>
        <a:bodyPr/>
        <a:lstStyle/>
        <a:p>
          <a:endParaRPr lang="en-US"/>
        </a:p>
      </dgm:t>
    </dgm:pt>
    <dgm:pt modelId="{B9FFF35E-E1D1-4902-8E5D-1F97E680524A}">
      <dgm:prSet/>
      <dgm:spPr/>
      <dgm:t>
        <a:bodyPr/>
        <a:lstStyle/>
        <a:p>
          <a:r>
            <a:rPr lang="en-US"/>
            <a:t>Goal:  </a:t>
          </a:r>
        </a:p>
      </dgm:t>
    </dgm:pt>
    <dgm:pt modelId="{3283DFFA-B78D-4423-AF91-8A4FA0D4E73E}" type="parTrans" cxnId="{BC441CA1-7B0F-4637-A134-9694265017B4}">
      <dgm:prSet/>
      <dgm:spPr/>
      <dgm:t>
        <a:bodyPr/>
        <a:lstStyle/>
        <a:p>
          <a:endParaRPr lang="en-US"/>
        </a:p>
      </dgm:t>
    </dgm:pt>
    <dgm:pt modelId="{C83B73AF-99C3-4DC3-ACA3-EA0305ABC172}" type="sibTrans" cxnId="{BC441CA1-7B0F-4637-A134-9694265017B4}">
      <dgm:prSet/>
      <dgm:spPr/>
      <dgm:t>
        <a:bodyPr/>
        <a:lstStyle/>
        <a:p>
          <a:endParaRPr lang="en-US"/>
        </a:p>
      </dgm:t>
    </dgm:pt>
    <dgm:pt modelId="{6144B4A4-F09A-461C-A69B-2B0CA20A28B3}">
      <dgm:prSet/>
      <dgm:spPr/>
      <dgm:t>
        <a:bodyPr/>
        <a:lstStyle/>
        <a:p>
          <a:r>
            <a:rPr lang="en-US" dirty="0"/>
            <a:t>What are we working towards achieving?	 </a:t>
          </a:r>
        </a:p>
      </dgm:t>
    </dgm:pt>
    <dgm:pt modelId="{681AEE55-C468-4274-94DE-C610A0A1D3ED}" type="parTrans" cxnId="{BCD1297F-3E49-4540-A803-EF75BC83F127}">
      <dgm:prSet/>
      <dgm:spPr/>
      <dgm:t>
        <a:bodyPr/>
        <a:lstStyle/>
        <a:p>
          <a:endParaRPr lang="en-US"/>
        </a:p>
      </dgm:t>
    </dgm:pt>
    <dgm:pt modelId="{CDCF7BF1-C8AA-48FD-8F59-A1E0ED03CD3C}" type="sibTrans" cxnId="{BCD1297F-3E49-4540-A803-EF75BC83F127}">
      <dgm:prSet/>
      <dgm:spPr/>
      <dgm:t>
        <a:bodyPr/>
        <a:lstStyle/>
        <a:p>
          <a:endParaRPr lang="en-US"/>
        </a:p>
      </dgm:t>
    </dgm:pt>
    <dgm:pt modelId="{BC6BD81E-C7D3-4339-A2AD-3C01AEA56385}">
      <dgm:prSet/>
      <dgm:spPr/>
      <dgm:t>
        <a:bodyPr/>
        <a:lstStyle/>
        <a:p>
          <a:r>
            <a:rPr lang="en-US" dirty="0"/>
            <a:t>How will we know when we get there? </a:t>
          </a:r>
        </a:p>
      </dgm:t>
    </dgm:pt>
    <dgm:pt modelId="{BAF7813F-E6E0-4185-92A4-1C96999FDD4F}" type="parTrans" cxnId="{0AFB87B7-9B68-4200-AFD5-915D09CDBB0F}">
      <dgm:prSet/>
      <dgm:spPr/>
      <dgm:t>
        <a:bodyPr/>
        <a:lstStyle/>
        <a:p>
          <a:endParaRPr lang="en-US"/>
        </a:p>
      </dgm:t>
    </dgm:pt>
    <dgm:pt modelId="{DCCCF8A9-BB7B-4269-A651-CD55A16FE08B}" type="sibTrans" cxnId="{0AFB87B7-9B68-4200-AFD5-915D09CDBB0F}">
      <dgm:prSet/>
      <dgm:spPr/>
      <dgm:t>
        <a:bodyPr/>
        <a:lstStyle/>
        <a:p>
          <a:endParaRPr lang="en-US"/>
        </a:p>
      </dgm:t>
    </dgm:pt>
    <dgm:pt modelId="{F4D697C1-A117-4F40-8FBD-15ABB5F3757D}">
      <dgm:prSet/>
      <dgm:spPr/>
      <dgm:t>
        <a:bodyPr/>
        <a:lstStyle/>
        <a:p>
          <a:r>
            <a:rPr lang="en-US" dirty="0"/>
            <a:t>SMART goal (specific, measurable, attainable, realistic, and time-bound)</a:t>
          </a:r>
        </a:p>
      </dgm:t>
    </dgm:pt>
    <dgm:pt modelId="{2758BAA2-E67A-4E41-807A-F56DBC0C2689}" type="parTrans" cxnId="{CC7E43DA-85D7-4C5B-9AEA-6CB2EA69510A}">
      <dgm:prSet/>
      <dgm:spPr/>
      <dgm:t>
        <a:bodyPr/>
        <a:lstStyle/>
        <a:p>
          <a:endParaRPr lang="en-US"/>
        </a:p>
      </dgm:t>
    </dgm:pt>
    <dgm:pt modelId="{E85DE369-51D7-4A5A-99D5-90859CF983BA}" type="sibTrans" cxnId="{CC7E43DA-85D7-4C5B-9AEA-6CB2EA69510A}">
      <dgm:prSet/>
      <dgm:spPr/>
      <dgm:t>
        <a:bodyPr/>
        <a:lstStyle/>
        <a:p>
          <a:endParaRPr lang="en-US"/>
        </a:p>
      </dgm:t>
    </dgm:pt>
    <dgm:pt modelId="{CCDD6354-555D-49FD-AA2E-B19B9E277918}">
      <dgm:prSet/>
      <dgm:spPr/>
      <dgm:t>
        <a:bodyPr/>
        <a:lstStyle/>
        <a:p>
          <a:r>
            <a:rPr lang="en-US"/>
            <a:t>Reality: </a:t>
          </a:r>
        </a:p>
      </dgm:t>
    </dgm:pt>
    <dgm:pt modelId="{A5A39921-EBD7-4A7D-A3BD-ED3BAF10F4EC}" type="parTrans" cxnId="{6D081AE3-AAAF-49AE-8BD4-E70FFDAB528D}">
      <dgm:prSet/>
      <dgm:spPr/>
      <dgm:t>
        <a:bodyPr/>
        <a:lstStyle/>
        <a:p>
          <a:endParaRPr lang="en-US"/>
        </a:p>
      </dgm:t>
    </dgm:pt>
    <dgm:pt modelId="{20AD68C0-8F3A-4FAB-BFB5-CAF27FF30D05}" type="sibTrans" cxnId="{6D081AE3-AAAF-49AE-8BD4-E70FFDAB528D}">
      <dgm:prSet/>
      <dgm:spPr/>
      <dgm:t>
        <a:bodyPr/>
        <a:lstStyle/>
        <a:p>
          <a:endParaRPr lang="en-US"/>
        </a:p>
      </dgm:t>
    </dgm:pt>
    <dgm:pt modelId="{65D4018B-E07B-431C-BE4C-CA95919E0842}">
      <dgm:prSet/>
      <dgm:spPr/>
      <dgm:t>
        <a:bodyPr/>
        <a:lstStyle/>
        <a:p>
          <a:r>
            <a:rPr lang="en-US"/>
            <a:t>What is happening now?  </a:t>
          </a:r>
        </a:p>
      </dgm:t>
    </dgm:pt>
    <dgm:pt modelId="{C3ADD75C-4925-4D96-B54D-F545F3CE301F}" type="parTrans" cxnId="{C5A18DE8-A6F6-4207-9795-B9A160EBA1A5}">
      <dgm:prSet/>
      <dgm:spPr/>
      <dgm:t>
        <a:bodyPr/>
        <a:lstStyle/>
        <a:p>
          <a:endParaRPr lang="en-US"/>
        </a:p>
      </dgm:t>
    </dgm:pt>
    <dgm:pt modelId="{354207A0-4D91-4A58-87A3-547AADF38553}" type="sibTrans" cxnId="{C5A18DE8-A6F6-4207-9795-B9A160EBA1A5}">
      <dgm:prSet/>
      <dgm:spPr/>
      <dgm:t>
        <a:bodyPr/>
        <a:lstStyle/>
        <a:p>
          <a:endParaRPr lang="en-US"/>
        </a:p>
      </dgm:t>
    </dgm:pt>
    <dgm:pt modelId="{AC69981E-2004-43DA-9B63-7F416CD9D208}">
      <dgm:prSet/>
      <dgm:spPr/>
      <dgm:t>
        <a:bodyPr/>
        <a:lstStyle/>
        <a:p>
          <a:r>
            <a:rPr lang="en-US"/>
            <a:t>What is going well?  </a:t>
          </a:r>
        </a:p>
      </dgm:t>
    </dgm:pt>
    <dgm:pt modelId="{0E95ACA3-6842-4BA3-B764-EFDA803C19D7}" type="parTrans" cxnId="{C7609AA5-DF2E-4A65-A846-917000CAA53E}">
      <dgm:prSet/>
      <dgm:spPr/>
      <dgm:t>
        <a:bodyPr/>
        <a:lstStyle/>
        <a:p>
          <a:endParaRPr lang="en-US"/>
        </a:p>
      </dgm:t>
    </dgm:pt>
    <dgm:pt modelId="{EF6D5215-30DD-4AEB-B71E-D74BB3F17329}" type="sibTrans" cxnId="{C7609AA5-DF2E-4A65-A846-917000CAA53E}">
      <dgm:prSet/>
      <dgm:spPr/>
      <dgm:t>
        <a:bodyPr/>
        <a:lstStyle/>
        <a:p>
          <a:endParaRPr lang="en-US"/>
        </a:p>
      </dgm:t>
    </dgm:pt>
    <dgm:pt modelId="{5F680245-6D6D-404E-B3F7-80B73E141AFD}">
      <dgm:prSet/>
      <dgm:spPr/>
      <dgm:t>
        <a:bodyPr/>
        <a:lstStyle/>
        <a:p>
          <a:r>
            <a:rPr lang="en-US" dirty="0"/>
            <a:t>What is challenging or not meeting the goal?</a:t>
          </a:r>
        </a:p>
      </dgm:t>
    </dgm:pt>
    <dgm:pt modelId="{0E736BFE-F9EF-4FC0-98FC-9BD576E0E259}" type="parTrans" cxnId="{83C2EF77-1E4B-47CB-A561-319A2A7AC947}">
      <dgm:prSet/>
      <dgm:spPr/>
      <dgm:t>
        <a:bodyPr/>
        <a:lstStyle/>
        <a:p>
          <a:endParaRPr lang="en-US"/>
        </a:p>
      </dgm:t>
    </dgm:pt>
    <dgm:pt modelId="{9BA57D34-F0FD-4E5C-8DDF-873640C2B8C6}" type="sibTrans" cxnId="{83C2EF77-1E4B-47CB-A561-319A2A7AC947}">
      <dgm:prSet/>
      <dgm:spPr/>
      <dgm:t>
        <a:bodyPr/>
        <a:lstStyle/>
        <a:p>
          <a:endParaRPr lang="en-US"/>
        </a:p>
      </dgm:t>
    </dgm:pt>
    <dgm:pt modelId="{6882084A-C0B9-4056-9995-9349420CA51D}">
      <dgm:prSet/>
      <dgm:spPr/>
      <dgm:t>
        <a:bodyPr/>
        <a:lstStyle/>
        <a:p>
          <a:r>
            <a:rPr lang="en-US"/>
            <a:t>Opportunity: </a:t>
          </a:r>
        </a:p>
      </dgm:t>
    </dgm:pt>
    <dgm:pt modelId="{63E58B69-6404-45A2-B7B2-A69E907D6A20}" type="parTrans" cxnId="{8DDF80DD-CA7F-43FD-8F4D-F4341A64C816}">
      <dgm:prSet/>
      <dgm:spPr/>
      <dgm:t>
        <a:bodyPr/>
        <a:lstStyle/>
        <a:p>
          <a:endParaRPr lang="en-US"/>
        </a:p>
      </dgm:t>
    </dgm:pt>
    <dgm:pt modelId="{D5E6EB50-8EED-4762-823F-2B05B3529C33}" type="sibTrans" cxnId="{8DDF80DD-CA7F-43FD-8F4D-F4341A64C816}">
      <dgm:prSet/>
      <dgm:spPr/>
      <dgm:t>
        <a:bodyPr/>
        <a:lstStyle/>
        <a:p>
          <a:endParaRPr lang="en-US"/>
        </a:p>
      </dgm:t>
    </dgm:pt>
    <dgm:pt modelId="{9B25A6E8-BD5D-4C46-AACF-11AE74050986}">
      <dgm:prSet/>
      <dgm:spPr/>
      <dgm:t>
        <a:bodyPr/>
        <a:lstStyle/>
        <a:p>
          <a:r>
            <a:rPr lang="en-US"/>
            <a:t>Brainstorm Session of Solutions to the challenges or blocks to reaching the goal.  </a:t>
          </a:r>
        </a:p>
      </dgm:t>
    </dgm:pt>
    <dgm:pt modelId="{9D1E82DA-0156-4564-B635-A98D16558E89}" type="parTrans" cxnId="{C6CAE4E5-8A95-4CA4-BBD7-930F28DD2E68}">
      <dgm:prSet/>
      <dgm:spPr/>
      <dgm:t>
        <a:bodyPr/>
        <a:lstStyle/>
        <a:p>
          <a:endParaRPr lang="en-US"/>
        </a:p>
      </dgm:t>
    </dgm:pt>
    <dgm:pt modelId="{E5662757-2BEB-4975-8739-8A6EC99AD98E}" type="sibTrans" cxnId="{C6CAE4E5-8A95-4CA4-BBD7-930F28DD2E68}">
      <dgm:prSet/>
      <dgm:spPr/>
      <dgm:t>
        <a:bodyPr/>
        <a:lstStyle/>
        <a:p>
          <a:endParaRPr lang="en-US"/>
        </a:p>
      </dgm:t>
    </dgm:pt>
    <dgm:pt modelId="{6687B703-233A-4137-9E4F-2F28C6917925}">
      <dgm:prSet/>
      <dgm:spPr/>
      <dgm:t>
        <a:bodyPr/>
        <a:lstStyle/>
        <a:p>
          <a:r>
            <a:rPr lang="en-US"/>
            <a:t>What else could you do?  What is that constraint were removed – would it change things?  </a:t>
          </a:r>
        </a:p>
      </dgm:t>
    </dgm:pt>
    <dgm:pt modelId="{EFDD5204-1550-4D49-A3C0-DB7E3E1C29A5}" type="parTrans" cxnId="{D2956696-7F45-4C1D-9A41-D352F2CD75ED}">
      <dgm:prSet/>
      <dgm:spPr/>
      <dgm:t>
        <a:bodyPr/>
        <a:lstStyle/>
        <a:p>
          <a:endParaRPr lang="en-US"/>
        </a:p>
      </dgm:t>
    </dgm:pt>
    <dgm:pt modelId="{6A144E61-0B43-4300-8127-3D55B6D17C18}" type="sibTrans" cxnId="{D2956696-7F45-4C1D-9A41-D352F2CD75ED}">
      <dgm:prSet/>
      <dgm:spPr/>
      <dgm:t>
        <a:bodyPr/>
        <a:lstStyle/>
        <a:p>
          <a:endParaRPr lang="en-US"/>
        </a:p>
      </dgm:t>
    </dgm:pt>
    <dgm:pt modelId="{28B82835-6F92-4B84-B99A-47D532973F8C}">
      <dgm:prSet/>
      <dgm:spPr/>
      <dgm:t>
        <a:bodyPr/>
        <a:lstStyle/>
        <a:p>
          <a:r>
            <a:rPr lang="en-US"/>
            <a:t>What are the advantages and disadvantages of each option?</a:t>
          </a:r>
        </a:p>
      </dgm:t>
    </dgm:pt>
    <dgm:pt modelId="{A37EF40C-716C-4445-B1C2-DBD30CC625FA}" type="parTrans" cxnId="{EA832AD3-E6DE-4F77-B8BA-313A23E78E98}">
      <dgm:prSet/>
      <dgm:spPr/>
      <dgm:t>
        <a:bodyPr/>
        <a:lstStyle/>
        <a:p>
          <a:endParaRPr lang="en-US"/>
        </a:p>
      </dgm:t>
    </dgm:pt>
    <dgm:pt modelId="{3FDB7A4F-5E68-4990-977B-FAAC4959B2C7}" type="sibTrans" cxnId="{EA832AD3-E6DE-4F77-B8BA-313A23E78E98}">
      <dgm:prSet/>
      <dgm:spPr/>
      <dgm:t>
        <a:bodyPr/>
        <a:lstStyle/>
        <a:p>
          <a:endParaRPr lang="en-US"/>
        </a:p>
      </dgm:t>
    </dgm:pt>
    <dgm:pt modelId="{4436F29F-748C-417A-A888-2AFEDD0ACF69}">
      <dgm:prSet/>
      <dgm:spPr/>
      <dgm:t>
        <a:bodyPr/>
        <a:lstStyle/>
        <a:p>
          <a:r>
            <a:rPr lang="en-US"/>
            <a:t>Way Forward: </a:t>
          </a:r>
        </a:p>
      </dgm:t>
    </dgm:pt>
    <dgm:pt modelId="{A8B2C827-FE9F-41EA-B07B-006CDA007C8D}" type="parTrans" cxnId="{D562113C-6A18-4E62-99BE-FCA26D203607}">
      <dgm:prSet/>
      <dgm:spPr/>
      <dgm:t>
        <a:bodyPr/>
        <a:lstStyle/>
        <a:p>
          <a:endParaRPr lang="en-US"/>
        </a:p>
      </dgm:t>
    </dgm:pt>
    <dgm:pt modelId="{68B1D76C-5C6E-49F9-9AAA-ACAB22C9FBE6}" type="sibTrans" cxnId="{D562113C-6A18-4E62-99BE-FCA26D203607}">
      <dgm:prSet/>
      <dgm:spPr/>
      <dgm:t>
        <a:bodyPr/>
        <a:lstStyle/>
        <a:p>
          <a:endParaRPr lang="en-US"/>
        </a:p>
      </dgm:t>
    </dgm:pt>
    <dgm:pt modelId="{694737B2-3097-4D86-97CC-1306D58B204A}">
      <dgm:prSet/>
      <dgm:spPr/>
      <dgm:t>
        <a:bodyPr/>
        <a:lstStyle/>
        <a:p>
          <a:r>
            <a:rPr lang="en-US"/>
            <a:t>What will you do?  </a:t>
          </a:r>
        </a:p>
      </dgm:t>
    </dgm:pt>
    <dgm:pt modelId="{68ED0655-5202-41B0-9618-0763C20B5A9D}" type="parTrans" cxnId="{FA7C4EE5-797C-4087-BA77-599B9D7BBF64}">
      <dgm:prSet/>
      <dgm:spPr/>
      <dgm:t>
        <a:bodyPr/>
        <a:lstStyle/>
        <a:p>
          <a:endParaRPr lang="en-US"/>
        </a:p>
      </dgm:t>
    </dgm:pt>
    <dgm:pt modelId="{D6FEEB20-0E29-4A49-9C25-E6077B7A0249}" type="sibTrans" cxnId="{FA7C4EE5-797C-4087-BA77-599B9D7BBF64}">
      <dgm:prSet/>
      <dgm:spPr/>
      <dgm:t>
        <a:bodyPr/>
        <a:lstStyle/>
        <a:p>
          <a:endParaRPr lang="en-US"/>
        </a:p>
      </dgm:t>
    </dgm:pt>
    <dgm:pt modelId="{B44BB8EB-C76D-492C-808C-2200404F1CAC}">
      <dgm:prSet/>
      <dgm:spPr/>
      <dgm:t>
        <a:bodyPr/>
        <a:lstStyle/>
        <a:p>
          <a:r>
            <a:rPr lang="en-US"/>
            <a:t>What is the plan or the commitment?  </a:t>
          </a:r>
        </a:p>
      </dgm:t>
    </dgm:pt>
    <dgm:pt modelId="{5630F9C2-4CA0-4132-8876-AFB0938942B8}" type="parTrans" cxnId="{1C5EA05E-2BD3-41B8-9BC8-B4FFA643AF40}">
      <dgm:prSet/>
      <dgm:spPr/>
      <dgm:t>
        <a:bodyPr/>
        <a:lstStyle/>
        <a:p>
          <a:endParaRPr lang="en-US"/>
        </a:p>
      </dgm:t>
    </dgm:pt>
    <dgm:pt modelId="{63E7A1D0-41DC-43AD-8B1E-D0EFF6764708}" type="sibTrans" cxnId="{1C5EA05E-2BD3-41B8-9BC8-B4FFA643AF40}">
      <dgm:prSet/>
      <dgm:spPr/>
      <dgm:t>
        <a:bodyPr/>
        <a:lstStyle/>
        <a:p>
          <a:endParaRPr lang="en-US"/>
        </a:p>
      </dgm:t>
    </dgm:pt>
    <dgm:pt modelId="{22B9F2BA-1119-4161-9A12-898EF0273B9D}">
      <dgm:prSet/>
      <dgm:spPr/>
      <dgm:t>
        <a:bodyPr/>
        <a:lstStyle/>
        <a:p>
          <a:r>
            <a:rPr lang="en-US"/>
            <a:t>How will you stay accountable?  </a:t>
          </a:r>
        </a:p>
      </dgm:t>
    </dgm:pt>
    <dgm:pt modelId="{92A452B8-0724-4ED8-9142-3AE1A6677F8B}" type="parTrans" cxnId="{8B67CF72-2546-4038-99DF-408F2F2D30C3}">
      <dgm:prSet/>
      <dgm:spPr/>
      <dgm:t>
        <a:bodyPr/>
        <a:lstStyle/>
        <a:p>
          <a:endParaRPr lang="en-US"/>
        </a:p>
      </dgm:t>
    </dgm:pt>
    <dgm:pt modelId="{7985E292-603B-4122-9FCC-8819D3C2C39F}" type="sibTrans" cxnId="{8B67CF72-2546-4038-99DF-408F2F2D30C3}">
      <dgm:prSet/>
      <dgm:spPr/>
      <dgm:t>
        <a:bodyPr/>
        <a:lstStyle/>
        <a:p>
          <a:endParaRPr lang="en-US"/>
        </a:p>
      </dgm:t>
    </dgm:pt>
    <dgm:pt modelId="{49DF2914-E195-4BD7-9A9E-5A9BACB2452D}">
      <dgm:prSet/>
      <dgm:spPr/>
      <dgm:t>
        <a:bodyPr/>
        <a:lstStyle/>
        <a:p>
          <a:r>
            <a:rPr lang="en-US"/>
            <a:t>When will you touch base again?</a:t>
          </a:r>
        </a:p>
      </dgm:t>
    </dgm:pt>
    <dgm:pt modelId="{CDB136AC-9CB9-4085-958D-C3CA32CB4F94}" type="parTrans" cxnId="{436BEB7A-87C5-4BB7-8D7B-3EA4135A0E57}">
      <dgm:prSet/>
      <dgm:spPr/>
      <dgm:t>
        <a:bodyPr/>
        <a:lstStyle/>
        <a:p>
          <a:endParaRPr lang="en-US"/>
        </a:p>
      </dgm:t>
    </dgm:pt>
    <dgm:pt modelId="{2B1FC2F9-EAC8-4159-A3C1-FF0FCF3EB6B1}" type="sibTrans" cxnId="{436BEB7A-87C5-4BB7-8D7B-3EA4135A0E57}">
      <dgm:prSet/>
      <dgm:spPr/>
      <dgm:t>
        <a:bodyPr/>
        <a:lstStyle/>
        <a:p>
          <a:endParaRPr lang="en-US"/>
        </a:p>
      </dgm:t>
    </dgm:pt>
    <dgm:pt modelId="{31613FC4-3F60-DE45-96C0-690061DCA187}" type="pres">
      <dgm:prSet presAssocID="{FDB2C8C3-3F52-480E-9EE6-C2CB04D597A1}" presName="Name0" presStyleCnt="0">
        <dgm:presLayoutVars>
          <dgm:dir/>
          <dgm:animLvl val="lvl"/>
          <dgm:resizeHandles val="exact"/>
        </dgm:presLayoutVars>
      </dgm:prSet>
      <dgm:spPr/>
    </dgm:pt>
    <dgm:pt modelId="{FCCDCA2E-7E04-3741-BD99-0121EC7A76C8}" type="pres">
      <dgm:prSet presAssocID="{B9FFF35E-E1D1-4902-8E5D-1F97E680524A}" presName="composite" presStyleCnt="0"/>
      <dgm:spPr/>
    </dgm:pt>
    <dgm:pt modelId="{25314540-D4B5-B540-8354-0D4A85B42868}" type="pres">
      <dgm:prSet presAssocID="{B9FFF35E-E1D1-4902-8E5D-1F97E680524A}" presName="parTx" presStyleLbl="alignNode1" presStyleIdx="0" presStyleCnt="4">
        <dgm:presLayoutVars>
          <dgm:chMax val="0"/>
          <dgm:chPref val="0"/>
          <dgm:bulletEnabled val="1"/>
        </dgm:presLayoutVars>
      </dgm:prSet>
      <dgm:spPr/>
    </dgm:pt>
    <dgm:pt modelId="{9EFBAA1F-E66F-A94F-BFA7-E20FE3041BF1}" type="pres">
      <dgm:prSet presAssocID="{B9FFF35E-E1D1-4902-8E5D-1F97E680524A}" presName="desTx" presStyleLbl="alignAccFollowNode1" presStyleIdx="0" presStyleCnt="4">
        <dgm:presLayoutVars>
          <dgm:bulletEnabled val="1"/>
        </dgm:presLayoutVars>
      </dgm:prSet>
      <dgm:spPr/>
    </dgm:pt>
    <dgm:pt modelId="{C4264A2B-7713-394F-A197-E6CC759EB6AA}" type="pres">
      <dgm:prSet presAssocID="{C83B73AF-99C3-4DC3-ACA3-EA0305ABC172}" presName="space" presStyleCnt="0"/>
      <dgm:spPr/>
    </dgm:pt>
    <dgm:pt modelId="{75525A50-34AA-B545-98DE-0DBF4B99647D}" type="pres">
      <dgm:prSet presAssocID="{CCDD6354-555D-49FD-AA2E-B19B9E277918}" presName="composite" presStyleCnt="0"/>
      <dgm:spPr/>
    </dgm:pt>
    <dgm:pt modelId="{F4083701-811D-0041-9E8D-44746D55FEDB}" type="pres">
      <dgm:prSet presAssocID="{CCDD6354-555D-49FD-AA2E-B19B9E277918}" presName="parTx" presStyleLbl="alignNode1" presStyleIdx="1" presStyleCnt="4">
        <dgm:presLayoutVars>
          <dgm:chMax val="0"/>
          <dgm:chPref val="0"/>
          <dgm:bulletEnabled val="1"/>
        </dgm:presLayoutVars>
      </dgm:prSet>
      <dgm:spPr/>
    </dgm:pt>
    <dgm:pt modelId="{4074E059-D7AA-1B4F-9AF6-7ECE8926217C}" type="pres">
      <dgm:prSet presAssocID="{CCDD6354-555D-49FD-AA2E-B19B9E277918}" presName="desTx" presStyleLbl="alignAccFollowNode1" presStyleIdx="1" presStyleCnt="4">
        <dgm:presLayoutVars>
          <dgm:bulletEnabled val="1"/>
        </dgm:presLayoutVars>
      </dgm:prSet>
      <dgm:spPr/>
    </dgm:pt>
    <dgm:pt modelId="{CFEF4837-573B-1F4E-9A3C-77580111291A}" type="pres">
      <dgm:prSet presAssocID="{20AD68C0-8F3A-4FAB-BFB5-CAF27FF30D05}" presName="space" presStyleCnt="0"/>
      <dgm:spPr/>
    </dgm:pt>
    <dgm:pt modelId="{E1690B76-2E2D-2447-A8A5-A244B1AB909D}" type="pres">
      <dgm:prSet presAssocID="{6882084A-C0B9-4056-9995-9349420CA51D}" presName="composite" presStyleCnt="0"/>
      <dgm:spPr/>
    </dgm:pt>
    <dgm:pt modelId="{94C5492D-7EFE-1D43-9893-D291AD0B413A}" type="pres">
      <dgm:prSet presAssocID="{6882084A-C0B9-4056-9995-9349420CA51D}" presName="parTx" presStyleLbl="alignNode1" presStyleIdx="2" presStyleCnt="4">
        <dgm:presLayoutVars>
          <dgm:chMax val="0"/>
          <dgm:chPref val="0"/>
          <dgm:bulletEnabled val="1"/>
        </dgm:presLayoutVars>
      </dgm:prSet>
      <dgm:spPr/>
    </dgm:pt>
    <dgm:pt modelId="{CEC8B0F2-ABFB-3748-BF2A-9A94622A10C9}" type="pres">
      <dgm:prSet presAssocID="{6882084A-C0B9-4056-9995-9349420CA51D}" presName="desTx" presStyleLbl="alignAccFollowNode1" presStyleIdx="2" presStyleCnt="4">
        <dgm:presLayoutVars>
          <dgm:bulletEnabled val="1"/>
        </dgm:presLayoutVars>
      </dgm:prSet>
      <dgm:spPr/>
    </dgm:pt>
    <dgm:pt modelId="{1F7E2670-94E8-634F-9FA0-8914D278CDA8}" type="pres">
      <dgm:prSet presAssocID="{D5E6EB50-8EED-4762-823F-2B05B3529C33}" presName="space" presStyleCnt="0"/>
      <dgm:spPr/>
    </dgm:pt>
    <dgm:pt modelId="{A02FDC3B-406C-3B49-933D-FCAD95D8CE95}" type="pres">
      <dgm:prSet presAssocID="{4436F29F-748C-417A-A888-2AFEDD0ACF69}" presName="composite" presStyleCnt="0"/>
      <dgm:spPr/>
    </dgm:pt>
    <dgm:pt modelId="{167A1E6D-4F6F-8B46-A875-C3D80857C392}" type="pres">
      <dgm:prSet presAssocID="{4436F29F-748C-417A-A888-2AFEDD0ACF69}" presName="parTx" presStyleLbl="alignNode1" presStyleIdx="3" presStyleCnt="4">
        <dgm:presLayoutVars>
          <dgm:chMax val="0"/>
          <dgm:chPref val="0"/>
          <dgm:bulletEnabled val="1"/>
        </dgm:presLayoutVars>
      </dgm:prSet>
      <dgm:spPr/>
    </dgm:pt>
    <dgm:pt modelId="{6D05984C-4A1B-E84E-84DF-3EA72A068B44}" type="pres">
      <dgm:prSet presAssocID="{4436F29F-748C-417A-A888-2AFEDD0ACF69}" presName="desTx" presStyleLbl="alignAccFollowNode1" presStyleIdx="3" presStyleCnt="4">
        <dgm:presLayoutVars>
          <dgm:bulletEnabled val="1"/>
        </dgm:presLayoutVars>
      </dgm:prSet>
      <dgm:spPr/>
    </dgm:pt>
  </dgm:ptLst>
  <dgm:cxnLst>
    <dgm:cxn modelId="{1AF8540B-4C73-FA4B-BEC9-E3B116C33E13}" type="presOf" srcId="{694737B2-3097-4D86-97CC-1306D58B204A}" destId="{6D05984C-4A1B-E84E-84DF-3EA72A068B44}" srcOrd="0" destOrd="0" presId="urn:microsoft.com/office/officeart/2005/8/layout/hList1"/>
    <dgm:cxn modelId="{F2A0F518-2649-3442-B101-2B4191C38BB9}" type="presOf" srcId="{5F680245-6D6D-404E-B3F7-80B73E141AFD}" destId="{4074E059-D7AA-1B4F-9AF6-7ECE8926217C}" srcOrd="0" destOrd="2" presId="urn:microsoft.com/office/officeart/2005/8/layout/hList1"/>
    <dgm:cxn modelId="{D562113C-6A18-4E62-99BE-FCA26D203607}" srcId="{FDB2C8C3-3F52-480E-9EE6-C2CB04D597A1}" destId="{4436F29F-748C-417A-A888-2AFEDD0ACF69}" srcOrd="3" destOrd="0" parTransId="{A8B2C827-FE9F-41EA-B07B-006CDA007C8D}" sibTransId="{68B1D76C-5C6E-49F9-9AAA-ACAB22C9FBE6}"/>
    <dgm:cxn modelId="{7F9C5644-9E1E-A14D-8247-B17B592EFD32}" type="presOf" srcId="{65D4018B-E07B-431C-BE4C-CA95919E0842}" destId="{4074E059-D7AA-1B4F-9AF6-7ECE8926217C}" srcOrd="0" destOrd="0" presId="urn:microsoft.com/office/officeart/2005/8/layout/hList1"/>
    <dgm:cxn modelId="{7F877552-0041-D641-A42F-8157FB36A860}" type="presOf" srcId="{6144B4A4-F09A-461C-A69B-2B0CA20A28B3}" destId="{9EFBAA1F-E66F-A94F-BFA7-E20FE3041BF1}" srcOrd="0" destOrd="0" presId="urn:microsoft.com/office/officeart/2005/8/layout/hList1"/>
    <dgm:cxn modelId="{1C5EA05E-2BD3-41B8-9BC8-B4FFA643AF40}" srcId="{4436F29F-748C-417A-A888-2AFEDD0ACF69}" destId="{B44BB8EB-C76D-492C-808C-2200404F1CAC}" srcOrd="1" destOrd="0" parTransId="{5630F9C2-4CA0-4132-8876-AFB0938942B8}" sibTransId="{63E7A1D0-41DC-43AD-8B1E-D0EFF6764708}"/>
    <dgm:cxn modelId="{6986C267-6B10-8C49-BFCB-47A3FD1D3FF0}" type="presOf" srcId="{FDB2C8C3-3F52-480E-9EE6-C2CB04D597A1}" destId="{31613FC4-3F60-DE45-96C0-690061DCA187}" srcOrd="0" destOrd="0" presId="urn:microsoft.com/office/officeart/2005/8/layout/hList1"/>
    <dgm:cxn modelId="{8B67CF72-2546-4038-99DF-408F2F2D30C3}" srcId="{4436F29F-748C-417A-A888-2AFEDD0ACF69}" destId="{22B9F2BA-1119-4161-9A12-898EF0273B9D}" srcOrd="2" destOrd="0" parTransId="{92A452B8-0724-4ED8-9142-3AE1A6677F8B}" sibTransId="{7985E292-603B-4122-9FCC-8819D3C2C39F}"/>
    <dgm:cxn modelId="{515EBB73-22DE-D34F-833D-3244DF319292}" type="presOf" srcId="{B44BB8EB-C76D-492C-808C-2200404F1CAC}" destId="{6D05984C-4A1B-E84E-84DF-3EA72A068B44}" srcOrd="0" destOrd="1" presId="urn:microsoft.com/office/officeart/2005/8/layout/hList1"/>
    <dgm:cxn modelId="{EED4EC76-9288-6945-9819-59FCC75B26E0}" type="presOf" srcId="{22B9F2BA-1119-4161-9A12-898EF0273B9D}" destId="{6D05984C-4A1B-E84E-84DF-3EA72A068B44}" srcOrd="0" destOrd="2" presId="urn:microsoft.com/office/officeart/2005/8/layout/hList1"/>
    <dgm:cxn modelId="{83C2EF77-1E4B-47CB-A561-319A2A7AC947}" srcId="{CCDD6354-555D-49FD-AA2E-B19B9E277918}" destId="{5F680245-6D6D-404E-B3F7-80B73E141AFD}" srcOrd="2" destOrd="0" parTransId="{0E736BFE-F9EF-4FC0-98FC-9BD576E0E259}" sibTransId="{9BA57D34-F0FD-4E5C-8DDF-873640C2B8C6}"/>
    <dgm:cxn modelId="{436BEB7A-87C5-4BB7-8D7B-3EA4135A0E57}" srcId="{4436F29F-748C-417A-A888-2AFEDD0ACF69}" destId="{49DF2914-E195-4BD7-9A9E-5A9BACB2452D}" srcOrd="3" destOrd="0" parTransId="{CDB136AC-9CB9-4085-958D-C3CA32CB4F94}" sibTransId="{2B1FC2F9-EAC8-4159-A3C1-FF0FCF3EB6B1}"/>
    <dgm:cxn modelId="{BCD1297F-3E49-4540-A803-EF75BC83F127}" srcId="{B9FFF35E-E1D1-4902-8E5D-1F97E680524A}" destId="{6144B4A4-F09A-461C-A69B-2B0CA20A28B3}" srcOrd="0" destOrd="0" parTransId="{681AEE55-C468-4274-94DE-C610A0A1D3ED}" sibTransId="{CDCF7BF1-C8AA-48FD-8F59-A1E0ED03CD3C}"/>
    <dgm:cxn modelId="{395C2282-431F-6A44-AACD-7A3DAB0D38EA}" type="presOf" srcId="{F4D697C1-A117-4F40-8FBD-15ABB5F3757D}" destId="{9EFBAA1F-E66F-A94F-BFA7-E20FE3041BF1}" srcOrd="0" destOrd="2" presId="urn:microsoft.com/office/officeart/2005/8/layout/hList1"/>
    <dgm:cxn modelId="{D2956696-7F45-4C1D-9A41-D352F2CD75ED}" srcId="{6882084A-C0B9-4056-9995-9349420CA51D}" destId="{6687B703-233A-4137-9E4F-2F28C6917925}" srcOrd="1" destOrd="0" parTransId="{EFDD5204-1550-4D49-A3C0-DB7E3E1C29A5}" sibTransId="{6A144E61-0B43-4300-8127-3D55B6D17C18}"/>
    <dgm:cxn modelId="{BC441CA1-7B0F-4637-A134-9694265017B4}" srcId="{FDB2C8C3-3F52-480E-9EE6-C2CB04D597A1}" destId="{B9FFF35E-E1D1-4902-8E5D-1F97E680524A}" srcOrd="0" destOrd="0" parTransId="{3283DFFA-B78D-4423-AF91-8A4FA0D4E73E}" sibTransId="{C83B73AF-99C3-4DC3-ACA3-EA0305ABC172}"/>
    <dgm:cxn modelId="{C7609AA5-DF2E-4A65-A846-917000CAA53E}" srcId="{CCDD6354-555D-49FD-AA2E-B19B9E277918}" destId="{AC69981E-2004-43DA-9B63-7F416CD9D208}" srcOrd="1" destOrd="0" parTransId="{0E95ACA3-6842-4BA3-B764-EFDA803C19D7}" sibTransId="{EF6D5215-30DD-4AEB-B71E-D74BB3F17329}"/>
    <dgm:cxn modelId="{0AFB87B7-9B68-4200-AFD5-915D09CDBB0F}" srcId="{B9FFF35E-E1D1-4902-8E5D-1F97E680524A}" destId="{BC6BD81E-C7D3-4339-A2AD-3C01AEA56385}" srcOrd="1" destOrd="0" parTransId="{BAF7813F-E6E0-4185-92A4-1C96999FDD4F}" sibTransId="{DCCCF8A9-BB7B-4269-A651-CD55A16FE08B}"/>
    <dgm:cxn modelId="{6DB105BB-9692-AB4F-A204-BA6DFEE1F523}" type="presOf" srcId="{49DF2914-E195-4BD7-9A9E-5A9BACB2452D}" destId="{6D05984C-4A1B-E84E-84DF-3EA72A068B44}" srcOrd="0" destOrd="3" presId="urn:microsoft.com/office/officeart/2005/8/layout/hList1"/>
    <dgm:cxn modelId="{E545F7CE-1DBB-C044-A84B-A2FB009562B1}" type="presOf" srcId="{BC6BD81E-C7D3-4339-A2AD-3C01AEA56385}" destId="{9EFBAA1F-E66F-A94F-BFA7-E20FE3041BF1}" srcOrd="0" destOrd="1" presId="urn:microsoft.com/office/officeart/2005/8/layout/hList1"/>
    <dgm:cxn modelId="{EA832AD3-E6DE-4F77-B8BA-313A23E78E98}" srcId="{6882084A-C0B9-4056-9995-9349420CA51D}" destId="{28B82835-6F92-4B84-B99A-47D532973F8C}" srcOrd="2" destOrd="0" parTransId="{A37EF40C-716C-4445-B1C2-DBD30CC625FA}" sibTransId="{3FDB7A4F-5E68-4990-977B-FAAC4959B2C7}"/>
    <dgm:cxn modelId="{C118B2D6-76E7-BB4A-AA75-E89339541640}" type="presOf" srcId="{4436F29F-748C-417A-A888-2AFEDD0ACF69}" destId="{167A1E6D-4F6F-8B46-A875-C3D80857C392}" srcOrd="0" destOrd="0" presId="urn:microsoft.com/office/officeart/2005/8/layout/hList1"/>
    <dgm:cxn modelId="{CC7E43DA-85D7-4C5B-9AEA-6CB2EA69510A}" srcId="{B9FFF35E-E1D1-4902-8E5D-1F97E680524A}" destId="{F4D697C1-A117-4F40-8FBD-15ABB5F3757D}" srcOrd="2" destOrd="0" parTransId="{2758BAA2-E67A-4E41-807A-F56DBC0C2689}" sibTransId="{E85DE369-51D7-4A5A-99D5-90859CF983BA}"/>
    <dgm:cxn modelId="{90CEF7DA-0676-0248-9420-B66F253AAB7F}" type="presOf" srcId="{9B25A6E8-BD5D-4C46-AACF-11AE74050986}" destId="{CEC8B0F2-ABFB-3748-BF2A-9A94622A10C9}" srcOrd="0" destOrd="0" presId="urn:microsoft.com/office/officeart/2005/8/layout/hList1"/>
    <dgm:cxn modelId="{8DDF80DD-CA7F-43FD-8F4D-F4341A64C816}" srcId="{FDB2C8C3-3F52-480E-9EE6-C2CB04D597A1}" destId="{6882084A-C0B9-4056-9995-9349420CA51D}" srcOrd="2" destOrd="0" parTransId="{63E58B69-6404-45A2-B7B2-A69E907D6A20}" sibTransId="{D5E6EB50-8EED-4762-823F-2B05B3529C33}"/>
    <dgm:cxn modelId="{2B1821DF-C52B-EE42-A21D-9A4A7555AE5A}" type="presOf" srcId="{28B82835-6F92-4B84-B99A-47D532973F8C}" destId="{CEC8B0F2-ABFB-3748-BF2A-9A94622A10C9}" srcOrd="0" destOrd="2" presId="urn:microsoft.com/office/officeart/2005/8/layout/hList1"/>
    <dgm:cxn modelId="{A93A83E0-46C0-6E48-BBF4-32F7AD787391}" type="presOf" srcId="{CCDD6354-555D-49FD-AA2E-B19B9E277918}" destId="{F4083701-811D-0041-9E8D-44746D55FEDB}" srcOrd="0" destOrd="0" presId="urn:microsoft.com/office/officeart/2005/8/layout/hList1"/>
    <dgm:cxn modelId="{6D081AE3-AAAF-49AE-8BD4-E70FFDAB528D}" srcId="{FDB2C8C3-3F52-480E-9EE6-C2CB04D597A1}" destId="{CCDD6354-555D-49FD-AA2E-B19B9E277918}" srcOrd="1" destOrd="0" parTransId="{A5A39921-EBD7-4A7D-A3BD-ED3BAF10F4EC}" sibTransId="{20AD68C0-8F3A-4FAB-BFB5-CAF27FF30D05}"/>
    <dgm:cxn modelId="{FA7C4EE5-797C-4087-BA77-599B9D7BBF64}" srcId="{4436F29F-748C-417A-A888-2AFEDD0ACF69}" destId="{694737B2-3097-4D86-97CC-1306D58B204A}" srcOrd="0" destOrd="0" parTransId="{68ED0655-5202-41B0-9618-0763C20B5A9D}" sibTransId="{D6FEEB20-0E29-4A49-9C25-E6077B7A0249}"/>
    <dgm:cxn modelId="{C6CAE4E5-8A95-4CA4-BBD7-930F28DD2E68}" srcId="{6882084A-C0B9-4056-9995-9349420CA51D}" destId="{9B25A6E8-BD5D-4C46-AACF-11AE74050986}" srcOrd="0" destOrd="0" parTransId="{9D1E82DA-0156-4564-B635-A98D16558E89}" sibTransId="{E5662757-2BEB-4975-8739-8A6EC99AD98E}"/>
    <dgm:cxn modelId="{B9AF13E8-9EE5-314A-9D79-B73C7B6621A4}" type="presOf" srcId="{6687B703-233A-4137-9E4F-2F28C6917925}" destId="{CEC8B0F2-ABFB-3748-BF2A-9A94622A10C9}" srcOrd="0" destOrd="1" presId="urn:microsoft.com/office/officeart/2005/8/layout/hList1"/>
    <dgm:cxn modelId="{FE4472E8-68AA-824D-80EF-0024CD50E63B}" type="presOf" srcId="{6882084A-C0B9-4056-9995-9349420CA51D}" destId="{94C5492D-7EFE-1D43-9893-D291AD0B413A}" srcOrd="0" destOrd="0" presId="urn:microsoft.com/office/officeart/2005/8/layout/hList1"/>
    <dgm:cxn modelId="{C5A18DE8-A6F6-4207-9795-B9A160EBA1A5}" srcId="{CCDD6354-555D-49FD-AA2E-B19B9E277918}" destId="{65D4018B-E07B-431C-BE4C-CA95919E0842}" srcOrd="0" destOrd="0" parTransId="{C3ADD75C-4925-4D96-B54D-F545F3CE301F}" sibTransId="{354207A0-4D91-4A58-87A3-547AADF38553}"/>
    <dgm:cxn modelId="{F1F964E9-70B8-A04D-BB72-B9A0F8DB6B50}" type="presOf" srcId="{AC69981E-2004-43DA-9B63-7F416CD9D208}" destId="{4074E059-D7AA-1B4F-9AF6-7ECE8926217C}" srcOrd="0" destOrd="1" presId="urn:microsoft.com/office/officeart/2005/8/layout/hList1"/>
    <dgm:cxn modelId="{B20E9DEB-C026-DC45-8CE1-01ABBE0D90AE}" type="presOf" srcId="{B9FFF35E-E1D1-4902-8E5D-1F97E680524A}" destId="{25314540-D4B5-B540-8354-0D4A85B42868}" srcOrd="0" destOrd="0" presId="urn:microsoft.com/office/officeart/2005/8/layout/hList1"/>
    <dgm:cxn modelId="{3E4E13E3-2B7B-E848-AC44-D2B36A8C956D}" type="presParOf" srcId="{31613FC4-3F60-DE45-96C0-690061DCA187}" destId="{FCCDCA2E-7E04-3741-BD99-0121EC7A76C8}" srcOrd="0" destOrd="0" presId="urn:microsoft.com/office/officeart/2005/8/layout/hList1"/>
    <dgm:cxn modelId="{E09C701D-7DCA-B14A-ABCA-5847241ED74C}" type="presParOf" srcId="{FCCDCA2E-7E04-3741-BD99-0121EC7A76C8}" destId="{25314540-D4B5-B540-8354-0D4A85B42868}" srcOrd="0" destOrd="0" presId="urn:microsoft.com/office/officeart/2005/8/layout/hList1"/>
    <dgm:cxn modelId="{499299EF-6C95-4845-BCEA-880D1F5C1E43}" type="presParOf" srcId="{FCCDCA2E-7E04-3741-BD99-0121EC7A76C8}" destId="{9EFBAA1F-E66F-A94F-BFA7-E20FE3041BF1}" srcOrd="1" destOrd="0" presId="urn:microsoft.com/office/officeart/2005/8/layout/hList1"/>
    <dgm:cxn modelId="{4A1B4E78-E229-D24B-B519-098B21E3FDB2}" type="presParOf" srcId="{31613FC4-3F60-DE45-96C0-690061DCA187}" destId="{C4264A2B-7713-394F-A197-E6CC759EB6AA}" srcOrd="1" destOrd="0" presId="urn:microsoft.com/office/officeart/2005/8/layout/hList1"/>
    <dgm:cxn modelId="{F04AC0A9-EFB4-1841-BBA0-EFA60D5EF081}" type="presParOf" srcId="{31613FC4-3F60-DE45-96C0-690061DCA187}" destId="{75525A50-34AA-B545-98DE-0DBF4B99647D}" srcOrd="2" destOrd="0" presId="urn:microsoft.com/office/officeart/2005/8/layout/hList1"/>
    <dgm:cxn modelId="{E7E2C6F0-8369-1D42-9294-9A11C664B42D}" type="presParOf" srcId="{75525A50-34AA-B545-98DE-0DBF4B99647D}" destId="{F4083701-811D-0041-9E8D-44746D55FEDB}" srcOrd="0" destOrd="0" presId="urn:microsoft.com/office/officeart/2005/8/layout/hList1"/>
    <dgm:cxn modelId="{C708A29B-D8D7-044B-B872-FD34090FCFD1}" type="presParOf" srcId="{75525A50-34AA-B545-98DE-0DBF4B99647D}" destId="{4074E059-D7AA-1B4F-9AF6-7ECE8926217C}" srcOrd="1" destOrd="0" presId="urn:microsoft.com/office/officeart/2005/8/layout/hList1"/>
    <dgm:cxn modelId="{7875F07C-0652-A14B-8306-30E7DEC2D033}" type="presParOf" srcId="{31613FC4-3F60-DE45-96C0-690061DCA187}" destId="{CFEF4837-573B-1F4E-9A3C-77580111291A}" srcOrd="3" destOrd="0" presId="urn:microsoft.com/office/officeart/2005/8/layout/hList1"/>
    <dgm:cxn modelId="{3F25EDCD-FC08-7D44-BCD1-E542A101D258}" type="presParOf" srcId="{31613FC4-3F60-DE45-96C0-690061DCA187}" destId="{E1690B76-2E2D-2447-A8A5-A244B1AB909D}" srcOrd="4" destOrd="0" presId="urn:microsoft.com/office/officeart/2005/8/layout/hList1"/>
    <dgm:cxn modelId="{C3720A4A-ABE0-B945-9831-9CAAC7B8185C}" type="presParOf" srcId="{E1690B76-2E2D-2447-A8A5-A244B1AB909D}" destId="{94C5492D-7EFE-1D43-9893-D291AD0B413A}" srcOrd="0" destOrd="0" presId="urn:microsoft.com/office/officeart/2005/8/layout/hList1"/>
    <dgm:cxn modelId="{B5E8DFB8-9AFA-5C42-A68E-E7FDA4ED2D13}" type="presParOf" srcId="{E1690B76-2E2D-2447-A8A5-A244B1AB909D}" destId="{CEC8B0F2-ABFB-3748-BF2A-9A94622A10C9}" srcOrd="1" destOrd="0" presId="urn:microsoft.com/office/officeart/2005/8/layout/hList1"/>
    <dgm:cxn modelId="{DC7540FE-513D-ED4C-82A9-57EB1E2E3367}" type="presParOf" srcId="{31613FC4-3F60-DE45-96C0-690061DCA187}" destId="{1F7E2670-94E8-634F-9FA0-8914D278CDA8}" srcOrd="5" destOrd="0" presId="urn:microsoft.com/office/officeart/2005/8/layout/hList1"/>
    <dgm:cxn modelId="{6EF2DDA1-5D79-284E-B2CE-868006D591E0}" type="presParOf" srcId="{31613FC4-3F60-DE45-96C0-690061DCA187}" destId="{A02FDC3B-406C-3B49-933D-FCAD95D8CE95}" srcOrd="6" destOrd="0" presId="urn:microsoft.com/office/officeart/2005/8/layout/hList1"/>
    <dgm:cxn modelId="{11E50531-0475-B044-952A-70FE06BFDF0B}" type="presParOf" srcId="{A02FDC3B-406C-3B49-933D-FCAD95D8CE95}" destId="{167A1E6D-4F6F-8B46-A875-C3D80857C392}" srcOrd="0" destOrd="0" presId="urn:microsoft.com/office/officeart/2005/8/layout/hList1"/>
    <dgm:cxn modelId="{46DB5FB7-56F3-9A43-80C0-983A33AA089C}" type="presParOf" srcId="{A02FDC3B-406C-3B49-933D-FCAD95D8CE95}" destId="{6D05984C-4A1B-E84E-84DF-3EA72A068B4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B7AFDF3-9355-447E-8523-4DAAB197A14E}" type="doc">
      <dgm:prSet loTypeId="urn:microsoft.com/office/officeart/2016/7/layout/ChevronBlockProcess" loCatId="process" qsTypeId="urn:microsoft.com/office/officeart/2005/8/quickstyle/simple1" qsCatId="simple" csTypeId="urn:microsoft.com/office/officeart/2005/8/colors/colorful1" csCatId="colorful" phldr="1"/>
      <dgm:spPr/>
      <dgm:t>
        <a:bodyPr/>
        <a:lstStyle/>
        <a:p>
          <a:endParaRPr lang="en-US"/>
        </a:p>
      </dgm:t>
    </dgm:pt>
    <dgm:pt modelId="{29868A8D-9075-4278-A5B9-9E0B5480A6B0}">
      <dgm:prSet/>
      <dgm:spPr/>
      <dgm:t>
        <a:bodyPr/>
        <a:lstStyle/>
        <a:p>
          <a:r>
            <a:rPr lang="en-US" dirty="0"/>
            <a:t>Role</a:t>
          </a:r>
        </a:p>
      </dgm:t>
    </dgm:pt>
    <dgm:pt modelId="{3A4757FE-031B-4CBF-ADF3-9687AFDCAD71}" type="parTrans" cxnId="{99200C6E-2C6D-4699-AF07-0BCB2F41BBAA}">
      <dgm:prSet/>
      <dgm:spPr/>
      <dgm:t>
        <a:bodyPr/>
        <a:lstStyle/>
        <a:p>
          <a:endParaRPr lang="en-US"/>
        </a:p>
      </dgm:t>
    </dgm:pt>
    <dgm:pt modelId="{AEFB35F7-1BE5-46A9-9DA2-E0B3CEE9E9C6}" type="sibTrans" cxnId="{99200C6E-2C6D-4699-AF07-0BCB2F41BBAA}">
      <dgm:prSet/>
      <dgm:spPr/>
      <dgm:t>
        <a:bodyPr/>
        <a:lstStyle/>
        <a:p>
          <a:endParaRPr lang="en-US"/>
        </a:p>
      </dgm:t>
    </dgm:pt>
    <dgm:pt modelId="{FD5AD1DE-004E-443C-A0DD-3C51D907041F}">
      <dgm:prSet/>
      <dgm:spPr/>
      <dgm:t>
        <a:bodyPr/>
        <a:lstStyle/>
        <a:p>
          <a:r>
            <a:rPr lang="en-US"/>
            <a:t>Know your role</a:t>
          </a:r>
        </a:p>
      </dgm:t>
    </dgm:pt>
    <dgm:pt modelId="{54926661-BAE8-4F69-B8BB-FD257E12EC91}" type="parTrans" cxnId="{07C06EBF-23AD-4019-88F0-B14B76643C8F}">
      <dgm:prSet/>
      <dgm:spPr/>
      <dgm:t>
        <a:bodyPr/>
        <a:lstStyle/>
        <a:p>
          <a:endParaRPr lang="en-US"/>
        </a:p>
      </dgm:t>
    </dgm:pt>
    <dgm:pt modelId="{4B556719-35ED-439C-8112-147B24A3CC19}" type="sibTrans" cxnId="{07C06EBF-23AD-4019-88F0-B14B76643C8F}">
      <dgm:prSet/>
      <dgm:spPr/>
      <dgm:t>
        <a:bodyPr/>
        <a:lstStyle/>
        <a:p>
          <a:endParaRPr lang="en-US"/>
        </a:p>
      </dgm:t>
    </dgm:pt>
    <dgm:pt modelId="{EF17515D-952C-4E37-99E2-6CDB054C2167}">
      <dgm:prSet/>
      <dgm:spPr/>
      <dgm:t>
        <a:bodyPr/>
        <a:lstStyle/>
        <a:p>
          <a:r>
            <a:rPr lang="en-US" dirty="0"/>
            <a:t>Honesty</a:t>
          </a:r>
        </a:p>
      </dgm:t>
    </dgm:pt>
    <dgm:pt modelId="{69A43890-0EE7-420A-B989-BC45E9498405}" type="parTrans" cxnId="{3190A929-3102-47D6-BDA5-375B7EB38AE3}">
      <dgm:prSet/>
      <dgm:spPr/>
      <dgm:t>
        <a:bodyPr/>
        <a:lstStyle/>
        <a:p>
          <a:endParaRPr lang="en-US"/>
        </a:p>
      </dgm:t>
    </dgm:pt>
    <dgm:pt modelId="{6FDCDB68-436E-4A27-80AE-97ED82636609}" type="sibTrans" cxnId="{3190A929-3102-47D6-BDA5-375B7EB38AE3}">
      <dgm:prSet/>
      <dgm:spPr/>
      <dgm:t>
        <a:bodyPr/>
        <a:lstStyle/>
        <a:p>
          <a:endParaRPr lang="en-US"/>
        </a:p>
      </dgm:t>
    </dgm:pt>
    <dgm:pt modelId="{D80D0433-6F3C-448D-8F17-8260DD932450}">
      <dgm:prSet/>
      <dgm:spPr/>
      <dgm:t>
        <a:bodyPr/>
        <a:lstStyle/>
        <a:p>
          <a:r>
            <a:rPr lang="en-US"/>
            <a:t>Stick with honesty</a:t>
          </a:r>
        </a:p>
      </dgm:t>
    </dgm:pt>
    <dgm:pt modelId="{46FF5C52-BFF5-4C04-8D42-AD9C12FB3297}" type="parTrans" cxnId="{3DECABB9-3315-4B7A-9735-D5AC16C5F886}">
      <dgm:prSet/>
      <dgm:spPr/>
      <dgm:t>
        <a:bodyPr/>
        <a:lstStyle/>
        <a:p>
          <a:endParaRPr lang="en-US"/>
        </a:p>
      </dgm:t>
    </dgm:pt>
    <dgm:pt modelId="{C60AFD68-3704-4822-AB83-E07D884F2C5B}" type="sibTrans" cxnId="{3DECABB9-3315-4B7A-9735-D5AC16C5F886}">
      <dgm:prSet/>
      <dgm:spPr/>
      <dgm:t>
        <a:bodyPr/>
        <a:lstStyle/>
        <a:p>
          <a:endParaRPr lang="en-US"/>
        </a:p>
      </dgm:t>
    </dgm:pt>
    <dgm:pt modelId="{FBC17FC7-D876-4665-8BCE-BB8029F41C53}">
      <dgm:prSet/>
      <dgm:spPr/>
      <dgm:t>
        <a:bodyPr/>
        <a:lstStyle/>
        <a:p>
          <a:r>
            <a:rPr lang="en-US" dirty="0"/>
            <a:t>Apologize</a:t>
          </a:r>
        </a:p>
      </dgm:t>
    </dgm:pt>
    <dgm:pt modelId="{CBFA9129-3CAF-4108-A599-51592F0A21FC}" type="parTrans" cxnId="{DBCBADA5-77DD-4043-BFDB-5B6F07DF7AEB}">
      <dgm:prSet/>
      <dgm:spPr/>
      <dgm:t>
        <a:bodyPr/>
        <a:lstStyle/>
        <a:p>
          <a:endParaRPr lang="en-US"/>
        </a:p>
      </dgm:t>
    </dgm:pt>
    <dgm:pt modelId="{FCCDE80D-3922-44F3-9A99-8D2139DBCF8B}" type="sibTrans" cxnId="{DBCBADA5-77DD-4043-BFDB-5B6F07DF7AEB}">
      <dgm:prSet/>
      <dgm:spPr/>
      <dgm:t>
        <a:bodyPr/>
        <a:lstStyle/>
        <a:p>
          <a:endParaRPr lang="en-US"/>
        </a:p>
      </dgm:t>
    </dgm:pt>
    <dgm:pt modelId="{34644C9A-1A39-4AD5-AE21-2FB49E28D7AF}">
      <dgm:prSet/>
      <dgm:spPr/>
      <dgm:t>
        <a:bodyPr/>
        <a:lstStyle/>
        <a:p>
          <a:r>
            <a:rPr lang="en-US" dirty="0"/>
            <a:t>Say sorry</a:t>
          </a:r>
        </a:p>
      </dgm:t>
    </dgm:pt>
    <dgm:pt modelId="{7854BD37-D214-4FEE-8502-8D3AC2B11F83}" type="parTrans" cxnId="{E6EE92AC-1E23-488E-AF25-9978E616B43B}">
      <dgm:prSet/>
      <dgm:spPr/>
      <dgm:t>
        <a:bodyPr/>
        <a:lstStyle/>
        <a:p>
          <a:endParaRPr lang="en-US"/>
        </a:p>
      </dgm:t>
    </dgm:pt>
    <dgm:pt modelId="{75B6F544-2212-4563-9962-856196CD9FD3}" type="sibTrans" cxnId="{E6EE92AC-1E23-488E-AF25-9978E616B43B}">
      <dgm:prSet/>
      <dgm:spPr/>
      <dgm:t>
        <a:bodyPr/>
        <a:lstStyle/>
        <a:p>
          <a:endParaRPr lang="en-US"/>
        </a:p>
      </dgm:t>
    </dgm:pt>
    <dgm:pt modelId="{FB3EA288-862C-4280-B493-3646F2F72C32}">
      <dgm:prSet/>
      <dgm:spPr/>
      <dgm:t>
        <a:bodyPr/>
        <a:lstStyle/>
        <a:p>
          <a:r>
            <a:rPr lang="en-US" dirty="0"/>
            <a:t>Time</a:t>
          </a:r>
        </a:p>
      </dgm:t>
    </dgm:pt>
    <dgm:pt modelId="{2559B5EA-E0D7-4943-9A67-10E57E3F1E2D}" type="parTrans" cxnId="{49F45285-D425-485E-A5AB-2535B00956C9}">
      <dgm:prSet/>
      <dgm:spPr/>
      <dgm:t>
        <a:bodyPr/>
        <a:lstStyle/>
        <a:p>
          <a:endParaRPr lang="en-US"/>
        </a:p>
      </dgm:t>
    </dgm:pt>
    <dgm:pt modelId="{CC37D8BF-B6D4-4E8C-B224-91465CC9A657}" type="sibTrans" cxnId="{49F45285-D425-485E-A5AB-2535B00956C9}">
      <dgm:prSet/>
      <dgm:spPr/>
      <dgm:t>
        <a:bodyPr/>
        <a:lstStyle/>
        <a:p>
          <a:endParaRPr lang="en-US"/>
        </a:p>
      </dgm:t>
    </dgm:pt>
    <dgm:pt modelId="{0DA1DE46-6F45-4F2C-BA7C-AEE1067A072A}">
      <dgm:prSet/>
      <dgm:spPr/>
      <dgm:t>
        <a:bodyPr/>
        <a:lstStyle/>
        <a:p>
          <a:r>
            <a:rPr lang="en-US"/>
            <a:t>Strong time management (prioritize, plan, move the needle on top goals)</a:t>
          </a:r>
        </a:p>
      </dgm:t>
    </dgm:pt>
    <dgm:pt modelId="{5F29951B-0305-4596-8696-0548B2B07F6E}" type="parTrans" cxnId="{15BF1305-08EC-459C-9A05-DD2CA316126F}">
      <dgm:prSet/>
      <dgm:spPr/>
      <dgm:t>
        <a:bodyPr/>
        <a:lstStyle/>
        <a:p>
          <a:endParaRPr lang="en-US"/>
        </a:p>
      </dgm:t>
    </dgm:pt>
    <dgm:pt modelId="{36D9486B-D5EA-4E72-B078-5F4D3C3287D5}" type="sibTrans" cxnId="{15BF1305-08EC-459C-9A05-DD2CA316126F}">
      <dgm:prSet/>
      <dgm:spPr/>
      <dgm:t>
        <a:bodyPr/>
        <a:lstStyle/>
        <a:p>
          <a:endParaRPr lang="en-US"/>
        </a:p>
      </dgm:t>
    </dgm:pt>
    <dgm:pt modelId="{24EE0E6D-C136-234D-9196-4AA1C389DD3C}">
      <dgm:prSet/>
      <dgm:spPr/>
      <dgm:t>
        <a:bodyPr/>
        <a:lstStyle/>
        <a:p>
          <a:r>
            <a:rPr lang="en-US" dirty="0"/>
            <a:t>Own mistakes</a:t>
          </a:r>
        </a:p>
      </dgm:t>
    </dgm:pt>
    <dgm:pt modelId="{11930767-4B71-7040-9AEA-BD798B151006}" type="parTrans" cxnId="{67E2673D-546E-8E4F-ADF1-F841901DD3A8}">
      <dgm:prSet/>
      <dgm:spPr/>
      <dgm:t>
        <a:bodyPr/>
        <a:lstStyle/>
        <a:p>
          <a:endParaRPr lang="en-US"/>
        </a:p>
      </dgm:t>
    </dgm:pt>
    <dgm:pt modelId="{87345E25-7541-3646-B6F6-62373E7C2BB7}" type="sibTrans" cxnId="{67E2673D-546E-8E4F-ADF1-F841901DD3A8}">
      <dgm:prSet/>
      <dgm:spPr/>
      <dgm:t>
        <a:bodyPr/>
        <a:lstStyle/>
        <a:p>
          <a:endParaRPr lang="en-US"/>
        </a:p>
      </dgm:t>
    </dgm:pt>
    <dgm:pt modelId="{75260A31-957C-5849-9D47-E331A2D14BC1}" type="pres">
      <dgm:prSet presAssocID="{CB7AFDF3-9355-447E-8523-4DAAB197A14E}" presName="Name0" presStyleCnt="0">
        <dgm:presLayoutVars>
          <dgm:dir/>
          <dgm:animLvl val="lvl"/>
          <dgm:resizeHandles val="exact"/>
        </dgm:presLayoutVars>
      </dgm:prSet>
      <dgm:spPr/>
    </dgm:pt>
    <dgm:pt modelId="{EC1172C3-419B-D044-9065-1B4B6FDF6446}" type="pres">
      <dgm:prSet presAssocID="{29868A8D-9075-4278-A5B9-9E0B5480A6B0}" presName="composite" presStyleCnt="0"/>
      <dgm:spPr/>
    </dgm:pt>
    <dgm:pt modelId="{7625A1F4-0A30-8649-B3A5-BC66F6F6F824}" type="pres">
      <dgm:prSet presAssocID="{29868A8D-9075-4278-A5B9-9E0B5480A6B0}" presName="parTx" presStyleLbl="alignNode1" presStyleIdx="0" presStyleCnt="4">
        <dgm:presLayoutVars>
          <dgm:chMax val="0"/>
          <dgm:chPref val="0"/>
        </dgm:presLayoutVars>
      </dgm:prSet>
      <dgm:spPr/>
    </dgm:pt>
    <dgm:pt modelId="{B7C75C5A-C75A-EB4B-9C8F-EAF73C6A854C}" type="pres">
      <dgm:prSet presAssocID="{29868A8D-9075-4278-A5B9-9E0B5480A6B0}" presName="desTx" presStyleLbl="alignAccFollowNode1" presStyleIdx="0" presStyleCnt="4">
        <dgm:presLayoutVars/>
      </dgm:prSet>
      <dgm:spPr/>
    </dgm:pt>
    <dgm:pt modelId="{55625916-5A76-3C49-B660-4540810F1EF6}" type="pres">
      <dgm:prSet presAssocID="{AEFB35F7-1BE5-46A9-9DA2-E0B3CEE9E9C6}" presName="space" presStyleCnt="0"/>
      <dgm:spPr/>
    </dgm:pt>
    <dgm:pt modelId="{03014BB6-17B8-DA4D-96FA-41E266039574}" type="pres">
      <dgm:prSet presAssocID="{EF17515D-952C-4E37-99E2-6CDB054C2167}" presName="composite" presStyleCnt="0"/>
      <dgm:spPr/>
    </dgm:pt>
    <dgm:pt modelId="{EDCC8B74-1E00-154D-8602-053F4D998F2A}" type="pres">
      <dgm:prSet presAssocID="{EF17515D-952C-4E37-99E2-6CDB054C2167}" presName="parTx" presStyleLbl="alignNode1" presStyleIdx="1" presStyleCnt="4">
        <dgm:presLayoutVars>
          <dgm:chMax val="0"/>
          <dgm:chPref val="0"/>
        </dgm:presLayoutVars>
      </dgm:prSet>
      <dgm:spPr/>
    </dgm:pt>
    <dgm:pt modelId="{4FB17683-6F8A-AB41-ACAE-EB3205080801}" type="pres">
      <dgm:prSet presAssocID="{EF17515D-952C-4E37-99E2-6CDB054C2167}" presName="desTx" presStyleLbl="alignAccFollowNode1" presStyleIdx="1" presStyleCnt="4">
        <dgm:presLayoutVars/>
      </dgm:prSet>
      <dgm:spPr/>
    </dgm:pt>
    <dgm:pt modelId="{3CCACA1A-4767-0648-8ED4-1D60288E9954}" type="pres">
      <dgm:prSet presAssocID="{6FDCDB68-436E-4A27-80AE-97ED82636609}" presName="space" presStyleCnt="0"/>
      <dgm:spPr/>
    </dgm:pt>
    <dgm:pt modelId="{7BDCAFAE-DD08-C844-BA4D-1FB381E80763}" type="pres">
      <dgm:prSet presAssocID="{FBC17FC7-D876-4665-8BCE-BB8029F41C53}" presName="composite" presStyleCnt="0"/>
      <dgm:spPr/>
    </dgm:pt>
    <dgm:pt modelId="{D24A88EB-2F85-FA4D-B5E5-655411746F00}" type="pres">
      <dgm:prSet presAssocID="{FBC17FC7-D876-4665-8BCE-BB8029F41C53}" presName="parTx" presStyleLbl="alignNode1" presStyleIdx="2" presStyleCnt="4">
        <dgm:presLayoutVars>
          <dgm:chMax val="0"/>
          <dgm:chPref val="0"/>
        </dgm:presLayoutVars>
      </dgm:prSet>
      <dgm:spPr/>
    </dgm:pt>
    <dgm:pt modelId="{BFAFF437-DF9D-4447-A858-2675270CEF72}" type="pres">
      <dgm:prSet presAssocID="{FBC17FC7-D876-4665-8BCE-BB8029F41C53}" presName="desTx" presStyleLbl="alignAccFollowNode1" presStyleIdx="2" presStyleCnt="4">
        <dgm:presLayoutVars/>
      </dgm:prSet>
      <dgm:spPr/>
    </dgm:pt>
    <dgm:pt modelId="{2CA8B55F-C019-1641-ADFC-C579022060ED}" type="pres">
      <dgm:prSet presAssocID="{FCCDE80D-3922-44F3-9A99-8D2139DBCF8B}" presName="space" presStyleCnt="0"/>
      <dgm:spPr/>
    </dgm:pt>
    <dgm:pt modelId="{9D911733-22A4-BF41-8F65-0AEDA1A92135}" type="pres">
      <dgm:prSet presAssocID="{FB3EA288-862C-4280-B493-3646F2F72C32}" presName="composite" presStyleCnt="0"/>
      <dgm:spPr/>
    </dgm:pt>
    <dgm:pt modelId="{A24FD7C8-9753-C44E-9DC3-26F187A9C376}" type="pres">
      <dgm:prSet presAssocID="{FB3EA288-862C-4280-B493-3646F2F72C32}" presName="parTx" presStyleLbl="alignNode1" presStyleIdx="3" presStyleCnt="4">
        <dgm:presLayoutVars>
          <dgm:chMax val="0"/>
          <dgm:chPref val="0"/>
        </dgm:presLayoutVars>
      </dgm:prSet>
      <dgm:spPr/>
    </dgm:pt>
    <dgm:pt modelId="{DA872065-A98F-0349-83F4-EC85735ACFD4}" type="pres">
      <dgm:prSet presAssocID="{FB3EA288-862C-4280-B493-3646F2F72C32}" presName="desTx" presStyleLbl="alignAccFollowNode1" presStyleIdx="3" presStyleCnt="4">
        <dgm:presLayoutVars/>
      </dgm:prSet>
      <dgm:spPr/>
    </dgm:pt>
  </dgm:ptLst>
  <dgm:cxnLst>
    <dgm:cxn modelId="{15BF1305-08EC-459C-9A05-DD2CA316126F}" srcId="{FB3EA288-862C-4280-B493-3646F2F72C32}" destId="{0DA1DE46-6F45-4F2C-BA7C-AEE1067A072A}" srcOrd="0" destOrd="0" parTransId="{5F29951B-0305-4596-8696-0548B2B07F6E}" sibTransId="{36D9486B-D5EA-4E72-B078-5F4D3C3287D5}"/>
    <dgm:cxn modelId="{7650E116-A56A-ED4A-AF73-2EA44E57443F}" type="presOf" srcId="{FB3EA288-862C-4280-B493-3646F2F72C32}" destId="{A24FD7C8-9753-C44E-9DC3-26F187A9C376}" srcOrd="0" destOrd="0" presId="urn:microsoft.com/office/officeart/2016/7/layout/ChevronBlockProcess"/>
    <dgm:cxn modelId="{3190A929-3102-47D6-BDA5-375B7EB38AE3}" srcId="{CB7AFDF3-9355-447E-8523-4DAAB197A14E}" destId="{EF17515D-952C-4E37-99E2-6CDB054C2167}" srcOrd="1" destOrd="0" parTransId="{69A43890-0EE7-420A-B989-BC45E9498405}" sibTransId="{6FDCDB68-436E-4A27-80AE-97ED82636609}"/>
    <dgm:cxn modelId="{BB9D072E-7215-6545-A35A-F234595C31D0}" type="presOf" srcId="{D80D0433-6F3C-448D-8F17-8260DD932450}" destId="{4FB17683-6F8A-AB41-ACAE-EB3205080801}" srcOrd="0" destOrd="0" presId="urn:microsoft.com/office/officeart/2016/7/layout/ChevronBlockProcess"/>
    <dgm:cxn modelId="{7F414B35-E363-944F-88CA-3D1190846584}" type="presOf" srcId="{FBC17FC7-D876-4665-8BCE-BB8029F41C53}" destId="{D24A88EB-2F85-FA4D-B5E5-655411746F00}" srcOrd="0" destOrd="0" presId="urn:microsoft.com/office/officeart/2016/7/layout/ChevronBlockProcess"/>
    <dgm:cxn modelId="{0CEA093A-2A5C-374F-9224-58EA969C2B34}" type="presOf" srcId="{34644C9A-1A39-4AD5-AE21-2FB49E28D7AF}" destId="{BFAFF437-DF9D-4447-A858-2675270CEF72}" srcOrd="0" destOrd="0" presId="urn:microsoft.com/office/officeart/2016/7/layout/ChevronBlockProcess"/>
    <dgm:cxn modelId="{67E2673D-546E-8E4F-ADF1-F841901DD3A8}" srcId="{FBC17FC7-D876-4665-8BCE-BB8029F41C53}" destId="{24EE0E6D-C136-234D-9196-4AA1C389DD3C}" srcOrd="1" destOrd="0" parTransId="{11930767-4B71-7040-9AEA-BD798B151006}" sibTransId="{87345E25-7541-3646-B6F6-62373E7C2BB7}"/>
    <dgm:cxn modelId="{8A26C44A-D933-654C-8455-C44D49228A5E}" type="presOf" srcId="{0DA1DE46-6F45-4F2C-BA7C-AEE1067A072A}" destId="{DA872065-A98F-0349-83F4-EC85735ACFD4}" srcOrd="0" destOrd="0" presId="urn:microsoft.com/office/officeart/2016/7/layout/ChevronBlockProcess"/>
    <dgm:cxn modelId="{99200C6E-2C6D-4699-AF07-0BCB2F41BBAA}" srcId="{CB7AFDF3-9355-447E-8523-4DAAB197A14E}" destId="{29868A8D-9075-4278-A5B9-9E0B5480A6B0}" srcOrd="0" destOrd="0" parTransId="{3A4757FE-031B-4CBF-ADF3-9687AFDCAD71}" sibTransId="{AEFB35F7-1BE5-46A9-9DA2-E0B3CEE9E9C6}"/>
    <dgm:cxn modelId="{49F45285-D425-485E-A5AB-2535B00956C9}" srcId="{CB7AFDF3-9355-447E-8523-4DAAB197A14E}" destId="{FB3EA288-862C-4280-B493-3646F2F72C32}" srcOrd="3" destOrd="0" parTransId="{2559B5EA-E0D7-4943-9A67-10E57E3F1E2D}" sibTransId="{CC37D8BF-B6D4-4E8C-B224-91465CC9A657}"/>
    <dgm:cxn modelId="{2D24FA86-16DD-4A48-B270-6D69884F5A16}" type="presOf" srcId="{CB7AFDF3-9355-447E-8523-4DAAB197A14E}" destId="{75260A31-957C-5849-9D47-E331A2D14BC1}" srcOrd="0" destOrd="0" presId="urn:microsoft.com/office/officeart/2016/7/layout/ChevronBlockProcess"/>
    <dgm:cxn modelId="{99D39F97-CBFA-CF4F-8B6C-B5D4A226CC8B}" type="presOf" srcId="{FD5AD1DE-004E-443C-A0DD-3C51D907041F}" destId="{B7C75C5A-C75A-EB4B-9C8F-EAF73C6A854C}" srcOrd="0" destOrd="0" presId="urn:microsoft.com/office/officeart/2016/7/layout/ChevronBlockProcess"/>
    <dgm:cxn modelId="{6F6F96A5-3A1D-394F-BDB4-B8C944850F2E}" type="presOf" srcId="{24EE0E6D-C136-234D-9196-4AA1C389DD3C}" destId="{BFAFF437-DF9D-4447-A858-2675270CEF72}" srcOrd="0" destOrd="1" presId="urn:microsoft.com/office/officeart/2016/7/layout/ChevronBlockProcess"/>
    <dgm:cxn modelId="{DBCBADA5-77DD-4043-BFDB-5B6F07DF7AEB}" srcId="{CB7AFDF3-9355-447E-8523-4DAAB197A14E}" destId="{FBC17FC7-D876-4665-8BCE-BB8029F41C53}" srcOrd="2" destOrd="0" parTransId="{CBFA9129-3CAF-4108-A599-51592F0A21FC}" sibTransId="{FCCDE80D-3922-44F3-9A99-8D2139DBCF8B}"/>
    <dgm:cxn modelId="{D04125AC-2EAC-1041-B1EB-D9A4D9A01C3E}" type="presOf" srcId="{EF17515D-952C-4E37-99E2-6CDB054C2167}" destId="{EDCC8B74-1E00-154D-8602-053F4D998F2A}" srcOrd="0" destOrd="0" presId="urn:microsoft.com/office/officeart/2016/7/layout/ChevronBlockProcess"/>
    <dgm:cxn modelId="{E6EE92AC-1E23-488E-AF25-9978E616B43B}" srcId="{FBC17FC7-D876-4665-8BCE-BB8029F41C53}" destId="{34644C9A-1A39-4AD5-AE21-2FB49E28D7AF}" srcOrd="0" destOrd="0" parTransId="{7854BD37-D214-4FEE-8502-8D3AC2B11F83}" sibTransId="{75B6F544-2212-4563-9962-856196CD9FD3}"/>
    <dgm:cxn modelId="{3DECABB9-3315-4B7A-9735-D5AC16C5F886}" srcId="{EF17515D-952C-4E37-99E2-6CDB054C2167}" destId="{D80D0433-6F3C-448D-8F17-8260DD932450}" srcOrd="0" destOrd="0" parTransId="{46FF5C52-BFF5-4C04-8D42-AD9C12FB3297}" sibTransId="{C60AFD68-3704-4822-AB83-E07D884F2C5B}"/>
    <dgm:cxn modelId="{43632DBC-97C5-7043-83A6-4954B264A2AD}" type="presOf" srcId="{29868A8D-9075-4278-A5B9-9E0B5480A6B0}" destId="{7625A1F4-0A30-8649-B3A5-BC66F6F6F824}" srcOrd="0" destOrd="0" presId="urn:microsoft.com/office/officeart/2016/7/layout/ChevronBlockProcess"/>
    <dgm:cxn modelId="{07C06EBF-23AD-4019-88F0-B14B76643C8F}" srcId="{29868A8D-9075-4278-A5B9-9E0B5480A6B0}" destId="{FD5AD1DE-004E-443C-A0DD-3C51D907041F}" srcOrd="0" destOrd="0" parTransId="{54926661-BAE8-4F69-B8BB-FD257E12EC91}" sibTransId="{4B556719-35ED-439C-8112-147B24A3CC19}"/>
    <dgm:cxn modelId="{3AB74FDD-04E1-F042-AF98-A94E1F233B2C}" type="presParOf" srcId="{75260A31-957C-5849-9D47-E331A2D14BC1}" destId="{EC1172C3-419B-D044-9065-1B4B6FDF6446}" srcOrd="0" destOrd="0" presId="urn:microsoft.com/office/officeart/2016/7/layout/ChevronBlockProcess"/>
    <dgm:cxn modelId="{88A1DCF8-7427-B74F-AB6F-09E3A77C1831}" type="presParOf" srcId="{EC1172C3-419B-D044-9065-1B4B6FDF6446}" destId="{7625A1F4-0A30-8649-B3A5-BC66F6F6F824}" srcOrd="0" destOrd="0" presId="urn:microsoft.com/office/officeart/2016/7/layout/ChevronBlockProcess"/>
    <dgm:cxn modelId="{459FC120-3F22-8542-8950-E8B7E81D3BC7}" type="presParOf" srcId="{EC1172C3-419B-D044-9065-1B4B6FDF6446}" destId="{B7C75C5A-C75A-EB4B-9C8F-EAF73C6A854C}" srcOrd="1" destOrd="0" presId="urn:microsoft.com/office/officeart/2016/7/layout/ChevronBlockProcess"/>
    <dgm:cxn modelId="{3725BC1E-082A-A443-A8DD-B56C8B1C5830}" type="presParOf" srcId="{75260A31-957C-5849-9D47-E331A2D14BC1}" destId="{55625916-5A76-3C49-B660-4540810F1EF6}" srcOrd="1" destOrd="0" presId="urn:microsoft.com/office/officeart/2016/7/layout/ChevronBlockProcess"/>
    <dgm:cxn modelId="{33DCAA54-9387-4E4F-A75A-0EB16578C6D5}" type="presParOf" srcId="{75260A31-957C-5849-9D47-E331A2D14BC1}" destId="{03014BB6-17B8-DA4D-96FA-41E266039574}" srcOrd="2" destOrd="0" presId="urn:microsoft.com/office/officeart/2016/7/layout/ChevronBlockProcess"/>
    <dgm:cxn modelId="{996B38DB-3679-D744-AEBB-3CAE370B4B40}" type="presParOf" srcId="{03014BB6-17B8-DA4D-96FA-41E266039574}" destId="{EDCC8B74-1E00-154D-8602-053F4D998F2A}" srcOrd="0" destOrd="0" presId="urn:microsoft.com/office/officeart/2016/7/layout/ChevronBlockProcess"/>
    <dgm:cxn modelId="{AEA35256-9E02-364A-8C37-D919ABDF2411}" type="presParOf" srcId="{03014BB6-17B8-DA4D-96FA-41E266039574}" destId="{4FB17683-6F8A-AB41-ACAE-EB3205080801}" srcOrd="1" destOrd="0" presId="urn:microsoft.com/office/officeart/2016/7/layout/ChevronBlockProcess"/>
    <dgm:cxn modelId="{E85DCD0B-45CD-4E41-8708-E2EB01652A2B}" type="presParOf" srcId="{75260A31-957C-5849-9D47-E331A2D14BC1}" destId="{3CCACA1A-4767-0648-8ED4-1D60288E9954}" srcOrd="3" destOrd="0" presId="urn:microsoft.com/office/officeart/2016/7/layout/ChevronBlockProcess"/>
    <dgm:cxn modelId="{46180BB4-7052-C041-AC21-AF7F8C610615}" type="presParOf" srcId="{75260A31-957C-5849-9D47-E331A2D14BC1}" destId="{7BDCAFAE-DD08-C844-BA4D-1FB381E80763}" srcOrd="4" destOrd="0" presId="urn:microsoft.com/office/officeart/2016/7/layout/ChevronBlockProcess"/>
    <dgm:cxn modelId="{016F66F4-722D-0B4B-BA6B-6F6B08A48EBA}" type="presParOf" srcId="{7BDCAFAE-DD08-C844-BA4D-1FB381E80763}" destId="{D24A88EB-2F85-FA4D-B5E5-655411746F00}" srcOrd="0" destOrd="0" presId="urn:microsoft.com/office/officeart/2016/7/layout/ChevronBlockProcess"/>
    <dgm:cxn modelId="{A53E75D1-BBAF-AE4B-9EAB-F5596D43CD5B}" type="presParOf" srcId="{7BDCAFAE-DD08-C844-BA4D-1FB381E80763}" destId="{BFAFF437-DF9D-4447-A858-2675270CEF72}" srcOrd="1" destOrd="0" presId="urn:microsoft.com/office/officeart/2016/7/layout/ChevronBlockProcess"/>
    <dgm:cxn modelId="{D053B3AF-5F2A-9441-9902-550876DD91D5}" type="presParOf" srcId="{75260A31-957C-5849-9D47-E331A2D14BC1}" destId="{2CA8B55F-C019-1641-ADFC-C579022060ED}" srcOrd="5" destOrd="0" presId="urn:microsoft.com/office/officeart/2016/7/layout/ChevronBlockProcess"/>
    <dgm:cxn modelId="{EDE20FBE-F301-C14F-B109-71474F9A4B02}" type="presParOf" srcId="{75260A31-957C-5849-9D47-E331A2D14BC1}" destId="{9D911733-22A4-BF41-8F65-0AEDA1A92135}" srcOrd="6" destOrd="0" presId="urn:microsoft.com/office/officeart/2016/7/layout/ChevronBlockProcess"/>
    <dgm:cxn modelId="{4A2D279A-43FE-554B-B1E6-A5FD8E065917}" type="presParOf" srcId="{9D911733-22A4-BF41-8F65-0AEDA1A92135}" destId="{A24FD7C8-9753-C44E-9DC3-26F187A9C376}" srcOrd="0" destOrd="0" presId="urn:microsoft.com/office/officeart/2016/7/layout/ChevronBlockProcess"/>
    <dgm:cxn modelId="{085B2E24-3E38-CA4C-87FD-84A2FAAAC2C8}" type="presParOf" srcId="{9D911733-22A4-BF41-8F65-0AEDA1A92135}" destId="{DA872065-A98F-0349-83F4-EC85735ACFD4}" srcOrd="1" destOrd="0" presId="urn:microsoft.com/office/officeart/2016/7/layout/ChevronBlock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2A105D3-DB61-41CD-BFF3-72C0623DF6D2}"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83556CE6-3A27-4AB7-A7AA-A6682C6F8139}">
      <dgm:prSet/>
      <dgm:spPr/>
      <dgm:t>
        <a:bodyPr/>
        <a:lstStyle/>
        <a:p>
          <a:r>
            <a:rPr lang="en-US" dirty="0"/>
            <a:t>Ask for feedback</a:t>
          </a:r>
        </a:p>
      </dgm:t>
    </dgm:pt>
    <dgm:pt modelId="{57E9E606-B336-4E7C-9F40-1D80339216DC}" type="parTrans" cxnId="{371E00F8-9D6A-4A77-92FC-0247B2869A39}">
      <dgm:prSet/>
      <dgm:spPr/>
      <dgm:t>
        <a:bodyPr/>
        <a:lstStyle/>
        <a:p>
          <a:endParaRPr lang="en-US"/>
        </a:p>
      </dgm:t>
    </dgm:pt>
    <dgm:pt modelId="{5B29FEF0-DA67-47A1-8D99-7260B1CFDD83}" type="sibTrans" cxnId="{371E00F8-9D6A-4A77-92FC-0247B2869A39}">
      <dgm:prSet/>
      <dgm:spPr/>
      <dgm:t>
        <a:bodyPr/>
        <a:lstStyle/>
        <a:p>
          <a:endParaRPr lang="en-US"/>
        </a:p>
      </dgm:t>
    </dgm:pt>
    <dgm:pt modelId="{18B37044-D6C1-423A-8B71-2ED30CEACD46}">
      <dgm:prSet/>
      <dgm:spPr/>
      <dgm:t>
        <a:bodyPr/>
        <a:lstStyle/>
        <a:p>
          <a:r>
            <a:rPr lang="en-US" dirty="0"/>
            <a:t>Regularly check-in where needed</a:t>
          </a:r>
        </a:p>
      </dgm:t>
    </dgm:pt>
    <dgm:pt modelId="{FBE55905-2B0E-4480-B943-A51C5DCF1CB2}" type="parTrans" cxnId="{7BE5D2F4-A87D-4615-BE5E-B34D31E49AF3}">
      <dgm:prSet/>
      <dgm:spPr/>
      <dgm:t>
        <a:bodyPr/>
        <a:lstStyle/>
        <a:p>
          <a:endParaRPr lang="en-US"/>
        </a:p>
      </dgm:t>
    </dgm:pt>
    <dgm:pt modelId="{9286DDB9-54EE-4818-9D37-D7D20F2EEFEA}" type="sibTrans" cxnId="{7BE5D2F4-A87D-4615-BE5E-B34D31E49AF3}">
      <dgm:prSet/>
      <dgm:spPr/>
      <dgm:t>
        <a:bodyPr/>
        <a:lstStyle/>
        <a:p>
          <a:endParaRPr lang="en-US"/>
        </a:p>
      </dgm:t>
    </dgm:pt>
    <dgm:pt modelId="{3BB29BF7-5555-4392-9372-F7A03B0DB132}">
      <dgm:prSet/>
      <dgm:spPr/>
      <dgm:t>
        <a:bodyPr/>
        <a:lstStyle/>
        <a:p>
          <a:r>
            <a:rPr lang="en-US"/>
            <a:t>Effective Communication</a:t>
          </a:r>
        </a:p>
      </dgm:t>
    </dgm:pt>
    <dgm:pt modelId="{9FC29962-44D6-4C64-826B-A236791485B8}" type="parTrans" cxnId="{2BD5FCE9-A728-45D4-BF89-255CE080ACC7}">
      <dgm:prSet/>
      <dgm:spPr/>
      <dgm:t>
        <a:bodyPr/>
        <a:lstStyle/>
        <a:p>
          <a:endParaRPr lang="en-US"/>
        </a:p>
      </dgm:t>
    </dgm:pt>
    <dgm:pt modelId="{437E9804-9C28-4E50-B916-98840965A92D}" type="sibTrans" cxnId="{2BD5FCE9-A728-45D4-BF89-255CE080ACC7}">
      <dgm:prSet/>
      <dgm:spPr/>
      <dgm:t>
        <a:bodyPr/>
        <a:lstStyle/>
        <a:p>
          <a:endParaRPr lang="en-US"/>
        </a:p>
      </dgm:t>
    </dgm:pt>
    <dgm:pt modelId="{DE809447-B9A5-BF44-A2A7-E19668581344}" type="pres">
      <dgm:prSet presAssocID="{F2A105D3-DB61-41CD-BFF3-72C0623DF6D2}" presName="linear" presStyleCnt="0">
        <dgm:presLayoutVars>
          <dgm:animLvl val="lvl"/>
          <dgm:resizeHandles val="exact"/>
        </dgm:presLayoutVars>
      </dgm:prSet>
      <dgm:spPr/>
    </dgm:pt>
    <dgm:pt modelId="{C41F298B-1FAB-0345-A45B-0B7669EF986C}" type="pres">
      <dgm:prSet presAssocID="{83556CE6-3A27-4AB7-A7AA-A6682C6F8139}" presName="parentText" presStyleLbl="node1" presStyleIdx="0" presStyleCnt="3">
        <dgm:presLayoutVars>
          <dgm:chMax val="0"/>
          <dgm:bulletEnabled val="1"/>
        </dgm:presLayoutVars>
      </dgm:prSet>
      <dgm:spPr/>
    </dgm:pt>
    <dgm:pt modelId="{098AAD9B-A1F8-B645-961C-C9C9E5D63A78}" type="pres">
      <dgm:prSet presAssocID="{5B29FEF0-DA67-47A1-8D99-7260B1CFDD83}" presName="spacer" presStyleCnt="0"/>
      <dgm:spPr/>
    </dgm:pt>
    <dgm:pt modelId="{A22DB40C-EA73-9D49-90C5-17A624C01AFC}" type="pres">
      <dgm:prSet presAssocID="{18B37044-D6C1-423A-8B71-2ED30CEACD46}" presName="parentText" presStyleLbl="node1" presStyleIdx="1" presStyleCnt="3">
        <dgm:presLayoutVars>
          <dgm:chMax val="0"/>
          <dgm:bulletEnabled val="1"/>
        </dgm:presLayoutVars>
      </dgm:prSet>
      <dgm:spPr/>
    </dgm:pt>
    <dgm:pt modelId="{D7EC78CD-AA96-6340-8E53-D33DE16948F7}" type="pres">
      <dgm:prSet presAssocID="{9286DDB9-54EE-4818-9D37-D7D20F2EEFEA}" presName="spacer" presStyleCnt="0"/>
      <dgm:spPr/>
    </dgm:pt>
    <dgm:pt modelId="{BDFB5886-0D9A-6744-ADAD-639CA6D72A6C}" type="pres">
      <dgm:prSet presAssocID="{3BB29BF7-5555-4392-9372-F7A03B0DB132}" presName="parentText" presStyleLbl="node1" presStyleIdx="2" presStyleCnt="3">
        <dgm:presLayoutVars>
          <dgm:chMax val="0"/>
          <dgm:bulletEnabled val="1"/>
        </dgm:presLayoutVars>
      </dgm:prSet>
      <dgm:spPr/>
    </dgm:pt>
  </dgm:ptLst>
  <dgm:cxnLst>
    <dgm:cxn modelId="{19491B05-46EF-AE4A-B7AF-82C6EDFA229A}" type="presOf" srcId="{83556CE6-3A27-4AB7-A7AA-A6682C6F8139}" destId="{C41F298B-1FAB-0345-A45B-0B7669EF986C}" srcOrd="0" destOrd="0" presId="urn:microsoft.com/office/officeart/2005/8/layout/vList2"/>
    <dgm:cxn modelId="{CE76062A-748E-3E41-B05F-C3A085016D04}" type="presOf" srcId="{3BB29BF7-5555-4392-9372-F7A03B0DB132}" destId="{BDFB5886-0D9A-6744-ADAD-639CA6D72A6C}" srcOrd="0" destOrd="0" presId="urn:microsoft.com/office/officeart/2005/8/layout/vList2"/>
    <dgm:cxn modelId="{C4328F43-3263-214A-BDD6-587940414B4D}" type="presOf" srcId="{18B37044-D6C1-423A-8B71-2ED30CEACD46}" destId="{A22DB40C-EA73-9D49-90C5-17A624C01AFC}" srcOrd="0" destOrd="0" presId="urn:microsoft.com/office/officeart/2005/8/layout/vList2"/>
    <dgm:cxn modelId="{F7BD16A9-E67F-444B-BA59-3F271A6AE5AA}" type="presOf" srcId="{F2A105D3-DB61-41CD-BFF3-72C0623DF6D2}" destId="{DE809447-B9A5-BF44-A2A7-E19668581344}" srcOrd="0" destOrd="0" presId="urn:microsoft.com/office/officeart/2005/8/layout/vList2"/>
    <dgm:cxn modelId="{2BD5FCE9-A728-45D4-BF89-255CE080ACC7}" srcId="{F2A105D3-DB61-41CD-BFF3-72C0623DF6D2}" destId="{3BB29BF7-5555-4392-9372-F7A03B0DB132}" srcOrd="2" destOrd="0" parTransId="{9FC29962-44D6-4C64-826B-A236791485B8}" sibTransId="{437E9804-9C28-4E50-B916-98840965A92D}"/>
    <dgm:cxn modelId="{7BE5D2F4-A87D-4615-BE5E-B34D31E49AF3}" srcId="{F2A105D3-DB61-41CD-BFF3-72C0623DF6D2}" destId="{18B37044-D6C1-423A-8B71-2ED30CEACD46}" srcOrd="1" destOrd="0" parTransId="{FBE55905-2B0E-4480-B943-A51C5DCF1CB2}" sibTransId="{9286DDB9-54EE-4818-9D37-D7D20F2EEFEA}"/>
    <dgm:cxn modelId="{371E00F8-9D6A-4A77-92FC-0247B2869A39}" srcId="{F2A105D3-DB61-41CD-BFF3-72C0623DF6D2}" destId="{83556CE6-3A27-4AB7-A7AA-A6682C6F8139}" srcOrd="0" destOrd="0" parTransId="{57E9E606-B336-4E7C-9F40-1D80339216DC}" sibTransId="{5B29FEF0-DA67-47A1-8D99-7260B1CFDD83}"/>
    <dgm:cxn modelId="{22FD2964-518F-3B4C-91BF-03DE4126DEBA}" type="presParOf" srcId="{DE809447-B9A5-BF44-A2A7-E19668581344}" destId="{C41F298B-1FAB-0345-A45B-0B7669EF986C}" srcOrd="0" destOrd="0" presId="urn:microsoft.com/office/officeart/2005/8/layout/vList2"/>
    <dgm:cxn modelId="{645A9024-FB22-DE41-803F-B26850D335FA}" type="presParOf" srcId="{DE809447-B9A5-BF44-A2A7-E19668581344}" destId="{098AAD9B-A1F8-B645-961C-C9C9E5D63A78}" srcOrd="1" destOrd="0" presId="urn:microsoft.com/office/officeart/2005/8/layout/vList2"/>
    <dgm:cxn modelId="{AA5E87DC-219C-DF4F-82F6-CB27DDA74ABE}" type="presParOf" srcId="{DE809447-B9A5-BF44-A2A7-E19668581344}" destId="{A22DB40C-EA73-9D49-90C5-17A624C01AFC}" srcOrd="2" destOrd="0" presId="urn:microsoft.com/office/officeart/2005/8/layout/vList2"/>
    <dgm:cxn modelId="{0241BD5B-E342-A34A-8B32-B48A758D44B3}" type="presParOf" srcId="{DE809447-B9A5-BF44-A2A7-E19668581344}" destId="{D7EC78CD-AA96-6340-8E53-D33DE16948F7}" srcOrd="3" destOrd="0" presId="urn:microsoft.com/office/officeart/2005/8/layout/vList2"/>
    <dgm:cxn modelId="{2B7D7855-9345-3245-9D5A-4D771F3F7939}" type="presParOf" srcId="{DE809447-B9A5-BF44-A2A7-E19668581344}" destId="{BDFB5886-0D9A-6744-ADAD-639CA6D72A6C}"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E6DD9B5-3B48-4D91-ADDC-9A41998BFBA3}"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D3F44E3B-6037-4FEF-9474-D67D0AD080DE}">
      <dgm:prSet/>
      <dgm:spPr/>
      <dgm:t>
        <a:bodyPr/>
        <a:lstStyle/>
        <a:p>
          <a:pPr>
            <a:lnSpc>
              <a:spcPct val="100000"/>
            </a:lnSpc>
            <a:defRPr cap="all"/>
          </a:pPr>
          <a:r>
            <a:rPr lang="en-US"/>
            <a:t>Active Listening</a:t>
          </a:r>
        </a:p>
      </dgm:t>
    </dgm:pt>
    <dgm:pt modelId="{C7EC8DE9-4B04-4EDB-9F8E-5DE43290D85B}" type="parTrans" cxnId="{39B5F348-EF5F-4F98-8EA3-B3E84221D52F}">
      <dgm:prSet/>
      <dgm:spPr/>
      <dgm:t>
        <a:bodyPr/>
        <a:lstStyle/>
        <a:p>
          <a:endParaRPr lang="en-US"/>
        </a:p>
      </dgm:t>
    </dgm:pt>
    <dgm:pt modelId="{46B34A5B-4B6A-432D-9E73-B96DE3A76EAA}" type="sibTrans" cxnId="{39B5F348-EF5F-4F98-8EA3-B3E84221D52F}">
      <dgm:prSet/>
      <dgm:spPr/>
      <dgm:t>
        <a:bodyPr/>
        <a:lstStyle/>
        <a:p>
          <a:endParaRPr lang="en-US"/>
        </a:p>
      </dgm:t>
    </dgm:pt>
    <dgm:pt modelId="{19F39FEA-D77A-FE42-9FBA-761637DE25D9}">
      <dgm:prSet/>
      <dgm:spPr/>
      <dgm:t>
        <a:bodyPr/>
        <a:lstStyle/>
        <a:p>
          <a:pPr>
            <a:lnSpc>
              <a:spcPct val="100000"/>
            </a:lnSpc>
            <a:defRPr cap="all"/>
          </a:pPr>
          <a:r>
            <a:rPr lang="en-US" dirty="0"/>
            <a:t>Receiving</a:t>
          </a:r>
        </a:p>
      </dgm:t>
    </dgm:pt>
    <dgm:pt modelId="{BD074237-40B9-0A43-9469-81F936CFA5F3}" type="parTrans" cxnId="{339F3A47-86BD-D74F-B87E-DD9379EAF81B}">
      <dgm:prSet/>
      <dgm:spPr/>
      <dgm:t>
        <a:bodyPr/>
        <a:lstStyle/>
        <a:p>
          <a:endParaRPr lang="en-US"/>
        </a:p>
      </dgm:t>
    </dgm:pt>
    <dgm:pt modelId="{7111E5BB-1EB2-394A-BDA1-A32B61617543}" type="sibTrans" cxnId="{339F3A47-86BD-D74F-B87E-DD9379EAF81B}">
      <dgm:prSet/>
      <dgm:spPr/>
      <dgm:t>
        <a:bodyPr/>
        <a:lstStyle/>
        <a:p>
          <a:endParaRPr lang="en-US"/>
        </a:p>
      </dgm:t>
    </dgm:pt>
    <dgm:pt modelId="{045863D8-75F8-2E4F-99CD-15112E109D5D}">
      <dgm:prSet/>
      <dgm:spPr/>
      <dgm:t>
        <a:bodyPr/>
        <a:lstStyle/>
        <a:p>
          <a:pPr>
            <a:lnSpc>
              <a:spcPct val="100000"/>
            </a:lnSpc>
            <a:defRPr cap="all"/>
          </a:pPr>
          <a:r>
            <a:rPr lang="en-US" dirty="0"/>
            <a:t>Responding</a:t>
          </a:r>
        </a:p>
      </dgm:t>
    </dgm:pt>
    <dgm:pt modelId="{C0F058DC-E557-2442-B69F-098A3E73B422}" type="parTrans" cxnId="{B652562C-60A9-D940-A8FA-84E6D97E0A33}">
      <dgm:prSet/>
      <dgm:spPr/>
      <dgm:t>
        <a:bodyPr/>
        <a:lstStyle/>
        <a:p>
          <a:endParaRPr lang="en-US"/>
        </a:p>
      </dgm:t>
    </dgm:pt>
    <dgm:pt modelId="{DB59313B-18B2-454A-95F3-20264852DBEE}" type="sibTrans" cxnId="{B652562C-60A9-D940-A8FA-84E6D97E0A33}">
      <dgm:prSet/>
      <dgm:spPr/>
      <dgm:t>
        <a:bodyPr/>
        <a:lstStyle/>
        <a:p>
          <a:endParaRPr lang="en-US"/>
        </a:p>
      </dgm:t>
    </dgm:pt>
    <dgm:pt modelId="{3F5B8E45-F058-4D50-BB59-43F60C2E0D98}" type="pres">
      <dgm:prSet presAssocID="{8E6DD9B5-3B48-4D91-ADDC-9A41998BFBA3}" presName="root" presStyleCnt="0">
        <dgm:presLayoutVars>
          <dgm:dir/>
          <dgm:resizeHandles val="exact"/>
        </dgm:presLayoutVars>
      </dgm:prSet>
      <dgm:spPr/>
    </dgm:pt>
    <dgm:pt modelId="{8CF73634-CC83-4D3A-B40F-C112510E185F}" type="pres">
      <dgm:prSet presAssocID="{D3F44E3B-6037-4FEF-9474-D67D0AD080DE}" presName="compNode" presStyleCnt="0"/>
      <dgm:spPr/>
    </dgm:pt>
    <dgm:pt modelId="{BB110040-450C-434D-A059-A177D9524A19}" type="pres">
      <dgm:prSet presAssocID="{D3F44E3B-6037-4FEF-9474-D67D0AD080DE}" presName="iconBgRect" presStyleLbl="bgShp" presStyleIdx="0" presStyleCnt="3"/>
      <dgm:spPr/>
    </dgm:pt>
    <dgm:pt modelId="{E8F4916E-83F2-41EC-92B5-1893B4A3E0CE}" type="pres">
      <dgm:prSet presAssocID="{D3F44E3B-6037-4FEF-9474-D67D0AD080D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phones"/>
        </a:ext>
      </dgm:extLst>
    </dgm:pt>
    <dgm:pt modelId="{062C6F04-C39D-4C52-BE3C-56A4DDB63B62}" type="pres">
      <dgm:prSet presAssocID="{D3F44E3B-6037-4FEF-9474-D67D0AD080DE}" presName="spaceRect" presStyleCnt="0"/>
      <dgm:spPr/>
    </dgm:pt>
    <dgm:pt modelId="{1AA8C257-E1FF-45F0-9A57-CA40B8D9A0BA}" type="pres">
      <dgm:prSet presAssocID="{D3F44E3B-6037-4FEF-9474-D67D0AD080DE}" presName="textRect" presStyleLbl="revTx" presStyleIdx="0" presStyleCnt="3">
        <dgm:presLayoutVars>
          <dgm:chMax val="1"/>
          <dgm:chPref val="1"/>
        </dgm:presLayoutVars>
      </dgm:prSet>
      <dgm:spPr/>
    </dgm:pt>
    <dgm:pt modelId="{E3ED4F7B-25FC-492F-BF44-45BACE840857}" type="pres">
      <dgm:prSet presAssocID="{46B34A5B-4B6A-432D-9E73-B96DE3A76EAA}" presName="sibTrans" presStyleCnt="0"/>
      <dgm:spPr/>
    </dgm:pt>
    <dgm:pt modelId="{FD5CF57F-ED3A-4958-81CB-274CF5E86702}" type="pres">
      <dgm:prSet presAssocID="{19F39FEA-D77A-FE42-9FBA-761637DE25D9}" presName="compNode" presStyleCnt="0"/>
      <dgm:spPr/>
    </dgm:pt>
    <dgm:pt modelId="{6DBF92DA-D9D1-42BF-89F4-BD81EC06E5D6}" type="pres">
      <dgm:prSet presAssocID="{19F39FEA-D77A-FE42-9FBA-761637DE25D9}" presName="iconBgRect" presStyleLbl="bgShp" presStyleIdx="1" presStyleCnt="3"/>
      <dgm:spPr/>
    </dgm:pt>
    <dgm:pt modelId="{FAD82710-D9AC-4F9A-AD40-D44981C02295}" type="pres">
      <dgm:prSet presAssocID="{19F39FEA-D77A-FE42-9FBA-761637DE25D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at"/>
        </a:ext>
      </dgm:extLst>
    </dgm:pt>
    <dgm:pt modelId="{A937B6A7-01F5-48DB-AFD2-03AF6A2490CF}" type="pres">
      <dgm:prSet presAssocID="{19F39FEA-D77A-FE42-9FBA-761637DE25D9}" presName="spaceRect" presStyleCnt="0"/>
      <dgm:spPr/>
    </dgm:pt>
    <dgm:pt modelId="{A61758F2-2780-45CA-BD4A-0967ACB79DF3}" type="pres">
      <dgm:prSet presAssocID="{19F39FEA-D77A-FE42-9FBA-761637DE25D9}" presName="textRect" presStyleLbl="revTx" presStyleIdx="1" presStyleCnt="3">
        <dgm:presLayoutVars>
          <dgm:chMax val="1"/>
          <dgm:chPref val="1"/>
        </dgm:presLayoutVars>
      </dgm:prSet>
      <dgm:spPr/>
    </dgm:pt>
    <dgm:pt modelId="{80EBF7CF-F0CE-4872-85E7-891D11321BD8}" type="pres">
      <dgm:prSet presAssocID="{7111E5BB-1EB2-394A-BDA1-A32B61617543}" presName="sibTrans" presStyleCnt="0"/>
      <dgm:spPr/>
    </dgm:pt>
    <dgm:pt modelId="{265084D6-6493-449F-AFCD-6001ED5482D2}" type="pres">
      <dgm:prSet presAssocID="{045863D8-75F8-2E4F-99CD-15112E109D5D}" presName="compNode" presStyleCnt="0"/>
      <dgm:spPr/>
    </dgm:pt>
    <dgm:pt modelId="{E661B3FF-8DFC-4857-9B01-2A7F8B349563}" type="pres">
      <dgm:prSet presAssocID="{045863D8-75F8-2E4F-99CD-15112E109D5D}" presName="iconBgRect" presStyleLbl="bgShp" presStyleIdx="2" presStyleCnt="3"/>
      <dgm:spPr/>
    </dgm:pt>
    <dgm:pt modelId="{5540EC30-49A6-4943-9FA9-2A78AAB181DA}" type="pres">
      <dgm:prSet presAssocID="{045863D8-75F8-2E4F-99CD-15112E109D5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miling Face with No Fill"/>
        </a:ext>
      </dgm:extLst>
    </dgm:pt>
    <dgm:pt modelId="{8041B377-F512-4D38-8003-2CE7257EE3DB}" type="pres">
      <dgm:prSet presAssocID="{045863D8-75F8-2E4F-99CD-15112E109D5D}" presName="spaceRect" presStyleCnt="0"/>
      <dgm:spPr/>
    </dgm:pt>
    <dgm:pt modelId="{553C3C50-661C-4992-B350-B75F4580834B}" type="pres">
      <dgm:prSet presAssocID="{045863D8-75F8-2E4F-99CD-15112E109D5D}" presName="textRect" presStyleLbl="revTx" presStyleIdx="2" presStyleCnt="3">
        <dgm:presLayoutVars>
          <dgm:chMax val="1"/>
          <dgm:chPref val="1"/>
        </dgm:presLayoutVars>
      </dgm:prSet>
      <dgm:spPr/>
    </dgm:pt>
  </dgm:ptLst>
  <dgm:cxnLst>
    <dgm:cxn modelId="{B1F1921B-BBAE-8040-A7EB-86BC5270BD3B}" type="presOf" srcId="{045863D8-75F8-2E4F-99CD-15112E109D5D}" destId="{553C3C50-661C-4992-B350-B75F4580834B}" srcOrd="0" destOrd="0" presId="urn:microsoft.com/office/officeart/2018/5/layout/IconCircleLabelList"/>
    <dgm:cxn modelId="{E70C3F21-A70B-354E-AD45-0E7D89F4703D}" type="presOf" srcId="{D3F44E3B-6037-4FEF-9474-D67D0AD080DE}" destId="{1AA8C257-E1FF-45F0-9A57-CA40B8D9A0BA}" srcOrd="0" destOrd="0" presId="urn:microsoft.com/office/officeart/2018/5/layout/IconCircleLabelList"/>
    <dgm:cxn modelId="{B652562C-60A9-D940-A8FA-84E6D97E0A33}" srcId="{8E6DD9B5-3B48-4D91-ADDC-9A41998BFBA3}" destId="{045863D8-75F8-2E4F-99CD-15112E109D5D}" srcOrd="2" destOrd="0" parTransId="{C0F058DC-E557-2442-B69F-098A3E73B422}" sibTransId="{DB59313B-18B2-454A-95F3-20264852DBEE}"/>
    <dgm:cxn modelId="{339F3A47-86BD-D74F-B87E-DD9379EAF81B}" srcId="{8E6DD9B5-3B48-4D91-ADDC-9A41998BFBA3}" destId="{19F39FEA-D77A-FE42-9FBA-761637DE25D9}" srcOrd="1" destOrd="0" parTransId="{BD074237-40B9-0A43-9469-81F936CFA5F3}" sibTransId="{7111E5BB-1EB2-394A-BDA1-A32B61617543}"/>
    <dgm:cxn modelId="{39B5F348-EF5F-4F98-8EA3-B3E84221D52F}" srcId="{8E6DD9B5-3B48-4D91-ADDC-9A41998BFBA3}" destId="{D3F44E3B-6037-4FEF-9474-D67D0AD080DE}" srcOrd="0" destOrd="0" parTransId="{C7EC8DE9-4B04-4EDB-9F8E-5DE43290D85B}" sibTransId="{46B34A5B-4B6A-432D-9E73-B96DE3A76EAA}"/>
    <dgm:cxn modelId="{2194F96B-5085-5A43-BE20-51525098C490}" type="presOf" srcId="{19F39FEA-D77A-FE42-9FBA-761637DE25D9}" destId="{A61758F2-2780-45CA-BD4A-0967ACB79DF3}" srcOrd="0" destOrd="0" presId="urn:microsoft.com/office/officeart/2018/5/layout/IconCircleLabelList"/>
    <dgm:cxn modelId="{2ECD457B-54EA-4B41-97EE-67E1B0B752A0}" type="presOf" srcId="{8E6DD9B5-3B48-4D91-ADDC-9A41998BFBA3}" destId="{3F5B8E45-F058-4D50-BB59-43F60C2E0D98}" srcOrd="0" destOrd="0" presId="urn:microsoft.com/office/officeart/2018/5/layout/IconCircleLabelList"/>
    <dgm:cxn modelId="{F42CEB28-56E3-F145-952F-2BBB17EE9EA3}" type="presParOf" srcId="{3F5B8E45-F058-4D50-BB59-43F60C2E0D98}" destId="{8CF73634-CC83-4D3A-B40F-C112510E185F}" srcOrd="0" destOrd="0" presId="urn:microsoft.com/office/officeart/2018/5/layout/IconCircleLabelList"/>
    <dgm:cxn modelId="{7CD62DBF-F22B-1C44-9D44-88A38BBFEA3B}" type="presParOf" srcId="{8CF73634-CC83-4D3A-B40F-C112510E185F}" destId="{BB110040-450C-434D-A059-A177D9524A19}" srcOrd="0" destOrd="0" presId="urn:microsoft.com/office/officeart/2018/5/layout/IconCircleLabelList"/>
    <dgm:cxn modelId="{D4DC7E1B-D8B4-CE48-94D6-C92D0AF2F9FA}" type="presParOf" srcId="{8CF73634-CC83-4D3A-B40F-C112510E185F}" destId="{E8F4916E-83F2-41EC-92B5-1893B4A3E0CE}" srcOrd="1" destOrd="0" presId="urn:microsoft.com/office/officeart/2018/5/layout/IconCircleLabelList"/>
    <dgm:cxn modelId="{82DB1BF7-4817-1942-B132-6D37D9D6CFEB}" type="presParOf" srcId="{8CF73634-CC83-4D3A-B40F-C112510E185F}" destId="{062C6F04-C39D-4C52-BE3C-56A4DDB63B62}" srcOrd="2" destOrd="0" presId="urn:microsoft.com/office/officeart/2018/5/layout/IconCircleLabelList"/>
    <dgm:cxn modelId="{2BF51AE8-231C-8B44-AD6B-966F65086E4B}" type="presParOf" srcId="{8CF73634-CC83-4D3A-B40F-C112510E185F}" destId="{1AA8C257-E1FF-45F0-9A57-CA40B8D9A0BA}" srcOrd="3" destOrd="0" presId="urn:microsoft.com/office/officeart/2018/5/layout/IconCircleLabelList"/>
    <dgm:cxn modelId="{2DABAABD-FAE2-3042-A34F-AE833364E2DA}" type="presParOf" srcId="{3F5B8E45-F058-4D50-BB59-43F60C2E0D98}" destId="{E3ED4F7B-25FC-492F-BF44-45BACE840857}" srcOrd="1" destOrd="0" presId="urn:microsoft.com/office/officeart/2018/5/layout/IconCircleLabelList"/>
    <dgm:cxn modelId="{7F4E0F16-8921-4E4D-BB5B-F99AD1DFCEDF}" type="presParOf" srcId="{3F5B8E45-F058-4D50-BB59-43F60C2E0D98}" destId="{FD5CF57F-ED3A-4958-81CB-274CF5E86702}" srcOrd="2" destOrd="0" presId="urn:microsoft.com/office/officeart/2018/5/layout/IconCircleLabelList"/>
    <dgm:cxn modelId="{595E39FC-FC6C-EC4B-8E8D-776B9296F948}" type="presParOf" srcId="{FD5CF57F-ED3A-4958-81CB-274CF5E86702}" destId="{6DBF92DA-D9D1-42BF-89F4-BD81EC06E5D6}" srcOrd="0" destOrd="0" presId="urn:microsoft.com/office/officeart/2018/5/layout/IconCircleLabelList"/>
    <dgm:cxn modelId="{AB7FEF75-CA35-FB42-B03B-9E8F8651637D}" type="presParOf" srcId="{FD5CF57F-ED3A-4958-81CB-274CF5E86702}" destId="{FAD82710-D9AC-4F9A-AD40-D44981C02295}" srcOrd="1" destOrd="0" presId="urn:microsoft.com/office/officeart/2018/5/layout/IconCircleLabelList"/>
    <dgm:cxn modelId="{19A3C42A-22E5-6B4C-8879-17B85237C8A6}" type="presParOf" srcId="{FD5CF57F-ED3A-4958-81CB-274CF5E86702}" destId="{A937B6A7-01F5-48DB-AFD2-03AF6A2490CF}" srcOrd="2" destOrd="0" presId="urn:microsoft.com/office/officeart/2018/5/layout/IconCircleLabelList"/>
    <dgm:cxn modelId="{276F8051-74F2-E24A-B50C-A905BDB32A57}" type="presParOf" srcId="{FD5CF57F-ED3A-4958-81CB-274CF5E86702}" destId="{A61758F2-2780-45CA-BD4A-0967ACB79DF3}" srcOrd="3" destOrd="0" presId="urn:microsoft.com/office/officeart/2018/5/layout/IconCircleLabelList"/>
    <dgm:cxn modelId="{65565270-1580-F84A-89D1-A51827A09B4D}" type="presParOf" srcId="{3F5B8E45-F058-4D50-BB59-43F60C2E0D98}" destId="{80EBF7CF-F0CE-4872-85E7-891D11321BD8}" srcOrd="3" destOrd="0" presId="urn:microsoft.com/office/officeart/2018/5/layout/IconCircleLabelList"/>
    <dgm:cxn modelId="{E558A4E6-D46E-5D44-ABB3-506213E26FC2}" type="presParOf" srcId="{3F5B8E45-F058-4D50-BB59-43F60C2E0D98}" destId="{265084D6-6493-449F-AFCD-6001ED5482D2}" srcOrd="4" destOrd="0" presId="urn:microsoft.com/office/officeart/2018/5/layout/IconCircleLabelList"/>
    <dgm:cxn modelId="{83127A22-525E-114F-9992-3CAFB0B44E31}" type="presParOf" srcId="{265084D6-6493-449F-AFCD-6001ED5482D2}" destId="{E661B3FF-8DFC-4857-9B01-2A7F8B349563}" srcOrd="0" destOrd="0" presId="urn:microsoft.com/office/officeart/2018/5/layout/IconCircleLabelList"/>
    <dgm:cxn modelId="{BE1C3459-3DBB-914E-98BC-4099982D739A}" type="presParOf" srcId="{265084D6-6493-449F-AFCD-6001ED5482D2}" destId="{5540EC30-49A6-4943-9FA9-2A78AAB181DA}" srcOrd="1" destOrd="0" presId="urn:microsoft.com/office/officeart/2018/5/layout/IconCircleLabelList"/>
    <dgm:cxn modelId="{A1972C79-1376-8645-BE60-09F4261F283E}" type="presParOf" srcId="{265084D6-6493-449F-AFCD-6001ED5482D2}" destId="{8041B377-F512-4D38-8003-2CE7257EE3DB}" srcOrd="2" destOrd="0" presId="urn:microsoft.com/office/officeart/2018/5/layout/IconCircleLabelList"/>
    <dgm:cxn modelId="{45312D38-87AB-7140-A7BE-889D2A9C7BA9}" type="presParOf" srcId="{265084D6-6493-449F-AFCD-6001ED5482D2}" destId="{553C3C50-661C-4992-B350-B75F4580834B}"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0B6D4B1-C26C-4886-9FBD-2089B8CC5B55}" type="doc">
      <dgm:prSet loTypeId="urn:microsoft.com/office/officeart/2008/layout/VerticalCurvedList" loCatId="" qsTypeId="urn:microsoft.com/office/officeart/2005/8/quickstyle/simple1" qsCatId="simple" csTypeId="urn:microsoft.com/office/officeart/2005/8/colors/accent1_2" csCatId="accent1" phldr="1"/>
      <dgm:spPr/>
      <dgm:t>
        <a:bodyPr/>
        <a:lstStyle/>
        <a:p>
          <a:endParaRPr lang="en-US"/>
        </a:p>
      </dgm:t>
    </dgm:pt>
    <dgm:pt modelId="{73245191-6BB6-4DE8-B7F8-FFDE51F382C5}">
      <dgm:prSet/>
      <dgm:spPr>
        <a:solidFill>
          <a:schemeClr val="accent1">
            <a:lumMod val="75000"/>
          </a:schemeClr>
        </a:solidFill>
      </dgm:spPr>
      <dgm:t>
        <a:bodyPr/>
        <a:lstStyle/>
        <a:p>
          <a:r>
            <a:rPr lang="en-US" dirty="0"/>
            <a:t>Eye Contact</a:t>
          </a:r>
        </a:p>
      </dgm:t>
    </dgm:pt>
    <dgm:pt modelId="{E8E88511-8AB1-4A42-A7CF-82BA5087DF21}" type="parTrans" cxnId="{0887E9F2-0455-42E0-A801-990034EB2B42}">
      <dgm:prSet/>
      <dgm:spPr/>
      <dgm:t>
        <a:bodyPr/>
        <a:lstStyle/>
        <a:p>
          <a:endParaRPr lang="en-US"/>
        </a:p>
      </dgm:t>
    </dgm:pt>
    <dgm:pt modelId="{743975B5-B0E2-46F5-A9A6-9B234236CCF1}" type="sibTrans" cxnId="{0887E9F2-0455-42E0-A801-990034EB2B42}">
      <dgm:prSet/>
      <dgm:spPr/>
      <dgm:t>
        <a:bodyPr/>
        <a:lstStyle/>
        <a:p>
          <a:endParaRPr lang="en-US"/>
        </a:p>
      </dgm:t>
    </dgm:pt>
    <dgm:pt modelId="{E6E54627-D5D7-416F-943D-46EEDEE82905}">
      <dgm:prSet/>
      <dgm:spPr>
        <a:solidFill>
          <a:schemeClr val="accent1">
            <a:lumMod val="75000"/>
          </a:schemeClr>
        </a:solidFill>
      </dgm:spPr>
      <dgm:t>
        <a:bodyPr/>
        <a:lstStyle/>
        <a:p>
          <a:r>
            <a:rPr lang="en-US" dirty="0"/>
            <a:t>Listen to Understand</a:t>
          </a:r>
        </a:p>
      </dgm:t>
    </dgm:pt>
    <dgm:pt modelId="{8E7F8014-DA34-4BA3-BF54-5DA2456D3D01}" type="parTrans" cxnId="{5B3FB62E-C6EA-4C99-8783-42CD1663191E}">
      <dgm:prSet/>
      <dgm:spPr/>
      <dgm:t>
        <a:bodyPr/>
        <a:lstStyle/>
        <a:p>
          <a:endParaRPr lang="en-US"/>
        </a:p>
      </dgm:t>
    </dgm:pt>
    <dgm:pt modelId="{BA5CB2F3-9240-451E-A8F1-B7ECB4674EB0}" type="sibTrans" cxnId="{5B3FB62E-C6EA-4C99-8783-42CD1663191E}">
      <dgm:prSet/>
      <dgm:spPr/>
      <dgm:t>
        <a:bodyPr/>
        <a:lstStyle/>
        <a:p>
          <a:endParaRPr lang="en-US"/>
        </a:p>
      </dgm:t>
    </dgm:pt>
    <dgm:pt modelId="{1532722F-795B-48CC-86B0-829081A9D798}">
      <dgm:prSet/>
      <dgm:spPr>
        <a:solidFill>
          <a:schemeClr val="accent1">
            <a:lumMod val="75000"/>
          </a:schemeClr>
        </a:solidFill>
      </dgm:spPr>
      <dgm:t>
        <a:bodyPr/>
        <a:lstStyle/>
        <a:p>
          <a:r>
            <a:rPr lang="en-US" dirty="0"/>
            <a:t>Watch body language for clues</a:t>
          </a:r>
        </a:p>
      </dgm:t>
    </dgm:pt>
    <dgm:pt modelId="{A37C0599-109E-49D3-9B65-1F071DE026A5}" type="parTrans" cxnId="{DBE099CA-6F83-4159-9184-BF2C1F4AC84D}">
      <dgm:prSet/>
      <dgm:spPr/>
      <dgm:t>
        <a:bodyPr/>
        <a:lstStyle/>
        <a:p>
          <a:endParaRPr lang="en-US"/>
        </a:p>
      </dgm:t>
    </dgm:pt>
    <dgm:pt modelId="{7524B7AA-97D8-4A1B-AE16-ECCA21CB8E1F}" type="sibTrans" cxnId="{DBE099CA-6F83-4159-9184-BF2C1F4AC84D}">
      <dgm:prSet/>
      <dgm:spPr/>
      <dgm:t>
        <a:bodyPr/>
        <a:lstStyle/>
        <a:p>
          <a:endParaRPr lang="en-US"/>
        </a:p>
      </dgm:t>
    </dgm:pt>
    <dgm:pt modelId="{4B69516D-BB70-44F2-AE9F-81E8968C36AD}">
      <dgm:prSet/>
      <dgm:spPr>
        <a:solidFill>
          <a:schemeClr val="accent1">
            <a:lumMod val="75000"/>
          </a:schemeClr>
        </a:solidFill>
      </dgm:spPr>
      <dgm:t>
        <a:bodyPr/>
        <a:lstStyle/>
        <a:p>
          <a:r>
            <a:rPr lang="en-US" dirty="0"/>
            <a:t>Repeat back to ensure you understand</a:t>
          </a:r>
        </a:p>
      </dgm:t>
    </dgm:pt>
    <dgm:pt modelId="{F10C25DA-1423-4593-9E76-BB63B002DA39}" type="parTrans" cxnId="{8FCB8B33-9129-456E-A040-363C5FB7D46E}">
      <dgm:prSet/>
      <dgm:spPr/>
      <dgm:t>
        <a:bodyPr/>
        <a:lstStyle/>
        <a:p>
          <a:endParaRPr lang="en-US"/>
        </a:p>
      </dgm:t>
    </dgm:pt>
    <dgm:pt modelId="{DB24A026-B0B6-429A-A543-52543743C049}" type="sibTrans" cxnId="{8FCB8B33-9129-456E-A040-363C5FB7D46E}">
      <dgm:prSet/>
      <dgm:spPr/>
      <dgm:t>
        <a:bodyPr/>
        <a:lstStyle/>
        <a:p>
          <a:endParaRPr lang="en-US"/>
        </a:p>
      </dgm:t>
    </dgm:pt>
    <dgm:pt modelId="{6E3942DA-3ED6-C44F-A828-8F35FC8A78ED}">
      <dgm:prSet/>
      <dgm:spPr>
        <a:solidFill>
          <a:schemeClr val="accent1">
            <a:lumMod val="75000"/>
          </a:schemeClr>
        </a:solidFill>
      </dgm:spPr>
      <dgm:t>
        <a:bodyPr/>
        <a:lstStyle/>
        <a:p>
          <a:r>
            <a:rPr lang="en-US" dirty="0"/>
            <a:t>Acknowledge and pay respect</a:t>
          </a:r>
        </a:p>
      </dgm:t>
    </dgm:pt>
    <dgm:pt modelId="{3B126824-2EBA-2746-9F6C-6F2FAF6F00FB}" type="parTrans" cxnId="{FF1709DD-5AAC-0242-9B3E-FB946CDF9931}">
      <dgm:prSet/>
      <dgm:spPr/>
    </dgm:pt>
    <dgm:pt modelId="{6E238BCF-F663-1944-AF75-729A65066F96}" type="sibTrans" cxnId="{FF1709DD-5AAC-0242-9B3E-FB946CDF9931}">
      <dgm:prSet/>
      <dgm:spPr/>
    </dgm:pt>
    <dgm:pt modelId="{3D629387-F850-DB47-8CEE-CBD45A567564}" type="pres">
      <dgm:prSet presAssocID="{90B6D4B1-C26C-4886-9FBD-2089B8CC5B55}" presName="Name0" presStyleCnt="0">
        <dgm:presLayoutVars>
          <dgm:chMax val="7"/>
          <dgm:chPref val="7"/>
          <dgm:dir/>
        </dgm:presLayoutVars>
      </dgm:prSet>
      <dgm:spPr/>
    </dgm:pt>
    <dgm:pt modelId="{7D9680EE-1CE8-1743-9E69-2205131AC82F}" type="pres">
      <dgm:prSet presAssocID="{90B6D4B1-C26C-4886-9FBD-2089B8CC5B55}" presName="Name1" presStyleCnt="0"/>
      <dgm:spPr/>
    </dgm:pt>
    <dgm:pt modelId="{6FC161E3-B39C-4047-B90B-AD3EB983CF2A}" type="pres">
      <dgm:prSet presAssocID="{90B6D4B1-C26C-4886-9FBD-2089B8CC5B55}" presName="cycle" presStyleCnt="0"/>
      <dgm:spPr/>
    </dgm:pt>
    <dgm:pt modelId="{656C1248-8B1F-324C-80E0-D3E966CDE036}" type="pres">
      <dgm:prSet presAssocID="{90B6D4B1-C26C-4886-9FBD-2089B8CC5B55}" presName="srcNode" presStyleLbl="node1" presStyleIdx="0" presStyleCnt="5"/>
      <dgm:spPr/>
    </dgm:pt>
    <dgm:pt modelId="{5D2E88AC-1AC2-4041-AC49-FEC7104035B1}" type="pres">
      <dgm:prSet presAssocID="{90B6D4B1-C26C-4886-9FBD-2089B8CC5B55}" presName="conn" presStyleLbl="parChTrans1D2" presStyleIdx="0" presStyleCnt="1"/>
      <dgm:spPr/>
    </dgm:pt>
    <dgm:pt modelId="{691E50DC-33BE-E245-968E-01A9BB66FC92}" type="pres">
      <dgm:prSet presAssocID="{90B6D4B1-C26C-4886-9FBD-2089B8CC5B55}" presName="extraNode" presStyleLbl="node1" presStyleIdx="0" presStyleCnt="5"/>
      <dgm:spPr/>
    </dgm:pt>
    <dgm:pt modelId="{D7B13529-F4DF-D844-9F39-F4708A80C63D}" type="pres">
      <dgm:prSet presAssocID="{90B6D4B1-C26C-4886-9FBD-2089B8CC5B55}" presName="dstNode" presStyleLbl="node1" presStyleIdx="0" presStyleCnt="5"/>
      <dgm:spPr/>
    </dgm:pt>
    <dgm:pt modelId="{44F182F3-C887-1D46-8B37-AC8EDABDFFB4}" type="pres">
      <dgm:prSet presAssocID="{73245191-6BB6-4DE8-B7F8-FFDE51F382C5}" presName="text_1" presStyleLbl="node1" presStyleIdx="0" presStyleCnt="5">
        <dgm:presLayoutVars>
          <dgm:bulletEnabled val="1"/>
        </dgm:presLayoutVars>
      </dgm:prSet>
      <dgm:spPr/>
    </dgm:pt>
    <dgm:pt modelId="{76789CF2-1340-2645-95A8-CC8ADB42EBC6}" type="pres">
      <dgm:prSet presAssocID="{73245191-6BB6-4DE8-B7F8-FFDE51F382C5}" presName="accent_1" presStyleCnt="0"/>
      <dgm:spPr/>
    </dgm:pt>
    <dgm:pt modelId="{F1A56BA6-77B9-C74E-9614-4857CFCF868E}" type="pres">
      <dgm:prSet presAssocID="{73245191-6BB6-4DE8-B7F8-FFDE51F382C5}" presName="accentRepeatNode" presStyleLbl="solidFgAcc1" presStyleIdx="0" presStyleCnt="5"/>
      <dgm:spPr/>
    </dgm:pt>
    <dgm:pt modelId="{BF727EA5-7C11-B64D-A029-D2639FCF1525}" type="pres">
      <dgm:prSet presAssocID="{E6E54627-D5D7-416F-943D-46EEDEE82905}" presName="text_2" presStyleLbl="node1" presStyleIdx="1" presStyleCnt="5">
        <dgm:presLayoutVars>
          <dgm:bulletEnabled val="1"/>
        </dgm:presLayoutVars>
      </dgm:prSet>
      <dgm:spPr/>
    </dgm:pt>
    <dgm:pt modelId="{84FCC1B0-0902-BE42-966B-F42C75E8A293}" type="pres">
      <dgm:prSet presAssocID="{E6E54627-D5D7-416F-943D-46EEDEE82905}" presName="accent_2" presStyleCnt="0"/>
      <dgm:spPr/>
    </dgm:pt>
    <dgm:pt modelId="{0D763585-B653-5842-81B7-3999595F7290}" type="pres">
      <dgm:prSet presAssocID="{E6E54627-D5D7-416F-943D-46EEDEE82905}" presName="accentRepeatNode" presStyleLbl="solidFgAcc1" presStyleIdx="1" presStyleCnt="5"/>
      <dgm:spPr/>
    </dgm:pt>
    <dgm:pt modelId="{3F7FAE3C-A58D-A14A-A791-D8489AC1D254}" type="pres">
      <dgm:prSet presAssocID="{1532722F-795B-48CC-86B0-829081A9D798}" presName="text_3" presStyleLbl="node1" presStyleIdx="2" presStyleCnt="5">
        <dgm:presLayoutVars>
          <dgm:bulletEnabled val="1"/>
        </dgm:presLayoutVars>
      </dgm:prSet>
      <dgm:spPr/>
    </dgm:pt>
    <dgm:pt modelId="{EFDFE108-422E-D84D-ABF5-5F6A2BA58B96}" type="pres">
      <dgm:prSet presAssocID="{1532722F-795B-48CC-86B0-829081A9D798}" presName="accent_3" presStyleCnt="0"/>
      <dgm:spPr/>
    </dgm:pt>
    <dgm:pt modelId="{9F707BED-ED4C-E84E-8178-A3BC1A883915}" type="pres">
      <dgm:prSet presAssocID="{1532722F-795B-48CC-86B0-829081A9D798}" presName="accentRepeatNode" presStyleLbl="solidFgAcc1" presStyleIdx="2" presStyleCnt="5"/>
      <dgm:spPr/>
    </dgm:pt>
    <dgm:pt modelId="{3676A7FE-1D00-4C4D-807D-C8B251C769B6}" type="pres">
      <dgm:prSet presAssocID="{6E3942DA-3ED6-C44F-A828-8F35FC8A78ED}" presName="text_4" presStyleLbl="node1" presStyleIdx="3" presStyleCnt="5">
        <dgm:presLayoutVars>
          <dgm:bulletEnabled val="1"/>
        </dgm:presLayoutVars>
      </dgm:prSet>
      <dgm:spPr/>
    </dgm:pt>
    <dgm:pt modelId="{C2BD5697-0AEC-8E45-B97F-37801DC2589C}" type="pres">
      <dgm:prSet presAssocID="{6E3942DA-3ED6-C44F-A828-8F35FC8A78ED}" presName="accent_4" presStyleCnt="0"/>
      <dgm:spPr/>
    </dgm:pt>
    <dgm:pt modelId="{6580E38D-1291-DD41-8065-3649FC386AAD}" type="pres">
      <dgm:prSet presAssocID="{6E3942DA-3ED6-C44F-A828-8F35FC8A78ED}" presName="accentRepeatNode" presStyleLbl="solidFgAcc1" presStyleIdx="3" presStyleCnt="5"/>
      <dgm:spPr/>
    </dgm:pt>
    <dgm:pt modelId="{FD8E448F-1C43-DD43-97B2-718943440423}" type="pres">
      <dgm:prSet presAssocID="{4B69516D-BB70-44F2-AE9F-81E8968C36AD}" presName="text_5" presStyleLbl="node1" presStyleIdx="4" presStyleCnt="5">
        <dgm:presLayoutVars>
          <dgm:bulletEnabled val="1"/>
        </dgm:presLayoutVars>
      </dgm:prSet>
      <dgm:spPr/>
    </dgm:pt>
    <dgm:pt modelId="{5D8EE4B3-3760-B94D-894B-677FE7B304B3}" type="pres">
      <dgm:prSet presAssocID="{4B69516D-BB70-44F2-AE9F-81E8968C36AD}" presName="accent_5" presStyleCnt="0"/>
      <dgm:spPr/>
    </dgm:pt>
    <dgm:pt modelId="{DE134FAB-1507-D843-BE17-1AB99BB3EBE4}" type="pres">
      <dgm:prSet presAssocID="{4B69516D-BB70-44F2-AE9F-81E8968C36AD}" presName="accentRepeatNode" presStyleLbl="solidFgAcc1" presStyleIdx="4" presStyleCnt="5"/>
      <dgm:spPr/>
    </dgm:pt>
  </dgm:ptLst>
  <dgm:cxnLst>
    <dgm:cxn modelId="{36B70928-BFED-4546-A9DF-8F480667CC6F}" type="presOf" srcId="{E6E54627-D5D7-416F-943D-46EEDEE82905}" destId="{BF727EA5-7C11-B64D-A029-D2639FCF1525}" srcOrd="0" destOrd="0" presId="urn:microsoft.com/office/officeart/2008/layout/VerticalCurvedList"/>
    <dgm:cxn modelId="{5B3FB62E-C6EA-4C99-8783-42CD1663191E}" srcId="{90B6D4B1-C26C-4886-9FBD-2089B8CC5B55}" destId="{E6E54627-D5D7-416F-943D-46EEDEE82905}" srcOrd="1" destOrd="0" parTransId="{8E7F8014-DA34-4BA3-BF54-5DA2456D3D01}" sibTransId="{BA5CB2F3-9240-451E-A8F1-B7ECB4674EB0}"/>
    <dgm:cxn modelId="{8FCB8B33-9129-456E-A040-363C5FB7D46E}" srcId="{90B6D4B1-C26C-4886-9FBD-2089B8CC5B55}" destId="{4B69516D-BB70-44F2-AE9F-81E8968C36AD}" srcOrd="4" destOrd="0" parTransId="{F10C25DA-1423-4593-9E76-BB63B002DA39}" sibTransId="{DB24A026-B0B6-429A-A543-52543743C049}"/>
    <dgm:cxn modelId="{96810F3C-8DE4-E242-8465-D1A5C3196B7C}" type="presOf" srcId="{743975B5-B0E2-46F5-A9A6-9B234236CCF1}" destId="{5D2E88AC-1AC2-4041-AC49-FEC7104035B1}" srcOrd="0" destOrd="0" presId="urn:microsoft.com/office/officeart/2008/layout/VerticalCurvedList"/>
    <dgm:cxn modelId="{7998CF4E-BADE-FE47-A68C-37CD7E94586C}" type="presOf" srcId="{4B69516D-BB70-44F2-AE9F-81E8968C36AD}" destId="{FD8E448F-1C43-DD43-97B2-718943440423}" srcOrd="0" destOrd="0" presId="urn:microsoft.com/office/officeart/2008/layout/VerticalCurvedList"/>
    <dgm:cxn modelId="{F631E265-8A3E-7342-B964-A6D68A8CCCFA}" type="presOf" srcId="{73245191-6BB6-4DE8-B7F8-FFDE51F382C5}" destId="{44F182F3-C887-1D46-8B37-AC8EDABDFFB4}" srcOrd="0" destOrd="0" presId="urn:microsoft.com/office/officeart/2008/layout/VerticalCurvedList"/>
    <dgm:cxn modelId="{7D5BD4BC-8EFB-5E4E-8C79-C890B9A38251}" type="presOf" srcId="{6E3942DA-3ED6-C44F-A828-8F35FC8A78ED}" destId="{3676A7FE-1D00-4C4D-807D-C8B251C769B6}" srcOrd="0" destOrd="0" presId="urn:microsoft.com/office/officeart/2008/layout/VerticalCurvedList"/>
    <dgm:cxn modelId="{DBE099CA-6F83-4159-9184-BF2C1F4AC84D}" srcId="{90B6D4B1-C26C-4886-9FBD-2089B8CC5B55}" destId="{1532722F-795B-48CC-86B0-829081A9D798}" srcOrd="2" destOrd="0" parTransId="{A37C0599-109E-49D3-9B65-1F071DE026A5}" sibTransId="{7524B7AA-97D8-4A1B-AE16-ECCA21CB8E1F}"/>
    <dgm:cxn modelId="{F27D4AD3-66FC-7549-9E80-E7AF0A6D6AA5}" type="presOf" srcId="{90B6D4B1-C26C-4886-9FBD-2089B8CC5B55}" destId="{3D629387-F850-DB47-8CEE-CBD45A567564}" srcOrd="0" destOrd="0" presId="urn:microsoft.com/office/officeart/2008/layout/VerticalCurvedList"/>
    <dgm:cxn modelId="{4AA86FD9-BB3E-C54A-98A0-C71312CE2B41}" type="presOf" srcId="{1532722F-795B-48CC-86B0-829081A9D798}" destId="{3F7FAE3C-A58D-A14A-A791-D8489AC1D254}" srcOrd="0" destOrd="0" presId="urn:microsoft.com/office/officeart/2008/layout/VerticalCurvedList"/>
    <dgm:cxn modelId="{FF1709DD-5AAC-0242-9B3E-FB946CDF9931}" srcId="{90B6D4B1-C26C-4886-9FBD-2089B8CC5B55}" destId="{6E3942DA-3ED6-C44F-A828-8F35FC8A78ED}" srcOrd="3" destOrd="0" parTransId="{3B126824-2EBA-2746-9F6C-6F2FAF6F00FB}" sibTransId="{6E238BCF-F663-1944-AF75-729A65066F96}"/>
    <dgm:cxn modelId="{0887E9F2-0455-42E0-A801-990034EB2B42}" srcId="{90B6D4B1-C26C-4886-9FBD-2089B8CC5B55}" destId="{73245191-6BB6-4DE8-B7F8-FFDE51F382C5}" srcOrd="0" destOrd="0" parTransId="{E8E88511-8AB1-4A42-A7CF-82BA5087DF21}" sibTransId="{743975B5-B0E2-46F5-A9A6-9B234236CCF1}"/>
    <dgm:cxn modelId="{32A01664-6D9F-BD45-8ABC-EF893B4C1B75}" type="presParOf" srcId="{3D629387-F850-DB47-8CEE-CBD45A567564}" destId="{7D9680EE-1CE8-1743-9E69-2205131AC82F}" srcOrd="0" destOrd="0" presId="urn:microsoft.com/office/officeart/2008/layout/VerticalCurvedList"/>
    <dgm:cxn modelId="{321C84A2-B117-E743-93DD-1465AB538B4C}" type="presParOf" srcId="{7D9680EE-1CE8-1743-9E69-2205131AC82F}" destId="{6FC161E3-B39C-4047-B90B-AD3EB983CF2A}" srcOrd="0" destOrd="0" presId="urn:microsoft.com/office/officeart/2008/layout/VerticalCurvedList"/>
    <dgm:cxn modelId="{CD3E7C8D-B410-9849-9047-28BA3FB48DC4}" type="presParOf" srcId="{6FC161E3-B39C-4047-B90B-AD3EB983CF2A}" destId="{656C1248-8B1F-324C-80E0-D3E966CDE036}" srcOrd="0" destOrd="0" presId="urn:microsoft.com/office/officeart/2008/layout/VerticalCurvedList"/>
    <dgm:cxn modelId="{91E5716B-2810-4C4F-9675-E28769281F8F}" type="presParOf" srcId="{6FC161E3-B39C-4047-B90B-AD3EB983CF2A}" destId="{5D2E88AC-1AC2-4041-AC49-FEC7104035B1}" srcOrd="1" destOrd="0" presId="urn:microsoft.com/office/officeart/2008/layout/VerticalCurvedList"/>
    <dgm:cxn modelId="{0A531C9A-63DE-934B-BC31-39FD3B2123E0}" type="presParOf" srcId="{6FC161E3-B39C-4047-B90B-AD3EB983CF2A}" destId="{691E50DC-33BE-E245-968E-01A9BB66FC92}" srcOrd="2" destOrd="0" presId="urn:microsoft.com/office/officeart/2008/layout/VerticalCurvedList"/>
    <dgm:cxn modelId="{5E346433-956C-FC40-A453-DD1EC91FFCC1}" type="presParOf" srcId="{6FC161E3-B39C-4047-B90B-AD3EB983CF2A}" destId="{D7B13529-F4DF-D844-9F39-F4708A80C63D}" srcOrd="3" destOrd="0" presId="urn:microsoft.com/office/officeart/2008/layout/VerticalCurvedList"/>
    <dgm:cxn modelId="{B9D9B511-A31F-974D-AF2C-C96D31E920F4}" type="presParOf" srcId="{7D9680EE-1CE8-1743-9E69-2205131AC82F}" destId="{44F182F3-C887-1D46-8B37-AC8EDABDFFB4}" srcOrd="1" destOrd="0" presId="urn:microsoft.com/office/officeart/2008/layout/VerticalCurvedList"/>
    <dgm:cxn modelId="{9D4D1B4A-0615-6941-9D5E-8F6D7A94E429}" type="presParOf" srcId="{7D9680EE-1CE8-1743-9E69-2205131AC82F}" destId="{76789CF2-1340-2645-95A8-CC8ADB42EBC6}" srcOrd="2" destOrd="0" presId="urn:microsoft.com/office/officeart/2008/layout/VerticalCurvedList"/>
    <dgm:cxn modelId="{061CAC6C-4B5F-B64E-AAD5-F4FC1550F724}" type="presParOf" srcId="{76789CF2-1340-2645-95A8-CC8ADB42EBC6}" destId="{F1A56BA6-77B9-C74E-9614-4857CFCF868E}" srcOrd="0" destOrd="0" presId="urn:microsoft.com/office/officeart/2008/layout/VerticalCurvedList"/>
    <dgm:cxn modelId="{6259241C-3018-E14F-A514-D4A73BACBBB3}" type="presParOf" srcId="{7D9680EE-1CE8-1743-9E69-2205131AC82F}" destId="{BF727EA5-7C11-B64D-A029-D2639FCF1525}" srcOrd="3" destOrd="0" presId="urn:microsoft.com/office/officeart/2008/layout/VerticalCurvedList"/>
    <dgm:cxn modelId="{20AC26EF-7A0C-9B49-9ADC-B7DAC67E4347}" type="presParOf" srcId="{7D9680EE-1CE8-1743-9E69-2205131AC82F}" destId="{84FCC1B0-0902-BE42-966B-F42C75E8A293}" srcOrd="4" destOrd="0" presId="urn:microsoft.com/office/officeart/2008/layout/VerticalCurvedList"/>
    <dgm:cxn modelId="{B3765B80-2820-2044-A55C-CAEDD2A4AA9E}" type="presParOf" srcId="{84FCC1B0-0902-BE42-966B-F42C75E8A293}" destId="{0D763585-B653-5842-81B7-3999595F7290}" srcOrd="0" destOrd="0" presId="urn:microsoft.com/office/officeart/2008/layout/VerticalCurvedList"/>
    <dgm:cxn modelId="{CC8D8A4E-861D-4F4C-BEDE-5F186EFFC799}" type="presParOf" srcId="{7D9680EE-1CE8-1743-9E69-2205131AC82F}" destId="{3F7FAE3C-A58D-A14A-A791-D8489AC1D254}" srcOrd="5" destOrd="0" presId="urn:microsoft.com/office/officeart/2008/layout/VerticalCurvedList"/>
    <dgm:cxn modelId="{7BBAD26E-5E1C-214E-89A0-ACE87CF1F2A4}" type="presParOf" srcId="{7D9680EE-1CE8-1743-9E69-2205131AC82F}" destId="{EFDFE108-422E-D84D-ABF5-5F6A2BA58B96}" srcOrd="6" destOrd="0" presId="urn:microsoft.com/office/officeart/2008/layout/VerticalCurvedList"/>
    <dgm:cxn modelId="{EE9BF25F-0F9F-0944-8812-0E8FC2AB1E11}" type="presParOf" srcId="{EFDFE108-422E-D84D-ABF5-5F6A2BA58B96}" destId="{9F707BED-ED4C-E84E-8178-A3BC1A883915}" srcOrd="0" destOrd="0" presId="urn:microsoft.com/office/officeart/2008/layout/VerticalCurvedList"/>
    <dgm:cxn modelId="{89F42FCE-50A9-6D41-824E-37B64F978767}" type="presParOf" srcId="{7D9680EE-1CE8-1743-9E69-2205131AC82F}" destId="{3676A7FE-1D00-4C4D-807D-C8B251C769B6}" srcOrd="7" destOrd="0" presId="urn:microsoft.com/office/officeart/2008/layout/VerticalCurvedList"/>
    <dgm:cxn modelId="{467F252D-D241-1E4E-8BB7-E01E20CB2CA8}" type="presParOf" srcId="{7D9680EE-1CE8-1743-9E69-2205131AC82F}" destId="{C2BD5697-0AEC-8E45-B97F-37801DC2589C}" srcOrd="8" destOrd="0" presId="urn:microsoft.com/office/officeart/2008/layout/VerticalCurvedList"/>
    <dgm:cxn modelId="{9D02B188-5815-404E-BF12-3280B0035DF2}" type="presParOf" srcId="{C2BD5697-0AEC-8E45-B97F-37801DC2589C}" destId="{6580E38D-1291-DD41-8065-3649FC386AAD}" srcOrd="0" destOrd="0" presId="urn:microsoft.com/office/officeart/2008/layout/VerticalCurvedList"/>
    <dgm:cxn modelId="{72AAA946-BD80-7443-8363-E928D2A8DD6F}" type="presParOf" srcId="{7D9680EE-1CE8-1743-9E69-2205131AC82F}" destId="{FD8E448F-1C43-DD43-97B2-718943440423}" srcOrd="9" destOrd="0" presId="urn:microsoft.com/office/officeart/2008/layout/VerticalCurvedList"/>
    <dgm:cxn modelId="{0094B9E5-D070-1249-81B7-BB15D7C2B87D}" type="presParOf" srcId="{7D9680EE-1CE8-1743-9E69-2205131AC82F}" destId="{5D8EE4B3-3760-B94D-894B-677FE7B304B3}" srcOrd="10" destOrd="0" presId="urn:microsoft.com/office/officeart/2008/layout/VerticalCurvedList"/>
    <dgm:cxn modelId="{91307A2E-5605-2E43-8036-28A2FA429C47}" type="presParOf" srcId="{5D8EE4B3-3760-B94D-894B-677FE7B304B3}" destId="{DE134FAB-1507-D843-BE17-1AB99BB3EBE4}"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A90ADBD-54B5-4789-B335-62B2786D099E}" type="doc">
      <dgm:prSet loTypeId="urn:microsoft.com/office/officeart/2016/7/layout/RepeatingBendingProcessNew" loCatId="process" qsTypeId="urn:microsoft.com/office/officeart/2005/8/quickstyle/simple1" qsCatId="simple" csTypeId="urn:microsoft.com/office/officeart/2005/8/colors/colorful5" csCatId="colorful" phldr="1"/>
      <dgm:spPr/>
      <dgm:t>
        <a:bodyPr/>
        <a:lstStyle/>
        <a:p>
          <a:endParaRPr lang="en-US"/>
        </a:p>
      </dgm:t>
    </dgm:pt>
    <dgm:pt modelId="{15F87155-95C2-428B-8130-C5138FEE9314}">
      <dgm:prSet/>
      <dgm:spPr/>
      <dgm:t>
        <a:bodyPr/>
        <a:lstStyle/>
        <a:p>
          <a:r>
            <a:rPr lang="en-US" dirty="0"/>
            <a:t>Select a time you both can provide undivided attention.</a:t>
          </a:r>
        </a:p>
      </dgm:t>
    </dgm:pt>
    <dgm:pt modelId="{F604DFFA-992C-468A-B6C2-B6617BEB5423}" type="parTrans" cxnId="{B39698D8-EFB1-4986-8638-E7F1012FEBA8}">
      <dgm:prSet/>
      <dgm:spPr/>
      <dgm:t>
        <a:bodyPr/>
        <a:lstStyle/>
        <a:p>
          <a:endParaRPr lang="en-US"/>
        </a:p>
      </dgm:t>
    </dgm:pt>
    <dgm:pt modelId="{58A06B61-716F-42B3-9D83-65CDCA5D9238}" type="sibTrans" cxnId="{B39698D8-EFB1-4986-8638-E7F1012FEBA8}">
      <dgm:prSet/>
      <dgm:spPr/>
      <dgm:t>
        <a:bodyPr/>
        <a:lstStyle/>
        <a:p>
          <a:endParaRPr lang="en-US"/>
        </a:p>
      </dgm:t>
    </dgm:pt>
    <dgm:pt modelId="{585F1F4E-4DD3-42F3-9D12-C275F3B251BF}">
      <dgm:prSet/>
      <dgm:spPr/>
      <dgm:t>
        <a:bodyPr/>
        <a:lstStyle/>
        <a:p>
          <a:r>
            <a:rPr lang="en-US" dirty="0"/>
            <a:t>Focus on the </a:t>
          </a:r>
          <a:r>
            <a:rPr lang="en-US" u="sng" dirty="0"/>
            <a:t>facts</a:t>
          </a:r>
          <a:endParaRPr lang="en-US" dirty="0"/>
        </a:p>
      </dgm:t>
    </dgm:pt>
    <dgm:pt modelId="{020377F3-003F-4F90-B3E4-A5FB86537F4F}" type="parTrans" cxnId="{4CE67675-CEF9-438B-9243-8B901A24016C}">
      <dgm:prSet/>
      <dgm:spPr/>
      <dgm:t>
        <a:bodyPr/>
        <a:lstStyle/>
        <a:p>
          <a:endParaRPr lang="en-US"/>
        </a:p>
      </dgm:t>
    </dgm:pt>
    <dgm:pt modelId="{EFA57DD9-DF49-4E5D-BD83-C373AD0F84F0}" type="sibTrans" cxnId="{4CE67675-CEF9-438B-9243-8B901A24016C}">
      <dgm:prSet/>
      <dgm:spPr/>
      <dgm:t>
        <a:bodyPr/>
        <a:lstStyle/>
        <a:p>
          <a:endParaRPr lang="en-US"/>
        </a:p>
      </dgm:t>
    </dgm:pt>
    <dgm:pt modelId="{86D19CEE-8FC3-45E9-8FFA-8B77ADC64FB8}">
      <dgm:prSet/>
      <dgm:spPr/>
      <dgm:t>
        <a:bodyPr/>
        <a:lstStyle/>
        <a:p>
          <a:r>
            <a:rPr lang="en-US" dirty="0"/>
            <a:t>Clarify the feedback</a:t>
          </a:r>
        </a:p>
      </dgm:t>
    </dgm:pt>
    <dgm:pt modelId="{C3DE94E8-3CC5-4AD4-9D20-48D6F9D5EBC2}" type="parTrans" cxnId="{106297B9-C638-4ACF-9565-94DA10330765}">
      <dgm:prSet/>
      <dgm:spPr/>
      <dgm:t>
        <a:bodyPr/>
        <a:lstStyle/>
        <a:p>
          <a:endParaRPr lang="en-US"/>
        </a:p>
      </dgm:t>
    </dgm:pt>
    <dgm:pt modelId="{7958927B-A170-43CA-A89E-11A787292B39}" type="sibTrans" cxnId="{106297B9-C638-4ACF-9565-94DA10330765}">
      <dgm:prSet/>
      <dgm:spPr/>
      <dgm:t>
        <a:bodyPr/>
        <a:lstStyle/>
        <a:p>
          <a:endParaRPr lang="en-US"/>
        </a:p>
      </dgm:t>
    </dgm:pt>
    <dgm:pt modelId="{24429346-8A71-4AA6-8A0E-4FD0F9FD7A5C}">
      <dgm:prSet/>
      <dgm:spPr/>
      <dgm:t>
        <a:bodyPr/>
        <a:lstStyle/>
        <a:p>
          <a:r>
            <a:rPr lang="en-US"/>
            <a:t>Acknowledge with gratitude</a:t>
          </a:r>
        </a:p>
      </dgm:t>
    </dgm:pt>
    <dgm:pt modelId="{04809A4E-F417-44FA-ABD8-3A3B9C557DF4}" type="parTrans" cxnId="{FF3C9688-1A0C-4B29-B3D4-90DC29566EAC}">
      <dgm:prSet/>
      <dgm:spPr/>
      <dgm:t>
        <a:bodyPr/>
        <a:lstStyle/>
        <a:p>
          <a:endParaRPr lang="en-US"/>
        </a:p>
      </dgm:t>
    </dgm:pt>
    <dgm:pt modelId="{B442A4FC-C0F9-45EF-A505-4FD67A848049}" type="sibTrans" cxnId="{FF3C9688-1A0C-4B29-B3D4-90DC29566EAC}">
      <dgm:prSet/>
      <dgm:spPr/>
      <dgm:t>
        <a:bodyPr/>
        <a:lstStyle/>
        <a:p>
          <a:endParaRPr lang="en-US"/>
        </a:p>
      </dgm:t>
    </dgm:pt>
    <dgm:pt modelId="{10C73B9E-864A-4EB2-B7FF-A0CA201B6B5B}">
      <dgm:prSet/>
      <dgm:spPr/>
      <dgm:t>
        <a:bodyPr/>
        <a:lstStyle/>
        <a:p>
          <a:r>
            <a:rPr lang="en-US"/>
            <a:t>Offer insights</a:t>
          </a:r>
        </a:p>
      </dgm:t>
    </dgm:pt>
    <dgm:pt modelId="{7E0908D9-1E6C-44AB-9934-01D8B990C610}" type="parTrans" cxnId="{56F46A2D-DC4E-4D92-BCB9-2FF56EE3D560}">
      <dgm:prSet/>
      <dgm:spPr/>
      <dgm:t>
        <a:bodyPr/>
        <a:lstStyle/>
        <a:p>
          <a:endParaRPr lang="en-US"/>
        </a:p>
      </dgm:t>
    </dgm:pt>
    <dgm:pt modelId="{568286B8-FAD0-4D73-BDCD-100B8DAC8B5A}" type="sibTrans" cxnId="{56F46A2D-DC4E-4D92-BCB9-2FF56EE3D560}">
      <dgm:prSet/>
      <dgm:spPr/>
      <dgm:t>
        <a:bodyPr/>
        <a:lstStyle/>
        <a:p>
          <a:endParaRPr lang="en-US"/>
        </a:p>
      </dgm:t>
    </dgm:pt>
    <dgm:pt modelId="{CCE7EE78-280E-4B27-86CE-374954E00DAF}">
      <dgm:prSet/>
      <dgm:spPr/>
      <dgm:t>
        <a:bodyPr/>
        <a:lstStyle/>
        <a:p>
          <a:r>
            <a:rPr lang="en-US"/>
            <a:t>What is the opportunity</a:t>
          </a:r>
        </a:p>
      </dgm:t>
    </dgm:pt>
    <dgm:pt modelId="{CA2DFB36-931C-4DA3-8AEB-E90A28800768}" type="parTrans" cxnId="{7B00A922-BBAA-4E34-B3D4-A3EC4D01EE50}">
      <dgm:prSet/>
      <dgm:spPr/>
      <dgm:t>
        <a:bodyPr/>
        <a:lstStyle/>
        <a:p>
          <a:endParaRPr lang="en-US"/>
        </a:p>
      </dgm:t>
    </dgm:pt>
    <dgm:pt modelId="{7FF60F2D-E7F4-4385-8B72-BE58FCEDC25A}" type="sibTrans" cxnId="{7B00A922-BBAA-4E34-B3D4-A3EC4D01EE50}">
      <dgm:prSet/>
      <dgm:spPr/>
      <dgm:t>
        <a:bodyPr/>
        <a:lstStyle/>
        <a:p>
          <a:endParaRPr lang="en-US"/>
        </a:p>
      </dgm:t>
    </dgm:pt>
    <dgm:pt modelId="{A8F23DD3-373C-41B7-8824-61794FBDDDA6}">
      <dgm:prSet/>
      <dgm:spPr/>
      <dgm:t>
        <a:bodyPr/>
        <a:lstStyle/>
        <a:p>
          <a:r>
            <a:rPr lang="en-US"/>
            <a:t>Say thank you</a:t>
          </a:r>
        </a:p>
      </dgm:t>
    </dgm:pt>
    <dgm:pt modelId="{34BA4F28-0660-4245-8B56-44E9B57B19AB}" type="parTrans" cxnId="{CD93718D-1E17-4BF8-BFD0-BAF2A8E04AD5}">
      <dgm:prSet/>
      <dgm:spPr/>
      <dgm:t>
        <a:bodyPr/>
        <a:lstStyle/>
        <a:p>
          <a:endParaRPr lang="en-US"/>
        </a:p>
      </dgm:t>
    </dgm:pt>
    <dgm:pt modelId="{E2FEBB15-2ABE-43E2-A409-9B5E92B57502}" type="sibTrans" cxnId="{CD93718D-1E17-4BF8-BFD0-BAF2A8E04AD5}">
      <dgm:prSet/>
      <dgm:spPr/>
      <dgm:t>
        <a:bodyPr/>
        <a:lstStyle/>
        <a:p>
          <a:endParaRPr lang="en-US"/>
        </a:p>
      </dgm:t>
    </dgm:pt>
    <dgm:pt modelId="{4A6D7CEE-DF47-D14D-A045-5A6A93D59A5E}" type="pres">
      <dgm:prSet presAssocID="{7A90ADBD-54B5-4789-B335-62B2786D099E}" presName="Name0" presStyleCnt="0">
        <dgm:presLayoutVars>
          <dgm:dir/>
          <dgm:resizeHandles val="exact"/>
        </dgm:presLayoutVars>
      </dgm:prSet>
      <dgm:spPr/>
    </dgm:pt>
    <dgm:pt modelId="{C3EEF6A1-2513-3749-BE84-B9EEAAF56B87}" type="pres">
      <dgm:prSet presAssocID="{15F87155-95C2-428B-8130-C5138FEE9314}" presName="node" presStyleLbl="node1" presStyleIdx="0" presStyleCnt="7">
        <dgm:presLayoutVars>
          <dgm:bulletEnabled val="1"/>
        </dgm:presLayoutVars>
      </dgm:prSet>
      <dgm:spPr/>
    </dgm:pt>
    <dgm:pt modelId="{7BD47D4E-0E51-7146-A6E5-5D01378C2184}" type="pres">
      <dgm:prSet presAssocID="{58A06B61-716F-42B3-9D83-65CDCA5D9238}" presName="sibTrans" presStyleLbl="sibTrans1D1" presStyleIdx="0" presStyleCnt="6"/>
      <dgm:spPr/>
    </dgm:pt>
    <dgm:pt modelId="{463B6560-9329-BD43-AA69-44FC598860CF}" type="pres">
      <dgm:prSet presAssocID="{58A06B61-716F-42B3-9D83-65CDCA5D9238}" presName="connectorText" presStyleLbl="sibTrans1D1" presStyleIdx="0" presStyleCnt="6"/>
      <dgm:spPr/>
    </dgm:pt>
    <dgm:pt modelId="{7619EB24-9A23-EC42-BBAB-AC097D10918D}" type="pres">
      <dgm:prSet presAssocID="{585F1F4E-4DD3-42F3-9D12-C275F3B251BF}" presName="node" presStyleLbl="node1" presStyleIdx="1" presStyleCnt="7">
        <dgm:presLayoutVars>
          <dgm:bulletEnabled val="1"/>
        </dgm:presLayoutVars>
      </dgm:prSet>
      <dgm:spPr/>
    </dgm:pt>
    <dgm:pt modelId="{0C222219-1A76-574D-A113-D914E1E9A75D}" type="pres">
      <dgm:prSet presAssocID="{EFA57DD9-DF49-4E5D-BD83-C373AD0F84F0}" presName="sibTrans" presStyleLbl="sibTrans1D1" presStyleIdx="1" presStyleCnt="6"/>
      <dgm:spPr/>
    </dgm:pt>
    <dgm:pt modelId="{8E4DF561-2F1D-DF40-AFA0-CA373584BDC0}" type="pres">
      <dgm:prSet presAssocID="{EFA57DD9-DF49-4E5D-BD83-C373AD0F84F0}" presName="connectorText" presStyleLbl="sibTrans1D1" presStyleIdx="1" presStyleCnt="6"/>
      <dgm:spPr/>
    </dgm:pt>
    <dgm:pt modelId="{B80B297C-FDE0-E548-98AA-4485EEC2A26B}" type="pres">
      <dgm:prSet presAssocID="{86D19CEE-8FC3-45E9-8FFA-8B77ADC64FB8}" presName="node" presStyleLbl="node1" presStyleIdx="2" presStyleCnt="7">
        <dgm:presLayoutVars>
          <dgm:bulletEnabled val="1"/>
        </dgm:presLayoutVars>
      </dgm:prSet>
      <dgm:spPr/>
    </dgm:pt>
    <dgm:pt modelId="{1B05B52E-F108-EE4E-BA4B-0C68BF017FE0}" type="pres">
      <dgm:prSet presAssocID="{7958927B-A170-43CA-A89E-11A787292B39}" presName="sibTrans" presStyleLbl="sibTrans1D1" presStyleIdx="2" presStyleCnt="6"/>
      <dgm:spPr/>
    </dgm:pt>
    <dgm:pt modelId="{56A97AFF-115C-1545-8CFF-97B8BF20786A}" type="pres">
      <dgm:prSet presAssocID="{7958927B-A170-43CA-A89E-11A787292B39}" presName="connectorText" presStyleLbl="sibTrans1D1" presStyleIdx="2" presStyleCnt="6"/>
      <dgm:spPr/>
    </dgm:pt>
    <dgm:pt modelId="{AE71D60E-E31D-664B-908A-43012787CB4D}" type="pres">
      <dgm:prSet presAssocID="{24429346-8A71-4AA6-8A0E-4FD0F9FD7A5C}" presName="node" presStyleLbl="node1" presStyleIdx="3" presStyleCnt="7">
        <dgm:presLayoutVars>
          <dgm:bulletEnabled val="1"/>
        </dgm:presLayoutVars>
      </dgm:prSet>
      <dgm:spPr/>
    </dgm:pt>
    <dgm:pt modelId="{07F5D861-FF00-0B41-84DF-DC3F5584BD86}" type="pres">
      <dgm:prSet presAssocID="{B442A4FC-C0F9-45EF-A505-4FD67A848049}" presName="sibTrans" presStyleLbl="sibTrans1D1" presStyleIdx="3" presStyleCnt="6"/>
      <dgm:spPr/>
    </dgm:pt>
    <dgm:pt modelId="{E71ACED1-F51B-D548-8F2B-882118C9D710}" type="pres">
      <dgm:prSet presAssocID="{B442A4FC-C0F9-45EF-A505-4FD67A848049}" presName="connectorText" presStyleLbl="sibTrans1D1" presStyleIdx="3" presStyleCnt="6"/>
      <dgm:spPr/>
    </dgm:pt>
    <dgm:pt modelId="{5CF4ABF1-3FF3-B544-A068-BB37CE0FA6A3}" type="pres">
      <dgm:prSet presAssocID="{10C73B9E-864A-4EB2-B7FF-A0CA201B6B5B}" presName="node" presStyleLbl="node1" presStyleIdx="4" presStyleCnt="7">
        <dgm:presLayoutVars>
          <dgm:bulletEnabled val="1"/>
        </dgm:presLayoutVars>
      </dgm:prSet>
      <dgm:spPr/>
    </dgm:pt>
    <dgm:pt modelId="{14DAF25F-0E77-7D44-B7E0-81DC676C68C8}" type="pres">
      <dgm:prSet presAssocID="{568286B8-FAD0-4D73-BDCD-100B8DAC8B5A}" presName="sibTrans" presStyleLbl="sibTrans1D1" presStyleIdx="4" presStyleCnt="6"/>
      <dgm:spPr/>
    </dgm:pt>
    <dgm:pt modelId="{5F97183E-1180-2045-A6C5-36F790046D5F}" type="pres">
      <dgm:prSet presAssocID="{568286B8-FAD0-4D73-BDCD-100B8DAC8B5A}" presName="connectorText" presStyleLbl="sibTrans1D1" presStyleIdx="4" presStyleCnt="6"/>
      <dgm:spPr/>
    </dgm:pt>
    <dgm:pt modelId="{76193290-9061-D946-8870-034F4FF9A127}" type="pres">
      <dgm:prSet presAssocID="{CCE7EE78-280E-4B27-86CE-374954E00DAF}" presName="node" presStyleLbl="node1" presStyleIdx="5" presStyleCnt="7">
        <dgm:presLayoutVars>
          <dgm:bulletEnabled val="1"/>
        </dgm:presLayoutVars>
      </dgm:prSet>
      <dgm:spPr/>
    </dgm:pt>
    <dgm:pt modelId="{5197BAC5-839C-0B4A-880D-F2583E8BC58F}" type="pres">
      <dgm:prSet presAssocID="{7FF60F2D-E7F4-4385-8B72-BE58FCEDC25A}" presName="sibTrans" presStyleLbl="sibTrans1D1" presStyleIdx="5" presStyleCnt="6"/>
      <dgm:spPr/>
    </dgm:pt>
    <dgm:pt modelId="{7F0E108F-8C4D-F944-A800-6FB752640842}" type="pres">
      <dgm:prSet presAssocID="{7FF60F2D-E7F4-4385-8B72-BE58FCEDC25A}" presName="connectorText" presStyleLbl="sibTrans1D1" presStyleIdx="5" presStyleCnt="6"/>
      <dgm:spPr/>
    </dgm:pt>
    <dgm:pt modelId="{F734AB05-BFC5-144A-8113-9894C490D91E}" type="pres">
      <dgm:prSet presAssocID="{A8F23DD3-373C-41B7-8824-61794FBDDDA6}" presName="node" presStyleLbl="node1" presStyleIdx="6" presStyleCnt="7">
        <dgm:presLayoutVars>
          <dgm:bulletEnabled val="1"/>
        </dgm:presLayoutVars>
      </dgm:prSet>
      <dgm:spPr/>
    </dgm:pt>
  </dgm:ptLst>
  <dgm:cxnLst>
    <dgm:cxn modelId="{E6EF9F09-4DE2-A643-BF42-D2D551C02EB1}" type="presOf" srcId="{7FF60F2D-E7F4-4385-8B72-BE58FCEDC25A}" destId="{5197BAC5-839C-0B4A-880D-F2583E8BC58F}" srcOrd="0" destOrd="0" presId="urn:microsoft.com/office/officeart/2016/7/layout/RepeatingBendingProcessNew"/>
    <dgm:cxn modelId="{396AFA16-B8DA-8C4D-AECA-3BF8B2E5DCFC}" type="presOf" srcId="{568286B8-FAD0-4D73-BDCD-100B8DAC8B5A}" destId="{5F97183E-1180-2045-A6C5-36F790046D5F}" srcOrd="1" destOrd="0" presId="urn:microsoft.com/office/officeart/2016/7/layout/RepeatingBendingProcessNew"/>
    <dgm:cxn modelId="{3C69A120-5268-674B-8739-0746D8D1B120}" type="presOf" srcId="{B442A4FC-C0F9-45EF-A505-4FD67A848049}" destId="{E71ACED1-F51B-D548-8F2B-882118C9D710}" srcOrd="1" destOrd="0" presId="urn:microsoft.com/office/officeart/2016/7/layout/RepeatingBendingProcessNew"/>
    <dgm:cxn modelId="{7B00A922-BBAA-4E34-B3D4-A3EC4D01EE50}" srcId="{7A90ADBD-54B5-4789-B335-62B2786D099E}" destId="{CCE7EE78-280E-4B27-86CE-374954E00DAF}" srcOrd="5" destOrd="0" parTransId="{CA2DFB36-931C-4DA3-8AEB-E90A28800768}" sibTransId="{7FF60F2D-E7F4-4385-8B72-BE58FCEDC25A}"/>
    <dgm:cxn modelId="{56F46A2D-DC4E-4D92-BCB9-2FF56EE3D560}" srcId="{7A90ADBD-54B5-4789-B335-62B2786D099E}" destId="{10C73B9E-864A-4EB2-B7FF-A0CA201B6B5B}" srcOrd="4" destOrd="0" parTransId="{7E0908D9-1E6C-44AB-9934-01D8B990C610}" sibTransId="{568286B8-FAD0-4D73-BDCD-100B8DAC8B5A}"/>
    <dgm:cxn modelId="{118BEC36-5ACC-D241-B1BB-07CC16B91C53}" type="presOf" srcId="{58A06B61-716F-42B3-9D83-65CDCA5D9238}" destId="{463B6560-9329-BD43-AA69-44FC598860CF}" srcOrd="1" destOrd="0" presId="urn:microsoft.com/office/officeart/2016/7/layout/RepeatingBendingProcessNew"/>
    <dgm:cxn modelId="{8CBD604C-39FF-AC48-AD61-231B526825A9}" type="presOf" srcId="{10C73B9E-864A-4EB2-B7FF-A0CA201B6B5B}" destId="{5CF4ABF1-3FF3-B544-A068-BB37CE0FA6A3}" srcOrd="0" destOrd="0" presId="urn:microsoft.com/office/officeart/2016/7/layout/RepeatingBendingProcessNew"/>
    <dgm:cxn modelId="{E0853B52-C839-CF4C-81D8-C4703A7A51DB}" type="presOf" srcId="{58A06B61-716F-42B3-9D83-65CDCA5D9238}" destId="{7BD47D4E-0E51-7146-A6E5-5D01378C2184}" srcOrd="0" destOrd="0" presId="urn:microsoft.com/office/officeart/2016/7/layout/RepeatingBendingProcessNew"/>
    <dgm:cxn modelId="{14373154-CBA9-004C-90CD-050C6684978F}" type="presOf" srcId="{24429346-8A71-4AA6-8A0E-4FD0F9FD7A5C}" destId="{AE71D60E-E31D-664B-908A-43012787CB4D}" srcOrd="0" destOrd="0" presId="urn:microsoft.com/office/officeart/2016/7/layout/RepeatingBendingProcessNew"/>
    <dgm:cxn modelId="{591DFD5C-9B89-3A41-BAA3-A229EA755A54}" type="presOf" srcId="{7A90ADBD-54B5-4789-B335-62B2786D099E}" destId="{4A6D7CEE-DF47-D14D-A045-5A6A93D59A5E}" srcOrd="0" destOrd="0" presId="urn:microsoft.com/office/officeart/2016/7/layout/RepeatingBendingProcessNew"/>
    <dgm:cxn modelId="{B0A5A15D-D1FA-A542-A3D0-8001F8258D11}" type="presOf" srcId="{EFA57DD9-DF49-4E5D-BD83-C373AD0F84F0}" destId="{8E4DF561-2F1D-DF40-AFA0-CA373584BDC0}" srcOrd="1" destOrd="0" presId="urn:microsoft.com/office/officeart/2016/7/layout/RepeatingBendingProcessNew"/>
    <dgm:cxn modelId="{4D4B9873-E4AF-164C-BD79-38068C455151}" type="presOf" srcId="{7958927B-A170-43CA-A89E-11A787292B39}" destId="{56A97AFF-115C-1545-8CFF-97B8BF20786A}" srcOrd="1" destOrd="0" presId="urn:microsoft.com/office/officeart/2016/7/layout/RepeatingBendingProcessNew"/>
    <dgm:cxn modelId="{4CE67675-CEF9-438B-9243-8B901A24016C}" srcId="{7A90ADBD-54B5-4789-B335-62B2786D099E}" destId="{585F1F4E-4DD3-42F3-9D12-C275F3B251BF}" srcOrd="1" destOrd="0" parTransId="{020377F3-003F-4F90-B3E4-A5FB86537F4F}" sibTransId="{EFA57DD9-DF49-4E5D-BD83-C373AD0F84F0}"/>
    <dgm:cxn modelId="{FF3C9688-1A0C-4B29-B3D4-90DC29566EAC}" srcId="{7A90ADBD-54B5-4789-B335-62B2786D099E}" destId="{24429346-8A71-4AA6-8A0E-4FD0F9FD7A5C}" srcOrd="3" destOrd="0" parTransId="{04809A4E-F417-44FA-ABD8-3A3B9C557DF4}" sibTransId="{B442A4FC-C0F9-45EF-A505-4FD67A848049}"/>
    <dgm:cxn modelId="{CD93718D-1E17-4BF8-BFD0-BAF2A8E04AD5}" srcId="{7A90ADBD-54B5-4789-B335-62B2786D099E}" destId="{A8F23DD3-373C-41B7-8824-61794FBDDDA6}" srcOrd="6" destOrd="0" parTransId="{34BA4F28-0660-4245-8B56-44E9B57B19AB}" sibTransId="{E2FEBB15-2ABE-43E2-A409-9B5E92B57502}"/>
    <dgm:cxn modelId="{A5A60098-34CF-794A-8C3A-ED4465559914}" type="presOf" srcId="{CCE7EE78-280E-4B27-86CE-374954E00DAF}" destId="{76193290-9061-D946-8870-034F4FF9A127}" srcOrd="0" destOrd="0" presId="urn:microsoft.com/office/officeart/2016/7/layout/RepeatingBendingProcessNew"/>
    <dgm:cxn modelId="{EB3FC7A4-02E3-C341-A974-E7B859E1818A}" type="presOf" srcId="{568286B8-FAD0-4D73-BDCD-100B8DAC8B5A}" destId="{14DAF25F-0E77-7D44-B7E0-81DC676C68C8}" srcOrd="0" destOrd="0" presId="urn:microsoft.com/office/officeart/2016/7/layout/RepeatingBendingProcessNew"/>
    <dgm:cxn modelId="{102E1BB0-53BF-C741-A050-2A9375544FC9}" type="presOf" srcId="{585F1F4E-4DD3-42F3-9D12-C275F3B251BF}" destId="{7619EB24-9A23-EC42-BBAB-AC097D10918D}" srcOrd="0" destOrd="0" presId="urn:microsoft.com/office/officeart/2016/7/layout/RepeatingBendingProcessNew"/>
    <dgm:cxn modelId="{106297B9-C638-4ACF-9565-94DA10330765}" srcId="{7A90ADBD-54B5-4789-B335-62B2786D099E}" destId="{86D19CEE-8FC3-45E9-8FFA-8B77ADC64FB8}" srcOrd="2" destOrd="0" parTransId="{C3DE94E8-3CC5-4AD4-9D20-48D6F9D5EBC2}" sibTransId="{7958927B-A170-43CA-A89E-11A787292B39}"/>
    <dgm:cxn modelId="{11C414C7-695A-4A43-9E76-99CFF3DCD65E}" type="presOf" srcId="{A8F23DD3-373C-41B7-8824-61794FBDDDA6}" destId="{F734AB05-BFC5-144A-8113-9894C490D91E}" srcOrd="0" destOrd="0" presId="urn:microsoft.com/office/officeart/2016/7/layout/RepeatingBendingProcessNew"/>
    <dgm:cxn modelId="{992AE6D7-85FF-564E-B8FA-AB5B8381D70D}" type="presOf" srcId="{7958927B-A170-43CA-A89E-11A787292B39}" destId="{1B05B52E-F108-EE4E-BA4B-0C68BF017FE0}" srcOrd="0" destOrd="0" presId="urn:microsoft.com/office/officeart/2016/7/layout/RepeatingBendingProcessNew"/>
    <dgm:cxn modelId="{B39698D8-EFB1-4986-8638-E7F1012FEBA8}" srcId="{7A90ADBD-54B5-4789-B335-62B2786D099E}" destId="{15F87155-95C2-428B-8130-C5138FEE9314}" srcOrd="0" destOrd="0" parTransId="{F604DFFA-992C-468A-B6C2-B6617BEB5423}" sibTransId="{58A06B61-716F-42B3-9D83-65CDCA5D9238}"/>
    <dgm:cxn modelId="{C1572EDC-358A-4B4A-B97C-C8B31A7ACD68}" type="presOf" srcId="{15F87155-95C2-428B-8130-C5138FEE9314}" destId="{C3EEF6A1-2513-3749-BE84-B9EEAAF56B87}" srcOrd="0" destOrd="0" presId="urn:microsoft.com/office/officeart/2016/7/layout/RepeatingBendingProcessNew"/>
    <dgm:cxn modelId="{28D16FE1-5115-4342-BC10-E76163F7AD16}" type="presOf" srcId="{86D19CEE-8FC3-45E9-8FFA-8B77ADC64FB8}" destId="{B80B297C-FDE0-E548-98AA-4485EEC2A26B}" srcOrd="0" destOrd="0" presId="urn:microsoft.com/office/officeart/2016/7/layout/RepeatingBendingProcessNew"/>
    <dgm:cxn modelId="{6CB604E2-AC6A-9E46-A682-B33DF8D67AFA}" type="presOf" srcId="{7FF60F2D-E7F4-4385-8B72-BE58FCEDC25A}" destId="{7F0E108F-8C4D-F944-A800-6FB752640842}" srcOrd="1" destOrd="0" presId="urn:microsoft.com/office/officeart/2016/7/layout/RepeatingBendingProcessNew"/>
    <dgm:cxn modelId="{A21847F0-BA70-A54F-BB24-6326563605B8}" type="presOf" srcId="{EFA57DD9-DF49-4E5D-BD83-C373AD0F84F0}" destId="{0C222219-1A76-574D-A113-D914E1E9A75D}" srcOrd="0" destOrd="0" presId="urn:microsoft.com/office/officeart/2016/7/layout/RepeatingBendingProcessNew"/>
    <dgm:cxn modelId="{41D470F2-82D9-0E4B-9B1E-1C683B6FFCA7}" type="presOf" srcId="{B442A4FC-C0F9-45EF-A505-4FD67A848049}" destId="{07F5D861-FF00-0B41-84DF-DC3F5584BD86}" srcOrd="0" destOrd="0" presId="urn:microsoft.com/office/officeart/2016/7/layout/RepeatingBendingProcessNew"/>
    <dgm:cxn modelId="{71DFF5B7-4A46-B949-A211-AE8050E589BE}" type="presParOf" srcId="{4A6D7CEE-DF47-D14D-A045-5A6A93D59A5E}" destId="{C3EEF6A1-2513-3749-BE84-B9EEAAF56B87}" srcOrd="0" destOrd="0" presId="urn:microsoft.com/office/officeart/2016/7/layout/RepeatingBendingProcessNew"/>
    <dgm:cxn modelId="{6708A343-31C7-B54D-8801-C50454AD7641}" type="presParOf" srcId="{4A6D7CEE-DF47-D14D-A045-5A6A93D59A5E}" destId="{7BD47D4E-0E51-7146-A6E5-5D01378C2184}" srcOrd="1" destOrd="0" presId="urn:microsoft.com/office/officeart/2016/7/layout/RepeatingBendingProcessNew"/>
    <dgm:cxn modelId="{307215DB-D2DE-0A47-893D-3A668C7AE264}" type="presParOf" srcId="{7BD47D4E-0E51-7146-A6E5-5D01378C2184}" destId="{463B6560-9329-BD43-AA69-44FC598860CF}" srcOrd="0" destOrd="0" presId="urn:microsoft.com/office/officeart/2016/7/layout/RepeatingBendingProcessNew"/>
    <dgm:cxn modelId="{78B37B10-83F9-4947-AB3A-4E8382D712B0}" type="presParOf" srcId="{4A6D7CEE-DF47-D14D-A045-5A6A93D59A5E}" destId="{7619EB24-9A23-EC42-BBAB-AC097D10918D}" srcOrd="2" destOrd="0" presId="urn:microsoft.com/office/officeart/2016/7/layout/RepeatingBendingProcessNew"/>
    <dgm:cxn modelId="{0892DAC1-CD47-774F-B6A6-19FD73A35870}" type="presParOf" srcId="{4A6D7CEE-DF47-D14D-A045-5A6A93D59A5E}" destId="{0C222219-1A76-574D-A113-D914E1E9A75D}" srcOrd="3" destOrd="0" presId="urn:microsoft.com/office/officeart/2016/7/layout/RepeatingBendingProcessNew"/>
    <dgm:cxn modelId="{78AF769C-A172-9F4E-8F8F-CA21E73F4038}" type="presParOf" srcId="{0C222219-1A76-574D-A113-D914E1E9A75D}" destId="{8E4DF561-2F1D-DF40-AFA0-CA373584BDC0}" srcOrd="0" destOrd="0" presId="urn:microsoft.com/office/officeart/2016/7/layout/RepeatingBendingProcessNew"/>
    <dgm:cxn modelId="{42D64357-6BAA-D340-AEC1-186081A7C9E8}" type="presParOf" srcId="{4A6D7CEE-DF47-D14D-A045-5A6A93D59A5E}" destId="{B80B297C-FDE0-E548-98AA-4485EEC2A26B}" srcOrd="4" destOrd="0" presId="urn:microsoft.com/office/officeart/2016/7/layout/RepeatingBendingProcessNew"/>
    <dgm:cxn modelId="{77AE0337-9D53-8644-9C06-979F04419581}" type="presParOf" srcId="{4A6D7CEE-DF47-D14D-A045-5A6A93D59A5E}" destId="{1B05B52E-F108-EE4E-BA4B-0C68BF017FE0}" srcOrd="5" destOrd="0" presId="urn:microsoft.com/office/officeart/2016/7/layout/RepeatingBendingProcessNew"/>
    <dgm:cxn modelId="{408A26D3-95C6-6547-A80E-DB72755C4D52}" type="presParOf" srcId="{1B05B52E-F108-EE4E-BA4B-0C68BF017FE0}" destId="{56A97AFF-115C-1545-8CFF-97B8BF20786A}" srcOrd="0" destOrd="0" presId="urn:microsoft.com/office/officeart/2016/7/layout/RepeatingBendingProcessNew"/>
    <dgm:cxn modelId="{76E2523B-25E7-9A4B-BFAC-61E6A98981FF}" type="presParOf" srcId="{4A6D7CEE-DF47-D14D-A045-5A6A93D59A5E}" destId="{AE71D60E-E31D-664B-908A-43012787CB4D}" srcOrd="6" destOrd="0" presId="urn:microsoft.com/office/officeart/2016/7/layout/RepeatingBendingProcessNew"/>
    <dgm:cxn modelId="{C9C20906-94C3-AC43-9062-C92FCA90BE2D}" type="presParOf" srcId="{4A6D7CEE-DF47-D14D-A045-5A6A93D59A5E}" destId="{07F5D861-FF00-0B41-84DF-DC3F5584BD86}" srcOrd="7" destOrd="0" presId="urn:microsoft.com/office/officeart/2016/7/layout/RepeatingBendingProcessNew"/>
    <dgm:cxn modelId="{72F7C1F5-228A-CF4C-86B6-E460B25B004D}" type="presParOf" srcId="{07F5D861-FF00-0B41-84DF-DC3F5584BD86}" destId="{E71ACED1-F51B-D548-8F2B-882118C9D710}" srcOrd="0" destOrd="0" presId="urn:microsoft.com/office/officeart/2016/7/layout/RepeatingBendingProcessNew"/>
    <dgm:cxn modelId="{03F6A3A6-67A5-8D47-B53D-977CAAE4C18F}" type="presParOf" srcId="{4A6D7CEE-DF47-D14D-A045-5A6A93D59A5E}" destId="{5CF4ABF1-3FF3-B544-A068-BB37CE0FA6A3}" srcOrd="8" destOrd="0" presId="urn:microsoft.com/office/officeart/2016/7/layout/RepeatingBendingProcessNew"/>
    <dgm:cxn modelId="{4FAD19CB-270E-3B44-93BB-E783A5358B3B}" type="presParOf" srcId="{4A6D7CEE-DF47-D14D-A045-5A6A93D59A5E}" destId="{14DAF25F-0E77-7D44-B7E0-81DC676C68C8}" srcOrd="9" destOrd="0" presId="urn:microsoft.com/office/officeart/2016/7/layout/RepeatingBendingProcessNew"/>
    <dgm:cxn modelId="{00550741-6956-024F-AC31-5CFF1AEB0F45}" type="presParOf" srcId="{14DAF25F-0E77-7D44-B7E0-81DC676C68C8}" destId="{5F97183E-1180-2045-A6C5-36F790046D5F}" srcOrd="0" destOrd="0" presId="urn:microsoft.com/office/officeart/2016/7/layout/RepeatingBendingProcessNew"/>
    <dgm:cxn modelId="{A0EDA615-D7E4-3846-B0C6-8F8F11C2AA16}" type="presParOf" srcId="{4A6D7CEE-DF47-D14D-A045-5A6A93D59A5E}" destId="{76193290-9061-D946-8870-034F4FF9A127}" srcOrd="10" destOrd="0" presId="urn:microsoft.com/office/officeart/2016/7/layout/RepeatingBendingProcessNew"/>
    <dgm:cxn modelId="{A37EA7A0-006A-3D4D-9CE5-95BBD531E0E1}" type="presParOf" srcId="{4A6D7CEE-DF47-D14D-A045-5A6A93D59A5E}" destId="{5197BAC5-839C-0B4A-880D-F2583E8BC58F}" srcOrd="11" destOrd="0" presId="urn:microsoft.com/office/officeart/2016/7/layout/RepeatingBendingProcessNew"/>
    <dgm:cxn modelId="{5485E901-FCA5-E540-A4D4-0F2BB05F87FC}" type="presParOf" srcId="{5197BAC5-839C-0B4A-880D-F2583E8BC58F}" destId="{7F0E108F-8C4D-F944-A800-6FB752640842}" srcOrd="0" destOrd="0" presId="urn:microsoft.com/office/officeart/2016/7/layout/RepeatingBendingProcessNew"/>
    <dgm:cxn modelId="{94F0B3BE-DC32-A144-BAA5-AA08E5B987C1}" type="presParOf" srcId="{4A6D7CEE-DF47-D14D-A045-5A6A93D59A5E}" destId="{F734AB05-BFC5-144A-8113-9894C490D91E}" srcOrd="12"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55CDABEF-23A2-47E2-85E7-6ABC74DC8C27}"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en-US"/>
        </a:p>
      </dgm:t>
    </dgm:pt>
    <dgm:pt modelId="{16C74282-B03E-49D3-A1A7-4672626D95F9}">
      <dgm:prSet/>
      <dgm:spPr>
        <a:solidFill>
          <a:schemeClr val="accent1">
            <a:lumMod val="75000"/>
          </a:schemeClr>
        </a:solidFill>
        <a:ln>
          <a:solidFill>
            <a:schemeClr val="accent1"/>
          </a:solidFill>
        </a:ln>
      </dgm:spPr>
      <dgm:t>
        <a:bodyPr/>
        <a:lstStyle/>
        <a:p>
          <a:r>
            <a:rPr lang="en-US"/>
            <a:t>Clarifying Questions:</a:t>
          </a:r>
        </a:p>
      </dgm:t>
    </dgm:pt>
    <dgm:pt modelId="{4FF84FE4-B295-4D68-A6E7-FB8A52E69D77}" type="parTrans" cxnId="{4E169E41-61A0-4A3F-9840-84C0CA6B4C64}">
      <dgm:prSet/>
      <dgm:spPr/>
      <dgm:t>
        <a:bodyPr/>
        <a:lstStyle/>
        <a:p>
          <a:endParaRPr lang="en-US"/>
        </a:p>
      </dgm:t>
    </dgm:pt>
    <dgm:pt modelId="{34E7EAB7-DE57-4EBA-A647-F8920F349C49}" type="sibTrans" cxnId="{4E169E41-61A0-4A3F-9840-84C0CA6B4C64}">
      <dgm:prSet/>
      <dgm:spPr/>
      <dgm:t>
        <a:bodyPr/>
        <a:lstStyle/>
        <a:p>
          <a:endParaRPr lang="en-US"/>
        </a:p>
      </dgm:t>
    </dgm:pt>
    <dgm:pt modelId="{05542E23-DF30-4A3B-859B-DB884A732D9D}">
      <dgm:prSet/>
      <dgm:spPr>
        <a:solidFill>
          <a:schemeClr val="accent1">
            <a:lumMod val="20000"/>
            <a:lumOff val="80000"/>
            <a:alpha val="90000"/>
          </a:schemeClr>
        </a:solidFill>
      </dgm:spPr>
      <dgm:t>
        <a:bodyPr/>
        <a:lstStyle/>
        <a:p>
          <a:r>
            <a:rPr lang="en-US"/>
            <a:t>“What do you mean by _____”</a:t>
          </a:r>
        </a:p>
      </dgm:t>
    </dgm:pt>
    <dgm:pt modelId="{FE6173B5-7D55-4EEA-9E3D-7E804BF62B9D}" type="parTrans" cxnId="{627BA565-7166-41E2-89FE-7405CE5C3BA2}">
      <dgm:prSet/>
      <dgm:spPr/>
      <dgm:t>
        <a:bodyPr/>
        <a:lstStyle/>
        <a:p>
          <a:endParaRPr lang="en-US"/>
        </a:p>
      </dgm:t>
    </dgm:pt>
    <dgm:pt modelId="{00BDE59D-7505-4ABE-8A0A-0944C98A1B23}" type="sibTrans" cxnId="{627BA565-7166-41E2-89FE-7405CE5C3BA2}">
      <dgm:prSet/>
      <dgm:spPr/>
      <dgm:t>
        <a:bodyPr/>
        <a:lstStyle/>
        <a:p>
          <a:endParaRPr lang="en-US"/>
        </a:p>
      </dgm:t>
    </dgm:pt>
    <dgm:pt modelId="{C201A524-7F7D-4568-AD79-74B48322677C}">
      <dgm:prSet/>
      <dgm:spPr>
        <a:solidFill>
          <a:schemeClr val="accent1">
            <a:lumMod val="20000"/>
            <a:lumOff val="80000"/>
            <a:alpha val="90000"/>
          </a:schemeClr>
        </a:solidFill>
      </dgm:spPr>
      <dgm:t>
        <a:bodyPr/>
        <a:lstStyle/>
        <a:p>
          <a:r>
            <a:rPr lang="en-US"/>
            <a:t>“Tell me a little more about that”</a:t>
          </a:r>
        </a:p>
      </dgm:t>
    </dgm:pt>
    <dgm:pt modelId="{B76DDEA5-BFF7-416A-B080-CA78EFD87D8F}" type="parTrans" cxnId="{E744CB44-B466-4CFE-B94C-7BD621399DAB}">
      <dgm:prSet/>
      <dgm:spPr/>
      <dgm:t>
        <a:bodyPr/>
        <a:lstStyle/>
        <a:p>
          <a:endParaRPr lang="en-US"/>
        </a:p>
      </dgm:t>
    </dgm:pt>
    <dgm:pt modelId="{11A904B0-930F-4A61-B116-31240ABC2FB7}" type="sibTrans" cxnId="{E744CB44-B466-4CFE-B94C-7BD621399DAB}">
      <dgm:prSet/>
      <dgm:spPr/>
      <dgm:t>
        <a:bodyPr/>
        <a:lstStyle/>
        <a:p>
          <a:endParaRPr lang="en-US"/>
        </a:p>
      </dgm:t>
    </dgm:pt>
    <dgm:pt modelId="{9E8FDE16-81BE-4DF4-8198-3F4024FF9C3F}">
      <dgm:prSet/>
      <dgm:spPr/>
      <dgm:t>
        <a:bodyPr/>
        <a:lstStyle/>
        <a:p>
          <a:r>
            <a:rPr lang="en-US"/>
            <a:t>Repeat back what you have heard them say </a:t>
          </a:r>
        </a:p>
      </dgm:t>
    </dgm:pt>
    <dgm:pt modelId="{09683DEF-4AFE-4AD2-810F-1806244D8372}" type="parTrans" cxnId="{1B8B94D0-D87E-4EE4-8B18-F70D2023040B}">
      <dgm:prSet/>
      <dgm:spPr/>
      <dgm:t>
        <a:bodyPr/>
        <a:lstStyle/>
        <a:p>
          <a:endParaRPr lang="en-US"/>
        </a:p>
      </dgm:t>
    </dgm:pt>
    <dgm:pt modelId="{633CC56E-CA6C-405A-9EA3-3C864D6F9688}" type="sibTrans" cxnId="{1B8B94D0-D87E-4EE4-8B18-F70D2023040B}">
      <dgm:prSet/>
      <dgm:spPr/>
      <dgm:t>
        <a:bodyPr/>
        <a:lstStyle/>
        <a:p>
          <a:endParaRPr lang="en-US"/>
        </a:p>
      </dgm:t>
    </dgm:pt>
    <dgm:pt modelId="{CDE695C6-8D69-4746-8EB8-7A88804D320B}">
      <dgm:prSet/>
      <dgm:spPr/>
      <dgm:t>
        <a:bodyPr/>
        <a:lstStyle/>
        <a:p>
          <a:r>
            <a:rPr lang="en-US"/>
            <a:t>“So you are saying that ____________”</a:t>
          </a:r>
        </a:p>
      </dgm:t>
    </dgm:pt>
    <dgm:pt modelId="{CD9CE40F-1514-452B-8FFE-163119934DA8}" type="parTrans" cxnId="{09890BDD-58EE-41BC-9CCD-70406F5DBB0D}">
      <dgm:prSet/>
      <dgm:spPr/>
      <dgm:t>
        <a:bodyPr/>
        <a:lstStyle/>
        <a:p>
          <a:endParaRPr lang="en-US"/>
        </a:p>
      </dgm:t>
    </dgm:pt>
    <dgm:pt modelId="{FE120061-0966-4E8F-8502-290B4149D5CA}" type="sibTrans" cxnId="{09890BDD-58EE-41BC-9CCD-70406F5DBB0D}">
      <dgm:prSet/>
      <dgm:spPr/>
      <dgm:t>
        <a:bodyPr/>
        <a:lstStyle/>
        <a:p>
          <a:endParaRPr lang="en-US"/>
        </a:p>
      </dgm:t>
    </dgm:pt>
    <dgm:pt modelId="{6927764F-E259-4A55-9052-9DC343183AE6}">
      <dgm:prSet/>
      <dgm:spPr/>
      <dgm:t>
        <a:bodyPr/>
        <a:lstStyle/>
        <a:p>
          <a:r>
            <a:rPr lang="en-US"/>
            <a:t>“What you are saying is”</a:t>
          </a:r>
        </a:p>
      </dgm:t>
    </dgm:pt>
    <dgm:pt modelId="{450AAA60-7232-40B7-8F51-D88A53E04A6C}" type="parTrans" cxnId="{65448A69-8E26-40AC-BB58-D0880A7B537C}">
      <dgm:prSet/>
      <dgm:spPr/>
      <dgm:t>
        <a:bodyPr/>
        <a:lstStyle/>
        <a:p>
          <a:endParaRPr lang="en-US"/>
        </a:p>
      </dgm:t>
    </dgm:pt>
    <dgm:pt modelId="{C89C596F-B425-4018-AE7D-06260B77BD09}" type="sibTrans" cxnId="{65448A69-8E26-40AC-BB58-D0880A7B537C}">
      <dgm:prSet/>
      <dgm:spPr/>
      <dgm:t>
        <a:bodyPr/>
        <a:lstStyle/>
        <a:p>
          <a:endParaRPr lang="en-US"/>
        </a:p>
      </dgm:t>
    </dgm:pt>
    <dgm:pt modelId="{7E91E3D7-1490-42F7-BDE4-F120A4E00F23}">
      <dgm:prSet/>
      <dgm:spPr/>
      <dgm:t>
        <a:bodyPr/>
        <a:lstStyle/>
        <a:p>
          <a:r>
            <a:rPr lang="en-US"/>
            <a:t>“Let me see if I get this…”</a:t>
          </a:r>
        </a:p>
      </dgm:t>
    </dgm:pt>
    <dgm:pt modelId="{94786037-4660-4760-9442-F7D08C996AEF}" type="parTrans" cxnId="{4AF9009B-4400-4C6B-A1F5-A14446DAF5CB}">
      <dgm:prSet/>
      <dgm:spPr/>
      <dgm:t>
        <a:bodyPr/>
        <a:lstStyle/>
        <a:p>
          <a:endParaRPr lang="en-US"/>
        </a:p>
      </dgm:t>
    </dgm:pt>
    <dgm:pt modelId="{B4DE84E8-76E4-4E60-B9E6-DE41732E2FD7}" type="sibTrans" cxnId="{4AF9009B-4400-4C6B-A1F5-A14446DAF5CB}">
      <dgm:prSet/>
      <dgm:spPr/>
      <dgm:t>
        <a:bodyPr/>
        <a:lstStyle/>
        <a:p>
          <a:endParaRPr lang="en-US"/>
        </a:p>
      </dgm:t>
    </dgm:pt>
    <dgm:pt modelId="{933ABDFE-AD52-49C3-98CF-C3DF75506070}">
      <dgm:prSet/>
      <dgm:spPr/>
      <dgm:t>
        <a:bodyPr/>
        <a:lstStyle/>
        <a:p>
          <a:r>
            <a:rPr lang="en-US"/>
            <a:t>“What you’re telling me is”</a:t>
          </a:r>
        </a:p>
      </dgm:t>
    </dgm:pt>
    <dgm:pt modelId="{0CD03EDF-F751-4244-9964-9350681CD2CF}" type="parTrans" cxnId="{663BEE0C-CF16-4ACC-90B5-41BBAB0DCEF4}">
      <dgm:prSet/>
      <dgm:spPr/>
      <dgm:t>
        <a:bodyPr/>
        <a:lstStyle/>
        <a:p>
          <a:endParaRPr lang="en-US"/>
        </a:p>
      </dgm:t>
    </dgm:pt>
    <dgm:pt modelId="{21C125FA-0FD1-4F1B-9C6D-7EB605CAB540}" type="sibTrans" cxnId="{663BEE0C-CF16-4ACC-90B5-41BBAB0DCEF4}">
      <dgm:prSet/>
      <dgm:spPr/>
      <dgm:t>
        <a:bodyPr/>
        <a:lstStyle/>
        <a:p>
          <a:endParaRPr lang="en-US"/>
        </a:p>
      </dgm:t>
    </dgm:pt>
    <dgm:pt modelId="{9B3D0D03-C167-40BD-A817-6E7329EC7BA3}">
      <dgm:prSet/>
      <dgm:spPr/>
      <dgm:t>
        <a:bodyPr/>
        <a:lstStyle/>
        <a:p>
          <a:r>
            <a:rPr lang="en-US"/>
            <a:t>“Let me repeat that back so we can make sure I got it”</a:t>
          </a:r>
        </a:p>
      </dgm:t>
    </dgm:pt>
    <dgm:pt modelId="{8AFEDF64-79D9-4678-B603-FC64142C1884}" type="parTrans" cxnId="{4D6780E9-B951-4334-9755-1328425368CE}">
      <dgm:prSet/>
      <dgm:spPr/>
      <dgm:t>
        <a:bodyPr/>
        <a:lstStyle/>
        <a:p>
          <a:endParaRPr lang="en-US"/>
        </a:p>
      </dgm:t>
    </dgm:pt>
    <dgm:pt modelId="{9D115E4E-C2F9-47B0-8FF5-C572D2E51129}" type="sibTrans" cxnId="{4D6780E9-B951-4334-9755-1328425368CE}">
      <dgm:prSet/>
      <dgm:spPr/>
      <dgm:t>
        <a:bodyPr/>
        <a:lstStyle/>
        <a:p>
          <a:endParaRPr lang="en-US"/>
        </a:p>
      </dgm:t>
    </dgm:pt>
    <dgm:pt modelId="{F7F18FAA-9EC3-4811-8AC8-E8344878E222}">
      <dgm:prSet/>
      <dgm:spPr/>
      <dgm:t>
        <a:bodyPr/>
        <a:lstStyle/>
        <a:p>
          <a:r>
            <a:rPr lang="en-US"/>
            <a:t>“In other words”</a:t>
          </a:r>
        </a:p>
      </dgm:t>
    </dgm:pt>
    <dgm:pt modelId="{A1DB2AA2-09F4-4D2F-AFF9-A317D75C7A27}" type="parTrans" cxnId="{6383EF3A-0259-4256-B124-E54F6DE518C9}">
      <dgm:prSet/>
      <dgm:spPr/>
      <dgm:t>
        <a:bodyPr/>
        <a:lstStyle/>
        <a:p>
          <a:endParaRPr lang="en-US"/>
        </a:p>
      </dgm:t>
    </dgm:pt>
    <dgm:pt modelId="{7368E04C-574A-4B9E-A17F-C7F65317B8A5}" type="sibTrans" cxnId="{6383EF3A-0259-4256-B124-E54F6DE518C9}">
      <dgm:prSet/>
      <dgm:spPr/>
      <dgm:t>
        <a:bodyPr/>
        <a:lstStyle/>
        <a:p>
          <a:endParaRPr lang="en-US"/>
        </a:p>
      </dgm:t>
    </dgm:pt>
    <dgm:pt modelId="{CDB5B7EE-50F2-0A41-AF1D-FA21FDB5397A}" type="pres">
      <dgm:prSet presAssocID="{55CDABEF-23A2-47E2-85E7-6ABC74DC8C27}" presName="Name0" presStyleCnt="0">
        <dgm:presLayoutVars>
          <dgm:dir/>
          <dgm:animLvl val="lvl"/>
          <dgm:resizeHandles val="exact"/>
        </dgm:presLayoutVars>
      </dgm:prSet>
      <dgm:spPr/>
    </dgm:pt>
    <dgm:pt modelId="{381A4C41-3284-0042-8E2C-6F92ED4CF18A}" type="pres">
      <dgm:prSet presAssocID="{16C74282-B03E-49D3-A1A7-4672626D95F9}" presName="composite" presStyleCnt="0"/>
      <dgm:spPr/>
    </dgm:pt>
    <dgm:pt modelId="{E446E82D-6CBE-B94E-AB23-D9870E190A71}" type="pres">
      <dgm:prSet presAssocID="{16C74282-B03E-49D3-A1A7-4672626D95F9}" presName="parTx" presStyleLbl="alignNode1" presStyleIdx="0" presStyleCnt="2">
        <dgm:presLayoutVars>
          <dgm:chMax val="0"/>
          <dgm:chPref val="0"/>
          <dgm:bulletEnabled val="1"/>
        </dgm:presLayoutVars>
      </dgm:prSet>
      <dgm:spPr/>
    </dgm:pt>
    <dgm:pt modelId="{038495AF-3E9F-BA4F-A04E-66940E114FD6}" type="pres">
      <dgm:prSet presAssocID="{16C74282-B03E-49D3-A1A7-4672626D95F9}" presName="desTx" presStyleLbl="alignAccFollowNode1" presStyleIdx="0" presStyleCnt="2">
        <dgm:presLayoutVars>
          <dgm:bulletEnabled val="1"/>
        </dgm:presLayoutVars>
      </dgm:prSet>
      <dgm:spPr/>
    </dgm:pt>
    <dgm:pt modelId="{EDCD294D-5E90-B942-808D-401D317340A3}" type="pres">
      <dgm:prSet presAssocID="{34E7EAB7-DE57-4EBA-A647-F8920F349C49}" presName="space" presStyleCnt="0"/>
      <dgm:spPr/>
    </dgm:pt>
    <dgm:pt modelId="{B68B03C5-3BD9-5248-9656-512EE298C1E5}" type="pres">
      <dgm:prSet presAssocID="{9E8FDE16-81BE-4DF4-8198-3F4024FF9C3F}" presName="composite" presStyleCnt="0"/>
      <dgm:spPr/>
    </dgm:pt>
    <dgm:pt modelId="{91FBB799-61A7-6143-B8C9-4A9533D6E3AD}" type="pres">
      <dgm:prSet presAssocID="{9E8FDE16-81BE-4DF4-8198-3F4024FF9C3F}" presName="parTx" presStyleLbl="alignNode1" presStyleIdx="1" presStyleCnt="2">
        <dgm:presLayoutVars>
          <dgm:chMax val="0"/>
          <dgm:chPref val="0"/>
          <dgm:bulletEnabled val="1"/>
        </dgm:presLayoutVars>
      </dgm:prSet>
      <dgm:spPr/>
    </dgm:pt>
    <dgm:pt modelId="{71C7E382-382D-BE4E-AEA1-DEC12236F607}" type="pres">
      <dgm:prSet presAssocID="{9E8FDE16-81BE-4DF4-8198-3F4024FF9C3F}" presName="desTx" presStyleLbl="alignAccFollowNode1" presStyleIdx="1" presStyleCnt="2">
        <dgm:presLayoutVars>
          <dgm:bulletEnabled val="1"/>
        </dgm:presLayoutVars>
      </dgm:prSet>
      <dgm:spPr/>
    </dgm:pt>
  </dgm:ptLst>
  <dgm:cxnLst>
    <dgm:cxn modelId="{F1A5A802-BE39-7848-ADA4-AD22D861EF24}" type="presOf" srcId="{9B3D0D03-C167-40BD-A817-6E7329EC7BA3}" destId="{71C7E382-382D-BE4E-AEA1-DEC12236F607}" srcOrd="0" destOrd="4" presId="urn:microsoft.com/office/officeart/2005/8/layout/hList1"/>
    <dgm:cxn modelId="{3A518404-A345-EE46-8BEE-797DC261C2FF}" type="presOf" srcId="{CDE695C6-8D69-4746-8EB8-7A88804D320B}" destId="{71C7E382-382D-BE4E-AEA1-DEC12236F607}" srcOrd="0" destOrd="0" presId="urn:microsoft.com/office/officeart/2005/8/layout/hList1"/>
    <dgm:cxn modelId="{663BEE0C-CF16-4ACC-90B5-41BBAB0DCEF4}" srcId="{9E8FDE16-81BE-4DF4-8198-3F4024FF9C3F}" destId="{933ABDFE-AD52-49C3-98CF-C3DF75506070}" srcOrd="3" destOrd="0" parTransId="{0CD03EDF-F751-4244-9964-9350681CD2CF}" sibTransId="{21C125FA-0FD1-4F1B-9C6D-7EB605CAB540}"/>
    <dgm:cxn modelId="{5C40F21B-5F08-9148-B735-F0A3CB709111}" type="presOf" srcId="{6927764F-E259-4A55-9052-9DC343183AE6}" destId="{71C7E382-382D-BE4E-AEA1-DEC12236F607}" srcOrd="0" destOrd="1" presId="urn:microsoft.com/office/officeart/2005/8/layout/hList1"/>
    <dgm:cxn modelId="{4D72E024-3702-034B-B92F-E333C6AEBF17}" type="presOf" srcId="{C201A524-7F7D-4568-AD79-74B48322677C}" destId="{038495AF-3E9F-BA4F-A04E-66940E114FD6}" srcOrd="0" destOrd="1" presId="urn:microsoft.com/office/officeart/2005/8/layout/hList1"/>
    <dgm:cxn modelId="{DB5A192D-7EC3-A946-8B1A-C3F2CFB0ED23}" type="presOf" srcId="{933ABDFE-AD52-49C3-98CF-C3DF75506070}" destId="{71C7E382-382D-BE4E-AEA1-DEC12236F607}" srcOrd="0" destOrd="3" presId="urn:microsoft.com/office/officeart/2005/8/layout/hList1"/>
    <dgm:cxn modelId="{6383EF3A-0259-4256-B124-E54F6DE518C9}" srcId="{9E8FDE16-81BE-4DF4-8198-3F4024FF9C3F}" destId="{F7F18FAA-9EC3-4811-8AC8-E8344878E222}" srcOrd="5" destOrd="0" parTransId="{A1DB2AA2-09F4-4D2F-AFF9-A317D75C7A27}" sibTransId="{7368E04C-574A-4B9E-A17F-C7F65317B8A5}"/>
    <dgm:cxn modelId="{4E169E41-61A0-4A3F-9840-84C0CA6B4C64}" srcId="{55CDABEF-23A2-47E2-85E7-6ABC74DC8C27}" destId="{16C74282-B03E-49D3-A1A7-4672626D95F9}" srcOrd="0" destOrd="0" parTransId="{4FF84FE4-B295-4D68-A6E7-FB8A52E69D77}" sibTransId="{34E7EAB7-DE57-4EBA-A647-F8920F349C49}"/>
    <dgm:cxn modelId="{E744CB44-B466-4CFE-B94C-7BD621399DAB}" srcId="{16C74282-B03E-49D3-A1A7-4672626D95F9}" destId="{C201A524-7F7D-4568-AD79-74B48322677C}" srcOrd="1" destOrd="0" parTransId="{B76DDEA5-BFF7-416A-B080-CA78EFD87D8F}" sibTransId="{11A904B0-930F-4A61-B116-31240ABC2FB7}"/>
    <dgm:cxn modelId="{627BA565-7166-41E2-89FE-7405CE5C3BA2}" srcId="{16C74282-B03E-49D3-A1A7-4672626D95F9}" destId="{05542E23-DF30-4A3B-859B-DB884A732D9D}" srcOrd="0" destOrd="0" parTransId="{FE6173B5-7D55-4EEA-9E3D-7E804BF62B9D}" sibTransId="{00BDE59D-7505-4ABE-8A0A-0944C98A1B23}"/>
    <dgm:cxn modelId="{65448A69-8E26-40AC-BB58-D0880A7B537C}" srcId="{9E8FDE16-81BE-4DF4-8198-3F4024FF9C3F}" destId="{6927764F-E259-4A55-9052-9DC343183AE6}" srcOrd="1" destOrd="0" parTransId="{450AAA60-7232-40B7-8F51-D88A53E04A6C}" sibTransId="{C89C596F-B425-4018-AE7D-06260B77BD09}"/>
    <dgm:cxn modelId="{ABDAAA78-18B9-8848-AA03-39C583B3A614}" type="presOf" srcId="{9E8FDE16-81BE-4DF4-8198-3F4024FF9C3F}" destId="{91FBB799-61A7-6143-B8C9-4A9533D6E3AD}" srcOrd="0" destOrd="0" presId="urn:microsoft.com/office/officeart/2005/8/layout/hList1"/>
    <dgm:cxn modelId="{4AF9009B-4400-4C6B-A1F5-A14446DAF5CB}" srcId="{9E8FDE16-81BE-4DF4-8198-3F4024FF9C3F}" destId="{7E91E3D7-1490-42F7-BDE4-F120A4E00F23}" srcOrd="2" destOrd="0" parTransId="{94786037-4660-4760-9442-F7D08C996AEF}" sibTransId="{B4DE84E8-76E4-4E60-B9E6-DE41732E2FD7}"/>
    <dgm:cxn modelId="{69CE59AA-199F-D34F-B87E-F0C47E6DC313}" type="presOf" srcId="{16C74282-B03E-49D3-A1A7-4672626D95F9}" destId="{E446E82D-6CBE-B94E-AB23-D9870E190A71}" srcOrd="0" destOrd="0" presId="urn:microsoft.com/office/officeart/2005/8/layout/hList1"/>
    <dgm:cxn modelId="{766A95AF-3462-FA47-AE6D-876ABB97B8CC}" type="presOf" srcId="{F7F18FAA-9EC3-4811-8AC8-E8344878E222}" destId="{71C7E382-382D-BE4E-AEA1-DEC12236F607}" srcOrd="0" destOrd="5" presId="urn:microsoft.com/office/officeart/2005/8/layout/hList1"/>
    <dgm:cxn modelId="{1B8B94D0-D87E-4EE4-8B18-F70D2023040B}" srcId="{55CDABEF-23A2-47E2-85E7-6ABC74DC8C27}" destId="{9E8FDE16-81BE-4DF4-8198-3F4024FF9C3F}" srcOrd="1" destOrd="0" parTransId="{09683DEF-4AFE-4AD2-810F-1806244D8372}" sibTransId="{633CC56E-CA6C-405A-9EA3-3C864D6F9688}"/>
    <dgm:cxn modelId="{D22A77D4-4C62-794D-85A6-7F5BD6D9DAF3}" type="presOf" srcId="{05542E23-DF30-4A3B-859B-DB884A732D9D}" destId="{038495AF-3E9F-BA4F-A04E-66940E114FD6}" srcOrd="0" destOrd="0" presId="urn:microsoft.com/office/officeart/2005/8/layout/hList1"/>
    <dgm:cxn modelId="{09890BDD-58EE-41BC-9CCD-70406F5DBB0D}" srcId="{9E8FDE16-81BE-4DF4-8198-3F4024FF9C3F}" destId="{CDE695C6-8D69-4746-8EB8-7A88804D320B}" srcOrd="0" destOrd="0" parTransId="{CD9CE40F-1514-452B-8FFE-163119934DA8}" sibTransId="{FE120061-0966-4E8F-8502-290B4149D5CA}"/>
    <dgm:cxn modelId="{B2ED2AE7-515E-8F43-919A-58DB9FCCB9B5}" type="presOf" srcId="{55CDABEF-23A2-47E2-85E7-6ABC74DC8C27}" destId="{CDB5B7EE-50F2-0A41-AF1D-FA21FDB5397A}" srcOrd="0" destOrd="0" presId="urn:microsoft.com/office/officeart/2005/8/layout/hList1"/>
    <dgm:cxn modelId="{721811E9-0570-8346-A4DF-171E775DD8A8}" type="presOf" srcId="{7E91E3D7-1490-42F7-BDE4-F120A4E00F23}" destId="{71C7E382-382D-BE4E-AEA1-DEC12236F607}" srcOrd="0" destOrd="2" presId="urn:microsoft.com/office/officeart/2005/8/layout/hList1"/>
    <dgm:cxn modelId="{4D6780E9-B951-4334-9755-1328425368CE}" srcId="{9E8FDE16-81BE-4DF4-8198-3F4024FF9C3F}" destId="{9B3D0D03-C167-40BD-A817-6E7329EC7BA3}" srcOrd="4" destOrd="0" parTransId="{8AFEDF64-79D9-4678-B603-FC64142C1884}" sibTransId="{9D115E4E-C2F9-47B0-8FF5-C572D2E51129}"/>
    <dgm:cxn modelId="{46355679-DECA-9943-B632-4A24E9A58F56}" type="presParOf" srcId="{CDB5B7EE-50F2-0A41-AF1D-FA21FDB5397A}" destId="{381A4C41-3284-0042-8E2C-6F92ED4CF18A}" srcOrd="0" destOrd="0" presId="urn:microsoft.com/office/officeart/2005/8/layout/hList1"/>
    <dgm:cxn modelId="{E2746E29-BB91-EA4F-B946-0EDCC8B168E6}" type="presParOf" srcId="{381A4C41-3284-0042-8E2C-6F92ED4CF18A}" destId="{E446E82D-6CBE-B94E-AB23-D9870E190A71}" srcOrd="0" destOrd="0" presId="urn:microsoft.com/office/officeart/2005/8/layout/hList1"/>
    <dgm:cxn modelId="{5A1F5752-FC20-E74D-AC05-8BE467AA5796}" type="presParOf" srcId="{381A4C41-3284-0042-8E2C-6F92ED4CF18A}" destId="{038495AF-3E9F-BA4F-A04E-66940E114FD6}" srcOrd="1" destOrd="0" presId="urn:microsoft.com/office/officeart/2005/8/layout/hList1"/>
    <dgm:cxn modelId="{3387D54C-C32E-9345-AEBF-F73379826F47}" type="presParOf" srcId="{CDB5B7EE-50F2-0A41-AF1D-FA21FDB5397A}" destId="{EDCD294D-5E90-B942-808D-401D317340A3}" srcOrd="1" destOrd="0" presId="urn:microsoft.com/office/officeart/2005/8/layout/hList1"/>
    <dgm:cxn modelId="{F7981E58-AE1C-344D-8FB4-E91C88746B6D}" type="presParOf" srcId="{CDB5B7EE-50F2-0A41-AF1D-FA21FDB5397A}" destId="{B68B03C5-3BD9-5248-9656-512EE298C1E5}" srcOrd="2" destOrd="0" presId="urn:microsoft.com/office/officeart/2005/8/layout/hList1"/>
    <dgm:cxn modelId="{1942D8DC-BF64-0141-B1E3-34F2467E550B}" type="presParOf" srcId="{B68B03C5-3BD9-5248-9656-512EE298C1E5}" destId="{91FBB799-61A7-6143-B8C9-4A9533D6E3AD}" srcOrd="0" destOrd="0" presId="urn:microsoft.com/office/officeart/2005/8/layout/hList1"/>
    <dgm:cxn modelId="{2A9E9805-410F-1E4D-8B23-372F099A869B}" type="presParOf" srcId="{B68B03C5-3BD9-5248-9656-512EE298C1E5}" destId="{71C7E382-382D-BE4E-AEA1-DEC12236F607}"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DB2C8C3-3F52-480E-9EE6-C2CB04D597A1}" type="doc">
      <dgm:prSet loTypeId="urn:microsoft.com/office/officeart/2005/8/layout/hList1" loCatId="list" qsTypeId="urn:microsoft.com/office/officeart/2005/8/quickstyle/simple1" qsCatId="simple" csTypeId="urn:microsoft.com/office/officeart/2005/8/colors/colorful2" csCatId="colorful"/>
      <dgm:spPr/>
      <dgm:t>
        <a:bodyPr/>
        <a:lstStyle/>
        <a:p>
          <a:endParaRPr lang="en-US"/>
        </a:p>
      </dgm:t>
    </dgm:pt>
    <dgm:pt modelId="{B9FFF35E-E1D1-4902-8E5D-1F97E680524A}">
      <dgm:prSet/>
      <dgm:spPr/>
      <dgm:t>
        <a:bodyPr/>
        <a:lstStyle/>
        <a:p>
          <a:r>
            <a:rPr lang="en-US"/>
            <a:t>Goal:  </a:t>
          </a:r>
        </a:p>
      </dgm:t>
    </dgm:pt>
    <dgm:pt modelId="{3283DFFA-B78D-4423-AF91-8A4FA0D4E73E}" type="parTrans" cxnId="{BC441CA1-7B0F-4637-A134-9694265017B4}">
      <dgm:prSet/>
      <dgm:spPr/>
      <dgm:t>
        <a:bodyPr/>
        <a:lstStyle/>
        <a:p>
          <a:endParaRPr lang="en-US"/>
        </a:p>
      </dgm:t>
    </dgm:pt>
    <dgm:pt modelId="{C83B73AF-99C3-4DC3-ACA3-EA0305ABC172}" type="sibTrans" cxnId="{BC441CA1-7B0F-4637-A134-9694265017B4}">
      <dgm:prSet/>
      <dgm:spPr/>
      <dgm:t>
        <a:bodyPr/>
        <a:lstStyle/>
        <a:p>
          <a:endParaRPr lang="en-US"/>
        </a:p>
      </dgm:t>
    </dgm:pt>
    <dgm:pt modelId="{6144B4A4-F09A-461C-A69B-2B0CA20A28B3}">
      <dgm:prSet/>
      <dgm:spPr/>
      <dgm:t>
        <a:bodyPr/>
        <a:lstStyle/>
        <a:p>
          <a:r>
            <a:rPr lang="en-US" dirty="0"/>
            <a:t>What are we working towards achieving?	 </a:t>
          </a:r>
        </a:p>
      </dgm:t>
    </dgm:pt>
    <dgm:pt modelId="{681AEE55-C468-4274-94DE-C610A0A1D3ED}" type="parTrans" cxnId="{BCD1297F-3E49-4540-A803-EF75BC83F127}">
      <dgm:prSet/>
      <dgm:spPr/>
      <dgm:t>
        <a:bodyPr/>
        <a:lstStyle/>
        <a:p>
          <a:endParaRPr lang="en-US"/>
        </a:p>
      </dgm:t>
    </dgm:pt>
    <dgm:pt modelId="{CDCF7BF1-C8AA-48FD-8F59-A1E0ED03CD3C}" type="sibTrans" cxnId="{BCD1297F-3E49-4540-A803-EF75BC83F127}">
      <dgm:prSet/>
      <dgm:spPr/>
      <dgm:t>
        <a:bodyPr/>
        <a:lstStyle/>
        <a:p>
          <a:endParaRPr lang="en-US"/>
        </a:p>
      </dgm:t>
    </dgm:pt>
    <dgm:pt modelId="{BC6BD81E-C7D3-4339-A2AD-3C01AEA56385}">
      <dgm:prSet/>
      <dgm:spPr/>
      <dgm:t>
        <a:bodyPr/>
        <a:lstStyle/>
        <a:p>
          <a:r>
            <a:rPr lang="en-US" dirty="0"/>
            <a:t>How will we know when we get there? </a:t>
          </a:r>
        </a:p>
      </dgm:t>
    </dgm:pt>
    <dgm:pt modelId="{BAF7813F-E6E0-4185-92A4-1C96999FDD4F}" type="parTrans" cxnId="{0AFB87B7-9B68-4200-AFD5-915D09CDBB0F}">
      <dgm:prSet/>
      <dgm:spPr/>
      <dgm:t>
        <a:bodyPr/>
        <a:lstStyle/>
        <a:p>
          <a:endParaRPr lang="en-US"/>
        </a:p>
      </dgm:t>
    </dgm:pt>
    <dgm:pt modelId="{DCCCF8A9-BB7B-4269-A651-CD55A16FE08B}" type="sibTrans" cxnId="{0AFB87B7-9B68-4200-AFD5-915D09CDBB0F}">
      <dgm:prSet/>
      <dgm:spPr/>
      <dgm:t>
        <a:bodyPr/>
        <a:lstStyle/>
        <a:p>
          <a:endParaRPr lang="en-US"/>
        </a:p>
      </dgm:t>
    </dgm:pt>
    <dgm:pt modelId="{F4D697C1-A117-4F40-8FBD-15ABB5F3757D}">
      <dgm:prSet/>
      <dgm:spPr/>
      <dgm:t>
        <a:bodyPr/>
        <a:lstStyle/>
        <a:p>
          <a:r>
            <a:rPr lang="en-US" dirty="0"/>
            <a:t>SMART goal (specific, measurable, attainable, realistic, and time-bound)</a:t>
          </a:r>
        </a:p>
      </dgm:t>
    </dgm:pt>
    <dgm:pt modelId="{2758BAA2-E67A-4E41-807A-F56DBC0C2689}" type="parTrans" cxnId="{CC7E43DA-85D7-4C5B-9AEA-6CB2EA69510A}">
      <dgm:prSet/>
      <dgm:spPr/>
      <dgm:t>
        <a:bodyPr/>
        <a:lstStyle/>
        <a:p>
          <a:endParaRPr lang="en-US"/>
        </a:p>
      </dgm:t>
    </dgm:pt>
    <dgm:pt modelId="{E85DE369-51D7-4A5A-99D5-90859CF983BA}" type="sibTrans" cxnId="{CC7E43DA-85D7-4C5B-9AEA-6CB2EA69510A}">
      <dgm:prSet/>
      <dgm:spPr/>
      <dgm:t>
        <a:bodyPr/>
        <a:lstStyle/>
        <a:p>
          <a:endParaRPr lang="en-US"/>
        </a:p>
      </dgm:t>
    </dgm:pt>
    <dgm:pt modelId="{CCDD6354-555D-49FD-AA2E-B19B9E277918}">
      <dgm:prSet/>
      <dgm:spPr/>
      <dgm:t>
        <a:bodyPr/>
        <a:lstStyle/>
        <a:p>
          <a:r>
            <a:rPr lang="en-US"/>
            <a:t>Reality: </a:t>
          </a:r>
        </a:p>
      </dgm:t>
    </dgm:pt>
    <dgm:pt modelId="{A5A39921-EBD7-4A7D-A3BD-ED3BAF10F4EC}" type="parTrans" cxnId="{6D081AE3-AAAF-49AE-8BD4-E70FFDAB528D}">
      <dgm:prSet/>
      <dgm:spPr/>
      <dgm:t>
        <a:bodyPr/>
        <a:lstStyle/>
        <a:p>
          <a:endParaRPr lang="en-US"/>
        </a:p>
      </dgm:t>
    </dgm:pt>
    <dgm:pt modelId="{20AD68C0-8F3A-4FAB-BFB5-CAF27FF30D05}" type="sibTrans" cxnId="{6D081AE3-AAAF-49AE-8BD4-E70FFDAB528D}">
      <dgm:prSet/>
      <dgm:spPr/>
      <dgm:t>
        <a:bodyPr/>
        <a:lstStyle/>
        <a:p>
          <a:endParaRPr lang="en-US"/>
        </a:p>
      </dgm:t>
    </dgm:pt>
    <dgm:pt modelId="{65D4018B-E07B-431C-BE4C-CA95919E0842}">
      <dgm:prSet/>
      <dgm:spPr/>
      <dgm:t>
        <a:bodyPr/>
        <a:lstStyle/>
        <a:p>
          <a:r>
            <a:rPr lang="en-US"/>
            <a:t>What is happening now?  </a:t>
          </a:r>
        </a:p>
      </dgm:t>
    </dgm:pt>
    <dgm:pt modelId="{C3ADD75C-4925-4D96-B54D-F545F3CE301F}" type="parTrans" cxnId="{C5A18DE8-A6F6-4207-9795-B9A160EBA1A5}">
      <dgm:prSet/>
      <dgm:spPr/>
      <dgm:t>
        <a:bodyPr/>
        <a:lstStyle/>
        <a:p>
          <a:endParaRPr lang="en-US"/>
        </a:p>
      </dgm:t>
    </dgm:pt>
    <dgm:pt modelId="{354207A0-4D91-4A58-87A3-547AADF38553}" type="sibTrans" cxnId="{C5A18DE8-A6F6-4207-9795-B9A160EBA1A5}">
      <dgm:prSet/>
      <dgm:spPr/>
      <dgm:t>
        <a:bodyPr/>
        <a:lstStyle/>
        <a:p>
          <a:endParaRPr lang="en-US"/>
        </a:p>
      </dgm:t>
    </dgm:pt>
    <dgm:pt modelId="{AC69981E-2004-43DA-9B63-7F416CD9D208}">
      <dgm:prSet/>
      <dgm:spPr/>
      <dgm:t>
        <a:bodyPr/>
        <a:lstStyle/>
        <a:p>
          <a:r>
            <a:rPr lang="en-US"/>
            <a:t>What is going well?  </a:t>
          </a:r>
        </a:p>
      </dgm:t>
    </dgm:pt>
    <dgm:pt modelId="{0E95ACA3-6842-4BA3-B764-EFDA803C19D7}" type="parTrans" cxnId="{C7609AA5-DF2E-4A65-A846-917000CAA53E}">
      <dgm:prSet/>
      <dgm:spPr/>
      <dgm:t>
        <a:bodyPr/>
        <a:lstStyle/>
        <a:p>
          <a:endParaRPr lang="en-US"/>
        </a:p>
      </dgm:t>
    </dgm:pt>
    <dgm:pt modelId="{EF6D5215-30DD-4AEB-B71E-D74BB3F17329}" type="sibTrans" cxnId="{C7609AA5-DF2E-4A65-A846-917000CAA53E}">
      <dgm:prSet/>
      <dgm:spPr/>
      <dgm:t>
        <a:bodyPr/>
        <a:lstStyle/>
        <a:p>
          <a:endParaRPr lang="en-US"/>
        </a:p>
      </dgm:t>
    </dgm:pt>
    <dgm:pt modelId="{5F680245-6D6D-404E-B3F7-80B73E141AFD}">
      <dgm:prSet/>
      <dgm:spPr/>
      <dgm:t>
        <a:bodyPr/>
        <a:lstStyle/>
        <a:p>
          <a:r>
            <a:rPr lang="en-US" dirty="0"/>
            <a:t>What is challenging or not meeting the goal?</a:t>
          </a:r>
        </a:p>
      </dgm:t>
    </dgm:pt>
    <dgm:pt modelId="{0E736BFE-F9EF-4FC0-98FC-9BD576E0E259}" type="parTrans" cxnId="{83C2EF77-1E4B-47CB-A561-319A2A7AC947}">
      <dgm:prSet/>
      <dgm:spPr/>
      <dgm:t>
        <a:bodyPr/>
        <a:lstStyle/>
        <a:p>
          <a:endParaRPr lang="en-US"/>
        </a:p>
      </dgm:t>
    </dgm:pt>
    <dgm:pt modelId="{9BA57D34-F0FD-4E5C-8DDF-873640C2B8C6}" type="sibTrans" cxnId="{83C2EF77-1E4B-47CB-A561-319A2A7AC947}">
      <dgm:prSet/>
      <dgm:spPr/>
      <dgm:t>
        <a:bodyPr/>
        <a:lstStyle/>
        <a:p>
          <a:endParaRPr lang="en-US"/>
        </a:p>
      </dgm:t>
    </dgm:pt>
    <dgm:pt modelId="{6882084A-C0B9-4056-9995-9349420CA51D}">
      <dgm:prSet/>
      <dgm:spPr/>
      <dgm:t>
        <a:bodyPr/>
        <a:lstStyle/>
        <a:p>
          <a:r>
            <a:rPr lang="en-US"/>
            <a:t>Opportunity: </a:t>
          </a:r>
        </a:p>
      </dgm:t>
    </dgm:pt>
    <dgm:pt modelId="{63E58B69-6404-45A2-B7B2-A69E907D6A20}" type="parTrans" cxnId="{8DDF80DD-CA7F-43FD-8F4D-F4341A64C816}">
      <dgm:prSet/>
      <dgm:spPr/>
      <dgm:t>
        <a:bodyPr/>
        <a:lstStyle/>
        <a:p>
          <a:endParaRPr lang="en-US"/>
        </a:p>
      </dgm:t>
    </dgm:pt>
    <dgm:pt modelId="{D5E6EB50-8EED-4762-823F-2B05B3529C33}" type="sibTrans" cxnId="{8DDF80DD-CA7F-43FD-8F4D-F4341A64C816}">
      <dgm:prSet/>
      <dgm:spPr/>
      <dgm:t>
        <a:bodyPr/>
        <a:lstStyle/>
        <a:p>
          <a:endParaRPr lang="en-US"/>
        </a:p>
      </dgm:t>
    </dgm:pt>
    <dgm:pt modelId="{9B25A6E8-BD5D-4C46-AACF-11AE74050986}">
      <dgm:prSet/>
      <dgm:spPr/>
      <dgm:t>
        <a:bodyPr/>
        <a:lstStyle/>
        <a:p>
          <a:r>
            <a:rPr lang="en-US"/>
            <a:t>Brainstorm Session of Solutions to the challenges or blocks to reaching the goal.  </a:t>
          </a:r>
        </a:p>
      </dgm:t>
    </dgm:pt>
    <dgm:pt modelId="{9D1E82DA-0156-4564-B635-A98D16558E89}" type="parTrans" cxnId="{C6CAE4E5-8A95-4CA4-BBD7-930F28DD2E68}">
      <dgm:prSet/>
      <dgm:spPr/>
      <dgm:t>
        <a:bodyPr/>
        <a:lstStyle/>
        <a:p>
          <a:endParaRPr lang="en-US"/>
        </a:p>
      </dgm:t>
    </dgm:pt>
    <dgm:pt modelId="{E5662757-2BEB-4975-8739-8A6EC99AD98E}" type="sibTrans" cxnId="{C6CAE4E5-8A95-4CA4-BBD7-930F28DD2E68}">
      <dgm:prSet/>
      <dgm:spPr/>
      <dgm:t>
        <a:bodyPr/>
        <a:lstStyle/>
        <a:p>
          <a:endParaRPr lang="en-US"/>
        </a:p>
      </dgm:t>
    </dgm:pt>
    <dgm:pt modelId="{6687B703-233A-4137-9E4F-2F28C6917925}">
      <dgm:prSet/>
      <dgm:spPr/>
      <dgm:t>
        <a:bodyPr/>
        <a:lstStyle/>
        <a:p>
          <a:r>
            <a:rPr lang="en-US"/>
            <a:t>What else could you do?  What is that constraint were removed – would it change things?  </a:t>
          </a:r>
        </a:p>
      </dgm:t>
    </dgm:pt>
    <dgm:pt modelId="{EFDD5204-1550-4D49-A3C0-DB7E3E1C29A5}" type="parTrans" cxnId="{D2956696-7F45-4C1D-9A41-D352F2CD75ED}">
      <dgm:prSet/>
      <dgm:spPr/>
      <dgm:t>
        <a:bodyPr/>
        <a:lstStyle/>
        <a:p>
          <a:endParaRPr lang="en-US"/>
        </a:p>
      </dgm:t>
    </dgm:pt>
    <dgm:pt modelId="{6A144E61-0B43-4300-8127-3D55B6D17C18}" type="sibTrans" cxnId="{D2956696-7F45-4C1D-9A41-D352F2CD75ED}">
      <dgm:prSet/>
      <dgm:spPr/>
      <dgm:t>
        <a:bodyPr/>
        <a:lstStyle/>
        <a:p>
          <a:endParaRPr lang="en-US"/>
        </a:p>
      </dgm:t>
    </dgm:pt>
    <dgm:pt modelId="{28B82835-6F92-4B84-B99A-47D532973F8C}">
      <dgm:prSet/>
      <dgm:spPr/>
      <dgm:t>
        <a:bodyPr/>
        <a:lstStyle/>
        <a:p>
          <a:r>
            <a:rPr lang="en-US"/>
            <a:t>What are the advantages and disadvantages of each option?</a:t>
          </a:r>
        </a:p>
      </dgm:t>
    </dgm:pt>
    <dgm:pt modelId="{A37EF40C-716C-4445-B1C2-DBD30CC625FA}" type="parTrans" cxnId="{EA832AD3-E6DE-4F77-B8BA-313A23E78E98}">
      <dgm:prSet/>
      <dgm:spPr/>
      <dgm:t>
        <a:bodyPr/>
        <a:lstStyle/>
        <a:p>
          <a:endParaRPr lang="en-US"/>
        </a:p>
      </dgm:t>
    </dgm:pt>
    <dgm:pt modelId="{3FDB7A4F-5E68-4990-977B-FAAC4959B2C7}" type="sibTrans" cxnId="{EA832AD3-E6DE-4F77-B8BA-313A23E78E98}">
      <dgm:prSet/>
      <dgm:spPr/>
      <dgm:t>
        <a:bodyPr/>
        <a:lstStyle/>
        <a:p>
          <a:endParaRPr lang="en-US"/>
        </a:p>
      </dgm:t>
    </dgm:pt>
    <dgm:pt modelId="{4436F29F-748C-417A-A888-2AFEDD0ACF69}">
      <dgm:prSet/>
      <dgm:spPr/>
      <dgm:t>
        <a:bodyPr/>
        <a:lstStyle/>
        <a:p>
          <a:r>
            <a:rPr lang="en-US"/>
            <a:t>Way Forward: </a:t>
          </a:r>
        </a:p>
      </dgm:t>
    </dgm:pt>
    <dgm:pt modelId="{A8B2C827-FE9F-41EA-B07B-006CDA007C8D}" type="parTrans" cxnId="{D562113C-6A18-4E62-99BE-FCA26D203607}">
      <dgm:prSet/>
      <dgm:spPr/>
      <dgm:t>
        <a:bodyPr/>
        <a:lstStyle/>
        <a:p>
          <a:endParaRPr lang="en-US"/>
        </a:p>
      </dgm:t>
    </dgm:pt>
    <dgm:pt modelId="{68B1D76C-5C6E-49F9-9AAA-ACAB22C9FBE6}" type="sibTrans" cxnId="{D562113C-6A18-4E62-99BE-FCA26D203607}">
      <dgm:prSet/>
      <dgm:spPr/>
      <dgm:t>
        <a:bodyPr/>
        <a:lstStyle/>
        <a:p>
          <a:endParaRPr lang="en-US"/>
        </a:p>
      </dgm:t>
    </dgm:pt>
    <dgm:pt modelId="{694737B2-3097-4D86-97CC-1306D58B204A}">
      <dgm:prSet/>
      <dgm:spPr/>
      <dgm:t>
        <a:bodyPr/>
        <a:lstStyle/>
        <a:p>
          <a:r>
            <a:rPr lang="en-US"/>
            <a:t>What will you do?  </a:t>
          </a:r>
        </a:p>
      </dgm:t>
    </dgm:pt>
    <dgm:pt modelId="{68ED0655-5202-41B0-9618-0763C20B5A9D}" type="parTrans" cxnId="{FA7C4EE5-797C-4087-BA77-599B9D7BBF64}">
      <dgm:prSet/>
      <dgm:spPr/>
      <dgm:t>
        <a:bodyPr/>
        <a:lstStyle/>
        <a:p>
          <a:endParaRPr lang="en-US"/>
        </a:p>
      </dgm:t>
    </dgm:pt>
    <dgm:pt modelId="{D6FEEB20-0E29-4A49-9C25-E6077B7A0249}" type="sibTrans" cxnId="{FA7C4EE5-797C-4087-BA77-599B9D7BBF64}">
      <dgm:prSet/>
      <dgm:spPr/>
      <dgm:t>
        <a:bodyPr/>
        <a:lstStyle/>
        <a:p>
          <a:endParaRPr lang="en-US"/>
        </a:p>
      </dgm:t>
    </dgm:pt>
    <dgm:pt modelId="{B44BB8EB-C76D-492C-808C-2200404F1CAC}">
      <dgm:prSet/>
      <dgm:spPr/>
      <dgm:t>
        <a:bodyPr/>
        <a:lstStyle/>
        <a:p>
          <a:r>
            <a:rPr lang="en-US"/>
            <a:t>What is the plan or the commitment?  </a:t>
          </a:r>
        </a:p>
      </dgm:t>
    </dgm:pt>
    <dgm:pt modelId="{5630F9C2-4CA0-4132-8876-AFB0938942B8}" type="parTrans" cxnId="{1C5EA05E-2BD3-41B8-9BC8-B4FFA643AF40}">
      <dgm:prSet/>
      <dgm:spPr/>
      <dgm:t>
        <a:bodyPr/>
        <a:lstStyle/>
        <a:p>
          <a:endParaRPr lang="en-US"/>
        </a:p>
      </dgm:t>
    </dgm:pt>
    <dgm:pt modelId="{63E7A1D0-41DC-43AD-8B1E-D0EFF6764708}" type="sibTrans" cxnId="{1C5EA05E-2BD3-41B8-9BC8-B4FFA643AF40}">
      <dgm:prSet/>
      <dgm:spPr/>
      <dgm:t>
        <a:bodyPr/>
        <a:lstStyle/>
        <a:p>
          <a:endParaRPr lang="en-US"/>
        </a:p>
      </dgm:t>
    </dgm:pt>
    <dgm:pt modelId="{22B9F2BA-1119-4161-9A12-898EF0273B9D}">
      <dgm:prSet/>
      <dgm:spPr/>
      <dgm:t>
        <a:bodyPr/>
        <a:lstStyle/>
        <a:p>
          <a:r>
            <a:rPr lang="en-US"/>
            <a:t>How will you stay accountable?  </a:t>
          </a:r>
        </a:p>
      </dgm:t>
    </dgm:pt>
    <dgm:pt modelId="{92A452B8-0724-4ED8-9142-3AE1A6677F8B}" type="parTrans" cxnId="{8B67CF72-2546-4038-99DF-408F2F2D30C3}">
      <dgm:prSet/>
      <dgm:spPr/>
      <dgm:t>
        <a:bodyPr/>
        <a:lstStyle/>
        <a:p>
          <a:endParaRPr lang="en-US"/>
        </a:p>
      </dgm:t>
    </dgm:pt>
    <dgm:pt modelId="{7985E292-603B-4122-9FCC-8819D3C2C39F}" type="sibTrans" cxnId="{8B67CF72-2546-4038-99DF-408F2F2D30C3}">
      <dgm:prSet/>
      <dgm:spPr/>
      <dgm:t>
        <a:bodyPr/>
        <a:lstStyle/>
        <a:p>
          <a:endParaRPr lang="en-US"/>
        </a:p>
      </dgm:t>
    </dgm:pt>
    <dgm:pt modelId="{49DF2914-E195-4BD7-9A9E-5A9BACB2452D}">
      <dgm:prSet/>
      <dgm:spPr/>
      <dgm:t>
        <a:bodyPr/>
        <a:lstStyle/>
        <a:p>
          <a:r>
            <a:rPr lang="en-US"/>
            <a:t>When will you touch base again?</a:t>
          </a:r>
        </a:p>
      </dgm:t>
    </dgm:pt>
    <dgm:pt modelId="{CDB136AC-9CB9-4085-958D-C3CA32CB4F94}" type="parTrans" cxnId="{436BEB7A-87C5-4BB7-8D7B-3EA4135A0E57}">
      <dgm:prSet/>
      <dgm:spPr/>
      <dgm:t>
        <a:bodyPr/>
        <a:lstStyle/>
        <a:p>
          <a:endParaRPr lang="en-US"/>
        </a:p>
      </dgm:t>
    </dgm:pt>
    <dgm:pt modelId="{2B1FC2F9-EAC8-4159-A3C1-FF0FCF3EB6B1}" type="sibTrans" cxnId="{436BEB7A-87C5-4BB7-8D7B-3EA4135A0E57}">
      <dgm:prSet/>
      <dgm:spPr/>
      <dgm:t>
        <a:bodyPr/>
        <a:lstStyle/>
        <a:p>
          <a:endParaRPr lang="en-US"/>
        </a:p>
      </dgm:t>
    </dgm:pt>
    <dgm:pt modelId="{31613FC4-3F60-DE45-96C0-690061DCA187}" type="pres">
      <dgm:prSet presAssocID="{FDB2C8C3-3F52-480E-9EE6-C2CB04D597A1}" presName="Name0" presStyleCnt="0">
        <dgm:presLayoutVars>
          <dgm:dir/>
          <dgm:animLvl val="lvl"/>
          <dgm:resizeHandles val="exact"/>
        </dgm:presLayoutVars>
      </dgm:prSet>
      <dgm:spPr/>
    </dgm:pt>
    <dgm:pt modelId="{FCCDCA2E-7E04-3741-BD99-0121EC7A76C8}" type="pres">
      <dgm:prSet presAssocID="{B9FFF35E-E1D1-4902-8E5D-1F97E680524A}" presName="composite" presStyleCnt="0"/>
      <dgm:spPr/>
    </dgm:pt>
    <dgm:pt modelId="{25314540-D4B5-B540-8354-0D4A85B42868}" type="pres">
      <dgm:prSet presAssocID="{B9FFF35E-E1D1-4902-8E5D-1F97E680524A}" presName="parTx" presStyleLbl="alignNode1" presStyleIdx="0" presStyleCnt="4">
        <dgm:presLayoutVars>
          <dgm:chMax val="0"/>
          <dgm:chPref val="0"/>
          <dgm:bulletEnabled val="1"/>
        </dgm:presLayoutVars>
      </dgm:prSet>
      <dgm:spPr/>
    </dgm:pt>
    <dgm:pt modelId="{9EFBAA1F-E66F-A94F-BFA7-E20FE3041BF1}" type="pres">
      <dgm:prSet presAssocID="{B9FFF35E-E1D1-4902-8E5D-1F97E680524A}" presName="desTx" presStyleLbl="alignAccFollowNode1" presStyleIdx="0" presStyleCnt="4">
        <dgm:presLayoutVars>
          <dgm:bulletEnabled val="1"/>
        </dgm:presLayoutVars>
      </dgm:prSet>
      <dgm:spPr/>
    </dgm:pt>
    <dgm:pt modelId="{C4264A2B-7713-394F-A197-E6CC759EB6AA}" type="pres">
      <dgm:prSet presAssocID="{C83B73AF-99C3-4DC3-ACA3-EA0305ABC172}" presName="space" presStyleCnt="0"/>
      <dgm:spPr/>
    </dgm:pt>
    <dgm:pt modelId="{75525A50-34AA-B545-98DE-0DBF4B99647D}" type="pres">
      <dgm:prSet presAssocID="{CCDD6354-555D-49FD-AA2E-B19B9E277918}" presName="composite" presStyleCnt="0"/>
      <dgm:spPr/>
    </dgm:pt>
    <dgm:pt modelId="{F4083701-811D-0041-9E8D-44746D55FEDB}" type="pres">
      <dgm:prSet presAssocID="{CCDD6354-555D-49FD-AA2E-B19B9E277918}" presName="parTx" presStyleLbl="alignNode1" presStyleIdx="1" presStyleCnt="4">
        <dgm:presLayoutVars>
          <dgm:chMax val="0"/>
          <dgm:chPref val="0"/>
          <dgm:bulletEnabled val="1"/>
        </dgm:presLayoutVars>
      </dgm:prSet>
      <dgm:spPr/>
    </dgm:pt>
    <dgm:pt modelId="{4074E059-D7AA-1B4F-9AF6-7ECE8926217C}" type="pres">
      <dgm:prSet presAssocID="{CCDD6354-555D-49FD-AA2E-B19B9E277918}" presName="desTx" presStyleLbl="alignAccFollowNode1" presStyleIdx="1" presStyleCnt="4">
        <dgm:presLayoutVars>
          <dgm:bulletEnabled val="1"/>
        </dgm:presLayoutVars>
      </dgm:prSet>
      <dgm:spPr/>
    </dgm:pt>
    <dgm:pt modelId="{CFEF4837-573B-1F4E-9A3C-77580111291A}" type="pres">
      <dgm:prSet presAssocID="{20AD68C0-8F3A-4FAB-BFB5-CAF27FF30D05}" presName="space" presStyleCnt="0"/>
      <dgm:spPr/>
    </dgm:pt>
    <dgm:pt modelId="{E1690B76-2E2D-2447-A8A5-A244B1AB909D}" type="pres">
      <dgm:prSet presAssocID="{6882084A-C0B9-4056-9995-9349420CA51D}" presName="composite" presStyleCnt="0"/>
      <dgm:spPr/>
    </dgm:pt>
    <dgm:pt modelId="{94C5492D-7EFE-1D43-9893-D291AD0B413A}" type="pres">
      <dgm:prSet presAssocID="{6882084A-C0B9-4056-9995-9349420CA51D}" presName="parTx" presStyleLbl="alignNode1" presStyleIdx="2" presStyleCnt="4">
        <dgm:presLayoutVars>
          <dgm:chMax val="0"/>
          <dgm:chPref val="0"/>
          <dgm:bulletEnabled val="1"/>
        </dgm:presLayoutVars>
      </dgm:prSet>
      <dgm:spPr/>
    </dgm:pt>
    <dgm:pt modelId="{CEC8B0F2-ABFB-3748-BF2A-9A94622A10C9}" type="pres">
      <dgm:prSet presAssocID="{6882084A-C0B9-4056-9995-9349420CA51D}" presName="desTx" presStyleLbl="alignAccFollowNode1" presStyleIdx="2" presStyleCnt="4">
        <dgm:presLayoutVars>
          <dgm:bulletEnabled val="1"/>
        </dgm:presLayoutVars>
      </dgm:prSet>
      <dgm:spPr/>
    </dgm:pt>
    <dgm:pt modelId="{1F7E2670-94E8-634F-9FA0-8914D278CDA8}" type="pres">
      <dgm:prSet presAssocID="{D5E6EB50-8EED-4762-823F-2B05B3529C33}" presName="space" presStyleCnt="0"/>
      <dgm:spPr/>
    </dgm:pt>
    <dgm:pt modelId="{A02FDC3B-406C-3B49-933D-FCAD95D8CE95}" type="pres">
      <dgm:prSet presAssocID="{4436F29F-748C-417A-A888-2AFEDD0ACF69}" presName="composite" presStyleCnt="0"/>
      <dgm:spPr/>
    </dgm:pt>
    <dgm:pt modelId="{167A1E6D-4F6F-8B46-A875-C3D80857C392}" type="pres">
      <dgm:prSet presAssocID="{4436F29F-748C-417A-A888-2AFEDD0ACF69}" presName="parTx" presStyleLbl="alignNode1" presStyleIdx="3" presStyleCnt="4">
        <dgm:presLayoutVars>
          <dgm:chMax val="0"/>
          <dgm:chPref val="0"/>
          <dgm:bulletEnabled val="1"/>
        </dgm:presLayoutVars>
      </dgm:prSet>
      <dgm:spPr/>
    </dgm:pt>
    <dgm:pt modelId="{6D05984C-4A1B-E84E-84DF-3EA72A068B44}" type="pres">
      <dgm:prSet presAssocID="{4436F29F-748C-417A-A888-2AFEDD0ACF69}" presName="desTx" presStyleLbl="alignAccFollowNode1" presStyleIdx="3" presStyleCnt="4">
        <dgm:presLayoutVars>
          <dgm:bulletEnabled val="1"/>
        </dgm:presLayoutVars>
      </dgm:prSet>
      <dgm:spPr/>
    </dgm:pt>
  </dgm:ptLst>
  <dgm:cxnLst>
    <dgm:cxn modelId="{1AF8540B-4C73-FA4B-BEC9-E3B116C33E13}" type="presOf" srcId="{694737B2-3097-4D86-97CC-1306D58B204A}" destId="{6D05984C-4A1B-E84E-84DF-3EA72A068B44}" srcOrd="0" destOrd="0" presId="urn:microsoft.com/office/officeart/2005/8/layout/hList1"/>
    <dgm:cxn modelId="{F2A0F518-2649-3442-B101-2B4191C38BB9}" type="presOf" srcId="{5F680245-6D6D-404E-B3F7-80B73E141AFD}" destId="{4074E059-D7AA-1B4F-9AF6-7ECE8926217C}" srcOrd="0" destOrd="2" presId="urn:microsoft.com/office/officeart/2005/8/layout/hList1"/>
    <dgm:cxn modelId="{D562113C-6A18-4E62-99BE-FCA26D203607}" srcId="{FDB2C8C3-3F52-480E-9EE6-C2CB04D597A1}" destId="{4436F29F-748C-417A-A888-2AFEDD0ACF69}" srcOrd="3" destOrd="0" parTransId="{A8B2C827-FE9F-41EA-B07B-006CDA007C8D}" sibTransId="{68B1D76C-5C6E-49F9-9AAA-ACAB22C9FBE6}"/>
    <dgm:cxn modelId="{7F9C5644-9E1E-A14D-8247-B17B592EFD32}" type="presOf" srcId="{65D4018B-E07B-431C-BE4C-CA95919E0842}" destId="{4074E059-D7AA-1B4F-9AF6-7ECE8926217C}" srcOrd="0" destOrd="0" presId="urn:microsoft.com/office/officeart/2005/8/layout/hList1"/>
    <dgm:cxn modelId="{7F877552-0041-D641-A42F-8157FB36A860}" type="presOf" srcId="{6144B4A4-F09A-461C-A69B-2B0CA20A28B3}" destId="{9EFBAA1F-E66F-A94F-BFA7-E20FE3041BF1}" srcOrd="0" destOrd="0" presId="urn:microsoft.com/office/officeart/2005/8/layout/hList1"/>
    <dgm:cxn modelId="{1C5EA05E-2BD3-41B8-9BC8-B4FFA643AF40}" srcId="{4436F29F-748C-417A-A888-2AFEDD0ACF69}" destId="{B44BB8EB-C76D-492C-808C-2200404F1CAC}" srcOrd="1" destOrd="0" parTransId="{5630F9C2-4CA0-4132-8876-AFB0938942B8}" sibTransId="{63E7A1D0-41DC-43AD-8B1E-D0EFF6764708}"/>
    <dgm:cxn modelId="{6986C267-6B10-8C49-BFCB-47A3FD1D3FF0}" type="presOf" srcId="{FDB2C8C3-3F52-480E-9EE6-C2CB04D597A1}" destId="{31613FC4-3F60-DE45-96C0-690061DCA187}" srcOrd="0" destOrd="0" presId="urn:microsoft.com/office/officeart/2005/8/layout/hList1"/>
    <dgm:cxn modelId="{8B67CF72-2546-4038-99DF-408F2F2D30C3}" srcId="{4436F29F-748C-417A-A888-2AFEDD0ACF69}" destId="{22B9F2BA-1119-4161-9A12-898EF0273B9D}" srcOrd="2" destOrd="0" parTransId="{92A452B8-0724-4ED8-9142-3AE1A6677F8B}" sibTransId="{7985E292-603B-4122-9FCC-8819D3C2C39F}"/>
    <dgm:cxn modelId="{515EBB73-22DE-D34F-833D-3244DF319292}" type="presOf" srcId="{B44BB8EB-C76D-492C-808C-2200404F1CAC}" destId="{6D05984C-4A1B-E84E-84DF-3EA72A068B44}" srcOrd="0" destOrd="1" presId="urn:microsoft.com/office/officeart/2005/8/layout/hList1"/>
    <dgm:cxn modelId="{EED4EC76-9288-6945-9819-59FCC75B26E0}" type="presOf" srcId="{22B9F2BA-1119-4161-9A12-898EF0273B9D}" destId="{6D05984C-4A1B-E84E-84DF-3EA72A068B44}" srcOrd="0" destOrd="2" presId="urn:microsoft.com/office/officeart/2005/8/layout/hList1"/>
    <dgm:cxn modelId="{83C2EF77-1E4B-47CB-A561-319A2A7AC947}" srcId="{CCDD6354-555D-49FD-AA2E-B19B9E277918}" destId="{5F680245-6D6D-404E-B3F7-80B73E141AFD}" srcOrd="2" destOrd="0" parTransId="{0E736BFE-F9EF-4FC0-98FC-9BD576E0E259}" sibTransId="{9BA57D34-F0FD-4E5C-8DDF-873640C2B8C6}"/>
    <dgm:cxn modelId="{436BEB7A-87C5-4BB7-8D7B-3EA4135A0E57}" srcId="{4436F29F-748C-417A-A888-2AFEDD0ACF69}" destId="{49DF2914-E195-4BD7-9A9E-5A9BACB2452D}" srcOrd="3" destOrd="0" parTransId="{CDB136AC-9CB9-4085-958D-C3CA32CB4F94}" sibTransId="{2B1FC2F9-EAC8-4159-A3C1-FF0FCF3EB6B1}"/>
    <dgm:cxn modelId="{BCD1297F-3E49-4540-A803-EF75BC83F127}" srcId="{B9FFF35E-E1D1-4902-8E5D-1F97E680524A}" destId="{6144B4A4-F09A-461C-A69B-2B0CA20A28B3}" srcOrd="0" destOrd="0" parTransId="{681AEE55-C468-4274-94DE-C610A0A1D3ED}" sibTransId="{CDCF7BF1-C8AA-48FD-8F59-A1E0ED03CD3C}"/>
    <dgm:cxn modelId="{395C2282-431F-6A44-AACD-7A3DAB0D38EA}" type="presOf" srcId="{F4D697C1-A117-4F40-8FBD-15ABB5F3757D}" destId="{9EFBAA1F-E66F-A94F-BFA7-E20FE3041BF1}" srcOrd="0" destOrd="2" presId="urn:microsoft.com/office/officeart/2005/8/layout/hList1"/>
    <dgm:cxn modelId="{D2956696-7F45-4C1D-9A41-D352F2CD75ED}" srcId="{6882084A-C0B9-4056-9995-9349420CA51D}" destId="{6687B703-233A-4137-9E4F-2F28C6917925}" srcOrd="1" destOrd="0" parTransId="{EFDD5204-1550-4D49-A3C0-DB7E3E1C29A5}" sibTransId="{6A144E61-0B43-4300-8127-3D55B6D17C18}"/>
    <dgm:cxn modelId="{BC441CA1-7B0F-4637-A134-9694265017B4}" srcId="{FDB2C8C3-3F52-480E-9EE6-C2CB04D597A1}" destId="{B9FFF35E-E1D1-4902-8E5D-1F97E680524A}" srcOrd="0" destOrd="0" parTransId="{3283DFFA-B78D-4423-AF91-8A4FA0D4E73E}" sibTransId="{C83B73AF-99C3-4DC3-ACA3-EA0305ABC172}"/>
    <dgm:cxn modelId="{C7609AA5-DF2E-4A65-A846-917000CAA53E}" srcId="{CCDD6354-555D-49FD-AA2E-B19B9E277918}" destId="{AC69981E-2004-43DA-9B63-7F416CD9D208}" srcOrd="1" destOrd="0" parTransId="{0E95ACA3-6842-4BA3-B764-EFDA803C19D7}" sibTransId="{EF6D5215-30DD-4AEB-B71E-D74BB3F17329}"/>
    <dgm:cxn modelId="{0AFB87B7-9B68-4200-AFD5-915D09CDBB0F}" srcId="{B9FFF35E-E1D1-4902-8E5D-1F97E680524A}" destId="{BC6BD81E-C7D3-4339-A2AD-3C01AEA56385}" srcOrd="1" destOrd="0" parTransId="{BAF7813F-E6E0-4185-92A4-1C96999FDD4F}" sibTransId="{DCCCF8A9-BB7B-4269-A651-CD55A16FE08B}"/>
    <dgm:cxn modelId="{6DB105BB-9692-AB4F-A204-BA6DFEE1F523}" type="presOf" srcId="{49DF2914-E195-4BD7-9A9E-5A9BACB2452D}" destId="{6D05984C-4A1B-E84E-84DF-3EA72A068B44}" srcOrd="0" destOrd="3" presId="urn:microsoft.com/office/officeart/2005/8/layout/hList1"/>
    <dgm:cxn modelId="{E545F7CE-1DBB-C044-A84B-A2FB009562B1}" type="presOf" srcId="{BC6BD81E-C7D3-4339-A2AD-3C01AEA56385}" destId="{9EFBAA1F-E66F-A94F-BFA7-E20FE3041BF1}" srcOrd="0" destOrd="1" presId="urn:microsoft.com/office/officeart/2005/8/layout/hList1"/>
    <dgm:cxn modelId="{EA832AD3-E6DE-4F77-B8BA-313A23E78E98}" srcId="{6882084A-C0B9-4056-9995-9349420CA51D}" destId="{28B82835-6F92-4B84-B99A-47D532973F8C}" srcOrd="2" destOrd="0" parTransId="{A37EF40C-716C-4445-B1C2-DBD30CC625FA}" sibTransId="{3FDB7A4F-5E68-4990-977B-FAAC4959B2C7}"/>
    <dgm:cxn modelId="{C118B2D6-76E7-BB4A-AA75-E89339541640}" type="presOf" srcId="{4436F29F-748C-417A-A888-2AFEDD0ACF69}" destId="{167A1E6D-4F6F-8B46-A875-C3D80857C392}" srcOrd="0" destOrd="0" presId="urn:microsoft.com/office/officeart/2005/8/layout/hList1"/>
    <dgm:cxn modelId="{CC7E43DA-85D7-4C5B-9AEA-6CB2EA69510A}" srcId="{B9FFF35E-E1D1-4902-8E5D-1F97E680524A}" destId="{F4D697C1-A117-4F40-8FBD-15ABB5F3757D}" srcOrd="2" destOrd="0" parTransId="{2758BAA2-E67A-4E41-807A-F56DBC0C2689}" sibTransId="{E85DE369-51D7-4A5A-99D5-90859CF983BA}"/>
    <dgm:cxn modelId="{90CEF7DA-0676-0248-9420-B66F253AAB7F}" type="presOf" srcId="{9B25A6E8-BD5D-4C46-AACF-11AE74050986}" destId="{CEC8B0F2-ABFB-3748-BF2A-9A94622A10C9}" srcOrd="0" destOrd="0" presId="urn:microsoft.com/office/officeart/2005/8/layout/hList1"/>
    <dgm:cxn modelId="{8DDF80DD-CA7F-43FD-8F4D-F4341A64C816}" srcId="{FDB2C8C3-3F52-480E-9EE6-C2CB04D597A1}" destId="{6882084A-C0B9-4056-9995-9349420CA51D}" srcOrd="2" destOrd="0" parTransId="{63E58B69-6404-45A2-B7B2-A69E907D6A20}" sibTransId="{D5E6EB50-8EED-4762-823F-2B05B3529C33}"/>
    <dgm:cxn modelId="{2B1821DF-C52B-EE42-A21D-9A4A7555AE5A}" type="presOf" srcId="{28B82835-6F92-4B84-B99A-47D532973F8C}" destId="{CEC8B0F2-ABFB-3748-BF2A-9A94622A10C9}" srcOrd="0" destOrd="2" presId="urn:microsoft.com/office/officeart/2005/8/layout/hList1"/>
    <dgm:cxn modelId="{A93A83E0-46C0-6E48-BBF4-32F7AD787391}" type="presOf" srcId="{CCDD6354-555D-49FD-AA2E-B19B9E277918}" destId="{F4083701-811D-0041-9E8D-44746D55FEDB}" srcOrd="0" destOrd="0" presId="urn:microsoft.com/office/officeart/2005/8/layout/hList1"/>
    <dgm:cxn modelId="{6D081AE3-AAAF-49AE-8BD4-E70FFDAB528D}" srcId="{FDB2C8C3-3F52-480E-9EE6-C2CB04D597A1}" destId="{CCDD6354-555D-49FD-AA2E-B19B9E277918}" srcOrd="1" destOrd="0" parTransId="{A5A39921-EBD7-4A7D-A3BD-ED3BAF10F4EC}" sibTransId="{20AD68C0-8F3A-4FAB-BFB5-CAF27FF30D05}"/>
    <dgm:cxn modelId="{FA7C4EE5-797C-4087-BA77-599B9D7BBF64}" srcId="{4436F29F-748C-417A-A888-2AFEDD0ACF69}" destId="{694737B2-3097-4D86-97CC-1306D58B204A}" srcOrd="0" destOrd="0" parTransId="{68ED0655-5202-41B0-9618-0763C20B5A9D}" sibTransId="{D6FEEB20-0E29-4A49-9C25-E6077B7A0249}"/>
    <dgm:cxn modelId="{C6CAE4E5-8A95-4CA4-BBD7-930F28DD2E68}" srcId="{6882084A-C0B9-4056-9995-9349420CA51D}" destId="{9B25A6E8-BD5D-4C46-AACF-11AE74050986}" srcOrd="0" destOrd="0" parTransId="{9D1E82DA-0156-4564-B635-A98D16558E89}" sibTransId="{E5662757-2BEB-4975-8739-8A6EC99AD98E}"/>
    <dgm:cxn modelId="{B9AF13E8-9EE5-314A-9D79-B73C7B6621A4}" type="presOf" srcId="{6687B703-233A-4137-9E4F-2F28C6917925}" destId="{CEC8B0F2-ABFB-3748-BF2A-9A94622A10C9}" srcOrd="0" destOrd="1" presId="urn:microsoft.com/office/officeart/2005/8/layout/hList1"/>
    <dgm:cxn modelId="{FE4472E8-68AA-824D-80EF-0024CD50E63B}" type="presOf" srcId="{6882084A-C0B9-4056-9995-9349420CA51D}" destId="{94C5492D-7EFE-1D43-9893-D291AD0B413A}" srcOrd="0" destOrd="0" presId="urn:microsoft.com/office/officeart/2005/8/layout/hList1"/>
    <dgm:cxn modelId="{C5A18DE8-A6F6-4207-9795-B9A160EBA1A5}" srcId="{CCDD6354-555D-49FD-AA2E-B19B9E277918}" destId="{65D4018B-E07B-431C-BE4C-CA95919E0842}" srcOrd="0" destOrd="0" parTransId="{C3ADD75C-4925-4D96-B54D-F545F3CE301F}" sibTransId="{354207A0-4D91-4A58-87A3-547AADF38553}"/>
    <dgm:cxn modelId="{F1F964E9-70B8-A04D-BB72-B9A0F8DB6B50}" type="presOf" srcId="{AC69981E-2004-43DA-9B63-7F416CD9D208}" destId="{4074E059-D7AA-1B4F-9AF6-7ECE8926217C}" srcOrd="0" destOrd="1" presId="urn:microsoft.com/office/officeart/2005/8/layout/hList1"/>
    <dgm:cxn modelId="{B20E9DEB-C026-DC45-8CE1-01ABBE0D90AE}" type="presOf" srcId="{B9FFF35E-E1D1-4902-8E5D-1F97E680524A}" destId="{25314540-D4B5-B540-8354-0D4A85B42868}" srcOrd="0" destOrd="0" presId="urn:microsoft.com/office/officeart/2005/8/layout/hList1"/>
    <dgm:cxn modelId="{3E4E13E3-2B7B-E848-AC44-D2B36A8C956D}" type="presParOf" srcId="{31613FC4-3F60-DE45-96C0-690061DCA187}" destId="{FCCDCA2E-7E04-3741-BD99-0121EC7A76C8}" srcOrd="0" destOrd="0" presId="urn:microsoft.com/office/officeart/2005/8/layout/hList1"/>
    <dgm:cxn modelId="{E09C701D-7DCA-B14A-ABCA-5847241ED74C}" type="presParOf" srcId="{FCCDCA2E-7E04-3741-BD99-0121EC7A76C8}" destId="{25314540-D4B5-B540-8354-0D4A85B42868}" srcOrd="0" destOrd="0" presId="urn:microsoft.com/office/officeart/2005/8/layout/hList1"/>
    <dgm:cxn modelId="{499299EF-6C95-4845-BCEA-880D1F5C1E43}" type="presParOf" srcId="{FCCDCA2E-7E04-3741-BD99-0121EC7A76C8}" destId="{9EFBAA1F-E66F-A94F-BFA7-E20FE3041BF1}" srcOrd="1" destOrd="0" presId="urn:microsoft.com/office/officeart/2005/8/layout/hList1"/>
    <dgm:cxn modelId="{4A1B4E78-E229-D24B-B519-098B21E3FDB2}" type="presParOf" srcId="{31613FC4-3F60-DE45-96C0-690061DCA187}" destId="{C4264A2B-7713-394F-A197-E6CC759EB6AA}" srcOrd="1" destOrd="0" presId="urn:microsoft.com/office/officeart/2005/8/layout/hList1"/>
    <dgm:cxn modelId="{F04AC0A9-EFB4-1841-BBA0-EFA60D5EF081}" type="presParOf" srcId="{31613FC4-3F60-DE45-96C0-690061DCA187}" destId="{75525A50-34AA-B545-98DE-0DBF4B99647D}" srcOrd="2" destOrd="0" presId="urn:microsoft.com/office/officeart/2005/8/layout/hList1"/>
    <dgm:cxn modelId="{E7E2C6F0-8369-1D42-9294-9A11C664B42D}" type="presParOf" srcId="{75525A50-34AA-B545-98DE-0DBF4B99647D}" destId="{F4083701-811D-0041-9E8D-44746D55FEDB}" srcOrd="0" destOrd="0" presId="urn:microsoft.com/office/officeart/2005/8/layout/hList1"/>
    <dgm:cxn modelId="{C708A29B-D8D7-044B-B872-FD34090FCFD1}" type="presParOf" srcId="{75525A50-34AA-B545-98DE-0DBF4B99647D}" destId="{4074E059-D7AA-1B4F-9AF6-7ECE8926217C}" srcOrd="1" destOrd="0" presId="urn:microsoft.com/office/officeart/2005/8/layout/hList1"/>
    <dgm:cxn modelId="{7875F07C-0652-A14B-8306-30E7DEC2D033}" type="presParOf" srcId="{31613FC4-3F60-DE45-96C0-690061DCA187}" destId="{CFEF4837-573B-1F4E-9A3C-77580111291A}" srcOrd="3" destOrd="0" presId="urn:microsoft.com/office/officeart/2005/8/layout/hList1"/>
    <dgm:cxn modelId="{3F25EDCD-FC08-7D44-BCD1-E542A101D258}" type="presParOf" srcId="{31613FC4-3F60-DE45-96C0-690061DCA187}" destId="{E1690B76-2E2D-2447-A8A5-A244B1AB909D}" srcOrd="4" destOrd="0" presId="urn:microsoft.com/office/officeart/2005/8/layout/hList1"/>
    <dgm:cxn modelId="{C3720A4A-ABE0-B945-9831-9CAAC7B8185C}" type="presParOf" srcId="{E1690B76-2E2D-2447-A8A5-A244B1AB909D}" destId="{94C5492D-7EFE-1D43-9893-D291AD0B413A}" srcOrd="0" destOrd="0" presId="urn:microsoft.com/office/officeart/2005/8/layout/hList1"/>
    <dgm:cxn modelId="{B5E8DFB8-9AFA-5C42-A68E-E7FDA4ED2D13}" type="presParOf" srcId="{E1690B76-2E2D-2447-A8A5-A244B1AB909D}" destId="{CEC8B0F2-ABFB-3748-BF2A-9A94622A10C9}" srcOrd="1" destOrd="0" presId="urn:microsoft.com/office/officeart/2005/8/layout/hList1"/>
    <dgm:cxn modelId="{DC7540FE-513D-ED4C-82A9-57EB1E2E3367}" type="presParOf" srcId="{31613FC4-3F60-DE45-96C0-690061DCA187}" destId="{1F7E2670-94E8-634F-9FA0-8914D278CDA8}" srcOrd="5" destOrd="0" presId="urn:microsoft.com/office/officeart/2005/8/layout/hList1"/>
    <dgm:cxn modelId="{6EF2DDA1-5D79-284E-B2CE-868006D591E0}" type="presParOf" srcId="{31613FC4-3F60-DE45-96C0-690061DCA187}" destId="{A02FDC3B-406C-3B49-933D-FCAD95D8CE95}" srcOrd="6" destOrd="0" presId="urn:microsoft.com/office/officeart/2005/8/layout/hList1"/>
    <dgm:cxn modelId="{11E50531-0475-B044-952A-70FE06BFDF0B}" type="presParOf" srcId="{A02FDC3B-406C-3B49-933D-FCAD95D8CE95}" destId="{167A1E6D-4F6F-8B46-A875-C3D80857C392}" srcOrd="0" destOrd="0" presId="urn:microsoft.com/office/officeart/2005/8/layout/hList1"/>
    <dgm:cxn modelId="{46DB5FB7-56F3-9A43-80C0-983A33AA089C}" type="presParOf" srcId="{A02FDC3B-406C-3B49-933D-FCAD95D8CE95}" destId="{6D05984C-4A1B-E84E-84DF-3EA72A068B4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64A4730-8D9F-411C-BF59-9F639010D662}" type="doc">
      <dgm:prSet loTypeId="urn:microsoft.com/office/officeart/2016/7/layout/VerticalSolidActionList" loCatId="List" qsTypeId="urn:microsoft.com/office/officeart/2005/8/quickstyle/simple1" qsCatId="simple" csTypeId="urn:microsoft.com/office/officeart/2005/8/colors/colorful1" csCatId="colorful" phldr="1"/>
      <dgm:spPr/>
      <dgm:t>
        <a:bodyPr/>
        <a:lstStyle/>
        <a:p>
          <a:endParaRPr lang="en-US"/>
        </a:p>
      </dgm:t>
    </dgm:pt>
    <dgm:pt modelId="{8F8821D1-24C1-4673-948B-40F56EDBF8A7}">
      <dgm:prSet/>
      <dgm:spPr>
        <a:solidFill>
          <a:schemeClr val="accent1">
            <a:lumMod val="75000"/>
          </a:schemeClr>
        </a:solidFill>
        <a:ln>
          <a:solidFill>
            <a:schemeClr val="accent1">
              <a:lumMod val="75000"/>
            </a:schemeClr>
          </a:solidFill>
        </a:ln>
      </dgm:spPr>
      <dgm:t>
        <a:bodyPr/>
        <a:lstStyle/>
        <a:p>
          <a:r>
            <a:rPr lang="en-US"/>
            <a:t>Using</a:t>
          </a:r>
        </a:p>
      </dgm:t>
    </dgm:pt>
    <dgm:pt modelId="{FD303D33-171A-44EA-8EC1-AA9BCDDF623E}" type="parTrans" cxnId="{FACC43EC-ED2A-4495-931B-12AB9E9A676F}">
      <dgm:prSet/>
      <dgm:spPr/>
      <dgm:t>
        <a:bodyPr/>
        <a:lstStyle/>
        <a:p>
          <a:endParaRPr lang="en-US"/>
        </a:p>
      </dgm:t>
    </dgm:pt>
    <dgm:pt modelId="{36E03061-4C91-4575-B1BE-E465E2E70CC2}" type="sibTrans" cxnId="{FACC43EC-ED2A-4495-931B-12AB9E9A676F}">
      <dgm:prSet/>
      <dgm:spPr/>
      <dgm:t>
        <a:bodyPr/>
        <a:lstStyle/>
        <a:p>
          <a:endParaRPr lang="en-US"/>
        </a:p>
      </dgm:t>
    </dgm:pt>
    <dgm:pt modelId="{18FB1A40-FB3F-4C2D-8A22-C1D1FCBDD255}">
      <dgm:prSet/>
      <dgm:spPr>
        <a:solidFill>
          <a:schemeClr val="accent1">
            <a:lumMod val="40000"/>
            <a:lumOff val="60000"/>
            <a:alpha val="90000"/>
          </a:schemeClr>
        </a:solidFill>
        <a:ln>
          <a:solidFill>
            <a:schemeClr val="accent1">
              <a:lumMod val="40000"/>
              <a:lumOff val="60000"/>
              <a:alpha val="90000"/>
            </a:schemeClr>
          </a:solidFill>
        </a:ln>
      </dgm:spPr>
      <dgm:t>
        <a:bodyPr/>
        <a:lstStyle/>
        <a:p>
          <a:r>
            <a:rPr lang="en-US"/>
            <a:t>Using the GROW method for accountability</a:t>
          </a:r>
        </a:p>
      </dgm:t>
    </dgm:pt>
    <dgm:pt modelId="{4AD754DC-278C-4515-BB47-568D46C2BE54}" type="parTrans" cxnId="{20EE934D-4606-45C1-9F76-0B6AD3C85178}">
      <dgm:prSet/>
      <dgm:spPr/>
      <dgm:t>
        <a:bodyPr/>
        <a:lstStyle/>
        <a:p>
          <a:endParaRPr lang="en-US"/>
        </a:p>
      </dgm:t>
    </dgm:pt>
    <dgm:pt modelId="{DC0B3BBF-1D3B-4FB8-8108-83A5CF795C6C}" type="sibTrans" cxnId="{20EE934D-4606-45C1-9F76-0B6AD3C85178}">
      <dgm:prSet/>
      <dgm:spPr/>
      <dgm:t>
        <a:bodyPr/>
        <a:lstStyle/>
        <a:p>
          <a:endParaRPr lang="en-US"/>
        </a:p>
      </dgm:t>
    </dgm:pt>
    <dgm:pt modelId="{4585AF47-770A-41A2-8F15-C7E07FA01E64}">
      <dgm:prSet/>
      <dgm:spPr/>
      <dgm:t>
        <a:bodyPr/>
        <a:lstStyle/>
        <a:p>
          <a:r>
            <a:rPr lang="en-US"/>
            <a:t>Navigating</a:t>
          </a:r>
        </a:p>
      </dgm:t>
    </dgm:pt>
    <dgm:pt modelId="{2D8D48C1-8C19-4AC1-BBB1-51F320916C65}" type="parTrans" cxnId="{C90C08E5-2E02-4394-97D9-5F4910E1599A}">
      <dgm:prSet/>
      <dgm:spPr/>
      <dgm:t>
        <a:bodyPr/>
        <a:lstStyle/>
        <a:p>
          <a:endParaRPr lang="en-US"/>
        </a:p>
      </dgm:t>
    </dgm:pt>
    <dgm:pt modelId="{AA386489-0FB4-44F5-B9F5-23800495D81B}" type="sibTrans" cxnId="{C90C08E5-2E02-4394-97D9-5F4910E1599A}">
      <dgm:prSet/>
      <dgm:spPr/>
      <dgm:t>
        <a:bodyPr/>
        <a:lstStyle/>
        <a:p>
          <a:endParaRPr lang="en-US"/>
        </a:p>
      </dgm:t>
    </dgm:pt>
    <dgm:pt modelId="{558E7632-DFAE-48DB-83DB-4F98025CCCA3}">
      <dgm:prSet/>
      <dgm:spPr/>
      <dgm:t>
        <a:bodyPr/>
        <a:lstStyle/>
        <a:p>
          <a:r>
            <a:rPr lang="en-US"/>
            <a:t>Navigating defensiveness to feedback</a:t>
          </a:r>
        </a:p>
      </dgm:t>
    </dgm:pt>
    <dgm:pt modelId="{38C3933E-7619-47B9-B781-7770E2B35CCE}" type="parTrans" cxnId="{7E9DF2A4-30F9-4F8B-9E67-F83F4D0BB117}">
      <dgm:prSet/>
      <dgm:spPr/>
      <dgm:t>
        <a:bodyPr/>
        <a:lstStyle/>
        <a:p>
          <a:endParaRPr lang="en-US"/>
        </a:p>
      </dgm:t>
    </dgm:pt>
    <dgm:pt modelId="{89FB360C-70AC-48A6-BA92-36A374630025}" type="sibTrans" cxnId="{7E9DF2A4-30F9-4F8B-9E67-F83F4D0BB117}">
      <dgm:prSet/>
      <dgm:spPr/>
      <dgm:t>
        <a:bodyPr/>
        <a:lstStyle/>
        <a:p>
          <a:endParaRPr lang="en-US"/>
        </a:p>
      </dgm:t>
    </dgm:pt>
    <dgm:pt modelId="{404C2B04-B929-4149-A30E-68EE5D6E9D76}">
      <dgm:prSet/>
      <dgm:spPr/>
      <dgm:t>
        <a:bodyPr/>
        <a:lstStyle/>
        <a:p>
          <a:r>
            <a:rPr lang="en-US"/>
            <a:t>Applying</a:t>
          </a:r>
        </a:p>
      </dgm:t>
    </dgm:pt>
    <dgm:pt modelId="{44CFB0CD-0C21-455F-BB80-6A5C6BE4A954}" type="parTrans" cxnId="{48925D39-3316-4AF1-8493-FBAD498A28D4}">
      <dgm:prSet/>
      <dgm:spPr/>
      <dgm:t>
        <a:bodyPr/>
        <a:lstStyle/>
        <a:p>
          <a:endParaRPr lang="en-US"/>
        </a:p>
      </dgm:t>
    </dgm:pt>
    <dgm:pt modelId="{130CF88D-BFF2-419E-9F11-80897A86E0D8}" type="sibTrans" cxnId="{48925D39-3316-4AF1-8493-FBAD498A28D4}">
      <dgm:prSet/>
      <dgm:spPr/>
      <dgm:t>
        <a:bodyPr/>
        <a:lstStyle/>
        <a:p>
          <a:endParaRPr lang="en-US"/>
        </a:p>
      </dgm:t>
    </dgm:pt>
    <dgm:pt modelId="{656CE699-7EF3-49EF-8C4C-0DE5E99B52CD}">
      <dgm:prSet/>
      <dgm:spPr/>
      <dgm:t>
        <a:bodyPr/>
        <a:lstStyle/>
        <a:p>
          <a:r>
            <a:rPr lang="en-US"/>
            <a:t>Applying the knowledge</a:t>
          </a:r>
        </a:p>
      </dgm:t>
    </dgm:pt>
    <dgm:pt modelId="{33FE470A-3663-43DF-B5CC-5024FDACC63C}" type="parTrans" cxnId="{9BFC43A4-3169-4854-ADD3-79FEFADF67E0}">
      <dgm:prSet/>
      <dgm:spPr/>
      <dgm:t>
        <a:bodyPr/>
        <a:lstStyle/>
        <a:p>
          <a:endParaRPr lang="en-US"/>
        </a:p>
      </dgm:t>
    </dgm:pt>
    <dgm:pt modelId="{EFCD0E9F-61E3-417A-BFFA-BDEF83D0C15F}" type="sibTrans" cxnId="{9BFC43A4-3169-4854-ADD3-79FEFADF67E0}">
      <dgm:prSet/>
      <dgm:spPr/>
      <dgm:t>
        <a:bodyPr/>
        <a:lstStyle/>
        <a:p>
          <a:endParaRPr lang="en-US"/>
        </a:p>
      </dgm:t>
    </dgm:pt>
    <dgm:pt modelId="{B92E3129-9D34-4A46-A8FD-0BAE27379D06}" type="pres">
      <dgm:prSet presAssocID="{364A4730-8D9F-411C-BF59-9F639010D662}" presName="Name0" presStyleCnt="0">
        <dgm:presLayoutVars>
          <dgm:dir/>
          <dgm:animLvl val="lvl"/>
          <dgm:resizeHandles val="exact"/>
        </dgm:presLayoutVars>
      </dgm:prSet>
      <dgm:spPr/>
    </dgm:pt>
    <dgm:pt modelId="{DD7CC344-A7BD-2F49-B5BC-C8779D7E2635}" type="pres">
      <dgm:prSet presAssocID="{8F8821D1-24C1-4673-948B-40F56EDBF8A7}" presName="linNode" presStyleCnt="0"/>
      <dgm:spPr/>
    </dgm:pt>
    <dgm:pt modelId="{BA532036-F977-F54C-9C5B-D1E2C7311BB5}" type="pres">
      <dgm:prSet presAssocID="{8F8821D1-24C1-4673-948B-40F56EDBF8A7}" presName="parentText" presStyleLbl="alignNode1" presStyleIdx="0" presStyleCnt="3">
        <dgm:presLayoutVars>
          <dgm:chMax val="1"/>
          <dgm:bulletEnabled/>
        </dgm:presLayoutVars>
      </dgm:prSet>
      <dgm:spPr/>
    </dgm:pt>
    <dgm:pt modelId="{B16C0067-90B9-544D-9C1E-707ADA031344}" type="pres">
      <dgm:prSet presAssocID="{8F8821D1-24C1-4673-948B-40F56EDBF8A7}" presName="descendantText" presStyleLbl="alignAccFollowNode1" presStyleIdx="0" presStyleCnt="3">
        <dgm:presLayoutVars>
          <dgm:bulletEnabled/>
        </dgm:presLayoutVars>
      </dgm:prSet>
      <dgm:spPr/>
    </dgm:pt>
    <dgm:pt modelId="{6340DA1E-D69A-A347-81AF-C478D9D88D3F}" type="pres">
      <dgm:prSet presAssocID="{36E03061-4C91-4575-B1BE-E465E2E70CC2}" presName="sp" presStyleCnt="0"/>
      <dgm:spPr/>
    </dgm:pt>
    <dgm:pt modelId="{87E2E35E-5722-264A-9225-3E6B8E501B8A}" type="pres">
      <dgm:prSet presAssocID="{4585AF47-770A-41A2-8F15-C7E07FA01E64}" presName="linNode" presStyleCnt="0"/>
      <dgm:spPr/>
    </dgm:pt>
    <dgm:pt modelId="{462B527F-AF73-A44C-94F1-1FDB1E16C625}" type="pres">
      <dgm:prSet presAssocID="{4585AF47-770A-41A2-8F15-C7E07FA01E64}" presName="parentText" presStyleLbl="alignNode1" presStyleIdx="1" presStyleCnt="3">
        <dgm:presLayoutVars>
          <dgm:chMax val="1"/>
          <dgm:bulletEnabled/>
        </dgm:presLayoutVars>
      </dgm:prSet>
      <dgm:spPr/>
    </dgm:pt>
    <dgm:pt modelId="{2DF3837E-AE05-2349-949D-D27D73E2A1C4}" type="pres">
      <dgm:prSet presAssocID="{4585AF47-770A-41A2-8F15-C7E07FA01E64}" presName="descendantText" presStyleLbl="alignAccFollowNode1" presStyleIdx="1" presStyleCnt="3">
        <dgm:presLayoutVars>
          <dgm:bulletEnabled/>
        </dgm:presLayoutVars>
      </dgm:prSet>
      <dgm:spPr/>
    </dgm:pt>
    <dgm:pt modelId="{A0F66ED0-0D88-B34B-9EE0-EA54064949E5}" type="pres">
      <dgm:prSet presAssocID="{AA386489-0FB4-44F5-B9F5-23800495D81B}" presName="sp" presStyleCnt="0"/>
      <dgm:spPr/>
    </dgm:pt>
    <dgm:pt modelId="{F6C88A0E-5CAD-A645-A1BA-C0CE1A072968}" type="pres">
      <dgm:prSet presAssocID="{404C2B04-B929-4149-A30E-68EE5D6E9D76}" presName="linNode" presStyleCnt="0"/>
      <dgm:spPr/>
    </dgm:pt>
    <dgm:pt modelId="{FD59201D-3068-3442-A766-0400BD1E3896}" type="pres">
      <dgm:prSet presAssocID="{404C2B04-B929-4149-A30E-68EE5D6E9D76}" presName="parentText" presStyleLbl="alignNode1" presStyleIdx="2" presStyleCnt="3">
        <dgm:presLayoutVars>
          <dgm:chMax val="1"/>
          <dgm:bulletEnabled/>
        </dgm:presLayoutVars>
      </dgm:prSet>
      <dgm:spPr/>
    </dgm:pt>
    <dgm:pt modelId="{0A7ACE99-B83C-E249-B170-049B282F749B}" type="pres">
      <dgm:prSet presAssocID="{404C2B04-B929-4149-A30E-68EE5D6E9D76}" presName="descendantText" presStyleLbl="alignAccFollowNode1" presStyleIdx="2" presStyleCnt="3">
        <dgm:presLayoutVars>
          <dgm:bulletEnabled/>
        </dgm:presLayoutVars>
      </dgm:prSet>
      <dgm:spPr/>
    </dgm:pt>
  </dgm:ptLst>
  <dgm:cxnLst>
    <dgm:cxn modelId="{3ED1F221-64E0-2341-A571-663F2FE02B39}" type="presOf" srcId="{18FB1A40-FB3F-4C2D-8A22-C1D1FCBDD255}" destId="{B16C0067-90B9-544D-9C1E-707ADA031344}" srcOrd="0" destOrd="0" presId="urn:microsoft.com/office/officeart/2016/7/layout/VerticalSolidActionList"/>
    <dgm:cxn modelId="{48925D39-3316-4AF1-8493-FBAD498A28D4}" srcId="{364A4730-8D9F-411C-BF59-9F639010D662}" destId="{404C2B04-B929-4149-A30E-68EE5D6E9D76}" srcOrd="2" destOrd="0" parTransId="{44CFB0CD-0C21-455F-BB80-6A5C6BE4A954}" sibTransId="{130CF88D-BFF2-419E-9F11-80897A86E0D8}"/>
    <dgm:cxn modelId="{8667F44B-BD35-744A-BAF3-2E52CBFE2C8A}" type="presOf" srcId="{364A4730-8D9F-411C-BF59-9F639010D662}" destId="{B92E3129-9D34-4A46-A8FD-0BAE27379D06}" srcOrd="0" destOrd="0" presId="urn:microsoft.com/office/officeart/2016/7/layout/VerticalSolidActionList"/>
    <dgm:cxn modelId="{20EE934D-4606-45C1-9F76-0B6AD3C85178}" srcId="{8F8821D1-24C1-4673-948B-40F56EDBF8A7}" destId="{18FB1A40-FB3F-4C2D-8A22-C1D1FCBDD255}" srcOrd="0" destOrd="0" parTransId="{4AD754DC-278C-4515-BB47-568D46C2BE54}" sibTransId="{DC0B3BBF-1D3B-4FB8-8108-83A5CF795C6C}"/>
    <dgm:cxn modelId="{63E40E70-5DC0-E041-9FB8-8673CAF8F1F7}" type="presOf" srcId="{558E7632-DFAE-48DB-83DB-4F98025CCCA3}" destId="{2DF3837E-AE05-2349-949D-D27D73E2A1C4}" srcOrd="0" destOrd="0" presId="urn:microsoft.com/office/officeart/2016/7/layout/VerticalSolidActionList"/>
    <dgm:cxn modelId="{46E32E7B-C034-F44B-A183-49F86193F73F}" type="presOf" srcId="{656CE699-7EF3-49EF-8C4C-0DE5E99B52CD}" destId="{0A7ACE99-B83C-E249-B170-049B282F749B}" srcOrd="0" destOrd="0" presId="urn:microsoft.com/office/officeart/2016/7/layout/VerticalSolidActionList"/>
    <dgm:cxn modelId="{61B4A680-779F-9349-96F0-DD518AA9B4F6}" type="presOf" srcId="{8F8821D1-24C1-4673-948B-40F56EDBF8A7}" destId="{BA532036-F977-F54C-9C5B-D1E2C7311BB5}" srcOrd="0" destOrd="0" presId="urn:microsoft.com/office/officeart/2016/7/layout/VerticalSolidActionList"/>
    <dgm:cxn modelId="{9BFC43A4-3169-4854-ADD3-79FEFADF67E0}" srcId="{404C2B04-B929-4149-A30E-68EE5D6E9D76}" destId="{656CE699-7EF3-49EF-8C4C-0DE5E99B52CD}" srcOrd="0" destOrd="0" parTransId="{33FE470A-3663-43DF-B5CC-5024FDACC63C}" sibTransId="{EFCD0E9F-61E3-417A-BFFA-BDEF83D0C15F}"/>
    <dgm:cxn modelId="{7E9DF2A4-30F9-4F8B-9E67-F83F4D0BB117}" srcId="{4585AF47-770A-41A2-8F15-C7E07FA01E64}" destId="{558E7632-DFAE-48DB-83DB-4F98025CCCA3}" srcOrd="0" destOrd="0" parTransId="{38C3933E-7619-47B9-B781-7770E2B35CCE}" sibTransId="{89FB360C-70AC-48A6-BA92-36A374630025}"/>
    <dgm:cxn modelId="{8C6BA4A6-A07A-DD44-B3B6-66FEA75DAE8A}" type="presOf" srcId="{4585AF47-770A-41A2-8F15-C7E07FA01E64}" destId="{462B527F-AF73-A44C-94F1-1FDB1E16C625}" srcOrd="0" destOrd="0" presId="urn:microsoft.com/office/officeart/2016/7/layout/VerticalSolidActionList"/>
    <dgm:cxn modelId="{CDBA37AA-9094-304E-B9F2-4FAB9310DA00}" type="presOf" srcId="{404C2B04-B929-4149-A30E-68EE5D6E9D76}" destId="{FD59201D-3068-3442-A766-0400BD1E3896}" srcOrd="0" destOrd="0" presId="urn:microsoft.com/office/officeart/2016/7/layout/VerticalSolidActionList"/>
    <dgm:cxn modelId="{C90C08E5-2E02-4394-97D9-5F4910E1599A}" srcId="{364A4730-8D9F-411C-BF59-9F639010D662}" destId="{4585AF47-770A-41A2-8F15-C7E07FA01E64}" srcOrd="1" destOrd="0" parTransId="{2D8D48C1-8C19-4AC1-BBB1-51F320916C65}" sibTransId="{AA386489-0FB4-44F5-B9F5-23800495D81B}"/>
    <dgm:cxn modelId="{FACC43EC-ED2A-4495-931B-12AB9E9A676F}" srcId="{364A4730-8D9F-411C-BF59-9F639010D662}" destId="{8F8821D1-24C1-4673-948B-40F56EDBF8A7}" srcOrd="0" destOrd="0" parTransId="{FD303D33-171A-44EA-8EC1-AA9BCDDF623E}" sibTransId="{36E03061-4C91-4575-B1BE-E465E2E70CC2}"/>
    <dgm:cxn modelId="{41FD5C56-742A-B341-B830-F8C10734FB93}" type="presParOf" srcId="{B92E3129-9D34-4A46-A8FD-0BAE27379D06}" destId="{DD7CC344-A7BD-2F49-B5BC-C8779D7E2635}" srcOrd="0" destOrd="0" presId="urn:microsoft.com/office/officeart/2016/7/layout/VerticalSolidActionList"/>
    <dgm:cxn modelId="{F32772CC-C8A3-8744-B52A-BE19E2F9C57F}" type="presParOf" srcId="{DD7CC344-A7BD-2F49-B5BC-C8779D7E2635}" destId="{BA532036-F977-F54C-9C5B-D1E2C7311BB5}" srcOrd="0" destOrd="0" presId="urn:microsoft.com/office/officeart/2016/7/layout/VerticalSolidActionList"/>
    <dgm:cxn modelId="{D67104C6-EF57-F14F-8C0A-D3F37CF13B57}" type="presParOf" srcId="{DD7CC344-A7BD-2F49-B5BC-C8779D7E2635}" destId="{B16C0067-90B9-544D-9C1E-707ADA031344}" srcOrd="1" destOrd="0" presId="urn:microsoft.com/office/officeart/2016/7/layout/VerticalSolidActionList"/>
    <dgm:cxn modelId="{10CB833C-803B-2D4E-9354-77687D328368}" type="presParOf" srcId="{B92E3129-9D34-4A46-A8FD-0BAE27379D06}" destId="{6340DA1E-D69A-A347-81AF-C478D9D88D3F}" srcOrd="1" destOrd="0" presId="urn:microsoft.com/office/officeart/2016/7/layout/VerticalSolidActionList"/>
    <dgm:cxn modelId="{6A2EC2F5-4BE5-194A-96B5-F15007F239CD}" type="presParOf" srcId="{B92E3129-9D34-4A46-A8FD-0BAE27379D06}" destId="{87E2E35E-5722-264A-9225-3E6B8E501B8A}" srcOrd="2" destOrd="0" presId="urn:microsoft.com/office/officeart/2016/7/layout/VerticalSolidActionList"/>
    <dgm:cxn modelId="{26B5B2E9-E11B-0448-8469-030C56693120}" type="presParOf" srcId="{87E2E35E-5722-264A-9225-3E6B8E501B8A}" destId="{462B527F-AF73-A44C-94F1-1FDB1E16C625}" srcOrd="0" destOrd="0" presId="urn:microsoft.com/office/officeart/2016/7/layout/VerticalSolidActionList"/>
    <dgm:cxn modelId="{BEBCD874-C70A-084E-925E-8FBB834E7A04}" type="presParOf" srcId="{87E2E35E-5722-264A-9225-3E6B8E501B8A}" destId="{2DF3837E-AE05-2349-949D-D27D73E2A1C4}" srcOrd="1" destOrd="0" presId="urn:microsoft.com/office/officeart/2016/7/layout/VerticalSolidActionList"/>
    <dgm:cxn modelId="{6EDE58A8-BAEA-2544-A695-EBC6F86AF007}" type="presParOf" srcId="{B92E3129-9D34-4A46-A8FD-0BAE27379D06}" destId="{A0F66ED0-0D88-B34B-9EE0-EA54064949E5}" srcOrd="3" destOrd="0" presId="urn:microsoft.com/office/officeart/2016/7/layout/VerticalSolidActionList"/>
    <dgm:cxn modelId="{25D1B923-1870-5A4A-835E-CAD9C9A01FBE}" type="presParOf" srcId="{B92E3129-9D34-4A46-A8FD-0BAE27379D06}" destId="{F6C88A0E-5CAD-A645-A1BA-C0CE1A072968}" srcOrd="4" destOrd="0" presId="urn:microsoft.com/office/officeart/2016/7/layout/VerticalSolidActionList"/>
    <dgm:cxn modelId="{DC0D1EEC-D366-204A-B114-1F45080D1DD9}" type="presParOf" srcId="{F6C88A0E-5CAD-A645-A1BA-C0CE1A072968}" destId="{FD59201D-3068-3442-A766-0400BD1E3896}" srcOrd="0" destOrd="0" presId="urn:microsoft.com/office/officeart/2016/7/layout/VerticalSolidActionList"/>
    <dgm:cxn modelId="{758B34E0-1316-EE49-ABD1-6C19603E0543}" type="presParOf" srcId="{F6C88A0E-5CAD-A645-A1BA-C0CE1A072968}" destId="{0A7ACE99-B83C-E249-B170-049B282F749B}" srcOrd="1" destOrd="0" presId="urn:microsoft.com/office/officeart/2016/7/layout/VerticalSolid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B159AC43-062A-4B8B-8ED1-C745741E0F7C}" type="doc">
      <dgm:prSet loTypeId="urn:microsoft.com/office/officeart/2018/5/layout/IconLeafLabelList" loCatId="icon" qsTypeId="urn:microsoft.com/office/officeart/2005/8/quickstyle/simple1" qsCatId="simple" csTypeId="urn:microsoft.com/office/officeart/2018/5/colors/Iconchunking_neutralicon_accent0_3" csCatId="mainScheme" phldr="1"/>
      <dgm:spPr/>
      <dgm:t>
        <a:bodyPr/>
        <a:lstStyle/>
        <a:p>
          <a:endParaRPr lang="en-US"/>
        </a:p>
      </dgm:t>
    </dgm:pt>
    <dgm:pt modelId="{FC608226-FC14-4B6F-A40E-C7892CCF2523}">
      <dgm:prSet/>
      <dgm:spPr/>
      <dgm:t>
        <a:bodyPr/>
        <a:lstStyle/>
        <a:p>
          <a:pPr>
            <a:defRPr cap="all"/>
          </a:pPr>
          <a:r>
            <a:rPr lang="en-US"/>
            <a:t>Performance Feedback</a:t>
          </a:r>
        </a:p>
      </dgm:t>
    </dgm:pt>
    <dgm:pt modelId="{32FA0C8B-E41E-4340-85CC-54186952C59D}" type="parTrans" cxnId="{B0B5B642-5DC1-448C-AAF0-32A068139488}">
      <dgm:prSet/>
      <dgm:spPr/>
      <dgm:t>
        <a:bodyPr/>
        <a:lstStyle/>
        <a:p>
          <a:endParaRPr lang="en-US"/>
        </a:p>
      </dgm:t>
    </dgm:pt>
    <dgm:pt modelId="{5B75679D-EF56-4D81-BA37-47963AFACA23}" type="sibTrans" cxnId="{B0B5B642-5DC1-448C-AAF0-32A068139488}">
      <dgm:prSet/>
      <dgm:spPr/>
      <dgm:t>
        <a:bodyPr/>
        <a:lstStyle/>
        <a:p>
          <a:endParaRPr lang="en-US"/>
        </a:p>
      </dgm:t>
    </dgm:pt>
    <dgm:pt modelId="{C5693A79-8094-4CAD-9FB3-9E1A3C0EDEA1}">
      <dgm:prSet/>
      <dgm:spPr/>
      <dgm:t>
        <a:bodyPr/>
        <a:lstStyle/>
        <a:p>
          <a:pPr>
            <a:defRPr cap="all"/>
          </a:pPr>
          <a:r>
            <a:rPr lang="en-US"/>
            <a:t>Corrective Actions</a:t>
          </a:r>
        </a:p>
      </dgm:t>
    </dgm:pt>
    <dgm:pt modelId="{14B7722C-089A-4DD7-9BB0-F61437346194}" type="parTrans" cxnId="{7DD10BD9-AA94-45C5-ACD7-D0D1A0691F96}">
      <dgm:prSet/>
      <dgm:spPr/>
      <dgm:t>
        <a:bodyPr/>
        <a:lstStyle/>
        <a:p>
          <a:endParaRPr lang="en-US"/>
        </a:p>
      </dgm:t>
    </dgm:pt>
    <dgm:pt modelId="{65F0EC0A-ADB4-4DCE-80B8-919F2C39CDDB}" type="sibTrans" cxnId="{7DD10BD9-AA94-45C5-ACD7-D0D1A0691F96}">
      <dgm:prSet/>
      <dgm:spPr/>
      <dgm:t>
        <a:bodyPr/>
        <a:lstStyle/>
        <a:p>
          <a:endParaRPr lang="en-US"/>
        </a:p>
      </dgm:t>
    </dgm:pt>
    <dgm:pt modelId="{0286E3E4-7B75-474A-9191-AC4ABF9D30DD}" type="pres">
      <dgm:prSet presAssocID="{B159AC43-062A-4B8B-8ED1-C745741E0F7C}" presName="root" presStyleCnt="0">
        <dgm:presLayoutVars>
          <dgm:dir/>
          <dgm:resizeHandles val="exact"/>
        </dgm:presLayoutVars>
      </dgm:prSet>
      <dgm:spPr/>
    </dgm:pt>
    <dgm:pt modelId="{350BBDB3-1E3A-4CC9-A178-38E41774560F}" type="pres">
      <dgm:prSet presAssocID="{FC608226-FC14-4B6F-A40E-C7892CCF2523}" presName="compNode" presStyleCnt="0"/>
      <dgm:spPr/>
    </dgm:pt>
    <dgm:pt modelId="{BD6CDA6D-D4F0-4E3F-9C9D-578058350C65}" type="pres">
      <dgm:prSet presAssocID="{FC608226-FC14-4B6F-A40E-C7892CCF2523}" presName="iconBgRect" presStyleLbl="bgShp" presStyleIdx="0" presStyleCnt="2"/>
      <dgm:spPr>
        <a:prstGeom prst="round2DiagRect">
          <a:avLst>
            <a:gd name="adj1" fmla="val 29727"/>
            <a:gd name="adj2" fmla="val 0"/>
          </a:avLst>
        </a:prstGeom>
      </dgm:spPr>
    </dgm:pt>
    <dgm:pt modelId="{474B6CBC-0819-48FD-B2BE-3A773673EB9A}" type="pres">
      <dgm:prSet presAssocID="{FC608226-FC14-4B6F-A40E-C7892CCF252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at"/>
        </a:ext>
      </dgm:extLst>
    </dgm:pt>
    <dgm:pt modelId="{2A42D4D0-100A-495B-A045-D55D9829D21C}" type="pres">
      <dgm:prSet presAssocID="{FC608226-FC14-4B6F-A40E-C7892CCF2523}" presName="spaceRect" presStyleCnt="0"/>
      <dgm:spPr/>
    </dgm:pt>
    <dgm:pt modelId="{965B6214-5CA0-41D1-8295-5ED9F15A4E63}" type="pres">
      <dgm:prSet presAssocID="{FC608226-FC14-4B6F-A40E-C7892CCF2523}" presName="textRect" presStyleLbl="revTx" presStyleIdx="0" presStyleCnt="2">
        <dgm:presLayoutVars>
          <dgm:chMax val="1"/>
          <dgm:chPref val="1"/>
        </dgm:presLayoutVars>
      </dgm:prSet>
      <dgm:spPr/>
    </dgm:pt>
    <dgm:pt modelId="{A9A9E83A-C1B4-4004-B747-CC685B511DEE}" type="pres">
      <dgm:prSet presAssocID="{5B75679D-EF56-4D81-BA37-47963AFACA23}" presName="sibTrans" presStyleCnt="0"/>
      <dgm:spPr/>
    </dgm:pt>
    <dgm:pt modelId="{CA0FC98E-4017-4487-8EEA-FA2A4D79E020}" type="pres">
      <dgm:prSet presAssocID="{C5693A79-8094-4CAD-9FB3-9E1A3C0EDEA1}" presName="compNode" presStyleCnt="0"/>
      <dgm:spPr/>
    </dgm:pt>
    <dgm:pt modelId="{37118FB6-46A2-42F5-9230-230DC419357B}" type="pres">
      <dgm:prSet presAssocID="{C5693A79-8094-4CAD-9FB3-9E1A3C0EDEA1}" presName="iconBgRect" presStyleLbl="bgShp" presStyleIdx="1" presStyleCnt="2"/>
      <dgm:spPr>
        <a:prstGeom prst="round2DiagRect">
          <a:avLst>
            <a:gd name="adj1" fmla="val 29727"/>
            <a:gd name="adj2" fmla="val 0"/>
          </a:avLst>
        </a:prstGeom>
      </dgm:spPr>
    </dgm:pt>
    <dgm:pt modelId="{B4F89DA5-A337-459D-9DF4-60C391C94CBE}" type="pres">
      <dgm:prSet presAssocID="{C5693A79-8094-4CAD-9FB3-9E1A3C0EDEA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9A355AC9-F1A2-4705-A28E-688BE777B216}" type="pres">
      <dgm:prSet presAssocID="{C5693A79-8094-4CAD-9FB3-9E1A3C0EDEA1}" presName="spaceRect" presStyleCnt="0"/>
      <dgm:spPr/>
    </dgm:pt>
    <dgm:pt modelId="{6A2C6280-C663-4E37-BB64-056E893273CF}" type="pres">
      <dgm:prSet presAssocID="{C5693A79-8094-4CAD-9FB3-9E1A3C0EDEA1}" presName="textRect" presStyleLbl="revTx" presStyleIdx="1" presStyleCnt="2">
        <dgm:presLayoutVars>
          <dgm:chMax val="1"/>
          <dgm:chPref val="1"/>
        </dgm:presLayoutVars>
      </dgm:prSet>
      <dgm:spPr/>
    </dgm:pt>
  </dgm:ptLst>
  <dgm:cxnLst>
    <dgm:cxn modelId="{EC386E3F-3FBE-4C92-B5E4-369A178B5013}" type="presOf" srcId="{FC608226-FC14-4B6F-A40E-C7892CCF2523}" destId="{965B6214-5CA0-41D1-8295-5ED9F15A4E63}" srcOrd="0" destOrd="0" presId="urn:microsoft.com/office/officeart/2018/5/layout/IconLeafLabelList"/>
    <dgm:cxn modelId="{B0B5B642-5DC1-448C-AAF0-32A068139488}" srcId="{B159AC43-062A-4B8B-8ED1-C745741E0F7C}" destId="{FC608226-FC14-4B6F-A40E-C7892CCF2523}" srcOrd="0" destOrd="0" parTransId="{32FA0C8B-E41E-4340-85CC-54186952C59D}" sibTransId="{5B75679D-EF56-4D81-BA37-47963AFACA23}"/>
    <dgm:cxn modelId="{890B55BD-43EA-43DD-BFEA-A20F7D9FA8FA}" type="presOf" srcId="{C5693A79-8094-4CAD-9FB3-9E1A3C0EDEA1}" destId="{6A2C6280-C663-4E37-BB64-056E893273CF}" srcOrd="0" destOrd="0" presId="urn:microsoft.com/office/officeart/2018/5/layout/IconLeafLabelList"/>
    <dgm:cxn modelId="{7DD10BD9-AA94-45C5-ACD7-D0D1A0691F96}" srcId="{B159AC43-062A-4B8B-8ED1-C745741E0F7C}" destId="{C5693A79-8094-4CAD-9FB3-9E1A3C0EDEA1}" srcOrd="1" destOrd="0" parTransId="{14B7722C-089A-4DD7-9BB0-F61437346194}" sibTransId="{65F0EC0A-ADB4-4DCE-80B8-919F2C39CDDB}"/>
    <dgm:cxn modelId="{415076E4-4610-4D32-94B9-D42498AB09EC}" type="presOf" srcId="{B159AC43-062A-4B8B-8ED1-C745741E0F7C}" destId="{0286E3E4-7B75-474A-9191-AC4ABF9D30DD}" srcOrd="0" destOrd="0" presId="urn:microsoft.com/office/officeart/2018/5/layout/IconLeafLabelList"/>
    <dgm:cxn modelId="{16BD2642-3AAC-4E3F-82BF-A8E7260856F6}" type="presParOf" srcId="{0286E3E4-7B75-474A-9191-AC4ABF9D30DD}" destId="{350BBDB3-1E3A-4CC9-A178-38E41774560F}" srcOrd="0" destOrd="0" presId="urn:microsoft.com/office/officeart/2018/5/layout/IconLeafLabelList"/>
    <dgm:cxn modelId="{C2BEBC42-06B1-4299-BE4F-13B421092678}" type="presParOf" srcId="{350BBDB3-1E3A-4CC9-A178-38E41774560F}" destId="{BD6CDA6D-D4F0-4E3F-9C9D-578058350C65}" srcOrd="0" destOrd="0" presId="urn:microsoft.com/office/officeart/2018/5/layout/IconLeafLabelList"/>
    <dgm:cxn modelId="{31F145E0-DD62-4EE8-B5C1-405618D1BA8A}" type="presParOf" srcId="{350BBDB3-1E3A-4CC9-A178-38E41774560F}" destId="{474B6CBC-0819-48FD-B2BE-3A773673EB9A}" srcOrd="1" destOrd="0" presId="urn:microsoft.com/office/officeart/2018/5/layout/IconLeafLabelList"/>
    <dgm:cxn modelId="{25131E22-AA3A-4418-9B04-85061F27DD54}" type="presParOf" srcId="{350BBDB3-1E3A-4CC9-A178-38E41774560F}" destId="{2A42D4D0-100A-495B-A045-D55D9829D21C}" srcOrd="2" destOrd="0" presId="urn:microsoft.com/office/officeart/2018/5/layout/IconLeafLabelList"/>
    <dgm:cxn modelId="{F57C41F2-62E0-450E-84D9-E7CDE52BDBE2}" type="presParOf" srcId="{350BBDB3-1E3A-4CC9-A178-38E41774560F}" destId="{965B6214-5CA0-41D1-8295-5ED9F15A4E63}" srcOrd="3" destOrd="0" presId="urn:microsoft.com/office/officeart/2018/5/layout/IconLeafLabelList"/>
    <dgm:cxn modelId="{045BDD16-54EB-415E-AAF5-84F937FCFC91}" type="presParOf" srcId="{0286E3E4-7B75-474A-9191-AC4ABF9D30DD}" destId="{A9A9E83A-C1B4-4004-B747-CC685B511DEE}" srcOrd="1" destOrd="0" presId="urn:microsoft.com/office/officeart/2018/5/layout/IconLeafLabelList"/>
    <dgm:cxn modelId="{D3FEA03B-C437-42BB-B345-292E0CD1C979}" type="presParOf" srcId="{0286E3E4-7B75-474A-9191-AC4ABF9D30DD}" destId="{CA0FC98E-4017-4487-8EEA-FA2A4D79E020}" srcOrd="2" destOrd="0" presId="urn:microsoft.com/office/officeart/2018/5/layout/IconLeafLabelList"/>
    <dgm:cxn modelId="{892F047F-174E-4E36-8914-A6A58E4E9867}" type="presParOf" srcId="{CA0FC98E-4017-4487-8EEA-FA2A4D79E020}" destId="{37118FB6-46A2-42F5-9230-230DC419357B}" srcOrd="0" destOrd="0" presId="urn:microsoft.com/office/officeart/2018/5/layout/IconLeafLabelList"/>
    <dgm:cxn modelId="{CB8F12BB-FCC1-4FC9-A423-A3E3DD0CCA83}" type="presParOf" srcId="{CA0FC98E-4017-4487-8EEA-FA2A4D79E020}" destId="{B4F89DA5-A337-459D-9DF4-60C391C94CBE}" srcOrd="1" destOrd="0" presId="urn:microsoft.com/office/officeart/2018/5/layout/IconLeafLabelList"/>
    <dgm:cxn modelId="{B904B3E2-81EB-4346-B565-E441E6403DE7}" type="presParOf" srcId="{CA0FC98E-4017-4487-8EEA-FA2A4D79E020}" destId="{9A355AC9-F1A2-4705-A28E-688BE777B216}" srcOrd="2" destOrd="0" presId="urn:microsoft.com/office/officeart/2018/5/layout/IconLeafLabelList"/>
    <dgm:cxn modelId="{C38C928E-E241-47E0-AC76-BE59860FBCBF}" type="presParOf" srcId="{CA0FC98E-4017-4487-8EEA-FA2A4D79E020}" destId="{6A2C6280-C663-4E37-BB64-056E893273CF}"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223BCFD-0533-46C2-82E0-F15FC3D493D5}"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A585A208-C2E0-4DD0-AEFE-FB2E571D5D43}">
      <dgm:prSet/>
      <dgm:spPr/>
      <dgm:t>
        <a:bodyPr/>
        <a:lstStyle/>
        <a:p>
          <a:pPr>
            <a:lnSpc>
              <a:spcPct val="100000"/>
            </a:lnSpc>
          </a:pPr>
          <a:r>
            <a:rPr lang="en-US"/>
            <a:t>Set Competencies &amp; </a:t>
          </a:r>
        </a:p>
        <a:p>
          <a:pPr>
            <a:lnSpc>
              <a:spcPct val="100000"/>
            </a:lnSpc>
          </a:pPr>
          <a:r>
            <a:rPr lang="en-US"/>
            <a:t>Expectations</a:t>
          </a:r>
        </a:p>
      </dgm:t>
    </dgm:pt>
    <dgm:pt modelId="{C2F4123A-CAA1-48E2-A840-D2E698A41D9F}" type="parTrans" cxnId="{D22190B2-214E-49C0-96AD-7565B32CB21B}">
      <dgm:prSet/>
      <dgm:spPr/>
      <dgm:t>
        <a:bodyPr/>
        <a:lstStyle/>
        <a:p>
          <a:endParaRPr lang="en-US"/>
        </a:p>
      </dgm:t>
    </dgm:pt>
    <dgm:pt modelId="{4FD34EC4-9ED5-4DE1-8969-2EA409A3160A}" type="sibTrans" cxnId="{D22190B2-214E-49C0-96AD-7565B32CB21B}">
      <dgm:prSet/>
      <dgm:spPr/>
      <dgm:t>
        <a:bodyPr/>
        <a:lstStyle/>
        <a:p>
          <a:endParaRPr lang="en-US"/>
        </a:p>
      </dgm:t>
    </dgm:pt>
    <dgm:pt modelId="{422DB169-50F6-4DF8-82FA-5876B26CB564}">
      <dgm:prSet/>
      <dgm:spPr/>
      <dgm:t>
        <a:bodyPr/>
        <a:lstStyle/>
        <a:p>
          <a:pPr>
            <a:lnSpc>
              <a:spcPct val="100000"/>
            </a:lnSpc>
          </a:pPr>
          <a:r>
            <a:rPr lang="en-US" dirty="0"/>
            <a:t>Focus on facts</a:t>
          </a:r>
        </a:p>
      </dgm:t>
    </dgm:pt>
    <dgm:pt modelId="{1269D999-0DC3-4824-A2D8-6DC9EFCE3371}" type="parTrans" cxnId="{08FB79D4-8CA3-43BC-8C22-8562A039B566}">
      <dgm:prSet/>
      <dgm:spPr/>
      <dgm:t>
        <a:bodyPr/>
        <a:lstStyle/>
        <a:p>
          <a:endParaRPr lang="en-US"/>
        </a:p>
      </dgm:t>
    </dgm:pt>
    <dgm:pt modelId="{E3C789EB-A5F9-4D7D-B819-5AAD4156E364}" type="sibTrans" cxnId="{08FB79D4-8CA3-43BC-8C22-8562A039B566}">
      <dgm:prSet/>
      <dgm:spPr/>
      <dgm:t>
        <a:bodyPr/>
        <a:lstStyle/>
        <a:p>
          <a:endParaRPr lang="en-US"/>
        </a:p>
      </dgm:t>
    </dgm:pt>
    <dgm:pt modelId="{57D4DE36-EB13-4ABF-808A-4C496DE4D535}">
      <dgm:prSet/>
      <dgm:spPr/>
      <dgm:t>
        <a:bodyPr/>
        <a:lstStyle/>
        <a:p>
          <a:pPr>
            <a:lnSpc>
              <a:spcPct val="100000"/>
            </a:lnSpc>
          </a:pPr>
          <a:r>
            <a:rPr lang="en-US"/>
            <a:t>Establish SMART </a:t>
          </a:r>
        </a:p>
        <a:p>
          <a:pPr>
            <a:lnSpc>
              <a:spcPct val="100000"/>
            </a:lnSpc>
          </a:pPr>
          <a:r>
            <a:rPr lang="en-US"/>
            <a:t>Goals</a:t>
          </a:r>
        </a:p>
      </dgm:t>
    </dgm:pt>
    <dgm:pt modelId="{3119CE06-E204-4499-9241-DB19DFE07736}" type="parTrans" cxnId="{A7931337-ABF2-46C8-A68F-8D7C94498A21}">
      <dgm:prSet/>
      <dgm:spPr/>
      <dgm:t>
        <a:bodyPr/>
        <a:lstStyle/>
        <a:p>
          <a:endParaRPr lang="en-US"/>
        </a:p>
      </dgm:t>
    </dgm:pt>
    <dgm:pt modelId="{A34C7157-342C-44BA-B618-47EFD2E1A0EB}" type="sibTrans" cxnId="{A7931337-ABF2-46C8-A68F-8D7C94498A21}">
      <dgm:prSet/>
      <dgm:spPr/>
      <dgm:t>
        <a:bodyPr/>
        <a:lstStyle/>
        <a:p>
          <a:endParaRPr lang="en-US"/>
        </a:p>
      </dgm:t>
    </dgm:pt>
    <dgm:pt modelId="{9CF269BE-DBFD-47C4-86A5-CE1AD96637CD}">
      <dgm:prSet/>
      <dgm:spPr/>
      <dgm:t>
        <a:bodyPr/>
        <a:lstStyle/>
        <a:p>
          <a:pPr>
            <a:lnSpc>
              <a:spcPct val="100000"/>
            </a:lnSpc>
          </a:pPr>
          <a:r>
            <a:rPr lang="en-US"/>
            <a:t>Schedule Regular </a:t>
          </a:r>
        </a:p>
        <a:p>
          <a:pPr>
            <a:lnSpc>
              <a:spcPct val="100000"/>
            </a:lnSpc>
          </a:pPr>
          <a:r>
            <a:rPr lang="en-US"/>
            <a:t>Check-Ins</a:t>
          </a:r>
        </a:p>
      </dgm:t>
    </dgm:pt>
    <dgm:pt modelId="{308ECCAA-069B-4732-90E8-980F81B23818}" type="sibTrans" cxnId="{DCDC41E1-A81D-48B9-BC28-672EEB943671}">
      <dgm:prSet/>
      <dgm:spPr/>
      <dgm:t>
        <a:bodyPr/>
        <a:lstStyle/>
        <a:p>
          <a:endParaRPr lang="en-US"/>
        </a:p>
      </dgm:t>
    </dgm:pt>
    <dgm:pt modelId="{D40E69D8-949A-40B9-863C-4B9C24DDF6E7}" type="parTrans" cxnId="{DCDC41E1-A81D-48B9-BC28-672EEB943671}">
      <dgm:prSet/>
      <dgm:spPr/>
      <dgm:t>
        <a:bodyPr/>
        <a:lstStyle/>
        <a:p>
          <a:endParaRPr lang="en-US"/>
        </a:p>
      </dgm:t>
    </dgm:pt>
    <dgm:pt modelId="{020CAB57-C4AC-406F-BB86-6978D70ACF4B}" type="pres">
      <dgm:prSet presAssocID="{F223BCFD-0533-46C2-82E0-F15FC3D493D5}" presName="root" presStyleCnt="0">
        <dgm:presLayoutVars>
          <dgm:dir/>
          <dgm:resizeHandles val="exact"/>
        </dgm:presLayoutVars>
      </dgm:prSet>
      <dgm:spPr/>
    </dgm:pt>
    <dgm:pt modelId="{94BF886A-FA85-4F1C-8A5A-A2369B2D0D37}" type="pres">
      <dgm:prSet presAssocID="{A585A208-C2E0-4DD0-AEFE-FB2E571D5D43}" presName="compNode" presStyleCnt="0"/>
      <dgm:spPr/>
    </dgm:pt>
    <dgm:pt modelId="{364BDDE9-7BAE-464B-8A45-4BE0F85ABF48}" type="pres">
      <dgm:prSet presAssocID="{A585A208-C2E0-4DD0-AEFE-FB2E571D5D43}" presName="iconRect" presStyleLbl="node1" presStyleIdx="0" presStyleCnt="4"/>
      <dgm:spPr>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ullseye"/>
        </a:ext>
      </dgm:extLst>
    </dgm:pt>
    <dgm:pt modelId="{9AAEDF44-5A2C-430C-8021-2CC229BD22CF}" type="pres">
      <dgm:prSet presAssocID="{A585A208-C2E0-4DD0-AEFE-FB2E571D5D43}" presName="spaceRect" presStyleCnt="0"/>
      <dgm:spPr/>
    </dgm:pt>
    <dgm:pt modelId="{BFCCA4BB-AE01-4D87-BF73-FD017CADDA91}" type="pres">
      <dgm:prSet presAssocID="{A585A208-C2E0-4DD0-AEFE-FB2E571D5D43}" presName="textRect" presStyleLbl="revTx" presStyleIdx="0" presStyleCnt="4">
        <dgm:presLayoutVars>
          <dgm:chMax val="1"/>
          <dgm:chPref val="1"/>
        </dgm:presLayoutVars>
      </dgm:prSet>
      <dgm:spPr/>
    </dgm:pt>
    <dgm:pt modelId="{D57E288F-911C-4E87-89A2-03BB1B021E7B}" type="pres">
      <dgm:prSet presAssocID="{4FD34EC4-9ED5-4DE1-8969-2EA409A3160A}" presName="sibTrans" presStyleCnt="0"/>
      <dgm:spPr/>
    </dgm:pt>
    <dgm:pt modelId="{68EB4B79-E6B5-449F-8CD8-4FACC4A14826}" type="pres">
      <dgm:prSet presAssocID="{57D4DE36-EB13-4ABF-808A-4C496DE4D535}" presName="compNode" presStyleCnt="0"/>
      <dgm:spPr/>
    </dgm:pt>
    <dgm:pt modelId="{000B5ACA-62B3-4910-B808-4A38FB667EF3}" type="pres">
      <dgm:prSet presAssocID="{57D4DE36-EB13-4ABF-808A-4C496DE4D535}" presName="iconRect" presStyleLbl="node1" presStyleIdx="1" presStyleCnt="4"/>
      <dgm:spPr>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pt>
    <dgm:pt modelId="{3F454353-4BEE-43AC-AB64-092999FC6F3F}" type="pres">
      <dgm:prSet presAssocID="{57D4DE36-EB13-4ABF-808A-4C496DE4D535}" presName="spaceRect" presStyleCnt="0"/>
      <dgm:spPr/>
    </dgm:pt>
    <dgm:pt modelId="{CA080FA8-0CCB-481D-ADA4-70D289C7EECF}" type="pres">
      <dgm:prSet presAssocID="{57D4DE36-EB13-4ABF-808A-4C496DE4D535}" presName="textRect" presStyleLbl="revTx" presStyleIdx="1" presStyleCnt="4">
        <dgm:presLayoutVars>
          <dgm:chMax val="1"/>
          <dgm:chPref val="1"/>
        </dgm:presLayoutVars>
      </dgm:prSet>
      <dgm:spPr/>
    </dgm:pt>
    <dgm:pt modelId="{4BC13D32-3F46-4229-9499-7BFCC0F76731}" type="pres">
      <dgm:prSet presAssocID="{A34C7157-342C-44BA-B618-47EFD2E1A0EB}" presName="sibTrans" presStyleCnt="0"/>
      <dgm:spPr/>
    </dgm:pt>
    <dgm:pt modelId="{8D1EC8A4-3270-40B1-9F9E-1CAE7F5EC777}" type="pres">
      <dgm:prSet presAssocID="{9CF269BE-DBFD-47C4-86A5-CE1AD96637CD}" presName="compNode" presStyleCnt="0"/>
      <dgm:spPr/>
    </dgm:pt>
    <dgm:pt modelId="{420A4690-860E-4F34-8B0A-5F58BCB154F8}" type="pres">
      <dgm:prSet presAssocID="{9CF269BE-DBFD-47C4-86A5-CE1AD96637C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Daily calendar with solid fill"/>
        </a:ext>
      </dgm:extLst>
    </dgm:pt>
    <dgm:pt modelId="{F4D8D0BA-70AF-4E08-A11E-ACF03D83D0B4}" type="pres">
      <dgm:prSet presAssocID="{9CF269BE-DBFD-47C4-86A5-CE1AD96637CD}" presName="spaceRect" presStyleCnt="0"/>
      <dgm:spPr/>
    </dgm:pt>
    <dgm:pt modelId="{661069C5-6CDE-45B8-BEEA-6377C6A499B4}" type="pres">
      <dgm:prSet presAssocID="{9CF269BE-DBFD-47C4-86A5-CE1AD96637CD}" presName="textRect" presStyleLbl="revTx" presStyleIdx="2" presStyleCnt="4">
        <dgm:presLayoutVars>
          <dgm:chMax val="1"/>
          <dgm:chPref val="1"/>
        </dgm:presLayoutVars>
      </dgm:prSet>
      <dgm:spPr/>
    </dgm:pt>
    <dgm:pt modelId="{8515C09D-F195-4FDE-9A4D-9CCE76B36528}" type="pres">
      <dgm:prSet presAssocID="{308ECCAA-069B-4732-90E8-980F81B23818}" presName="sibTrans" presStyleCnt="0"/>
      <dgm:spPr/>
    </dgm:pt>
    <dgm:pt modelId="{5EEBD569-98D5-461A-9E97-28D99DD3B696}" type="pres">
      <dgm:prSet presAssocID="{422DB169-50F6-4DF8-82FA-5876B26CB564}" presName="compNode" presStyleCnt="0"/>
      <dgm:spPr/>
    </dgm:pt>
    <dgm:pt modelId="{4C6708FD-8B20-4C2A-9FC4-D733DE59F983}" type="pres">
      <dgm:prSet presAssocID="{422DB169-50F6-4DF8-82FA-5876B26CB564}" presName="iconRect" presStyleLbl="node1" presStyleIdx="3" presStyleCnt="4" custLinFactNeighborX="1992" custLinFactNeighborY="4979"/>
      <dgm:spPr>
        <a:blipFill rotWithShape="1">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Daily calendar with solid fill"/>
        </a:ext>
      </dgm:extLst>
    </dgm:pt>
    <dgm:pt modelId="{7B3E7764-B1B4-417B-8453-FA7A18330C5A}" type="pres">
      <dgm:prSet presAssocID="{422DB169-50F6-4DF8-82FA-5876B26CB564}" presName="spaceRect" presStyleCnt="0"/>
      <dgm:spPr/>
    </dgm:pt>
    <dgm:pt modelId="{BE5B67F5-D756-4CB3-B065-907DA0438DC2}" type="pres">
      <dgm:prSet presAssocID="{422DB169-50F6-4DF8-82FA-5876B26CB564}" presName="textRect" presStyleLbl="revTx" presStyleIdx="3" presStyleCnt="4">
        <dgm:presLayoutVars>
          <dgm:chMax val="1"/>
          <dgm:chPref val="1"/>
        </dgm:presLayoutVars>
      </dgm:prSet>
      <dgm:spPr/>
    </dgm:pt>
  </dgm:ptLst>
  <dgm:cxnLst>
    <dgm:cxn modelId="{A7931337-ABF2-46C8-A68F-8D7C94498A21}" srcId="{F223BCFD-0533-46C2-82E0-F15FC3D493D5}" destId="{57D4DE36-EB13-4ABF-808A-4C496DE4D535}" srcOrd="1" destOrd="0" parTransId="{3119CE06-E204-4499-9241-DB19DFE07736}" sibTransId="{A34C7157-342C-44BA-B618-47EFD2E1A0EB}"/>
    <dgm:cxn modelId="{31BB3155-0317-4085-91CC-9C66CDC4B267}" type="presOf" srcId="{F223BCFD-0533-46C2-82E0-F15FC3D493D5}" destId="{020CAB57-C4AC-406F-BB86-6978D70ACF4B}" srcOrd="0" destOrd="0" presId="urn:microsoft.com/office/officeart/2018/2/layout/IconLabelList"/>
    <dgm:cxn modelId="{6B8EE563-688D-4E44-8B44-F5D08664940C}" type="presOf" srcId="{57D4DE36-EB13-4ABF-808A-4C496DE4D535}" destId="{CA080FA8-0CCB-481D-ADA4-70D289C7EECF}" srcOrd="0" destOrd="0" presId="urn:microsoft.com/office/officeart/2018/2/layout/IconLabelList"/>
    <dgm:cxn modelId="{B7D0DC8B-BB45-424D-9246-205D41C5A57A}" type="presOf" srcId="{9CF269BE-DBFD-47C4-86A5-CE1AD96637CD}" destId="{661069C5-6CDE-45B8-BEEA-6377C6A499B4}" srcOrd="0" destOrd="0" presId="urn:microsoft.com/office/officeart/2018/2/layout/IconLabelList"/>
    <dgm:cxn modelId="{C47292AD-B5C8-4193-BCA7-8FC20418776B}" type="presOf" srcId="{422DB169-50F6-4DF8-82FA-5876B26CB564}" destId="{BE5B67F5-D756-4CB3-B065-907DA0438DC2}" srcOrd="0" destOrd="0" presId="urn:microsoft.com/office/officeart/2018/2/layout/IconLabelList"/>
    <dgm:cxn modelId="{D22190B2-214E-49C0-96AD-7565B32CB21B}" srcId="{F223BCFD-0533-46C2-82E0-F15FC3D493D5}" destId="{A585A208-C2E0-4DD0-AEFE-FB2E571D5D43}" srcOrd="0" destOrd="0" parTransId="{C2F4123A-CAA1-48E2-A840-D2E698A41D9F}" sibTransId="{4FD34EC4-9ED5-4DE1-8969-2EA409A3160A}"/>
    <dgm:cxn modelId="{08FB79D4-8CA3-43BC-8C22-8562A039B566}" srcId="{F223BCFD-0533-46C2-82E0-F15FC3D493D5}" destId="{422DB169-50F6-4DF8-82FA-5876B26CB564}" srcOrd="3" destOrd="0" parTransId="{1269D999-0DC3-4824-A2D8-6DC9EFCE3371}" sibTransId="{E3C789EB-A5F9-4D7D-B819-5AAD4156E364}"/>
    <dgm:cxn modelId="{0C37F5DE-0952-4AE7-A43B-CB89986C1113}" type="presOf" srcId="{A585A208-C2E0-4DD0-AEFE-FB2E571D5D43}" destId="{BFCCA4BB-AE01-4D87-BF73-FD017CADDA91}" srcOrd="0" destOrd="0" presId="urn:microsoft.com/office/officeart/2018/2/layout/IconLabelList"/>
    <dgm:cxn modelId="{DCDC41E1-A81D-48B9-BC28-672EEB943671}" srcId="{F223BCFD-0533-46C2-82E0-F15FC3D493D5}" destId="{9CF269BE-DBFD-47C4-86A5-CE1AD96637CD}" srcOrd="2" destOrd="0" parTransId="{D40E69D8-949A-40B9-863C-4B9C24DDF6E7}" sibTransId="{308ECCAA-069B-4732-90E8-980F81B23818}"/>
    <dgm:cxn modelId="{153FB8E0-67F3-4892-9A4E-C60FD92D3988}" type="presParOf" srcId="{020CAB57-C4AC-406F-BB86-6978D70ACF4B}" destId="{94BF886A-FA85-4F1C-8A5A-A2369B2D0D37}" srcOrd="0" destOrd="0" presId="urn:microsoft.com/office/officeart/2018/2/layout/IconLabelList"/>
    <dgm:cxn modelId="{DEC1BB59-7B3F-49A8-BD90-0FE5C2A6BB36}" type="presParOf" srcId="{94BF886A-FA85-4F1C-8A5A-A2369B2D0D37}" destId="{364BDDE9-7BAE-464B-8A45-4BE0F85ABF48}" srcOrd="0" destOrd="0" presId="urn:microsoft.com/office/officeart/2018/2/layout/IconLabelList"/>
    <dgm:cxn modelId="{5E613BEE-B9BE-4D5B-B0EE-BB2C7910B997}" type="presParOf" srcId="{94BF886A-FA85-4F1C-8A5A-A2369B2D0D37}" destId="{9AAEDF44-5A2C-430C-8021-2CC229BD22CF}" srcOrd="1" destOrd="0" presId="urn:microsoft.com/office/officeart/2018/2/layout/IconLabelList"/>
    <dgm:cxn modelId="{4C0C3F6C-7E9A-4FAA-B9A3-9944A042507C}" type="presParOf" srcId="{94BF886A-FA85-4F1C-8A5A-A2369B2D0D37}" destId="{BFCCA4BB-AE01-4D87-BF73-FD017CADDA91}" srcOrd="2" destOrd="0" presId="urn:microsoft.com/office/officeart/2018/2/layout/IconLabelList"/>
    <dgm:cxn modelId="{B3C4F0A0-9FF9-4607-9867-4D7A1A8690E5}" type="presParOf" srcId="{020CAB57-C4AC-406F-BB86-6978D70ACF4B}" destId="{D57E288F-911C-4E87-89A2-03BB1B021E7B}" srcOrd="1" destOrd="0" presId="urn:microsoft.com/office/officeart/2018/2/layout/IconLabelList"/>
    <dgm:cxn modelId="{CD2262BE-5D18-48E2-BA6F-495BCA34BF03}" type="presParOf" srcId="{020CAB57-C4AC-406F-BB86-6978D70ACF4B}" destId="{68EB4B79-E6B5-449F-8CD8-4FACC4A14826}" srcOrd="2" destOrd="0" presId="urn:microsoft.com/office/officeart/2018/2/layout/IconLabelList"/>
    <dgm:cxn modelId="{CBC87C42-C553-4E80-BC19-F26707CCC53C}" type="presParOf" srcId="{68EB4B79-E6B5-449F-8CD8-4FACC4A14826}" destId="{000B5ACA-62B3-4910-B808-4A38FB667EF3}" srcOrd="0" destOrd="0" presId="urn:microsoft.com/office/officeart/2018/2/layout/IconLabelList"/>
    <dgm:cxn modelId="{F19BDF84-85B2-47F9-9809-31540DE3FDFA}" type="presParOf" srcId="{68EB4B79-E6B5-449F-8CD8-4FACC4A14826}" destId="{3F454353-4BEE-43AC-AB64-092999FC6F3F}" srcOrd="1" destOrd="0" presId="urn:microsoft.com/office/officeart/2018/2/layout/IconLabelList"/>
    <dgm:cxn modelId="{5322F4A4-0822-434D-916B-A78F297564C2}" type="presParOf" srcId="{68EB4B79-E6B5-449F-8CD8-4FACC4A14826}" destId="{CA080FA8-0CCB-481D-ADA4-70D289C7EECF}" srcOrd="2" destOrd="0" presId="urn:microsoft.com/office/officeart/2018/2/layout/IconLabelList"/>
    <dgm:cxn modelId="{644DAA37-273A-4562-9D14-128EA18A882A}" type="presParOf" srcId="{020CAB57-C4AC-406F-BB86-6978D70ACF4B}" destId="{4BC13D32-3F46-4229-9499-7BFCC0F76731}" srcOrd="3" destOrd="0" presId="urn:microsoft.com/office/officeart/2018/2/layout/IconLabelList"/>
    <dgm:cxn modelId="{05FA66CA-4580-47B8-9ABC-4130DFC29E98}" type="presParOf" srcId="{020CAB57-C4AC-406F-BB86-6978D70ACF4B}" destId="{8D1EC8A4-3270-40B1-9F9E-1CAE7F5EC777}" srcOrd="4" destOrd="0" presId="urn:microsoft.com/office/officeart/2018/2/layout/IconLabelList"/>
    <dgm:cxn modelId="{43F65F5A-822C-4A6E-872B-A73BBE35806E}" type="presParOf" srcId="{8D1EC8A4-3270-40B1-9F9E-1CAE7F5EC777}" destId="{420A4690-860E-4F34-8B0A-5F58BCB154F8}" srcOrd="0" destOrd="0" presId="urn:microsoft.com/office/officeart/2018/2/layout/IconLabelList"/>
    <dgm:cxn modelId="{7BC1E95E-3380-4B6A-801B-0BC4E7B6C58B}" type="presParOf" srcId="{8D1EC8A4-3270-40B1-9F9E-1CAE7F5EC777}" destId="{F4D8D0BA-70AF-4E08-A11E-ACF03D83D0B4}" srcOrd="1" destOrd="0" presId="urn:microsoft.com/office/officeart/2018/2/layout/IconLabelList"/>
    <dgm:cxn modelId="{4F2757FA-29C5-4A0E-B618-C8137F1B3F47}" type="presParOf" srcId="{8D1EC8A4-3270-40B1-9F9E-1CAE7F5EC777}" destId="{661069C5-6CDE-45B8-BEEA-6377C6A499B4}" srcOrd="2" destOrd="0" presId="urn:microsoft.com/office/officeart/2018/2/layout/IconLabelList"/>
    <dgm:cxn modelId="{FEE1C723-F85D-4976-8B62-DD56AB5A1154}" type="presParOf" srcId="{020CAB57-C4AC-406F-BB86-6978D70ACF4B}" destId="{8515C09D-F195-4FDE-9A4D-9CCE76B36528}" srcOrd="5" destOrd="0" presId="urn:microsoft.com/office/officeart/2018/2/layout/IconLabelList"/>
    <dgm:cxn modelId="{DCC02463-12D0-486A-965E-62D42F7C9301}" type="presParOf" srcId="{020CAB57-C4AC-406F-BB86-6978D70ACF4B}" destId="{5EEBD569-98D5-461A-9E97-28D99DD3B696}" srcOrd="6" destOrd="0" presId="urn:microsoft.com/office/officeart/2018/2/layout/IconLabelList"/>
    <dgm:cxn modelId="{C2402D05-4F61-45A1-A340-C9B44109FF30}" type="presParOf" srcId="{5EEBD569-98D5-461A-9E97-28D99DD3B696}" destId="{4C6708FD-8B20-4C2A-9FC4-D733DE59F983}" srcOrd="0" destOrd="0" presId="urn:microsoft.com/office/officeart/2018/2/layout/IconLabelList"/>
    <dgm:cxn modelId="{395EA19B-4C63-4DF5-AD1E-091A74E787C4}" type="presParOf" srcId="{5EEBD569-98D5-461A-9E97-28D99DD3B696}" destId="{7B3E7764-B1B4-417B-8453-FA7A18330C5A}" srcOrd="1" destOrd="0" presId="urn:microsoft.com/office/officeart/2018/2/layout/IconLabelList"/>
    <dgm:cxn modelId="{A0DBA0F0-EFAD-4C4A-BB87-0E1821201A01}" type="presParOf" srcId="{5EEBD569-98D5-461A-9E97-28D99DD3B696}" destId="{BE5B67F5-D756-4CB3-B065-907DA0438DC2}"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A0928E2E-08A1-402C-94F8-10DDB2C3C046}"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en-US"/>
        </a:p>
      </dgm:t>
    </dgm:pt>
    <dgm:pt modelId="{E50CAA41-6B0D-4BAA-93BA-17948E421470}">
      <dgm:prSet/>
      <dgm:spPr/>
      <dgm:t>
        <a:bodyPr/>
        <a:lstStyle/>
        <a:p>
          <a:pPr>
            <a:defRPr b="1"/>
          </a:pPr>
          <a:r>
            <a:rPr lang="en-US"/>
            <a:t>Coaching:</a:t>
          </a:r>
        </a:p>
      </dgm:t>
    </dgm:pt>
    <dgm:pt modelId="{2DB4153D-A4DC-41B4-A869-7876C22E140C}" type="parTrans" cxnId="{95810095-0160-45D8-9A05-95A8433248C0}">
      <dgm:prSet/>
      <dgm:spPr/>
      <dgm:t>
        <a:bodyPr/>
        <a:lstStyle/>
        <a:p>
          <a:endParaRPr lang="en-US"/>
        </a:p>
      </dgm:t>
    </dgm:pt>
    <dgm:pt modelId="{52B1829F-3833-4FFA-B18F-B195EC9C69A4}" type="sibTrans" cxnId="{95810095-0160-45D8-9A05-95A8433248C0}">
      <dgm:prSet/>
      <dgm:spPr/>
      <dgm:t>
        <a:bodyPr/>
        <a:lstStyle/>
        <a:p>
          <a:endParaRPr lang="en-US"/>
        </a:p>
      </dgm:t>
    </dgm:pt>
    <dgm:pt modelId="{78BDCF38-44E5-4F82-A056-33164BFD9DDF}">
      <dgm:prSet/>
      <dgm:spPr/>
      <dgm:t>
        <a:bodyPr/>
        <a:lstStyle/>
        <a:p>
          <a:pPr>
            <a:buFont typeface="Arial" panose="020B0604020202020204" pitchFamily="34" charset="0"/>
            <a:buChar char="•"/>
          </a:pPr>
          <a:r>
            <a:rPr lang="en-US"/>
            <a:t>Open ended questions</a:t>
          </a:r>
        </a:p>
      </dgm:t>
    </dgm:pt>
    <dgm:pt modelId="{03B1B114-83E0-4C03-9591-037A0A35431E}" type="parTrans" cxnId="{8A6FD174-E47F-4B62-A15B-D59918716CB1}">
      <dgm:prSet/>
      <dgm:spPr/>
      <dgm:t>
        <a:bodyPr/>
        <a:lstStyle/>
        <a:p>
          <a:endParaRPr lang="en-US"/>
        </a:p>
      </dgm:t>
    </dgm:pt>
    <dgm:pt modelId="{057DDF68-C210-4FF9-93AE-14E037115D38}" type="sibTrans" cxnId="{8A6FD174-E47F-4B62-A15B-D59918716CB1}">
      <dgm:prSet/>
      <dgm:spPr/>
      <dgm:t>
        <a:bodyPr/>
        <a:lstStyle/>
        <a:p>
          <a:endParaRPr lang="en-US"/>
        </a:p>
      </dgm:t>
    </dgm:pt>
    <dgm:pt modelId="{272C9F2F-8918-4306-9BFC-84DECD54AC9D}">
      <dgm:prSet/>
      <dgm:spPr/>
      <dgm:t>
        <a:bodyPr/>
        <a:lstStyle/>
        <a:p>
          <a:pPr>
            <a:buFont typeface="Arial" panose="020B0604020202020204" pitchFamily="34" charset="0"/>
            <a:buChar char="•"/>
          </a:pPr>
          <a:r>
            <a:rPr lang="en-US"/>
            <a:t>Guide</a:t>
          </a:r>
        </a:p>
      </dgm:t>
    </dgm:pt>
    <dgm:pt modelId="{AF3DBF8B-C302-42AA-B46C-54F8FE0006D7}" type="parTrans" cxnId="{3D0F2C5A-FFC5-4171-8E76-C873EB055E82}">
      <dgm:prSet/>
      <dgm:spPr/>
      <dgm:t>
        <a:bodyPr/>
        <a:lstStyle/>
        <a:p>
          <a:endParaRPr lang="en-US"/>
        </a:p>
      </dgm:t>
    </dgm:pt>
    <dgm:pt modelId="{F2C80C9C-78E8-4A23-AF77-37C8D9C4BD1D}" type="sibTrans" cxnId="{3D0F2C5A-FFC5-4171-8E76-C873EB055E82}">
      <dgm:prSet/>
      <dgm:spPr/>
      <dgm:t>
        <a:bodyPr/>
        <a:lstStyle/>
        <a:p>
          <a:endParaRPr lang="en-US"/>
        </a:p>
      </dgm:t>
    </dgm:pt>
    <dgm:pt modelId="{92B542C0-F52F-4315-A8DD-8114F46CD505}">
      <dgm:prSet/>
      <dgm:spPr/>
      <dgm:t>
        <a:bodyPr/>
        <a:lstStyle/>
        <a:p>
          <a:pPr>
            <a:buFont typeface="Arial" panose="020B0604020202020204" pitchFamily="34" charset="0"/>
            <a:buChar char="•"/>
          </a:pPr>
          <a:r>
            <a:rPr lang="en-US" dirty="0"/>
            <a:t>Listen more than you talk</a:t>
          </a:r>
        </a:p>
      </dgm:t>
    </dgm:pt>
    <dgm:pt modelId="{231389CD-A2A2-4B56-9373-243F08016F5F}" type="parTrans" cxnId="{B6983ADA-BB06-4828-B790-86662A493458}">
      <dgm:prSet/>
      <dgm:spPr/>
      <dgm:t>
        <a:bodyPr/>
        <a:lstStyle/>
        <a:p>
          <a:endParaRPr lang="en-US"/>
        </a:p>
      </dgm:t>
    </dgm:pt>
    <dgm:pt modelId="{BEEC8946-B9E1-486F-81F9-B0325DC77040}" type="sibTrans" cxnId="{B6983ADA-BB06-4828-B790-86662A493458}">
      <dgm:prSet/>
      <dgm:spPr/>
      <dgm:t>
        <a:bodyPr/>
        <a:lstStyle/>
        <a:p>
          <a:endParaRPr lang="en-US"/>
        </a:p>
      </dgm:t>
    </dgm:pt>
    <dgm:pt modelId="{39B7DFDF-3E02-44BF-95B2-263D38B6962D}">
      <dgm:prSet/>
      <dgm:spPr/>
      <dgm:t>
        <a:bodyPr/>
        <a:lstStyle/>
        <a:p>
          <a:pPr>
            <a:defRPr b="1"/>
          </a:pPr>
          <a:r>
            <a:rPr lang="en-US"/>
            <a:t>Managing</a:t>
          </a:r>
        </a:p>
      </dgm:t>
    </dgm:pt>
    <dgm:pt modelId="{8C2DAECE-28EB-4876-808D-DD2BD4728316}" type="parTrans" cxnId="{E0115E2A-3E8C-4C70-91CE-FE764F559D80}">
      <dgm:prSet/>
      <dgm:spPr/>
      <dgm:t>
        <a:bodyPr/>
        <a:lstStyle/>
        <a:p>
          <a:endParaRPr lang="en-US"/>
        </a:p>
      </dgm:t>
    </dgm:pt>
    <dgm:pt modelId="{D0EB250C-6FAF-4B1A-BEF4-B4EFF6E0FA49}" type="sibTrans" cxnId="{E0115E2A-3E8C-4C70-91CE-FE764F559D80}">
      <dgm:prSet/>
      <dgm:spPr/>
      <dgm:t>
        <a:bodyPr/>
        <a:lstStyle/>
        <a:p>
          <a:endParaRPr lang="en-US"/>
        </a:p>
      </dgm:t>
    </dgm:pt>
    <dgm:pt modelId="{7FA91DD5-92EA-4CE4-8379-A3953E835977}">
      <dgm:prSet/>
      <dgm:spPr/>
      <dgm:t>
        <a:bodyPr/>
        <a:lstStyle/>
        <a:p>
          <a:r>
            <a:rPr lang="en-US"/>
            <a:t>Directive</a:t>
          </a:r>
        </a:p>
      </dgm:t>
    </dgm:pt>
    <dgm:pt modelId="{4B79619A-BBA0-48EA-9C83-0E48B4A3BC30}" type="parTrans" cxnId="{9AD430E1-897F-4D8A-B4A3-4B44B40B1D06}">
      <dgm:prSet/>
      <dgm:spPr/>
      <dgm:t>
        <a:bodyPr/>
        <a:lstStyle/>
        <a:p>
          <a:endParaRPr lang="en-US"/>
        </a:p>
      </dgm:t>
    </dgm:pt>
    <dgm:pt modelId="{A4C04345-C261-446E-9958-74450C7E7372}" type="sibTrans" cxnId="{9AD430E1-897F-4D8A-B4A3-4B44B40B1D06}">
      <dgm:prSet/>
      <dgm:spPr/>
      <dgm:t>
        <a:bodyPr/>
        <a:lstStyle/>
        <a:p>
          <a:endParaRPr lang="en-US"/>
        </a:p>
      </dgm:t>
    </dgm:pt>
    <dgm:pt modelId="{475F72B1-11A4-48D0-A003-7E09241788A2}">
      <dgm:prSet/>
      <dgm:spPr/>
      <dgm:t>
        <a:bodyPr/>
        <a:lstStyle/>
        <a:p>
          <a:r>
            <a:rPr lang="en-US"/>
            <a:t>Set Rules/Processes</a:t>
          </a:r>
        </a:p>
      </dgm:t>
    </dgm:pt>
    <dgm:pt modelId="{E5303BEC-7648-4AA0-A6D7-3E3ECF251AEE}" type="parTrans" cxnId="{89E877E8-8ADB-4621-B4E2-8CE753D606F4}">
      <dgm:prSet/>
      <dgm:spPr/>
      <dgm:t>
        <a:bodyPr/>
        <a:lstStyle/>
        <a:p>
          <a:endParaRPr lang="en-US"/>
        </a:p>
      </dgm:t>
    </dgm:pt>
    <dgm:pt modelId="{7C94E7B5-37E9-4F43-ABF1-C7E4EFC68A0B}" type="sibTrans" cxnId="{89E877E8-8ADB-4621-B4E2-8CE753D606F4}">
      <dgm:prSet/>
      <dgm:spPr/>
      <dgm:t>
        <a:bodyPr/>
        <a:lstStyle/>
        <a:p>
          <a:endParaRPr lang="en-US"/>
        </a:p>
      </dgm:t>
    </dgm:pt>
    <dgm:pt modelId="{AD3EF0AA-C50E-4C21-AF14-0DF5522DB57E}">
      <dgm:prSet/>
      <dgm:spPr/>
      <dgm:t>
        <a:bodyPr/>
        <a:lstStyle/>
        <a:p>
          <a:r>
            <a:rPr lang="en-US"/>
            <a:t>Teach</a:t>
          </a:r>
        </a:p>
      </dgm:t>
    </dgm:pt>
    <dgm:pt modelId="{FF397C3B-129C-4C6D-B4BF-0C92CC1B56DB}" type="parTrans" cxnId="{066FD983-38AB-4478-86C7-185F931C8158}">
      <dgm:prSet/>
      <dgm:spPr/>
      <dgm:t>
        <a:bodyPr/>
        <a:lstStyle/>
        <a:p>
          <a:endParaRPr lang="en-US"/>
        </a:p>
      </dgm:t>
    </dgm:pt>
    <dgm:pt modelId="{94CE5C9F-C8D8-4BE0-886C-E9D218347274}" type="sibTrans" cxnId="{066FD983-38AB-4478-86C7-185F931C8158}">
      <dgm:prSet/>
      <dgm:spPr/>
      <dgm:t>
        <a:bodyPr/>
        <a:lstStyle/>
        <a:p>
          <a:endParaRPr lang="en-US"/>
        </a:p>
      </dgm:t>
    </dgm:pt>
    <dgm:pt modelId="{981B4738-11B2-DB43-B083-819AD76F04D6}" type="pres">
      <dgm:prSet presAssocID="{A0928E2E-08A1-402C-94F8-10DDB2C3C046}" presName="Name0" presStyleCnt="0">
        <dgm:presLayoutVars>
          <dgm:dir/>
          <dgm:animLvl val="lvl"/>
          <dgm:resizeHandles val="exact"/>
        </dgm:presLayoutVars>
      </dgm:prSet>
      <dgm:spPr/>
    </dgm:pt>
    <dgm:pt modelId="{B1BA983B-F38F-EE42-AAA4-3CEA38E8EBE6}" type="pres">
      <dgm:prSet presAssocID="{E50CAA41-6B0D-4BAA-93BA-17948E421470}" presName="composite" presStyleCnt="0"/>
      <dgm:spPr/>
    </dgm:pt>
    <dgm:pt modelId="{FFFC5862-8983-DA4A-A03B-AFCF9DF5B319}" type="pres">
      <dgm:prSet presAssocID="{E50CAA41-6B0D-4BAA-93BA-17948E421470}" presName="parTx" presStyleLbl="alignNode1" presStyleIdx="0" presStyleCnt="2">
        <dgm:presLayoutVars>
          <dgm:chMax val="0"/>
          <dgm:chPref val="0"/>
          <dgm:bulletEnabled val="1"/>
        </dgm:presLayoutVars>
      </dgm:prSet>
      <dgm:spPr/>
    </dgm:pt>
    <dgm:pt modelId="{7420304E-D04F-CF40-A081-706D559EB2AF}" type="pres">
      <dgm:prSet presAssocID="{E50CAA41-6B0D-4BAA-93BA-17948E421470}" presName="desTx" presStyleLbl="alignAccFollowNode1" presStyleIdx="0" presStyleCnt="2">
        <dgm:presLayoutVars>
          <dgm:bulletEnabled val="1"/>
        </dgm:presLayoutVars>
      </dgm:prSet>
      <dgm:spPr/>
    </dgm:pt>
    <dgm:pt modelId="{CFA2D10C-E060-484C-8A8C-D517485B38E3}" type="pres">
      <dgm:prSet presAssocID="{52B1829F-3833-4FFA-B18F-B195EC9C69A4}" presName="space" presStyleCnt="0"/>
      <dgm:spPr/>
    </dgm:pt>
    <dgm:pt modelId="{8E9C079B-5E2C-A644-9783-CD8E021D216B}" type="pres">
      <dgm:prSet presAssocID="{39B7DFDF-3E02-44BF-95B2-263D38B6962D}" presName="composite" presStyleCnt="0"/>
      <dgm:spPr/>
    </dgm:pt>
    <dgm:pt modelId="{7E9DF361-4167-4943-B283-296F4AC69DB6}" type="pres">
      <dgm:prSet presAssocID="{39B7DFDF-3E02-44BF-95B2-263D38B6962D}" presName="parTx" presStyleLbl="alignNode1" presStyleIdx="1" presStyleCnt="2">
        <dgm:presLayoutVars>
          <dgm:chMax val="0"/>
          <dgm:chPref val="0"/>
          <dgm:bulletEnabled val="1"/>
        </dgm:presLayoutVars>
      </dgm:prSet>
      <dgm:spPr/>
    </dgm:pt>
    <dgm:pt modelId="{35A7393E-8074-2747-8D55-5A708F66DA6D}" type="pres">
      <dgm:prSet presAssocID="{39B7DFDF-3E02-44BF-95B2-263D38B6962D}" presName="desTx" presStyleLbl="alignAccFollowNode1" presStyleIdx="1" presStyleCnt="2">
        <dgm:presLayoutVars>
          <dgm:bulletEnabled val="1"/>
        </dgm:presLayoutVars>
      </dgm:prSet>
      <dgm:spPr/>
    </dgm:pt>
  </dgm:ptLst>
  <dgm:cxnLst>
    <dgm:cxn modelId="{E0115E2A-3E8C-4C70-91CE-FE764F559D80}" srcId="{A0928E2E-08A1-402C-94F8-10DDB2C3C046}" destId="{39B7DFDF-3E02-44BF-95B2-263D38B6962D}" srcOrd="1" destOrd="0" parTransId="{8C2DAECE-28EB-4876-808D-DD2BD4728316}" sibTransId="{D0EB250C-6FAF-4B1A-BEF4-B4EFF6E0FA49}"/>
    <dgm:cxn modelId="{8670D82C-6D5F-894A-9EC1-65C9B87C03CA}" type="presOf" srcId="{92B542C0-F52F-4315-A8DD-8114F46CD505}" destId="{7420304E-D04F-CF40-A081-706D559EB2AF}" srcOrd="0" destOrd="2" presId="urn:microsoft.com/office/officeart/2005/8/layout/hList1"/>
    <dgm:cxn modelId="{D42AEF2E-E423-5C45-B4C6-54C7DEACB067}" type="presOf" srcId="{A0928E2E-08A1-402C-94F8-10DDB2C3C046}" destId="{981B4738-11B2-DB43-B083-819AD76F04D6}" srcOrd="0" destOrd="0" presId="urn:microsoft.com/office/officeart/2005/8/layout/hList1"/>
    <dgm:cxn modelId="{3D0F2C5A-FFC5-4171-8E76-C873EB055E82}" srcId="{E50CAA41-6B0D-4BAA-93BA-17948E421470}" destId="{272C9F2F-8918-4306-9BFC-84DECD54AC9D}" srcOrd="1" destOrd="0" parTransId="{AF3DBF8B-C302-42AA-B46C-54F8FE0006D7}" sibTransId="{F2C80C9C-78E8-4A23-AF77-37C8D9C4BD1D}"/>
    <dgm:cxn modelId="{69CF5B68-4C98-1047-9CDA-DF08AC252AC4}" type="presOf" srcId="{7FA91DD5-92EA-4CE4-8379-A3953E835977}" destId="{35A7393E-8074-2747-8D55-5A708F66DA6D}" srcOrd="0" destOrd="0" presId="urn:microsoft.com/office/officeart/2005/8/layout/hList1"/>
    <dgm:cxn modelId="{A306DB6E-52B7-FA46-A390-91E788BD3F14}" type="presOf" srcId="{39B7DFDF-3E02-44BF-95B2-263D38B6962D}" destId="{7E9DF361-4167-4943-B283-296F4AC69DB6}" srcOrd="0" destOrd="0" presId="urn:microsoft.com/office/officeart/2005/8/layout/hList1"/>
    <dgm:cxn modelId="{8A6FD174-E47F-4B62-A15B-D59918716CB1}" srcId="{E50CAA41-6B0D-4BAA-93BA-17948E421470}" destId="{78BDCF38-44E5-4F82-A056-33164BFD9DDF}" srcOrd="0" destOrd="0" parTransId="{03B1B114-83E0-4C03-9591-037A0A35431E}" sibTransId="{057DDF68-C210-4FF9-93AE-14E037115D38}"/>
    <dgm:cxn modelId="{066FD983-38AB-4478-86C7-185F931C8158}" srcId="{39B7DFDF-3E02-44BF-95B2-263D38B6962D}" destId="{AD3EF0AA-C50E-4C21-AF14-0DF5522DB57E}" srcOrd="2" destOrd="0" parTransId="{FF397C3B-129C-4C6D-B4BF-0C92CC1B56DB}" sibTransId="{94CE5C9F-C8D8-4BE0-886C-E9D218347274}"/>
    <dgm:cxn modelId="{95810095-0160-45D8-9A05-95A8433248C0}" srcId="{A0928E2E-08A1-402C-94F8-10DDB2C3C046}" destId="{E50CAA41-6B0D-4BAA-93BA-17948E421470}" srcOrd="0" destOrd="0" parTransId="{2DB4153D-A4DC-41B4-A869-7876C22E140C}" sibTransId="{52B1829F-3833-4FFA-B18F-B195EC9C69A4}"/>
    <dgm:cxn modelId="{88577DB5-5D69-8D43-8530-3875E5304B5C}" type="presOf" srcId="{272C9F2F-8918-4306-9BFC-84DECD54AC9D}" destId="{7420304E-D04F-CF40-A081-706D559EB2AF}" srcOrd="0" destOrd="1" presId="urn:microsoft.com/office/officeart/2005/8/layout/hList1"/>
    <dgm:cxn modelId="{3AAAE8C9-CE89-3E4E-98B5-C7000F46D813}" type="presOf" srcId="{78BDCF38-44E5-4F82-A056-33164BFD9DDF}" destId="{7420304E-D04F-CF40-A081-706D559EB2AF}" srcOrd="0" destOrd="0" presId="urn:microsoft.com/office/officeart/2005/8/layout/hList1"/>
    <dgm:cxn modelId="{B6983ADA-BB06-4828-B790-86662A493458}" srcId="{E50CAA41-6B0D-4BAA-93BA-17948E421470}" destId="{92B542C0-F52F-4315-A8DD-8114F46CD505}" srcOrd="2" destOrd="0" parTransId="{231389CD-A2A2-4B56-9373-243F08016F5F}" sibTransId="{BEEC8946-B9E1-486F-81F9-B0325DC77040}"/>
    <dgm:cxn modelId="{9AD430E1-897F-4D8A-B4A3-4B44B40B1D06}" srcId="{39B7DFDF-3E02-44BF-95B2-263D38B6962D}" destId="{7FA91DD5-92EA-4CE4-8379-A3953E835977}" srcOrd="0" destOrd="0" parTransId="{4B79619A-BBA0-48EA-9C83-0E48B4A3BC30}" sibTransId="{A4C04345-C261-446E-9958-74450C7E7372}"/>
    <dgm:cxn modelId="{59F876E8-6534-F74D-925A-2AA826E7C251}" type="presOf" srcId="{E50CAA41-6B0D-4BAA-93BA-17948E421470}" destId="{FFFC5862-8983-DA4A-A03B-AFCF9DF5B319}" srcOrd="0" destOrd="0" presId="urn:microsoft.com/office/officeart/2005/8/layout/hList1"/>
    <dgm:cxn modelId="{89E877E8-8ADB-4621-B4E2-8CE753D606F4}" srcId="{39B7DFDF-3E02-44BF-95B2-263D38B6962D}" destId="{475F72B1-11A4-48D0-A003-7E09241788A2}" srcOrd="1" destOrd="0" parTransId="{E5303BEC-7648-4AA0-A6D7-3E3ECF251AEE}" sibTransId="{7C94E7B5-37E9-4F43-ABF1-C7E4EFC68A0B}"/>
    <dgm:cxn modelId="{8AC66BE9-1F5D-6B4B-B45A-C116ADC5F8EA}" type="presOf" srcId="{AD3EF0AA-C50E-4C21-AF14-0DF5522DB57E}" destId="{35A7393E-8074-2747-8D55-5A708F66DA6D}" srcOrd="0" destOrd="2" presId="urn:microsoft.com/office/officeart/2005/8/layout/hList1"/>
    <dgm:cxn modelId="{6B0E06F0-E140-8740-B212-EFA81A5F0D52}" type="presOf" srcId="{475F72B1-11A4-48D0-A003-7E09241788A2}" destId="{35A7393E-8074-2747-8D55-5A708F66DA6D}" srcOrd="0" destOrd="1" presId="urn:microsoft.com/office/officeart/2005/8/layout/hList1"/>
    <dgm:cxn modelId="{0F61F92A-0225-7E45-9B0E-CB1A7823A576}" type="presParOf" srcId="{981B4738-11B2-DB43-B083-819AD76F04D6}" destId="{B1BA983B-F38F-EE42-AAA4-3CEA38E8EBE6}" srcOrd="0" destOrd="0" presId="urn:microsoft.com/office/officeart/2005/8/layout/hList1"/>
    <dgm:cxn modelId="{CB16BE0D-587A-9947-85AE-2C3A6E7CCBB7}" type="presParOf" srcId="{B1BA983B-F38F-EE42-AAA4-3CEA38E8EBE6}" destId="{FFFC5862-8983-DA4A-A03B-AFCF9DF5B319}" srcOrd="0" destOrd="0" presId="urn:microsoft.com/office/officeart/2005/8/layout/hList1"/>
    <dgm:cxn modelId="{48106CA4-BD74-1541-A49B-89E95F8E3EB1}" type="presParOf" srcId="{B1BA983B-F38F-EE42-AAA4-3CEA38E8EBE6}" destId="{7420304E-D04F-CF40-A081-706D559EB2AF}" srcOrd="1" destOrd="0" presId="urn:microsoft.com/office/officeart/2005/8/layout/hList1"/>
    <dgm:cxn modelId="{4F556F99-E9CA-A84B-B0C2-E08571C7793E}" type="presParOf" srcId="{981B4738-11B2-DB43-B083-819AD76F04D6}" destId="{CFA2D10C-E060-484C-8A8C-D517485B38E3}" srcOrd="1" destOrd="0" presId="urn:microsoft.com/office/officeart/2005/8/layout/hList1"/>
    <dgm:cxn modelId="{6EA55E3C-809E-1C44-92D0-177A2C44C0DD}" type="presParOf" srcId="{981B4738-11B2-DB43-B083-819AD76F04D6}" destId="{8E9C079B-5E2C-A644-9783-CD8E021D216B}" srcOrd="2" destOrd="0" presId="urn:microsoft.com/office/officeart/2005/8/layout/hList1"/>
    <dgm:cxn modelId="{87445C86-DD0F-5C45-8949-7E78AE0EC668}" type="presParOf" srcId="{8E9C079B-5E2C-A644-9783-CD8E021D216B}" destId="{7E9DF361-4167-4943-B283-296F4AC69DB6}" srcOrd="0" destOrd="0" presId="urn:microsoft.com/office/officeart/2005/8/layout/hList1"/>
    <dgm:cxn modelId="{D4857996-42AA-B74F-A15C-3D47005170F7}" type="presParOf" srcId="{8E9C079B-5E2C-A644-9783-CD8E021D216B}" destId="{35A7393E-8074-2747-8D55-5A708F66DA6D}"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FDB2C8C3-3F52-480E-9EE6-C2CB04D597A1}" type="doc">
      <dgm:prSet loTypeId="urn:microsoft.com/office/officeart/2005/8/layout/hList1" loCatId="list" qsTypeId="urn:microsoft.com/office/officeart/2005/8/quickstyle/simple1" qsCatId="simple" csTypeId="urn:microsoft.com/office/officeart/2005/8/colors/colorful2" csCatId="colorful"/>
      <dgm:spPr/>
      <dgm:t>
        <a:bodyPr/>
        <a:lstStyle/>
        <a:p>
          <a:endParaRPr lang="en-US"/>
        </a:p>
      </dgm:t>
    </dgm:pt>
    <dgm:pt modelId="{B9FFF35E-E1D1-4902-8E5D-1F97E680524A}">
      <dgm:prSet/>
      <dgm:spPr/>
      <dgm:t>
        <a:bodyPr/>
        <a:lstStyle/>
        <a:p>
          <a:r>
            <a:rPr lang="en-US"/>
            <a:t>Goal:  </a:t>
          </a:r>
        </a:p>
      </dgm:t>
    </dgm:pt>
    <dgm:pt modelId="{3283DFFA-B78D-4423-AF91-8A4FA0D4E73E}" type="parTrans" cxnId="{BC441CA1-7B0F-4637-A134-9694265017B4}">
      <dgm:prSet/>
      <dgm:spPr/>
      <dgm:t>
        <a:bodyPr/>
        <a:lstStyle/>
        <a:p>
          <a:endParaRPr lang="en-US"/>
        </a:p>
      </dgm:t>
    </dgm:pt>
    <dgm:pt modelId="{C83B73AF-99C3-4DC3-ACA3-EA0305ABC172}" type="sibTrans" cxnId="{BC441CA1-7B0F-4637-A134-9694265017B4}">
      <dgm:prSet/>
      <dgm:spPr/>
      <dgm:t>
        <a:bodyPr/>
        <a:lstStyle/>
        <a:p>
          <a:endParaRPr lang="en-US"/>
        </a:p>
      </dgm:t>
    </dgm:pt>
    <dgm:pt modelId="{6144B4A4-F09A-461C-A69B-2B0CA20A28B3}">
      <dgm:prSet/>
      <dgm:spPr/>
      <dgm:t>
        <a:bodyPr/>
        <a:lstStyle/>
        <a:p>
          <a:r>
            <a:rPr lang="en-US" dirty="0"/>
            <a:t>What are we working towards achieving?	 </a:t>
          </a:r>
        </a:p>
      </dgm:t>
    </dgm:pt>
    <dgm:pt modelId="{681AEE55-C468-4274-94DE-C610A0A1D3ED}" type="parTrans" cxnId="{BCD1297F-3E49-4540-A803-EF75BC83F127}">
      <dgm:prSet/>
      <dgm:spPr/>
      <dgm:t>
        <a:bodyPr/>
        <a:lstStyle/>
        <a:p>
          <a:endParaRPr lang="en-US"/>
        </a:p>
      </dgm:t>
    </dgm:pt>
    <dgm:pt modelId="{CDCF7BF1-C8AA-48FD-8F59-A1E0ED03CD3C}" type="sibTrans" cxnId="{BCD1297F-3E49-4540-A803-EF75BC83F127}">
      <dgm:prSet/>
      <dgm:spPr/>
      <dgm:t>
        <a:bodyPr/>
        <a:lstStyle/>
        <a:p>
          <a:endParaRPr lang="en-US"/>
        </a:p>
      </dgm:t>
    </dgm:pt>
    <dgm:pt modelId="{BC6BD81E-C7D3-4339-A2AD-3C01AEA56385}">
      <dgm:prSet/>
      <dgm:spPr/>
      <dgm:t>
        <a:bodyPr/>
        <a:lstStyle/>
        <a:p>
          <a:r>
            <a:rPr lang="en-US" dirty="0"/>
            <a:t>How will we know when we get there? </a:t>
          </a:r>
        </a:p>
      </dgm:t>
    </dgm:pt>
    <dgm:pt modelId="{BAF7813F-E6E0-4185-92A4-1C96999FDD4F}" type="parTrans" cxnId="{0AFB87B7-9B68-4200-AFD5-915D09CDBB0F}">
      <dgm:prSet/>
      <dgm:spPr/>
      <dgm:t>
        <a:bodyPr/>
        <a:lstStyle/>
        <a:p>
          <a:endParaRPr lang="en-US"/>
        </a:p>
      </dgm:t>
    </dgm:pt>
    <dgm:pt modelId="{DCCCF8A9-BB7B-4269-A651-CD55A16FE08B}" type="sibTrans" cxnId="{0AFB87B7-9B68-4200-AFD5-915D09CDBB0F}">
      <dgm:prSet/>
      <dgm:spPr/>
      <dgm:t>
        <a:bodyPr/>
        <a:lstStyle/>
        <a:p>
          <a:endParaRPr lang="en-US"/>
        </a:p>
      </dgm:t>
    </dgm:pt>
    <dgm:pt modelId="{F4D697C1-A117-4F40-8FBD-15ABB5F3757D}">
      <dgm:prSet/>
      <dgm:spPr/>
      <dgm:t>
        <a:bodyPr/>
        <a:lstStyle/>
        <a:p>
          <a:r>
            <a:rPr lang="en-US" dirty="0"/>
            <a:t>SMART goal (specific, measurable, attainable, realistic, and time-bound)</a:t>
          </a:r>
        </a:p>
      </dgm:t>
    </dgm:pt>
    <dgm:pt modelId="{2758BAA2-E67A-4E41-807A-F56DBC0C2689}" type="parTrans" cxnId="{CC7E43DA-85D7-4C5B-9AEA-6CB2EA69510A}">
      <dgm:prSet/>
      <dgm:spPr/>
      <dgm:t>
        <a:bodyPr/>
        <a:lstStyle/>
        <a:p>
          <a:endParaRPr lang="en-US"/>
        </a:p>
      </dgm:t>
    </dgm:pt>
    <dgm:pt modelId="{E85DE369-51D7-4A5A-99D5-90859CF983BA}" type="sibTrans" cxnId="{CC7E43DA-85D7-4C5B-9AEA-6CB2EA69510A}">
      <dgm:prSet/>
      <dgm:spPr/>
      <dgm:t>
        <a:bodyPr/>
        <a:lstStyle/>
        <a:p>
          <a:endParaRPr lang="en-US"/>
        </a:p>
      </dgm:t>
    </dgm:pt>
    <dgm:pt modelId="{CCDD6354-555D-49FD-AA2E-B19B9E277918}">
      <dgm:prSet/>
      <dgm:spPr/>
      <dgm:t>
        <a:bodyPr/>
        <a:lstStyle/>
        <a:p>
          <a:r>
            <a:rPr lang="en-US"/>
            <a:t>Reality: </a:t>
          </a:r>
        </a:p>
      </dgm:t>
    </dgm:pt>
    <dgm:pt modelId="{A5A39921-EBD7-4A7D-A3BD-ED3BAF10F4EC}" type="parTrans" cxnId="{6D081AE3-AAAF-49AE-8BD4-E70FFDAB528D}">
      <dgm:prSet/>
      <dgm:spPr/>
      <dgm:t>
        <a:bodyPr/>
        <a:lstStyle/>
        <a:p>
          <a:endParaRPr lang="en-US"/>
        </a:p>
      </dgm:t>
    </dgm:pt>
    <dgm:pt modelId="{20AD68C0-8F3A-4FAB-BFB5-CAF27FF30D05}" type="sibTrans" cxnId="{6D081AE3-AAAF-49AE-8BD4-E70FFDAB528D}">
      <dgm:prSet/>
      <dgm:spPr/>
      <dgm:t>
        <a:bodyPr/>
        <a:lstStyle/>
        <a:p>
          <a:endParaRPr lang="en-US"/>
        </a:p>
      </dgm:t>
    </dgm:pt>
    <dgm:pt modelId="{65D4018B-E07B-431C-BE4C-CA95919E0842}">
      <dgm:prSet/>
      <dgm:spPr/>
      <dgm:t>
        <a:bodyPr/>
        <a:lstStyle/>
        <a:p>
          <a:r>
            <a:rPr lang="en-US"/>
            <a:t>What is happening now?  </a:t>
          </a:r>
        </a:p>
      </dgm:t>
    </dgm:pt>
    <dgm:pt modelId="{C3ADD75C-4925-4D96-B54D-F545F3CE301F}" type="parTrans" cxnId="{C5A18DE8-A6F6-4207-9795-B9A160EBA1A5}">
      <dgm:prSet/>
      <dgm:spPr/>
      <dgm:t>
        <a:bodyPr/>
        <a:lstStyle/>
        <a:p>
          <a:endParaRPr lang="en-US"/>
        </a:p>
      </dgm:t>
    </dgm:pt>
    <dgm:pt modelId="{354207A0-4D91-4A58-87A3-547AADF38553}" type="sibTrans" cxnId="{C5A18DE8-A6F6-4207-9795-B9A160EBA1A5}">
      <dgm:prSet/>
      <dgm:spPr/>
      <dgm:t>
        <a:bodyPr/>
        <a:lstStyle/>
        <a:p>
          <a:endParaRPr lang="en-US"/>
        </a:p>
      </dgm:t>
    </dgm:pt>
    <dgm:pt modelId="{AC69981E-2004-43DA-9B63-7F416CD9D208}">
      <dgm:prSet/>
      <dgm:spPr/>
      <dgm:t>
        <a:bodyPr/>
        <a:lstStyle/>
        <a:p>
          <a:r>
            <a:rPr lang="en-US"/>
            <a:t>What is going well?  </a:t>
          </a:r>
        </a:p>
      </dgm:t>
    </dgm:pt>
    <dgm:pt modelId="{0E95ACA3-6842-4BA3-B764-EFDA803C19D7}" type="parTrans" cxnId="{C7609AA5-DF2E-4A65-A846-917000CAA53E}">
      <dgm:prSet/>
      <dgm:spPr/>
      <dgm:t>
        <a:bodyPr/>
        <a:lstStyle/>
        <a:p>
          <a:endParaRPr lang="en-US"/>
        </a:p>
      </dgm:t>
    </dgm:pt>
    <dgm:pt modelId="{EF6D5215-30DD-4AEB-B71E-D74BB3F17329}" type="sibTrans" cxnId="{C7609AA5-DF2E-4A65-A846-917000CAA53E}">
      <dgm:prSet/>
      <dgm:spPr/>
      <dgm:t>
        <a:bodyPr/>
        <a:lstStyle/>
        <a:p>
          <a:endParaRPr lang="en-US"/>
        </a:p>
      </dgm:t>
    </dgm:pt>
    <dgm:pt modelId="{5F680245-6D6D-404E-B3F7-80B73E141AFD}">
      <dgm:prSet/>
      <dgm:spPr/>
      <dgm:t>
        <a:bodyPr/>
        <a:lstStyle/>
        <a:p>
          <a:r>
            <a:rPr lang="en-US" dirty="0"/>
            <a:t>What is challenging or not meeting the goal?</a:t>
          </a:r>
        </a:p>
      </dgm:t>
    </dgm:pt>
    <dgm:pt modelId="{0E736BFE-F9EF-4FC0-98FC-9BD576E0E259}" type="parTrans" cxnId="{83C2EF77-1E4B-47CB-A561-319A2A7AC947}">
      <dgm:prSet/>
      <dgm:spPr/>
      <dgm:t>
        <a:bodyPr/>
        <a:lstStyle/>
        <a:p>
          <a:endParaRPr lang="en-US"/>
        </a:p>
      </dgm:t>
    </dgm:pt>
    <dgm:pt modelId="{9BA57D34-F0FD-4E5C-8DDF-873640C2B8C6}" type="sibTrans" cxnId="{83C2EF77-1E4B-47CB-A561-319A2A7AC947}">
      <dgm:prSet/>
      <dgm:spPr/>
      <dgm:t>
        <a:bodyPr/>
        <a:lstStyle/>
        <a:p>
          <a:endParaRPr lang="en-US"/>
        </a:p>
      </dgm:t>
    </dgm:pt>
    <dgm:pt modelId="{6882084A-C0B9-4056-9995-9349420CA51D}">
      <dgm:prSet/>
      <dgm:spPr/>
      <dgm:t>
        <a:bodyPr/>
        <a:lstStyle/>
        <a:p>
          <a:r>
            <a:rPr lang="en-US"/>
            <a:t>Opportunity: </a:t>
          </a:r>
        </a:p>
      </dgm:t>
    </dgm:pt>
    <dgm:pt modelId="{63E58B69-6404-45A2-B7B2-A69E907D6A20}" type="parTrans" cxnId="{8DDF80DD-CA7F-43FD-8F4D-F4341A64C816}">
      <dgm:prSet/>
      <dgm:spPr/>
      <dgm:t>
        <a:bodyPr/>
        <a:lstStyle/>
        <a:p>
          <a:endParaRPr lang="en-US"/>
        </a:p>
      </dgm:t>
    </dgm:pt>
    <dgm:pt modelId="{D5E6EB50-8EED-4762-823F-2B05B3529C33}" type="sibTrans" cxnId="{8DDF80DD-CA7F-43FD-8F4D-F4341A64C816}">
      <dgm:prSet/>
      <dgm:spPr/>
      <dgm:t>
        <a:bodyPr/>
        <a:lstStyle/>
        <a:p>
          <a:endParaRPr lang="en-US"/>
        </a:p>
      </dgm:t>
    </dgm:pt>
    <dgm:pt modelId="{9B25A6E8-BD5D-4C46-AACF-11AE74050986}">
      <dgm:prSet/>
      <dgm:spPr/>
      <dgm:t>
        <a:bodyPr/>
        <a:lstStyle/>
        <a:p>
          <a:r>
            <a:rPr lang="en-US"/>
            <a:t>Brainstorm Session of Solutions to the challenges or blocks to reaching the goal.  </a:t>
          </a:r>
        </a:p>
      </dgm:t>
    </dgm:pt>
    <dgm:pt modelId="{9D1E82DA-0156-4564-B635-A98D16558E89}" type="parTrans" cxnId="{C6CAE4E5-8A95-4CA4-BBD7-930F28DD2E68}">
      <dgm:prSet/>
      <dgm:spPr/>
      <dgm:t>
        <a:bodyPr/>
        <a:lstStyle/>
        <a:p>
          <a:endParaRPr lang="en-US"/>
        </a:p>
      </dgm:t>
    </dgm:pt>
    <dgm:pt modelId="{E5662757-2BEB-4975-8739-8A6EC99AD98E}" type="sibTrans" cxnId="{C6CAE4E5-8A95-4CA4-BBD7-930F28DD2E68}">
      <dgm:prSet/>
      <dgm:spPr/>
      <dgm:t>
        <a:bodyPr/>
        <a:lstStyle/>
        <a:p>
          <a:endParaRPr lang="en-US"/>
        </a:p>
      </dgm:t>
    </dgm:pt>
    <dgm:pt modelId="{6687B703-233A-4137-9E4F-2F28C6917925}">
      <dgm:prSet/>
      <dgm:spPr/>
      <dgm:t>
        <a:bodyPr/>
        <a:lstStyle/>
        <a:p>
          <a:r>
            <a:rPr lang="en-US"/>
            <a:t>What else could you do?  What is that constraint were removed – would it change things?  </a:t>
          </a:r>
        </a:p>
      </dgm:t>
    </dgm:pt>
    <dgm:pt modelId="{EFDD5204-1550-4D49-A3C0-DB7E3E1C29A5}" type="parTrans" cxnId="{D2956696-7F45-4C1D-9A41-D352F2CD75ED}">
      <dgm:prSet/>
      <dgm:spPr/>
      <dgm:t>
        <a:bodyPr/>
        <a:lstStyle/>
        <a:p>
          <a:endParaRPr lang="en-US"/>
        </a:p>
      </dgm:t>
    </dgm:pt>
    <dgm:pt modelId="{6A144E61-0B43-4300-8127-3D55B6D17C18}" type="sibTrans" cxnId="{D2956696-7F45-4C1D-9A41-D352F2CD75ED}">
      <dgm:prSet/>
      <dgm:spPr/>
      <dgm:t>
        <a:bodyPr/>
        <a:lstStyle/>
        <a:p>
          <a:endParaRPr lang="en-US"/>
        </a:p>
      </dgm:t>
    </dgm:pt>
    <dgm:pt modelId="{28B82835-6F92-4B84-B99A-47D532973F8C}">
      <dgm:prSet/>
      <dgm:spPr/>
      <dgm:t>
        <a:bodyPr/>
        <a:lstStyle/>
        <a:p>
          <a:r>
            <a:rPr lang="en-US"/>
            <a:t>What are the advantages and disadvantages of each option?</a:t>
          </a:r>
        </a:p>
      </dgm:t>
    </dgm:pt>
    <dgm:pt modelId="{A37EF40C-716C-4445-B1C2-DBD30CC625FA}" type="parTrans" cxnId="{EA832AD3-E6DE-4F77-B8BA-313A23E78E98}">
      <dgm:prSet/>
      <dgm:spPr/>
      <dgm:t>
        <a:bodyPr/>
        <a:lstStyle/>
        <a:p>
          <a:endParaRPr lang="en-US"/>
        </a:p>
      </dgm:t>
    </dgm:pt>
    <dgm:pt modelId="{3FDB7A4F-5E68-4990-977B-FAAC4959B2C7}" type="sibTrans" cxnId="{EA832AD3-E6DE-4F77-B8BA-313A23E78E98}">
      <dgm:prSet/>
      <dgm:spPr/>
      <dgm:t>
        <a:bodyPr/>
        <a:lstStyle/>
        <a:p>
          <a:endParaRPr lang="en-US"/>
        </a:p>
      </dgm:t>
    </dgm:pt>
    <dgm:pt modelId="{4436F29F-748C-417A-A888-2AFEDD0ACF69}">
      <dgm:prSet/>
      <dgm:spPr/>
      <dgm:t>
        <a:bodyPr/>
        <a:lstStyle/>
        <a:p>
          <a:r>
            <a:rPr lang="en-US"/>
            <a:t>Way Forward: </a:t>
          </a:r>
        </a:p>
      </dgm:t>
    </dgm:pt>
    <dgm:pt modelId="{A8B2C827-FE9F-41EA-B07B-006CDA007C8D}" type="parTrans" cxnId="{D562113C-6A18-4E62-99BE-FCA26D203607}">
      <dgm:prSet/>
      <dgm:spPr/>
      <dgm:t>
        <a:bodyPr/>
        <a:lstStyle/>
        <a:p>
          <a:endParaRPr lang="en-US"/>
        </a:p>
      </dgm:t>
    </dgm:pt>
    <dgm:pt modelId="{68B1D76C-5C6E-49F9-9AAA-ACAB22C9FBE6}" type="sibTrans" cxnId="{D562113C-6A18-4E62-99BE-FCA26D203607}">
      <dgm:prSet/>
      <dgm:spPr/>
      <dgm:t>
        <a:bodyPr/>
        <a:lstStyle/>
        <a:p>
          <a:endParaRPr lang="en-US"/>
        </a:p>
      </dgm:t>
    </dgm:pt>
    <dgm:pt modelId="{694737B2-3097-4D86-97CC-1306D58B204A}">
      <dgm:prSet/>
      <dgm:spPr/>
      <dgm:t>
        <a:bodyPr/>
        <a:lstStyle/>
        <a:p>
          <a:r>
            <a:rPr lang="en-US"/>
            <a:t>What will you do?  </a:t>
          </a:r>
        </a:p>
      </dgm:t>
    </dgm:pt>
    <dgm:pt modelId="{68ED0655-5202-41B0-9618-0763C20B5A9D}" type="parTrans" cxnId="{FA7C4EE5-797C-4087-BA77-599B9D7BBF64}">
      <dgm:prSet/>
      <dgm:spPr/>
      <dgm:t>
        <a:bodyPr/>
        <a:lstStyle/>
        <a:p>
          <a:endParaRPr lang="en-US"/>
        </a:p>
      </dgm:t>
    </dgm:pt>
    <dgm:pt modelId="{D6FEEB20-0E29-4A49-9C25-E6077B7A0249}" type="sibTrans" cxnId="{FA7C4EE5-797C-4087-BA77-599B9D7BBF64}">
      <dgm:prSet/>
      <dgm:spPr/>
      <dgm:t>
        <a:bodyPr/>
        <a:lstStyle/>
        <a:p>
          <a:endParaRPr lang="en-US"/>
        </a:p>
      </dgm:t>
    </dgm:pt>
    <dgm:pt modelId="{B44BB8EB-C76D-492C-808C-2200404F1CAC}">
      <dgm:prSet/>
      <dgm:spPr/>
      <dgm:t>
        <a:bodyPr/>
        <a:lstStyle/>
        <a:p>
          <a:r>
            <a:rPr lang="en-US"/>
            <a:t>What is the plan or the commitment?  </a:t>
          </a:r>
        </a:p>
      </dgm:t>
    </dgm:pt>
    <dgm:pt modelId="{5630F9C2-4CA0-4132-8876-AFB0938942B8}" type="parTrans" cxnId="{1C5EA05E-2BD3-41B8-9BC8-B4FFA643AF40}">
      <dgm:prSet/>
      <dgm:spPr/>
      <dgm:t>
        <a:bodyPr/>
        <a:lstStyle/>
        <a:p>
          <a:endParaRPr lang="en-US"/>
        </a:p>
      </dgm:t>
    </dgm:pt>
    <dgm:pt modelId="{63E7A1D0-41DC-43AD-8B1E-D0EFF6764708}" type="sibTrans" cxnId="{1C5EA05E-2BD3-41B8-9BC8-B4FFA643AF40}">
      <dgm:prSet/>
      <dgm:spPr/>
      <dgm:t>
        <a:bodyPr/>
        <a:lstStyle/>
        <a:p>
          <a:endParaRPr lang="en-US"/>
        </a:p>
      </dgm:t>
    </dgm:pt>
    <dgm:pt modelId="{22B9F2BA-1119-4161-9A12-898EF0273B9D}">
      <dgm:prSet/>
      <dgm:spPr/>
      <dgm:t>
        <a:bodyPr/>
        <a:lstStyle/>
        <a:p>
          <a:r>
            <a:rPr lang="en-US"/>
            <a:t>How will you stay accountable?  </a:t>
          </a:r>
        </a:p>
      </dgm:t>
    </dgm:pt>
    <dgm:pt modelId="{92A452B8-0724-4ED8-9142-3AE1A6677F8B}" type="parTrans" cxnId="{8B67CF72-2546-4038-99DF-408F2F2D30C3}">
      <dgm:prSet/>
      <dgm:spPr/>
      <dgm:t>
        <a:bodyPr/>
        <a:lstStyle/>
        <a:p>
          <a:endParaRPr lang="en-US"/>
        </a:p>
      </dgm:t>
    </dgm:pt>
    <dgm:pt modelId="{7985E292-603B-4122-9FCC-8819D3C2C39F}" type="sibTrans" cxnId="{8B67CF72-2546-4038-99DF-408F2F2D30C3}">
      <dgm:prSet/>
      <dgm:spPr/>
      <dgm:t>
        <a:bodyPr/>
        <a:lstStyle/>
        <a:p>
          <a:endParaRPr lang="en-US"/>
        </a:p>
      </dgm:t>
    </dgm:pt>
    <dgm:pt modelId="{49DF2914-E195-4BD7-9A9E-5A9BACB2452D}">
      <dgm:prSet/>
      <dgm:spPr/>
      <dgm:t>
        <a:bodyPr/>
        <a:lstStyle/>
        <a:p>
          <a:r>
            <a:rPr lang="en-US"/>
            <a:t>When will you touch base again?</a:t>
          </a:r>
        </a:p>
      </dgm:t>
    </dgm:pt>
    <dgm:pt modelId="{CDB136AC-9CB9-4085-958D-C3CA32CB4F94}" type="parTrans" cxnId="{436BEB7A-87C5-4BB7-8D7B-3EA4135A0E57}">
      <dgm:prSet/>
      <dgm:spPr/>
      <dgm:t>
        <a:bodyPr/>
        <a:lstStyle/>
        <a:p>
          <a:endParaRPr lang="en-US"/>
        </a:p>
      </dgm:t>
    </dgm:pt>
    <dgm:pt modelId="{2B1FC2F9-EAC8-4159-A3C1-FF0FCF3EB6B1}" type="sibTrans" cxnId="{436BEB7A-87C5-4BB7-8D7B-3EA4135A0E57}">
      <dgm:prSet/>
      <dgm:spPr/>
      <dgm:t>
        <a:bodyPr/>
        <a:lstStyle/>
        <a:p>
          <a:endParaRPr lang="en-US"/>
        </a:p>
      </dgm:t>
    </dgm:pt>
    <dgm:pt modelId="{31613FC4-3F60-DE45-96C0-690061DCA187}" type="pres">
      <dgm:prSet presAssocID="{FDB2C8C3-3F52-480E-9EE6-C2CB04D597A1}" presName="Name0" presStyleCnt="0">
        <dgm:presLayoutVars>
          <dgm:dir/>
          <dgm:animLvl val="lvl"/>
          <dgm:resizeHandles val="exact"/>
        </dgm:presLayoutVars>
      </dgm:prSet>
      <dgm:spPr/>
    </dgm:pt>
    <dgm:pt modelId="{FCCDCA2E-7E04-3741-BD99-0121EC7A76C8}" type="pres">
      <dgm:prSet presAssocID="{B9FFF35E-E1D1-4902-8E5D-1F97E680524A}" presName="composite" presStyleCnt="0"/>
      <dgm:spPr/>
    </dgm:pt>
    <dgm:pt modelId="{25314540-D4B5-B540-8354-0D4A85B42868}" type="pres">
      <dgm:prSet presAssocID="{B9FFF35E-E1D1-4902-8E5D-1F97E680524A}" presName="parTx" presStyleLbl="alignNode1" presStyleIdx="0" presStyleCnt="4">
        <dgm:presLayoutVars>
          <dgm:chMax val="0"/>
          <dgm:chPref val="0"/>
          <dgm:bulletEnabled val="1"/>
        </dgm:presLayoutVars>
      </dgm:prSet>
      <dgm:spPr/>
    </dgm:pt>
    <dgm:pt modelId="{9EFBAA1F-E66F-A94F-BFA7-E20FE3041BF1}" type="pres">
      <dgm:prSet presAssocID="{B9FFF35E-E1D1-4902-8E5D-1F97E680524A}" presName="desTx" presStyleLbl="alignAccFollowNode1" presStyleIdx="0" presStyleCnt="4">
        <dgm:presLayoutVars>
          <dgm:bulletEnabled val="1"/>
        </dgm:presLayoutVars>
      </dgm:prSet>
      <dgm:spPr/>
    </dgm:pt>
    <dgm:pt modelId="{C4264A2B-7713-394F-A197-E6CC759EB6AA}" type="pres">
      <dgm:prSet presAssocID="{C83B73AF-99C3-4DC3-ACA3-EA0305ABC172}" presName="space" presStyleCnt="0"/>
      <dgm:spPr/>
    </dgm:pt>
    <dgm:pt modelId="{75525A50-34AA-B545-98DE-0DBF4B99647D}" type="pres">
      <dgm:prSet presAssocID="{CCDD6354-555D-49FD-AA2E-B19B9E277918}" presName="composite" presStyleCnt="0"/>
      <dgm:spPr/>
    </dgm:pt>
    <dgm:pt modelId="{F4083701-811D-0041-9E8D-44746D55FEDB}" type="pres">
      <dgm:prSet presAssocID="{CCDD6354-555D-49FD-AA2E-B19B9E277918}" presName="parTx" presStyleLbl="alignNode1" presStyleIdx="1" presStyleCnt="4">
        <dgm:presLayoutVars>
          <dgm:chMax val="0"/>
          <dgm:chPref val="0"/>
          <dgm:bulletEnabled val="1"/>
        </dgm:presLayoutVars>
      </dgm:prSet>
      <dgm:spPr/>
    </dgm:pt>
    <dgm:pt modelId="{4074E059-D7AA-1B4F-9AF6-7ECE8926217C}" type="pres">
      <dgm:prSet presAssocID="{CCDD6354-555D-49FD-AA2E-B19B9E277918}" presName="desTx" presStyleLbl="alignAccFollowNode1" presStyleIdx="1" presStyleCnt="4">
        <dgm:presLayoutVars>
          <dgm:bulletEnabled val="1"/>
        </dgm:presLayoutVars>
      </dgm:prSet>
      <dgm:spPr/>
    </dgm:pt>
    <dgm:pt modelId="{CFEF4837-573B-1F4E-9A3C-77580111291A}" type="pres">
      <dgm:prSet presAssocID="{20AD68C0-8F3A-4FAB-BFB5-CAF27FF30D05}" presName="space" presStyleCnt="0"/>
      <dgm:spPr/>
    </dgm:pt>
    <dgm:pt modelId="{E1690B76-2E2D-2447-A8A5-A244B1AB909D}" type="pres">
      <dgm:prSet presAssocID="{6882084A-C0B9-4056-9995-9349420CA51D}" presName="composite" presStyleCnt="0"/>
      <dgm:spPr/>
    </dgm:pt>
    <dgm:pt modelId="{94C5492D-7EFE-1D43-9893-D291AD0B413A}" type="pres">
      <dgm:prSet presAssocID="{6882084A-C0B9-4056-9995-9349420CA51D}" presName="parTx" presStyleLbl="alignNode1" presStyleIdx="2" presStyleCnt="4">
        <dgm:presLayoutVars>
          <dgm:chMax val="0"/>
          <dgm:chPref val="0"/>
          <dgm:bulletEnabled val="1"/>
        </dgm:presLayoutVars>
      </dgm:prSet>
      <dgm:spPr/>
    </dgm:pt>
    <dgm:pt modelId="{CEC8B0F2-ABFB-3748-BF2A-9A94622A10C9}" type="pres">
      <dgm:prSet presAssocID="{6882084A-C0B9-4056-9995-9349420CA51D}" presName="desTx" presStyleLbl="alignAccFollowNode1" presStyleIdx="2" presStyleCnt="4">
        <dgm:presLayoutVars>
          <dgm:bulletEnabled val="1"/>
        </dgm:presLayoutVars>
      </dgm:prSet>
      <dgm:spPr/>
    </dgm:pt>
    <dgm:pt modelId="{1F7E2670-94E8-634F-9FA0-8914D278CDA8}" type="pres">
      <dgm:prSet presAssocID="{D5E6EB50-8EED-4762-823F-2B05B3529C33}" presName="space" presStyleCnt="0"/>
      <dgm:spPr/>
    </dgm:pt>
    <dgm:pt modelId="{A02FDC3B-406C-3B49-933D-FCAD95D8CE95}" type="pres">
      <dgm:prSet presAssocID="{4436F29F-748C-417A-A888-2AFEDD0ACF69}" presName="composite" presStyleCnt="0"/>
      <dgm:spPr/>
    </dgm:pt>
    <dgm:pt modelId="{167A1E6D-4F6F-8B46-A875-C3D80857C392}" type="pres">
      <dgm:prSet presAssocID="{4436F29F-748C-417A-A888-2AFEDD0ACF69}" presName="parTx" presStyleLbl="alignNode1" presStyleIdx="3" presStyleCnt="4">
        <dgm:presLayoutVars>
          <dgm:chMax val="0"/>
          <dgm:chPref val="0"/>
          <dgm:bulletEnabled val="1"/>
        </dgm:presLayoutVars>
      </dgm:prSet>
      <dgm:spPr/>
    </dgm:pt>
    <dgm:pt modelId="{6D05984C-4A1B-E84E-84DF-3EA72A068B44}" type="pres">
      <dgm:prSet presAssocID="{4436F29F-748C-417A-A888-2AFEDD0ACF69}" presName="desTx" presStyleLbl="alignAccFollowNode1" presStyleIdx="3" presStyleCnt="4">
        <dgm:presLayoutVars>
          <dgm:bulletEnabled val="1"/>
        </dgm:presLayoutVars>
      </dgm:prSet>
      <dgm:spPr/>
    </dgm:pt>
  </dgm:ptLst>
  <dgm:cxnLst>
    <dgm:cxn modelId="{1AF8540B-4C73-FA4B-BEC9-E3B116C33E13}" type="presOf" srcId="{694737B2-3097-4D86-97CC-1306D58B204A}" destId="{6D05984C-4A1B-E84E-84DF-3EA72A068B44}" srcOrd="0" destOrd="0" presId="urn:microsoft.com/office/officeart/2005/8/layout/hList1"/>
    <dgm:cxn modelId="{F2A0F518-2649-3442-B101-2B4191C38BB9}" type="presOf" srcId="{5F680245-6D6D-404E-B3F7-80B73E141AFD}" destId="{4074E059-D7AA-1B4F-9AF6-7ECE8926217C}" srcOrd="0" destOrd="2" presId="urn:microsoft.com/office/officeart/2005/8/layout/hList1"/>
    <dgm:cxn modelId="{D562113C-6A18-4E62-99BE-FCA26D203607}" srcId="{FDB2C8C3-3F52-480E-9EE6-C2CB04D597A1}" destId="{4436F29F-748C-417A-A888-2AFEDD0ACF69}" srcOrd="3" destOrd="0" parTransId="{A8B2C827-FE9F-41EA-B07B-006CDA007C8D}" sibTransId="{68B1D76C-5C6E-49F9-9AAA-ACAB22C9FBE6}"/>
    <dgm:cxn modelId="{7F9C5644-9E1E-A14D-8247-B17B592EFD32}" type="presOf" srcId="{65D4018B-E07B-431C-BE4C-CA95919E0842}" destId="{4074E059-D7AA-1B4F-9AF6-7ECE8926217C}" srcOrd="0" destOrd="0" presId="urn:microsoft.com/office/officeart/2005/8/layout/hList1"/>
    <dgm:cxn modelId="{7F877552-0041-D641-A42F-8157FB36A860}" type="presOf" srcId="{6144B4A4-F09A-461C-A69B-2B0CA20A28B3}" destId="{9EFBAA1F-E66F-A94F-BFA7-E20FE3041BF1}" srcOrd="0" destOrd="0" presId="urn:microsoft.com/office/officeart/2005/8/layout/hList1"/>
    <dgm:cxn modelId="{1C5EA05E-2BD3-41B8-9BC8-B4FFA643AF40}" srcId="{4436F29F-748C-417A-A888-2AFEDD0ACF69}" destId="{B44BB8EB-C76D-492C-808C-2200404F1CAC}" srcOrd="1" destOrd="0" parTransId="{5630F9C2-4CA0-4132-8876-AFB0938942B8}" sibTransId="{63E7A1D0-41DC-43AD-8B1E-D0EFF6764708}"/>
    <dgm:cxn modelId="{6986C267-6B10-8C49-BFCB-47A3FD1D3FF0}" type="presOf" srcId="{FDB2C8C3-3F52-480E-9EE6-C2CB04D597A1}" destId="{31613FC4-3F60-DE45-96C0-690061DCA187}" srcOrd="0" destOrd="0" presId="urn:microsoft.com/office/officeart/2005/8/layout/hList1"/>
    <dgm:cxn modelId="{8B67CF72-2546-4038-99DF-408F2F2D30C3}" srcId="{4436F29F-748C-417A-A888-2AFEDD0ACF69}" destId="{22B9F2BA-1119-4161-9A12-898EF0273B9D}" srcOrd="2" destOrd="0" parTransId="{92A452B8-0724-4ED8-9142-3AE1A6677F8B}" sibTransId="{7985E292-603B-4122-9FCC-8819D3C2C39F}"/>
    <dgm:cxn modelId="{515EBB73-22DE-D34F-833D-3244DF319292}" type="presOf" srcId="{B44BB8EB-C76D-492C-808C-2200404F1CAC}" destId="{6D05984C-4A1B-E84E-84DF-3EA72A068B44}" srcOrd="0" destOrd="1" presId="urn:microsoft.com/office/officeart/2005/8/layout/hList1"/>
    <dgm:cxn modelId="{EED4EC76-9288-6945-9819-59FCC75B26E0}" type="presOf" srcId="{22B9F2BA-1119-4161-9A12-898EF0273B9D}" destId="{6D05984C-4A1B-E84E-84DF-3EA72A068B44}" srcOrd="0" destOrd="2" presId="urn:microsoft.com/office/officeart/2005/8/layout/hList1"/>
    <dgm:cxn modelId="{83C2EF77-1E4B-47CB-A561-319A2A7AC947}" srcId="{CCDD6354-555D-49FD-AA2E-B19B9E277918}" destId="{5F680245-6D6D-404E-B3F7-80B73E141AFD}" srcOrd="2" destOrd="0" parTransId="{0E736BFE-F9EF-4FC0-98FC-9BD576E0E259}" sibTransId="{9BA57D34-F0FD-4E5C-8DDF-873640C2B8C6}"/>
    <dgm:cxn modelId="{436BEB7A-87C5-4BB7-8D7B-3EA4135A0E57}" srcId="{4436F29F-748C-417A-A888-2AFEDD0ACF69}" destId="{49DF2914-E195-4BD7-9A9E-5A9BACB2452D}" srcOrd="3" destOrd="0" parTransId="{CDB136AC-9CB9-4085-958D-C3CA32CB4F94}" sibTransId="{2B1FC2F9-EAC8-4159-A3C1-FF0FCF3EB6B1}"/>
    <dgm:cxn modelId="{BCD1297F-3E49-4540-A803-EF75BC83F127}" srcId="{B9FFF35E-E1D1-4902-8E5D-1F97E680524A}" destId="{6144B4A4-F09A-461C-A69B-2B0CA20A28B3}" srcOrd="0" destOrd="0" parTransId="{681AEE55-C468-4274-94DE-C610A0A1D3ED}" sibTransId="{CDCF7BF1-C8AA-48FD-8F59-A1E0ED03CD3C}"/>
    <dgm:cxn modelId="{395C2282-431F-6A44-AACD-7A3DAB0D38EA}" type="presOf" srcId="{F4D697C1-A117-4F40-8FBD-15ABB5F3757D}" destId="{9EFBAA1F-E66F-A94F-BFA7-E20FE3041BF1}" srcOrd="0" destOrd="2" presId="urn:microsoft.com/office/officeart/2005/8/layout/hList1"/>
    <dgm:cxn modelId="{D2956696-7F45-4C1D-9A41-D352F2CD75ED}" srcId="{6882084A-C0B9-4056-9995-9349420CA51D}" destId="{6687B703-233A-4137-9E4F-2F28C6917925}" srcOrd="1" destOrd="0" parTransId="{EFDD5204-1550-4D49-A3C0-DB7E3E1C29A5}" sibTransId="{6A144E61-0B43-4300-8127-3D55B6D17C18}"/>
    <dgm:cxn modelId="{BC441CA1-7B0F-4637-A134-9694265017B4}" srcId="{FDB2C8C3-3F52-480E-9EE6-C2CB04D597A1}" destId="{B9FFF35E-E1D1-4902-8E5D-1F97E680524A}" srcOrd="0" destOrd="0" parTransId="{3283DFFA-B78D-4423-AF91-8A4FA0D4E73E}" sibTransId="{C83B73AF-99C3-4DC3-ACA3-EA0305ABC172}"/>
    <dgm:cxn modelId="{C7609AA5-DF2E-4A65-A846-917000CAA53E}" srcId="{CCDD6354-555D-49FD-AA2E-B19B9E277918}" destId="{AC69981E-2004-43DA-9B63-7F416CD9D208}" srcOrd="1" destOrd="0" parTransId="{0E95ACA3-6842-4BA3-B764-EFDA803C19D7}" sibTransId="{EF6D5215-30DD-4AEB-B71E-D74BB3F17329}"/>
    <dgm:cxn modelId="{0AFB87B7-9B68-4200-AFD5-915D09CDBB0F}" srcId="{B9FFF35E-E1D1-4902-8E5D-1F97E680524A}" destId="{BC6BD81E-C7D3-4339-A2AD-3C01AEA56385}" srcOrd="1" destOrd="0" parTransId="{BAF7813F-E6E0-4185-92A4-1C96999FDD4F}" sibTransId="{DCCCF8A9-BB7B-4269-A651-CD55A16FE08B}"/>
    <dgm:cxn modelId="{6DB105BB-9692-AB4F-A204-BA6DFEE1F523}" type="presOf" srcId="{49DF2914-E195-4BD7-9A9E-5A9BACB2452D}" destId="{6D05984C-4A1B-E84E-84DF-3EA72A068B44}" srcOrd="0" destOrd="3" presId="urn:microsoft.com/office/officeart/2005/8/layout/hList1"/>
    <dgm:cxn modelId="{E545F7CE-1DBB-C044-A84B-A2FB009562B1}" type="presOf" srcId="{BC6BD81E-C7D3-4339-A2AD-3C01AEA56385}" destId="{9EFBAA1F-E66F-A94F-BFA7-E20FE3041BF1}" srcOrd="0" destOrd="1" presId="urn:microsoft.com/office/officeart/2005/8/layout/hList1"/>
    <dgm:cxn modelId="{EA832AD3-E6DE-4F77-B8BA-313A23E78E98}" srcId="{6882084A-C0B9-4056-9995-9349420CA51D}" destId="{28B82835-6F92-4B84-B99A-47D532973F8C}" srcOrd="2" destOrd="0" parTransId="{A37EF40C-716C-4445-B1C2-DBD30CC625FA}" sibTransId="{3FDB7A4F-5E68-4990-977B-FAAC4959B2C7}"/>
    <dgm:cxn modelId="{C118B2D6-76E7-BB4A-AA75-E89339541640}" type="presOf" srcId="{4436F29F-748C-417A-A888-2AFEDD0ACF69}" destId="{167A1E6D-4F6F-8B46-A875-C3D80857C392}" srcOrd="0" destOrd="0" presId="urn:microsoft.com/office/officeart/2005/8/layout/hList1"/>
    <dgm:cxn modelId="{CC7E43DA-85D7-4C5B-9AEA-6CB2EA69510A}" srcId="{B9FFF35E-E1D1-4902-8E5D-1F97E680524A}" destId="{F4D697C1-A117-4F40-8FBD-15ABB5F3757D}" srcOrd="2" destOrd="0" parTransId="{2758BAA2-E67A-4E41-807A-F56DBC0C2689}" sibTransId="{E85DE369-51D7-4A5A-99D5-90859CF983BA}"/>
    <dgm:cxn modelId="{90CEF7DA-0676-0248-9420-B66F253AAB7F}" type="presOf" srcId="{9B25A6E8-BD5D-4C46-AACF-11AE74050986}" destId="{CEC8B0F2-ABFB-3748-BF2A-9A94622A10C9}" srcOrd="0" destOrd="0" presId="urn:microsoft.com/office/officeart/2005/8/layout/hList1"/>
    <dgm:cxn modelId="{8DDF80DD-CA7F-43FD-8F4D-F4341A64C816}" srcId="{FDB2C8C3-3F52-480E-9EE6-C2CB04D597A1}" destId="{6882084A-C0B9-4056-9995-9349420CA51D}" srcOrd="2" destOrd="0" parTransId="{63E58B69-6404-45A2-B7B2-A69E907D6A20}" sibTransId="{D5E6EB50-8EED-4762-823F-2B05B3529C33}"/>
    <dgm:cxn modelId="{2B1821DF-C52B-EE42-A21D-9A4A7555AE5A}" type="presOf" srcId="{28B82835-6F92-4B84-B99A-47D532973F8C}" destId="{CEC8B0F2-ABFB-3748-BF2A-9A94622A10C9}" srcOrd="0" destOrd="2" presId="urn:microsoft.com/office/officeart/2005/8/layout/hList1"/>
    <dgm:cxn modelId="{A93A83E0-46C0-6E48-BBF4-32F7AD787391}" type="presOf" srcId="{CCDD6354-555D-49FD-AA2E-B19B9E277918}" destId="{F4083701-811D-0041-9E8D-44746D55FEDB}" srcOrd="0" destOrd="0" presId="urn:microsoft.com/office/officeart/2005/8/layout/hList1"/>
    <dgm:cxn modelId="{6D081AE3-AAAF-49AE-8BD4-E70FFDAB528D}" srcId="{FDB2C8C3-3F52-480E-9EE6-C2CB04D597A1}" destId="{CCDD6354-555D-49FD-AA2E-B19B9E277918}" srcOrd="1" destOrd="0" parTransId="{A5A39921-EBD7-4A7D-A3BD-ED3BAF10F4EC}" sibTransId="{20AD68C0-8F3A-4FAB-BFB5-CAF27FF30D05}"/>
    <dgm:cxn modelId="{FA7C4EE5-797C-4087-BA77-599B9D7BBF64}" srcId="{4436F29F-748C-417A-A888-2AFEDD0ACF69}" destId="{694737B2-3097-4D86-97CC-1306D58B204A}" srcOrd="0" destOrd="0" parTransId="{68ED0655-5202-41B0-9618-0763C20B5A9D}" sibTransId="{D6FEEB20-0E29-4A49-9C25-E6077B7A0249}"/>
    <dgm:cxn modelId="{C6CAE4E5-8A95-4CA4-BBD7-930F28DD2E68}" srcId="{6882084A-C0B9-4056-9995-9349420CA51D}" destId="{9B25A6E8-BD5D-4C46-AACF-11AE74050986}" srcOrd="0" destOrd="0" parTransId="{9D1E82DA-0156-4564-B635-A98D16558E89}" sibTransId="{E5662757-2BEB-4975-8739-8A6EC99AD98E}"/>
    <dgm:cxn modelId="{B9AF13E8-9EE5-314A-9D79-B73C7B6621A4}" type="presOf" srcId="{6687B703-233A-4137-9E4F-2F28C6917925}" destId="{CEC8B0F2-ABFB-3748-BF2A-9A94622A10C9}" srcOrd="0" destOrd="1" presId="urn:microsoft.com/office/officeart/2005/8/layout/hList1"/>
    <dgm:cxn modelId="{FE4472E8-68AA-824D-80EF-0024CD50E63B}" type="presOf" srcId="{6882084A-C0B9-4056-9995-9349420CA51D}" destId="{94C5492D-7EFE-1D43-9893-D291AD0B413A}" srcOrd="0" destOrd="0" presId="urn:microsoft.com/office/officeart/2005/8/layout/hList1"/>
    <dgm:cxn modelId="{C5A18DE8-A6F6-4207-9795-B9A160EBA1A5}" srcId="{CCDD6354-555D-49FD-AA2E-B19B9E277918}" destId="{65D4018B-E07B-431C-BE4C-CA95919E0842}" srcOrd="0" destOrd="0" parTransId="{C3ADD75C-4925-4D96-B54D-F545F3CE301F}" sibTransId="{354207A0-4D91-4A58-87A3-547AADF38553}"/>
    <dgm:cxn modelId="{F1F964E9-70B8-A04D-BB72-B9A0F8DB6B50}" type="presOf" srcId="{AC69981E-2004-43DA-9B63-7F416CD9D208}" destId="{4074E059-D7AA-1B4F-9AF6-7ECE8926217C}" srcOrd="0" destOrd="1" presId="urn:microsoft.com/office/officeart/2005/8/layout/hList1"/>
    <dgm:cxn modelId="{B20E9DEB-C026-DC45-8CE1-01ABBE0D90AE}" type="presOf" srcId="{B9FFF35E-E1D1-4902-8E5D-1F97E680524A}" destId="{25314540-D4B5-B540-8354-0D4A85B42868}" srcOrd="0" destOrd="0" presId="urn:microsoft.com/office/officeart/2005/8/layout/hList1"/>
    <dgm:cxn modelId="{3E4E13E3-2B7B-E848-AC44-D2B36A8C956D}" type="presParOf" srcId="{31613FC4-3F60-DE45-96C0-690061DCA187}" destId="{FCCDCA2E-7E04-3741-BD99-0121EC7A76C8}" srcOrd="0" destOrd="0" presId="urn:microsoft.com/office/officeart/2005/8/layout/hList1"/>
    <dgm:cxn modelId="{E09C701D-7DCA-B14A-ABCA-5847241ED74C}" type="presParOf" srcId="{FCCDCA2E-7E04-3741-BD99-0121EC7A76C8}" destId="{25314540-D4B5-B540-8354-0D4A85B42868}" srcOrd="0" destOrd="0" presId="urn:microsoft.com/office/officeart/2005/8/layout/hList1"/>
    <dgm:cxn modelId="{499299EF-6C95-4845-BCEA-880D1F5C1E43}" type="presParOf" srcId="{FCCDCA2E-7E04-3741-BD99-0121EC7A76C8}" destId="{9EFBAA1F-E66F-A94F-BFA7-E20FE3041BF1}" srcOrd="1" destOrd="0" presId="urn:microsoft.com/office/officeart/2005/8/layout/hList1"/>
    <dgm:cxn modelId="{4A1B4E78-E229-D24B-B519-098B21E3FDB2}" type="presParOf" srcId="{31613FC4-3F60-DE45-96C0-690061DCA187}" destId="{C4264A2B-7713-394F-A197-E6CC759EB6AA}" srcOrd="1" destOrd="0" presId="urn:microsoft.com/office/officeart/2005/8/layout/hList1"/>
    <dgm:cxn modelId="{F04AC0A9-EFB4-1841-BBA0-EFA60D5EF081}" type="presParOf" srcId="{31613FC4-3F60-DE45-96C0-690061DCA187}" destId="{75525A50-34AA-B545-98DE-0DBF4B99647D}" srcOrd="2" destOrd="0" presId="urn:microsoft.com/office/officeart/2005/8/layout/hList1"/>
    <dgm:cxn modelId="{E7E2C6F0-8369-1D42-9294-9A11C664B42D}" type="presParOf" srcId="{75525A50-34AA-B545-98DE-0DBF4B99647D}" destId="{F4083701-811D-0041-9E8D-44746D55FEDB}" srcOrd="0" destOrd="0" presId="urn:microsoft.com/office/officeart/2005/8/layout/hList1"/>
    <dgm:cxn modelId="{C708A29B-D8D7-044B-B872-FD34090FCFD1}" type="presParOf" srcId="{75525A50-34AA-B545-98DE-0DBF4B99647D}" destId="{4074E059-D7AA-1B4F-9AF6-7ECE8926217C}" srcOrd="1" destOrd="0" presId="urn:microsoft.com/office/officeart/2005/8/layout/hList1"/>
    <dgm:cxn modelId="{7875F07C-0652-A14B-8306-30E7DEC2D033}" type="presParOf" srcId="{31613FC4-3F60-DE45-96C0-690061DCA187}" destId="{CFEF4837-573B-1F4E-9A3C-77580111291A}" srcOrd="3" destOrd="0" presId="urn:microsoft.com/office/officeart/2005/8/layout/hList1"/>
    <dgm:cxn modelId="{3F25EDCD-FC08-7D44-BCD1-E542A101D258}" type="presParOf" srcId="{31613FC4-3F60-DE45-96C0-690061DCA187}" destId="{E1690B76-2E2D-2447-A8A5-A244B1AB909D}" srcOrd="4" destOrd="0" presId="urn:microsoft.com/office/officeart/2005/8/layout/hList1"/>
    <dgm:cxn modelId="{C3720A4A-ABE0-B945-9831-9CAAC7B8185C}" type="presParOf" srcId="{E1690B76-2E2D-2447-A8A5-A244B1AB909D}" destId="{94C5492D-7EFE-1D43-9893-D291AD0B413A}" srcOrd="0" destOrd="0" presId="urn:microsoft.com/office/officeart/2005/8/layout/hList1"/>
    <dgm:cxn modelId="{B5E8DFB8-9AFA-5C42-A68E-E7FDA4ED2D13}" type="presParOf" srcId="{E1690B76-2E2D-2447-A8A5-A244B1AB909D}" destId="{CEC8B0F2-ABFB-3748-BF2A-9A94622A10C9}" srcOrd="1" destOrd="0" presId="urn:microsoft.com/office/officeart/2005/8/layout/hList1"/>
    <dgm:cxn modelId="{DC7540FE-513D-ED4C-82A9-57EB1E2E3367}" type="presParOf" srcId="{31613FC4-3F60-DE45-96C0-690061DCA187}" destId="{1F7E2670-94E8-634F-9FA0-8914D278CDA8}" srcOrd="5" destOrd="0" presId="urn:microsoft.com/office/officeart/2005/8/layout/hList1"/>
    <dgm:cxn modelId="{6EF2DDA1-5D79-284E-B2CE-868006D591E0}" type="presParOf" srcId="{31613FC4-3F60-DE45-96C0-690061DCA187}" destId="{A02FDC3B-406C-3B49-933D-FCAD95D8CE95}" srcOrd="6" destOrd="0" presId="urn:microsoft.com/office/officeart/2005/8/layout/hList1"/>
    <dgm:cxn modelId="{11E50531-0475-B044-952A-70FE06BFDF0B}" type="presParOf" srcId="{A02FDC3B-406C-3B49-933D-FCAD95D8CE95}" destId="{167A1E6D-4F6F-8B46-A875-C3D80857C392}" srcOrd="0" destOrd="0" presId="urn:microsoft.com/office/officeart/2005/8/layout/hList1"/>
    <dgm:cxn modelId="{46DB5FB7-56F3-9A43-80C0-983A33AA089C}" type="presParOf" srcId="{A02FDC3B-406C-3B49-933D-FCAD95D8CE95}" destId="{6D05984C-4A1B-E84E-84DF-3EA72A068B4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B38DF185-0CBE-4A31-862C-541054B13CA5}"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33995AE2-242E-4076-A4C7-2EC196D3C70B}">
      <dgm:prSet/>
      <dgm:spPr/>
      <dgm:t>
        <a:bodyPr/>
        <a:lstStyle/>
        <a:p>
          <a:r>
            <a:rPr lang="en-US"/>
            <a:t>The employee wishes to develop their career to the next level. </a:t>
          </a:r>
        </a:p>
      </dgm:t>
    </dgm:pt>
    <dgm:pt modelId="{098EDEAC-B953-4CAB-9BF3-3770EB2729F2}" type="parTrans" cxnId="{9A1C9DBE-A525-447F-A7C2-C4E124E4E441}">
      <dgm:prSet/>
      <dgm:spPr/>
      <dgm:t>
        <a:bodyPr/>
        <a:lstStyle/>
        <a:p>
          <a:endParaRPr lang="en-US"/>
        </a:p>
      </dgm:t>
    </dgm:pt>
    <dgm:pt modelId="{CA56D0C2-878A-4D24-BD7F-D0CDBA460D61}" type="sibTrans" cxnId="{9A1C9DBE-A525-447F-A7C2-C4E124E4E441}">
      <dgm:prSet/>
      <dgm:spPr/>
      <dgm:t>
        <a:bodyPr/>
        <a:lstStyle/>
        <a:p>
          <a:endParaRPr lang="en-US"/>
        </a:p>
      </dgm:t>
    </dgm:pt>
    <dgm:pt modelId="{8CE02128-A787-4B91-9867-67F1BD341447}">
      <dgm:prSet/>
      <dgm:spPr/>
      <dgm:t>
        <a:bodyPr/>
        <a:lstStyle/>
        <a:p>
          <a:r>
            <a:rPr lang="en-US"/>
            <a:t>Use Grow to develop the plan</a:t>
          </a:r>
        </a:p>
      </dgm:t>
    </dgm:pt>
    <dgm:pt modelId="{5695C1E6-8A5A-4323-A44F-CC3914801D01}" type="parTrans" cxnId="{521DB28E-3BD2-4F95-B3E2-0EA23B0D3D5E}">
      <dgm:prSet/>
      <dgm:spPr/>
      <dgm:t>
        <a:bodyPr/>
        <a:lstStyle/>
        <a:p>
          <a:endParaRPr lang="en-US"/>
        </a:p>
      </dgm:t>
    </dgm:pt>
    <dgm:pt modelId="{310A47D9-EE69-4325-86C0-BED456EC3454}" type="sibTrans" cxnId="{521DB28E-3BD2-4F95-B3E2-0EA23B0D3D5E}">
      <dgm:prSet/>
      <dgm:spPr/>
      <dgm:t>
        <a:bodyPr/>
        <a:lstStyle/>
        <a:p>
          <a:endParaRPr lang="en-US"/>
        </a:p>
      </dgm:t>
    </dgm:pt>
    <dgm:pt modelId="{3A285D52-47F7-9A4E-89BA-8A2B03FE9A49}" type="pres">
      <dgm:prSet presAssocID="{B38DF185-0CBE-4A31-862C-541054B13CA5}" presName="hierChild1" presStyleCnt="0">
        <dgm:presLayoutVars>
          <dgm:chPref val="1"/>
          <dgm:dir/>
          <dgm:animOne val="branch"/>
          <dgm:animLvl val="lvl"/>
          <dgm:resizeHandles/>
        </dgm:presLayoutVars>
      </dgm:prSet>
      <dgm:spPr/>
    </dgm:pt>
    <dgm:pt modelId="{207B743B-8110-174E-B242-FF523D8489BE}" type="pres">
      <dgm:prSet presAssocID="{33995AE2-242E-4076-A4C7-2EC196D3C70B}" presName="hierRoot1" presStyleCnt="0"/>
      <dgm:spPr/>
    </dgm:pt>
    <dgm:pt modelId="{A28CFC19-7694-E84C-AEB7-8ED866E64239}" type="pres">
      <dgm:prSet presAssocID="{33995AE2-242E-4076-A4C7-2EC196D3C70B}" presName="composite" presStyleCnt="0"/>
      <dgm:spPr/>
    </dgm:pt>
    <dgm:pt modelId="{230A3A78-8149-5046-AAD9-610657130BAC}" type="pres">
      <dgm:prSet presAssocID="{33995AE2-242E-4076-A4C7-2EC196D3C70B}" presName="background" presStyleLbl="node0" presStyleIdx="0" presStyleCnt="2"/>
      <dgm:spPr/>
    </dgm:pt>
    <dgm:pt modelId="{DECC6B44-2F27-4243-A375-7EAA2C67FBBD}" type="pres">
      <dgm:prSet presAssocID="{33995AE2-242E-4076-A4C7-2EC196D3C70B}" presName="text" presStyleLbl="fgAcc0" presStyleIdx="0" presStyleCnt="2">
        <dgm:presLayoutVars>
          <dgm:chPref val="3"/>
        </dgm:presLayoutVars>
      </dgm:prSet>
      <dgm:spPr/>
    </dgm:pt>
    <dgm:pt modelId="{8EC83278-BB77-D74A-ADA5-A978E6248079}" type="pres">
      <dgm:prSet presAssocID="{33995AE2-242E-4076-A4C7-2EC196D3C70B}" presName="hierChild2" presStyleCnt="0"/>
      <dgm:spPr/>
    </dgm:pt>
    <dgm:pt modelId="{6D364510-4146-F44B-B19D-A4EE8D9CF944}" type="pres">
      <dgm:prSet presAssocID="{8CE02128-A787-4B91-9867-67F1BD341447}" presName="hierRoot1" presStyleCnt="0"/>
      <dgm:spPr/>
    </dgm:pt>
    <dgm:pt modelId="{853B94D4-E576-4545-8E42-3753860A721D}" type="pres">
      <dgm:prSet presAssocID="{8CE02128-A787-4B91-9867-67F1BD341447}" presName="composite" presStyleCnt="0"/>
      <dgm:spPr/>
    </dgm:pt>
    <dgm:pt modelId="{6DD7A63E-84B6-1548-B425-6667E3753FFE}" type="pres">
      <dgm:prSet presAssocID="{8CE02128-A787-4B91-9867-67F1BD341447}" presName="background" presStyleLbl="node0" presStyleIdx="1" presStyleCnt="2"/>
      <dgm:spPr/>
    </dgm:pt>
    <dgm:pt modelId="{E568E897-D115-F94C-82AA-470B0F46E06B}" type="pres">
      <dgm:prSet presAssocID="{8CE02128-A787-4B91-9867-67F1BD341447}" presName="text" presStyleLbl="fgAcc0" presStyleIdx="1" presStyleCnt="2">
        <dgm:presLayoutVars>
          <dgm:chPref val="3"/>
        </dgm:presLayoutVars>
      </dgm:prSet>
      <dgm:spPr/>
    </dgm:pt>
    <dgm:pt modelId="{9E22DB37-46C5-1B46-86B9-2009DCD463E5}" type="pres">
      <dgm:prSet presAssocID="{8CE02128-A787-4B91-9867-67F1BD341447}" presName="hierChild2" presStyleCnt="0"/>
      <dgm:spPr/>
    </dgm:pt>
  </dgm:ptLst>
  <dgm:cxnLst>
    <dgm:cxn modelId="{DC27846C-0F49-674F-8C07-59EC38639391}" type="presOf" srcId="{B38DF185-0CBE-4A31-862C-541054B13CA5}" destId="{3A285D52-47F7-9A4E-89BA-8A2B03FE9A49}" srcOrd="0" destOrd="0" presId="urn:microsoft.com/office/officeart/2005/8/layout/hierarchy1"/>
    <dgm:cxn modelId="{985FC284-C2D1-CB48-873B-36FACA50126B}" type="presOf" srcId="{33995AE2-242E-4076-A4C7-2EC196D3C70B}" destId="{DECC6B44-2F27-4243-A375-7EAA2C67FBBD}" srcOrd="0" destOrd="0" presId="urn:microsoft.com/office/officeart/2005/8/layout/hierarchy1"/>
    <dgm:cxn modelId="{521DB28E-3BD2-4F95-B3E2-0EA23B0D3D5E}" srcId="{B38DF185-0CBE-4A31-862C-541054B13CA5}" destId="{8CE02128-A787-4B91-9867-67F1BD341447}" srcOrd="1" destOrd="0" parTransId="{5695C1E6-8A5A-4323-A44F-CC3914801D01}" sibTransId="{310A47D9-EE69-4325-86C0-BED456EC3454}"/>
    <dgm:cxn modelId="{B6E809A1-BC36-E54B-961E-411633FCCC4F}" type="presOf" srcId="{8CE02128-A787-4B91-9867-67F1BD341447}" destId="{E568E897-D115-F94C-82AA-470B0F46E06B}" srcOrd="0" destOrd="0" presId="urn:microsoft.com/office/officeart/2005/8/layout/hierarchy1"/>
    <dgm:cxn modelId="{9A1C9DBE-A525-447F-A7C2-C4E124E4E441}" srcId="{B38DF185-0CBE-4A31-862C-541054B13CA5}" destId="{33995AE2-242E-4076-A4C7-2EC196D3C70B}" srcOrd="0" destOrd="0" parTransId="{098EDEAC-B953-4CAB-9BF3-3770EB2729F2}" sibTransId="{CA56D0C2-878A-4D24-BD7F-D0CDBA460D61}"/>
    <dgm:cxn modelId="{73F625AD-60B8-6746-8320-B656D0ED1AC4}" type="presParOf" srcId="{3A285D52-47F7-9A4E-89BA-8A2B03FE9A49}" destId="{207B743B-8110-174E-B242-FF523D8489BE}" srcOrd="0" destOrd="0" presId="urn:microsoft.com/office/officeart/2005/8/layout/hierarchy1"/>
    <dgm:cxn modelId="{B4E7DFB9-CFC5-DB4A-88BC-C6B33BEB2A8B}" type="presParOf" srcId="{207B743B-8110-174E-B242-FF523D8489BE}" destId="{A28CFC19-7694-E84C-AEB7-8ED866E64239}" srcOrd="0" destOrd="0" presId="urn:microsoft.com/office/officeart/2005/8/layout/hierarchy1"/>
    <dgm:cxn modelId="{71688553-5551-754D-BB09-4ACE5BE6D723}" type="presParOf" srcId="{A28CFC19-7694-E84C-AEB7-8ED866E64239}" destId="{230A3A78-8149-5046-AAD9-610657130BAC}" srcOrd="0" destOrd="0" presId="urn:microsoft.com/office/officeart/2005/8/layout/hierarchy1"/>
    <dgm:cxn modelId="{314A9578-F5E4-FB4B-AFEC-628A1411363F}" type="presParOf" srcId="{A28CFC19-7694-E84C-AEB7-8ED866E64239}" destId="{DECC6B44-2F27-4243-A375-7EAA2C67FBBD}" srcOrd="1" destOrd="0" presId="urn:microsoft.com/office/officeart/2005/8/layout/hierarchy1"/>
    <dgm:cxn modelId="{65540505-F97A-2D48-A48B-1CB83C4E2F61}" type="presParOf" srcId="{207B743B-8110-174E-B242-FF523D8489BE}" destId="{8EC83278-BB77-D74A-ADA5-A978E6248079}" srcOrd="1" destOrd="0" presId="urn:microsoft.com/office/officeart/2005/8/layout/hierarchy1"/>
    <dgm:cxn modelId="{9D3A49A0-1939-254F-B5B3-F04B407AA103}" type="presParOf" srcId="{3A285D52-47F7-9A4E-89BA-8A2B03FE9A49}" destId="{6D364510-4146-F44B-B19D-A4EE8D9CF944}" srcOrd="1" destOrd="0" presId="urn:microsoft.com/office/officeart/2005/8/layout/hierarchy1"/>
    <dgm:cxn modelId="{58A791B8-DC1B-DD4D-8AF5-FAABFB3ACBB4}" type="presParOf" srcId="{6D364510-4146-F44B-B19D-A4EE8D9CF944}" destId="{853B94D4-E576-4545-8E42-3753860A721D}" srcOrd="0" destOrd="0" presId="urn:microsoft.com/office/officeart/2005/8/layout/hierarchy1"/>
    <dgm:cxn modelId="{890888C3-4F3E-464C-A9F9-FFC332C6F355}" type="presParOf" srcId="{853B94D4-E576-4545-8E42-3753860A721D}" destId="{6DD7A63E-84B6-1548-B425-6667E3753FFE}" srcOrd="0" destOrd="0" presId="urn:microsoft.com/office/officeart/2005/8/layout/hierarchy1"/>
    <dgm:cxn modelId="{8218C697-E0D3-5749-AF7B-1714EA850D89}" type="presParOf" srcId="{853B94D4-E576-4545-8E42-3753860A721D}" destId="{E568E897-D115-F94C-82AA-470B0F46E06B}" srcOrd="1" destOrd="0" presId="urn:microsoft.com/office/officeart/2005/8/layout/hierarchy1"/>
    <dgm:cxn modelId="{E63B15C7-93F3-5E46-8EF5-542C5D72693F}" type="presParOf" srcId="{6D364510-4146-F44B-B19D-A4EE8D9CF944}" destId="{9E22DB37-46C5-1B46-86B9-2009DCD463E5}"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DD962FA7-0982-4D94-A253-352B3D3CB63E}" type="doc">
      <dgm:prSet loTypeId="urn:microsoft.com/office/officeart/2018/5/layout/IconCircleLabelList" loCatId="icon" qsTypeId="urn:microsoft.com/office/officeart/2005/8/quickstyle/simple1" qsCatId="simple" csTypeId="urn:microsoft.com/office/officeart/2018/5/colors/Iconchunking_coloredtext_colorful2" csCatId="colorful" phldr="1"/>
      <dgm:spPr/>
      <dgm:t>
        <a:bodyPr/>
        <a:lstStyle/>
        <a:p>
          <a:endParaRPr lang="en-US"/>
        </a:p>
      </dgm:t>
    </dgm:pt>
    <dgm:pt modelId="{73A0D9A9-0E95-431A-984D-F9B2A6CDBD91}">
      <dgm:prSet/>
      <dgm:spPr/>
      <dgm:t>
        <a:bodyPr/>
        <a:lstStyle/>
        <a:p>
          <a:pPr>
            <a:lnSpc>
              <a:spcPct val="100000"/>
            </a:lnSpc>
            <a:defRPr cap="all"/>
          </a:pPr>
          <a:r>
            <a:rPr lang="en-US">
              <a:solidFill>
                <a:schemeClr val="tx1"/>
              </a:solidFill>
            </a:rPr>
            <a:t>Acknowledge &amp; Validate</a:t>
          </a:r>
        </a:p>
      </dgm:t>
    </dgm:pt>
    <dgm:pt modelId="{DE8104BA-04A3-40D6-BE28-1E8D3D2BDE1F}" type="parTrans" cxnId="{BD1D36D5-7AE7-43C1-A41B-2CB0965BDEDC}">
      <dgm:prSet/>
      <dgm:spPr/>
      <dgm:t>
        <a:bodyPr/>
        <a:lstStyle/>
        <a:p>
          <a:endParaRPr lang="en-US"/>
        </a:p>
      </dgm:t>
    </dgm:pt>
    <dgm:pt modelId="{97765073-5A2D-47C4-84A3-B42E67EB8DE6}" type="sibTrans" cxnId="{BD1D36D5-7AE7-43C1-A41B-2CB0965BDEDC}">
      <dgm:prSet/>
      <dgm:spPr/>
      <dgm:t>
        <a:bodyPr/>
        <a:lstStyle/>
        <a:p>
          <a:endParaRPr lang="en-US"/>
        </a:p>
      </dgm:t>
    </dgm:pt>
    <dgm:pt modelId="{4605824C-5BCF-4A1D-AD8E-BCF46F624E80}">
      <dgm:prSet/>
      <dgm:spPr/>
      <dgm:t>
        <a:bodyPr/>
        <a:lstStyle/>
        <a:p>
          <a:pPr>
            <a:lnSpc>
              <a:spcPct val="100000"/>
            </a:lnSpc>
            <a:defRPr cap="all"/>
          </a:pPr>
          <a:r>
            <a:rPr lang="en-US">
              <a:solidFill>
                <a:schemeClr val="tx1"/>
              </a:solidFill>
            </a:rPr>
            <a:t>Reaffirm</a:t>
          </a:r>
        </a:p>
      </dgm:t>
    </dgm:pt>
    <dgm:pt modelId="{7B1DCD16-8AF6-4794-B95D-9DEDD527132B}" type="parTrans" cxnId="{28DBB7E8-28AA-4822-A956-37076C9E5E24}">
      <dgm:prSet/>
      <dgm:spPr/>
      <dgm:t>
        <a:bodyPr/>
        <a:lstStyle/>
        <a:p>
          <a:endParaRPr lang="en-US"/>
        </a:p>
      </dgm:t>
    </dgm:pt>
    <dgm:pt modelId="{97DCB730-D14F-4DE6-9134-1F3604F98819}" type="sibTrans" cxnId="{28DBB7E8-28AA-4822-A956-37076C9E5E24}">
      <dgm:prSet/>
      <dgm:spPr/>
      <dgm:t>
        <a:bodyPr/>
        <a:lstStyle/>
        <a:p>
          <a:endParaRPr lang="en-US"/>
        </a:p>
      </dgm:t>
    </dgm:pt>
    <dgm:pt modelId="{BF20D70D-BF10-455B-A194-62F20D139D4A}">
      <dgm:prSet/>
      <dgm:spPr/>
      <dgm:t>
        <a:bodyPr/>
        <a:lstStyle/>
        <a:p>
          <a:pPr>
            <a:lnSpc>
              <a:spcPct val="100000"/>
            </a:lnSpc>
            <a:defRPr cap="all"/>
          </a:pPr>
          <a:r>
            <a:rPr lang="en-US">
              <a:solidFill>
                <a:schemeClr val="tx1"/>
              </a:solidFill>
            </a:rPr>
            <a:t>Listen Deeply</a:t>
          </a:r>
        </a:p>
      </dgm:t>
    </dgm:pt>
    <dgm:pt modelId="{02CFDDE9-AB68-4A43-9888-E42CFFD4B598}" type="parTrans" cxnId="{FF3BCD36-644C-4CC6-8224-F6B7A0165E86}">
      <dgm:prSet/>
      <dgm:spPr/>
    </dgm:pt>
    <dgm:pt modelId="{70D7BF0B-0E21-4916-B93D-78927CEE7EA3}" type="sibTrans" cxnId="{FF3BCD36-644C-4CC6-8224-F6B7A0165E86}">
      <dgm:prSet/>
      <dgm:spPr/>
    </dgm:pt>
    <dgm:pt modelId="{3C0768A5-17C8-4CE9-AE35-4FD6263AA760}" type="pres">
      <dgm:prSet presAssocID="{DD962FA7-0982-4D94-A253-352B3D3CB63E}" presName="root" presStyleCnt="0">
        <dgm:presLayoutVars>
          <dgm:dir/>
          <dgm:resizeHandles val="exact"/>
        </dgm:presLayoutVars>
      </dgm:prSet>
      <dgm:spPr/>
    </dgm:pt>
    <dgm:pt modelId="{1F2D125A-D14F-4815-A300-59324FB16F5F}" type="pres">
      <dgm:prSet presAssocID="{BF20D70D-BF10-455B-A194-62F20D139D4A}" presName="compNode" presStyleCnt="0"/>
      <dgm:spPr/>
    </dgm:pt>
    <dgm:pt modelId="{9592C985-33DF-4980-A5D1-2713AA1F644E}" type="pres">
      <dgm:prSet presAssocID="{BF20D70D-BF10-455B-A194-62F20D139D4A}" presName="iconBgRect" presStyleLbl="bgShp" presStyleIdx="0" presStyleCnt="3"/>
      <dgm:spPr>
        <a:solidFill>
          <a:schemeClr val="accent1"/>
        </a:solidFill>
      </dgm:spPr>
    </dgm:pt>
    <dgm:pt modelId="{CE5DCBB1-CF99-4C51-909E-C8F1143B3162}" type="pres">
      <dgm:prSet presAssocID="{BF20D70D-BF10-455B-A194-62F20D139D4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Ear outline"/>
        </a:ext>
      </dgm:extLst>
    </dgm:pt>
    <dgm:pt modelId="{499B1F95-CC49-4ABF-994F-F3A9DCEFD780}" type="pres">
      <dgm:prSet presAssocID="{BF20D70D-BF10-455B-A194-62F20D139D4A}" presName="spaceRect" presStyleCnt="0"/>
      <dgm:spPr/>
    </dgm:pt>
    <dgm:pt modelId="{DF9C16F8-332C-4790-85E0-4A2FCD16B998}" type="pres">
      <dgm:prSet presAssocID="{BF20D70D-BF10-455B-A194-62F20D139D4A}" presName="textRect" presStyleLbl="revTx" presStyleIdx="0" presStyleCnt="3">
        <dgm:presLayoutVars>
          <dgm:chMax val="1"/>
          <dgm:chPref val="1"/>
        </dgm:presLayoutVars>
      </dgm:prSet>
      <dgm:spPr/>
    </dgm:pt>
    <dgm:pt modelId="{51D4796F-1587-4725-825F-D72267D5D0D0}" type="pres">
      <dgm:prSet presAssocID="{70D7BF0B-0E21-4916-B93D-78927CEE7EA3}" presName="sibTrans" presStyleCnt="0"/>
      <dgm:spPr/>
    </dgm:pt>
    <dgm:pt modelId="{BF21CB7F-FB16-4B62-8737-E443254C3104}" type="pres">
      <dgm:prSet presAssocID="{73A0D9A9-0E95-431A-984D-F9B2A6CDBD91}" presName="compNode" presStyleCnt="0"/>
      <dgm:spPr/>
    </dgm:pt>
    <dgm:pt modelId="{BD59FF60-CF41-4924-9455-AAA799210972}" type="pres">
      <dgm:prSet presAssocID="{73A0D9A9-0E95-431A-984D-F9B2A6CDBD91}" presName="iconBgRect" presStyleLbl="bgShp" presStyleIdx="1" presStyleCnt="3"/>
      <dgm:spPr>
        <a:solidFill>
          <a:schemeClr val="accent1">
            <a:lumMod val="60000"/>
            <a:lumOff val="40000"/>
          </a:schemeClr>
        </a:solidFill>
      </dgm:spPr>
    </dgm:pt>
    <dgm:pt modelId="{197EEE1C-C7E6-4766-B6C4-88858FDE060C}" type="pres">
      <dgm:prSet presAssocID="{73A0D9A9-0E95-431A-984D-F9B2A6CDBD9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A5874ADB-BAD6-453B-B45A-0C28B9C57FE1}" type="pres">
      <dgm:prSet presAssocID="{73A0D9A9-0E95-431A-984D-F9B2A6CDBD91}" presName="spaceRect" presStyleCnt="0"/>
      <dgm:spPr/>
    </dgm:pt>
    <dgm:pt modelId="{FDFC7EA1-458C-42EE-BC95-F5FBB1736046}" type="pres">
      <dgm:prSet presAssocID="{73A0D9A9-0E95-431A-984D-F9B2A6CDBD91}" presName="textRect" presStyleLbl="revTx" presStyleIdx="1" presStyleCnt="3">
        <dgm:presLayoutVars>
          <dgm:chMax val="1"/>
          <dgm:chPref val="1"/>
        </dgm:presLayoutVars>
      </dgm:prSet>
      <dgm:spPr/>
    </dgm:pt>
    <dgm:pt modelId="{F835E296-632E-4501-9BCA-7A256FC1F647}" type="pres">
      <dgm:prSet presAssocID="{97765073-5A2D-47C4-84A3-B42E67EB8DE6}" presName="sibTrans" presStyleCnt="0"/>
      <dgm:spPr/>
    </dgm:pt>
    <dgm:pt modelId="{F8E05B8B-9585-4001-ADB0-E0C47B0FD214}" type="pres">
      <dgm:prSet presAssocID="{4605824C-5BCF-4A1D-AD8E-BCF46F624E80}" presName="compNode" presStyleCnt="0"/>
      <dgm:spPr/>
    </dgm:pt>
    <dgm:pt modelId="{EFB42A6E-1C00-425C-820F-D78B1144ACAF}" type="pres">
      <dgm:prSet presAssocID="{4605824C-5BCF-4A1D-AD8E-BCF46F624E80}" presName="iconBgRect" presStyleLbl="bgShp" presStyleIdx="2" presStyleCnt="3"/>
      <dgm:spPr>
        <a:solidFill>
          <a:schemeClr val="accent5">
            <a:lumMod val="60000"/>
            <a:lumOff val="40000"/>
          </a:schemeClr>
        </a:solidFill>
      </dgm:spPr>
    </dgm:pt>
    <dgm:pt modelId="{4DF0E111-8AD5-4BDF-B88A-64429AB87182}" type="pres">
      <dgm:prSet presAssocID="{4605824C-5BCF-4A1D-AD8E-BCF46F624E8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Teacher with solid fill"/>
        </a:ext>
      </dgm:extLst>
    </dgm:pt>
    <dgm:pt modelId="{F7A5E4AD-9DA9-47A4-BD21-8289B0CEF177}" type="pres">
      <dgm:prSet presAssocID="{4605824C-5BCF-4A1D-AD8E-BCF46F624E80}" presName="spaceRect" presStyleCnt="0"/>
      <dgm:spPr/>
    </dgm:pt>
    <dgm:pt modelId="{E1CAF860-D631-4911-8895-85136A63D065}" type="pres">
      <dgm:prSet presAssocID="{4605824C-5BCF-4A1D-AD8E-BCF46F624E80}" presName="textRect" presStyleLbl="revTx" presStyleIdx="2" presStyleCnt="3">
        <dgm:presLayoutVars>
          <dgm:chMax val="1"/>
          <dgm:chPref val="1"/>
        </dgm:presLayoutVars>
      </dgm:prSet>
      <dgm:spPr/>
    </dgm:pt>
  </dgm:ptLst>
  <dgm:cxnLst>
    <dgm:cxn modelId="{FF3BCD36-644C-4CC6-8224-F6B7A0165E86}" srcId="{DD962FA7-0982-4D94-A253-352B3D3CB63E}" destId="{BF20D70D-BF10-455B-A194-62F20D139D4A}" srcOrd="0" destOrd="0" parTransId="{02CFDDE9-AB68-4A43-9888-E42CFFD4B598}" sibTransId="{70D7BF0B-0E21-4916-B93D-78927CEE7EA3}"/>
    <dgm:cxn modelId="{A1C94351-DE1D-4B6E-96BC-D77F71EF917E}" type="presOf" srcId="{DD962FA7-0982-4D94-A253-352B3D3CB63E}" destId="{3C0768A5-17C8-4CE9-AE35-4FD6263AA760}" srcOrd="0" destOrd="0" presId="urn:microsoft.com/office/officeart/2018/5/layout/IconCircleLabelList"/>
    <dgm:cxn modelId="{E8CF478C-1B62-4586-BD14-56A76675046B}" type="presOf" srcId="{BF20D70D-BF10-455B-A194-62F20D139D4A}" destId="{DF9C16F8-332C-4790-85E0-4A2FCD16B998}" srcOrd="0" destOrd="0" presId="urn:microsoft.com/office/officeart/2018/5/layout/IconCircleLabelList"/>
    <dgm:cxn modelId="{BD1D36D5-7AE7-43C1-A41B-2CB0965BDEDC}" srcId="{DD962FA7-0982-4D94-A253-352B3D3CB63E}" destId="{73A0D9A9-0E95-431A-984D-F9B2A6CDBD91}" srcOrd="1" destOrd="0" parTransId="{DE8104BA-04A3-40D6-BE28-1E8D3D2BDE1F}" sibTransId="{97765073-5A2D-47C4-84A3-B42E67EB8DE6}"/>
    <dgm:cxn modelId="{28DBB7E8-28AA-4822-A956-37076C9E5E24}" srcId="{DD962FA7-0982-4D94-A253-352B3D3CB63E}" destId="{4605824C-5BCF-4A1D-AD8E-BCF46F624E80}" srcOrd="2" destOrd="0" parTransId="{7B1DCD16-8AF6-4794-B95D-9DEDD527132B}" sibTransId="{97DCB730-D14F-4DE6-9134-1F3604F98819}"/>
    <dgm:cxn modelId="{EC3CF6F1-5E3B-4C76-9EC1-2A7A4779B3FE}" type="presOf" srcId="{73A0D9A9-0E95-431A-984D-F9B2A6CDBD91}" destId="{FDFC7EA1-458C-42EE-BC95-F5FBB1736046}" srcOrd="0" destOrd="0" presId="urn:microsoft.com/office/officeart/2018/5/layout/IconCircleLabelList"/>
    <dgm:cxn modelId="{25D308F8-A2FD-4275-99FD-5F74DB96BD98}" type="presOf" srcId="{4605824C-5BCF-4A1D-AD8E-BCF46F624E80}" destId="{E1CAF860-D631-4911-8895-85136A63D065}" srcOrd="0" destOrd="0" presId="urn:microsoft.com/office/officeart/2018/5/layout/IconCircleLabelList"/>
    <dgm:cxn modelId="{F321AAD3-BB4B-4EAC-BEB9-3F126DD0E396}" type="presParOf" srcId="{3C0768A5-17C8-4CE9-AE35-4FD6263AA760}" destId="{1F2D125A-D14F-4815-A300-59324FB16F5F}" srcOrd="0" destOrd="0" presId="urn:microsoft.com/office/officeart/2018/5/layout/IconCircleLabelList"/>
    <dgm:cxn modelId="{7C760278-94BE-4BC6-A01F-CD1C5C8B01F4}" type="presParOf" srcId="{1F2D125A-D14F-4815-A300-59324FB16F5F}" destId="{9592C985-33DF-4980-A5D1-2713AA1F644E}" srcOrd="0" destOrd="0" presId="urn:microsoft.com/office/officeart/2018/5/layout/IconCircleLabelList"/>
    <dgm:cxn modelId="{7FFF72F9-0DA7-41A2-AA1B-1EFA7E785E76}" type="presParOf" srcId="{1F2D125A-D14F-4815-A300-59324FB16F5F}" destId="{CE5DCBB1-CF99-4C51-909E-C8F1143B3162}" srcOrd="1" destOrd="0" presId="urn:microsoft.com/office/officeart/2018/5/layout/IconCircleLabelList"/>
    <dgm:cxn modelId="{1FAA71F0-254D-4634-A9C0-5EB03003B3E4}" type="presParOf" srcId="{1F2D125A-D14F-4815-A300-59324FB16F5F}" destId="{499B1F95-CC49-4ABF-994F-F3A9DCEFD780}" srcOrd="2" destOrd="0" presId="urn:microsoft.com/office/officeart/2018/5/layout/IconCircleLabelList"/>
    <dgm:cxn modelId="{F96DE9AE-1362-4ABC-A215-6CE838A2DE03}" type="presParOf" srcId="{1F2D125A-D14F-4815-A300-59324FB16F5F}" destId="{DF9C16F8-332C-4790-85E0-4A2FCD16B998}" srcOrd="3" destOrd="0" presId="urn:microsoft.com/office/officeart/2018/5/layout/IconCircleLabelList"/>
    <dgm:cxn modelId="{437CE28A-8866-44F7-99D9-088BA9B2B583}" type="presParOf" srcId="{3C0768A5-17C8-4CE9-AE35-4FD6263AA760}" destId="{51D4796F-1587-4725-825F-D72267D5D0D0}" srcOrd="1" destOrd="0" presId="urn:microsoft.com/office/officeart/2018/5/layout/IconCircleLabelList"/>
    <dgm:cxn modelId="{5301A376-3CC8-4388-9DD3-7CB06DA01FE2}" type="presParOf" srcId="{3C0768A5-17C8-4CE9-AE35-4FD6263AA760}" destId="{BF21CB7F-FB16-4B62-8737-E443254C3104}" srcOrd="2" destOrd="0" presId="urn:microsoft.com/office/officeart/2018/5/layout/IconCircleLabelList"/>
    <dgm:cxn modelId="{7F6697C2-EFDB-440C-B0EA-4223DA2CF980}" type="presParOf" srcId="{BF21CB7F-FB16-4B62-8737-E443254C3104}" destId="{BD59FF60-CF41-4924-9455-AAA799210972}" srcOrd="0" destOrd="0" presId="urn:microsoft.com/office/officeart/2018/5/layout/IconCircleLabelList"/>
    <dgm:cxn modelId="{FDBFDE00-97E8-4495-9DE9-6582663A26B1}" type="presParOf" srcId="{BF21CB7F-FB16-4B62-8737-E443254C3104}" destId="{197EEE1C-C7E6-4766-B6C4-88858FDE060C}" srcOrd="1" destOrd="0" presId="urn:microsoft.com/office/officeart/2018/5/layout/IconCircleLabelList"/>
    <dgm:cxn modelId="{81A62FB6-BB47-4EE4-BCB9-75AAFE6EA3A5}" type="presParOf" srcId="{BF21CB7F-FB16-4B62-8737-E443254C3104}" destId="{A5874ADB-BAD6-453B-B45A-0C28B9C57FE1}" srcOrd="2" destOrd="0" presId="urn:microsoft.com/office/officeart/2018/5/layout/IconCircleLabelList"/>
    <dgm:cxn modelId="{A503C33E-E687-4D9E-97DD-F98CB90FF84D}" type="presParOf" srcId="{BF21CB7F-FB16-4B62-8737-E443254C3104}" destId="{FDFC7EA1-458C-42EE-BC95-F5FBB1736046}" srcOrd="3" destOrd="0" presId="urn:microsoft.com/office/officeart/2018/5/layout/IconCircleLabelList"/>
    <dgm:cxn modelId="{B79E5B39-C562-4548-B3E2-9C89E5FBCDCF}" type="presParOf" srcId="{3C0768A5-17C8-4CE9-AE35-4FD6263AA760}" destId="{F835E296-632E-4501-9BCA-7A256FC1F647}" srcOrd="3" destOrd="0" presId="urn:microsoft.com/office/officeart/2018/5/layout/IconCircleLabelList"/>
    <dgm:cxn modelId="{CEA8C659-7BAB-4666-9E29-71A172251E22}" type="presParOf" srcId="{3C0768A5-17C8-4CE9-AE35-4FD6263AA760}" destId="{F8E05B8B-9585-4001-ADB0-E0C47B0FD214}" srcOrd="4" destOrd="0" presId="urn:microsoft.com/office/officeart/2018/5/layout/IconCircleLabelList"/>
    <dgm:cxn modelId="{601B6351-C663-4E6A-BE65-70FBA48EA2C3}" type="presParOf" srcId="{F8E05B8B-9585-4001-ADB0-E0C47B0FD214}" destId="{EFB42A6E-1C00-425C-820F-D78B1144ACAF}" srcOrd="0" destOrd="0" presId="urn:microsoft.com/office/officeart/2018/5/layout/IconCircleLabelList"/>
    <dgm:cxn modelId="{4BB366D4-A1B0-4E26-96DA-8E7E01E9B2FB}" type="presParOf" srcId="{F8E05B8B-9585-4001-ADB0-E0C47B0FD214}" destId="{4DF0E111-8AD5-4BDF-B88A-64429AB87182}" srcOrd="1" destOrd="0" presId="urn:microsoft.com/office/officeart/2018/5/layout/IconCircleLabelList"/>
    <dgm:cxn modelId="{EFEAF265-3A32-4032-9A7D-DA09F887CDBC}" type="presParOf" srcId="{F8E05B8B-9585-4001-ADB0-E0C47B0FD214}" destId="{F7A5E4AD-9DA9-47A4-BD21-8289B0CEF177}" srcOrd="2" destOrd="0" presId="urn:microsoft.com/office/officeart/2018/5/layout/IconCircleLabelList"/>
    <dgm:cxn modelId="{A2FCD64D-5FB4-4DF0-8A9C-172EEF8A5D20}" type="presParOf" srcId="{F8E05B8B-9585-4001-ADB0-E0C47B0FD214}" destId="{E1CAF860-D631-4911-8895-85136A63D065}"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64BDED6D-9B76-49F0-86B6-8C6F5BD29D07}"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2EA93CC5-1C86-4992-A5AA-1092372579E8}">
      <dgm:prSet/>
      <dgm:spPr/>
      <dgm:t>
        <a:bodyPr/>
        <a:lstStyle/>
        <a:p>
          <a:r>
            <a:rPr lang="en-US"/>
            <a:t>Employee is tardy regularly.  You have addressed it a few times, and now it is time to document the issue.  You have worked with HR to document the issue and establish a clear expectation.</a:t>
          </a:r>
        </a:p>
      </dgm:t>
    </dgm:pt>
    <dgm:pt modelId="{319782E5-65F6-4228-972E-1358F0C96CFF}" type="parTrans" cxnId="{20408A34-6E1F-4DB5-849A-AABB2DE92735}">
      <dgm:prSet/>
      <dgm:spPr/>
      <dgm:t>
        <a:bodyPr/>
        <a:lstStyle/>
        <a:p>
          <a:endParaRPr lang="en-US"/>
        </a:p>
      </dgm:t>
    </dgm:pt>
    <dgm:pt modelId="{1D050254-605A-4E5D-BF42-21CBCBE5E75B}" type="sibTrans" cxnId="{20408A34-6E1F-4DB5-849A-AABB2DE92735}">
      <dgm:prSet/>
      <dgm:spPr/>
      <dgm:t>
        <a:bodyPr/>
        <a:lstStyle/>
        <a:p>
          <a:endParaRPr lang="en-US"/>
        </a:p>
      </dgm:t>
    </dgm:pt>
    <dgm:pt modelId="{7E8C87DF-7ECF-4E3E-AFE2-09118248711F}">
      <dgm:prSet/>
      <dgm:spPr/>
      <dgm:t>
        <a:bodyPr/>
        <a:lstStyle/>
        <a:p>
          <a:r>
            <a:rPr lang="en-US"/>
            <a:t>Use GROW to facilitate a coaching conversation to help the employee with the goal of being on time.</a:t>
          </a:r>
        </a:p>
      </dgm:t>
    </dgm:pt>
    <dgm:pt modelId="{EF51DC2F-A438-42F8-BD8E-399BC451B4ED}" type="parTrans" cxnId="{5F14A0AE-908F-4B84-84D3-83E028DE0558}">
      <dgm:prSet/>
      <dgm:spPr/>
      <dgm:t>
        <a:bodyPr/>
        <a:lstStyle/>
        <a:p>
          <a:endParaRPr lang="en-US"/>
        </a:p>
      </dgm:t>
    </dgm:pt>
    <dgm:pt modelId="{E7F0E41E-BFBD-4D5A-A205-B35C35F55BBE}" type="sibTrans" cxnId="{5F14A0AE-908F-4B84-84D3-83E028DE0558}">
      <dgm:prSet/>
      <dgm:spPr/>
      <dgm:t>
        <a:bodyPr/>
        <a:lstStyle/>
        <a:p>
          <a:endParaRPr lang="en-US"/>
        </a:p>
      </dgm:t>
    </dgm:pt>
    <dgm:pt modelId="{0992834C-3673-AF4C-A0CE-FE8B72EE15FF}" type="pres">
      <dgm:prSet presAssocID="{64BDED6D-9B76-49F0-86B6-8C6F5BD29D07}" presName="hierChild1" presStyleCnt="0">
        <dgm:presLayoutVars>
          <dgm:chPref val="1"/>
          <dgm:dir/>
          <dgm:animOne val="branch"/>
          <dgm:animLvl val="lvl"/>
          <dgm:resizeHandles/>
        </dgm:presLayoutVars>
      </dgm:prSet>
      <dgm:spPr/>
    </dgm:pt>
    <dgm:pt modelId="{41520DA9-5488-1243-A37B-E07AA95DD8CA}" type="pres">
      <dgm:prSet presAssocID="{2EA93CC5-1C86-4992-A5AA-1092372579E8}" presName="hierRoot1" presStyleCnt="0"/>
      <dgm:spPr/>
    </dgm:pt>
    <dgm:pt modelId="{D1AD0854-3F06-4E4D-AA94-BA280B295CCA}" type="pres">
      <dgm:prSet presAssocID="{2EA93CC5-1C86-4992-A5AA-1092372579E8}" presName="composite" presStyleCnt="0"/>
      <dgm:spPr/>
    </dgm:pt>
    <dgm:pt modelId="{B66A17C7-1EC2-9543-B32C-A6DB4F8CAA4B}" type="pres">
      <dgm:prSet presAssocID="{2EA93CC5-1C86-4992-A5AA-1092372579E8}" presName="background" presStyleLbl="node0" presStyleIdx="0" presStyleCnt="2"/>
      <dgm:spPr/>
    </dgm:pt>
    <dgm:pt modelId="{97CF5344-13EB-5441-86E1-04F8CAD5EC90}" type="pres">
      <dgm:prSet presAssocID="{2EA93CC5-1C86-4992-A5AA-1092372579E8}" presName="text" presStyleLbl="fgAcc0" presStyleIdx="0" presStyleCnt="2">
        <dgm:presLayoutVars>
          <dgm:chPref val="3"/>
        </dgm:presLayoutVars>
      </dgm:prSet>
      <dgm:spPr/>
    </dgm:pt>
    <dgm:pt modelId="{D07A0AF3-7FF4-6E4E-93B9-D4F762C250C2}" type="pres">
      <dgm:prSet presAssocID="{2EA93CC5-1C86-4992-A5AA-1092372579E8}" presName="hierChild2" presStyleCnt="0"/>
      <dgm:spPr/>
    </dgm:pt>
    <dgm:pt modelId="{AE7DE667-B150-0543-812F-B9C15647D49F}" type="pres">
      <dgm:prSet presAssocID="{7E8C87DF-7ECF-4E3E-AFE2-09118248711F}" presName="hierRoot1" presStyleCnt="0"/>
      <dgm:spPr/>
    </dgm:pt>
    <dgm:pt modelId="{B728E9D8-E55B-8D44-A32F-C8B7DB3EE3BD}" type="pres">
      <dgm:prSet presAssocID="{7E8C87DF-7ECF-4E3E-AFE2-09118248711F}" presName="composite" presStyleCnt="0"/>
      <dgm:spPr/>
    </dgm:pt>
    <dgm:pt modelId="{19112B51-AC70-3C47-9319-31DEBD2524B3}" type="pres">
      <dgm:prSet presAssocID="{7E8C87DF-7ECF-4E3E-AFE2-09118248711F}" presName="background" presStyleLbl="node0" presStyleIdx="1" presStyleCnt="2"/>
      <dgm:spPr/>
    </dgm:pt>
    <dgm:pt modelId="{3CF38CAE-D79F-E64D-95C2-CA4B035FB882}" type="pres">
      <dgm:prSet presAssocID="{7E8C87DF-7ECF-4E3E-AFE2-09118248711F}" presName="text" presStyleLbl="fgAcc0" presStyleIdx="1" presStyleCnt="2">
        <dgm:presLayoutVars>
          <dgm:chPref val="3"/>
        </dgm:presLayoutVars>
      </dgm:prSet>
      <dgm:spPr/>
    </dgm:pt>
    <dgm:pt modelId="{9205580D-84B3-AE42-91A8-38718D470845}" type="pres">
      <dgm:prSet presAssocID="{7E8C87DF-7ECF-4E3E-AFE2-09118248711F}" presName="hierChild2" presStyleCnt="0"/>
      <dgm:spPr/>
    </dgm:pt>
  </dgm:ptLst>
  <dgm:cxnLst>
    <dgm:cxn modelId="{20408A34-6E1F-4DB5-849A-AABB2DE92735}" srcId="{64BDED6D-9B76-49F0-86B6-8C6F5BD29D07}" destId="{2EA93CC5-1C86-4992-A5AA-1092372579E8}" srcOrd="0" destOrd="0" parTransId="{319782E5-65F6-4228-972E-1358F0C96CFF}" sibTransId="{1D050254-605A-4E5D-BF42-21CBCBE5E75B}"/>
    <dgm:cxn modelId="{DA64FC40-31E5-7C48-A8BB-9E3FB3E5DA9C}" type="presOf" srcId="{64BDED6D-9B76-49F0-86B6-8C6F5BD29D07}" destId="{0992834C-3673-AF4C-A0CE-FE8B72EE15FF}" srcOrd="0" destOrd="0" presId="urn:microsoft.com/office/officeart/2005/8/layout/hierarchy1"/>
    <dgm:cxn modelId="{5D55F965-4A29-FF49-B9A5-3E114EC29BCC}" type="presOf" srcId="{7E8C87DF-7ECF-4E3E-AFE2-09118248711F}" destId="{3CF38CAE-D79F-E64D-95C2-CA4B035FB882}" srcOrd="0" destOrd="0" presId="urn:microsoft.com/office/officeart/2005/8/layout/hierarchy1"/>
    <dgm:cxn modelId="{5F14A0AE-908F-4B84-84D3-83E028DE0558}" srcId="{64BDED6D-9B76-49F0-86B6-8C6F5BD29D07}" destId="{7E8C87DF-7ECF-4E3E-AFE2-09118248711F}" srcOrd="1" destOrd="0" parTransId="{EF51DC2F-A438-42F8-BD8E-399BC451B4ED}" sibTransId="{E7F0E41E-BFBD-4D5A-A205-B35C35F55BBE}"/>
    <dgm:cxn modelId="{EA47A4E3-BC19-194D-8AB4-79CD541E9CF6}" type="presOf" srcId="{2EA93CC5-1C86-4992-A5AA-1092372579E8}" destId="{97CF5344-13EB-5441-86E1-04F8CAD5EC90}" srcOrd="0" destOrd="0" presId="urn:microsoft.com/office/officeart/2005/8/layout/hierarchy1"/>
    <dgm:cxn modelId="{E2CBAB3E-FD4E-D84E-996A-8A2251B835B3}" type="presParOf" srcId="{0992834C-3673-AF4C-A0CE-FE8B72EE15FF}" destId="{41520DA9-5488-1243-A37B-E07AA95DD8CA}" srcOrd="0" destOrd="0" presId="urn:microsoft.com/office/officeart/2005/8/layout/hierarchy1"/>
    <dgm:cxn modelId="{E30A2660-FD0B-EC43-AD30-A7147E3E234E}" type="presParOf" srcId="{41520DA9-5488-1243-A37B-E07AA95DD8CA}" destId="{D1AD0854-3F06-4E4D-AA94-BA280B295CCA}" srcOrd="0" destOrd="0" presId="urn:microsoft.com/office/officeart/2005/8/layout/hierarchy1"/>
    <dgm:cxn modelId="{E270AF3A-18F6-924D-A3B4-BE7BD4E39BC7}" type="presParOf" srcId="{D1AD0854-3F06-4E4D-AA94-BA280B295CCA}" destId="{B66A17C7-1EC2-9543-B32C-A6DB4F8CAA4B}" srcOrd="0" destOrd="0" presId="urn:microsoft.com/office/officeart/2005/8/layout/hierarchy1"/>
    <dgm:cxn modelId="{D823C173-8607-B343-955D-AA98FBCD6D76}" type="presParOf" srcId="{D1AD0854-3F06-4E4D-AA94-BA280B295CCA}" destId="{97CF5344-13EB-5441-86E1-04F8CAD5EC90}" srcOrd="1" destOrd="0" presId="urn:microsoft.com/office/officeart/2005/8/layout/hierarchy1"/>
    <dgm:cxn modelId="{753DA280-C27B-E94B-BEB0-54CBE2D4D022}" type="presParOf" srcId="{41520DA9-5488-1243-A37B-E07AA95DD8CA}" destId="{D07A0AF3-7FF4-6E4E-93B9-D4F762C250C2}" srcOrd="1" destOrd="0" presId="urn:microsoft.com/office/officeart/2005/8/layout/hierarchy1"/>
    <dgm:cxn modelId="{8CBC73BA-22F4-CB4E-9D60-D1F4AF225847}" type="presParOf" srcId="{0992834C-3673-AF4C-A0CE-FE8B72EE15FF}" destId="{AE7DE667-B150-0543-812F-B9C15647D49F}" srcOrd="1" destOrd="0" presId="urn:microsoft.com/office/officeart/2005/8/layout/hierarchy1"/>
    <dgm:cxn modelId="{5F9FB98F-095E-3649-AFDA-58B940888ABF}" type="presParOf" srcId="{AE7DE667-B150-0543-812F-B9C15647D49F}" destId="{B728E9D8-E55B-8D44-A32F-C8B7DB3EE3BD}" srcOrd="0" destOrd="0" presId="urn:microsoft.com/office/officeart/2005/8/layout/hierarchy1"/>
    <dgm:cxn modelId="{93719713-6019-B748-9945-D38A2DE1B5B8}" type="presParOf" srcId="{B728E9D8-E55B-8D44-A32F-C8B7DB3EE3BD}" destId="{19112B51-AC70-3C47-9319-31DEBD2524B3}" srcOrd="0" destOrd="0" presId="urn:microsoft.com/office/officeart/2005/8/layout/hierarchy1"/>
    <dgm:cxn modelId="{A7F54800-5459-A74F-B372-B569D063D421}" type="presParOf" srcId="{B728E9D8-E55B-8D44-A32F-C8B7DB3EE3BD}" destId="{3CF38CAE-D79F-E64D-95C2-CA4B035FB882}" srcOrd="1" destOrd="0" presId="urn:microsoft.com/office/officeart/2005/8/layout/hierarchy1"/>
    <dgm:cxn modelId="{F36A5404-01A4-EB4E-A923-64ECFB800603}" type="presParOf" srcId="{AE7DE667-B150-0543-812F-B9C15647D49F}" destId="{9205580D-84B3-AE42-91A8-38718D470845}"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64BDED6D-9B76-49F0-86B6-8C6F5BD29D07}"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2EA93CC5-1C86-4992-A5AA-1092372579E8}">
      <dgm:prSet/>
      <dgm:spPr/>
      <dgm:t>
        <a:bodyPr/>
        <a:lstStyle/>
        <a:p>
          <a:r>
            <a:rPr lang="en-US" dirty="0"/>
            <a:t>Employee’s behavior has violated the conduct code policy. </a:t>
          </a:r>
        </a:p>
      </dgm:t>
    </dgm:pt>
    <dgm:pt modelId="{319782E5-65F6-4228-972E-1358F0C96CFF}" type="parTrans" cxnId="{20408A34-6E1F-4DB5-849A-AABB2DE92735}">
      <dgm:prSet/>
      <dgm:spPr/>
      <dgm:t>
        <a:bodyPr/>
        <a:lstStyle/>
        <a:p>
          <a:endParaRPr lang="en-US"/>
        </a:p>
      </dgm:t>
    </dgm:pt>
    <dgm:pt modelId="{1D050254-605A-4E5D-BF42-21CBCBE5E75B}" type="sibTrans" cxnId="{20408A34-6E1F-4DB5-849A-AABB2DE92735}">
      <dgm:prSet/>
      <dgm:spPr/>
      <dgm:t>
        <a:bodyPr/>
        <a:lstStyle/>
        <a:p>
          <a:endParaRPr lang="en-US"/>
        </a:p>
      </dgm:t>
    </dgm:pt>
    <dgm:pt modelId="{7E8C87DF-7ECF-4E3E-AFE2-09118248711F}">
      <dgm:prSet/>
      <dgm:spPr/>
      <dgm:t>
        <a:bodyPr/>
        <a:lstStyle/>
        <a:p>
          <a:r>
            <a:rPr lang="en-US"/>
            <a:t>Use GROW to facilitate a coaching conversation to help the employee with the goal of being on time.</a:t>
          </a:r>
        </a:p>
      </dgm:t>
    </dgm:pt>
    <dgm:pt modelId="{EF51DC2F-A438-42F8-BD8E-399BC451B4ED}" type="parTrans" cxnId="{5F14A0AE-908F-4B84-84D3-83E028DE0558}">
      <dgm:prSet/>
      <dgm:spPr/>
      <dgm:t>
        <a:bodyPr/>
        <a:lstStyle/>
        <a:p>
          <a:endParaRPr lang="en-US"/>
        </a:p>
      </dgm:t>
    </dgm:pt>
    <dgm:pt modelId="{E7F0E41E-BFBD-4D5A-A205-B35C35F55BBE}" type="sibTrans" cxnId="{5F14A0AE-908F-4B84-84D3-83E028DE0558}">
      <dgm:prSet/>
      <dgm:spPr/>
      <dgm:t>
        <a:bodyPr/>
        <a:lstStyle/>
        <a:p>
          <a:endParaRPr lang="en-US"/>
        </a:p>
      </dgm:t>
    </dgm:pt>
    <dgm:pt modelId="{0992834C-3673-AF4C-A0CE-FE8B72EE15FF}" type="pres">
      <dgm:prSet presAssocID="{64BDED6D-9B76-49F0-86B6-8C6F5BD29D07}" presName="hierChild1" presStyleCnt="0">
        <dgm:presLayoutVars>
          <dgm:chPref val="1"/>
          <dgm:dir/>
          <dgm:animOne val="branch"/>
          <dgm:animLvl val="lvl"/>
          <dgm:resizeHandles/>
        </dgm:presLayoutVars>
      </dgm:prSet>
      <dgm:spPr/>
    </dgm:pt>
    <dgm:pt modelId="{41520DA9-5488-1243-A37B-E07AA95DD8CA}" type="pres">
      <dgm:prSet presAssocID="{2EA93CC5-1C86-4992-A5AA-1092372579E8}" presName="hierRoot1" presStyleCnt="0"/>
      <dgm:spPr/>
    </dgm:pt>
    <dgm:pt modelId="{D1AD0854-3F06-4E4D-AA94-BA280B295CCA}" type="pres">
      <dgm:prSet presAssocID="{2EA93CC5-1C86-4992-A5AA-1092372579E8}" presName="composite" presStyleCnt="0"/>
      <dgm:spPr/>
    </dgm:pt>
    <dgm:pt modelId="{B66A17C7-1EC2-9543-B32C-A6DB4F8CAA4B}" type="pres">
      <dgm:prSet presAssocID="{2EA93CC5-1C86-4992-A5AA-1092372579E8}" presName="background" presStyleLbl="node0" presStyleIdx="0" presStyleCnt="2"/>
      <dgm:spPr/>
    </dgm:pt>
    <dgm:pt modelId="{97CF5344-13EB-5441-86E1-04F8CAD5EC90}" type="pres">
      <dgm:prSet presAssocID="{2EA93CC5-1C86-4992-A5AA-1092372579E8}" presName="text" presStyleLbl="fgAcc0" presStyleIdx="0" presStyleCnt="2">
        <dgm:presLayoutVars>
          <dgm:chPref val="3"/>
        </dgm:presLayoutVars>
      </dgm:prSet>
      <dgm:spPr/>
    </dgm:pt>
    <dgm:pt modelId="{D07A0AF3-7FF4-6E4E-93B9-D4F762C250C2}" type="pres">
      <dgm:prSet presAssocID="{2EA93CC5-1C86-4992-A5AA-1092372579E8}" presName="hierChild2" presStyleCnt="0"/>
      <dgm:spPr/>
    </dgm:pt>
    <dgm:pt modelId="{AE7DE667-B150-0543-812F-B9C15647D49F}" type="pres">
      <dgm:prSet presAssocID="{7E8C87DF-7ECF-4E3E-AFE2-09118248711F}" presName="hierRoot1" presStyleCnt="0"/>
      <dgm:spPr/>
    </dgm:pt>
    <dgm:pt modelId="{B728E9D8-E55B-8D44-A32F-C8B7DB3EE3BD}" type="pres">
      <dgm:prSet presAssocID="{7E8C87DF-7ECF-4E3E-AFE2-09118248711F}" presName="composite" presStyleCnt="0"/>
      <dgm:spPr/>
    </dgm:pt>
    <dgm:pt modelId="{19112B51-AC70-3C47-9319-31DEBD2524B3}" type="pres">
      <dgm:prSet presAssocID="{7E8C87DF-7ECF-4E3E-AFE2-09118248711F}" presName="background" presStyleLbl="node0" presStyleIdx="1" presStyleCnt="2"/>
      <dgm:spPr/>
    </dgm:pt>
    <dgm:pt modelId="{3CF38CAE-D79F-E64D-95C2-CA4B035FB882}" type="pres">
      <dgm:prSet presAssocID="{7E8C87DF-7ECF-4E3E-AFE2-09118248711F}" presName="text" presStyleLbl="fgAcc0" presStyleIdx="1" presStyleCnt="2">
        <dgm:presLayoutVars>
          <dgm:chPref val="3"/>
        </dgm:presLayoutVars>
      </dgm:prSet>
      <dgm:spPr/>
    </dgm:pt>
    <dgm:pt modelId="{9205580D-84B3-AE42-91A8-38718D470845}" type="pres">
      <dgm:prSet presAssocID="{7E8C87DF-7ECF-4E3E-AFE2-09118248711F}" presName="hierChild2" presStyleCnt="0"/>
      <dgm:spPr/>
    </dgm:pt>
  </dgm:ptLst>
  <dgm:cxnLst>
    <dgm:cxn modelId="{20408A34-6E1F-4DB5-849A-AABB2DE92735}" srcId="{64BDED6D-9B76-49F0-86B6-8C6F5BD29D07}" destId="{2EA93CC5-1C86-4992-A5AA-1092372579E8}" srcOrd="0" destOrd="0" parTransId="{319782E5-65F6-4228-972E-1358F0C96CFF}" sibTransId="{1D050254-605A-4E5D-BF42-21CBCBE5E75B}"/>
    <dgm:cxn modelId="{DA64FC40-31E5-7C48-A8BB-9E3FB3E5DA9C}" type="presOf" srcId="{64BDED6D-9B76-49F0-86B6-8C6F5BD29D07}" destId="{0992834C-3673-AF4C-A0CE-FE8B72EE15FF}" srcOrd="0" destOrd="0" presId="urn:microsoft.com/office/officeart/2005/8/layout/hierarchy1"/>
    <dgm:cxn modelId="{5D55F965-4A29-FF49-B9A5-3E114EC29BCC}" type="presOf" srcId="{7E8C87DF-7ECF-4E3E-AFE2-09118248711F}" destId="{3CF38CAE-D79F-E64D-95C2-CA4B035FB882}" srcOrd="0" destOrd="0" presId="urn:microsoft.com/office/officeart/2005/8/layout/hierarchy1"/>
    <dgm:cxn modelId="{5F14A0AE-908F-4B84-84D3-83E028DE0558}" srcId="{64BDED6D-9B76-49F0-86B6-8C6F5BD29D07}" destId="{7E8C87DF-7ECF-4E3E-AFE2-09118248711F}" srcOrd="1" destOrd="0" parTransId="{EF51DC2F-A438-42F8-BD8E-399BC451B4ED}" sibTransId="{E7F0E41E-BFBD-4D5A-A205-B35C35F55BBE}"/>
    <dgm:cxn modelId="{EA47A4E3-BC19-194D-8AB4-79CD541E9CF6}" type="presOf" srcId="{2EA93CC5-1C86-4992-A5AA-1092372579E8}" destId="{97CF5344-13EB-5441-86E1-04F8CAD5EC90}" srcOrd="0" destOrd="0" presId="urn:microsoft.com/office/officeart/2005/8/layout/hierarchy1"/>
    <dgm:cxn modelId="{E2CBAB3E-FD4E-D84E-996A-8A2251B835B3}" type="presParOf" srcId="{0992834C-3673-AF4C-A0CE-FE8B72EE15FF}" destId="{41520DA9-5488-1243-A37B-E07AA95DD8CA}" srcOrd="0" destOrd="0" presId="urn:microsoft.com/office/officeart/2005/8/layout/hierarchy1"/>
    <dgm:cxn modelId="{E30A2660-FD0B-EC43-AD30-A7147E3E234E}" type="presParOf" srcId="{41520DA9-5488-1243-A37B-E07AA95DD8CA}" destId="{D1AD0854-3F06-4E4D-AA94-BA280B295CCA}" srcOrd="0" destOrd="0" presId="urn:microsoft.com/office/officeart/2005/8/layout/hierarchy1"/>
    <dgm:cxn modelId="{E270AF3A-18F6-924D-A3B4-BE7BD4E39BC7}" type="presParOf" srcId="{D1AD0854-3F06-4E4D-AA94-BA280B295CCA}" destId="{B66A17C7-1EC2-9543-B32C-A6DB4F8CAA4B}" srcOrd="0" destOrd="0" presId="urn:microsoft.com/office/officeart/2005/8/layout/hierarchy1"/>
    <dgm:cxn modelId="{D823C173-8607-B343-955D-AA98FBCD6D76}" type="presParOf" srcId="{D1AD0854-3F06-4E4D-AA94-BA280B295CCA}" destId="{97CF5344-13EB-5441-86E1-04F8CAD5EC90}" srcOrd="1" destOrd="0" presId="urn:microsoft.com/office/officeart/2005/8/layout/hierarchy1"/>
    <dgm:cxn modelId="{753DA280-C27B-E94B-BEB0-54CBE2D4D022}" type="presParOf" srcId="{41520DA9-5488-1243-A37B-E07AA95DD8CA}" destId="{D07A0AF3-7FF4-6E4E-93B9-D4F762C250C2}" srcOrd="1" destOrd="0" presId="urn:microsoft.com/office/officeart/2005/8/layout/hierarchy1"/>
    <dgm:cxn modelId="{8CBC73BA-22F4-CB4E-9D60-D1F4AF225847}" type="presParOf" srcId="{0992834C-3673-AF4C-A0CE-FE8B72EE15FF}" destId="{AE7DE667-B150-0543-812F-B9C15647D49F}" srcOrd="1" destOrd="0" presId="urn:microsoft.com/office/officeart/2005/8/layout/hierarchy1"/>
    <dgm:cxn modelId="{5F9FB98F-095E-3649-AFDA-58B940888ABF}" type="presParOf" srcId="{AE7DE667-B150-0543-812F-B9C15647D49F}" destId="{B728E9D8-E55B-8D44-A32F-C8B7DB3EE3BD}" srcOrd="0" destOrd="0" presId="urn:microsoft.com/office/officeart/2005/8/layout/hierarchy1"/>
    <dgm:cxn modelId="{93719713-6019-B748-9945-D38A2DE1B5B8}" type="presParOf" srcId="{B728E9D8-E55B-8D44-A32F-C8B7DB3EE3BD}" destId="{19112B51-AC70-3C47-9319-31DEBD2524B3}" srcOrd="0" destOrd="0" presId="urn:microsoft.com/office/officeart/2005/8/layout/hierarchy1"/>
    <dgm:cxn modelId="{A7F54800-5459-A74F-B372-B569D063D421}" type="presParOf" srcId="{B728E9D8-E55B-8D44-A32F-C8B7DB3EE3BD}" destId="{3CF38CAE-D79F-E64D-95C2-CA4B035FB882}" srcOrd="1" destOrd="0" presId="urn:microsoft.com/office/officeart/2005/8/layout/hierarchy1"/>
    <dgm:cxn modelId="{F36A5404-01A4-EB4E-A923-64ECFB800603}" type="presParOf" srcId="{AE7DE667-B150-0543-812F-B9C15647D49F}" destId="{9205580D-84B3-AE42-91A8-38718D470845}"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64BDED6D-9B76-49F0-86B6-8C6F5BD29D07}"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2EA93CC5-1C86-4992-A5AA-1092372579E8}">
      <dgm:prSet/>
      <dgm:spPr/>
      <dgm:t>
        <a:bodyPr/>
        <a:lstStyle/>
        <a:p>
          <a:r>
            <a:rPr lang="en-US" dirty="0"/>
            <a:t>Employee’s not meeting expectations of the role or job descriptions.</a:t>
          </a:r>
        </a:p>
      </dgm:t>
    </dgm:pt>
    <dgm:pt modelId="{319782E5-65F6-4228-972E-1358F0C96CFF}" type="parTrans" cxnId="{20408A34-6E1F-4DB5-849A-AABB2DE92735}">
      <dgm:prSet/>
      <dgm:spPr/>
      <dgm:t>
        <a:bodyPr/>
        <a:lstStyle/>
        <a:p>
          <a:endParaRPr lang="en-US"/>
        </a:p>
      </dgm:t>
    </dgm:pt>
    <dgm:pt modelId="{1D050254-605A-4E5D-BF42-21CBCBE5E75B}" type="sibTrans" cxnId="{20408A34-6E1F-4DB5-849A-AABB2DE92735}">
      <dgm:prSet/>
      <dgm:spPr/>
      <dgm:t>
        <a:bodyPr/>
        <a:lstStyle/>
        <a:p>
          <a:endParaRPr lang="en-US"/>
        </a:p>
      </dgm:t>
    </dgm:pt>
    <dgm:pt modelId="{7E8C87DF-7ECF-4E3E-AFE2-09118248711F}">
      <dgm:prSet/>
      <dgm:spPr/>
      <dgm:t>
        <a:bodyPr/>
        <a:lstStyle/>
        <a:p>
          <a:r>
            <a:rPr lang="en-US" dirty="0"/>
            <a:t>Use GROW to facilitate a coaching conversation to help the employee with the goal of meeting expectations.</a:t>
          </a:r>
        </a:p>
      </dgm:t>
    </dgm:pt>
    <dgm:pt modelId="{EF51DC2F-A438-42F8-BD8E-399BC451B4ED}" type="parTrans" cxnId="{5F14A0AE-908F-4B84-84D3-83E028DE0558}">
      <dgm:prSet/>
      <dgm:spPr/>
      <dgm:t>
        <a:bodyPr/>
        <a:lstStyle/>
        <a:p>
          <a:endParaRPr lang="en-US"/>
        </a:p>
      </dgm:t>
    </dgm:pt>
    <dgm:pt modelId="{E7F0E41E-BFBD-4D5A-A205-B35C35F55BBE}" type="sibTrans" cxnId="{5F14A0AE-908F-4B84-84D3-83E028DE0558}">
      <dgm:prSet/>
      <dgm:spPr/>
      <dgm:t>
        <a:bodyPr/>
        <a:lstStyle/>
        <a:p>
          <a:endParaRPr lang="en-US"/>
        </a:p>
      </dgm:t>
    </dgm:pt>
    <dgm:pt modelId="{0992834C-3673-AF4C-A0CE-FE8B72EE15FF}" type="pres">
      <dgm:prSet presAssocID="{64BDED6D-9B76-49F0-86B6-8C6F5BD29D07}" presName="hierChild1" presStyleCnt="0">
        <dgm:presLayoutVars>
          <dgm:chPref val="1"/>
          <dgm:dir/>
          <dgm:animOne val="branch"/>
          <dgm:animLvl val="lvl"/>
          <dgm:resizeHandles/>
        </dgm:presLayoutVars>
      </dgm:prSet>
      <dgm:spPr/>
    </dgm:pt>
    <dgm:pt modelId="{41520DA9-5488-1243-A37B-E07AA95DD8CA}" type="pres">
      <dgm:prSet presAssocID="{2EA93CC5-1C86-4992-A5AA-1092372579E8}" presName="hierRoot1" presStyleCnt="0"/>
      <dgm:spPr/>
    </dgm:pt>
    <dgm:pt modelId="{D1AD0854-3F06-4E4D-AA94-BA280B295CCA}" type="pres">
      <dgm:prSet presAssocID="{2EA93CC5-1C86-4992-A5AA-1092372579E8}" presName="composite" presStyleCnt="0"/>
      <dgm:spPr/>
    </dgm:pt>
    <dgm:pt modelId="{B66A17C7-1EC2-9543-B32C-A6DB4F8CAA4B}" type="pres">
      <dgm:prSet presAssocID="{2EA93CC5-1C86-4992-A5AA-1092372579E8}" presName="background" presStyleLbl="node0" presStyleIdx="0" presStyleCnt="2"/>
      <dgm:spPr/>
    </dgm:pt>
    <dgm:pt modelId="{97CF5344-13EB-5441-86E1-04F8CAD5EC90}" type="pres">
      <dgm:prSet presAssocID="{2EA93CC5-1C86-4992-A5AA-1092372579E8}" presName="text" presStyleLbl="fgAcc0" presStyleIdx="0" presStyleCnt="2">
        <dgm:presLayoutVars>
          <dgm:chPref val="3"/>
        </dgm:presLayoutVars>
      </dgm:prSet>
      <dgm:spPr/>
    </dgm:pt>
    <dgm:pt modelId="{D07A0AF3-7FF4-6E4E-93B9-D4F762C250C2}" type="pres">
      <dgm:prSet presAssocID="{2EA93CC5-1C86-4992-A5AA-1092372579E8}" presName="hierChild2" presStyleCnt="0"/>
      <dgm:spPr/>
    </dgm:pt>
    <dgm:pt modelId="{AE7DE667-B150-0543-812F-B9C15647D49F}" type="pres">
      <dgm:prSet presAssocID="{7E8C87DF-7ECF-4E3E-AFE2-09118248711F}" presName="hierRoot1" presStyleCnt="0"/>
      <dgm:spPr/>
    </dgm:pt>
    <dgm:pt modelId="{B728E9D8-E55B-8D44-A32F-C8B7DB3EE3BD}" type="pres">
      <dgm:prSet presAssocID="{7E8C87DF-7ECF-4E3E-AFE2-09118248711F}" presName="composite" presStyleCnt="0"/>
      <dgm:spPr/>
    </dgm:pt>
    <dgm:pt modelId="{19112B51-AC70-3C47-9319-31DEBD2524B3}" type="pres">
      <dgm:prSet presAssocID="{7E8C87DF-7ECF-4E3E-AFE2-09118248711F}" presName="background" presStyleLbl="node0" presStyleIdx="1" presStyleCnt="2"/>
      <dgm:spPr/>
    </dgm:pt>
    <dgm:pt modelId="{3CF38CAE-D79F-E64D-95C2-CA4B035FB882}" type="pres">
      <dgm:prSet presAssocID="{7E8C87DF-7ECF-4E3E-AFE2-09118248711F}" presName="text" presStyleLbl="fgAcc0" presStyleIdx="1" presStyleCnt="2">
        <dgm:presLayoutVars>
          <dgm:chPref val="3"/>
        </dgm:presLayoutVars>
      </dgm:prSet>
      <dgm:spPr/>
    </dgm:pt>
    <dgm:pt modelId="{9205580D-84B3-AE42-91A8-38718D470845}" type="pres">
      <dgm:prSet presAssocID="{7E8C87DF-7ECF-4E3E-AFE2-09118248711F}" presName="hierChild2" presStyleCnt="0"/>
      <dgm:spPr/>
    </dgm:pt>
  </dgm:ptLst>
  <dgm:cxnLst>
    <dgm:cxn modelId="{20408A34-6E1F-4DB5-849A-AABB2DE92735}" srcId="{64BDED6D-9B76-49F0-86B6-8C6F5BD29D07}" destId="{2EA93CC5-1C86-4992-A5AA-1092372579E8}" srcOrd="0" destOrd="0" parTransId="{319782E5-65F6-4228-972E-1358F0C96CFF}" sibTransId="{1D050254-605A-4E5D-BF42-21CBCBE5E75B}"/>
    <dgm:cxn modelId="{DA64FC40-31E5-7C48-A8BB-9E3FB3E5DA9C}" type="presOf" srcId="{64BDED6D-9B76-49F0-86B6-8C6F5BD29D07}" destId="{0992834C-3673-AF4C-A0CE-FE8B72EE15FF}" srcOrd="0" destOrd="0" presId="urn:microsoft.com/office/officeart/2005/8/layout/hierarchy1"/>
    <dgm:cxn modelId="{5D55F965-4A29-FF49-B9A5-3E114EC29BCC}" type="presOf" srcId="{7E8C87DF-7ECF-4E3E-AFE2-09118248711F}" destId="{3CF38CAE-D79F-E64D-95C2-CA4B035FB882}" srcOrd="0" destOrd="0" presId="urn:microsoft.com/office/officeart/2005/8/layout/hierarchy1"/>
    <dgm:cxn modelId="{5F14A0AE-908F-4B84-84D3-83E028DE0558}" srcId="{64BDED6D-9B76-49F0-86B6-8C6F5BD29D07}" destId="{7E8C87DF-7ECF-4E3E-AFE2-09118248711F}" srcOrd="1" destOrd="0" parTransId="{EF51DC2F-A438-42F8-BD8E-399BC451B4ED}" sibTransId="{E7F0E41E-BFBD-4D5A-A205-B35C35F55BBE}"/>
    <dgm:cxn modelId="{EA47A4E3-BC19-194D-8AB4-79CD541E9CF6}" type="presOf" srcId="{2EA93CC5-1C86-4992-A5AA-1092372579E8}" destId="{97CF5344-13EB-5441-86E1-04F8CAD5EC90}" srcOrd="0" destOrd="0" presId="urn:microsoft.com/office/officeart/2005/8/layout/hierarchy1"/>
    <dgm:cxn modelId="{E2CBAB3E-FD4E-D84E-996A-8A2251B835B3}" type="presParOf" srcId="{0992834C-3673-AF4C-A0CE-FE8B72EE15FF}" destId="{41520DA9-5488-1243-A37B-E07AA95DD8CA}" srcOrd="0" destOrd="0" presId="urn:microsoft.com/office/officeart/2005/8/layout/hierarchy1"/>
    <dgm:cxn modelId="{E30A2660-FD0B-EC43-AD30-A7147E3E234E}" type="presParOf" srcId="{41520DA9-5488-1243-A37B-E07AA95DD8CA}" destId="{D1AD0854-3F06-4E4D-AA94-BA280B295CCA}" srcOrd="0" destOrd="0" presId="urn:microsoft.com/office/officeart/2005/8/layout/hierarchy1"/>
    <dgm:cxn modelId="{E270AF3A-18F6-924D-A3B4-BE7BD4E39BC7}" type="presParOf" srcId="{D1AD0854-3F06-4E4D-AA94-BA280B295CCA}" destId="{B66A17C7-1EC2-9543-B32C-A6DB4F8CAA4B}" srcOrd="0" destOrd="0" presId="urn:microsoft.com/office/officeart/2005/8/layout/hierarchy1"/>
    <dgm:cxn modelId="{D823C173-8607-B343-955D-AA98FBCD6D76}" type="presParOf" srcId="{D1AD0854-3F06-4E4D-AA94-BA280B295CCA}" destId="{97CF5344-13EB-5441-86E1-04F8CAD5EC90}" srcOrd="1" destOrd="0" presId="urn:microsoft.com/office/officeart/2005/8/layout/hierarchy1"/>
    <dgm:cxn modelId="{753DA280-C27B-E94B-BEB0-54CBE2D4D022}" type="presParOf" srcId="{41520DA9-5488-1243-A37B-E07AA95DD8CA}" destId="{D07A0AF3-7FF4-6E4E-93B9-D4F762C250C2}" srcOrd="1" destOrd="0" presId="urn:microsoft.com/office/officeart/2005/8/layout/hierarchy1"/>
    <dgm:cxn modelId="{8CBC73BA-22F4-CB4E-9D60-D1F4AF225847}" type="presParOf" srcId="{0992834C-3673-AF4C-A0CE-FE8B72EE15FF}" destId="{AE7DE667-B150-0543-812F-B9C15647D49F}" srcOrd="1" destOrd="0" presId="urn:microsoft.com/office/officeart/2005/8/layout/hierarchy1"/>
    <dgm:cxn modelId="{5F9FB98F-095E-3649-AFDA-58B940888ABF}" type="presParOf" srcId="{AE7DE667-B150-0543-812F-B9C15647D49F}" destId="{B728E9D8-E55B-8D44-A32F-C8B7DB3EE3BD}" srcOrd="0" destOrd="0" presId="urn:microsoft.com/office/officeart/2005/8/layout/hierarchy1"/>
    <dgm:cxn modelId="{93719713-6019-B748-9945-D38A2DE1B5B8}" type="presParOf" srcId="{B728E9D8-E55B-8D44-A32F-C8B7DB3EE3BD}" destId="{19112B51-AC70-3C47-9319-31DEBD2524B3}" srcOrd="0" destOrd="0" presId="urn:microsoft.com/office/officeart/2005/8/layout/hierarchy1"/>
    <dgm:cxn modelId="{A7F54800-5459-A74F-B372-B569D063D421}" type="presParOf" srcId="{B728E9D8-E55B-8D44-A32F-C8B7DB3EE3BD}" destId="{3CF38CAE-D79F-E64D-95C2-CA4B035FB882}" srcOrd="1" destOrd="0" presId="urn:microsoft.com/office/officeart/2005/8/layout/hierarchy1"/>
    <dgm:cxn modelId="{F36A5404-01A4-EB4E-A923-64ECFB800603}" type="presParOf" srcId="{AE7DE667-B150-0543-812F-B9C15647D49F}" destId="{9205580D-84B3-AE42-91A8-38718D470845}"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E1D5FD-C969-B741-A388-4361C8F402DA}">
      <dsp:nvSpPr>
        <dsp:cNvPr id="0" name=""/>
        <dsp:cNvSpPr/>
      </dsp:nvSpPr>
      <dsp:spPr>
        <a:xfrm>
          <a:off x="0" y="780668"/>
          <a:ext cx="6263640" cy="71954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What is Accountability Really</a:t>
          </a:r>
        </a:p>
      </dsp:txBody>
      <dsp:txXfrm>
        <a:off x="35125" y="815793"/>
        <a:ext cx="6193390" cy="649299"/>
      </dsp:txXfrm>
    </dsp:sp>
    <dsp:sp modelId="{C5632A82-4EA1-6D49-8766-3AADE04A5CEF}">
      <dsp:nvSpPr>
        <dsp:cNvPr id="0" name=""/>
        <dsp:cNvSpPr/>
      </dsp:nvSpPr>
      <dsp:spPr>
        <a:xfrm>
          <a:off x="0" y="1586618"/>
          <a:ext cx="6263640" cy="719549"/>
        </a:xfrm>
        <a:prstGeom prst="roundRect">
          <a:avLst/>
        </a:prstGeom>
        <a:solidFill>
          <a:schemeClr val="accent2">
            <a:hueOff val="-363841"/>
            <a:satOff val="-20982"/>
            <a:lumOff val="215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Developing an Accountability Mindset</a:t>
          </a:r>
        </a:p>
      </dsp:txBody>
      <dsp:txXfrm>
        <a:off x="35125" y="1621743"/>
        <a:ext cx="6193390" cy="649299"/>
      </dsp:txXfrm>
    </dsp:sp>
    <dsp:sp modelId="{C0A28298-5376-FB4C-91D7-F250C20C4A95}">
      <dsp:nvSpPr>
        <dsp:cNvPr id="0" name=""/>
        <dsp:cNvSpPr/>
      </dsp:nvSpPr>
      <dsp:spPr>
        <a:xfrm>
          <a:off x="0" y="2392568"/>
          <a:ext cx="6263640" cy="719549"/>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Creating an Accountability Habit</a:t>
          </a:r>
        </a:p>
      </dsp:txBody>
      <dsp:txXfrm>
        <a:off x="35125" y="2427693"/>
        <a:ext cx="6193390" cy="649299"/>
      </dsp:txXfrm>
    </dsp:sp>
    <dsp:sp modelId="{22E333C5-B416-0549-81F1-3E86B8DD8123}">
      <dsp:nvSpPr>
        <dsp:cNvPr id="0" name=""/>
        <dsp:cNvSpPr/>
      </dsp:nvSpPr>
      <dsp:spPr>
        <a:xfrm>
          <a:off x="0" y="3198518"/>
          <a:ext cx="6263640" cy="719549"/>
        </a:xfrm>
        <a:prstGeom prst="roundRect">
          <a:avLst/>
        </a:prstGeom>
        <a:solidFill>
          <a:schemeClr val="accent2">
            <a:hueOff val="-1091522"/>
            <a:satOff val="-62946"/>
            <a:lumOff val="6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The GROW method</a:t>
          </a:r>
        </a:p>
      </dsp:txBody>
      <dsp:txXfrm>
        <a:off x="35125" y="3233643"/>
        <a:ext cx="6193390" cy="649299"/>
      </dsp:txXfrm>
    </dsp:sp>
    <dsp:sp modelId="{8696C4A4-7B84-6D4E-AB9A-7543A36A4779}">
      <dsp:nvSpPr>
        <dsp:cNvPr id="0" name=""/>
        <dsp:cNvSpPr/>
      </dsp:nvSpPr>
      <dsp:spPr>
        <a:xfrm>
          <a:off x="0" y="4004469"/>
          <a:ext cx="6263640" cy="719549"/>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Effective Communications in Feedback</a:t>
          </a:r>
        </a:p>
      </dsp:txBody>
      <dsp:txXfrm>
        <a:off x="35125" y="4039594"/>
        <a:ext cx="6193390" cy="6492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21B242-43A3-4FB3-8C7A-AB1569FA46A3}">
      <dsp:nvSpPr>
        <dsp:cNvPr id="0" name=""/>
        <dsp:cNvSpPr/>
      </dsp:nvSpPr>
      <dsp:spPr>
        <a:xfrm>
          <a:off x="289025" y="900306"/>
          <a:ext cx="897486" cy="89748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E93F00-289B-46A1-9ADD-DC83E82354C9}">
      <dsp:nvSpPr>
        <dsp:cNvPr id="0" name=""/>
        <dsp:cNvSpPr/>
      </dsp:nvSpPr>
      <dsp:spPr>
        <a:xfrm>
          <a:off x="480292" y="1091574"/>
          <a:ext cx="514951" cy="5149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F11632-BD14-4526-80B6-E4251C46EDEC}">
      <dsp:nvSpPr>
        <dsp:cNvPr id="0" name=""/>
        <dsp:cNvSpPr/>
      </dsp:nvSpPr>
      <dsp:spPr>
        <a:xfrm>
          <a:off x="2123" y="2077337"/>
          <a:ext cx="1471289" cy="5885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Increased trust and reliability </a:t>
          </a:r>
        </a:p>
      </dsp:txBody>
      <dsp:txXfrm>
        <a:off x="2123" y="2077337"/>
        <a:ext cx="1471289" cy="588515"/>
      </dsp:txXfrm>
    </dsp:sp>
    <dsp:sp modelId="{FBB6EA84-95D3-4DF1-9C88-26452A7D9B85}">
      <dsp:nvSpPr>
        <dsp:cNvPr id="0" name=""/>
        <dsp:cNvSpPr/>
      </dsp:nvSpPr>
      <dsp:spPr>
        <a:xfrm>
          <a:off x="2017789" y="900306"/>
          <a:ext cx="897486" cy="89748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355D98-19CA-45B5-8FA6-D9952D920373}">
      <dsp:nvSpPr>
        <dsp:cNvPr id="0" name=""/>
        <dsp:cNvSpPr/>
      </dsp:nvSpPr>
      <dsp:spPr>
        <a:xfrm>
          <a:off x="2209057" y="1091574"/>
          <a:ext cx="514951" cy="5149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2A8BCAC-A834-44FD-B29B-6F1987509623}">
      <dsp:nvSpPr>
        <dsp:cNvPr id="0" name=""/>
        <dsp:cNvSpPr/>
      </dsp:nvSpPr>
      <dsp:spPr>
        <a:xfrm>
          <a:off x="1730888" y="2077337"/>
          <a:ext cx="1471289" cy="5885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Improved teamwork</a:t>
          </a:r>
        </a:p>
      </dsp:txBody>
      <dsp:txXfrm>
        <a:off x="1730888" y="2077337"/>
        <a:ext cx="1471289" cy="588515"/>
      </dsp:txXfrm>
    </dsp:sp>
    <dsp:sp modelId="{D87F0DB6-4FF0-4C6D-8C2F-F39A02E8635B}">
      <dsp:nvSpPr>
        <dsp:cNvPr id="0" name=""/>
        <dsp:cNvSpPr/>
      </dsp:nvSpPr>
      <dsp:spPr>
        <a:xfrm>
          <a:off x="3746554" y="900306"/>
          <a:ext cx="897486" cy="89748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1A172A-06C7-4B14-BF30-4B60D954DC03}">
      <dsp:nvSpPr>
        <dsp:cNvPr id="0" name=""/>
        <dsp:cNvSpPr/>
      </dsp:nvSpPr>
      <dsp:spPr>
        <a:xfrm>
          <a:off x="3937822" y="1091574"/>
          <a:ext cx="514951" cy="5149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87A7B43-DF26-4722-ADD2-BFD0F4205241}">
      <dsp:nvSpPr>
        <dsp:cNvPr id="0" name=""/>
        <dsp:cNvSpPr/>
      </dsp:nvSpPr>
      <dsp:spPr>
        <a:xfrm>
          <a:off x="3459653" y="2077337"/>
          <a:ext cx="1471289" cy="5885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Healthier relationships</a:t>
          </a:r>
        </a:p>
      </dsp:txBody>
      <dsp:txXfrm>
        <a:off x="3459653" y="2077337"/>
        <a:ext cx="1471289" cy="588515"/>
      </dsp:txXfrm>
    </dsp:sp>
    <dsp:sp modelId="{28037774-7E66-402F-8739-057E83432820}">
      <dsp:nvSpPr>
        <dsp:cNvPr id="0" name=""/>
        <dsp:cNvSpPr/>
      </dsp:nvSpPr>
      <dsp:spPr>
        <a:xfrm>
          <a:off x="5475319" y="900306"/>
          <a:ext cx="897486" cy="89748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707AFE-DC47-4871-B6A1-4A88ADDB4ACF}">
      <dsp:nvSpPr>
        <dsp:cNvPr id="0" name=""/>
        <dsp:cNvSpPr/>
      </dsp:nvSpPr>
      <dsp:spPr>
        <a:xfrm>
          <a:off x="5666586" y="1091574"/>
          <a:ext cx="514951" cy="51495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0D4B4B7-4072-46E1-BBA3-8D5CBEE6DFE4}">
      <dsp:nvSpPr>
        <dsp:cNvPr id="0" name=""/>
        <dsp:cNvSpPr/>
      </dsp:nvSpPr>
      <dsp:spPr>
        <a:xfrm>
          <a:off x="5188417" y="2077337"/>
          <a:ext cx="1471289" cy="5885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More productive</a:t>
          </a:r>
        </a:p>
      </dsp:txBody>
      <dsp:txXfrm>
        <a:off x="5188417" y="2077337"/>
        <a:ext cx="1471289" cy="588515"/>
      </dsp:txXfrm>
    </dsp:sp>
    <dsp:sp modelId="{5C36B949-D26D-44DF-8734-48A3C0C3511F}">
      <dsp:nvSpPr>
        <dsp:cNvPr id="0" name=""/>
        <dsp:cNvSpPr/>
      </dsp:nvSpPr>
      <dsp:spPr>
        <a:xfrm>
          <a:off x="7204083" y="900306"/>
          <a:ext cx="897486" cy="897486"/>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988D9B-6B08-4EBA-8722-074212896E7E}">
      <dsp:nvSpPr>
        <dsp:cNvPr id="0" name=""/>
        <dsp:cNvSpPr/>
      </dsp:nvSpPr>
      <dsp:spPr>
        <a:xfrm>
          <a:off x="7395351" y="1091574"/>
          <a:ext cx="514951" cy="51495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28260B2-ED52-498B-86C8-CDEC128D8B33}">
      <dsp:nvSpPr>
        <dsp:cNvPr id="0" name=""/>
        <dsp:cNvSpPr/>
      </dsp:nvSpPr>
      <dsp:spPr>
        <a:xfrm>
          <a:off x="6917182" y="2077337"/>
          <a:ext cx="1471289" cy="5885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Saves time</a:t>
          </a:r>
        </a:p>
      </dsp:txBody>
      <dsp:txXfrm>
        <a:off x="6917182" y="2077337"/>
        <a:ext cx="1471289" cy="588515"/>
      </dsp:txXfrm>
    </dsp:sp>
    <dsp:sp modelId="{74181971-2A02-4678-879C-FBDA2E6269FC}">
      <dsp:nvSpPr>
        <dsp:cNvPr id="0" name=""/>
        <dsp:cNvSpPr/>
      </dsp:nvSpPr>
      <dsp:spPr>
        <a:xfrm>
          <a:off x="8932848" y="900306"/>
          <a:ext cx="897486" cy="89748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99CAD9-D388-415C-8242-D8E479B6AB68}">
      <dsp:nvSpPr>
        <dsp:cNvPr id="0" name=""/>
        <dsp:cNvSpPr/>
      </dsp:nvSpPr>
      <dsp:spPr>
        <a:xfrm>
          <a:off x="9124116" y="1091574"/>
          <a:ext cx="514951" cy="514951"/>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D77D80-6CCA-42C4-ABEF-79B4943A5AE0}">
      <dsp:nvSpPr>
        <dsp:cNvPr id="0" name=""/>
        <dsp:cNvSpPr/>
      </dsp:nvSpPr>
      <dsp:spPr>
        <a:xfrm>
          <a:off x="8645947" y="2077337"/>
          <a:ext cx="1471289" cy="5885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Less stress</a:t>
          </a:r>
        </a:p>
      </dsp:txBody>
      <dsp:txXfrm>
        <a:off x="8645947" y="2077337"/>
        <a:ext cx="1471289" cy="5885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09E304-BC8F-0F4D-B3CB-3FCB7B424B4A}">
      <dsp:nvSpPr>
        <dsp:cNvPr id="0" name=""/>
        <dsp:cNvSpPr/>
      </dsp:nvSpPr>
      <dsp:spPr>
        <a:xfrm>
          <a:off x="46" y="244621"/>
          <a:ext cx="4442843" cy="941613"/>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a:lnSpc>
              <a:spcPct val="90000"/>
            </a:lnSpc>
            <a:spcBef>
              <a:spcPct val="0"/>
            </a:spcBef>
            <a:spcAft>
              <a:spcPct val="35000"/>
            </a:spcAft>
            <a:buNone/>
          </a:pPr>
          <a:r>
            <a:rPr lang="en-US" sz="2600" kern="1200"/>
            <a:t>Learn from the opportunities provided in missing the mark.  </a:t>
          </a:r>
        </a:p>
      </dsp:txBody>
      <dsp:txXfrm>
        <a:off x="46" y="244621"/>
        <a:ext cx="4442843" cy="941613"/>
      </dsp:txXfrm>
    </dsp:sp>
    <dsp:sp modelId="{CDE33104-9869-E44B-BE4D-44D2FC10C3C4}">
      <dsp:nvSpPr>
        <dsp:cNvPr id="0" name=""/>
        <dsp:cNvSpPr/>
      </dsp:nvSpPr>
      <dsp:spPr>
        <a:xfrm>
          <a:off x="46" y="1186234"/>
          <a:ext cx="4442843" cy="228384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en-US" sz="2600" kern="1200"/>
            <a:t>What challenges presented themselves?  </a:t>
          </a:r>
        </a:p>
        <a:p>
          <a:pPr marL="228600" lvl="1" indent="-228600" algn="l" defTabSz="1155700">
            <a:lnSpc>
              <a:spcPct val="90000"/>
            </a:lnSpc>
            <a:spcBef>
              <a:spcPct val="0"/>
            </a:spcBef>
            <a:spcAft>
              <a:spcPct val="15000"/>
            </a:spcAft>
            <a:buChar char="•"/>
          </a:pPr>
          <a:r>
            <a:rPr lang="en-US" sz="2600" kern="1200"/>
            <a:t>How did you fall off track?  </a:t>
          </a:r>
        </a:p>
        <a:p>
          <a:pPr marL="228600" lvl="1" indent="-228600" algn="l" defTabSz="1155700">
            <a:lnSpc>
              <a:spcPct val="90000"/>
            </a:lnSpc>
            <a:spcBef>
              <a:spcPct val="0"/>
            </a:spcBef>
            <a:spcAft>
              <a:spcPct val="15000"/>
            </a:spcAft>
            <a:buChar char="•"/>
          </a:pPr>
          <a:r>
            <a:rPr lang="en-US" sz="2600" kern="1200" dirty="0"/>
            <a:t>What could help going forward on this?</a:t>
          </a:r>
        </a:p>
      </dsp:txBody>
      <dsp:txXfrm>
        <a:off x="46" y="1186234"/>
        <a:ext cx="4442843" cy="2283840"/>
      </dsp:txXfrm>
    </dsp:sp>
    <dsp:sp modelId="{B8A50975-EF7A-4246-9E18-44C6B05A0C55}">
      <dsp:nvSpPr>
        <dsp:cNvPr id="0" name=""/>
        <dsp:cNvSpPr/>
      </dsp:nvSpPr>
      <dsp:spPr>
        <a:xfrm>
          <a:off x="5064888" y="244621"/>
          <a:ext cx="4442843" cy="941613"/>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a:lnSpc>
              <a:spcPct val="90000"/>
            </a:lnSpc>
            <a:spcBef>
              <a:spcPct val="0"/>
            </a:spcBef>
            <a:spcAft>
              <a:spcPct val="35000"/>
            </a:spcAft>
            <a:buNone/>
          </a:pPr>
          <a:r>
            <a:rPr lang="en-US" sz="2600" kern="1200"/>
            <a:t>Don’t forget to celebrate successes along the way too. </a:t>
          </a:r>
        </a:p>
      </dsp:txBody>
      <dsp:txXfrm>
        <a:off x="5064888" y="244621"/>
        <a:ext cx="4442843" cy="941613"/>
      </dsp:txXfrm>
    </dsp:sp>
    <dsp:sp modelId="{0267786D-40DE-D84E-A944-0B3455AEA612}">
      <dsp:nvSpPr>
        <dsp:cNvPr id="0" name=""/>
        <dsp:cNvSpPr/>
      </dsp:nvSpPr>
      <dsp:spPr>
        <a:xfrm>
          <a:off x="5064888" y="1186234"/>
          <a:ext cx="4442843" cy="2283840"/>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en-US" sz="2600" kern="1200"/>
            <a:t>Set micro achievements to celebrate moving the needle.  </a:t>
          </a:r>
        </a:p>
      </dsp:txBody>
      <dsp:txXfrm>
        <a:off x="5064888" y="1186234"/>
        <a:ext cx="4442843" cy="22838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314540-D4B5-B540-8354-0D4A85B42868}">
      <dsp:nvSpPr>
        <dsp:cNvPr id="0" name=""/>
        <dsp:cNvSpPr/>
      </dsp:nvSpPr>
      <dsp:spPr>
        <a:xfrm>
          <a:off x="4108" y="230822"/>
          <a:ext cx="2470500" cy="4608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a:t>Goal:  </a:t>
          </a:r>
        </a:p>
      </dsp:txBody>
      <dsp:txXfrm>
        <a:off x="4108" y="230822"/>
        <a:ext cx="2470500" cy="460800"/>
      </dsp:txXfrm>
    </dsp:sp>
    <dsp:sp modelId="{9EFBAA1F-E66F-A94F-BFA7-E20FE3041BF1}">
      <dsp:nvSpPr>
        <dsp:cNvPr id="0" name=""/>
        <dsp:cNvSpPr/>
      </dsp:nvSpPr>
      <dsp:spPr>
        <a:xfrm>
          <a:off x="4108" y="691622"/>
          <a:ext cx="2470500" cy="276696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t>What are we working towards achieving?	 </a:t>
          </a:r>
        </a:p>
        <a:p>
          <a:pPr marL="171450" lvl="1" indent="-171450" algn="l" defTabSz="711200">
            <a:lnSpc>
              <a:spcPct val="90000"/>
            </a:lnSpc>
            <a:spcBef>
              <a:spcPct val="0"/>
            </a:spcBef>
            <a:spcAft>
              <a:spcPct val="15000"/>
            </a:spcAft>
            <a:buChar char="•"/>
          </a:pPr>
          <a:r>
            <a:rPr lang="en-US" sz="1600" kern="1200" dirty="0"/>
            <a:t>How will we know when we get there? </a:t>
          </a:r>
        </a:p>
        <a:p>
          <a:pPr marL="171450" lvl="1" indent="-171450" algn="l" defTabSz="711200">
            <a:lnSpc>
              <a:spcPct val="90000"/>
            </a:lnSpc>
            <a:spcBef>
              <a:spcPct val="0"/>
            </a:spcBef>
            <a:spcAft>
              <a:spcPct val="15000"/>
            </a:spcAft>
            <a:buChar char="•"/>
          </a:pPr>
          <a:r>
            <a:rPr lang="en-US" sz="1600" kern="1200" dirty="0"/>
            <a:t>SMART goal (specific, measurable, attainable, realistic, and time-bound)</a:t>
          </a:r>
        </a:p>
      </dsp:txBody>
      <dsp:txXfrm>
        <a:off x="4108" y="691622"/>
        <a:ext cx="2470500" cy="2766960"/>
      </dsp:txXfrm>
    </dsp:sp>
    <dsp:sp modelId="{F4083701-811D-0041-9E8D-44746D55FEDB}">
      <dsp:nvSpPr>
        <dsp:cNvPr id="0" name=""/>
        <dsp:cNvSpPr/>
      </dsp:nvSpPr>
      <dsp:spPr>
        <a:xfrm>
          <a:off x="2820479" y="230822"/>
          <a:ext cx="2470500" cy="460800"/>
        </a:xfrm>
        <a:prstGeom prst="rect">
          <a:avLst/>
        </a:prstGeom>
        <a:solidFill>
          <a:schemeClr val="accent2">
            <a:hueOff val="-485121"/>
            <a:satOff val="-27976"/>
            <a:lumOff val="2876"/>
            <a:alphaOff val="0"/>
          </a:schemeClr>
        </a:solidFill>
        <a:ln w="12700" cap="flat" cmpd="sng" algn="ctr">
          <a:solidFill>
            <a:schemeClr val="accent2">
              <a:hueOff val="-485121"/>
              <a:satOff val="-27976"/>
              <a:lumOff val="28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a:t>Reality: </a:t>
          </a:r>
        </a:p>
      </dsp:txBody>
      <dsp:txXfrm>
        <a:off x="2820479" y="230822"/>
        <a:ext cx="2470500" cy="460800"/>
      </dsp:txXfrm>
    </dsp:sp>
    <dsp:sp modelId="{4074E059-D7AA-1B4F-9AF6-7ECE8926217C}">
      <dsp:nvSpPr>
        <dsp:cNvPr id="0" name=""/>
        <dsp:cNvSpPr/>
      </dsp:nvSpPr>
      <dsp:spPr>
        <a:xfrm>
          <a:off x="2820479" y="691622"/>
          <a:ext cx="2470500" cy="2766960"/>
        </a:xfrm>
        <a:prstGeom prst="rect">
          <a:avLst/>
        </a:prstGeom>
        <a:solidFill>
          <a:schemeClr val="accent2">
            <a:tint val="40000"/>
            <a:alpha val="90000"/>
            <a:hueOff val="-283075"/>
            <a:satOff val="-25115"/>
            <a:lumOff val="-256"/>
            <a:alphaOff val="0"/>
          </a:schemeClr>
        </a:solidFill>
        <a:ln w="12700" cap="flat" cmpd="sng" algn="ctr">
          <a:solidFill>
            <a:schemeClr val="accent2">
              <a:tint val="40000"/>
              <a:alpha val="90000"/>
              <a:hueOff val="-283075"/>
              <a:satOff val="-25115"/>
              <a:lumOff val="-25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a:t>What is happening now?  </a:t>
          </a:r>
        </a:p>
        <a:p>
          <a:pPr marL="171450" lvl="1" indent="-171450" algn="l" defTabSz="711200">
            <a:lnSpc>
              <a:spcPct val="90000"/>
            </a:lnSpc>
            <a:spcBef>
              <a:spcPct val="0"/>
            </a:spcBef>
            <a:spcAft>
              <a:spcPct val="15000"/>
            </a:spcAft>
            <a:buChar char="•"/>
          </a:pPr>
          <a:r>
            <a:rPr lang="en-US" sz="1600" kern="1200"/>
            <a:t>What is going well?  </a:t>
          </a:r>
        </a:p>
        <a:p>
          <a:pPr marL="171450" lvl="1" indent="-171450" algn="l" defTabSz="711200">
            <a:lnSpc>
              <a:spcPct val="90000"/>
            </a:lnSpc>
            <a:spcBef>
              <a:spcPct val="0"/>
            </a:spcBef>
            <a:spcAft>
              <a:spcPct val="15000"/>
            </a:spcAft>
            <a:buChar char="•"/>
          </a:pPr>
          <a:r>
            <a:rPr lang="en-US" sz="1600" kern="1200" dirty="0"/>
            <a:t>What is challenging or not meeting the goal?</a:t>
          </a:r>
        </a:p>
      </dsp:txBody>
      <dsp:txXfrm>
        <a:off x="2820479" y="691622"/>
        <a:ext cx="2470500" cy="2766960"/>
      </dsp:txXfrm>
    </dsp:sp>
    <dsp:sp modelId="{94C5492D-7EFE-1D43-9893-D291AD0B413A}">
      <dsp:nvSpPr>
        <dsp:cNvPr id="0" name=""/>
        <dsp:cNvSpPr/>
      </dsp:nvSpPr>
      <dsp:spPr>
        <a:xfrm>
          <a:off x="5636849" y="230822"/>
          <a:ext cx="2470500" cy="460800"/>
        </a:xfrm>
        <a:prstGeom prst="rect">
          <a:avLst/>
        </a:prstGeom>
        <a:solidFill>
          <a:schemeClr val="accent2">
            <a:hueOff val="-970242"/>
            <a:satOff val="-55952"/>
            <a:lumOff val="5752"/>
            <a:alphaOff val="0"/>
          </a:schemeClr>
        </a:solidFill>
        <a:ln w="12700" cap="flat" cmpd="sng" algn="ctr">
          <a:solidFill>
            <a:schemeClr val="accent2">
              <a:hueOff val="-970242"/>
              <a:satOff val="-55952"/>
              <a:lumOff val="575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a:t>Opportunity: </a:t>
          </a:r>
        </a:p>
      </dsp:txBody>
      <dsp:txXfrm>
        <a:off x="5636849" y="230822"/>
        <a:ext cx="2470500" cy="460800"/>
      </dsp:txXfrm>
    </dsp:sp>
    <dsp:sp modelId="{CEC8B0F2-ABFB-3748-BF2A-9A94622A10C9}">
      <dsp:nvSpPr>
        <dsp:cNvPr id="0" name=""/>
        <dsp:cNvSpPr/>
      </dsp:nvSpPr>
      <dsp:spPr>
        <a:xfrm>
          <a:off x="5636849" y="691622"/>
          <a:ext cx="2470500" cy="2766960"/>
        </a:xfrm>
        <a:prstGeom prst="rect">
          <a:avLst/>
        </a:prstGeom>
        <a:solidFill>
          <a:schemeClr val="accent2">
            <a:tint val="40000"/>
            <a:alpha val="90000"/>
            <a:hueOff val="-566151"/>
            <a:satOff val="-50231"/>
            <a:lumOff val="-513"/>
            <a:alphaOff val="0"/>
          </a:schemeClr>
        </a:solidFill>
        <a:ln w="12700" cap="flat" cmpd="sng" algn="ctr">
          <a:solidFill>
            <a:schemeClr val="accent2">
              <a:tint val="40000"/>
              <a:alpha val="90000"/>
              <a:hueOff val="-566151"/>
              <a:satOff val="-50231"/>
              <a:lumOff val="-51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a:t>Brainstorm Session of Solutions to the challenges or blocks to reaching the goal.  </a:t>
          </a:r>
        </a:p>
        <a:p>
          <a:pPr marL="171450" lvl="1" indent="-171450" algn="l" defTabSz="711200">
            <a:lnSpc>
              <a:spcPct val="90000"/>
            </a:lnSpc>
            <a:spcBef>
              <a:spcPct val="0"/>
            </a:spcBef>
            <a:spcAft>
              <a:spcPct val="15000"/>
            </a:spcAft>
            <a:buChar char="•"/>
          </a:pPr>
          <a:r>
            <a:rPr lang="en-US" sz="1600" kern="1200"/>
            <a:t>What else could you do?  What is that constraint were removed – would it change things?  </a:t>
          </a:r>
        </a:p>
        <a:p>
          <a:pPr marL="171450" lvl="1" indent="-171450" algn="l" defTabSz="711200">
            <a:lnSpc>
              <a:spcPct val="90000"/>
            </a:lnSpc>
            <a:spcBef>
              <a:spcPct val="0"/>
            </a:spcBef>
            <a:spcAft>
              <a:spcPct val="15000"/>
            </a:spcAft>
            <a:buChar char="•"/>
          </a:pPr>
          <a:r>
            <a:rPr lang="en-US" sz="1600" kern="1200"/>
            <a:t>What are the advantages and disadvantages of each option?</a:t>
          </a:r>
        </a:p>
      </dsp:txBody>
      <dsp:txXfrm>
        <a:off x="5636849" y="691622"/>
        <a:ext cx="2470500" cy="2766960"/>
      </dsp:txXfrm>
    </dsp:sp>
    <dsp:sp modelId="{167A1E6D-4F6F-8B46-A875-C3D80857C392}">
      <dsp:nvSpPr>
        <dsp:cNvPr id="0" name=""/>
        <dsp:cNvSpPr/>
      </dsp:nvSpPr>
      <dsp:spPr>
        <a:xfrm>
          <a:off x="8453219" y="230822"/>
          <a:ext cx="2470500" cy="460800"/>
        </a:xfrm>
        <a:prstGeom prst="rect">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a:t>Way Forward: </a:t>
          </a:r>
        </a:p>
      </dsp:txBody>
      <dsp:txXfrm>
        <a:off x="8453219" y="230822"/>
        <a:ext cx="2470500" cy="460800"/>
      </dsp:txXfrm>
    </dsp:sp>
    <dsp:sp modelId="{6D05984C-4A1B-E84E-84DF-3EA72A068B44}">
      <dsp:nvSpPr>
        <dsp:cNvPr id="0" name=""/>
        <dsp:cNvSpPr/>
      </dsp:nvSpPr>
      <dsp:spPr>
        <a:xfrm>
          <a:off x="8453219" y="691622"/>
          <a:ext cx="2470500" cy="2766960"/>
        </a:xfrm>
        <a:prstGeom prst="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a:t>What will you do?  </a:t>
          </a:r>
        </a:p>
        <a:p>
          <a:pPr marL="171450" lvl="1" indent="-171450" algn="l" defTabSz="711200">
            <a:lnSpc>
              <a:spcPct val="90000"/>
            </a:lnSpc>
            <a:spcBef>
              <a:spcPct val="0"/>
            </a:spcBef>
            <a:spcAft>
              <a:spcPct val="15000"/>
            </a:spcAft>
            <a:buChar char="•"/>
          </a:pPr>
          <a:r>
            <a:rPr lang="en-US" sz="1600" kern="1200"/>
            <a:t>What is the plan or the commitment?  </a:t>
          </a:r>
        </a:p>
        <a:p>
          <a:pPr marL="171450" lvl="1" indent="-171450" algn="l" defTabSz="711200">
            <a:lnSpc>
              <a:spcPct val="90000"/>
            </a:lnSpc>
            <a:spcBef>
              <a:spcPct val="0"/>
            </a:spcBef>
            <a:spcAft>
              <a:spcPct val="15000"/>
            </a:spcAft>
            <a:buChar char="•"/>
          </a:pPr>
          <a:r>
            <a:rPr lang="en-US" sz="1600" kern="1200"/>
            <a:t>How will you stay accountable?  </a:t>
          </a:r>
        </a:p>
        <a:p>
          <a:pPr marL="171450" lvl="1" indent="-171450" algn="l" defTabSz="711200">
            <a:lnSpc>
              <a:spcPct val="90000"/>
            </a:lnSpc>
            <a:spcBef>
              <a:spcPct val="0"/>
            </a:spcBef>
            <a:spcAft>
              <a:spcPct val="15000"/>
            </a:spcAft>
            <a:buChar char="•"/>
          </a:pPr>
          <a:r>
            <a:rPr lang="en-US" sz="1600" kern="1200"/>
            <a:t>When will you touch base again?</a:t>
          </a:r>
        </a:p>
      </dsp:txBody>
      <dsp:txXfrm>
        <a:off x="8453219" y="691622"/>
        <a:ext cx="2470500" cy="276696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25A1F4-0A30-8649-B3A5-BC66F6F6F824}">
      <dsp:nvSpPr>
        <dsp:cNvPr id="0" name=""/>
        <dsp:cNvSpPr/>
      </dsp:nvSpPr>
      <dsp:spPr>
        <a:xfrm>
          <a:off x="10775" y="878839"/>
          <a:ext cx="2368690" cy="710607"/>
        </a:xfrm>
        <a:prstGeom prst="chevron">
          <a:avLst>
            <a:gd name="adj" fmla="val 30000"/>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740" tIns="87740" rIns="87740" bIns="87740" numCol="1" spcCol="1270" anchor="ctr" anchorCtr="0">
          <a:noAutofit/>
        </a:bodyPr>
        <a:lstStyle/>
        <a:p>
          <a:pPr marL="0" lvl="0" indent="0" algn="ctr" defTabSz="1244600">
            <a:lnSpc>
              <a:spcPct val="90000"/>
            </a:lnSpc>
            <a:spcBef>
              <a:spcPct val="0"/>
            </a:spcBef>
            <a:spcAft>
              <a:spcPct val="35000"/>
            </a:spcAft>
            <a:buNone/>
          </a:pPr>
          <a:r>
            <a:rPr lang="en-US" sz="2800" kern="1200" dirty="0"/>
            <a:t>Role</a:t>
          </a:r>
        </a:p>
      </dsp:txBody>
      <dsp:txXfrm>
        <a:off x="223957" y="878839"/>
        <a:ext cx="1942326" cy="710607"/>
      </dsp:txXfrm>
    </dsp:sp>
    <dsp:sp modelId="{B7C75C5A-C75A-EB4B-9C8F-EAF73C6A854C}">
      <dsp:nvSpPr>
        <dsp:cNvPr id="0" name=""/>
        <dsp:cNvSpPr/>
      </dsp:nvSpPr>
      <dsp:spPr>
        <a:xfrm>
          <a:off x="10775" y="1589447"/>
          <a:ext cx="2155508" cy="1925912"/>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333" tIns="170333" rIns="170333" bIns="340666" numCol="1" spcCol="1270" anchor="t" anchorCtr="0">
          <a:noAutofit/>
        </a:bodyPr>
        <a:lstStyle/>
        <a:p>
          <a:pPr marL="0" lvl="0" indent="0" algn="l" defTabSz="889000">
            <a:lnSpc>
              <a:spcPct val="90000"/>
            </a:lnSpc>
            <a:spcBef>
              <a:spcPct val="0"/>
            </a:spcBef>
            <a:spcAft>
              <a:spcPct val="35000"/>
            </a:spcAft>
            <a:buNone/>
          </a:pPr>
          <a:r>
            <a:rPr lang="en-US" sz="2000" kern="1200"/>
            <a:t>Know your role</a:t>
          </a:r>
        </a:p>
      </dsp:txBody>
      <dsp:txXfrm>
        <a:off x="10775" y="1589447"/>
        <a:ext cx="2155508" cy="1925912"/>
      </dsp:txXfrm>
    </dsp:sp>
    <dsp:sp modelId="{EDCC8B74-1E00-154D-8602-053F4D998F2A}">
      <dsp:nvSpPr>
        <dsp:cNvPr id="0" name=""/>
        <dsp:cNvSpPr/>
      </dsp:nvSpPr>
      <dsp:spPr>
        <a:xfrm>
          <a:off x="2332730" y="878839"/>
          <a:ext cx="2368690" cy="710607"/>
        </a:xfrm>
        <a:prstGeom prst="chevron">
          <a:avLst>
            <a:gd name="adj" fmla="val 30000"/>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740" tIns="87740" rIns="87740" bIns="87740" numCol="1" spcCol="1270" anchor="ctr" anchorCtr="0">
          <a:noAutofit/>
        </a:bodyPr>
        <a:lstStyle/>
        <a:p>
          <a:pPr marL="0" lvl="0" indent="0" algn="ctr" defTabSz="1244600">
            <a:lnSpc>
              <a:spcPct val="90000"/>
            </a:lnSpc>
            <a:spcBef>
              <a:spcPct val="0"/>
            </a:spcBef>
            <a:spcAft>
              <a:spcPct val="35000"/>
            </a:spcAft>
            <a:buNone/>
          </a:pPr>
          <a:r>
            <a:rPr lang="en-US" sz="2800" kern="1200" dirty="0"/>
            <a:t>Honesty</a:t>
          </a:r>
        </a:p>
      </dsp:txBody>
      <dsp:txXfrm>
        <a:off x="2545912" y="878839"/>
        <a:ext cx="1942326" cy="710607"/>
      </dsp:txXfrm>
    </dsp:sp>
    <dsp:sp modelId="{4FB17683-6F8A-AB41-ACAE-EB3205080801}">
      <dsp:nvSpPr>
        <dsp:cNvPr id="0" name=""/>
        <dsp:cNvSpPr/>
      </dsp:nvSpPr>
      <dsp:spPr>
        <a:xfrm>
          <a:off x="2332730" y="1589447"/>
          <a:ext cx="2155508" cy="1925912"/>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333" tIns="170333" rIns="170333" bIns="340666" numCol="1" spcCol="1270" anchor="t" anchorCtr="0">
          <a:noAutofit/>
        </a:bodyPr>
        <a:lstStyle/>
        <a:p>
          <a:pPr marL="0" lvl="0" indent="0" algn="l" defTabSz="889000">
            <a:lnSpc>
              <a:spcPct val="90000"/>
            </a:lnSpc>
            <a:spcBef>
              <a:spcPct val="0"/>
            </a:spcBef>
            <a:spcAft>
              <a:spcPct val="35000"/>
            </a:spcAft>
            <a:buNone/>
          </a:pPr>
          <a:r>
            <a:rPr lang="en-US" sz="2000" kern="1200"/>
            <a:t>Stick with honesty</a:t>
          </a:r>
        </a:p>
      </dsp:txBody>
      <dsp:txXfrm>
        <a:off x="2332730" y="1589447"/>
        <a:ext cx="2155508" cy="1925912"/>
      </dsp:txXfrm>
    </dsp:sp>
    <dsp:sp modelId="{D24A88EB-2F85-FA4D-B5E5-655411746F00}">
      <dsp:nvSpPr>
        <dsp:cNvPr id="0" name=""/>
        <dsp:cNvSpPr/>
      </dsp:nvSpPr>
      <dsp:spPr>
        <a:xfrm>
          <a:off x="4654686" y="878839"/>
          <a:ext cx="2368690" cy="710607"/>
        </a:xfrm>
        <a:prstGeom prst="chevron">
          <a:avLst>
            <a:gd name="adj" fmla="val 30000"/>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740" tIns="87740" rIns="87740" bIns="87740" numCol="1" spcCol="1270" anchor="ctr" anchorCtr="0">
          <a:noAutofit/>
        </a:bodyPr>
        <a:lstStyle/>
        <a:p>
          <a:pPr marL="0" lvl="0" indent="0" algn="ctr" defTabSz="1244600">
            <a:lnSpc>
              <a:spcPct val="90000"/>
            </a:lnSpc>
            <a:spcBef>
              <a:spcPct val="0"/>
            </a:spcBef>
            <a:spcAft>
              <a:spcPct val="35000"/>
            </a:spcAft>
            <a:buNone/>
          </a:pPr>
          <a:r>
            <a:rPr lang="en-US" sz="2800" kern="1200" dirty="0"/>
            <a:t>Apologize</a:t>
          </a:r>
        </a:p>
      </dsp:txBody>
      <dsp:txXfrm>
        <a:off x="4867868" y="878839"/>
        <a:ext cx="1942326" cy="710607"/>
      </dsp:txXfrm>
    </dsp:sp>
    <dsp:sp modelId="{BFAFF437-DF9D-4447-A858-2675270CEF72}">
      <dsp:nvSpPr>
        <dsp:cNvPr id="0" name=""/>
        <dsp:cNvSpPr/>
      </dsp:nvSpPr>
      <dsp:spPr>
        <a:xfrm>
          <a:off x="4654686" y="1589447"/>
          <a:ext cx="2155508" cy="1925912"/>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333" tIns="170333" rIns="170333" bIns="340666" numCol="1" spcCol="1270" anchor="t" anchorCtr="0">
          <a:noAutofit/>
        </a:bodyPr>
        <a:lstStyle/>
        <a:p>
          <a:pPr marL="0" lvl="0" indent="0" algn="l" defTabSz="889000">
            <a:lnSpc>
              <a:spcPct val="90000"/>
            </a:lnSpc>
            <a:spcBef>
              <a:spcPct val="0"/>
            </a:spcBef>
            <a:spcAft>
              <a:spcPct val="35000"/>
            </a:spcAft>
            <a:buNone/>
          </a:pPr>
          <a:r>
            <a:rPr lang="en-US" sz="2000" kern="1200" dirty="0"/>
            <a:t>Say sorry</a:t>
          </a:r>
        </a:p>
        <a:p>
          <a:pPr marL="0" lvl="0" indent="0" algn="l" defTabSz="889000">
            <a:lnSpc>
              <a:spcPct val="90000"/>
            </a:lnSpc>
            <a:spcBef>
              <a:spcPct val="0"/>
            </a:spcBef>
            <a:spcAft>
              <a:spcPct val="35000"/>
            </a:spcAft>
            <a:buNone/>
          </a:pPr>
          <a:r>
            <a:rPr lang="en-US" sz="2000" kern="1200" dirty="0"/>
            <a:t>Own mistakes</a:t>
          </a:r>
        </a:p>
      </dsp:txBody>
      <dsp:txXfrm>
        <a:off x="4654686" y="1589447"/>
        <a:ext cx="2155508" cy="1925912"/>
      </dsp:txXfrm>
    </dsp:sp>
    <dsp:sp modelId="{A24FD7C8-9753-C44E-9DC3-26F187A9C376}">
      <dsp:nvSpPr>
        <dsp:cNvPr id="0" name=""/>
        <dsp:cNvSpPr/>
      </dsp:nvSpPr>
      <dsp:spPr>
        <a:xfrm>
          <a:off x="6976641" y="878839"/>
          <a:ext cx="2368690" cy="710607"/>
        </a:xfrm>
        <a:prstGeom prst="chevron">
          <a:avLst>
            <a:gd name="adj" fmla="val 30000"/>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740" tIns="87740" rIns="87740" bIns="87740" numCol="1" spcCol="1270" anchor="ctr" anchorCtr="0">
          <a:noAutofit/>
        </a:bodyPr>
        <a:lstStyle/>
        <a:p>
          <a:pPr marL="0" lvl="0" indent="0" algn="ctr" defTabSz="1244600">
            <a:lnSpc>
              <a:spcPct val="90000"/>
            </a:lnSpc>
            <a:spcBef>
              <a:spcPct val="0"/>
            </a:spcBef>
            <a:spcAft>
              <a:spcPct val="35000"/>
            </a:spcAft>
            <a:buNone/>
          </a:pPr>
          <a:r>
            <a:rPr lang="en-US" sz="2800" kern="1200" dirty="0"/>
            <a:t>Time</a:t>
          </a:r>
        </a:p>
      </dsp:txBody>
      <dsp:txXfrm>
        <a:off x="7189823" y="878839"/>
        <a:ext cx="1942326" cy="710607"/>
      </dsp:txXfrm>
    </dsp:sp>
    <dsp:sp modelId="{DA872065-A98F-0349-83F4-EC85735ACFD4}">
      <dsp:nvSpPr>
        <dsp:cNvPr id="0" name=""/>
        <dsp:cNvSpPr/>
      </dsp:nvSpPr>
      <dsp:spPr>
        <a:xfrm>
          <a:off x="6976641" y="1589447"/>
          <a:ext cx="2155508" cy="1925912"/>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333" tIns="170333" rIns="170333" bIns="340666" numCol="1" spcCol="1270" anchor="t" anchorCtr="0">
          <a:noAutofit/>
        </a:bodyPr>
        <a:lstStyle/>
        <a:p>
          <a:pPr marL="0" lvl="0" indent="0" algn="l" defTabSz="889000">
            <a:lnSpc>
              <a:spcPct val="90000"/>
            </a:lnSpc>
            <a:spcBef>
              <a:spcPct val="0"/>
            </a:spcBef>
            <a:spcAft>
              <a:spcPct val="35000"/>
            </a:spcAft>
            <a:buNone/>
          </a:pPr>
          <a:r>
            <a:rPr lang="en-US" sz="2000" kern="1200"/>
            <a:t>Strong time management (prioritize, plan, move the needle on top goals)</a:t>
          </a:r>
        </a:p>
      </dsp:txBody>
      <dsp:txXfrm>
        <a:off x="6976641" y="1589447"/>
        <a:ext cx="2155508" cy="192591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1F298B-1FAB-0345-A45B-0B7669EF986C}">
      <dsp:nvSpPr>
        <dsp:cNvPr id="0" name=""/>
        <dsp:cNvSpPr/>
      </dsp:nvSpPr>
      <dsp:spPr>
        <a:xfrm>
          <a:off x="0" y="3763"/>
          <a:ext cx="6263640" cy="1747906"/>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dirty="0"/>
            <a:t>Ask for feedback</a:t>
          </a:r>
        </a:p>
      </dsp:txBody>
      <dsp:txXfrm>
        <a:off x="85326" y="89089"/>
        <a:ext cx="6092988" cy="1577254"/>
      </dsp:txXfrm>
    </dsp:sp>
    <dsp:sp modelId="{A22DB40C-EA73-9D49-90C5-17A624C01AFC}">
      <dsp:nvSpPr>
        <dsp:cNvPr id="0" name=""/>
        <dsp:cNvSpPr/>
      </dsp:nvSpPr>
      <dsp:spPr>
        <a:xfrm>
          <a:off x="0" y="1878390"/>
          <a:ext cx="6263640" cy="1747906"/>
        </a:xfrm>
        <a:prstGeom prst="round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dirty="0"/>
            <a:t>Regularly check-in where needed</a:t>
          </a:r>
        </a:p>
      </dsp:txBody>
      <dsp:txXfrm>
        <a:off x="85326" y="1963716"/>
        <a:ext cx="6092988" cy="1577254"/>
      </dsp:txXfrm>
    </dsp:sp>
    <dsp:sp modelId="{BDFB5886-0D9A-6744-ADAD-639CA6D72A6C}">
      <dsp:nvSpPr>
        <dsp:cNvPr id="0" name=""/>
        <dsp:cNvSpPr/>
      </dsp:nvSpPr>
      <dsp:spPr>
        <a:xfrm>
          <a:off x="0" y="3753017"/>
          <a:ext cx="6263640" cy="1747906"/>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a:t>Effective Communication</a:t>
          </a:r>
        </a:p>
      </dsp:txBody>
      <dsp:txXfrm>
        <a:off x="85326" y="3838343"/>
        <a:ext cx="6092988" cy="157725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110040-450C-434D-A059-A177D9524A19}">
      <dsp:nvSpPr>
        <dsp:cNvPr id="0" name=""/>
        <dsp:cNvSpPr/>
      </dsp:nvSpPr>
      <dsp:spPr>
        <a:xfrm>
          <a:off x="718664" y="202202"/>
          <a:ext cx="1955812" cy="195581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F4916E-83F2-41EC-92B5-1893B4A3E0CE}">
      <dsp:nvSpPr>
        <dsp:cNvPr id="0" name=""/>
        <dsp:cNvSpPr/>
      </dsp:nvSpPr>
      <dsp:spPr>
        <a:xfrm>
          <a:off x="1135476" y="619014"/>
          <a:ext cx="1122187" cy="11221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A8C257-E1FF-45F0-9A57-CA40B8D9A0BA}">
      <dsp:nvSpPr>
        <dsp:cNvPr id="0" name=""/>
        <dsp:cNvSpPr/>
      </dsp:nvSpPr>
      <dsp:spPr>
        <a:xfrm>
          <a:off x="93445" y="27672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11300">
            <a:lnSpc>
              <a:spcPct val="100000"/>
            </a:lnSpc>
            <a:spcBef>
              <a:spcPct val="0"/>
            </a:spcBef>
            <a:spcAft>
              <a:spcPct val="35000"/>
            </a:spcAft>
            <a:buNone/>
            <a:defRPr cap="all"/>
          </a:pPr>
          <a:r>
            <a:rPr lang="en-US" sz="3400" kern="1200"/>
            <a:t>Active Listening</a:t>
          </a:r>
        </a:p>
      </dsp:txBody>
      <dsp:txXfrm>
        <a:off x="93445" y="2767202"/>
        <a:ext cx="3206250" cy="720000"/>
      </dsp:txXfrm>
    </dsp:sp>
    <dsp:sp modelId="{6DBF92DA-D9D1-42BF-89F4-BD81EC06E5D6}">
      <dsp:nvSpPr>
        <dsp:cNvPr id="0" name=""/>
        <dsp:cNvSpPr/>
      </dsp:nvSpPr>
      <dsp:spPr>
        <a:xfrm>
          <a:off x="4486008" y="202202"/>
          <a:ext cx="1955812" cy="195581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D82710-D9AC-4F9A-AD40-D44981C02295}">
      <dsp:nvSpPr>
        <dsp:cNvPr id="0" name=""/>
        <dsp:cNvSpPr/>
      </dsp:nvSpPr>
      <dsp:spPr>
        <a:xfrm>
          <a:off x="4902820" y="619014"/>
          <a:ext cx="1122187" cy="11221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61758F2-2780-45CA-BD4A-0967ACB79DF3}">
      <dsp:nvSpPr>
        <dsp:cNvPr id="0" name=""/>
        <dsp:cNvSpPr/>
      </dsp:nvSpPr>
      <dsp:spPr>
        <a:xfrm>
          <a:off x="3860789" y="27672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11300">
            <a:lnSpc>
              <a:spcPct val="100000"/>
            </a:lnSpc>
            <a:spcBef>
              <a:spcPct val="0"/>
            </a:spcBef>
            <a:spcAft>
              <a:spcPct val="35000"/>
            </a:spcAft>
            <a:buNone/>
            <a:defRPr cap="all"/>
          </a:pPr>
          <a:r>
            <a:rPr lang="en-US" sz="3400" kern="1200" dirty="0"/>
            <a:t>Receiving</a:t>
          </a:r>
        </a:p>
      </dsp:txBody>
      <dsp:txXfrm>
        <a:off x="3860789" y="2767202"/>
        <a:ext cx="3206250" cy="720000"/>
      </dsp:txXfrm>
    </dsp:sp>
    <dsp:sp modelId="{E661B3FF-8DFC-4857-9B01-2A7F8B349563}">
      <dsp:nvSpPr>
        <dsp:cNvPr id="0" name=""/>
        <dsp:cNvSpPr/>
      </dsp:nvSpPr>
      <dsp:spPr>
        <a:xfrm>
          <a:off x="8253352" y="202202"/>
          <a:ext cx="1955812" cy="195581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40EC30-49A6-4943-9FA9-2A78AAB181DA}">
      <dsp:nvSpPr>
        <dsp:cNvPr id="0" name=""/>
        <dsp:cNvSpPr/>
      </dsp:nvSpPr>
      <dsp:spPr>
        <a:xfrm>
          <a:off x="8670164" y="619014"/>
          <a:ext cx="1122187" cy="11221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53C3C50-661C-4992-B350-B75F4580834B}">
      <dsp:nvSpPr>
        <dsp:cNvPr id="0" name=""/>
        <dsp:cNvSpPr/>
      </dsp:nvSpPr>
      <dsp:spPr>
        <a:xfrm>
          <a:off x="7628133" y="27672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11300">
            <a:lnSpc>
              <a:spcPct val="100000"/>
            </a:lnSpc>
            <a:spcBef>
              <a:spcPct val="0"/>
            </a:spcBef>
            <a:spcAft>
              <a:spcPct val="35000"/>
            </a:spcAft>
            <a:buNone/>
            <a:defRPr cap="all"/>
          </a:pPr>
          <a:r>
            <a:rPr lang="en-US" sz="3400" kern="1200" dirty="0"/>
            <a:t>Responding</a:t>
          </a:r>
        </a:p>
      </dsp:txBody>
      <dsp:txXfrm>
        <a:off x="7628133" y="2767202"/>
        <a:ext cx="3206250" cy="720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2E88AC-1AC2-4041-AC49-FEC7104035B1}">
      <dsp:nvSpPr>
        <dsp:cNvPr id="0" name=""/>
        <dsp:cNvSpPr/>
      </dsp:nvSpPr>
      <dsp:spPr>
        <a:xfrm>
          <a:off x="-4919424" y="-753830"/>
          <a:ext cx="5858998" cy="5858998"/>
        </a:xfrm>
        <a:prstGeom prst="blockArc">
          <a:avLst>
            <a:gd name="adj1" fmla="val 18900000"/>
            <a:gd name="adj2" fmla="val 2700000"/>
            <a:gd name="adj3" fmla="val 369"/>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4F182F3-C887-1D46-8B37-AC8EDABDFFB4}">
      <dsp:nvSpPr>
        <dsp:cNvPr id="0" name=""/>
        <dsp:cNvSpPr/>
      </dsp:nvSpPr>
      <dsp:spPr>
        <a:xfrm>
          <a:off x="411090" y="271871"/>
          <a:ext cx="10044785" cy="544091"/>
        </a:xfrm>
        <a:prstGeom prst="rect">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72" tIns="71120" rIns="71120" bIns="71120" numCol="1" spcCol="1270" anchor="ctr" anchorCtr="0">
          <a:noAutofit/>
        </a:bodyPr>
        <a:lstStyle/>
        <a:p>
          <a:pPr marL="0" lvl="0" indent="0" algn="l" defTabSz="1244600">
            <a:lnSpc>
              <a:spcPct val="90000"/>
            </a:lnSpc>
            <a:spcBef>
              <a:spcPct val="0"/>
            </a:spcBef>
            <a:spcAft>
              <a:spcPct val="35000"/>
            </a:spcAft>
            <a:buNone/>
          </a:pPr>
          <a:r>
            <a:rPr lang="en-US" sz="2800" kern="1200" dirty="0"/>
            <a:t>Eye Contact</a:t>
          </a:r>
        </a:p>
      </dsp:txBody>
      <dsp:txXfrm>
        <a:off x="411090" y="271871"/>
        <a:ext cx="10044785" cy="544091"/>
      </dsp:txXfrm>
    </dsp:sp>
    <dsp:sp modelId="{F1A56BA6-77B9-C74E-9614-4857CFCF868E}">
      <dsp:nvSpPr>
        <dsp:cNvPr id="0" name=""/>
        <dsp:cNvSpPr/>
      </dsp:nvSpPr>
      <dsp:spPr>
        <a:xfrm>
          <a:off x="71032" y="203860"/>
          <a:ext cx="680114" cy="680114"/>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F727EA5-7C11-B64D-A029-D2639FCF1525}">
      <dsp:nvSpPr>
        <dsp:cNvPr id="0" name=""/>
        <dsp:cNvSpPr/>
      </dsp:nvSpPr>
      <dsp:spPr>
        <a:xfrm>
          <a:off x="800969" y="1087747"/>
          <a:ext cx="9654905" cy="544091"/>
        </a:xfrm>
        <a:prstGeom prst="rect">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72" tIns="71120" rIns="71120" bIns="71120" numCol="1" spcCol="1270" anchor="ctr" anchorCtr="0">
          <a:noAutofit/>
        </a:bodyPr>
        <a:lstStyle/>
        <a:p>
          <a:pPr marL="0" lvl="0" indent="0" algn="l" defTabSz="1244600">
            <a:lnSpc>
              <a:spcPct val="90000"/>
            </a:lnSpc>
            <a:spcBef>
              <a:spcPct val="0"/>
            </a:spcBef>
            <a:spcAft>
              <a:spcPct val="35000"/>
            </a:spcAft>
            <a:buNone/>
          </a:pPr>
          <a:r>
            <a:rPr lang="en-US" sz="2800" kern="1200" dirty="0"/>
            <a:t>Listen to Understand</a:t>
          </a:r>
        </a:p>
      </dsp:txBody>
      <dsp:txXfrm>
        <a:off x="800969" y="1087747"/>
        <a:ext cx="9654905" cy="544091"/>
      </dsp:txXfrm>
    </dsp:sp>
    <dsp:sp modelId="{0D763585-B653-5842-81B7-3999595F7290}">
      <dsp:nvSpPr>
        <dsp:cNvPr id="0" name=""/>
        <dsp:cNvSpPr/>
      </dsp:nvSpPr>
      <dsp:spPr>
        <a:xfrm>
          <a:off x="460912" y="1019736"/>
          <a:ext cx="680114" cy="680114"/>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F7FAE3C-A58D-A14A-A791-D8489AC1D254}">
      <dsp:nvSpPr>
        <dsp:cNvPr id="0" name=""/>
        <dsp:cNvSpPr/>
      </dsp:nvSpPr>
      <dsp:spPr>
        <a:xfrm>
          <a:off x="920631" y="1903623"/>
          <a:ext cx="9535243" cy="544091"/>
        </a:xfrm>
        <a:prstGeom prst="rect">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72" tIns="71120" rIns="71120" bIns="71120" numCol="1" spcCol="1270" anchor="ctr" anchorCtr="0">
          <a:noAutofit/>
        </a:bodyPr>
        <a:lstStyle/>
        <a:p>
          <a:pPr marL="0" lvl="0" indent="0" algn="l" defTabSz="1244600">
            <a:lnSpc>
              <a:spcPct val="90000"/>
            </a:lnSpc>
            <a:spcBef>
              <a:spcPct val="0"/>
            </a:spcBef>
            <a:spcAft>
              <a:spcPct val="35000"/>
            </a:spcAft>
            <a:buNone/>
          </a:pPr>
          <a:r>
            <a:rPr lang="en-US" sz="2800" kern="1200" dirty="0"/>
            <a:t>Watch body language for clues</a:t>
          </a:r>
        </a:p>
      </dsp:txBody>
      <dsp:txXfrm>
        <a:off x="920631" y="1903623"/>
        <a:ext cx="9535243" cy="544091"/>
      </dsp:txXfrm>
    </dsp:sp>
    <dsp:sp modelId="{9F707BED-ED4C-E84E-8178-A3BC1A883915}">
      <dsp:nvSpPr>
        <dsp:cNvPr id="0" name=""/>
        <dsp:cNvSpPr/>
      </dsp:nvSpPr>
      <dsp:spPr>
        <a:xfrm>
          <a:off x="580574" y="1835611"/>
          <a:ext cx="680114" cy="680114"/>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676A7FE-1D00-4C4D-807D-C8B251C769B6}">
      <dsp:nvSpPr>
        <dsp:cNvPr id="0" name=""/>
        <dsp:cNvSpPr/>
      </dsp:nvSpPr>
      <dsp:spPr>
        <a:xfrm>
          <a:off x="800969" y="2719499"/>
          <a:ext cx="9654905" cy="544091"/>
        </a:xfrm>
        <a:prstGeom prst="rect">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72" tIns="71120" rIns="71120" bIns="71120" numCol="1" spcCol="1270" anchor="ctr" anchorCtr="0">
          <a:noAutofit/>
        </a:bodyPr>
        <a:lstStyle/>
        <a:p>
          <a:pPr marL="0" lvl="0" indent="0" algn="l" defTabSz="1244600">
            <a:lnSpc>
              <a:spcPct val="90000"/>
            </a:lnSpc>
            <a:spcBef>
              <a:spcPct val="0"/>
            </a:spcBef>
            <a:spcAft>
              <a:spcPct val="35000"/>
            </a:spcAft>
            <a:buNone/>
          </a:pPr>
          <a:r>
            <a:rPr lang="en-US" sz="2800" kern="1200" dirty="0"/>
            <a:t>Acknowledge and pay respect</a:t>
          </a:r>
        </a:p>
      </dsp:txBody>
      <dsp:txXfrm>
        <a:off x="800969" y="2719499"/>
        <a:ext cx="9654905" cy="544091"/>
      </dsp:txXfrm>
    </dsp:sp>
    <dsp:sp modelId="{6580E38D-1291-DD41-8065-3649FC386AAD}">
      <dsp:nvSpPr>
        <dsp:cNvPr id="0" name=""/>
        <dsp:cNvSpPr/>
      </dsp:nvSpPr>
      <dsp:spPr>
        <a:xfrm>
          <a:off x="460912" y="2651487"/>
          <a:ext cx="680114" cy="680114"/>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D8E448F-1C43-DD43-97B2-718943440423}">
      <dsp:nvSpPr>
        <dsp:cNvPr id="0" name=""/>
        <dsp:cNvSpPr/>
      </dsp:nvSpPr>
      <dsp:spPr>
        <a:xfrm>
          <a:off x="411090" y="3535375"/>
          <a:ext cx="10044785" cy="544091"/>
        </a:xfrm>
        <a:prstGeom prst="rect">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72" tIns="71120" rIns="71120" bIns="71120" numCol="1" spcCol="1270" anchor="ctr" anchorCtr="0">
          <a:noAutofit/>
        </a:bodyPr>
        <a:lstStyle/>
        <a:p>
          <a:pPr marL="0" lvl="0" indent="0" algn="l" defTabSz="1244600">
            <a:lnSpc>
              <a:spcPct val="90000"/>
            </a:lnSpc>
            <a:spcBef>
              <a:spcPct val="0"/>
            </a:spcBef>
            <a:spcAft>
              <a:spcPct val="35000"/>
            </a:spcAft>
            <a:buNone/>
          </a:pPr>
          <a:r>
            <a:rPr lang="en-US" sz="2800" kern="1200" dirty="0"/>
            <a:t>Repeat back to ensure you understand</a:t>
          </a:r>
        </a:p>
      </dsp:txBody>
      <dsp:txXfrm>
        <a:off x="411090" y="3535375"/>
        <a:ext cx="10044785" cy="544091"/>
      </dsp:txXfrm>
    </dsp:sp>
    <dsp:sp modelId="{DE134FAB-1507-D843-BE17-1AB99BB3EBE4}">
      <dsp:nvSpPr>
        <dsp:cNvPr id="0" name=""/>
        <dsp:cNvSpPr/>
      </dsp:nvSpPr>
      <dsp:spPr>
        <a:xfrm>
          <a:off x="71032" y="3467363"/>
          <a:ext cx="680114" cy="680114"/>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D47D4E-0E51-7146-A6E5-5D01378C2184}">
      <dsp:nvSpPr>
        <dsp:cNvPr id="0" name=""/>
        <dsp:cNvSpPr/>
      </dsp:nvSpPr>
      <dsp:spPr>
        <a:xfrm>
          <a:off x="2241532" y="998603"/>
          <a:ext cx="484885" cy="91440"/>
        </a:xfrm>
        <a:custGeom>
          <a:avLst/>
          <a:gdLst/>
          <a:ahLst/>
          <a:cxnLst/>
          <a:rect l="0" t="0" r="0" b="0"/>
          <a:pathLst>
            <a:path>
              <a:moveTo>
                <a:pt x="0" y="45720"/>
              </a:moveTo>
              <a:lnTo>
                <a:pt x="484885" y="45720"/>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71087" y="1041745"/>
        <a:ext cx="25774" cy="5154"/>
      </dsp:txXfrm>
    </dsp:sp>
    <dsp:sp modelId="{C3EEF6A1-2513-3749-BE84-B9EEAAF56B87}">
      <dsp:nvSpPr>
        <dsp:cNvPr id="0" name=""/>
        <dsp:cNvSpPr/>
      </dsp:nvSpPr>
      <dsp:spPr>
        <a:xfrm>
          <a:off x="2092" y="371951"/>
          <a:ext cx="2241239" cy="1344743"/>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844550">
            <a:lnSpc>
              <a:spcPct val="90000"/>
            </a:lnSpc>
            <a:spcBef>
              <a:spcPct val="0"/>
            </a:spcBef>
            <a:spcAft>
              <a:spcPct val="35000"/>
            </a:spcAft>
            <a:buNone/>
          </a:pPr>
          <a:r>
            <a:rPr lang="en-US" sz="1900" kern="1200" dirty="0"/>
            <a:t>Select a time you both can provide undivided attention.</a:t>
          </a:r>
        </a:p>
      </dsp:txBody>
      <dsp:txXfrm>
        <a:off x="2092" y="371951"/>
        <a:ext cx="2241239" cy="1344743"/>
      </dsp:txXfrm>
    </dsp:sp>
    <dsp:sp modelId="{0C222219-1A76-574D-A113-D914E1E9A75D}">
      <dsp:nvSpPr>
        <dsp:cNvPr id="0" name=""/>
        <dsp:cNvSpPr/>
      </dsp:nvSpPr>
      <dsp:spPr>
        <a:xfrm>
          <a:off x="4998257" y="998603"/>
          <a:ext cx="484885" cy="91440"/>
        </a:xfrm>
        <a:custGeom>
          <a:avLst/>
          <a:gdLst/>
          <a:ahLst/>
          <a:cxnLst/>
          <a:rect l="0" t="0" r="0" b="0"/>
          <a:pathLst>
            <a:path>
              <a:moveTo>
                <a:pt x="0" y="45720"/>
              </a:moveTo>
              <a:lnTo>
                <a:pt x="484885" y="45720"/>
              </a:lnTo>
            </a:path>
          </a:pathLst>
        </a:custGeom>
        <a:noFill/>
        <a:ln w="6350" cap="flat" cmpd="sng" algn="ctr">
          <a:solidFill>
            <a:schemeClr val="accent5">
              <a:hueOff val="-1351709"/>
              <a:satOff val="-3484"/>
              <a:lumOff val="-2353"/>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27812" y="1041745"/>
        <a:ext cx="25774" cy="5154"/>
      </dsp:txXfrm>
    </dsp:sp>
    <dsp:sp modelId="{7619EB24-9A23-EC42-BBAB-AC097D10918D}">
      <dsp:nvSpPr>
        <dsp:cNvPr id="0" name=""/>
        <dsp:cNvSpPr/>
      </dsp:nvSpPr>
      <dsp:spPr>
        <a:xfrm>
          <a:off x="2758817" y="371951"/>
          <a:ext cx="2241239" cy="1344743"/>
        </a:xfrm>
        <a:prstGeom prst="rect">
          <a:avLst/>
        </a:prstGeom>
        <a:solidFill>
          <a:schemeClr val="accent5">
            <a:hueOff val="-1126424"/>
            <a:satOff val="-2903"/>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844550">
            <a:lnSpc>
              <a:spcPct val="90000"/>
            </a:lnSpc>
            <a:spcBef>
              <a:spcPct val="0"/>
            </a:spcBef>
            <a:spcAft>
              <a:spcPct val="35000"/>
            </a:spcAft>
            <a:buNone/>
          </a:pPr>
          <a:r>
            <a:rPr lang="en-US" sz="1900" kern="1200" dirty="0"/>
            <a:t>Focus on the </a:t>
          </a:r>
          <a:r>
            <a:rPr lang="en-US" sz="1900" u="sng" kern="1200" dirty="0"/>
            <a:t>facts</a:t>
          </a:r>
          <a:endParaRPr lang="en-US" sz="1900" kern="1200" dirty="0"/>
        </a:p>
      </dsp:txBody>
      <dsp:txXfrm>
        <a:off x="2758817" y="371951"/>
        <a:ext cx="2241239" cy="1344743"/>
      </dsp:txXfrm>
    </dsp:sp>
    <dsp:sp modelId="{1B05B52E-F108-EE4E-BA4B-0C68BF017FE0}">
      <dsp:nvSpPr>
        <dsp:cNvPr id="0" name=""/>
        <dsp:cNvSpPr/>
      </dsp:nvSpPr>
      <dsp:spPr>
        <a:xfrm>
          <a:off x="7754982" y="998603"/>
          <a:ext cx="484885" cy="91440"/>
        </a:xfrm>
        <a:custGeom>
          <a:avLst/>
          <a:gdLst/>
          <a:ahLst/>
          <a:cxnLst/>
          <a:rect l="0" t="0" r="0" b="0"/>
          <a:pathLst>
            <a:path>
              <a:moveTo>
                <a:pt x="0" y="45720"/>
              </a:moveTo>
              <a:lnTo>
                <a:pt x="484885" y="45720"/>
              </a:lnTo>
            </a:path>
          </a:pathLst>
        </a:custGeom>
        <a:noFill/>
        <a:ln w="6350" cap="flat" cmpd="sng" algn="ctr">
          <a:solidFill>
            <a:schemeClr val="accent5">
              <a:hueOff val="-2703417"/>
              <a:satOff val="-6968"/>
              <a:lumOff val="-4706"/>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984537" y="1041745"/>
        <a:ext cx="25774" cy="5154"/>
      </dsp:txXfrm>
    </dsp:sp>
    <dsp:sp modelId="{B80B297C-FDE0-E548-98AA-4485EEC2A26B}">
      <dsp:nvSpPr>
        <dsp:cNvPr id="0" name=""/>
        <dsp:cNvSpPr/>
      </dsp:nvSpPr>
      <dsp:spPr>
        <a:xfrm>
          <a:off x="5515542" y="371951"/>
          <a:ext cx="2241239" cy="1344743"/>
        </a:xfrm>
        <a:prstGeom prst="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844550">
            <a:lnSpc>
              <a:spcPct val="90000"/>
            </a:lnSpc>
            <a:spcBef>
              <a:spcPct val="0"/>
            </a:spcBef>
            <a:spcAft>
              <a:spcPct val="35000"/>
            </a:spcAft>
            <a:buNone/>
          </a:pPr>
          <a:r>
            <a:rPr lang="en-US" sz="1900" kern="1200" dirty="0"/>
            <a:t>Clarify the feedback</a:t>
          </a:r>
        </a:p>
      </dsp:txBody>
      <dsp:txXfrm>
        <a:off x="5515542" y="371951"/>
        <a:ext cx="2241239" cy="1344743"/>
      </dsp:txXfrm>
    </dsp:sp>
    <dsp:sp modelId="{07F5D861-FF00-0B41-84DF-DC3F5584BD86}">
      <dsp:nvSpPr>
        <dsp:cNvPr id="0" name=""/>
        <dsp:cNvSpPr/>
      </dsp:nvSpPr>
      <dsp:spPr>
        <a:xfrm>
          <a:off x="1122712" y="1714895"/>
          <a:ext cx="8270175" cy="484885"/>
        </a:xfrm>
        <a:custGeom>
          <a:avLst/>
          <a:gdLst/>
          <a:ahLst/>
          <a:cxnLst/>
          <a:rect l="0" t="0" r="0" b="0"/>
          <a:pathLst>
            <a:path>
              <a:moveTo>
                <a:pt x="8270175" y="0"/>
              </a:moveTo>
              <a:lnTo>
                <a:pt x="8270175" y="259542"/>
              </a:lnTo>
              <a:lnTo>
                <a:pt x="0" y="259542"/>
              </a:lnTo>
              <a:lnTo>
                <a:pt x="0" y="484885"/>
              </a:lnTo>
            </a:path>
          </a:pathLst>
        </a:custGeom>
        <a:noFill/>
        <a:ln w="6350" cap="flat" cmpd="sng" algn="ctr">
          <a:solidFill>
            <a:schemeClr val="accent5">
              <a:hueOff val="-4055126"/>
              <a:satOff val="-10451"/>
              <a:lumOff val="-7059"/>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50644" y="1954760"/>
        <a:ext cx="414311" cy="5154"/>
      </dsp:txXfrm>
    </dsp:sp>
    <dsp:sp modelId="{AE71D60E-E31D-664B-908A-43012787CB4D}">
      <dsp:nvSpPr>
        <dsp:cNvPr id="0" name=""/>
        <dsp:cNvSpPr/>
      </dsp:nvSpPr>
      <dsp:spPr>
        <a:xfrm>
          <a:off x="8272267" y="371951"/>
          <a:ext cx="2241239" cy="1344743"/>
        </a:xfrm>
        <a:prstGeom prst="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844550">
            <a:lnSpc>
              <a:spcPct val="90000"/>
            </a:lnSpc>
            <a:spcBef>
              <a:spcPct val="0"/>
            </a:spcBef>
            <a:spcAft>
              <a:spcPct val="35000"/>
            </a:spcAft>
            <a:buNone/>
          </a:pPr>
          <a:r>
            <a:rPr lang="en-US" sz="1900" kern="1200"/>
            <a:t>Acknowledge with gratitude</a:t>
          </a:r>
        </a:p>
      </dsp:txBody>
      <dsp:txXfrm>
        <a:off x="8272267" y="371951"/>
        <a:ext cx="2241239" cy="1344743"/>
      </dsp:txXfrm>
    </dsp:sp>
    <dsp:sp modelId="{14DAF25F-0E77-7D44-B7E0-81DC676C68C8}">
      <dsp:nvSpPr>
        <dsp:cNvPr id="0" name=""/>
        <dsp:cNvSpPr/>
      </dsp:nvSpPr>
      <dsp:spPr>
        <a:xfrm>
          <a:off x="2241532" y="2858832"/>
          <a:ext cx="484885" cy="91440"/>
        </a:xfrm>
        <a:custGeom>
          <a:avLst/>
          <a:gdLst/>
          <a:ahLst/>
          <a:cxnLst/>
          <a:rect l="0" t="0" r="0" b="0"/>
          <a:pathLst>
            <a:path>
              <a:moveTo>
                <a:pt x="0" y="45720"/>
              </a:moveTo>
              <a:lnTo>
                <a:pt x="484885" y="45720"/>
              </a:lnTo>
            </a:path>
          </a:pathLst>
        </a:custGeom>
        <a:noFill/>
        <a:ln w="6350" cap="flat" cmpd="sng" algn="ctr">
          <a:solidFill>
            <a:schemeClr val="accent5">
              <a:hueOff val="-5406834"/>
              <a:satOff val="-13935"/>
              <a:lumOff val="-941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71087" y="2901975"/>
        <a:ext cx="25774" cy="5154"/>
      </dsp:txXfrm>
    </dsp:sp>
    <dsp:sp modelId="{5CF4ABF1-3FF3-B544-A068-BB37CE0FA6A3}">
      <dsp:nvSpPr>
        <dsp:cNvPr id="0" name=""/>
        <dsp:cNvSpPr/>
      </dsp:nvSpPr>
      <dsp:spPr>
        <a:xfrm>
          <a:off x="2092" y="2232180"/>
          <a:ext cx="2241239" cy="1344743"/>
        </a:xfrm>
        <a:prstGeom prst="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844550">
            <a:lnSpc>
              <a:spcPct val="90000"/>
            </a:lnSpc>
            <a:spcBef>
              <a:spcPct val="0"/>
            </a:spcBef>
            <a:spcAft>
              <a:spcPct val="35000"/>
            </a:spcAft>
            <a:buNone/>
          </a:pPr>
          <a:r>
            <a:rPr lang="en-US" sz="1900" kern="1200"/>
            <a:t>Offer insights</a:t>
          </a:r>
        </a:p>
      </dsp:txBody>
      <dsp:txXfrm>
        <a:off x="2092" y="2232180"/>
        <a:ext cx="2241239" cy="1344743"/>
      </dsp:txXfrm>
    </dsp:sp>
    <dsp:sp modelId="{5197BAC5-839C-0B4A-880D-F2583E8BC58F}">
      <dsp:nvSpPr>
        <dsp:cNvPr id="0" name=""/>
        <dsp:cNvSpPr/>
      </dsp:nvSpPr>
      <dsp:spPr>
        <a:xfrm>
          <a:off x="4998257" y="2858832"/>
          <a:ext cx="484885" cy="91440"/>
        </a:xfrm>
        <a:custGeom>
          <a:avLst/>
          <a:gdLst/>
          <a:ahLst/>
          <a:cxnLst/>
          <a:rect l="0" t="0" r="0" b="0"/>
          <a:pathLst>
            <a:path>
              <a:moveTo>
                <a:pt x="0" y="45720"/>
              </a:moveTo>
              <a:lnTo>
                <a:pt x="484885" y="45720"/>
              </a:lnTo>
            </a:path>
          </a:pathLst>
        </a:custGeom>
        <a:noFill/>
        <a:ln w="6350" cap="flat" cmpd="sng" algn="ctr">
          <a:solidFill>
            <a:schemeClr val="accent5">
              <a:hueOff val="-6758543"/>
              <a:satOff val="-17419"/>
              <a:lumOff val="-1176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27812" y="2901975"/>
        <a:ext cx="25774" cy="5154"/>
      </dsp:txXfrm>
    </dsp:sp>
    <dsp:sp modelId="{76193290-9061-D946-8870-034F4FF9A127}">
      <dsp:nvSpPr>
        <dsp:cNvPr id="0" name=""/>
        <dsp:cNvSpPr/>
      </dsp:nvSpPr>
      <dsp:spPr>
        <a:xfrm>
          <a:off x="2758817" y="2232180"/>
          <a:ext cx="2241239" cy="1344743"/>
        </a:xfrm>
        <a:prstGeom prst="rect">
          <a:avLst/>
        </a:prstGeom>
        <a:solidFill>
          <a:schemeClr val="accent5">
            <a:hueOff val="-5632119"/>
            <a:satOff val="-14516"/>
            <a:lumOff val="-9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844550">
            <a:lnSpc>
              <a:spcPct val="90000"/>
            </a:lnSpc>
            <a:spcBef>
              <a:spcPct val="0"/>
            </a:spcBef>
            <a:spcAft>
              <a:spcPct val="35000"/>
            </a:spcAft>
            <a:buNone/>
          </a:pPr>
          <a:r>
            <a:rPr lang="en-US" sz="1900" kern="1200"/>
            <a:t>What is the opportunity</a:t>
          </a:r>
        </a:p>
      </dsp:txBody>
      <dsp:txXfrm>
        <a:off x="2758817" y="2232180"/>
        <a:ext cx="2241239" cy="1344743"/>
      </dsp:txXfrm>
    </dsp:sp>
    <dsp:sp modelId="{F734AB05-BFC5-144A-8113-9894C490D91E}">
      <dsp:nvSpPr>
        <dsp:cNvPr id="0" name=""/>
        <dsp:cNvSpPr/>
      </dsp:nvSpPr>
      <dsp:spPr>
        <a:xfrm>
          <a:off x="5515542" y="2232180"/>
          <a:ext cx="2241239" cy="1344743"/>
        </a:xfrm>
        <a:prstGeom prst="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844550">
            <a:lnSpc>
              <a:spcPct val="90000"/>
            </a:lnSpc>
            <a:spcBef>
              <a:spcPct val="0"/>
            </a:spcBef>
            <a:spcAft>
              <a:spcPct val="35000"/>
            </a:spcAft>
            <a:buNone/>
          </a:pPr>
          <a:r>
            <a:rPr lang="en-US" sz="1900" kern="1200"/>
            <a:t>Say thank you</a:t>
          </a:r>
        </a:p>
      </dsp:txBody>
      <dsp:txXfrm>
        <a:off x="5515542" y="2232180"/>
        <a:ext cx="2241239" cy="134474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46E82D-6CBE-B94E-AB23-D9870E190A71}">
      <dsp:nvSpPr>
        <dsp:cNvPr id="0" name=""/>
        <dsp:cNvSpPr/>
      </dsp:nvSpPr>
      <dsp:spPr>
        <a:xfrm>
          <a:off x="49" y="11060"/>
          <a:ext cx="4717612" cy="853750"/>
        </a:xfrm>
        <a:prstGeom prst="rect">
          <a:avLst/>
        </a:prstGeom>
        <a:solidFill>
          <a:schemeClr val="accent1">
            <a:lumMod val="7500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kern="1200"/>
            <a:t>Clarifying Questions:</a:t>
          </a:r>
        </a:p>
      </dsp:txBody>
      <dsp:txXfrm>
        <a:off x="49" y="11060"/>
        <a:ext cx="4717612" cy="853750"/>
      </dsp:txXfrm>
    </dsp:sp>
    <dsp:sp modelId="{038495AF-3E9F-BA4F-A04E-66940E114FD6}">
      <dsp:nvSpPr>
        <dsp:cNvPr id="0" name=""/>
        <dsp:cNvSpPr/>
      </dsp:nvSpPr>
      <dsp:spPr>
        <a:xfrm>
          <a:off x="49" y="864810"/>
          <a:ext cx="4717612" cy="3156750"/>
        </a:xfrm>
        <a:prstGeom prst="rect">
          <a:avLst/>
        </a:prstGeom>
        <a:solidFill>
          <a:schemeClr val="accent1">
            <a:lumMod val="20000"/>
            <a:lumOff val="80000"/>
            <a:alpha val="9000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a:t>“What do you mean by _____”</a:t>
          </a:r>
        </a:p>
        <a:p>
          <a:pPr marL="228600" lvl="1" indent="-228600" algn="l" defTabSz="1022350">
            <a:lnSpc>
              <a:spcPct val="90000"/>
            </a:lnSpc>
            <a:spcBef>
              <a:spcPct val="0"/>
            </a:spcBef>
            <a:spcAft>
              <a:spcPct val="15000"/>
            </a:spcAft>
            <a:buChar char="•"/>
          </a:pPr>
          <a:r>
            <a:rPr lang="en-US" sz="2300" kern="1200"/>
            <a:t>“Tell me a little more about that”</a:t>
          </a:r>
        </a:p>
      </dsp:txBody>
      <dsp:txXfrm>
        <a:off x="49" y="864810"/>
        <a:ext cx="4717612" cy="3156750"/>
      </dsp:txXfrm>
    </dsp:sp>
    <dsp:sp modelId="{91FBB799-61A7-6143-B8C9-4A9533D6E3AD}">
      <dsp:nvSpPr>
        <dsp:cNvPr id="0" name=""/>
        <dsp:cNvSpPr/>
      </dsp:nvSpPr>
      <dsp:spPr>
        <a:xfrm>
          <a:off x="5378127" y="11060"/>
          <a:ext cx="4717612" cy="853750"/>
        </a:xfrm>
        <a:prstGeom prst="rect">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kern="1200"/>
            <a:t>Repeat back what you have heard them say </a:t>
          </a:r>
        </a:p>
      </dsp:txBody>
      <dsp:txXfrm>
        <a:off x="5378127" y="11060"/>
        <a:ext cx="4717612" cy="853750"/>
      </dsp:txXfrm>
    </dsp:sp>
    <dsp:sp modelId="{71C7E382-382D-BE4E-AEA1-DEC12236F607}">
      <dsp:nvSpPr>
        <dsp:cNvPr id="0" name=""/>
        <dsp:cNvSpPr/>
      </dsp:nvSpPr>
      <dsp:spPr>
        <a:xfrm>
          <a:off x="5378127" y="864810"/>
          <a:ext cx="4717612" cy="3156750"/>
        </a:xfrm>
        <a:prstGeom prst="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a:t>“So you are saying that ____________”</a:t>
          </a:r>
        </a:p>
        <a:p>
          <a:pPr marL="228600" lvl="1" indent="-228600" algn="l" defTabSz="1022350">
            <a:lnSpc>
              <a:spcPct val="90000"/>
            </a:lnSpc>
            <a:spcBef>
              <a:spcPct val="0"/>
            </a:spcBef>
            <a:spcAft>
              <a:spcPct val="15000"/>
            </a:spcAft>
            <a:buChar char="•"/>
          </a:pPr>
          <a:r>
            <a:rPr lang="en-US" sz="2300" kern="1200"/>
            <a:t>“What you are saying is”</a:t>
          </a:r>
        </a:p>
        <a:p>
          <a:pPr marL="228600" lvl="1" indent="-228600" algn="l" defTabSz="1022350">
            <a:lnSpc>
              <a:spcPct val="90000"/>
            </a:lnSpc>
            <a:spcBef>
              <a:spcPct val="0"/>
            </a:spcBef>
            <a:spcAft>
              <a:spcPct val="15000"/>
            </a:spcAft>
            <a:buChar char="•"/>
          </a:pPr>
          <a:r>
            <a:rPr lang="en-US" sz="2300" kern="1200"/>
            <a:t>“Let me see if I get this…”</a:t>
          </a:r>
        </a:p>
        <a:p>
          <a:pPr marL="228600" lvl="1" indent="-228600" algn="l" defTabSz="1022350">
            <a:lnSpc>
              <a:spcPct val="90000"/>
            </a:lnSpc>
            <a:spcBef>
              <a:spcPct val="0"/>
            </a:spcBef>
            <a:spcAft>
              <a:spcPct val="15000"/>
            </a:spcAft>
            <a:buChar char="•"/>
          </a:pPr>
          <a:r>
            <a:rPr lang="en-US" sz="2300" kern="1200"/>
            <a:t>“What you’re telling me is”</a:t>
          </a:r>
        </a:p>
        <a:p>
          <a:pPr marL="228600" lvl="1" indent="-228600" algn="l" defTabSz="1022350">
            <a:lnSpc>
              <a:spcPct val="90000"/>
            </a:lnSpc>
            <a:spcBef>
              <a:spcPct val="0"/>
            </a:spcBef>
            <a:spcAft>
              <a:spcPct val="15000"/>
            </a:spcAft>
            <a:buChar char="•"/>
          </a:pPr>
          <a:r>
            <a:rPr lang="en-US" sz="2300" kern="1200"/>
            <a:t>“Let me repeat that back so we can make sure I got it”</a:t>
          </a:r>
        </a:p>
        <a:p>
          <a:pPr marL="228600" lvl="1" indent="-228600" algn="l" defTabSz="1022350">
            <a:lnSpc>
              <a:spcPct val="90000"/>
            </a:lnSpc>
            <a:spcBef>
              <a:spcPct val="0"/>
            </a:spcBef>
            <a:spcAft>
              <a:spcPct val="15000"/>
            </a:spcAft>
            <a:buChar char="•"/>
          </a:pPr>
          <a:r>
            <a:rPr lang="en-US" sz="2300" kern="1200"/>
            <a:t>“In other words”</a:t>
          </a:r>
        </a:p>
      </dsp:txBody>
      <dsp:txXfrm>
        <a:off x="5378127" y="864810"/>
        <a:ext cx="4717612" cy="315675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314540-D4B5-B540-8354-0D4A85B42868}">
      <dsp:nvSpPr>
        <dsp:cNvPr id="0" name=""/>
        <dsp:cNvSpPr/>
      </dsp:nvSpPr>
      <dsp:spPr>
        <a:xfrm>
          <a:off x="4108" y="230822"/>
          <a:ext cx="2470500" cy="4608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a:t>Goal:  </a:t>
          </a:r>
        </a:p>
      </dsp:txBody>
      <dsp:txXfrm>
        <a:off x="4108" y="230822"/>
        <a:ext cx="2470500" cy="460800"/>
      </dsp:txXfrm>
    </dsp:sp>
    <dsp:sp modelId="{9EFBAA1F-E66F-A94F-BFA7-E20FE3041BF1}">
      <dsp:nvSpPr>
        <dsp:cNvPr id="0" name=""/>
        <dsp:cNvSpPr/>
      </dsp:nvSpPr>
      <dsp:spPr>
        <a:xfrm>
          <a:off x="4108" y="691622"/>
          <a:ext cx="2470500" cy="276696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t>What are we working towards achieving?	 </a:t>
          </a:r>
        </a:p>
        <a:p>
          <a:pPr marL="171450" lvl="1" indent="-171450" algn="l" defTabSz="711200">
            <a:lnSpc>
              <a:spcPct val="90000"/>
            </a:lnSpc>
            <a:spcBef>
              <a:spcPct val="0"/>
            </a:spcBef>
            <a:spcAft>
              <a:spcPct val="15000"/>
            </a:spcAft>
            <a:buChar char="•"/>
          </a:pPr>
          <a:r>
            <a:rPr lang="en-US" sz="1600" kern="1200" dirty="0"/>
            <a:t>How will we know when we get there? </a:t>
          </a:r>
        </a:p>
        <a:p>
          <a:pPr marL="171450" lvl="1" indent="-171450" algn="l" defTabSz="711200">
            <a:lnSpc>
              <a:spcPct val="90000"/>
            </a:lnSpc>
            <a:spcBef>
              <a:spcPct val="0"/>
            </a:spcBef>
            <a:spcAft>
              <a:spcPct val="15000"/>
            </a:spcAft>
            <a:buChar char="•"/>
          </a:pPr>
          <a:r>
            <a:rPr lang="en-US" sz="1600" kern="1200" dirty="0"/>
            <a:t>SMART goal (specific, measurable, attainable, realistic, and time-bound)</a:t>
          </a:r>
        </a:p>
      </dsp:txBody>
      <dsp:txXfrm>
        <a:off x="4108" y="691622"/>
        <a:ext cx="2470500" cy="2766960"/>
      </dsp:txXfrm>
    </dsp:sp>
    <dsp:sp modelId="{F4083701-811D-0041-9E8D-44746D55FEDB}">
      <dsp:nvSpPr>
        <dsp:cNvPr id="0" name=""/>
        <dsp:cNvSpPr/>
      </dsp:nvSpPr>
      <dsp:spPr>
        <a:xfrm>
          <a:off x="2820479" y="230822"/>
          <a:ext cx="2470500" cy="460800"/>
        </a:xfrm>
        <a:prstGeom prst="rect">
          <a:avLst/>
        </a:prstGeom>
        <a:solidFill>
          <a:schemeClr val="accent2">
            <a:hueOff val="-485121"/>
            <a:satOff val="-27976"/>
            <a:lumOff val="2876"/>
            <a:alphaOff val="0"/>
          </a:schemeClr>
        </a:solidFill>
        <a:ln w="12700" cap="flat" cmpd="sng" algn="ctr">
          <a:solidFill>
            <a:schemeClr val="accent2">
              <a:hueOff val="-485121"/>
              <a:satOff val="-27976"/>
              <a:lumOff val="28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a:t>Reality: </a:t>
          </a:r>
        </a:p>
      </dsp:txBody>
      <dsp:txXfrm>
        <a:off x="2820479" y="230822"/>
        <a:ext cx="2470500" cy="460800"/>
      </dsp:txXfrm>
    </dsp:sp>
    <dsp:sp modelId="{4074E059-D7AA-1B4F-9AF6-7ECE8926217C}">
      <dsp:nvSpPr>
        <dsp:cNvPr id="0" name=""/>
        <dsp:cNvSpPr/>
      </dsp:nvSpPr>
      <dsp:spPr>
        <a:xfrm>
          <a:off x="2820479" y="691622"/>
          <a:ext cx="2470500" cy="2766960"/>
        </a:xfrm>
        <a:prstGeom prst="rect">
          <a:avLst/>
        </a:prstGeom>
        <a:solidFill>
          <a:schemeClr val="accent2">
            <a:tint val="40000"/>
            <a:alpha val="90000"/>
            <a:hueOff val="-283075"/>
            <a:satOff val="-25115"/>
            <a:lumOff val="-256"/>
            <a:alphaOff val="0"/>
          </a:schemeClr>
        </a:solidFill>
        <a:ln w="12700" cap="flat" cmpd="sng" algn="ctr">
          <a:solidFill>
            <a:schemeClr val="accent2">
              <a:tint val="40000"/>
              <a:alpha val="90000"/>
              <a:hueOff val="-283075"/>
              <a:satOff val="-25115"/>
              <a:lumOff val="-25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a:t>What is happening now?  </a:t>
          </a:r>
        </a:p>
        <a:p>
          <a:pPr marL="171450" lvl="1" indent="-171450" algn="l" defTabSz="711200">
            <a:lnSpc>
              <a:spcPct val="90000"/>
            </a:lnSpc>
            <a:spcBef>
              <a:spcPct val="0"/>
            </a:spcBef>
            <a:spcAft>
              <a:spcPct val="15000"/>
            </a:spcAft>
            <a:buChar char="•"/>
          </a:pPr>
          <a:r>
            <a:rPr lang="en-US" sz="1600" kern="1200"/>
            <a:t>What is going well?  </a:t>
          </a:r>
        </a:p>
        <a:p>
          <a:pPr marL="171450" lvl="1" indent="-171450" algn="l" defTabSz="711200">
            <a:lnSpc>
              <a:spcPct val="90000"/>
            </a:lnSpc>
            <a:spcBef>
              <a:spcPct val="0"/>
            </a:spcBef>
            <a:spcAft>
              <a:spcPct val="15000"/>
            </a:spcAft>
            <a:buChar char="•"/>
          </a:pPr>
          <a:r>
            <a:rPr lang="en-US" sz="1600" kern="1200" dirty="0"/>
            <a:t>What is challenging or not meeting the goal?</a:t>
          </a:r>
        </a:p>
      </dsp:txBody>
      <dsp:txXfrm>
        <a:off x="2820479" y="691622"/>
        <a:ext cx="2470500" cy="2766960"/>
      </dsp:txXfrm>
    </dsp:sp>
    <dsp:sp modelId="{94C5492D-7EFE-1D43-9893-D291AD0B413A}">
      <dsp:nvSpPr>
        <dsp:cNvPr id="0" name=""/>
        <dsp:cNvSpPr/>
      </dsp:nvSpPr>
      <dsp:spPr>
        <a:xfrm>
          <a:off x="5636849" y="230822"/>
          <a:ext cx="2470500" cy="460800"/>
        </a:xfrm>
        <a:prstGeom prst="rect">
          <a:avLst/>
        </a:prstGeom>
        <a:solidFill>
          <a:schemeClr val="accent2">
            <a:hueOff val="-970242"/>
            <a:satOff val="-55952"/>
            <a:lumOff val="5752"/>
            <a:alphaOff val="0"/>
          </a:schemeClr>
        </a:solidFill>
        <a:ln w="12700" cap="flat" cmpd="sng" algn="ctr">
          <a:solidFill>
            <a:schemeClr val="accent2">
              <a:hueOff val="-970242"/>
              <a:satOff val="-55952"/>
              <a:lumOff val="575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a:t>Opportunity: </a:t>
          </a:r>
        </a:p>
      </dsp:txBody>
      <dsp:txXfrm>
        <a:off x="5636849" y="230822"/>
        <a:ext cx="2470500" cy="460800"/>
      </dsp:txXfrm>
    </dsp:sp>
    <dsp:sp modelId="{CEC8B0F2-ABFB-3748-BF2A-9A94622A10C9}">
      <dsp:nvSpPr>
        <dsp:cNvPr id="0" name=""/>
        <dsp:cNvSpPr/>
      </dsp:nvSpPr>
      <dsp:spPr>
        <a:xfrm>
          <a:off x="5636849" y="691622"/>
          <a:ext cx="2470500" cy="2766960"/>
        </a:xfrm>
        <a:prstGeom prst="rect">
          <a:avLst/>
        </a:prstGeom>
        <a:solidFill>
          <a:schemeClr val="accent2">
            <a:tint val="40000"/>
            <a:alpha val="90000"/>
            <a:hueOff val="-566151"/>
            <a:satOff val="-50231"/>
            <a:lumOff val="-513"/>
            <a:alphaOff val="0"/>
          </a:schemeClr>
        </a:solidFill>
        <a:ln w="12700" cap="flat" cmpd="sng" algn="ctr">
          <a:solidFill>
            <a:schemeClr val="accent2">
              <a:tint val="40000"/>
              <a:alpha val="90000"/>
              <a:hueOff val="-566151"/>
              <a:satOff val="-50231"/>
              <a:lumOff val="-51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a:t>Brainstorm Session of Solutions to the challenges or blocks to reaching the goal.  </a:t>
          </a:r>
        </a:p>
        <a:p>
          <a:pPr marL="171450" lvl="1" indent="-171450" algn="l" defTabSz="711200">
            <a:lnSpc>
              <a:spcPct val="90000"/>
            </a:lnSpc>
            <a:spcBef>
              <a:spcPct val="0"/>
            </a:spcBef>
            <a:spcAft>
              <a:spcPct val="15000"/>
            </a:spcAft>
            <a:buChar char="•"/>
          </a:pPr>
          <a:r>
            <a:rPr lang="en-US" sz="1600" kern="1200"/>
            <a:t>What else could you do?  What is that constraint were removed – would it change things?  </a:t>
          </a:r>
        </a:p>
        <a:p>
          <a:pPr marL="171450" lvl="1" indent="-171450" algn="l" defTabSz="711200">
            <a:lnSpc>
              <a:spcPct val="90000"/>
            </a:lnSpc>
            <a:spcBef>
              <a:spcPct val="0"/>
            </a:spcBef>
            <a:spcAft>
              <a:spcPct val="15000"/>
            </a:spcAft>
            <a:buChar char="•"/>
          </a:pPr>
          <a:r>
            <a:rPr lang="en-US" sz="1600" kern="1200"/>
            <a:t>What are the advantages and disadvantages of each option?</a:t>
          </a:r>
        </a:p>
      </dsp:txBody>
      <dsp:txXfrm>
        <a:off x="5636849" y="691622"/>
        <a:ext cx="2470500" cy="2766960"/>
      </dsp:txXfrm>
    </dsp:sp>
    <dsp:sp modelId="{167A1E6D-4F6F-8B46-A875-C3D80857C392}">
      <dsp:nvSpPr>
        <dsp:cNvPr id="0" name=""/>
        <dsp:cNvSpPr/>
      </dsp:nvSpPr>
      <dsp:spPr>
        <a:xfrm>
          <a:off x="8453219" y="230822"/>
          <a:ext cx="2470500" cy="460800"/>
        </a:xfrm>
        <a:prstGeom prst="rect">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a:t>Way Forward: </a:t>
          </a:r>
        </a:p>
      </dsp:txBody>
      <dsp:txXfrm>
        <a:off x="8453219" y="230822"/>
        <a:ext cx="2470500" cy="460800"/>
      </dsp:txXfrm>
    </dsp:sp>
    <dsp:sp modelId="{6D05984C-4A1B-E84E-84DF-3EA72A068B44}">
      <dsp:nvSpPr>
        <dsp:cNvPr id="0" name=""/>
        <dsp:cNvSpPr/>
      </dsp:nvSpPr>
      <dsp:spPr>
        <a:xfrm>
          <a:off x="8453219" y="691622"/>
          <a:ext cx="2470500" cy="2766960"/>
        </a:xfrm>
        <a:prstGeom prst="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a:t>What will you do?  </a:t>
          </a:r>
        </a:p>
        <a:p>
          <a:pPr marL="171450" lvl="1" indent="-171450" algn="l" defTabSz="711200">
            <a:lnSpc>
              <a:spcPct val="90000"/>
            </a:lnSpc>
            <a:spcBef>
              <a:spcPct val="0"/>
            </a:spcBef>
            <a:spcAft>
              <a:spcPct val="15000"/>
            </a:spcAft>
            <a:buChar char="•"/>
          </a:pPr>
          <a:r>
            <a:rPr lang="en-US" sz="1600" kern="1200"/>
            <a:t>What is the plan or the commitment?  </a:t>
          </a:r>
        </a:p>
        <a:p>
          <a:pPr marL="171450" lvl="1" indent="-171450" algn="l" defTabSz="711200">
            <a:lnSpc>
              <a:spcPct val="90000"/>
            </a:lnSpc>
            <a:spcBef>
              <a:spcPct val="0"/>
            </a:spcBef>
            <a:spcAft>
              <a:spcPct val="15000"/>
            </a:spcAft>
            <a:buChar char="•"/>
          </a:pPr>
          <a:r>
            <a:rPr lang="en-US" sz="1600" kern="1200"/>
            <a:t>How will you stay accountable?  </a:t>
          </a:r>
        </a:p>
        <a:p>
          <a:pPr marL="171450" lvl="1" indent="-171450" algn="l" defTabSz="711200">
            <a:lnSpc>
              <a:spcPct val="90000"/>
            </a:lnSpc>
            <a:spcBef>
              <a:spcPct val="0"/>
            </a:spcBef>
            <a:spcAft>
              <a:spcPct val="15000"/>
            </a:spcAft>
            <a:buChar char="•"/>
          </a:pPr>
          <a:r>
            <a:rPr lang="en-US" sz="1600" kern="1200"/>
            <a:t>When will you touch base again?</a:t>
          </a:r>
        </a:p>
      </dsp:txBody>
      <dsp:txXfrm>
        <a:off x="8453219" y="691622"/>
        <a:ext cx="2470500" cy="276696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6C0067-90B9-544D-9C1E-707ADA031344}">
      <dsp:nvSpPr>
        <dsp:cNvPr id="0" name=""/>
        <dsp:cNvSpPr/>
      </dsp:nvSpPr>
      <dsp:spPr>
        <a:xfrm>
          <a:off x="2103120" y="1234"/>
          <a:ext cx="8412480" cy="1264874"/>
        </a:xfrm>
        <a:prstGeom prst="rect">
          <a:avLst/>
        </a:prstGeom>
        <a:solidFill>
          <a:schemeClr val="accent1">
            <a:lumMod val="40000"/>
            <a:lumOff val="60000"/>
            <a:alpha val="90000"/>
          </a:schemeClr>
        </a:solidFill>
        <a:ln w="12700" cap="flat" cmpd="sng" algn="ctr">
          <a:solidFill>
            <a:schemeClr val="accent1">
              <a:lumMod val="40000"/>
              <a:lumOff val="60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225" tIns="321278" rIns="163225" bIns="321278" numCol="1" spcCol="1270" anchor="ctr" anchorCtr="0">
          <a:noAutofit/>
        </a:bodyPr>
        <a:lstStyle/>
        <a:p>
          <a:pPr marL="0" lvl="0" indent="0" algn="l" defTabSz="1066800">
            <a:lnSpc>
              <a:spcPct val="90000"/>
            </a:lnSpc>
            <a:spcBef>
              <a:spcPct val="0"/>
            </a:spcBef>
            <a:spcAft>
              <a:spcPct val="35000"/>
            </a:spcAft>
            <a:buNone/>
          </a:pPr>
          <a:r>
            <a:rPr lang="en-US" sz="2400" kern="1200"/>
            <a:t>Using the GROW method for accountability</a:t>
          </a:r>
        </a:p>
      </dsp:txBody>
      <dsp:txXfrm>
        <a:off x="2103120" y="1234"/>
        <a:ext cx="8412480" cy="1264874"/>
      </dsp:txXfrm>
    </dsp:sp>
    <dsp:sp modelId="{BA532036-F977-F54C-9C5B-D1E2C7311BB5}">
      <dsp:nvSpPr>
        <dsp:cNvPr id="0" name=""/>
        <dsp:cNvSpPr/>
      </dsp:nvSpPr>
      <dsp:spPr>
        <a:xfrm>
          <a:off x="0" y="1234"/>
          <a:ext cx="2103120" cy="1264874"/>
        </a:xfrm>
        <a:prstGeom prst="rect">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1290" tIns="124941" rIns="111290" bIns="124941" numCol="1" spcCol="1270" anchor="ctr" anchorCtr="0">
          <a:noAutofit/>
        </a:bodyPr>
        <a:lstStyle/>
        <a:p>
          <a:pPr marL="0" lvl="0" indent="0" algn="ctr" defTabSz="1244600">
            <a:lnSpc>
              <a:spcPct val="90000"/>
            </a:lnSpc>
            <a:spcBef>
              <a:spcPct val="0"/>
            </a:spcBef>
            <a:spcAft>
              <a:spcPct val="35000"/>
            </a:spcAft>
            <a:buNone/>
          </a:pPr>
          <a:r>
            <a:rPr lang="en-US" sz="2800" kern="1200"/>
            <a:t>Using</a:t>
          </a:r>
        </a:p>
      </dsp:txBody>
      <dsp:txXfrm>
        <a:off x="0" y="1234"/>
        <a:ext cx="2103120" cy="1264874"/>
      </dsp:txXfrm>
    </dsp:sp>
    <dsp:sp modelId="{2DF3837E-AE05-2349-949D-D27D73E2A1C4}">
      <dsp:nvSpPr>
        <dsp:cNvPr id="0" name=""/>
        <dsp:cNvSpPr/>
      </dsp:nvSpPr>
      <dsp:spPr>
        <a:xfrm>
          <a:off x="2103120" y="1342000"/>
          <a:ext cx="8412480" cy="1264874"/>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225" tIns="321278" rIns="163225" bIns="321278" numCol="1" spcCol="1270" anchor="ctr" anchorCtr="0">
          <a:noAutofit/>
        </a:bodyPr>
        <a:lstStyle/>
        <a:p>
          <a:pPr marL="0" lvl="0" indent="0" algn="l" defTabSz="1066800">
            <a:lnSpc>
              <a:spcPct val="90000"/>
            </a:lnSpc>
            <a:spcBef>
              <a:spcPct val="0"/>
            </a:spcBef>
            <a:spcAft>
              <a:spcPct val="35000"/>
            </a:spcAft>
            <a:buNone/>
          </a:pPr>
          <a:r>
            <a:rPr lang="en-US" sz="2400" kern="1200"/>
            <a:t>Navigating defensiveness to feedback</a:t>
          </a:r>
        </a:p>
      </dsp:txBody>
      <dsp:txXfrm>
        <a:off x="2103120" y="1342000"/>
        <a:ext cx="8412480" cy="1264874"/>
      </dsp:txXfrm>
    </dsp:sp>
    <dsp:sp modelId="{462B527F-AF73-A44C-94F1-1FDB1E16C625}">
      <dsp:nvSpPr>
        <dsp:cNvPr id="0" name=""/>
        <dsp:cNvSpPr/>
      </dsp:nvSpPr>
      <dsp:spPr>
        <a:xfrm>
          <a:off x="0" y="1342000"/>
          <a:ext cx="2103120" cy="1264874"/>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1290" tIns="124941" rIns="111290" bIns="124941" numCol="1" spcCol="1270" anchor="ctr" anchorCtr="0">
          <a:noAutofit/>
        </a:bodyPr>
        <a:lstStyle/>
        <a:p>
          <a:pPr marL="0" lvl="0" indent="0" algn="ctr" defTabSz="1244600">
            <a:lnSpc>
              <a:spcPct val="90000"/>
            </a:lnSpc>
            <a:spcBef>
              <a:spcPct val="0"/>
            </a:spcBef>
            <a:spcAft>
              <a:spcPct val="35000"/>
            </a:spcAft>
            <a:buNone/>
          </a:pPr>
          <a:r>
            <a:rPr lang="en-US" sz="2800" kern="1200"/>
            <a:t>Navigating</a:t>
          </a:r>
        </a:p>
      </dsp:txBody>
      <dsp:txXfrm>
        <a:off x="0" y="1342000"/>
        <a:ext cx="2103120" cy="1264874"/>
      </dsp:txXfrm>
    </dsp:sp>
    <dsp:sp modelId="{0A7ACE99-B83C-E249-B170-049B282F749B}">
      <dsp:nvSpPr>
        <dsp:cNvPr id="0" name=""/>
        <dsp:cNvSpPr/>
      </dsp:nvSpPr>
      <dsp:spPr>
        <a:xfrm>
          <a:off x="2103120" y="2682767"/>
          <a:ext cx="8412480" cy="1264874"/>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225" tIns="321278" rIns="163225" bIns="321278" numCol="1" spcCol="1270" anchor="ctr" anchorCtr="0">
          <a:noAutofit/>
        </a:bodyPr>
        <a:lstStyle/>
        <a:p>
          <a:pPr marL="0" lvl="0" indent="0" algn="l" defTabSz="1066800">
            <a:lnSpc>
              <a:spcPct val="90000"/>
            </a:lnSpc>
            <a:spcBef>
              <a:spcPct val="0"/>
            </a:spcBef>
            <a:spcAft>
              <a:spcPct val="35000"/>
            </a:spcAft>
            <a:buNone/>
          </a:pPr>
          <a:r>
            <a:rPr lang="en-US" sz="2400" kern="1200"/>
            <a:t>Applying the knowledge</a:t>
          </a:r>
        </a:p>
      </dsp:txBody>
      <dsp:txXfrm>
        <a:off x="2103120" y="2682767"/>
        <a:ext cx="8412480" cy="1264874"/>
      </dsp:txXfrm>
    </dsp:sp>
    <dsp:sp modelId="{FD59201D-3068-3442-A766-0400BD1E3896}">
      <dsp:nvSpPr>
        <dsp:cNvPr id="0" name=""/>
        <dsp:cNvSpPr/>
      </dsp:nvSpPr>
      <dsp:spPr>
        <a:xfrm>
          <a:off x="0" y="2682767"/>
          <a:ext cx="2103120" cy="1264874"/>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1290" tIns="124941" rIns="111290" bIns="124941" numCol="1" spcCol="1270" anchor="ctr" anchorCtr="0">
          <a:noAutofit/>
        </a:bodyPr>
        <a:lstStyle/>
        <a:p>
          <a:pPr marL="0" lvl="0" indent="0" algn="ctr" defTabSz="1244600">
            <a:lnSpc>
              <a:spcPct val="90000"/>
            </a:lnSpc>
            <a:spcBef>
              <a:spcPct val="0"/>
            </a:spcBef>
            <a:spcAft>
              <a:spcPct val="35000"/>
            </a:spcAft>
            <a:buNone/>
          </a:pPr>
          <a:r>
            <a:rPr lang="en-US" sz="2800" kern="1200"/>
            <a:t>Applying</a:t>
          </a:r>
        </a:p>
      </dsp:txBody>
      <dsp:txXfrm>
        <a:off x="0" y="2682767"/>
        <a:ext cx="2103120" cy="126487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6CDA6D-D4F0-4E3F-9C9D-578058350C65}">
      <dsp:nvSpPr>
        <dsp:cNvPr id="0" name=""/>
        <dsp:cNvSpPr/>
      </dsp:nvSpPr>
      <dsp:spPr>
        <a:xfrm>
          <a:off x="2250914" y="44702"/>
          <a:ext cx="2196000" cy="2196000"/>
        </a:xfrm>
        <a:prstGeom prst="round2DiagRect">
          <a:avLst>
            <a:gd name="adj1" fmla="val 29727"/>
            <a:gd name="adj2" fmla="val 0"/>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4B6CBC-0819-48FD-B2BE-3A773673EB9A}">
      <dsp:nvSpPr>
        <dsp:cNvPr id="0" name=""/>
        <dsp:cNvSpPr/>
      </dsp:nvSpPr>
      <dsp:spPr>
        <a:xfrm>
          <a:off x="2718914" y="512702"/>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65B6214-5CA0-41D1-8295-5ED9F15A4E63}">
      <dsp:nvSpPr>
        <dsp:cNvPr id="0" name=""/>
        <dsp:cNvSpPr/>
      </dsp:nvSpPr>
      <dsp:spPr>
        <a:xfrm>
          <a:off x="1548914" y="2924702"/>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defRPr cap="all"/>
          </a:pPr>
          <a:r>
            <a:rPr lang="en-US" sz="2600" kern="1200"/>
            <a:t>Performance Feedback</a:t>
          </a:r>
        </a:p>
      </dsp:txBody>
      <dsp:txXfrm>
        <a:off x="1548914" y="2924702"/>
        <a:ext cx="3600000" cy="720000"/>
      </dsp:txXfrm>
    </dsp:sp>
    <dsp:sp modelId="{37118FB6-46A2-42F5-9230-230DC419357B}">
      <dsp:nvSpPr>
        <dsp:cNvPr id="0" name=""/>
        <dsp:cNvSpPr/>
      </dsp:nvSpPr>
      <dsp:spPr>
        <a:xfrm>
          <a:off x="6480914" y="44702"/>
          <a:ext cx="2196000" cy="2196000"/>
        </a:xfrm>
        <a:prstGeom prst="round2DiagRect">
          <a:avLst>
            <a:gd name="adj1" fmla="val 29727"/>
            <a:gd name="adj2" fmla="val 0"/>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F89DA5-A337-459D-9DF4-60C391C94CBE}">
      <dsp:nvSpPr>
        <dsp:cNvPr id="0" name=""/>
        <dsp:cNvSpPr/>
      </dsp:nvSpPr>
      <dsp:spPr>
        <a:xfrm>
          <a:off x="6948914" y="512702"/>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2C6280-C663-4E37-BB64-056E893273CF}">
      <dsp:nvSpPr>
        <dsp:cNvPr id="0" name=""/>
        <dsp:cNvSpPr/>
      </dsp:nvSpPr>
      <dsp:spPr>
        <a:xfrm>
          <a:off x="5778914" y="2924702"/>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defRPr cap="all"/>
          </a:pPr>
          <a:r>
            <a:rPr lang="en-US" sz="2600" kern="1200"/>
            <a:t>Corrective Actions</a:t>
          </a:r>
        </a:p>
      </dsp:txBody>
      <dsp:txXfrm>
        <a:off x="5778914" y="2924702"/>
        <a:ext cx="3600000" cy="72000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4BDDE9-7BAE-464B-8A45-4BE0F85ABF48}">
      <dsp:nvSpPr>
        <dsp:cNvPr id="0" name=""/>
        <dsp:cNvSpPr/>
      </dsp:nvSpPr>
      <dsp:spPr>
        <a:xfrm>
          <a:off x="708503" y="515204"/>
          <a:ext cx="1118468" cy="1118468"/>
        </a:xfrm>
        <a:prstGeom prst="rect">
          <a:avLst/>
        </a:prstGeom>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FCCA4BB-AE01-4D87-BF73-FD017CADDA91}">
      <dsp:nvSpPr>
        <dsp:cNvPr id="0" name=""/>
        <dsp:cNvSpPr/>
      </dsp:nvSpPr>
      <dsp:spPr>
        <a:xfrm>
          <a:off x="24994" y="1996994"/>
          <a:ext cx="248548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a:t>Set Competencies &amp; </a:t>
          </a:r>
        </a:p>
        <a:p>
          <a:pPr marL="0" lvl="0" indent="0" algn="ctr" defTabSz="844550">
            <a:lnSpc>
              <a:spcPct val="100000"/>
            </a:lnSpc>
            <a:spcBef>
              <a:spcPct val="0"/>
            </a:spcBef>
            <a:spcAft>
              <a:spcPct val="35000"/>
            </a:spcAft>
            <a:buNone/>
          </a:pPr>
          <a:r>
            <a:rPr lang="en-US" sz="1900" kern="1200"/>
            <a:t>Expectations</a:t>
          </a:r>
        </a:p>
      </dsp:txBody>
      <dsp:txXfrm>
        <a:off x="24994" y="1996994"/>
        <a:ext cx="2485484" cy="720000"/>
      </dsp:txXfrm>
    </dsp:sp>
    <dsp:sp modelId="{000B5ACA-62B3-4910-B808-4A38FB667EF3}">
      <dsp:nvSpPr>
        <dsp:cNvPr id="0" name=""/>
        <dsp:cNvSpPr/>
      </dsp:nvSpPr>
      <dsp:spPr>
        <a:xfrm>
          <a:off x="3628947" y="515204"/>
          <a:ext cx="1118468" cy="1118468"/>
        </a:xfrm>
        <a:prstGeom prst="rect">
          <a:avLst/>
        </a:prstGeom>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A080FA8-0CCB-481D-ADA4-70D289C7EECF}">
      <dsp:nvSpPr>
        <dsp:cNvPr id="0" name=""/>
        <dsp:cNvSpPr/>
      </dsp:nvSpPr>
      <dsp:spPr>
        <a:xfrm>
          <a:off x="2945439" y="1996994"/>
          <a:ext cx="248548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a:t>Establish SMART </a:t>
          </a:r>
        </a:p>
        <a:p>
          <a:pPr marL="0" lvl="0" indent="0" algn="ctr" defTabSz="844550">
            <a:lnSpc>
              <a:spcPct val="100000"/>
            </a:lnSpc>
            <a:spcBef>
              <a:spcPct val="0"/>
            </a:spcBef>
            <a:spcAft>
              <a:spcPct val="35000"/>
            </a:spcAft>
            <a:buNone/>
          </a:pPr>
          <a:r>
            <a:rPr lang="en-US" sz="1900" kern="1200"/>
            <a:t>Goals</a:t>
          </a:r>
        </a:p>
      </dsp:txBody>
      <dsp:txXfrm>
        <a:off x="2945439" y="1996994"/>
        <a:ext cx="2485484" cy="720000"/>
      </dsp:txXfrm>
    </dsp:sp>
    <dsp:sp modelId="{420A4690-860E-4F34-8B0A-5F58BCB154F8}">
      <dsp:nvSpPr>
        <dsp:cNvPr id="0" name=""/>
        <dsp:cNvSpPr/>
      </dsp:nvSpPr>
      <dsp:spPr>
        <a:xfrm>
          <a:off x="708503" y="3338365"/>
          <a:ext cx="1118468" cy="111846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1069C5-6CDE-45B8-BEEA-6377C6A499B4}">
      <dsp:nvSpPr>
        <dsp:cNvPr id="0" name=""/>
        <dsp:cNvSpPr/>
      </dsp:nvSpPr>
      <dsp:spPr>
        <a:xfrm>
          <a:off x="24994" y="4820155"/>
          <a:ext cx="248548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a:t>Schedule Regular </a:t>
          </a:r>
        </a:p>
        <a:p>
          <a:pPr marL="0" lvl="0" indent="0" algn="ctr" defTabSz="844550">
            <a:lnSpc>
              <a:spcPct val="100000"/>
            </a:lnSpc>
            <a:spcBef>
              <a:spcPct val="0"/>
            </a:spcBef>
            <a:spcAft>
              <a:spcPct val="35000"/>
            </a:spcAft>
            <a:buNone/>
          </a:pPr>
          <a:r>
            <a:rPr lang="en-US" sz="1900" kern="1200"/>
            <a:t>Check-Ins</a:t>
          </a:r>
        </a:p>
      </dsp:txBody>
      <dsp:txXfrm>
        <a:off x="24994" y="4820155"/>
        <a:ext cx="2485484" cy="720000"/>
      </dsp:txXfrm>
    </dsp:sp>
    <dsp:sp modelId="{4C6708FD-8B20-4C2A-9FC4-D733DE59F983}">
      <dsp:nvSpPr>
        <dsp:cNvPr id="0" name=""/>
        <dsp:cNvSpPr/>
      </dsp:nvSpPr>
      <dsp:spPr>
        <a:xfrm>
          <a:off x="3651227" y="3394054"/>
          <a:ext cx="1118468" cy="1118468"/>
        </a:xfrm>
        <a:prstGeom prst="rect">
          <a:avLst/>
        </a:prstGeom>
        <a:blipFill rotWithShape="1">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5B67F5-D756-4CB3-B065-907DA0438DC2}">
      <dsp:nvSpPr>
        <dsp:cNvPr id="0" name=""/>
        <dsp:cNvSpPr/>
      </dsp:nvSpPr>
      <dsp:spPr>
        <a:xfrm>
          <a:off x="2945439" y="4820155"/>
          <a:ext cx="248548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dirty="0"/>
            <a:t>Focus on facts</a:t>
          </a:r>
        </a:p>
      </dsp:txBody>
      <dsp:txXfrm>
        <a:off x="2945439" y="4820155"/>
        <a:ext cx="2485484" cy="72000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FC5862-8983-DA4A-A03B-AFCF9DF5B319}">
      <dsp:nvSpPr>
        <dsp:cNvPr id="0" name=""/>
        <dsp:cNvSpPr/>
      </dsp:nvSpPr>
      <dsp:spPr>
        <a:xfrm>
          <a:off x="53" y="43690"/>
          <a:ext cx="5106412" cy="10080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8920" tIns="142240" rIns="248920" bIns="142240" numCol="1" spcCol="1270" anchor="ctr" anchorCtr="0">
          <a:noAutofit/>
        </a:bodyPr>
        <a:lstStyle/>
        <a:p>
          <a:pPr marL="0" lvl="0" indent="0" algn="ctr" defTabSz="1555750">
            <a:lnSpc>
              <a:spcPct val="90000"/>
            </a:lnSpc>
            <a:spcBef>
              <a:spcPct val="0"/>
            </a:spcBef>
            <a:spcAft>
              <a:spcPct val="35000"/>
            </a:spcAft>
            <a:buNone/>
            <a:defRPr b="1"/>
          </a:pPr>
          <a:r>
            <a:rPr lang="en-US" sz="3500" kern="1200"/>
            <a:t>Coaching:</a:t>
          </a:r>
        </a:p>
      </dsp:txBody>
      <dsp:txXfrm>
        <a:off x="53" y="43690"/>
        <a:ext cx="5106412" cy="1008000"/>
      </dsp:txXfrm>
    </dsp:sp>
    <dsp:sp modelId="{7420304E-D04F-CF40-A081-706D559EB2AF}">
      <dsp:nvSpPr>
        <dsp:cNvPr id="0" name=""/>
        <dsp:cNvSpPr/>
      </dsp:nvSpPr>
      <dsp:spPr>
        <a:xfrm>
          <a:off x="53" y="1051690"/>
          <a:ext cx="5106412" cy="2594024"/>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6690" tIns="186690" rIns="248920" bIns="280035" numCol="1" spcCol="1270" anchor="t" anchorCtr="0">
          <a:noAutofit/>
        </a:bodyPr>
        <a:lstStyle/>
        <a:p>
          <a:pPr marL="285750" lvl="1" indent="-285750" algn="l" defTabSz="1555750">
            <a:lnSpc>
              <a:spcPct val="90000"/>
            </a:lnSpc>
            <a:spcBef>
              <a:spcPct val="0"/>
            </a:spcBef>
            <a:spcAft>
              <a:spcPct val="15000"/>
            </a:spcAft>
            <a:buFont typeface="Arial" panose="020B0604020202020204" pitchFamily="34" charset="0"/>
            <a:buChar char="•"/>
          </a:pPr>
          <a:r>
            <a:rPr lang="en-US" sz="3500" kern="1200"/>
            <a:t>Open ended questions</a:t>
          </a:r>
        </a:p>
        <a:p>
          <a:pPr marL="285750" lvl="1" indent="-285750" algn="l" defTabSz="1555750">
            <a:lnSpc>
              <a:spcPct val="90000"/>
            </a:lnSpc>
            <a:spcBef>
              <a:spcPct val="0"/>
            </a:spcBef>
            <a:spcAft>
              <a:spcPct val="15000"/>
            </a:spcAft>
            <a:buFont typeface="Arial" panose="020B0604020202020204" pitchFamily="34" charset="0"/>
            <a:buChar char="•"/>
          </a:pPr>
          <a:r>
            <a:rPr lang="en-US" sz="3500" kern="1200"/>
            <a:t>Guide</a:t>
          </a:r>
        </a:p>
        <a:p>
          <a:pPr marL="285750" lvl="1" indent="-285750" algn="l" defTabSz="1555750">
            <a:lnSpc>
              <a:spcPct val="90000"/>
            </a:lnSpc>
            <a:spcBef>
              <a:spcPct val="0"/>
            </a:spcBef>
            <a:spcAft>
              <a:spcPct val="15000"/>
            </a:spcAft>
            <a:buFont typeface="Arial" panose="020B0604020202020204" pitchFamily="34" charset="0"/>
            <a:buChar char="•"/>
          </a:pPr>
          <a:r>
            <a:rPr lang="en-US" sz="3500" kern="1200" dirty="0"/>
            <a:t>Listen more than you talk</a:t>
          </a:r>
        </a:p>
      </dsp:txBody>
      <dsp:txXfrm>
        <a:off x="53" y="1051690"/>
        <a:ext cx="5106412" cy="2594024"/>
      </dsp:txXfrm>
    </dsp:sp>
    <dsp:sp modelId="{7E9DF361-4167-4943-B283-296F4AC69DB6}">
      <dsp:nvSpPr>
        <dsp:cNvPr id="0" name=""/>
        <dsp:cNvSpPr/>
      </dsp:nvSpPr>
      <dsp:spPr>
        <a:xfrm>
          <a:off x="5821363" y="43690"/>
          <a:ext cx="5106412" cy="1008000"/>
        </a:xfrm>
        <a:prstGeom prst="rect">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8920" tIns="142240" rIns="248920" bIns="142240" numCol="1" spcCol="1270" anchor="ctr" anchorCtr="0">
          <a:noAutofit/>
        </a:bodyPr>
        <a:lstStyle/>
        <a:p>
          <a:pPr marL="0" lvl="0" indent="0" algn="ctr" defTabSz="1555750">
            <a:lnSpc>
              <a:spcPct val="90000"/>
            </a:lnSpc>
            <a:spcBef>
              <a:spcPct val="0"/>
            </a:spcBef>
            <a:spcAft>
              <a:spcPct val="35000"/>
            </a:spcAft>
            <a:buNone/>
            <a:defRPr b="1"/>
          </a:pPr>
          <a:r>
            <a:rPr lang="en-US" sz="3500" kern="1200"/>
            <a:t>Managing</a:t>
          </a:r>
        </a:p>
      </dsp:txBody>
      <dsp:txXfrm>
        <a:off x="5821363" y="43690"/>
        <a:ext cx="5106412" cy="1008000"/>
      </dsp:txXfrm>
    </dsp:sp>
    <dsp:sp modelId="{35A7393E-8074-2747-8D55-5A708F66DA6D}">
      <dsp:nvSpPr>
        <dsp:cNvPr id="0" name=""/>
        <dsp:cNvSpPr/>
      </dsp:nvSpPr>
      <dsp:spPr>
        <a:xfrm>
          <a:off x="5821363" y="1051690"/>
          <a:ext cx="5106412" cy="2594024"/>
        </a:xfrm>
        <a:prstGeom prst="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6690" tIns="186690" rIns="248920" bIns="280035" numCol="1" spcCol="1270" anchor="t" anchorCtr="0">
          <a:noAutofit/>
        </a:bodyPr>
        <a:lstStyle/>
        <a:p>
          <a:pPr marL="285750" lvl="1" indent="-285750" algn="l" defTabSz="1555750">
            <a:lnSpc>
              <a:spcPct val="90000"/>
            </a:lnSpc>
            <a:spcBef>
              <a:spcPct val="0"/>
            </a:spcBef>
            <a:spcAft>
              <a:spcPct val="15000"/>
            </a:spcAft>
            <a:buChar char="•"/>
          </a:pPr>
          <a:r>
            <a:rPr lang="en-US" sz="3500" kern="1200"/>
            <a:t>Directive</a:t>
          </a:r>
        </a:p>
        <a:p>
          <a:pPr marL="285750" lvl="1" indent="-285750" algn="l" defTabSz="1555750">
            <a:lnSpc>
              <a:spcPct val="90000"/>
            </a:lnSpc>
            <a:spcBef>
              <a:spcPct val="0"/>
            </a:spcBef>
            <a:spcAft>
              <a:spcPct val="15000"/>
            </a:spcAft>
            <a:buChar char="•"/>
          </a:pPr>
          <a:r>
            <a:rPr lang="en-US" sz="3500" kern="1200"/>
            <a:t>Set Rules/Processes</a:t>
          </a:r>
        </a:p>
        <a:p>
          <a:pPr marL="285750" lvl="1" indent="-285750" algn="l" defTabSz="1555750">
            <a:lnSpc>
              <a:spcPct val="90000"/>
            </a:lnSpc>
            <a:spcBef>
              <a:spcPct val="0"/>
            </a:spcBef>
            <a:spcAft>
              <a:spcPct val="15000"/>
            </a:spcAft>
            <a:buChar char="•"/>
          </a:pPr>
          <a:r>
            <a:rPr lang="en-US" sz="3500" kern="1200"/>
            <a:t>Teach</a:t>
          </a:r>
        </a:p>
      </dsp:txBody>
      <dsp:txXfrm>
        <a:off x="5821363" y="1051690"/>
        <a:ext cx="5106412" cy="259402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314540-D4B5-B540-8354-0D4A85B42868}">
      <dsp:nvSpPr>
        <dsp:cNvPr id="0" name=""/>
        <dsp:cNvSpPr/>
      </dsp:nvSpPr>
      <dsp:spPr>
        <a:xfrm>
          <a:off x="4108" y="230822"/>
          <a:ext cx="2470500" cy="4608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a:t>Goal:  </a:t>
          </a:r>
        </a:p>
      </dsp:txBody>
      <dsp:txXfrm>
        <a:off x="4108" y="230822"/>
        <a:ext cx="2470500" cy="460800"/>
      </dsp:txXfrm>
    </dsp:sp>
    <dsp:sp modelId="{9EFBAA1F-E66F-A94F-BFA7-E20FE3041BF1}">
      <dsp:nvSpPr>
        <dsp:cNvPr id="0" name=""/>
        <dsp:cNvSpPr/>
      </dsp:nvSpPr>
      <dsp:spPr>
        <a:xfrm>
          <a:off x="4108" y="691622"/>
          <a:ext cx="2470500" cy="276696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t>What are we working towards achieving?	 </a:t>
          </a:r>
        </a:p>
        <a:p>
          <a:pPr marL="171450" lvl="1" indent="-171450" algn="l" defTabSz="711200">
            <a:lnSpc>
              <a:spcPct val="90000"/>
            </a:lnSpc>
            <a:spcBef>
              <a:spcPct val="0"/>
            </a:spcBef>
            <a:spcAft>
              <a:spcPct val="15000"/>
            </a:spcAft>
            <a:buChar char="•"/>
          </a:pPr>
          <a:r>
            <a:rPr lang="en-US" sz="1600" kern="1200" dirty="0"/>
            <a:t>How will we know when we get there? </a:t>
          </a:r>
        </a:p>
        <a:p>
          <a:pPr marL="171450" lvl="1" indent="-171450" algn="l" defTabSz="711200">
            <a:lnSpc>
              <a:spcPct val="90000"/>
            </a:lnSpc>
            <a:spcBef>
              <a:spcPct val="0"/>
            </a:spcBef>
            <a:spcAft>
              <a:spcPct val="15000"/>
            </a:spcAft>
            <a:buChar char="•"/>
          </a:pPr>
          <a:r>
            <a:rPr lang="en-US" sz="1600" kern="1200" dirty="0"/>
            <a:t>SMART goal (specific, measurable, attainable, realistic, and time-bound)</a:t>
          </a:r>
        </a:p>
      </dsp:txBody>
      <dsp:txXfrm>
        <a:off x="4108" y="691622"/>
        <a:ext cx="2470500" cy="2766960"/>
      </dsp:txXfrm>
    </dsp:sp>
    <dsp:sp modelId="{F4083701-811D-0041-9E8D-44746D55FEDB}">
      <dsp:nvSpPr>
        <dsp:cNvPr id="0" name=""/>
        <dsp:cNvSpPr/>
      </dsp:nvSpPr>
      <dsp:spPr>
        <a:xfrm>
          <a:off x="2820479" y="230822"/>
          <a:ext cx="2470500" cy="460800"/>
        </a:xfrm>
        <a:prstGeom prst="rect">
          <a:avLst/>
        </a:prstGeom>
        <a:solidFill>
          <a:schemeClr val="accent2">
            <a:hueOff val="-485121"/>
            <a:satOff val="-27976"/>
            <a:lumOff val="2876"/>
            <a:alphaOff val="0"/>
          </a:schemeClr>
        </a:solidFill>
        <a:ln w="12700" cap="flat" cmpd="sng" algn="ctr">
          <a:solidFill>
            <a:schemeClr val="accent2">
              <a:hueOff val="-485121"/>
              <a:satOff val="-27976"/>
              <a:lumOff val="28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a:t>Reality: </a:t>
          </a:r>
        </a:p>
      </dsp:txBody>
      <dsp:txXfrm>
        <a:off x="2820479" y="230822"/>
        <a:ext cx="2470500" cy="460800"/>
      </dsp:txXfrm>
    </dsp:sp>
    <dsp:sp modelId="{4074E059-D7AA-1B4F-9AF6-7ECE8926217C}">
      <dsp:nvSpPr>
        <dsp:cNvPr id="0" name=""/>
        <dsp:cNvSpPr/>
      </dsp:nvSpPr>
      <dsp:spPr>
        <a:xfrm>
          <a:off x="2820479" y="691622"/>
          <a:ext cx="2470500" cy="2766960"/>
        </a:xfrm>
        <a:prstGeom prst="rect">
          <a:avLst/>
        </a:prstGeom>
        <a:solidFill>
          <a:schemeClr val="accent2">
            <a:tint val="40000"/>
            <a:alpha val="90000"/>
            <a:hueOff val="-283075"/>
            <a:satOff val="-25115"/>
            <a:lumOff val="-256"/>
            <a:alphaOff val="0"/>
          </a:schemeClr>
        </a:solidFill>
        <a:ln w="12700" cap="flat" cmpd="sng" algn="ctr">
          <a:solidFill>
            <a:schemeClr val="accent2">
              <a:tint val="40000"/>
              <a:alpha val="90000"/>
              <a:hueOff val="-283075"/>
              <a:satOff val="-25115"/>
              <a:lumOff val="-25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a:t>What is happening now?  </a:t>
          </a:r>
        </a:p>
        <a:p>
          <a:pPr marL="171450" lvl="1" indent="-171450" algn="l" defTabSz="711200">
            <a:lnSpc>
              <a:spcPct val="90000"/>
            </a:lnSpc>
            <a:spcBef>
              <a:spcPct val="0"/>
            </a:spcBef>
            <a:spcAft>
              <a:spcPct val="15000"/>
            </a:spcAft>
            <a:buChar char="•"/>
          </a:pPr>
          <a:r>
            <a:rPr lang="en-US" sz="1600" kern="1200"/>
            <a:t>What is going well?  </a:t>
          </a:r>
        </a:p>
        <a:p>
          <a:pPr marL="171450" lvl="1" indent="-171450" algn="l" defTabSz="711200">
            <a:lnSpc>
              <a:spcPct val="90000"/>
            </a:lnSpc>
            <a:spcBef>
              <a:spcPct val="0"/>
            </a:spcBef>
            <a:spcAft>
              <a:spcPct val="15000"/>
            </a:spcAft>
            <a:buChar char="•"/>
          </a:pPr>
          <a:r>
            <a:rPr lang="en-US" sz="1600" kern="1200" dirty="0"/>
            <a:t>What is challenging or not meeting the goal?</a:t>
          </a:r>
        </a:p>
      </dsp:txBody>
      <dsp:txXfrm>
        <a:off x="2820479" y="691622"/>
        <a:ext cx="2470500" cy="2766960"/>
      </dsp:txXfrm>
    </dsp:sp>
    <dsp:sp modelId="{94C5492D-7EFE-1D43-9893-D291AD0B413A}">
      <dsp:nvSpPr>
        <dsp:cNvPr id="0" name=""/>
        <dsp:cNvSpPr/>
      </dsp:nvSpPr>
      <dsp:spPr>
        <a:xfrm>
          <a:off x="5636849" y="230822"/>
          <a:ext cx="2470500" cy="460800"/>
        </a:xfrm>
        <a:prstGeom prst="rect">
          <a:avLst/>
        </a:prstGeom>
        <a:solidFill>
          <a:schemeClr val="accent2">
            <a:hueOff val="-970242"/>
            <a:satOff val="-55952"/>
            <a:lumOff val="5752"/>
            <a:alphaOff val="0"/>
          </a:schemeClr>
        </a:solidFill>
        <a:ln w="12700" cap="flat" cmpd="sng" algn="ctr">
          <a:solidFill>
            <a:schemeClr val="accent2">
              <a:hueOff val="-970242"/>
              <a:satOff val="-55952"/>
              <a:lumOff val="575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a:t>Opportunity: </a:t>
          </a:r>
        </a:p>
      </dsp:txBody>
      <dsp:txXfrm>
        <a:off x="5636849" y="230822"/>
        <a:ext cx="2470500" cy="460800"/>
      </dsp:txXfrm>
    </dsp:sp>
    <dsp:sp modelId="{CEC8B0F2-ABFB-3748-BF2A-9A94622A10C9}">
      <dsp:nvSpPr>
        <dsp:cNvPr id="0" name=""/>
        <dsp:cNvSpPr/>
      </dsp:nvSpPr>
      <dsp:spPr>
        <a:xfrm>
          <a:off x="5636849" y="691622"/>
          <a:ext cx="2470500" cy="2766960"/>
        </a:xfrm>
        <a:prstGeom prst="rect">
          <a:avLst/>
        </a:prstGeom>
        <a:solidFill>
          <a:schemeClr val="accent2">
            <a:tint val="40000"/>
            <a:alpha val="90000"/>
            <a:hueOff val="-566151"/>
            <a:satOff val="-50231"/>
            <a:lumOff val="-513"/>
            <a:alphaOff val="0"/>
          </a:schemeClr>
        </a:solidFill>
        <a:ln w="12700" cap="flat" cmpd="sng" algn="ctr">
          <a:solidFill>
            <a:schemeClr val="accent2">
              <a:tint val="40000"/>
              <a:alpha val="90000"/>
              <a:hueOff val="-566151"/>
              <a:satOff val="-50231"/>
              <a:lumOff val="-51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a:t>Brainstorm Session of Solutions to the challenges or blocks to reaching the goal.  </a:t>
          </a:r>
        </a:p>
        <a:p>
          <a:pPr marL="171450" lvl="1" indent="-171450" algn="l" defTabSz="711200">
            <a:lnSpc>
              <a:spcPct val="90000"/>
            </a:lnSpc>
            <a:spcBef>
              <a:spcPct val="0"/>
            </a:spcBef>
            <a:spcAft>
              <a:spcPct val="15000"/>
            </a:spcAft>
            <a:buChar char="•"/>
          </a:pPr>
          <a:r>
            <a:rPr lang="en-US" sz="1600" kern="1200"/>
            <a:t>What else could you do?  What is that constraint were removed – would it change things?  </a:t>
          </a:r>
        </a:p>
        <a:p>
          <a:pPr marL="171450" lvl="1" indent="-171450" algn="l" defTabSz="711200">
            <a:lnSpc>
              <a:spcPct val="90000"/>
            </a:lnSpc>
            <a:spcBef>
              <a:spcPct val="0"/>
            </a:spcBef>
            <a:spcAft>
              <a:spcPct val="15000"/>
            </a:spcAft>
            <a:buChar char="•"/>
          </a:pPr>
          <a:r>
            <a:rPr lang="en-US" sz="1600" kern="1200"/>
            <a:t>What are the advantages and disadvantages of each option?</a:t>
          </a:r>
        </a:p>
      </dsp:txBody>
      <dsp:txXfrm>
        <a:off x="5636849" y="691622"/>
        <a:ext cx="2470500" cy="2766960"/>
      </dsp:txXfrm>
    </dsp:sp>
    <dsp:sp modelId="{167A1E6D-4F6F-8B46-A875-C3D80857C392}">
      <dsp:nvSpPr>
        <dsp:cNvPr id="0" name=""/>
        <dsp:cNvSpPr/>
      </dsp:nvSpPr>
      <dsp:spPr>
        <a:xfrm>
          <a:off x="8453219" y="230822"/>
          <a:ext cx="2470500" cy="460800"/>
        </a:xfrm>
        <a:prstGeom prst="rect">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a:t>Way Forward: </a:t>
          </a:r>
        </a:p>
      </dsp:txBody>
      <dsp:txXfrm>
        <a:off x="8453219" y="230822"/>
        <a:ext cx="2470500" cy="460800"/>
      </dsp:txXfrm>
    </dsp:sp>
    <dsp:sp modelId="{6D05984C-4A1B-E84E-84DF-3EA72A068B44}">
      <dsp:nvSpPr>
        <dsp:cNvPr id="0" name=""/>
        <dsp:cNvSpPr/>
      </dsp:nvSpPr>
      <dsp:spPr>
        <a:xfrm>
          <a:off x="8453219" y="691622"/>
          <a:ext cx="2470500" cy="2766960"/>
        </a:xfrm>
        <a:prstGeom prst="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a:t>What will you do?  </a:t>
          </a:r>
        </a:p>
        <a:p>
          <a:pPr marL="171450" lvl="1" indent="-171450" algn="l" defTabSz="711200">
            <a:lnSpc>
              <a:spcPct val="90000"/>
            </a:lnSpc>
            <a:spcBef>
              <a:spcPct val="0"/>
            </a:spcBef>
            <a:spcAft>
              <a:spcPct val="15000"/>
            </a:spcAft>
            <a:buChar char="•"/>
          </a:pPr>
          <a:r>
            <a:rPr lang="en-US" sz="1600" kern="1200"/>
            <a:t>What is the plan or the commitment?  </a:t>
          </a:r>
        </a:p>
        <a:p>
          <a:pPr marL="171450" lvl="1" indent="-171450" algn="l" defTabSz="711200">
            <a:lnSpc>
              <a:spcPct val="90000"/>
            </a:lnSpc>
            <a:spcBef>
              <a:spcPct val="0"/>
            </a:spcBef>
            <a:spcAft>
              <a:spcPct val="15000"/>
            </a:spcAft>
            <a:buChar char="•"/>
          </a:pPr>
          <a:r>
            <a:rPr lang="en-US" sz="1600" kern="1200"/>
            <a:t>How will you stay accountable?  </a:t>
          </a:r>
        </a:p>
        <a:p>
          <a:pPr marL="171450" lvl="1" indent="-171450" algn="l" defTabSz="711200">
            <a:lnSpc>
              <a:spcPct val="90000"/>
            </a:lnSpc>
            <a:spcBef>
              <a:spcPct val="0"/>
            </a:spcBef>
            <a:spcAft>
              <a:spcPct val="15000"/>
            </a:spcAft>
            <a:buChar char="•"/>
          </a:pPr>
          <a:r>
            <a:rPr lang="en-US" sz="1600" kern="1200"/>
            <a:t>When will you touch base again?</a:t>
          </a:r>
        </a:p>
      </dsp:txBody>
      <dsp:txXfrm>
        <a:off x="8453219" y="691622"/>
        <a:ext cx="2470500" cy="276696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0A3A78-8149-5046-AAD9-610657130BAC}">
      <dsp:nvSpPr>
        <dsp:cNvPr id="0" name=""/>
        <dsp:cNvSpPr/>
      </dsp:nvSpPr>
      <dsp:spPr>
        <a:xfrm>
          <a:off x="134291" y="612"/>
          <a:ext cx="4332795" cy="27513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CC6B44-2F27-4243-A375-7EAA2C67FBBD}">
      <dsp:nvSpPr>
        <dsp:cNvPr id="0" name=""/>
        <dsp:cNvSpPr/>
      </dsp:nvSpPr>
      <dsp:spPr>
        <a:xfrm>
          <a:off x="615713" y="457963"/>
          <a:ext cx="4332795" cy="275132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The employee wishes to develop their career to the next level. </a:t>
          </a:r>
        </a:p>
      </dsp:txBody>
      <dsp:txXfrm>
        <a:off x="696297" y="538547"/>
        <a:ext cx="4171627" cy="2590157"/>
      </dsp:txXfrm>
    </dsp:sp>
    <dsp:sp modelId="{6DD7A63E-84B6-1548-B425-6667E3753FFE}">
      <dsp:nvSpPr>
        <dsp:cNvPr id="0" name=""/>
        <dsp:cNvSpPr/>
      </dsp:nvSpPr>
      <dsp:spPr>
        <a:xfrm>
          <a:off x="5429930" y="612"/>
          <a:ext cx="4332795" cy="27513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68E897-D115-F94C-82AA-470B0F46E06B}">
      <dsp:nvSpPr>
        <dsp:cNvPr id="0" name=""/>
        <dsp:cNvSpPr/>
      </dsp:nvSpPr>
      <dsp:spPr>
        <a:xfrm>
          <a:off x="5911352" y="457963"/>
          <a:ext cx="4332795" cy="275132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Use Grow to develop the plan</a:t>
          </a:r>
        </a:p>
      </dsp:txBody>
      <dsp:txXfrm>
        <a:off x="5991936" y="538547"/>
        <a:ext cx="4171627" cy="2590157"/>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92C985-33DF-4980-A5D1-2713AA1F644E}">
      <dsp:nvSpPr>
        <dsp:cNvPr id="0" name=""/>
        <dsp:cNvSpPr/>
      </dsp:nvSpPr>
      <dsp:spPr>
        <a:xfrm>
          <a:off x="679050" y="578168"/>
          <a:ext cx="1887187" cy="1887187"/>
        </a:xfrm>
        <a:prstGeom prst="ellipse">
          <a:avLst/>
        </a:prstGeom>
        <a:solidFill>
          <a:schemeClr val="accent1"/>
        </a:solidFill>
        <a:ln>
          <a:noFill/>
        </a:ln>
        <a:effectLst/>
      </dsp:spPr>
      <dsp:style>
        <a:lnRef idx="0">
          <a:scrgbClr r="0" g="0" b="0"/>
        </a:lnRef>
        <a:fillRef idx="1">
          <a:scrgbClr r="0" g="0" b="0"/>
        </a:fillRef>
        <a:effectRef idx="0">
          <a:scrgbClr r="0" g="0" b="0"/>
        </a:effectRef>
        <a:fontRef idx="minor"/>
      </dsp:style>
    </dsp:sp>
    <dsp:sp modelId="{CE5DCBB1-CF99-4C51-909E-C8F1143B3162}">
      <dsp:nvSpPr>
        <dsp:cNvPr id="0" name=""/>
        <dsp:cNvSpPr/>
      </dsp:nvSpPr>
      <dsp:spPr>
        <a:xfrm>
          <a:off x="1081237" y="980356"/>
          <a:ext cx="1082812" cy="10828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9C16F8-332C-4790-85E0-4A2FCD16B998}">
      <dsp:nvSpPr>
        <dsp:cNvPr id="0" name=""/>
        <dsp:cNvSpPr/>
      </dsp:nvSpPr>
      <dsp:spPr>
        <a:xfrm>
          <a:off x="75768"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US" sz="2300" kern="1200">
              <a:solidFill>
                <a:schemeClr val="tx1"/>
              </a:solidFill>
            </a:rPr>
            <a:t>Listen Deeply</a:t>
          </a:r>
        </a:p>
      </dsp:txBody>
      <dsp:txXfrm>
        <a:off x="75768" y="3053169"/>
        <a:ext cx="3093750" cy="720000"/>
      </dsp:txXfrm>
    </dsp:sp>
    <dsp:sp modelId="{BD59FF60-CF41-4924-9455-AAA799210972}">
      <dsp:nvSpPr>
        <dsp:cNvPr id="0" name=""/>
        <dsp:cNvSpPr/>
      </dsp:nvSpPr>
      <dsp:spPr>
        <a:xfrm>
          <a:off x="4314206" y="578168"/>
          <a:ext cx="1887187" cy="1887187"/>
        </a:xfrm>
        <a:prstGeom prst="ellipse">
          <a:avLst/>
        </a:prstGeom>
        <a:solidFill>
          <a:schemeClr val="accent1">
            <a:lumMod val="60000"/>
            <a:lumOff val="40000"/>
          </a:schemeClr>
        </a:solidFill>
        <a:ln>
          <a:noFill/>
        </a:ln>
        <a:effectLst/>
      </dsp:spPr>
      <dsp:style>
        <a:lnRef idx="0">
          <a:scrgbClr r="0" g="0" b="0"/>
        </a:lnRef>
        <a:fillRef idx="1">
          <a:scrgbClr r="0" g="0" b="0"/>
        </a:fillRef>
        <a:effectRef idx="0">
          <a:scrgbClr r="0" g="0" b="0"/>
        </a:effectRef>
        <a:fontRef idx="minor"/>
      </dsp:style>
    </dsp:sp>
    <dsp:sp modelId="{197EEE1C-C7E6-4766-B6C4-88858FDE060C}">
      <dsp:nvSpPr>
        <dsp:cNvPr id="0" name=""/>
        <dsp:cNvSpPr/>
      </dsp:nvSpPr>
      <dsp:spPr>
        <a:xfrm>
          <a:off x="4716393" y="980356"/>
          <a:ext cx="1082812" cy="10828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FC7EA1-458C-42EE-BC95-F5FBB1736046}">
      <dsp:nvSpPr>
        <dsp:cNvPr id="0" name=""/>
        <dsp:cNvSpPr/>
      </dsp:nvSpPr>
      <dsp:spPr>
        <a:xfrm>
          <a:off x="3710925"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US" sz="2300" kern="1200">
              <a:solidFill>
                <a:schemeClr val="tx1"/>
              </a:solidFill>
            </a:rPr>
            <a:t>Acknowledge &amp; Validate</a:t>
          </a:r>
        </a:p>
      </dsp:txBody>
      <dsp:txXfrm>
        <a:off x="3710925" y="3053169"/>
        <a:ext cx="3093750" cy="720000"/>
      </dsp:txXfrm>
    </dsp:sp>
    <dsp:sp modelId="{EFB42A6E-1C00-425C-820F-D78B1144ACAF}">
      <dsp:nvSpPr>
        <dsp:cNvPr id="0" name=""/>
        <dsp:cNvSpPr/>
      </dsp:nvSpPr>
      <dsp:spPr>
        <a:xfrm>
          <a:off x="7949362" y="578168"/>
          <a:ext cx="1887187" cy="1887187"/>
        </a:xfrm>
        <a:prstGeom prst="ellipse">
          <a:avLst/>
        </a:prstGeom>
        <a:solidFill>
          <a:schemeClr val="accent5">
            <a:lumMod val="60000"/>
            <a:lumOff val="40000"/>
          </a:schemeClr>
        </a:solidFill>
        <a:ln>
          <a:noFill/>
        </a:ln>
        <a:effectLst/>
      </dsp:spPr>
      <dsp:style>
        <a:lnRef idx="0">
          <a:scrgbClr r="0" g="0" b="0"/>
        </a:lnRef>
        <a:fillRef idx="1">
          <a:scrgbClr r="0" g="0" b="0"/>
        </a:fillRef>
        <a:effectRef idx="0">
          <a:scrgbClr r="0" g="0" b="0"/>
        </a:effectRef>
        <a:fontRef idx="minor"/>
      </dsp:style>
    </dsp:sp>
    <dsp:sp modelId="{4DF0E111-8AD5-4BDF-B88A-64429AB87182}">
      <dsp:nvSpPr>
        <dsp:cNvPr id="0" name=""/>
        <dsp:cNvSpPr/>
      </dsp:nvSpPr>
      <dsp:spPr>
        <a:xfrm>
          <a:off x="8351550" y="980356"/>
          <a:ext cx="1082812" cy="10828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CAF860-D631-4911-8895-85136A63D065}">
      <dsp:nvSpPr>
        <dsp:cNvPr id="0" name=""/>
        <dsp:cNvSpPr/>
      </dsp:nvSpPr>
      <dsp:spPr>
        <a:xfrm>
          <a:off x="7346081"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US" sz="2300" kern="1200">
              <a:solidFill>
                <a:schemeClr val="tx1"/>
              </a:solidFill>
            </a:rPr>
            <a:t>Reaffirm</a:t>
          </a:r>
        </a:p>
      </dsp:txBody>
      <dsp:txXfrm>
        <a:off x="7346081" y="3053169"/>
        <a:ext cx="3093750" cy="72000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6A17C7-1EC2-9543-B32C-A6DB4F8CAA4B}">
      <dsp:nvSpPr>
        <dsp:cNvPr id="0" name=""/>
        <dsp:cNvSpPr/>
      </dsp:nvSpPr>
      <dsp:spPr>
        <a:xfrm>
          <a:off x="134291" y="612"/>
          <a:ext cx="4332795" cy="27513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CF5344-13EB-5441-86E1-04F8CAD5EC90}">
      <dsp:nvSpPr>
        <dsp:cNvPr id="0" name=""/>
        <dsp:cNvSpPr/>
      </dsp:nvSpPr>
      <dsp:spPr>
        <a:xfrm>
          <a:off x="615713" y="457963"/>
          <a:ext cx="4332795" cy="275132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Employee is tardy regularly.  You have addressed it a few times, and now it is time to document the issue.  You have worked with HR to document the issue and establish a clear expectation.</a:t>
          </a:r>
        </a:p>
      </dsp:txBody>
      <dsp:txXfrm>
        <a:off x="696297" y="538547"/>
        <a:ext cx="4171627" cy="2590157"/>
      </dsp:txXfrm>
    </dsp:sp>
    <dsp:sp modelId="{19112B51-AC70-3C47-9319-31DEBD2524B3}">
      <dsp:nvSpPr>
        <dsp:cNvPr id="0" name=""/>
        <dsp:cNvSpPr/>
      </dsp:nvSpPr>
      <dsp:spPr>
        <a:xfrm>
          <a:off x="5429930" y="612"/>
          <a:ext cx="4332795" cy="27513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CF38CAE-D79F-E64D-95C2-CA4B035FB882}">
      <dsp:nvSpPr>
        <dsp:cNvPr id="0" name=""/>
        <dsp:cNvSpPr/>
      </dsp:nvSpPr>
      <dsp:spPr>
        <a:xfrm>
          <a:off x="5911352" y="457963"/>
          <a:ext cx="4332795" cy="275132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Use GROW to facilitate a coaching conversation to help the employee with the goal of being on time.</a:t>
          </a:r>
        </a:p>
      </dsp:txBody>
      <dsp:txXfrm>
        <a:off x="5991936" y="538547"/>
        <a:ext cx="4171627" cy="2590157"/>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6A17C7-1EC2-9543-B32C-A6DB4F8CAA4B}">
      <dsp:nvSpPr>
        <dsp:cNvPr id="0" name=""/>
        <dsp:cNvSpPr/>
      </dsp:nvSpPr>
      <dsp:spPr>
        <a:xfrm>
          <a:off x="134291" y="612"/>
          <a:ext cx="4332795" cy="27513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CF5344-13EB-5441-86E1-04F8CAD5EC90}">
      <dsp:nvSpPr>
        <dsp:cNvPr id="0" name=""/>
        <dsp:cNvSpPr/>
      </dsp:nvSpPr>
      <dsp:spPr>
        <a:xfrm>
          <a:off x="615713" y="457963"/>
          <a:ext cx="4332795" cy="275132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t>Employee’s behavior has violated the conduct code policy. </a:t>
          </a:r>
        </a:p>
      </dsp:txBody>
      <dsp:txXfrm>
        <a:off x="696297" y="538547"/>
        <a:ext cx="4171627" cy="2590157"/>
      </dsp:txXfrm>
    </dsp:sp>
    <dsp:sp modelId="{19112B51-AC70-3C47-9319-31DEBD2524B3}">
      <dsp:nvSpPr>
        <dsp:cNvPr id="0" name=""/>
        <dsp:cNvSpPr/>
      </dsp:nvSpPr>
      <dsp:spPr>
        <a:xfrm>
          <a:off x="5429930" y="612"/>
          <a:ext cx="4332795" cy="27513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CF38CAE-D79F-E64D-95C2-CA4B035FB882}">
      <dsp:nvSpPr>
        <dsp:cNvPr id="0" name=""/>
        <dsp:cNvSpPr/>
      </dsp:nvSpPr>
      <dsp:spPr>
        <a:xfrm>
          <a:off x="5911352" y="457963"/>
          <a:ext cx="4332795" cy="275132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t>Use GROW to facilitate a coaching conversation to help the employee with the goal of being on time.</a:t>
          </a:r>
        </a:p>
      </dsp:txBody>
      <dsp:txXfrm>
        <a:off x="5991936" y="538547"/>
        <a:ext cx="4171627" cy="2590157"/>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6A17C7-1EC2-9543-B32C-A6DB4F8CAA4B}">
      <dsp:nvSpPr>
        <dsp:cNvPr id="0" name=""/>
        <dsp:cNvSpPr/>
      </dsp:nvSpPr>
      <dsp:spPr>
        <a:xfrm>
          <a:off x="134291" y="612"/>
          <a:ext cx="4332795" cy="27513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CF5344-13EB-5441-86E1-04F8CAD5EC90}">
      <dsp:nvSpPr>
        <dsp:cNvPr id="0" name=""/>
        <dsp:cNvSpPr/>
      </dsp:nvSpPr>
      <dsp:spPr>
        <a:xfrm>
          <a:off x="615713" y="457963"/>
          <a:ext cx="4332795" cy="275132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Employee’s not meeting expectations of the role or job descriptions.</a:t>
          </a:r>
        </a:p>
      </dsp:txBody>
      <dsp:txXfrm>
        <a:off x="696297" y="538547"/>
        <a:ext cx="4171627" cy="2590157"/>
      </dsp:txXfrm>
    </dsp:sp>
    <dsp:sp modelId="{19112B51-AC70-3C47-9319-31DEBD2524B3}">
      <dsp:nvSpPr>
        <dsp:cNvPr id="0" name=""/>
        <dsp:cNvSpPr/>
      </dsp:nvSpPr>
      <dsp:spPr>
        <a:xfrm>
          <a:off x="5429930" y="612"/>
          <a:ext cx="4332795" cy="27513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CF38CAE-D79F-E64D-95C2-CA4B035FB882}">
      <dsp:nvSpPr>
        <dsp:cNvPr id="0" name=""/>
        <dsp:cNvSpPr/>
      </dsp:nvSpPr>
      <dsp:spPr>
        <a:xfrm>
          <a:off x="5911352" y="457963"/>
          <a:ext cx="4332795" cy="275132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Use GROW to facilitate a coaching conversation to help the employee with the goal of meeting expectations.</a:t>
          </a:r>
        </a:p>
      </dsp:txBody>
      <dsp:txXfrm>
        <a:off x="5991936" y="538547"/>
        <a:ext cx="4171627" cy="259015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6/7/layout/ChevronBlockProcess">
  <dgm:title val="Chevron Block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28"/>
      <dgm:constr type="primFontSz" for="des" forName="desTx" refType="primFontSz" refFor="des" refForName="parTx" op="lte" fact="0.75"/>
      <dgm:constr type="h" for="des" forName="desTx" op="equ"/>
      <dgm:constr type="w" for="ch" forName="space" refType="w" op="equ" fact="-0.005"/>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91"/>
              <dgm:constr type="t" for="ch" forName="desTx" refType="h" refFor="ch" refForName="parTx"/>
            </dgm:constrLst>
          </dgm:if>
          <dgm:else name="Name9">
            <dgm:constrLst>
              <dgm:constr type="l" for="ch" forName="parTx"/>
              <dgm:constr type="w" for="ch" forName="parTx" refType="w"/>
              <dgm:constr type="t" for="ch" forName="parTx"/>
              <dgm:constr type="l" for="ch" forName="desTx" refType="w" fact="0.09"/>
              <dgm:constr type="w" for="ch" forName="desTx" refType="w" refFor="ch" refForName="parTx" fact="0.91"/>
              <dgm:constr type="t" for="ch" forName="desTx" refType="h" refFor="ch" refForName="parTx"/>
            </dgm:constrLst>
          </dgm:else>
        </dgm:choose>
        <dgm:ruleLst>
          <dgm:rule type="h" val="INF" fact="NaN" max="NaN"/>
        </dgm:ruleLst>
        <dgm:layoutNode name="parTx" styleLbl="alignNode1">
          <dgm:varLst>
            <dgm:chMax val="0"/>
            <dgm:chPref val="0"/>
          </dgm:varLst>
          <dgm:alg type="tx"/>
          <dgm:choose name="Name10">
            <dgm:if name="Name11" func="var" arg="dir" op="equ" val="norm">
              <dgm:shape xmlns:r="http://schemas.openxmlformats.org/officeDocument/2006/relationships" type="chevron" r:blip="">
                <dgm:adjLst>
                  <dgm:adj idx="1" val="0.3"/>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3"/>
                <dgm:constr type="h"/>
                <dgm:constr type="tMarg" refType="w" fact="0.105"/>
                <dgm:constr type="bMarg" refType="w" fact="0.105"/>
                <dgm:constr type="lMarg" refType="w" fact="0.105"/>
                <dgm:constr type="rMarg" refType="w" fact="0.105"/>
              </dgm:constrLst>
            </dgm:if>
            <dgm:else name="Name15">
              <dgm:constrLst>
                <dgm:constr type="h" refType="w" op="lte" fact="0.3"/>
                <dgm:constr type="h"/>
                <dgm:constr type="tMarg" refType="w" fact="0.105"/>
                <dgm:constr type="bMarg" refType="w" fact="0.105"/>
                <dgm:constr type="lMarg" refType="w" fact="0.105"/>
                <dgm:constr type="rMarg" refType="w" fact="0.105"/>
              </dgm:constrLst>
            </dgm:else>
          </dgm:choose>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0"/>
            <dgm:constr type="tMarg" refType="w" fact="0.224"/>
            <dgm:constr type="bMarg" refType="w" fact="0.448"/>
            <dgm:constr type="lMarg" refType="w" fact="0.224"/>
            <dgm:constr type="rMarg" refType="w" fact="0.224"/>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8.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9.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9.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8DCC7A-DB20-4640-8159-9E0471D2E4A2}" type="datetimeFigureOut">
              <a:rPr lang="en-US" smtClean="0"/>
              <a:t>1/5/22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0873F7-BA74-7F4C-AA0F-A37E86D81290}" type="slidenum">
              <a:rPr lang="en-US" smtClean="0"/>
              <a:t>‹#›</a:t>
            </a:fld>
            <a:endParaRPr lang="en-US"/>
          </a:p>
        </p:txBody>
      </p:sp>
    </p:spTree>
    <p:extLst>
      <p:ext uri="{BB962C8B-B14F-4D97-AF65-F5344CB8AC3E}">
        <p14:creationId xmlns:p14="http://schemas.microsoft.com/office/powerpoint/2010/main" val="3937779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merriam-webster.com/dictionary/noun"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tel://8003723626/"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tel://8003723626/"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was the first thing that came to mind when you heard Accountability?</a:t>
            </a:r>
          </a:p>
          <a:p>
            <a:endParaRPr lang="en-US" dirty="0"/>
          </a:p>
          <a:p>
            <a:r>
              <a:rPr lang="en-US" dirty="0"/>
              <a:t>(</a:t>
            </a:r>
            <a:r>
              <a:rPr lang="en-US" dirty="0" err="1"/>
              <a:t>jf</a:t>
            </a:r>
            <a:r>
              <a:rPr lang="en-US" dirty="0"/>
              <a:t> they bring it up – accountability can have a negative connotation – use this opportunity to level set accountability as a skill of successful people.  It drives results, helps people shift when things are not working for them….</a:t>
            </a:r>
            <a:r>
              <a:rPr lang="en-US" dirty="0" err="1"/>
              <a:t>etc</a:t>
            </a:r>
            <a:r>
              <a:rPr lang="en-US" dirty="0"/>
              <a:t>)</a:t>
            </a:r>
          </a:p>
          <a:p>
            <a:endParaRPr lang="en-US" dirty="0"/>
          </a:p>
          <a:p>
            <a:r>
              <a:rPr lang="en-US" dirty="0"/>
              <a:t>Accountability is a skill set that when used skillfully can drive results, enhance relationships, and make goals more achievable.  </a:t>
            </a:r>
          </a:p>
          <a:p>
            <a:endParaRPr lang="en-US" dirty="0"/>
          </a:p>
          <a:p>
            <a:r>
              <a:rPr lang="en-US" dirty="0"/>
              <a:t>!!!  In advance of this meeting, ask the coordinator to request leaders and participants come prepared with a clear goal they are individually working on – and their role and expectations for achieving that goal.  </a:t>
            </a:r>
          </a:p>
        </p:txBody>
      </p:sp>
      <p:sp>
        <p:nvSpPr>
          <p:cNvPr id="4" name="Slide Number Placeholder 3"/>
          <p:cNvSpPr>
            <a:spLocks noGrp="1"/>
          </p:cNvSpPr>
          <p:nvPr>
            <p:ph type="sldNum" sz="quarter" idx="5"/>
          </p:nvPr>
        </p:nvSpPr>
        <p:spPr/>
        <p:txBody>
          <a:bodyPr/>
          <a:lstStyle/>
          <a:p>
            <a:fld id="{1D0873F7-BA74-7F4C-AA0F-A37E86D81290}" type="slidenum">
              <a:rPr lang="en-US" smtClean="0"/>
              <a:t>1</a:t>
            </a:fld>
            <a:endParaRPr lang="en-US"/>
          </a:p>
        </p:txBody>
      </p:sp>
    </p:spTree>
    <p:extLst>
      <p:ext uri="{BB962C8B-B14F-4D97-AF65-F5344CB8AC3E}">
        <p14:creationId xmlns:p14="http://schemas.microsoft.com/office/powerpoint/2010/main" val="38316757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0873F7-BA74-7F4C-AA0F-A37E86D81290}" type="slidenum">
              <a:rPr lang="en-US" smtClean="0"/>
              <a:t>2</a:t>
            </a:fld>
            <a:endParaRPr lang="en-US"/>
          </a:p>
        </p:txBody>
      </p:sp>
    </p:spTree>
    <p:extLst>
      <p:ext uri="{BB962C8B-B14F-4D97-AF65-F5344CB8AC3E}">
        <p14:creationId xmlns:p14="http://schemas.microsoft.com/office/powerpoint/2010/main" val="10464720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Personal Trainers, Coaches….accountability</a:t>
            </a:r>
          </a:p>
          <a:p>
            <a:endParaRPr lang="en-US" dirty="0"/>
          </a:p>
          <a:p>
            <a:r>
              <a:rPr lang="en-US" dirty="0"/>
              <a:t>We all need support in accountability.  Think about a time you set a difficult goal.  What did it take for you to achieve it? </a:t>
            </a:r>
          </a:p>
          <a:p>
            <a:endParaRPr lang="en-US" dirty="0"/>
          </a:p>
          <a:p>
            <a:r>
              <a:rPr lang="en-US" dirty="0"/>
              <a:t>Think about a goal that you have set that you needed support in being accountable too.  What worked what didn’t?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(Share a personal story of goals that were challenging for you- My example is smoking) I once was faced with the goal to quit smoking.  I set a goal.  I told my friends and family and checked in with them regularly for accountability.  I was doing well – and then one day I bought a pack and I smoked 2 cigarettes out of that pack.  Then I recommitted to my goal and threw the rest of the pack away.  I leaned in on my support team (friends and family) and consider what happened that led me to buy that last pack.  We came up with a plan of action.  This time I was successful, and it has been 16 years since I bought that last pack of cigarettes.</a:t>
            </a:r>
          </a:p>
          <a:p>
            <a:endParaRPr lang="en-US" dirty="0"/>
          </a:p>
          <a:p>
            <a:r>
              <a:rPr lang="en-US" dirty="0"/>
              <a:t>Goals may be personal goals (like my example of a health goal), or company and career driven such as a project at work, increase your metric in performance, or develop more skills to move towards a promotion.  </a:t>
            </a:r>
          </a:p>
          <a:p>
            <a:endParaRPr lang="en-US" dirty="0"/>
          </a:p>
          <a:p>
            <a:r>
              <a:rPr lang="en-US" dirty="0"/>
              <a:t>Building an Accountability mindset will help you to lower stress, and increase focus so you can obtain your goals with a sense of ease.  </a:t>
            </a:r>
          </a:p>
          <a:p>
            <a:endParaRPr lang="en-US" dirty="0"/>
          </a:p>
          <a:p>
            <a:r>
              <a:rPr lang="en-US" dirty="0"/>
              <a:t>How does less stress and more success sound?</a:t>
            </a:r>
          </a:p>
          <a:p>
            <a:endParaRPr lang="en-US" dirty="0"/>
          </a:p>
          <a:p>
            <a:r>
              <a:rPr lang="en-US" dirty="0"/>
              <a:t>We are going to build out a plan together using one goal in mind for today.</a:t>
            </a:r>
          </a:p>
        </p:txBody>
      </p:sp>
      <p:sp>
        <p:nvSpPr>
          <p:cNvPr id="4" name="Slide Number Placeholder 3"/>
          <p:cNvSpPr>
            <a:spLocks noGrp="1"/>
          </p:cNvSpPr>
          <p:nvPr>
            <p:ph type="sldNum" sz="quarter" idx="5"/>
          </p:nvPr>
        </p:nvSpPr>
        <p:spPr/>
        <p:txBody>
          <a:bodyPr/>
          <a:lstStyle/>
          <a:p>
            <a:fld id="{1D0873F7-BA74-7F4C-AA0F-A37E86D81290}" type="slidenum">
              <a:rPr lang="en-US" smtClean="0"/>
              <a:t>3</a:t>
            </a:fld>
            <a:endParaRPr lang="en-US"/>
          </a:p>
        </p:txBody>
      </p:sp>
    </p:spTree>
    <p:extLst>
      <p:ext uri="{BB962C8B-B14F-4D97-AF65-F5344CB8AC3E}">
        <p14:creationId xmlns:p14="http://schemas.microsoft.com/office/powerpoint/2010/main" val="26382979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0873F7-BA74-7F4C-AA0F-A37E86D81290}" type="slidenum">
              <a:rPr lang="en-US" smtClean="0"/>
              <a:t>4</a:t>
            </a:fld>
            <a:endParaRPr lang="en-US"/>
          </a:p>
        </p:txBody>
      </p:sp>
    </p:spTree>
    <p:extLst>
      <p:ext uri="{BB962C8B-B14F-4D97-AF65-F5344CB8AC3E}">
        <p14:creationId xmlns:p14="http://schemas.microsoft.com/office/powerpoint/2010/main" val="11367776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endParaRPr lang="en-US" sz="1200" b="1"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dirty="0"/>
              <a:t>Here are the definitions according to Merriam-Webster</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dirty="0"/>
              <a:t>*Read slide definitions:</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dirty="0"/>
              <a:t>Summarize - Accountability (Accepting Responsibility) vs Responsibility (the thing they are responsible for)</a:t>
            </a:r>
            <a:endParaRPr lang="en-US" sz="1200" dirty="0">
              <a:hlinkClick r:id="rId3"/>
            </a:endParaRPr>
          </a:p>
          <a:p>
            <a:pPr marL="0" marR="0" lvl="0" indent="0" algn="l" defTabSz="914400" rtl="0" eaLnBrk="1" fontAlgn="base" latinLnBrk="0" hangingPunct="1">
              <a:lnSpc>
                <a:spcPct val="100000"/>
              </a:lnSpc>
              <a:spcBef>
                <a:spcPts val="0"/>
              </a:spcBef>
              <a:spcAft>
                <a:spcPts val="0"/>
              </a:spcAft>
              <a:buClrTx/>
              <a:buSzTx/>
              <a:buFontTx/>
              <a:buNone/>
              <a:tabLst/>
              <a:defRPr/>
            </a:pPr>
            <a:endParaRPr lang="en-US" dirty="0"/>
          </a:p>
          <a:p>
            <a:pPr fontAlgn="base"/>
            <a:endParaRPr lang="en-US" sz="1200" b="1" kern="1200" dirty="0">
              <a:solidFill>
                <a:schemeClr val="tx1"/>
              </a:solidFill>
              <a:effectLst/>
              <a:latin typeface="+mn-lt"/>
              <a:ea typeface="+mn-ea"/>
              <a:cs typeface="+mn-cs"/>
            </a:endParaRPr>
          </a:p>
          <a:p>
            <a:pPr fontAlgn="base"/>
            <a:r>
              <a:rPr lang="en-US" sz="1200" b="1" kern="1200" dirty="0">
                <a:solidFill>
                  <a:schemeClr val="tx1"/>
                </a:solidFill>
                <a:effectLst/>
                <a:latin typeface="+mn-lt"/>
                <a:ea typeface="+mn-ea"/>
                <a:cs typeface="+mn-cs"/>
              </a:rPr>
              <a:t>accountability</a:t>
            </a:r>
          </a:p>
          <a:p>
            <a:pPr fontAlgn="base"/>
            <a:r>
              <a:rPr lang="en-US" sz="1200" kern="1200" dirty="0">
                <a:solidFill>
                  <a:schemeClr val="tx1"/>
                </a:solidFill>
                <a:effectLst/>
                <a:latin typeface="+mn-lt"/>
                <a:ea typeface="+mn-ea"/>
                <a:cs typeface="+mn-cs"/>
              </a:rPr>
              <a:t> </a:t>
            </a:r>
            <a:r>
              <a:rPr lang="en-US" sz="1200" b="1" u="sng" kern="1200" dirty="0">
                <a:solidFill>
                  <a:schemeClr val="tx1"/>
                </a:solidFill>
                <a:effectLst/>
                <a:latin typeface="+mn-lt"/>
                <a:ea typeface="+mn-ea"/>
                <a:cs typeface="+mn-cs"/>
                <a:hlinkClick r:id="rId3"/>
              </a:rPr>
              <a:t>noun Save Word</a:t>
            </a:r>
          </a:p>
          <a:p>
            <a:pPr fontAlgn="base"/>
            <a:r>
              <a:rPr lang="en-US" sz="1200" b="1" u="sng" kern="1200" dirty="0">
                <a:solidFill>
                  <a:schemeClr val="tx1"/>
                </a:solidFill>
                <a:effectLst/>
                <a:latin typeface="+mn-lt"/>
                <a:ea typeface="+mn-ea"/>
                <a:cs typeface="+mn-cs"/>
                <a:hlinkClick r:id="rId3"/>
              </a:rPr>
              <a:t>To save this word, you'll need to log in.</a:t>
            </a:r>
          </a:p>
          <a:p>
            <a:pPr fontAlgn="base"/>
            <a:r>
              <a:rPr lang="en-US" sz="1200" b="1" u="none" strike="noStrike" kern="1200" dirty="0">
                <a:solidFill>
                  <a:schemeClr val="tx1"/>
                </a:solidFill>
                <a:effectLst/>
                <a:latin typeface="+mn-lt"/>
                <a:ea typeface="+mn-ea"/>
                <a:cs typeface="+mn-cs"/>
                <a:hlinkClick r:id="rId3"/>
              </a:rPr>
              <a:t>Log In </a:t>
            </a:r>
            <a:endParaRPr lang="en-US" sz="1200" b="1" u="sng" kern="1200" dirty="0">
              <a:solidFill>
                <a:schemeClr val="tx1"/>
              </a:solidFill>
              <a:effectLst/>
              <a:latin typeface="+mn-lt"/>
              <a:ea typeface="+mn-ea"/>
              <a:cs typeface="+mn-cs"/>
              <a:hlinkClick r:id="rId3"/>
            </a:endParaRPr>
          </a:p>
          <a:p>
            <a:pPr fontAlgn="base"/>
            <a:r>
              <a:rPr lang="en-US" sz="1200" b="1" u="sng" kern="1200" dirty="0">
                <a:solidFill>
                  <a:schemeClr val="tx1"/>
                </a:solidFill>
                <a:effectLst/>
                <a:latin typeface="+mn-lt"/>
                <a:ea typeface="+mn-ea"/>
                <a:cs typeface="+mn-cs"/>
                <a:hlinkClick r:id="rId3"/>
              </a:rPr>
              <a:t> </a:t>
            </a:r>
          </a:p>
          <a:p>
            <a:pPr fontAlgn="base"/>
            <a:r>
              <a:rPr lang="en-US" sz="1200" b="1" u="sng" kern="1200" dirty="0">
                <a:solidFill>
                  <a:schemeClr val="tx1"/>
                </a:solidFill>
                <a:effectLst/>
                <a:latin typeface="+mn-lt"/>
                <a:ea typeface="+mn-ea"/>
                <a:cs typeface="+mn-cs"/>
                <a:hlinkClick r:id="rId3"/>
              </a:rPr>
              <a:t>ac·​count·​abil·​i·​ty | \ ə-ˌkau̇n-tə-ˈbi-lə-tē  \</a:t>
            </a:r>
          </a:p>
          <a:p>
            <a:pPr fontAlgn="base"/>
            <a:r>
              <a:rPr lang="en-US" sz="1200" b="1" u="sng" kern="1200" dirty="0">
                <a:solidFill>
                  <a:schemeClr val="tx1"/>
                </a:solidFill>
                <a:effectLst/>
                <a:latin typeface="+mn-lt"/>
                <a:ea typeface="+mn-ea"/>
                <a:cs typeface="+mn-cs"/>
                <a:hlinkClick r:id="rId3"/>
              </a:rPr>
              <a:t>Definition of </a:t>
            </a:r>
            <a:r>
              <a:rPr lang="en-US" sz="1200" b="1" i="1" u="sng" kern="1200" dirty="0">
                <a:solidFill>
                  <a:schemeClr val="tx1"/>
                </a:solidFill>
                <a:effectLst/>
                <a:latin typeface="+mn-lt"/>
                <a:ea typeface="+mn-ea"/>
                <a:cs typeface="+mn-cs"/>
                <a:hlinkClick r:id="rId3"/>
              </a:rPr>
              <a:t>accountability</a:t>
            </a:r>
            <a:endParaRPr lang="en-US" sz="1200" b="1" u="sng" kern="1200" dirty="0">
              <a:solidFill>
                <a:schemeClr val="tx1"/>
              </a:solidFill>
              <a:effectLst/>
              <a:latin typeface="+mn-lt"/>
              <a:ea typeface="+mn-ea"/>
              <a:cs typeface="+mn-cs"/>
              <a:hlinkClick r:id="rId3"/>
            </a:endParaRPr>
          </a:p>
          <a:p>
            <a:pPr fontAlgn="base"/>
            <a:r>
              <a:rPr lang="en-US" sz="1200" b="1" u="sng" kern="1200" dirty="0">
                <a:solidFill>
                  <a:schemeClr val="tx1"/>
                </a:solidFill>
                <a:effectLst/>
                <a:latin typeface="+mn-lt"/>
                <a:ea typeface="+mn-ea"/>
                <a:cs typeface="+mn-cs"/>
                <a:hlinkClick r:id="rId3"/>
              </a:rPr>
              <a:t>: the quality or state of being accountable</a:t>
            </a:r>
            <a:r>
              <a:rPr lang="en-US" sz="1200" b="1" i="1" u="sng" kern="1200" dirty="0">
                <a:solidFill>
                  <a:schemeClr val="tx1"/>
                </a:solidFill>
                <a:effectLst/>
                <a:latin typeface="+mn-lt"/>
                <a:ea typeface="+mn-ea"/>
                <a:cs typeface="+mn-cs"/>
                <a:hlinkClick r:id="rId3"/>
              </a:rPr>
              <a:t>especially</a:t>
            </a:r>
            <a:r>
              <a:rPr lang="en-US" sz="1200" b="1" u="sng" kern="1200" dirty="0">
                <a:solidFill>
                  <a:schemeClr val="tx1"/>
                </a:solidFill>
                <a:effectLst/>
                <a:latin typeface="+mn-lt"/>
                <a:ea typeface="+mn-ea"/>
                <a:cs typeface="+mn-cs"/>
                <a:hlinkClick r:id="rId3"/>
              </a:rPr>
              <a:t> : an obligation or willingness to accept responsibility or to account for one's actionspublic officials lacking </a:t>
            </a:r>
            <a:r>
              <a:rPr lang="en-US" sz="1200" b="1" i="1" u="sng" kern="1200" dirty="0">
                <a:solidFill>
                  <a:schemeClr val="tx1"/>
                </a:solidFill>
                <a:effectLst/>
                <a:latin typeface="+mn-lt"/>
                <a:ea typeface="+mn-ea"/>
                <a:cs typeface="+mn-cs"/>
                <a:hlinkClick r:id="rId3"/>
              </a:rPr>
              <a:t>accountability</a:t>
            </a:r>
            <a:r>
              <a:rPr lang="en-US" sz="1200" b="1" u="sng" kern="1200" dirty="0">
                <a:solidFill>
                  <a:schemeClr val="tx1"/>
                </a:solidFill>
                <a:effectLst/>
                <a:latin typeface="+mn-lt"/>
                <a:ea typeface="+mn-ea"/>
                <a:cs typeface="+mn-cs"/>
                <a:hlinkClick r:id="rId3"/>
              </a:rPr>
              <a:t> </a:t>
            </a:r>
          </a:p>
          <a:p>
            <a:pPr fontAlgn="base"/>
            <a:r>
              <a:rPr lang="en-US" sz="1200" b="1" kern="1200" dirty="0">
                <a:solidFill>
                  <a:schemeClr val="tx1"/>
                </a:solidFill>
                <a:effectLst/>
                <a:latin typeface="+mn-lt"/>
                <a:ea typeface="+mn-ea"/>
                <a:cs typeface="+mn-cs"/>
              </a:rPr>
              <a:t>accountability</a:t>
            </a:r>
          </a:p>
          <a:p>
            <a:pPr fontAlgn="base"/>
            <a:r>
              <a:rPr lang="en-US" sz="1200" kern="1200" dirty="0">
                <a:solidFill>
                  <a:schemeClr val="tx1"/>
                </a:solidFill>
                <a:effectLst/>
                <a:latin typeface="+mn-lt"/>
                <a:ea typeface="+mn-ea"/>
                <a:cs typeface="+mn-cs"/>
              </a:rPr>
              <a:t> </a:t>
            </a:r>
            <a:r>
              <a:rPr lang="en-US" sz="1200" b="1" u="sng" kern="1200" dirty="0">
                <a:solidFill>
                  <a:schemeClr val="tx1"/>
                </a:solidFill>
                <a:effectLst/>
                <a:latin typeface="+mn-lt"/>
                <a:ea typeface="+mn-ea"/>
                <a:cs typeface="+mn-cs"/>
                <a:hlinkClick r:id="rId3"/>
              </a:rPr>
              <a:t>noun Save Word</a:t>
            </a:r>
          </a:p>
          <a:p>
            <a:pPr fontAlgn="base"/>
            <a:r>
              <a:rPr lang="en-US" sz="1200" b="1" u="sng" kern="1200" dirty="0">
                <a:solidFill>
                  <a:schemeClr val="tx1"/>
                </a:solidFill>
                <a:effectLst/>
                <a:latin typeface="+mn-lt"/>
                <a:ea typeface="+mn-ea"/>
                <a:cs typeface="+mn-cs"/>
                <a:hlinkClick r:id="rId3"/>
              </a:rPr>
              <a:t>To save this word, you'll need to log in.</a:t>
            </a:r>
          </a:p>
          <a:p>
            <a:pPr fontAlgn="base"/>
            <a:r>
              <a:rPr lang="en-US" sz="1200" b="1" u="none" strike="noStrike" kern="1200" dirty="0">
                <a:solidFill>
                  <a:schemeClr val="tx1"/>
                </a:solidFill>
                <a:effectLst/>
                <a:latin typeface="+mn-lt"/>
                <a:ea typeface="+mn-ea"/>
                <a:cs typeface="+mn-cs"/>
                <a:hlinkClick r:id="rId3"/>
              </a:rPr>
              <a:t>Log In </a:t>
            </a:r>
            <a:endParaRPr lang="en-US" sz="1200" b="1" u="sng" kern="1200" dirty="0">
              <a:solidFill>
                <a:schemeClr val="tx1"/>
              </a:solidFill>
              <a:effectLst/>
              <a:latin typeface="+mn-lt"/>
              <a:ea typeface="+mn-ea"/>
              <a:cs typeface="+mn-cs"/>
              <a:hlinkClick r:id="rId3"/>
            </a:endParaRPr>
          </a:p>
          <a:p>
            <a:pPr fontAlgn="base"/>
            <a:r>
              <a:rPr lang="en-US" sz="1200" b="1" u="sng" kern="1200" dirty="0">
                <a:solidFill>
                  <a:schemeClr val="tx1"/>
                </a:solidFill>
                <a:effectLst/>
                <a:latin typeface="+mn-lt"/>
                <a:ea typeface="+mn-ea"/>
                <a:cs typeface="+mn-cs"/>
                <a:hlinkClick r:id="rId3"/>
              </a:rPr>
              <a:t> </a:t>
            </a:r>
          </a:p>
          <a:p>
            <a:pPr fontAlgn="base"/>
            <a:r>
              <a:rPr lang="en-US" sz="1200" b="1" u="sng" kern="1200" dirty="0">
                <a:solidFill>
                  <a:schemeClr val="tx1"/>
                </a:solidFill>
                <a:effectLst/>
                <a:latin typeface="+mn-lt"/>
                <a:ea typeface="+mn-ea"/>
                <a:cs typeface="+mn-cs"/>
                <a:hlinkClick r:id="rId3"/>
              </a:rPr>
              <a:t>ac·​count·​abil·​i·​ty | \ ə-ˌkau̇n-tə-ˈbi-lə-tē  \</a:t>
            </a:r>
          </a:p>
          <a:p>
            <a:pPr fontAlgn="base"/>
            <a:r>
              <a:rPr lang="en-US" sz="1200" b="1" u="sng" kern="1200" dirty="0">
                <a:solidFill>
                  <a:schemeClr val="tx1"/>
                </a:solidFill>
                <a:effectLst/>
                <a:latin typeface="+mn-lt"/>
                <a:ea typeface="+mn-ea"/>
                <a:cs typeface="+mn-cs"/>
                <a:hlinkClick r:id="rId3"/>
              </a:rPr>
              <a:t>Definition of </a:t>
            </a:r>
            <a:r>
              <a:rPr lang="en-US" sz="1200" b="1" i="1" u="sng" kern="1200" dirty="0">
                <a:solidFill>
                  <a:schemeClr val="tx1"/>
                </a:solidFill>
                <a:effectLst/>
                <a:latin typeface="+mn-lt"/>
                <a:ea typeface="+mn-ea"/>
                <a:cs typeface="+mn-cs"/>
                <a:hlinkClick r:id="rId3"/>
              </a:rPr>
              <a:t>accountability</a:t>
            </a:r>
            <a:endParaRPr lang="en-US" sz="1200" b="1" u="sng" kern="1200" dirty="0">
              <a:solidFill>
                <a:schemeClr val="tx1"/>
              </a:solidFill>
              <a:effectLst/>
              <a:latin typeface="+mn-lt"/>
              <a:ea typeface="+mn-ea"/>
              <a:cs typeface="+mn-cs"/>
              <a:hlinkClick r:id="rId3"/>
            </a:endParaRPr>
          </a:p>
          <a:p>
            <a:pPr fontAlgn="base"/>
            <a:r>
              <a:rPr lang="en-US" sz="1200" b="1" u="sng" kern="1200" dirty="0">
                <a:solidFill>
                  <a:schemeClr val="tx1"/>
                </a:solidFill>
                <a:effectLst/>
                <a:latin typeface="+mn-lt"/>
                <a:ea typeface="+mn-ea"/>
                <a:cs typeface="+mn-cs"/>
                <a:hlinkClick r:id="rId3"/>
              </a:rPr>
              <a:t>: the quality or state of being accountable</a:t>
            </a:r>
            <a:r>
              <a:rPr lang="en-US" sz="1200" b="1" i="1" u="sng" kern="1200" dirty="0">
                <a:solidFill>
                  <a:schemeClr val="tx1"/>
                </a:solidFill>
                <a:effectLst/>
                <a:latin typeface="+mn-lt"/>
                <a:ea typeface="+mn-ea"/>
                <a:cs typeface="+mn-cs"/>
                <a:hlinkClick r:id="rId3"/>
              </a:rPr>
              <a:t>especially</a:t>
            </a:r>
            <a:r>
              <a:rPr lang="en-US" sz="1200" b="1" u="sng" kern="1200" dirty="0">
                <a:solidFill>
                  <a:schemeClr val="tx1"/>
                </a:solidFill>
                <a:effectLst/>
                <a:latin typeface="+mn-lt"/>
                <a:ea typeface="+mn-ea"/>
                <a:cs typeface="+mn-cs"/>
                <a:hlinkClick r:id="rId3"/>
              </a:rPr>
              <a:t> : an obligation or willingness to accept responsibility or to account for one's actionspublic officials lacking </a:t>
            </a:r>
            <a:r>
              <a:rPr lang="en-US" sz="1200" b="1" i="1" u="sng" kern="1200" dirty="0">
                <a:solidFill>
                  <a:schemeClr val="tx1"/>
                </a:solidFill>
                <a:effectLst/>
                <a:latin typeface="+mn-lt"/>
                <a:ea typeface="+mn-ea"/>
                <a:cs typeface="+mn-cs"/>
                <a:hlinkClick r:id="rId3"/>
              </a:rPr>
              <a:t>accountability</a:t>
            </a:r>
            <a:r>
              <a:rPr lang="en-US" sz="1200" b="1" u="sng" kern="1200" dirty="0">
                <a:solidFill>
                  <a:schemeClr val="tx1"/>
                </a:solidFill>
                <a:effectLst/>
                <a:latin typeface="+mn-lt"/>
                <a:ea typeface="+mn-ea"/>
                <a:cs typeface="+mn-cs"/>
                <a:hlinkClick r:id="rId3"/>
              </a:rPr>
              <a:t> </a:t>
            </a:r>
          </a:p>
          <a:p>
            <a:r>
              <a:rPr lang="en-US" dirty="0"/>
              <a:t>These two terms are often confused or interchanged, so let’s start here.  What is Accountability and what is Responsibility</a:t>
            </a:r>
          </a:p>
          <a:p>
            <a:endParaRPr lang="en-US" dirty="0"/>
          </a:p>
        </p:txBody>
      </p:sp>
      <p:sp>
        <p:nvSpPr>
          <p:cNvPr id="4" name="Slide Number Placeholder 3"/>
          <p:cNvSpPr>
            <a:spLocks noGrp="1"/>
          </p:cNvSpPr>
          <p:nvPr>
            <p:ph type="sldNum" sz="quarter" idx="5"/>
          </p:nvPr>
        </p:nvSpPr>
        <p:spPr/>
        <p:txBody>
          <a:bodyPr/>
          <a:lstStyle/>
          <a:p>
            <a:fld id="{1D0873F7-BA74-7F4C-AA0F-A37E86D81290}" type="slidenum">
              <a:rPr lang="en-US" smtClean="0"/>
              <a:t>5</a:t>
            </a:fld>
            <a:endParaRPr lang="en-US"/>
          </a:p>
        </p:txBody>
      </p:sp>
    </p:spTree>
    <p:extLst>
      <p:ext uri="{BB962C8B-B14F-4D97-AF65-F5344CB8AC3E}">
        <p14:creationId xmlns:p14="http://schemas.microsoft.com/office/powerpoint/2010/main" val="13182534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group about why they think these benefits could arise out of accountability</a:t>
            </a:r>
          </a:p>
          <a:p>
            <a:endParaRPr lang="en-US" dirty="0"/>
          </a:p>
          <a:p>
            <a:r>
              <a:rPr lang="en-US" dirty="0"/>
              <a:t>Discuss</a:t>
            </a:r>
          </a:p>
          <a:p>
            <a:r>
              <a:rPr lang="en-US" dirty="0"/>
              <a:t>*When you can count on each other, things are lighter – easier and tend to flow.  Without each individual playing their role and holding themselves and each other </a:t>
            </a:r>
            <a:r>
              <a:rPr lang="en-US" dirty="0" err="1"/>
              <a:t>accountabile</a:t>
            </a:r>
            <a:r>
              <a:rPr lang="en-US" dirty="0"/>
              <a:t> – conflict can arise, and so can increased mistakes and blame.  </a:t>
            </a:r>
          </a:p>
        </p:txBody>
      </p:sp>
      <p:sp>
        <p:nvSpPr>
          <p:cNvPr id="4" name="Slide Number Placeholder 3"/>
          <p:cNvSpPr>
            <a:spLocks noGrp="1"/>
          </p:cNvSpPr>
          <p:nvPr>
            <p:ph type="sldNum" sz="quarter" idx="5"/>
          </p:nvPr>
        </p:nvSpPr>
        <p:spPr/>
        <p:txBody>
          <a:bodyPr/>
          <a:lstStyle/>
          <a:p>
            <a:fld id="{1D0873F7-BA74-7F4C-AA0F-A37E86D81290}" type="slidenum">
              <a:rPr lang="en-US" smtClean="0"/>
              <a:t>6</a:t>
            </a:fld>
            <a:endParaRPr lang="en-US"/>
          </a:p>
        </p:txBody>
      </p:sp>
    </p:spTree>
    <p:extLst>
      <p:ext uri="{BB962C8B-B14F-4D97-AF65-F5344CB8AC3E}">
        <p14:creationId xmlns:p14="http://schemas.microsoft.com/office/powerpoint/2010/main" val="13403533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a:t>
            </a:r>
          </a:p>
        </p:txBody>
      </p:sp>
      <p:sp>
        <p:nvSpPr>
          <p:cNvPr id="4" name="Slide Number Placeholder 3"/>
          <p:cNvSpPr>
            <a:spLocks noGrp="1"/>
          </p:cNvSpPr>
          <p:nvPr>
            <p:ph type="sldNum" sz="quarter" idx="5"/>
          </p:nvPr>
        </p:nvSpPr>
        <p:spPr/>
        <p:txBody>
          <a:bodyPr/>
          <a:lstStyle/>
          <a:p>
            <a:fld id="{1D0873F7-BA74-7F4C-AA0F-A37E86D81290}" type="slidenum">
              <a:rPr lang="en-US" smtClean="0"/>
              <a:t>7</a:t>
            </a:fld>
            <a:endParaRPr lang="en-US"/>
          </a:p>
        </p:txBody>
      </p:sp>
    </p:spTree>
    <p:extLst>
      <p:ext uri="{BB962C8B-B14F-4D97-AF65-F5344CB8AC3E}">
        <p14:creationId xmlns:p14="http://schemas.microsoft.com/office/powerpoint/2010/main" val="28831068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My husband once said, you don’t get good at something without practicing – which means starting out making mistakes and trying again.  The key is to learn with each attempt.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G-R-O-W</a:t>
            </a:r>
          </a:p>
          <a:p>
            <a:endParaRPr lang="en-US" dirty="0"/>
          </a:p>
          <a:p>
            <a:endParaRPr lang="en-US" dirty="0"/>
          </a:p>
          <a:p>
            <a:r>
              <a:rPr lang="en-US" dirty="0"/>
              <a:t>(Scale 1-10)</a:t>
            </a:r>
          </a:p>
        </p:txBody>
      </p:sp>
      <p:sp>
        <p:nvSpPr>
          <p:cNvPr id="4" name="Slide Number Placeholder 3"/>
          <p:cNvSpPr>
            <a:spLocks noGrp="1"/>
          </p:cNvSpPr>
          <p:nvPr>
            <p:ph type="sldNum" sz="quarter" idx="5"/>
          </p:nvPr>
        </p:nvSpPr>
        <p:spPr/>
        <p:txBody>
          <a:bodyPr/>
          <a:lstStyle/>
          <a:p>
            <a:fld id="{1D0873F7-BA74-7F4C-AA0F-A37E86D81290}" type="slidenum">
              <a:rPr lang="en-US" smtClean="0"/>
              <a:t>8</a:t>
            </a:fld>
            <a:endParaRPr lang="en-US"/>
          </a:p>
        </p:txBody>
      </p:sp>
    </p:spTree>
    <p:extLst>
      <p:ext uri="{BB962C8B-B14F-4D97-AF65-F5344CB8AC3E}">
        <p14:creationId xmlns:p14="http://schemas.microsoft.com/office/powerpoint/2010/main" val="42218866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The model was originally developed in the 1980s by performance coach Sir John Whitmore, although other coaches, such as Alan Fine and Graham Alexander, have also helped to develop it.</a:t>
            </a:r>
            <a:endParaRPr lang="en-US" b="0" dirty="0">
              <a:effectLst/>
            </a:endParaRPr>
          </a:p>
          <a:p>
            <a:pPr rtl="0"/>
            <a:r>
              <a:rPr lang="en-US" sz="1200" b="0" i="0" u="none" strike="noStrike" kern="1200" dirty="0">
                <a:solidFill>
                  <a:schemeClr val="tx1"/>
                </a:solidFill>
                <a:effectLst/>
                <a:latin typeface="+mn-lt"/>
                <a:ea typeface="+mn-ea"/>
                <a:cs typeface="+mn-cs"/>
              </a:rPr>
              <a:t>A good way of thinking about the GROW Model is to think about how you'd plan a journey. First, you decide where you are going (the goal), and establish where you currently are (your current reality).</a:t>
            </a:r>
            <a:endParaRPr lang="en-US" b="0" dirty="0">
              <a:effectLst/>
            </a:endParaRPr>
          </a:p>
          <a:p>
            <a:pPr rtl="0"/>
            <a:r>
              <a:rPr lang="en-US" sz="1200" b="0" i="0" u="none" strike="noStrike" kern="1200" dirty="0">
                <a:solidFill>
                  <a:schemeClr val="tx1"/>
                </a:solidFill>
                <a:effectLst/>
                <a:latin typeface="+mn-lt"/>
                <a:ea typeface="+mn-ea"/>
                <a:cs typeface="+mn-cs"/>
              </a:rPr>
              <a:t>You then explore various routes (the options) to your destination. In the final step, establishing the will, you ensure that you're committed to making the journey, and are prepared for the obstacles that you could meet on the way.</a:t>
            </a:r>
            <a:endParaRPr lang="en-US" b="0" dirty="0">
              <a:effectLst/>
            </a:endParaRPr>
          </a:p>
          <a:p>
            <a:pPr rtl="0"/>
            <a:r>
              <a:rPr lang="en-US" sz="1200" b="1" i="0" u="none" strike="noStrike" kern="1200" dirty="0">
                <a:solidFill>
                  <a:schemeClr val="tx1"/>
                </a:solidFill>
                <a:effectLst/>
                <a:latin typeface="+mn-lt"/>
                <a:ea typeface="+mn-ea"/>
                <a:cs typeface="+mn-cs"/>
              </a:rPr>
              <a:t>Tip:</a:t>
            </a:r>
            <a:endParaRPr lang="en-US" b="0" dirty="0">
              <a:effectLst/>
            </a:endParaRPr>
          </a:p>
          <a:p>
            <a:pPr rtl="0"/>
            <a:r>
              <a:rPr lang="en-US" sz="1200" b="0" i="0" u="none" strike="noStrike" kern="1200" dirty="0">
                <a:solidFill>
                  <a:schemeClr val="tx1"/>
                </a:solidFill>
                <a:effectLst/>
                <a:latin typeface="+mn-lt"/>
                <a:ea typeface="+mn-ea"/>
                <a:cs typeface="+mn-cs"/>
              </a:rPr>
              <a:t>In its traditional application, the GROW Model assumes that the coach is not an expert in the "client's" situation. This means that the coach must act as a facilitator, helping the client select the best options, and not offering advice or direction.</a:t>
            </a:r>
            <a:endParaRPr lang="en-US" b="0" dirty="0">
              <a:effectLst/>
            </a:endParaRPr>
          </a:p>
          <a:p>
            <a:pPr rtl="0"/>
            <a:r>
              <a:rPr lang="en-US" sz="1200" b="0" i="0" u="none" strike="noStrike" kern="1200" dirty="0">
                <a:solidFill>
                  <a:schemeClr val="tx1"/>
                </a:solidFill>
                <a:effectLst/>
                <a:latin typeface="+mn-lt"/>
                <a:ea typeface="+mn-ea"/>
                <a:cs typeface="+mn-cs"/>
              </a:rPr>
              <a:t>When leaders coach their team members, or act as mentors to them, this may or may not apply. On one hand, it's more powerful for people to draw conclusions for themselves, rather than having these conclusions thrust upon them. On the other hand, as a team leader, you'll often have expert knowledge to offer. Also, it's your job to guide team members to make decisions that are best for your organization.</a:t>
            </a:r>
            <a:endParaRPr lang="en-US" b="0" dirty="0">
              <a:effectLst/>
            </a:endParaRPr>
          </a:p>
          <a:p>
            <a:br>
              <a:rPr lang="en-US" dirty="0"/>
            </a:br>
            <a:endParaRPr lang="en-US" dirty="0"/>
          </a:p>
        </p:txBody>
      </p:sp>
      <p:sp>
        <p:nvSpPr>
          <p:cNvPr id="4" name="Slide Number Placeholder 3"/>
          <p:cNvSpPr>
            <a:spLocks noGrp="1"/>
          </p:cNvSpPr>
          <p:nvPr>
            <p:ph type="sldNum" sz="quarter" idx="5"/>
          </p:nvPr>
        </p:nvSpPr>
        <p:spPr/>
        <p:txBody>
          <a:bodyPr/>
          <a:lstStyle/>
          <a:p>
            <a:fld id="{1D0873F7-BA74-7F4C-AA0F-A37E86D81290}" type="slidenum">
              <a:rPr lang="en-US" smtClean="0"/>
              <a:t>9</a:t>
            </a:fld>
            <a:endParaRPr lang="en-US"/>
          </a:p>
        </p:txBody>
      </p:sp>
    </p:spTree>
    <p:extLst>
      <p:ext uri="{BB962C8B-B14F-4D97-AF65-F5344CB8AC3E}">
        <p14:creationId xmlns:p14="http://schemas.microsoft.com/office/powerpoint/2010/main" val="6007911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 </a:t>
            </a:r>
            <a:r>
              <a:rPr lang="en-US" sz="1200" b="0" i="0" u="none" strike="noStrike" kern="1200" dirty="0">
                <a:solidFill>
                  <a:schemeClr val="tx1"/>
                </a:solidFill>
                <a:effectLst/>
                <a:latin typeface="+mn-lt"/>
                <a:ea typeface="+mn-ea"/>
                <a:cs typeface="+mn-cs"/>
              </a:rPr>
              <a:t>How to Use the Tool</a:t>
            </a:r>
            <a:endParaRPr lang="en-US" b="0" dirty="0">
              <a:effectLst/>
            </a:endParaRPr>
          </a:p>
          <a:p>
            <a:pPr rtl="0"/>
            <a:r>
              <a:rPr lang="en-US" sz="1200" b="0" i="0" u="none" strike="noStrike" kern="1200" dirty="0">
                <a:solidFill>
                  <a:schemeClr val="tx1"/>
                </a:solidFill>
                <a:effectLst/>
                <a:latin typeface="+mn-lt"/>
                <a:ea typeface="+mn-ea"/>
                <a:cs typeface="+mn-cs"/>
              </a:rPr>
              <a:t>To structure a coaching or mentoring session using the GROW Model, take the following steps:</a:t>
            </a:r>
            <a:endParaRPr lang="en-US" b="0" dirty="0">
              <a:effectLst/>
            </a:endParaRPr>
          </a:p>
          <a:p>
            <a:pPr rtl="0"/>
            <a:r>
              <a:rPr lang="en-US" sz="1200" b="0" i="0" u="none" strike="noStrike" kern="1200" dirty="0">
                <a:solidFill>
                  <a:schemeClr val="tx1"/>
                </a:solidFill>
                <a:effectLst/>
                <a:latin typeface="+mn-lt"/>
                <a:ea typeface="+mn-ea"/>
                <a:cs typeface="+mn-cs"/>
              </a:rPr>
              <a:t>1. Establish the Goal</a:t>
            </a:r>
            <a:endParaRPr lang="en-US" b="0" dirty="0">
              <a:effectLst/>
            </a:endParaRPr>
          </a:p>
          <a:p>
            <a:pPr rtl="0"/>
            <a:r>
              <a:rPr lang="en-US" sz="1200" b="0" i="0" u="none" strike="noStrike" kern="1200" dirty="0">
                <a:solidFill>
                  <a:schemeClr val="tx1"/>
                </a:solidFill>
                <a:effectLst/>
                <a:latin typeface="+mn-lt"/>
                <a:ea typeface="+mn-ea"/>
                <a:cs typeface="+mn-cs"/>
              </a:rPr>
              <a:t>First, you and your team member need to look at the behavior that you want to change, and then structure this change as a goal that she wants to achieve. Make sure that this is a SMART goal: one that is Specific, Measurable, Attainable, Realistic, and Time-bound.</a:t>
            </a:r>
            <a:endParaRPr lang="en-US" b="0" dirty="0">
              <a:effectLst/>
            </a:endParaRPr>
          </a:p>
          <a:p>
            <a:pPr rtl="0"/>
            <a:r>
              <a:rPr lang="en-US" sz="1200" b="0" i="0" u="none" strike="noStrike" kern="1200" dirty="0">
                <a:solidFill>
                  <a:schemeClr val="tx1"/>
                </a:solidFill>
                <a:effectLst/>
                <a:latin typeface="+mn-lt"/>
                <a:ea typeface="+mn-ea"/>
                <a:cs typeface="+mn-cs"/>
              </a:rPr>
              <a:t>When doing this, it's useful to ask questions like:</a:t>
            </a:r>
            <a:endParaRPr lang="en-US" b="0" dirty="0">
              <a:effectLst/>
            </a:endParaRPr>
          </a:p>
          <a:p>
            <a:pPr rtl="0"/>
            <a:r>
              <a:rPr lang="en-US" sz="1200" b="0" i="0" u="none" strike="noStrike" kern="1200" dirty="0">
                <a:solidFill>
                  <a:schemeClr val="tx1"/>
                </a:solidFill>
                <a:effectLst/>
                <a:latin typeface="+mn-lt"/>
                <a:ea typeface="+mn-ea"/>
                <a:cs typeface="+mn-cs"/>
              </a:rPr>
              <a:t>• How will you know that your team member has achieved this goal? How will you know that the problem or issue is solved?</a:t>
            </a:r>
            <a:endParaRPr lang="en-US" b="0" dirty="0">
              <a:effectLst/>
            </a:endParaRPr>
          </a:p>
          <a:p>
            <a:pPr rtl="0"/>
            <a:br>
              <a:rPr lang="en-US" dirty="0"/>
            </a:br>
            <a:r>
              <a:rPr lang="en-US" sz="1200" b="0" i="0" u="none" strike="noStrike" kern="1200" dirty="0">
                <a:solidFill>
                  <a:schemeClr val="tx1"/>
                </a:solidFill>
                <a:effectLst/>
                <a:latin typeface="+mn-lt"/>
                <a:ea typeface="+mn-ea"/>
                <a:cs typeface="+mn-cs"/>
              </a:rPr>
              <a:t>• Does this goal fit with her overall career objectives? And does it fit with the team's objectives?</a:t>
            </a:r>
            <a:endParaRPr lang="en-US" b="0" dirty="0">
              <a:effectLst/>
            </a:endParaRPr>
          </a:p>
          <a:p>
            <a:pPr rtl="0"/>
            <a:r>
              <a:rPr lang="en-US" sz="1200" b="0" i="0" u="none" strike="noStrike" kern="1200" dirty="0">
                <a:solidFill>
                  <a:schemeClr val="tx1"/>
                </a:solidFill>
                <a:effectLst/>
                <a:latin typeface="+mn-lt"/>
                <a:ea typeface="+mn-ea"/>
                <a:cs typeface="+mn-cs"/>
              </a:rPr>
              <a:t>2. Examine the Current Reality</a:t>
            </a:r>
            <a:endParaRPr lang="en-US" b="0" dirty="0">
              <a:effectLst/>
            </a:endParaRPr>
          </a:p>
          <a:p>
            <a:pPr rtl="0"/>
            <a:r>
              <a:rPr lang="en-US" sz="1200" b="0" i="0" u="none" strike="noStrike" kern="1200" dirty="0">
                <a:solidFill>
                  <a:schemeClr val="tx1"/>
                </a:solidFill>
                <a:effectLst/>
                <a:latin typeface="+mn-lt"/>
                <a:ea typeface="+mn-ea"/>
                <a:cs typeface="+mn-cs"/>
              </a:rPr>
              <a:t>Next, ask your team member to describe his current reality.</a:t>
            </a:r>
            <a:endParaRPr lang="en-US" b="0" dirty="0">
              <a:effectLst/>
            </a:endParaRPr>
          </a:p>
          <a:p>
            <a:pPr rtl="0"/>
            <a:r>
              <a:rPr lang="en-US" sz="1200" b="0" i="0" u="none" strike="noStrike" kern="1200" dirty="0">
                <a:solidFill>
                  <a:schemeClr val="tx1"/>
                </a:solidFill>
                <a:effectLst/>
                <a:latin typeface="+mn-lt"/>
                <a:ea typeface="+mn-ea"/>
                <a:cs typeface="+mn-cs"/>
              </a:rPr>
              <a:t>This is an important step: Too often, people try to solve a problem or reach a goal without fully considering their starting point, and often they're missing some information that they need in order to reach their goal effectively.</a:t>
            </a:r>
            <a:endParaRPr lang="en-US" b="0" dirty="0">
              <a:effectLst/>
            </a:endParaRPr>
          </a:p>
          <a:p>
            <a:pPr rtl="0"/>
            <a:r>
              <a:rPr lang="en-US" sz="1200" b="0" i="0" u="none" strike="noStrike" kern="1200" dirty="0">
                <a:solidFill>
                  <a:schemeClr val="tx1"/>
                </a:solidFill>
                <a:effectLst/>
                <a:latin typeface="+mn-lt"/>
                <a:ea typeface="+mn-ea"/>
                <a:cs typeface="+mn-cs"/>
              </a:rPr>
              <a:t>As your team member tells you about his current reality, the solution may start to emerge.</a:t>
            </a:r>
            <a:endParaRPr lang="en-US" b="0" dirty="0">
              <a:effectLst/>
            </a:endParaRPr>
          </a:p>
          <a:p>
            <a:pPr rtl="0"/>
            <a:r>
              <a:rPr lang="en-US" sz="1200" b="0" i="0" u="none" strike="noStrike" kern="1200" dirty="0">
                <a:solidFill>
                  <a:schemeClr val="tx1"/>
                </a:solidFill>
                <a:effectLst/>
                <a:latin typeface="+mn-lt"/>
                <a:ea typeface="+mn-ea"/>
                <a:cs typeface="+mn-cs"/>
              </a:rPr>
              <a:t>Useful coaching questions in this step include the following:</a:t>
            </a:r>
            <a:endParaRPr lang="en-US" b="0" dirty="0">
              <a:effectLst/>
            </a:endParaRPr>
          </a:p>
          <a:p>
            <a:pPr rtl="0"/>
            <a:r>
              <a:rPr lang="en-US" sz="1200" b="0" i="0" u="none" strike="noStrike" kern="1200" dirty="0">
                <a:solidFill>
                  <a:schemeClr val="tx1"/>
                </a:solidFill>
                <a:effectLst/>
                <a:latin typeface="+mn-lt"/>
                <a:ea typeface="+mn-ea"/>
                <a:cs typeface="+mn-cs"/>
              </a:rPr>
              <a:t>• What is happening now (what, who, when, and how often)? What is the effect or result of this?</a:t>
            </a:r>
            <a:endParaRPr lang="en-US" b="0" dirty="0">
              <a:effectLst/>
            </a:endParaRPr>
          </a:p>
          <a:p>
            <a:pPr rtl="0"/>
            <a:r>
              <a:rPr lang="en-US" sz="1200" b="0" i="0" u="none" strike="noStrike" kern="1200" dirty="0">
                <a:solidFill>
                  <a:schemeClr val="tx1"/>
                </a:solidFill>
                <a:effectLst/>
                <a:latin typeface="+mn-lt"/>
                <a:ea typeface="+mn-ea"/>
                <a:cs typeface="+mn-cs"/>
              </a:rPr>
              <a:t>• Have you already taken any steps towards your goal?</a:t>
            </a:r>
            <a:endParaRPr lang="en-US" b="0" dirty="0">
              <a:effectLst/>
            </a:endParaRPr>
          </a:p>
          <a:p>
            <a:pPr rtl="0"/>
            <a:r>
              <a:rPr lang="en-US" sz="1200" b="0" i="0" u="none" strike="noStrike" kern="1200" dirty="0">
                <a:solidFill>
                  <a:schemeClr val="tx1"/>
                </a:solidFill>
                <a:effectLst/>
                <a:latin typeface="+mn-lt"/>
                <a:ea typeface="+mn-ea"/>
                <a:cs typeface="+mn-cs"/>
              </a:rPr>
              <a:t>• Does this goal conflict with any other goals or objectives?</a:t>
            </a:r>
            <a:endParaRPr lang="en-US" b="0" dirty="0">
              <a:effectLst/>
            </a:endParaRPr>
          </a:p>
          <a:p>
            <a:pPr rtl="0"/>
            <a:r>
              <a:rPr lang="en-US" sz="1200" b="0" i="0" u="none" strike="noStrike" kern="1200" dirty="0">
                <a:solidFill>
                  <a:schemeClr val="tx1"/>
                </a:solidFill>
                <a:effectLst/>
                <a:latin typeface="+mn-lt"/>
                <a:ea typeface="+mn-ea"/>
                <a:cs typeface="+mn-cs"/>
              </a:rPr>
              <a:t>3. Explore the Options</a:t>
            </a:r>
            <a:endParaRPr lang="en-US" b="0" dirty="0">
              <a:effectLst/>
            </a:endParaRPr>
          </a:p>
          <a:p>
            <a:pPr rtl="0"/>
            <a:r>
              <a:rPr lang="en-US" sz="1200" b="0" i="0" u="none" strike="noStrike" kern="1200" dirty="0">
                <a:solidFill>
                  <a:schemeClr val="tx1"/>
                </a:solidFill>
                <a:effectLst/>
                <a:latin typeface="+mn-lt"/>
                <a:ea typeface="+mn-ea"/>
                <a:cs typeface="+mn-cs"/>
              </a:rPr>
              <a:t>Once you and your team member have explored the current reality, it's time to determine what is possible – meaning all of the possible options for reaching her objective.</a:t>
            </a:r>
            <a:endParaRPr lang="en-US" b="0" dirty="0">
              <a:effectLst/>
            </a:endParaRPr>
          </a:p>
          <a:p>
            <a:pPr rtl="0"/>
            <a:r>
              <a:rPr lang="en-US" sz="1200" b="0" i="0" u="none" strike="noStrike" kern="1200" dirty="0">
                <a:solidFill>
                  <a:schemeClr val="tx1"/>
                </a:solidFill>
                <a:effectLst/>
                <a:latin typeface="+mn-lt"/>
                <a:ea typeface="+mn-ea"/>
                <a:cs typeface="+mn-cs"/>
              </a:rPr>
              <a:t>Help your team member brainstorm as many good options as possible. Then, discuss these and help her decide on the best ones. By all means, offer your own suggestions in this step. But let your team member offer suggestions first, and let her do most of the talking. It's important to guide her in the right direction, without actually making decisions for her.</a:t>
            </a:r>
            <a:endParaRPr lang="en-US" b="0" dirty="0">
              <a:effectLst/>
            </a:endParaRPr>
          </a:p>
          <a:p>
            <a:pPr rtl="0"/>
            <a:r>
              <a:rPr lang="en-US" sz="1200" b="0" i="0" u="none" strike="noStrike" kern="1200" dirty="0">
                <a:solidFill>
                  <a:schemeClr val="tx1"/>
                </a:solidFill>
                <a:effectLst/>
                <a:latin typeface="+mn-lt"/>
                <a:ea typeface="+mn-ea"/>
                <a:cs typeface="+mn-cs"/>
              </a:rPr>
              <a:t>Typical questions that you can use to explore options are as follows:</a:t>
            </a:r>
            <a:endParaRPr lang="en-US" b="0" dirty="0">
              <a:effectLst/>
            </a:endParaRPr>
          </a:p>
          <a:p>
            <a:pPr rtl="0"/>
            <a:r>
              <a:rPr lang="en-US" sz="1200" b="0" i="0" u="none" strike="noStrike" kern="1200" dirty="0">
                <a:solidFill>
                  <a:schemeClr val="tx1"/>
                </a:solidFill>
                <a:effectLst/>
                <a:latin typeface="+mn-lt"/>
                <a:ea typeface="+mn-ea"/>
                <a:cs typeface="+mn-cs"/>
              </a:rPr>
              <a:t>• What else could you do?</a:t>
            </a:r>
            <a:endParaRPr lang="en-US" b="0" dirty="0">
              <a:effectLst/>
            </a:endParaRPr>
          </a:p>
          <a:p>
            <a:pPr rtl="0"/>
            <a:r>
              <a:rPr lang="en-US" sz="1200" b="0" i="0" u="none" strike="noStrike" kern="1200" dirty="0">
                <a:solidFill>
                  <a:schemeClr val="tx1"/>
                </a:solidFill>
                <a:effectLst/>
                <a:latin typeface="+mn-lt"/>
                <a:ea typeface="+mn-ea"/>
                <a:cs typeface="+mn-cs"/>
              </a:rPr>
              <a:t>• What if this or that constraint were removed? Would that change things?</a:t>
            </a:r>
            <a:endParaRPr lang="en-US" b="0" dirty="0">
              <a:effectLst/>
            </a:endParaRPr>
          </a:p>
          <a:p>
            <a:pPr rtl="0"/>
            <a:r>
              <a:rPr lang="en-US" sz="1200" b="0" i="0" u="none" strike="noStrike" kern="1200" dirty="0">
                <a:solidFill>
                  <a:schemeClr val="tx1"/>
                </a:solidFill>
                <a:effectLst/>
                <a:latin typeface="+mn-lt"/>
                <a:ea typeface="+mn-ea"/>
                <a:cs typeface="+mn-cs"/>
              </a:rPr>
              <a:t>• What are the advantages and disadvantages of each option?</a:t>
            </a:r>
            <a:endParaRPr lang="en-US" b="0" dirty="0">
              <a:effectLst/>
            </a:endParaRPr>
          </a:p>
          <a:p>
            <a:pPr rtl="0"/>
            <a:r>
              <a:rPr lang="en-US" sz="1200" b="0" i="0" u="none" strike="noStrike" kern="1200" dirty="0">
                <a:solidFill>
                  <a:schemeClr val="tx1"/>
                </a:solidFill>
                <a:effectLst/>
                <a:latin typeface="+mn-lt"/>
                <a:ea typeface="+mn-ea"/>
                <a:cs typeface="+mn-cs"/>
              </a:rPr>
              <a:t>• What factors or considerations will you use to weigh the options?</a:t>
            </a:r>
            <a:endParaRPr lang="en-US" b="0" dirty="0">
              <a:effectLst/>
            </a:endParaRPr>
          </a:p>
          <a:p>
            <a:pPr rtl="0"/>
            <a:r>
              <a:rPr lang="en-US" sz="1200" b="0" i="0" u="none" strike="noStrike" kern="1200" dirty="0">
                <a:solidFill>
                  <a:schemeClr val="tx1"/>
                </a:solidFill>
                <a:effectLst/>
                <a:latin typeface="+mn-lt"/>
                <a:ea typeface="+mn-ea"/>
                <a:cs typeface="+mn-cs"/>
              </a:rPr>
              <a:t>• What do you need to stop doing in order to achieve this goal?</a:t>
            </a:r>
            <a:endParaRPr lang="en-US" b="0" dirty="0">
              <a:effectLst/>
            </a:endParaRPr>
          </a:p>
          <a:p>
            <a:pPr rtl="0"/>
            <a:r>
              <a:rPr lang="en-US" sz="1200" b="0" i="0" u="none" strike="noStrike" kern="1200" dirty="0">
                <a:solidFill>
                  <a:schemeClr val="tx1"/>
                </a:solidFill>
                <a:effectLst/>
                <a:latin typeface="+mn-lt"/>
                <a:ea typeface="+mn-ea"/>
                <a:cs typeface="+mn-cs"/>
              </a:rPr>
              <a:t>• What obstacles stand in your way?</a:t>
            </a:r>
            <a:endParaRPr lang="en-US" b="0" dirty="0">
              <a:effectLst/>
            </a:endParaRPr>
          </a:p>
          <a:p>
            <a:pPr rtl="0"/>
            <a:r>
              <a:rPr lang="en-US" sz="1200" b="0" i="0" u="none" strike="noStrike" kern="1200" dirty="0">
                <a:solidFill>
                  <a:schemeClr val="tx1"/>
                </a:solidFill>
                <a:effectLst/>
                <a:latin typeface="+mn-lt"/>
                <a:ea typeface="+mn-ea"/>
                <a:cs typeface="+mn-cs"/>
              </a:rPr>
              <a:t>4. Establish the Will</a:t>
            </a:r>
            <a:endParaRPr lang="en-US" b="0" dirty="0">
              <a:effectLst/>
            </a:endParaRPr>
          </a:p>
          <a:p>
            <a:pPr rtl="0"/>
            <a:r>
              <a:rPr lang="en-US" sz="1200" b="0" i="0" u="none" strike="noStrike" kern="1200" dirty="0">
                <a:solidFill>
                  <a:schemeClr val="tx1"/>
                </a:solidFill>
                <a:effectLst/>
                <a:latin typeface="+mn-lt"/>
                <a:ea typeface="+mn-ea"/>
                <a:cs typeface="+mn-cs"/>
              </a:rPr>
              <a:t>By examining the current reality and exploring the options, your team member will now have a good idea of how he can achieve his goal.</a:t>
            </a:r>
            <a:endParaRPr lang="en-US" b="0" dirty="0">
              <a:effectLst/>
            </a:endParaRPr>
          </a:p>
          <a:p>
            <a:pPr rtl="0"/>
            <a:r>
              <a:rPr lang="en-US" sz="1200" b="0" i="0" u="none" strike="noStrike" kern="1200" dirty="0">
                <a:solidFill>
                  <a:schemeClr val="tx1"/>
                </a:solidFill>
                <a:effectLst/>
                <a:latin typeface="+mn-lt"/>
                <a:ea typeface="+mn-ea"/>
                <a:cs typeface="+mn-cs"/>
              </a:rPr>
              <a:t>That's great – but in itself, this may not be enough. The final step is to get your team member to commit to specific actions in order to move forward towards his goal. In doing this, you will help him establish his will and boost his motivation.</a:t>
            </a:r>
            <a:endParaRPr lang="en-US" b="0" dirty="0">
              <a:effectLst/>
            </a:endParaRPr>
          </a:p>
          <a:p>
            <a:pPr rtl="0"/>
            <a:r>
              <a:rPr lang="en-US" sz="1200" b="0" i="0" u="none" strike="noStrike" kern="1200" dirty="0">
                <a:solidFill>
                  <a:schemeClr val="tx1"/>
                </a:solidFill>
                <a:effectLst/>
                <a:latin typeface="+mn-lt"/>
                <a:ea typeface="+mn-ea"/>
                <a:cs typeface="+mn-cs"/>
              </a:rPr>
              <a:t>Useful questions to ask here include:</a:t>
            </a:r>
            <a:endParaRPr lang="en-US" b="0" dirty="0">
              <a:effectLst/>
            </a:endParaRPr>
          </a:p>
          <a:p>
            <a:pPr rtl="0"/>
            <a:r>
              <a:rPr lang="en-US" sz="1200" b="0" i="0" u="none" strike="noStrike" kern="1200" dirty="0">
                <a:solidFill>
                  <a:schemeClr val="tx1"/>
                </a:solidFill>
                <a:effectLst/>
                <a:latin typeface="+mn-lt"/>
                <a:ea typeface="+mn-ea"/>
                <a:cs typeface="+mn-cs"/>
              </a:rPr>
              <a:t>• So, what will you do now, and when? What else will you do?</a:t>
            </a:r>
            <a:endParaRPr lang="en-US" b="0" dirty="0">
              <a:effectLst/>
            </a:endParaRPr>
          </a:p>
          <a:p>
            <a:pPr rtl="0"/>
            <a:r>
              <a:rPr lang="en-US" sz="1200" b="0" i="0" u="none" strike="noStrike" kern="1200" dirty="0">
                <a:solidFill>
                  <a:schemeClr val="tx1"/>
                </a:solidFill>
                <a:effectLst/>
                <a:latin typeface="+mn-lt"/>
                <a:ea typeface="+mn-ea"/>
                <a:cs typeface="+mn-cs"/>
              </a:rPr>
              <a:t>• What could stop you moving forward? How will you overcome this?</a:t>
            </a:r>
            <a:endParaRPr lang="en-US" b="0" dirty="0">
              <a:effectLst/>
            </a:endParaRPr>
          </a:p>
          <a:p>
            <a:pPr rtl="0"/>
            <a:r>
              <a:rPr lang="en-US" sz="1200" b="0" i="0" u="none" strike="noStrike" kern="1200" dirty="0">
                <a:solidFill>
                  <a:schemeClr val="tx1"/>
                </a:solidFill>
                <a:effectLst/>
                <a:latin typeface="+mn-lt"/>
                <a:ea typeface="+mn-ea"/>
                <a:cs typeface="+mn-cs"/>
              </a:rPr>
              <a:t>• How can you keep yourself motivated?</a:t>
            </a:r>
            <a:endParaRPr lang="en-US" b="0" dirty="0">
              <a:effectLst/>
            </a:endParaRPr>
          </a:p>
          <a:p>
            <a:pPr rtl="0"/>
            <a:r>
              <a:rPr lang="en-US" sz="1200" b="0" i="0" u="none" strike="noStrike" kern="1200" dirty="0">
                <a:solidFill>
                  <a:schemeClr val="tx1"/>
                </a:solidFill>
                <a:effectLst/>
                <a:latin typeface="+mn-lt"/>
                <a:ea typeface="+mn-ea"/>
                <a:cs typeface="+mn-cs"/>
              </a:rPr>
              <a:t>• When do you need to review progress? Daily, weekly, monthly? Finally, decide on a date when you'll both review his progress. This will provide some accountability, and allow him to change his approach if the original plan isn't working.</a:t>
            </a:r>
            <a:endParaRPr lang="en-US" b="0" dirty="0">
              <a:effectLst/>
            </a:endParaRPr>
          </a:p>
          <a:p>
            <a:pPr rtl="0"/>
            <a:br>
              <a:rPr lang="en-US" dirty="0"/>
            </a:br>
            <a:r>
              <a:rPr lang="en-US" dirty="0"/>
              <a:t>Tip 1: </a:t>
            </a:r>
            <a:r>
              <a:rPr lang="en-US" sz="1200" b="0" i="0" u="none" strike="noStrike" kern="1200" dirty="0">
                <a:solidFill>
                  <a:schemeClr val="tx1"/>
                </a:solidFill>
                <a:effectLst/>
                <a:latin typeface="+mn-lt"/>
                <a:ea typeface="+mn-ea"/>
                <a:cs typeface="+mn-cs"/>
              </a:rPr>
              <a:t>A great way to practice using the model is to address your own challenges and issues. By practicing on your own and getting yourself "unstuck," you'll learn how to ask the most helpful questions. Then, write down some stock questions as prompts for future coaching sessions.</a:t>
            </a:r>
            <a:endParaRPr lang="en-US" b="0" dirty="0">
              <a:effectLst/>
            </a:endParaRPr>
          </a:p>
          <a:p>
            <a:pPr rtl="0"/>
            <a:r>
              <a:rPr lang="en-US" sz="1200" b="1" i="0" u="none" strike="noStrike" kern="1200" dirty="0">
                <a:solidFill>
                  <a:schemeClr val="tx1"/>
                </a:solidFill>
                <a:effectLst/>
                <a:latin typeface="+mn-lt"/>
                <a:ea typeface="+mn-ea"/>
                <a:cs typeface="+mn-cs"/>
              </a:rPr>
              <a:t>Tip 2:</a:t>
            </a:r>
            <a:endParaRPr lang="en-US" b="0" dirty="0">
              <a:effectLst/>
            </a:endParaRPr>
          </a:p>
          <a:p>
            <a:pPr rtl="0"/>
            <a:r>
              <a:rPr lang="en-US" sz="1200" b="0" i="0" u="none" strike="noStrike" kern="1200" dirty="0">
                <a:solidFill>
                  <a:schemeClr val="tx1"/>
                </a:solidFill>
                <a:effectLst/>
                <a:latin typeface="+mn-lt"/>
                <a:ea typeface="+mn-ea"/>
                <a:cs typeface="+mn-cs"/>
              </a:rPr>
              <a:t>The two most important skills for a coach are the ability to ask good questions and the ability to listen effectively.</a:t>
            </a:r>
            <a:endParaRPr lang="en-US" b="0" dirty="0">
              <a:effectLst/>
            </a:endParaRPr>
          </a:p>
          <a:p>
            <a:pPr rtl="0"/>
            <a:r>
              <a:rPr lang="en-US" sz="1200" b="0" i="0" u="none" strike="noStrike" kern="1200" dirty="0">
                <a:solidFill>
                  <a:schemeClr val="tx1"/>
                </a:solidFill>
                <a:effectLst/>
                <a:latin typeface="+mn-lt"/>
                <a:ea typeface="+mn-ea"/>
                <a:cs typeface="+mn-cs"/>
              </a:rPr>
              <a:t>Don't ask closed questions that call for a yes or no answer (such as "Did that cause a problem?"). Instead, ask open ones, like "What effect did that have?" Be prepared with a list of questions for each stage of the GROW process. Use active listening skills and let your "client" do most of the talking. Remember that silence provides valuable thinking time: you don't always have to fill silence with the next question.</a:t>
            </a:r>
            <a:endParaRPr lang="en-US" b="0" dirty="0">
              <a:effectLst/>
            </a:endParaRPr>
          </a:p>
          <a:p>
            <a:br>
              <a:rPr lang="en-US" dirty="0"/>
            </a:br>
            <a:endParaRPr lang="en-US" dirty="0"/>
          </a:p>
        </p:txBody>
      </p:sp>
      <p:sp>
        <p:nvSpPr>
          <p:cNvPr id="4" name="Slide Number Placeholder 3"/>
          <p:cNvSpPr>
            <a:spLocks noGrp="1"/>
          </p:cNvSpPr>
          <p:nvPr>
            <p:ph type="sldNum" sz="quarter" idx="5"/>
          </p:nvPr>
        </p:nvSpPr>
        <p:spPr/>
        <p:txBody>
          <a:bodyPr/>
          <a:lstStyle/>
          <a:p>
            <a:fld id="{1D0873F7-BA74-7F4C-AA0F-A37E86D81290}" type="slidenum">
              <a:rPr lang="en-US" smtClean="0"/>
              <a:t>10</a:t>
            </a:fld>
            <a:endParaRPr lang="en-US"/>
          </a:p>
        </p:txBody>
      </p:sp>
    </p:spTree>
    <p:extLst>
      <p:ext uri="{BB962C8B-B14F-4D97-AF65-F5344CB8AC3E}">
        <p14:creationId xmlns:p14="http://schemas.microsoft.com/office/powerpoint/2010/main" val="1296133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0873F7-BA74-7F4C-AA0F-A37E86D81290}" type="slidenum">
              <a:rPr lang="en-US" smtClean="0"/>
              <a:t>11</a:t>
            </a:fld>
            <a:endParaRPr lang="en-US"/>
          </a:p>
        </p:txBody>
      </p:sp>
    </p:spTree>
    <p:extLst>
      <p:ext uri="{BB962C8B-B14F-4D97-AF65-F5344CB8AC3E}">
        <p14:creationId xmlns:p14="http://schemas.microsoft.com/office/powerpoint/2010/main" val="40560643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 not be afraid to ask for feedback. – from your mentor, colleagues, and supervisor.  Supporting each other with feedback showing a commitment to growth.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is an art to receiving feedback. Through feedback we gain powerful insights on how we can grow more.  Feedback is always an outside perspective, and you may not always agree, but there is always a nugget in the feedback that can help gain new awareness and perspective.  There are a few things we can do to make the feedback process easier for both you and the person giving feedback.  </a:t>
            </a:r>
          </a:p>
          <a:p>
            <a:endParaRPr lang="en-US" dirty="0"/>
          </a:p>
        </p:txBody>
      </p:sp>
      <p:sp>
        <p:nvSpPr>
          <p:cNvPr id="4" name="Slide Number Placeholder 3"/>
          <p:cNvSpPr>
            <a:spLocks noGrp="1"/>
          </p:cNvSpPr>
          <p:nvPr>
            <p:ph type="sldNum" sz="quarter" idx="5"/>
          </p:nvPr>
        </p:nvSpPr>
        <p:spPr/>
        <p:txBody>
          <a:bodyPr/>
          <a:lstStyle/>
          <a:p>
            <a:fld id="{1D0873F7-BA74-7F4C-AA0F-A37E86D81290}" type="slidenum">
              <a:rPr lang="en-US" smtClean="0"/>
              <a:t>12</a:t>
            </a:fld>
            <a:endParaRPr lang="en-US"/>
          </a:p>
        </p:txBody>
      </p:sp>
    </p:spTree>
    <p:extLst>
      <p:ext uri="{BB962C8B-B14F-4D97-AF65-F5344CB8AC3E}">
        <p14:creationId xmlns:p14="http://schemas.microsoft.com/office/powerpoint/2010/main" val="30439200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0873F7-BA74-7F4C-AA0F-A37E86D81290}" type="slidenum">
              <a:rPr lang="en-US" smtClean="0"/>
              <a:t>13</a:t>
            </a:fld>
            <a:endParaRPr lang="en-US"/>
          </a:p>
        </p:txBody>
      </p:sp>
    </p:spTree>
    <p:extLst>
      <p:ext uri="{BB962C8B-B14F-4D97-AF65-F5344CB8AC3E}">
        <p14:creationId xmlns:p14="http://schemas.microsoft.com/office/powerpoint/2010/main" val="9920792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Eye</a:t>
            </a:r>
          </a:p>
          <a:p>
            <a:pPr lvl="1"/>
            <a:r>
              <a:rPr lang="en-US" dirty="0"/>
              <a:t>Eye Contact</a:t>
            </a:r>
          </a:p>
          <a:p>
            <a:pPr lvl="0"/>
            <a:r>
              <a:rPr lang="en-US" dirty="0"/>
              <a:t>Listen</a:t>
            </a:r>
          </a:p>
          <a:p>
            <a:pPr lvl="1"/>
            <a:r>
              <a:rPr lang="en-US" dirty="0"/>
              <a:t>Listen to Understand</a:t>
            </a:r>
          </a:p>
          <a:p>
            <a:pPr lvl="0"/>
            <a:r>
              <a:rPr lang="en-US" dirty="0"/>
              <a:t>Watch</a:t>
            </a:r>
          </a:p>
          <a:p>
            <a:pPr lvl="1"/>
            <a:r>
              <a:rPr lang="en-US" dirty="0"/>
              <a:t>Watch body language for clues as to what they might be trying to say</a:t>
            </a:r>
          </a:p>
          <a:p>
            <a:pPr lvl="0"/>
            <a:r>
              <a:rPr lang="en-US" dirty="0"/>
              <a:t>Acknowledge and Respect</a:t>
            </a:r>
          </a:p>
          <a:p>
            <a:pPr lvl="1"/>
            <a:r>
              <a:rPr lang="en-US" dirty="0"/>
              <a:t>Acknowledge and pay the speaker respect</a:t>
            </a:r>
          </a:p>
          <a:p>
            <a:pPr lvl="0"/>
            <a:r>
              <a:rPr lang="en-US" dirty="0"/>
              <a:t>Repeat back</a:t>
            </a:r>
          </a:p>
          <a:p>
            <a:pPr lvl="1"/>
            <a:r>
              <a:rPr lang="en-US" dirty="0"/>
              <a:t>Repeat back to the other person what they said to ensure you understood correctly</a:t>
            </a:r>
          </a:p>
          <a:p>
            <a:endParaRPr lang="en-US" dirty="0"/>
          </a:p>
        </p:txBody>
      </p:sp>
      <p:sp>
        <p:nvSpPr>
          <p:cNvPr id="4" name="Slide Number Placeholder 3"/>
          <p:cNvSpPr>
            <a:spLocks noGrp="1"/>
          </p:cNvSpPr>
          <p:nvPr>
            <p:ph type="sldNum" sz="quarter" idx="5"/>
          </p:nvPr>
        </p:nvSpPr>
        <p:spPr/>
        <p:txBody>
          <a:bodyPr/>
          <a:lstStyle/>
          <a:p>
            <a:fld id="{1D0873F7-BA74-7F4C-AA0F-A37E86D81290}" type="slidenum">
              <a:rPr lang="en-US" smtClean="0"/>
              <a:t>14</a:t>
            </a:fld>
            <a:endParaRPr lang="en-US"/>
          </a:p>
        </p:txBody>
      </p:sp>
    </p:spTree>
    <p:extLst>
      <p:ext uri="{BB962C8B-B14F-4D97-AF65-F5344CB8AC3E}">
        <p14:creationId xmlns:p14="http://schemas.microsoft.com/office/powerpoint/2010/main" val="3157472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700" dirty="0"/>
              <a:t>Subjective Listening :</a:t>
            </a:r>
          </a:p>
          <a:p>
            <a:pPr lvl="1" fontAlgn="base"/>
            <a:r>
              <a:rPr lang="en-US" sz="1700" dirty="0"/>
              <a:t>Listening based on the agenda or needs of the listener</a:t>
            </a:r>
          </a:p>
          <a:p>
            <a:pPr lvl="1" fontAlgn="base"/>
            <a:r>
              <a:rPr lang="en-US" sz="1700" dirty="0"/>
              <a:t>Rarely satisfies the speaker</a:t>
            </a:r>
          </a:p>
          <a:p>
            <a:r>
              <a:rPr lang="en-US" sz="1700" dirty="0"/>
              <a:t>Objective Listening:</a:t>
            </a:r>
          </a:p>
          <a:p>
            <a:pPr lvl="1" fontAlgn="base"/>
            <a:r>
              <a:rPr lang="en-US" sz="1700" dirty="0"/>
              <a:t>Completely focused on the person who is speaking</a:t>
            </a:r>
          </a:p>
          <a:p>
            <a:pPr lvl="1" fontAlgn="base"/>
            <a:r>
              <a:rPr lang="en-US" sz="1700" dirty="0"/>
              <a:t>No thoughts on how any of the information relates personally to the listener</a:t>
            </a:r>
          </a:p>
          <a:p>
            <a:pPr lvl="1" fontAlgn="base"/>
            <a:r>
              <a:rPr lang="en-US" sz="1700" dirty="0"/>
              <a:t>Very effective, but doesn’t get to the “heart” of the matter</a:t>
            </a:r>
          </a:p>
          <a:p>
            <a:r>
              <a:rPr lang="en-US" sz="1700" dirty="0"/>
              <a:t>Active Listening (aka Empathetic or Intuitive):</a:t>
            </a:r>
          </a:p>
          <a:p>
            <a:pPr lvl="1" fontAlgn="base"/>
            <a:r>
              <a:rPr lang="en-US" sz="1700" dirty="0"/>
              <a:t>Listener is hearing all sensory components and intuitively connecting to the speaker’s real message</a:t>
            </a:r>
          </a:p>
          <a:p>
            <a:pPr lvl="1" fontAlgn="base"/>
            <a:r>
              <a:rPr lang="en-US" sz="1700" dirty="0"/>
              <a:t>Paying attention to not only what the speaker is saying by also to the speaker’s tone of voice, energy level, feelings, </a:t>
            </a:r>
            <a:r>
              <a:rPr lang="en-US" sz="1700" dirty="0" err="1"/>
              <a:t>etc</a:t>
            </a:r>
            <a:endParaRPr lang="en-US" sz="1700" dirty="0"/>
          </a:p>
          <a:p>
            <a:pPr lvl="1" fontAlgn="base"/>
            <a:r>
              <a:rPr lang="en-US" sz="1700" dirty="0"/>
              <a:t>Hearing beyond what is being said, to what is behind the energy, tone, words choices</a:t>
            </a:r>
          </a:p>
          <a:p>
            <a:endParaRPr lang="en-US" dirty="0"/>
          </a:p>
          <a:p>
            <a:endParaRPr lang="en-US" dirty="0"/>
          </a:p>
          <a:p>
            <a:endParaRPr lang="en-US" dirty="0"/>
          </a:p>
          <a:p>
            <a:endParaRPr lang="en-US" dirty="0"/>
          </a:p>
          <a:p>
            <a:r>
              <a:rPr lang="en-US" dirty="0"/>
              <a:t>Speaker: I’m really upset about not meeting the project budget.</a:t>
            </a:r>
          </a:p>
          <a:p>
            <a:endParaRPr lang="en-US" dirty="0"/>
          </a:p>
          <a:p>
            <a:r>
              <a:rPr lang="en-US" dirty="0"/>
              <a:t>Subjective response: Yeah, I worked really on hard on this!</a:t>
            </a:r>
          </a:p>
          <a:p>
            <a:r>
              <a:rPr lang="en-US" dirty="0"/>
              <a:t>Objective Response: Seems like you’re very disappointed at the new numbers.</a:t>
            </a:r>
          </a:p>
          <a:p>
            <a:endParaRPr lang="en-US" dirty="0"/>
          </a:p>
          <a:p>
            <a:endParaRPr lang="en-US" dirty="0"/>
          </a:p>
          <a:p>
            <a:r>
              <a:rPr lang="en-US" dirty="0"/>
              <a:t>Active response: Tell me more about that.</a:t>
            </a:r>
          </a:p>
          <a:p>
            <a:r>
              <a:rPr lang="en-US" dirty="0"/>
              <a:t>Speaker: I feel like we have done so much work, and the numbers are not reflecting that.</a:t>
            </a:r>
          </a:p>
          <a:p>
            <a:r>
              <a:rPr lang="en-US" dirty="0"/>
              <a:t>Active response: Not only don’t the numbers reflect your effort, but it seems like you are feeling stressed over this.  What do you feel it reflects?</a:t>
            </a:r>
          </a:p>
          <a:p>
            <a:endParaRPr lang="en-US" dirty="0"/>
          </a:p>
          <a:p>
            <a:r>
              <a:rPr lang="en-US" dirty="0"/>
              <a:t>Which do you believe is key in asking for feedback?</a:t>
            </a:r>
          </a:p>
          <a:p>
            <a:endParaRPr lang="en-US" dirty="0"/>
          </a:p>
        </p:txBody>
      </p:sp>
      <p:sp>
        <p:nvSpPr>
          <p:cNvPr id="4" name="Slide Number Placeholder 3"/>
          <p:cNvSpPr>
            <a:spLocks noGrp="1"/>
          </p:cNvSpPr>
          <p:nvPr>
            <p:ph type="sldNum" sz="quarter" idx="5"/>
          </p:nvPr>
        </p:nvSpPr>
        <p:spPr/>
        <p:txBody>
          <a:bodyPr/>
          <a:lstStyle/>
          <a:p>
            <a:fld id="{1D0873F7-BA74-7F4C-AA0F-A37E86D81290}" type="slidenum">
              <a:rPr lang="en-US" smtClean="0"/>
              <a:t>15</a:t>
            </a:fld>
            <a:endParaRPr lang="en-US"/>
          </a:p>
        </p:txBody>
      </p:sp>
    </p:spTree>
    <p:extLst>
      <p:ext uri="{BB962C8B-B14F-4D97-AF65-F5344CB8AC3E}">
        <p14:creationId xmlns:p14="http://schemas.microsoft.com/office/powerpoint/2010/main" val="8025214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0873F7-BA74-7F4C-AA0F-A37E86D81290}" type="slidenum">
              <a:rPr lang="en-US" smtClean="0"/>
              <a:t>16</a:t>
            </a:fld>
            <a:endParaRPr lang="en-US"/>
          </a:p>
        </p:txBody>
      </p:sp>
    </p:spTree>
    <p:extLst>
      <p:ext uri="{BB962C8B-B14F-4D97-AF65-F5344CB8AC3E}">
        <p14:creationId xmlns:p14="http://schemas.microsoft.com/office/powerpoint/2010/main" val="35599897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0873F7-BA74-7F4C-AA0F-A37E86D81290}" type="slidenum">
              <a:rPr lang="en-US" smtClean="0"/>
              <a:t>17</a:t>
            </a:fld>
            <a:endParaRPr lang="en-US"/>
          </a:p>
        </p:txBody>
      </p:sp>
    </p:spTree>
    <p:extLst>
      <p:ext uri="{BB962C8B-B14F-4D97-AF65-F5344CB8AC3E}">
        <p14:creationId xmlns:p14="http://schemas.microsoft.com/office/powerpoint/2010/main" val="14534450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0873F7-BA74-7F4C-AA0F-A37E86D81290}" type="slidenum">
              <a:rPr lang="en-US" smtClean="0"/>
              <a:t>18</a:t>
            </a:fld>
            <a:endParaRPr lang="en-US"/>
          </a:p>
        </p:txBody>
      </p:sp>
    </p:spTree>
    <p:extLst>
      <p:ext uri="{BB962C8B-B14F-4D97-AF65-F5344CB8AC3E}">
        <p14:creationId xmlns:p14="http://schemas.microsoft.com/office/powerpoint/2010/main" val="6950353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thing that is great about these tools is they can be used in almost any interaction. Let’s put this to practice.  Remember – when you are learning something new, it is not going to be perfect at first.  That is okay.  The key is to put it to practice, reflect how it went, and what you might do differently next time and keep growing with it.</a:t>
            </a:r>
          </a:p>
          <a:p>
            <a:endParaRPr lang="en-US" dirty="0"/>
          </a:p>
          <a:p>
            <a:r>
              <a:rPr lang="en-US" dirty="0"/>
              <a:t>What I would like to do now, is ask for 2 volunteers to help us role play these new communication skills and providing feedback using the GROW method.  Now, we need 2 volunteers to help us put all this to practice.  1 to play the role of the speaker…and another brave individual who has a growth mindset to act in the role of listener.  </a:t>
            </a:r>
          </a:p>
          <a:p>
            <a:endParaRPr lang="en-US" dirty="0"/>
          </a:p>
          <a:p>
            <a:r>
              <a:rPr lang="en-US" dirty="0"/>
              <a:t>Now, after we practice, we will take a poll from the audience on how well they think we did at meeting the GROW model and what type of listening skills they heard reflected in the responses</a:t>
            </a:r>
          </a:p>
          <a:p>
            <a:endParaRPr lang="en-US" dirty="0"/>
          </a:p>
          <a:p>
            <a:endParaRPr lang="en-US" dirty="0"/>
          </a:p>
          <a:p>
            <a:endParaRPr lang="en-US" dirty="0"/>
          </a:p>
          <a:p>
            <a:pPr marL="342900" lvl="0" indent="-342900" algn="l" rtl="0">
              <a:spcBef>
                <a:spcPts val="0"/>
              </a:spcBef>
              <a:spcAft>
                <a:spcPts val="0"/>
              </a:spcAft>
              <a:buClr>
                <a:srgbClr val="7F7F7F"/>
              </a:buClr>
              <a:buSzPts val="2400"/>
              <a:buChar char="•"/>
            </a:pPr>
            <a:r>
              <a:rPr lang="en-US" dirty="0"/>
              <a:t>Role Play: Scenario:</a:t>
            </a:r>
          </a:p>
          <a:p>
            <a:pPr marL="742950" lvl="1" indent="-285750" algn="l" rtl="0">
              <a:spcBef>
                <a:spcPts val="320"/>
              </a:spcBef>
              <a:spcAft>
                <a:spcPts val="0"/>
              </a:spcAft>
              <a:buClr>
                <a:srgbClr val="7F7F7F"/>
              </a:buClr>
              <a:buSzPts val="1600"/>
              <a:buChar char="o"/>
            </a:pPr>
            <a:r>
              <a:rPr lang="en-US" dirty="0"/>
              <a:t>Team of 2 volunteers for </a:t>
            </a:r>
          </a:p>
          <a:p>
            <a:pPr marL="742950" lvl="1" indent="-285750" algn="l" rtl="0">
              <a:spcBef>
                <a:spcPts val="320"/>
              </a:spcBef>
              <a:spcAft>
                <a:spcPts val="0"/>
              </a:spcAft>
              <a:buClr>
                <a:srgbClr val="7F7F7F"/>
              </a:buClr>
              <a:buSzPts val="1600"/>
              <a:buChar char="o"/>
            </a:pPr>
            <a:r>
              <a:rPr lang="en-US" dirty="0"/>
              <a:t>Take turns playing the role of Speaker and Listener.</a:t>
            </a:r>
          </a:p>
          <a:p>
            <a:pPr marL="742950" lvl="1" indent="-285750" algn="l" rtl="0">
              <a:spcBef>
                <a:spcPts val="320"/>
              </a:spcBef>
              <a:spcAft>
                <a:spcPts val="0"/>
              </a:spcAft>
              <a:buClr>
                <a:srgbClr val="7F7F7F"/>
              </a:buClr>
              <a:buSzPts val="1600"/>
              <a:buChar char="o"/>
            </a:pPr>
            <a:r>
              <a:rPr lang="en-US" dirty="0"/>
              <a:t>The role of the</a:t>
            </a:r>
            <a:r>
              <a:rPr lang="en-US" u="sng" dirty="0"/>
              <a:t> Speaker </a:t>
            </a:r>
            <a:r>
              <a:rPr lang="en-US" dirty="0"/>
              <a:t>is to share a story about their favorite vacation.  Then ask for feedback on how they could have made the vacation even better. </a:t>
            </a:r>
          </a:p>
          <a:p>
            <a:pPr marL="742950" lvl="1" indent="-285750" algn="l" rtl="0">
              <a:spcBef>
                <a:spcPts val="320"/>
              </a:spcBef>
              <a:spcAft>
                <a:spcPts val="0"/>
              </a:spcAft>
              <a:buClr>
                <a:srgbClr val="7F7F7F"/>
              </a:buClr>
              <a:buSzPts val="1600"/>
              <a:buChar char="o"/>
            </a:pPr>
            <a:r>
              <a:rPr lang="en-US" dirty="0"/>
              <a:t>The role of the </a:t>
            </a:r>
            <a:r>
              <a:rPr lang="en-US" u="sng" dirty="0"/>
              <a:t>Listener </a:t>
            </a:r>
            <a:r>
              <a:rPr lang="en-US" dirty="0"/>
              <a:t>is to simply listen and when the Speaker is done, the Listener should recap what they understood.  Then offer advice</a:t>
            </a:r>
          </a:p>
          <a:p>
            <a:pPr marL="742950" lvl="1" indent="-285750" algn="l" rtl="0">
              <a:spcBef>
                <a:spcPts val="320"/>
              </a:spcBef>
              <a:spcAft>
                <a:spcPts val="0"/>
              </a:spcAft>
              <a:buClr>
                <a:srgbClr val="7F7F7F"/>
              </a:buClr>
              <a:buSzPts val="1600"/>
              <a:buChar char="o"/>
            </a:pPr>
            <a:r>
              <a:rPr lang="en-US" dirty="0"/>
              <a:t>The Speaker will then receive the feedback and thank the listener.</a:t>
            </a:r>
          </a:p>
          <a:p>
            <a:pPr marL="742950" lvl="1" indent="-285750" algn="l" rtl="0">
              <a:spcBef>
                <a:spcPts val="320"/>
              </a:spcBef>
              <a:spcAft>
                <a:spcPts val="0"/>
              </a:spcAft>
              <a:buClr>
                <a:srgbClr val="7F7F7F"/>
              </a:buClr>
              <a:buSzPts val="1600"/>
              <a:buChar char="o"/>
            </a:pPr>
            <a:endParaRPr lang="en-US" dirty="0"/>
          </a:p>
          <a:p>
            <a:pPr marL="285750" lvl="0" indent="-285750" algn="l" rtl="0">
              <a:spcBef>
                <a:spcPts val="320"/>
              </a:spcBef>
              <a:spcAft>
                <a:spcPts val="0"/>
              </a:spcAft>
              <a:buClr>
                <a:srgbClr val="7F7F7F"/>
              </a:buClr>
              <a:buSzPts val="1600"/>
              <a:buChar char="o"/>
            </a:pPr>
            <a:endParaRPr lang="en-US" dirty="0"/>
          </a:p>
          <a:p>
            <a:pPr marL="342900" lvl="0" indent="-342900" algn="l" rtl="0">
              <a:spcBef>
                <a:spcPts val="0"/>
              </a:spcBef>
              <a:spcAft>
                <a:spcPts val="0"/>
              </a:spcAft>
              <a:buClr>
                <a:srgbClr val="7F7F7F"/>
              </a:buClr>
              <a:buSzPts val="2400"/>
              <a:buChar char="•"/>
            </a:pPr>
            <a:r>
              <a:rPr lang="en-US" dirty="0"/>
              <a:t>Role Play: Scenario:</a:t>
            </a:r>
          </a:p>
          <a:p>
            <a:pPr marL="742950" lvl="1" indent="-285750" algn="l" rtl="0">
              <a:spcBef>
                <a:spcPts val="320"/>
              </a:spcBef>
              <a:spcAft>
                <a:spcPts val="0"/>
              </a:spcAft>
              <a:buClr>
                <a:srgbClr val="7F7F7F"/>
              </a:buClr>
              <a:buSzPts val="1600"/>
              <a:buChar char="o"/>
            </a:pPr>
            <a:r>
              <a:rPr lang="en-US" dirty="0"/>
              <a:t>Team of 2</a:t>
            </a:r>
          </a:p>
          <a:p>
            <a:pPr marL="1143000" lvl="2" indent="-228600" algn="l" rtl="0">
              <a:spcBef>
                <a:spcPts val="320"/>
              </a:spcBef>
              <a:spcAft>
                <a:spcPts val="0"/>
              </a:spcAft>
              <a:buClr>
                <a:srgbClr val="7F7F7F"/>
              </a:buClr>
              <a:buSzPts val="1600"/>
              <a:buChar char="•"/>
            </a:pPr>
            <a:r>
              <a:rPr lang="en-US" dirty="0"/>
              <a:t>One Person is Colleague</a:t>
            </a:r>
          </a:p>
          <a:p>
            <a:pPr marL="1143000" lvl="2" indent="-228600" algn="l" rtl="0">
              <a:spcBef>
                <a:spcPts val="320"/>
              </a:spcBef>
              <a:spcAft>
                <a:spcPts val="0"/>
              </a:spcAft>
              <a:buClr>
                <a:srgbClr val="7F7F7F"/>
              </a:buClr>
              <a:buSzPts val="1600"/>
              <a:buChar char="•"/>
            </a:pPr>
            <a:r>
              <a:rPr lang="en-US" dirty="0"/>
              <a:t>Other Person is Employee</a:t>
            </a:r>
          </a:p>
          <a:p>
            <a:pPr marL="1143000" lvl="2" indent="-228600" algn="l" rtl="0">
              <a:spcBef>
                <a:spcPts val="320"/>
              </a:spcBef>
              <a:spcAft>
                <a:spcPts val="0"/>
              </a:spcAft>
              <a:buClr>
                <a:srgbClr val="7F7F7F"/>
              </a:buClr>
              <a:buSzPts val="1600"/>
              <a:buChar char="•"/>
            </a:pPr>
            <a:r>
              <a:rPr lang="en-US" dirty="0"/>
              <a:t>Discussion From Prompts</a:t>
            </a:r>
          </a:p>
          <a:p>
            <a:pPr marL="1143000" lvl="2" indent="-228600" algn="l" rtl="0">
              <a:spcBef>
                <a:spcPts val="320"/>
              </a:spcBef>
              <a:spcAft>
                <a:spcPts val="0"/>
              </a:spcAft>
              <a:buClr>
                <a:srgbClr val="7F7F7F"/>
              </a:buClr>
              <a:buSzPts val="1600"/>
              <a:buChar char="•"/>
            </a:pPr>
            <a:endParaRPr lang="en-US" dirty="0"/>
          </a:p>
          <a:p>
            <a:pPr marL="1143000" lvl="2" indent="-228600" algn="l" rtl="0">
              <a:spcBef>
                <a:spcPts val="320"/>
              </a:spcBef>
              <a:spcAft>
                <a:spcPts val="0"/>
              </a:spcAft>
              <a:buClr>
                <a:srgbClr val="7F7F7F"/>
              </a:buClr>
              <a:buSzPts val="1600"/>
              <a:buChar char="•"/>
            </a:pPr>
            <a:r>
              <a:rPr lang="en-US" dirty="0"/>
              <a:t>Project-  missed milestone or goal of project you are working on together</a:t>
            </a:r>
          </a:p>
          <a:p>
            <a:pPr marL="285750" lvl="0" indent="-285750" algn="l" rtl="0">
              <a:spcBef>
                <a:spcPts val="320"/>
              </a:spcBef>
              <a:spcAft>
                <a:spcPts val="0"/>
              </a:spcAft>
              <a:buClr>
                <a:srgbClr val="7F7F7F"/>
              </a:buClr>
              <a:buSzPts val="1600"/>
              <a:buChar char="o"/>
            </a:pPr>
            <a:endParaRPr lang="en-US" dirty="0"/>
          </a:p>
          <a:p>
            <a:endParaRPr lang="en-US" dirty="0"/>
          </a:p>
        </p:txBody>
      </p:sp>
      <p:sp>
        <p:nvSpPr>
          <p:cNvPr id="4" name="Slide Number Placeholder 3"/>
          <p:cNvSpPr>
            <a:spLocks noGrp="1"/>
          </p:cNvSpPr>
          <p:nvPr>
            <p:ph type="sldNum" sz="quarter" idx="5"/>
          </p:nvPr>
        </p:nvSpPr>
        <p:spPr/>
        <p:txBody>
          <a:bodyPr/>
          <a:lstStyle/>
          <a:p>
            <a:fld id="{1D0873F7-BA74-7F4C-AA0F-A37E86D81290}" type="slidenum">
              <a:rPr lang="en-US" smtClean="0"/>
              <a:t>19</a:t>
            </a:fld>
            <a:endParaRPr lang="en-US"/>
          </a:p>
        </p:txBody>
      </p:sp>
    </p:spTree>
    <p:extLst>
      <p:ext uri="{BB962C8B-B14F-4D97-AF65-F5344CB8AC3E}">
        <p14:creationId xmlns:p14="http://schemas.microsoft.com/office/powerpoint/2010/main" val="18639906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 </a:t>
            </a:r>
            <a:r>
              <a:rPr lang="en-US" sz="1200" b="0" i="0" u="none" strike="noStrike" kern="1200" dirty="0">
                <a:solidFill>
                  <a:schemeClr val="tx1"/>
                </a:solidFill>
                <a:effectLst/>
                <a:latin typeface="+mn-lt"/>
                <a:ea typeface="+mn-ea"/>
                <a:cs typeface="+mn-cs"/>
              </a:rPr>
              <a:t>How to Use the Tool</a:t>
            </a:r>
            <a:endParaRPr lang="en-US" b="0" dirty="0">
              <a:effectLst/>
            </a:endParaRPr>
          </a:p>
          <a:p>
            <a:pPr rtl="0"/>
            <a:r>
              <a:rPr lang="en-US" sz="1200" b="0" i="0" u="none" strike="noStrike" kern="1200" dirty="0">
                <a:solidFill>
                  <a:schemeClr val="tx1"/>
                </a:solidFill>
                <a:effectLst/>
                <a:latin typeface="+mn-lt"/>
                <a:ea typeface="+mn-ea"/>
                <a:cs typeface="+mn-cs"/>
              </a:rPr>
              <a:t>To structure a coaching or mentoring session using the GROW Model, take the following steps:</a:t>
            </a:r>
            <a:endParaRPr lang="en-US" b="0" dirty="0">
              <a:effectLst/>
            </a:endParaRPr>
          </a:p>
          <a:p>
            <a:pPr rtl="0"/>
            <a:r>
              <a:rPr lang="en-US" sz="1200" b="0" i="0" u="none" strike="noStrike" kern="1200" dirty="0">
                <a:solidFill>
                  <a:schemeClr val="tx1"/>
                </a:solidFill>
                <a:effectLst/>
                <a:latin typeface="+mn-lt"/>
                <a:ea typeface="+mn-ea"/>
                <a:cs typeface="+mn-cs"/>
              </a:rPr>
              <a:t>1. Establish the Goal</a:t>
            </a:r>
            <a:endParaRPr lang="en-US" b="0" dirty="0">
              <a:effectLst/>
            </a:endParaRPr>
          </a:p>
          <a:p>
            <a:pPr rtl="0"/>
            <a:r>
              <a:rPr lang="en-US" sz="1200" b="0" i="0" u="none" strike="noStrike" kern="1200" dirty="0">
                <a:solidFill>
                  <a:schemeClr val="tx1"/>
                </a:solidFill>
                <a:effectLst/>
                <a:latin typeface="+mn-lt"/>
                <a:ea typeface="+mn-ea"/>
                <a:cs typeface="+mn-cs"/>
              </a:rPr>
              <a:t>First, you and your team member need to look at the behavior that you want to change, and then structure this change as a goal that she wants to achieve. Make sure that this is a SMART goal: one that is Specific, Measurable, Attainable, Realistic, and Time-bound.</a:t>
            </a:r>
            <a:endParaRPr lang="en-US" b="0" dirty="0">
              <a:effectLst/>
            </a:endParaRPr>
          </a:p>
          <a:p>
            <a:pPr rtl="0"/>
            <a:r>
              <a:rPr lang="en-US" sz="1200" b="0" i="0" u="none" strike="noStrike" kern="1200" dirty="0">
                <a:solidFill>
                  <a:schemeClr val="tx1"/>
                </a:solidFill>
                <a:effectLst/>
                <a:latin typeface="+mn-lt"/>
                <a:ea typeface="+mn-ea"/>
                <a:cs typeface="+mn-cs"/>
              </a:rPr>
              <a:t>When doing this, it's useful to ask questions like:</a:t>
            </a:r>
            <a:endParaRPr lang="en-US" b="0" dirty="0">
              <a:effectLst/>
            </a:endParaRPr>
          </a:p>
          <a:p>
            <a:pPr rtl="0"/>
            <a:r>
              <a:rPr lang="en-US" sz="1200" b="0" i="0" u="none" strike="noStrike" kern="1200" dirty="0">
                <a:solidFill>
                  <a:schemeClr val="tx1"/>
                </a:solidFill>
                <a:effectLst/>
                <a:latin typeface="+mn-lt"/>
                <a:ea typeface="+mn-ea"/>
                <a:cs typeface="+mn-cs"/>
              </a:rPr>
              <a:t>• How will you know that your team member has achieved this goal? How will you know that the problem or issue is solved?</a:t>
            </a:r>
            <a:endParaRPr lang="en-US" b="0" dirty="0">
              <a:effectLst/>
            </a:endParaRPr>
          </a:p>
          <a:p>
            <a:pPr rtl="0"/>
            <a:br>
              <a:rPr lang="en-US" dirty="0"/>
            </a:br>
            <a:r>
              <a:rPr lang="en-US" sz="1200" b="0" i="0" u="none" strike="noStrike" kern="1200" dirty="0">
                <a:solidFill>
                  <a:schemeClr val="tx1"/>
                </a:solidFill>
                <a:effectLst/>
                <a:latin typeface="+mn-lt"/>
                <a:ea typeface="+mn-ea"/>
                <a:cs typeface="+mn-cs"/>
              </a:rPr>
              <a:t>• Does this goal fit with her overall career objectives? And does it fit with the team's objectives?</a:t>
            </a:r>
            <a:endParaRPr lang="en-US" b="0" dirty="0">
              <a:effectLst/>
            </a:endParaRPr>
          </a:p>
          <a:p>
            <a:pPr rtl="0"/>
            <a:r>
              <a:rPr lang="en-US" sz="1200" b="0" i="0" u="none" strike="noStrike" kern="1200" dirty="0">
                <a:solidFill>
                  <a:schemeClr val="tx1"/>
                </a:solidFill>
                <a:effectLst/>
                <a:latin typeface="+mn-lt"/>
                <a:ea typeface="+mn-ea"/>
                <a:cs typeface="+mn-cs"/>
              </a:rPr>
              <a:t>2. Examine the Current Reality</a:t>
            </a:r>
            <a:endParaRPr lang="en-US" b="0" dirty="0">
              <a:effectLst/>
            </a:endParaRPr>
          </a:p>
          <a:p>
            <a:pPr rtl="0"/>
            <a:r>
              <a:rPr lang="en-US" sz="1200" b="0" i="0" u="none" strike="noStrike" kern="1200" dirty="0">
                <a:solidFill>
                  <a:schemeClr val="tx1"/>
                </a:solidFill>
                <a:effectLst/>
                <a:latin typeface="+mn-lt"/>
                <a:ea typeface="+mn-ea"/>
                <a:cs typeface="+mn-cs"/>
              </a:rPr>
              <a:t>Next, ask your team member to describe his current reality.</a:t>
            </a:r>
            <a:endParaRPr lang="en-US" b="0" dirty="0">
              <a:effectLst/>
            </a:endParaRPr>
          </a:p>
          <a:p>
            <a:pPr rtl="0"/>
            <a:r>
              <a:rPr lang="en-US" sz="1200" b="0" i="0" u="none" strike="noStrike" kern="1200" dirty="0">
                <a:solidFill>
                  <a:schemeClr val="tx1"/>
                </a:solidFill>
                <a:effectLst/>
                <a:latin typeface="+mn-lt"/>
                <a:ea typeface="+mn-ea"/>
                <a:cs typeface="+mn-cs"/>
              </a:rPr>
              <a:t>This is an important step: Too often, people try to solve a problem or reach a goal without fully considering their starting point, and often they're missing some information that they need in order to reach their goal effectively.</a:t>
            </a:r>
            <a:endParaRPr lang="en-US" b="0" dirty="0">
              <a:effectLst/>
            </a:endParaRPr>
          </a:p>
          <a:p>
            <a:pPr rtl="0"/>
            <a:r>
              <a:rPr lang="en-US" sz="1200" b="0" i="0" u="none" strike="noStrike" kern="1200" dirty="0">
                <a:solidFill>
                  <a:schemeClr val="tx1"/>
                </a:solidFill>
                <a:effectLst/>
                <a:latin typeface="+mn-lt"/>
                <a:ea typeface="+mn-ea"/>
                <a:cs typeface="+mn-cs"/>
              </a:rPr>
              <a:t>As your team member tells you about his current reality, the solution may start to emerge.</a:t>
            </a:r>
            <a:endParaRPr lang="en-US" b="0" dirty="0">
              <a:effectLst/>
            </a:endParaRPr>
          </a:p>
          <a:p>
            <a:pPr rtl="0"/>
            <a:r>
              <a:rPr lang="en-US" sz="1200" b="0" i="0" u="none" strike="noStrike" kern="1200" dirty="0">
                <a:solidFill>
                  <a:schemeClr val="tx1"/>
                </a:solidFill>
                <a:effectLst/>
                <a:latin typeface="+mn-lt"/>
                <a:ea typeface="+mn-ea"/>
                <a:cs typeface="+mn-cs"/>
              </a:rPr>
              <a:t>Useful coaching questions in this step include the following:</a:t>
            </a:r>
            <a:endParaRPr lang="en-US" b="0" dirty="0">
              <a:effectLst/>
            </a:endParaRPr>
          </a:p>
          <a:p>
            <a:pPr rtl="0"/>
            <a:r>
              <a:rPr lang="en-US" sz="1200" b="0" i="0" u="none" strike="noStrike" kern="1200" dirty="0">
                <a:solidFill>
                  <a:schemeClr val="tx1"/>
                </a:solidFill>
                <a:effectLst/>
                <a:latin typeface="+mn-lt"/>
                <a:ea typeface="+mn-ea"/>
                <a:cs typeface="+mn-cs"/>
              </a:rPr>
              <a:t>• What is happening now (what, who, when, and how often)? What is the effect or result of this?</a:t>
            </a:r>
            <a:endParaRPr lang="en-US" b="0" dirty="0">
              <a:effectLst/>
            </a:endParaRPr>
          </a:p>
          <a:p>
            <a:pPr rtl="0"/>
            <a:r>
              <a:rPr lang="en-US" sz="1200" b="0" i="0" u="none" strike="noStrike" kern="1200" dirty="0">
                <a:solidFill>
                  <a:schemeClr val="tx1"/>
                </a:solidFill>
                <a:effectLst/>
                <a:latin typeface="+mn-lt"/>
                <a:ea typeface="+mn-ea"/>
                <a:cs typeface="+mn-cs"/>
              </a:rPr>
              <a:t>• Have you already taken any steps towards your goal?</a:t>
            </a:r>
            <a:endParaRPr lang="en-US" b="0" dirty="0">
              <a:effectLst/>
            </a:endParaRPr>
          </a:p>
          <a:p>
            <a:pPr rtl="0"/>
            <a:r>
              <a:rPr lang="en-US" sz="1200" b="0" i="0" u="none" strike="noStrike" kern="1200" dirty="0">
                <a:solidFill>
                  <a:schemeClr val="tx1"/>
                </a:solidFill>
                <a:effectLst/>
                <a:latin typeface="+mn-lt"/>
                <a:ea typeface="+mn-ea"/>
                <a:cs typeface="+mn-cs"/>
              </a:rPr>
              <a:t>• Does this goal conflict with any other goals or objectives?</a:t>
            </a:r>
            <a:endParaRPr lang="en-US" b="0" dirty="0">
              <a:effectLst/>
            </a:endParaRPr>
          </a:p>
          <a:p>
            <a:pPr rtl="0"/>
            <a:r>
              <a:rPr lang="en-US" sz="1200" b="0" i="0" u="none" strike="noStrike" kern="1200" dirty="0">
                <a:solidFill>
                  <a:schemeClr val="tx1"/>
                </a:solidFill>
                <a:effectLst/>
                <a:latin typeface="+mn-lt"/>
                <a:ea typeface="+mn-ea"/>
                <a:cs typeface="+mn-cs"/>
              </a:rPr>
              <a:t>3. Explore the Options</a:t>
            </a:r>
            <a:endParaRPr lang="en-US" b="0" dirty="0">
              <a:effectLst/>
            </a:endParaRPr>
          </a:p>
          <a:p>
            <a:pPr rtl="0"/>
            <a:r>
              <a:rPr lang="en-US" sz="1200" b="0" i="0" u="none" strike="noStrike" kern="1200" dirty="0">
                <a:solidFill>
                  <a:schemeClr val="tx1"/>
                </a:solidFill>
                <a:effectLst/>
                <a:latin typeface="+mn-lt"/>
                <a:ea typeface="+mn-ea"/>
                <a:cs typeface="+mn-cs"/>
              </a:rPr>
              <a:t>Once you and your team member have explored the current reality, it's time to determine what is possible – meaning all of the possible options for reaching her objective.</a:t>
            </a:r>
            <a:endParaRPr lang="en-US" b="0" dirty="0">
              <a:effectLst/>
            </a:endParaRPr>
          </a:p>
          <a:p>
            <a:pPr rtl="0"/>
            <a:r>
              <a:rPr lang="en-US" sz="1200" b="0" i="0" u="none" strike="noStrike" kern="1200" dirty="0">
                <a:solidFill>
                  <a:schemeClr val="tx1"/>
                </a:solidFill>
                <a:effectLst/>
                <a:latin typeface="+mn-lt"/>
                <a:ea typeface="+mn-ea"/>
                <a:cs typeface="+mn-cs"/>
              </a:rPr>
              <a:t>Help your team member brainstorm as many good options as possible. Then, discuss these and help her decide on the best ones. By all means, offer your own suggestions in this step. But let your team member offer suggestions first, and let her do most of the talking. It's important to guide her in the right direction, without actually making decisions for her.</a:t>
            </a:r>
            <a:endParaRPr lang="en-US" b="0" dirty="0">
              <a:effectLst/>
            </a:endParaRPr>
          </a:p>
          <a:p>
            <a:pPr rtl="0"/>
            <a:r>
              <a:rPr lang="en-US" sz="1200" b="0" i="0" u="none" strike="noStrike" kern="1200" dirty="0">
                <a:solidFill>
                  <a:schemeClr val="tx1"/>
                </a:solidFill>
                <a:effectLst/>
                <a:latin typeface="+mn-lt"/>
                <a:ea typeface="+mn-ea"/>
                <a:cs typeface="+mn-cs"/>
              </a:rPr>
              <a:t>Typical questions that you can use to explore options are as follows:</a:t>
            </a:r>
            <a:endParaRPr lang="en-US" b="0" dirty="0">
              <a:effectLst/>
            </a:endParaRPr>
          </a:p>
          <a:p>
            <a:pPr rtl="0"/>
            <a:r>
              <a:rPr lang="en-US" sz="1200" b="0" i="0" u="none" strike="noStrike" kern="1200" dirty="0">
                <a:solidFill>
                  <a:schemeClr val="tx1"/>
                </a:solidFill>
                <a:effectLst/>
                <a:latin typeface="+mn-lt"/>
                <a:ea typeface="+mn-ea"/>
                <a:cs typeface="+mn-cs"/>
              </a:rPr>
              <a:t>• What else could you do?</a:t>
            </a:r>
            <a:endParaRPr lang="en-US" b="0" dirty="0">
              <a:effectLst/>
            </a:endParaRPr>
          </a:p>
          <a:p>
            <a:pPr rtl="0"/>
            <a:r>
              <a:rPr lang="en-US" sz="1200" b="0" i="0" u="none" strike="noStrike" kern="1200" dirty="0">
                <a:solidFill>
                  <a:schemeClr val="tx1"/>
                </a:solidFill>
                <a:effectLst/>
                <a:latin typeface="+mn-lt"/>
                <a:ea typeface="+mn-ea"/>
                <a:cs typeface="+mn-cs"/>
              </a:rPr>
              <a:t>• What if this or that constraint were removed? Would that change things?</a:t>
            </a:r>
            <a:endParaRPr lang="en-US" b="0" dirty="0">
              <a:effectLst/>
            </a:endParaRPr>
          </a:p>
          <a:p>
            <a:pPr rtl="0"/>
            <a:r>
              <a:rPr lang="en-US" sz="1200" b="0" i="0" u="none" strike="noStrike" kern="1200" dirty="0">
                <a:solidFill>
                  <a:schemeClr val="tx1"/>
                </a:solidFill>
                <a:effectLst/>
                <a:latin typeface="+mn-lt"/>
                <a:ea typeface="+mn-ea"/>
                <a:cs typeface="+mn-cs"/>
              </a:rPr>
              <a:t>• What are the advantages and disadvantages of each option?</a:t>
            </a:r>
            <a:endParaRPr lang="en-US" b="0" dirty="0">
              <a:effectLst/>
            </a:endParaRPr>
          </a:p>
          <a:p>
            <a:pPr rtl="0"/>
            <a:r>
              <a:rPr lang="en-US" sz="1200" b="0" i="0" u="none" strike="noStrike" kern="1200" dirty="0">
                <a:solidFill>
                  <a:schemeClr val="tx1"/>
                </a:solidFill>
                <a:effectLst/>
                <a:latin typeface="+mn-lt"/>
                <a:ea typeface="+mn-ea"/>
                <a:cs typeface="+mn-cs"/>
              </a:rPr>
              <a:t>• What factors or considerations will you use to weigh the options?</a:t>
            </a:r>
            <a:endParaRPr lang="en-US" b="0" dirty="0">
              <a:effectLst/>
            </a:endParaRPr>
          </a:p>
          <a:p>
            <a:pPr rtl="0"/>
            <a:r>
              <a:rPr lang="en-US" sz="1200" b="0" i="0" u="none" strike="noStrike" kern="1200" dirty="0">
                <a:solidFill>
                  <a:schemeClr val="tx1"/>
                </a:solidFill>
                <a:effectLst/>
                <a:latin typeface="+mn-lt"/>
                <a:ea typeface="+mn-ea"/>
                <a:cs typeface="+mn-cs"/>
              </a:rPr>
              <a:t>• What do you need to stop doing in order to achieve this goal?</a:t>
            </a:r>
            <a:endParaRPr lang="en-US" b="0" dirty="0">
              <a:effectLst/>
            </a:endParaRPr>
          </a:p>
          <a:p>
            <a:pPr rtl="0"/>
            <a:r>
              <a:rPr lang="en-US" sz="1200" b="0" i="0" u="none" strike="noStrike" kern="1200" dirty="0">
                <a:solidFill>
                  <a:schemeClr val="tx1"/>
                </a:solidFill>
                <a:effectLst/>
                <a:latin typeface="+mn-lt"/>
                <a:ea typeface="+mn-ea"/>
                <a:cs typeface="+mn-cs"/>
              </a:rPr>
              <a:t>• What obstacles stand in your way?</a:t>
            </a:r>
            <a:endParaRPr lang="en-US" b="0" dirty="0">
              <a:effectLst/>
            </a:endParaRPr>
          </a:p>
          <a:p>
            <a:pPr rtl="0"/>
            <a:r>
              <a:rPr lang="en-US" sz="1200" b="0" i="0" u="none" strike="noStrike" kern="1200" dirty="0">
                <a:solidFill>
                  <a:schemeClr val="tx1"/>
                </a:solidFill>
                <a:effectLst/>
                <a:latin typeface="+mn-lt"/>
                <a:ea typeface="+mn-ea"/>
                <a:cs typeface="+mn-cs"/>
              </a:rPr>
              <a:t>4. Establish the Will</a:t>
            </a:r>
            <a:endParaRPr lang="en-US" b="0" dirty="0">
              <a:effectLst/>
            </a:endParaRPr>
          </a:p>
          <a:p>
            <a:pPr rtl="0"/>
            <a:r>
              <a:rPr lang="en-US" sz="1200" b="0" i="0" u="none" strike="noStrike" kern="1200" dirty="0">
                <a:solidFill>
                  <a:schemeClr val="tx1"/>
                </a:solidFill>
                <a:effectLst/>
                <a:latin typeface="+mn-lt"/>
                <a:ea typeface="+mn-ea"/>
                <a:cs typeface="+mn-cs"/>
              </a:rPr>
              <a:t>By examining the current reality and exploring the options, your team member will now have a good idea of how he can achieve his goal.</a:t>
            </a:r>
            <a:endParaRPr lang="en-US" b="0" dirty="0">
              <a:effectLst/>
            </a:endParaRPr>
          </a:p>
          <a:p>
            <a:pPr rtl="0"/>
            <a:r>
              <a:rPr lang="en-US" sz="1200" b="0" i="0" u="none" strike="noStrike" kern="1200" dirty="0">
                <a:solidFill>
                  <a:schemeClr val="tx1"/>
                </a:solidFill>
                <a:effectLst/>
                <a:latin typeface="+mn-lt"/>
                <a:ea typeface="+mn-ea"/>
                <a:cs typeface="+mn-cs"/>
              </a:rPr>
              <a:t>That's great – but in itself, this may not be enough. The final step is to get your team member to commit to specific actions in order to move forward towards his goal. In doing this, you will help him establish his will and boost his motivation.</a:t>
            </a:r>
            <a:endParaRPr lang="en-US" b="0" dirty="0">
              <a:effectLst/>
            </a:endParaRPr>
          </a:p>
          <a:p>
            <a:pPr rtl="0"/>
            <a:r>
              <a:rPr lang="en-US" sz="1200" b="0" i="0" u="none" strike="noStrike" kern="1200" dirty="0">
                <a:solidFill>
                  <a:schemeClr val="tx1"/>
                </a:solidFill>
                <a:effectLst/>
                <a:latin typeface="+mn-lt"/>
                <a:ea typeface="+mn-ea"/>
                <a:cs typeface="+mn-cs"/>
              </a:rPr>
              <a:t>Useful questions to ask here include:</a:t>
            </a:r>
            <a:endParaRPr lang="en-US" b="0" dirty="0">
              <a:effectLst/>
            </a:endParaRPr>
          </a:p>
          <a:p>
            <a:pPr rtl="0"/>
            <a:r>
              <a:rPr lang="en-US" sz="1200" b="0" i="0" u="none" strike="noStrike" kern="1200" dirty="0">
                <a:solidFill>
                  <a:schemeClr val="tx1"/>
                </a:solidFill>
                <a:effectLst/>
                <a:latin typeface="+mn-lt"/>
                <a:ea typeface="+mn-ea"/>
                <a:cs typeface="+mn-cs"/>
              </a:rPr>
              <a:t>• So, what will you do now, and when? What else will you do?</a:t>
            </a:r>
            <a:endParaRPr lang="en-US" b="0" dirty="0">
              <a:effectLst/>
            </a:endParaRPr>
          </a:p>
          <a:p>
            <a:pPr rtl="0"/>
            <a:r>
              <a:rPr lang="en-US" sz="1200" b="0" i="0" u="none" strike="noStrike" kern="1200" dirty="0">
                <a:solidFill>
                  <a:schemeClr val="tx1"/>
                </a:solidFill>
                <a:effectLst/>
                <a:latin typeface="+mn-lt"/>
                <a:ea typeface="+mn-ea"/>
                <a:cs typeface="+mn-cs"/>
              </a:rPr>
              <a:t>• What could stop you moving forward? How will you overcome this?</a:t>
            </a:r>
            <a:endParaRPr lang="en-US" b="0" dirty="0">
              <a:effectLst/>
            </a:endParaRPr>
          </a:p>
          <a:p>
            <a:pPr rtl="0"/>
            <a:r>
              <a:rPr lang="en-US" sz="1200" b="0" i="0" u="none" strike="noStrike" kern="1200" dirty="0">
                <a:solidFill>
                  <a:schemeClr val="tx1"/>
                </a:solidFill>
                <a:effectLst/>
                <a:latin typeface="+mn-lt"/>
                <a:ea typeface="+mn-ea"/>
                <a:cs typeface="+mn-cs"/>
              </a:rPr>
              <a:t>• How can you keep yourself motivated?</a:t>
            </a:r>
            <a:endParaRPr lang="en-US" b="0" dirty="0">
              <a:effectLst/>
            </a:endParaRPr>
          </a:p>
          <a:p>
            <a:pPr rtl="0"/>
            <a:r>
              <a:rPr lang="en-US" sz="1200" b="0" i="0" u="none" strike="noStrike" kern="1200" dirty="0">
                <a:solidFill>
                  <a:schemeClr val="tx1"/>
                </a:solidFill>
                <a:effectLst/>
                <a:latin typeface="+mn-lt"/>
                <a:ea typeface="+mn-ea"/>
                <a:cs typeface="+mn-cs"/>
              </a:rPr>
              <a:t>• When do you need to review progress? Daily, weekly, monthly? Finally, decide on a date when you'll both review his progress. This will provide some accountability, and allow him to change his approach if the original plan isn't working.</a:t>
            </a:r>
            <a:endParaRPr lang="en-US" b="0" dirty="0">
              <a:effectLst/>
            </a:endParaRPr>
          </a:p>
          <a:p>
            <a:pPr rtl="0"/>
            <a:br>
              <a:rPr lang="en-US" dirty="0"/>
            </a:br>
            <a:r>
              <a:rPr lang="en-US" dirty="0"/>
              <a:t>Tip 1: </a:t>
            </a:r>
            <a:r>
              <a:rPr lang="en-US" sz="1200" b="0" i="0" u="none" strike="noStrike" kern="1200" dirty="0">
                <a:solidFill>
                  <a:schemeClr val="tx1"/>
                </a:solidFill>
                <a:effectLst/>
                <a:latin typeface="+mn-lt"/>
                <a:ea typeface="+mn-ea"/>
                <a:cs typeface="+mn-cs"/>
              </a:rPr>
              <a:t>A great way to practice using the model is to address your own challenges and issues. By practicing on your own and getting yourself "unstuck," you'll learn how to ask the most helpful questions. Then, write down some stock questions as prompts for future coaching sessions.</a:t>
            </a:r>
            <a:endParaRPr lang="en-US" b="0" dirty="0">
              <a:effectLst/>
            </a:endParaRPr>
          </a:p>
          <a:p>
            <a:pPr rtl="0"/>
            <a:r>
              <a:rPr lang="en-US" sz="1200" b="1" i="0" u="none" strike="noStrike" kern="1200" dirty="0">
                <a:solidFill>
                  <a:schemeClr val="tx1"/>
                </a:solidFill>
                <a:effectLst/>
                <a:latin typeface="+mn-lt"/>
                <a:ea typeface="+mn-ea"/>
                <a:cs typeface="+mn-cs"/>
              </a:rPr>
              <a:t>Tip 2:</a:t>
            </a:r>
            <a:endParaRPr lang="en-US" b="0" dirty="0">
              <a:effectLst/>
            </a:endParaRPr>
          </a:p>
          <a:p>
            <a:pPr rtl="0"/>
            <a:r>
              <a:rPr lang="en-US" sz="1200" b="0" i="0" u="none" strike="noStrike" kern="1200" dirty="0">
                <a:solidFill>
                  <a:schemeClr val="tx1"/>
                </a:solidFill>
                <a:effectLst/>
                <a:latin typeface="+mn-lt"/>
                <a:ea typeface="+mn-ea"/>
                <a:cs typeface="+mn-cs"/>
              </a:rPr>
              <a:t>The two most important skills for a coach are the ability to ask good questions and the ability to listen effectively.</a:t>
            </a:r>
            <a:endParaRPr lang="en-US" b="0" dirty="0">
              <a:effectLst/>
            </a:endParaRPr>
          </a:p>
          <a:p>
            <a:pPr rtl="0"/>
            <a:r>
              <a:rPr lang="en-US" sz="1200" b="0" i="0" u="none" strike="noStrike" kern="1200" dirty="0">
                <a:solidFill>
                  <a:schemeClr val="tx1"/>
                </a:solidFill>
                <a:effectLst/>
                <a:latin typeface="+mn-lt"/>
                <a:ea typeface="+mn-ea"/>
                <a:cs typeface="+mn-cs"/>
              </a:rPr>
              <a:t>Don't ask closed questions that call for a yes or no answer (such as "Did that cause a problem?"). Instead, ask open ones, like "What effect did that have?" Be prepared with a list of questions for each stage of the GROW process. Use active listening skills and let your "client" do most of the talking. Remember that silence provides valuable thinking time: you don't always have to fill silence with the next question.</a:t>
            </a:r>
            <a:endParaRPr lang="en-US" b="0" dirty="0">
              <a:effectLst/>
            </a:endParaRPr>
          </a:p>
          <a:p>
            <a:br>
              <a:rPr lang="en-US" dirty="0"/>
            </a:b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873F7-BA74-7F4C-AA0F-A37E86D8129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1197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700" dirty="0"/>
              <a:t>Subjective Listening :</a:t>
            </a:r>
          </a:p>
          <a:p>
            <a:pPr lvl="1" fontAlgn="base"/>
            <a:r>
              <a:rPr lang="en-US" sz="1700" dirty="0"/>
              <a:t>Listening based on the agenda or needs of the listener</a:t>
            </a:r>
          </a:p>
          <a:p>
            <a:pPr lvl="1" fontAlgn="base"/>
            <a:r>
              <a:rPr lang="en-US" sz="1700" dirty="0"/>
              <a:t>Rarely satisfies the speaker</a:t>
            </a:r>
          </a:p>
          <a:p>
            <a:r>
              <a:rPr lang="en-US" sz="1700" dirty="0"/>
              <a:t>Objective Listening:</a:t>
            </a:r>
          </a:p>
          <a:p>
            <a:pPr lvl="1" fontAlgn="base"/>
            <a:r>
              <a:rPr lang="en-US" sz="1700" dirty="0"/>
              <a:t>Completely focused on the person who is speaking</a:t>
            </a:r>
          </a:p>
          <a:p>
            <a:pPr lvl="1" fontAlgn="base"/>
            <a:r>
              <a:rPr lang="en-US" sz="1700" dirty="0"/>
              <a:t>No thoughts on how any of the information relates personally to the listener</a:t>
            </a:r>
          </a:p>
          <a:p>
            <a:pPr lvl="1" fontAlgn="base"/>
            <a:r>
              <a:rPr lang="en-US" sz="1700" dirty="0"/>
              <a:t>Very effective, but doesn’t get to the “heart” of the matter</a:t>
            </a:r>
          </a:p>
          <a:p>
            <a:r>
              <a:rPr lang="en-US" sz="1700" dirty="0"/>
              <a:t>Active Listening (aka Empathetic or Intuitive):</a:t>
            </a:r>
          </a:p>
          <a:p>
            <a:pPr lvl="1" fontAlgn="base"/>
            <a:r>
              <a:rPr lang="en-US" sz="1700" dirty="0"/>
              <a:t>Listener is hearing all sensory components and intuitively connecting to the speaker’s real message</a:t>
            </a:r>
          </a:p>
          <a:p>
            <a:pPr lvl="1" fontAlgn="base"/>
            <a:r>
              <a:rPr lang="en-US" sz="1700" dirty="0"/>
              <a:t>Paying attention to not only what the speaker is saying by also to the speaker’s tone of voice, energy level, feelings, </a:t>
            </a:r>
            <a:r>
              <a:rPr lang="en-US" sz="1700" dirty="0" err="1"/>
              <a:t>etc</a:t>
            </a:r>
            <a:endParaRPr lang="en-US" sz="1700" dirty="0"/>
          </a:p>
          <a:p>
            <a:pPr lvl="1" fontAlgn="base"/>
            <a:r>
              <a:rPr lang="en-US" sz="1700" dirty="0"/>
              <a:t>Hearing beyond what is being said, to what is behind the energy, tone, words choices</a:t>
            </a:r>
          </a:p>
          <a:p>
            <a:endParaRPr lang="en-US" dirty="0"/>
          </a:p>
          <a:p>
            <a:endParaRPr lang="en-US" dirty="0"/>
          </a:p>
          <a:p>
            <a:endParaRPr lang="en-US" dirty="0"/>
          </a:p>
          <a:p>
            <a:endParaRPr lang="en-US" dirty="0"/>
          </a:p>
          <a:p>
            <a:r>
              <a:rPr lang="en-US" dirty="0"/>
              <a:t>Speaker: I’m really upset about not meeting the project budget.</a:t>
            </a:r>
          </a:p>
          <a:p>
            <a:endParaRPr lang="en-US" dirty="0"/>
          </a:p>
          <a:p>
            <a:r>
              <a:rPr lang="en-US" dirty="0"/>
              <a:t>Subjective response: Yeah, I worked really on hard on this!</a:t>
            </a:r>
          </a:p>
          <a:p>
            <a:r>
              <a:rPr lang="en-US" dirty="0"/>
              <a:t>Objective Response: Seems like you’re very disappointed at the new numbers.</a:t>
            </a:r>
          </a:p>
          <a:p>
            <a:endParaRPr lang="en-US" dirty="0"/>
          </a:p>
          <a:p>
            <a:endParaRPr lang="en-US" dirty="0"/>
          </a:p>
          <a:p>
            <a:r>
              <a:rPr lang="en-US" dirty="0"/>
              <a:t>Active response: Tell me more about that.</a:t>
            </a:r>
          </a:p>
          <a:p>
            <a:r>
              <a:rPr lang="en-US" dirty="0"/>
              <a:t>Speaker: I feel like we have done so much work, and the numbers are not reflecting that.</a:t>
            </a:r>
          </a:p>
          <a:p>
            <a:r>
              <a:rPr lang="en-US" dirty="0"/>
              <a:t>Active response: Not only don’t the numbers reflect your effort, but it seems like you are feeling stressed over this.  What do you feel it reflects?</a:t>
            </a:r>
          </a:p>
          <a:p>
            <a:endParaRPr lang="en-US" dirty="0"/>
          </a:p>
          <a:p>
            <a:r>
              <a:rPr lang="en-US" dirty="0"/>
              <a:t>Which do you believe is key in asking for feedback?</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873F7-BA74-7F4C-AA0F-A37E86D8129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26599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eaLnBrk="0" fontAlgn="base" hangingPunct="0">
              <a:lnSpc>
                <a:spcPct val="100000"/>
              </a:lnSpc>
              <a:spcBef>
                <a:spcPct val="0"/>
              </a:spcBef>
              <a:spcAft>
                <a:spcPct val="0"/>
              </a:spcAft>
              <a:buNone/>
            </a:pPr>
            <a:r>
              <a:rPr lang="en-US" altLang="en-US" b="1" dirty="0">
                <a:solidFill>
                  <a:srgbClr val="1F3864"/>
                </a:solidFill>
                <a:latin typeface="Arial" panose="020B0604020202020204" pitchFamily="34" charset="0"/>
                <a:ea typeface="Times New Roman" panose="02020603050405020304" pitchFamily="18" charset="0"/>
                <a:cs typeface="Arial" panose="020B0604020202020204" pitchFamily="34" charset="0"/>
              </a:rPr>
              <a:t>Rachel Carey-</a:t>
            </a:r>
            <a:r>
              <a:rPr lang="en-US" altLang="en-US" b="1" dirty="0" err="1">
                <a:solidFill>
                  <a:srgbClr val="1F3864"/>
                </a:solidFill>
                <a:latin typeface="Arial" panose="020B0604020202020204" pitchFamily="34" charset="0"/>
                <a:ea typeface="Times New Roman" panose="02020603050405020304" pitchFamily="18" charset="0"/>
                <a:cs typeface="Arial" panose="020B0604020202020204" pitchFamily="34" charset="0"/>
              </a:rPr>
              <a:t>McElwaney</a:t>
            </a:r>
            <a:endParaRPr lang="en-US" altLang="en-US" dirty="0"/>
          </a:p>
          <a:p>
            <a:pPr marL="0" lvl="0" indent="0" eaLnBrk="0" fontAlgn="base" hangingPunct="0">
              <a:lnSpc>
                <a:spcPct val="100000"/>
              </a:lnSpc>
              <a:spcBef>
                <a:spcPct val="0"/>
              </a:spcBef>
              <a:spcAft>
                <a:spcPct val="0"/>
              </a:spcAft>
              <a:buNone/>
            </a:pPr>
            <a:r>
              <a:rPr lang="en-US" altLang="en-US" b="1" dirty="0">
                <a:solidFill>
                  <a:srgbClr val="1F3864"/>
                </a:solidFill>
                <a:latin typeface="Arial" panose="020B0604020202020204" pitchFamily="34" charset="0"/>
                <a:ea typeface="Times New Roman" panose="02020603050405020304" pitchFamily="18" charset="0"/>
                <a:cs typeface="Arial" panose="020B0604020202020204" pitchFamily="34" charset="0"/>
              </a:rPr>
              <a:t>HR Consultant and Leadership Coach</a:t>
            </a:r>
            <a:br>
              <a:rPr lang="en-US" altLang="en-US" sz="1050" dirty="0">
                <a:solidFill>
                  <a:srgbClr val="1F3864"/>
                </a:solidFill>
                <a:latin typeface="Arial" panose="020B0604020202020204" pitchFamily="34" charset="0"/>
                <a:ea typeface="Times New Roman" panose="02020603050405020304" pitchFamily="18" charset="0"/>
                <a:cs typeface="Arial" panose="020B0604020202020204" pitchFamily="34" charset="0"/>
              </a:rPr>
            </a:br>
            <a:r>
              <a:rPr lang="en-US" altLang="en-US" sz="1050" dirty="0" err="1">
                <a:solidFill>
                  <a:srgbClr val="1F3864"/>
                </a:solidFill>
                <a:latin typeface="Arial" panose="020B0604020202020204" pitchFamily="34" charset="0"/>
                <a:ea typeface="Times New Roman" panose="02020603050405020304" pitchFamily="18" charset="0"/>
                <a:cs typeface="Arial" panose="020B0604020202020204" pitchFamily="34" charset="0"/>
              </a:rPr>
              <a:t>FosterThomas</a:t>
            </a:r>
            <a:r>
              <a:rPr lang="en-US" altLang="en-US" sz="1050" dirty="0">
                <a:solidFill>
                  <a:srgbClr val="1F3864"/>
                </a:solidFill>
                <a:latin typeface="Arial" panose="020B0604020202020204" pitchFamily="34" charset="0"/>
                <a:ea typeface="Times New Roman" panose="02020603050405020304" pitchFamily="18" charset="0"/>
                <a:cs typeface="Arial" panose="020B0604020202020204" pitchFamily="34" charset="0"/>
              </a:rPr>
              <a:t>, Inc.</a:t>
            </a:r>
            <a:br>
              <a:rPr lang="en-US" altLang="en-US" sz="1050" dirty="0">
                <a:solidFill>
                  <a:srgbClr val="1F3864"/>
                </a:solidFill>
                <a:latin typeface="Arial" panose="020B0604020202020204" pitchFamily="34" charset="0"/>
                <a:ea typeface="Times New Roman" panose="02020603050405020304" pitchFamily="18" charset="0"/>
                <a:cs typeface="Arial" panose="020B0604020202020204" pitchFamily="34" charset="0"/>
              </a:rPr>
            </a:br>
            <a:r>
              <a:rPr lang="en-US" altLang="en-US" sz="1100" b="1" dirty="0">
                <a:solidFill>
                  <a:srgbClr val="1F3864"/>
                </a:solidFill>
                <a:latin typeface="Calibri" panose="020F0502020204030204" pitchFamily="34" charset="0"/>
                <a:ea typeface="Times New Roman" panose="02020603050405020304" pitchFamily="18" charset="0"/>
                <a:cs typeface="Calibri" panose="020F0502020204030204" pitchFamily="34" charset="0"/>
              </a:rPr>
              <a:t>181 Harry S. Truman Parkway, Suite 110 </a:t>
            </a:r>
            <a:endParaRPr lang="en-US" altLang="en-US" dirty="0"/>
          </a:p>
          <a:p>
            <a:pPr marL="0" lvl="0" indent="0" eaLnBrk="0" fontAlgn="base" hangingPunct="0">
              <a:lnSpc>
                <a:spcPct val="100000"/>
              </a:lnSpc>
              <a:spcBef>
                <a:spcPct val="0"/>
              </a:spcBef>
              <a:spcAft>
                <a:spcPct val="0"/>
              </a:spcAft>
              <a:buNone/>
            </a:pPr>
            <a:r>
              <a:rPr lang="en-US" altLang="en-US" sz="1100" b="1" dirty="0">
                <a:solidFill>
                  <a:srgbClr val="1F3864"/>
                </a:solidFill>
                <a:latin typeface="Calibri" panose="020F0502020204030204" pitchFamily="34" charset="0"/>
                <a:ea typeface="Times New Roman" panose="02020603050405020304" pitchFamily="18" charset="0"/>
                <a:cs typeface="Calibri" panose="020F0502020204030204" pitchFamily="34" charset="0"/>
              </a:rPr>
              <a:t>Annapolis, MD 21401</a:t>
            </a:r>
            <a:endParaRPr lang="en-US" altLang="en-US" dirty="0"/>
          </a:p>
          <a:p>
            <a:pPr marL="0" lvl="0" indent="0" eaLnBrk="0" fontAlgn="base" hangingPunct="0">
              <a:lnSpc>
                <a:spcPct val="100000"/>
              </a:lnSpc>
              <a:spcBef>
                <a:spcPct val="0"/>
              </a:spcBef>
              <a:spcAft>
                <a:spcPct val="0"/>
              </a:spcAft>
              <a:buNone/>
            </a:pPr>
            <a:r>
              <a:rPr lang="en-US" dirty="0"/>
              <a:t>Phone: </a:t>
            </a:r>
            <a:r>
              <a:rPr lang="en-US" dirty="0">
                <a:hlinkClick r:id="rId3"/>
              </a:rPr>
              <a:t>800.372.3626</a:t>
            </a:r>
            <a:r>
              <a:rPr lang="en-US" dirty="0"/>
              <a:t> | Fax: 800.982.7001</a:t>
            </a:r>
            <a:br>
              <a:rPr lang="en-US" sz="1050" dirty="0"/>
            </a:br>
            <a:r>
              <a:rPr lang="en-US" dirty="0"/>
              <a:t>Email: </a:t>
            </a:r>
            <a:r>
              <a:rPr lang="en-US" dirty="0" err="1"/>
              <a:t>rcarey@fosterthomas.com</a:t>
            </a:r>
            <a:endParaRPr lang="en-US" dirty="0"/>
          </a:p>
          <a:p>
            <a:endParaRPr lang="en-US" dirty="0"/>
          </a:p>
        </p:txBody>
      </p:sp>
      <p:sp>
        <p:nvSpPr>
          <p:cNvPr id="4" name="Slide Number Placeholder 3"/>
          <p:cNvSpPr>
            <a:spLocks noGrp="1"/>
          </p:cNvSpPr>
          <p:nvPr>
            <p:ph type="sldNum" sz="quarter" idx="5"/>
          </p:nvPr>
        </p:nvSpPr>
        <p:spPr/>
        <p:txBody>
          <a:bodyPr/>
          <a:lstStyle/>
          <a:p>
            <a:fld id="{1D0873F7-BA74-7F4C-AA0F-A37E86D81290}" type="slidenum">
              <a:rPr lang="en-US" smtClean="0"/>
              <a:t>23</a:t>
            </a:fld>
            <a:endParaRPr lang="en-US"/>
          </a:p>
        </p:txBody>
      </p:sp>
    </p:spTree>
    <p:extLst>
      <p:ext uri="{BB962C8B-B14F-4D97-AF65-F5344CB8AC3E}">
        <p14:creationId xmlns:p14="http://schemas.microsoft.com/office/powerpoint/2010/main" val="37138028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mentioned earlier in the Success Habits session – success really is rooted in accountability.  Earlier we discussed ways to build an accountability habit and how to ask for and receive feedback.</a:t>
            </a:r>
          </a:p>
          <a:p>
            <a:endParaRPr lang="en-US" dirty="0"/>
          </a:p>
          <a:p>
            <a:r>
              <a:rPr lang="en-US" dirty="0"/>
              <a:t>Accountability also needs leadership – and structured feedback.  But sometimes feedback can be difficult because we are busy, or we are worried about how the feedback will be received.  </a:t>
            </a:r>
          </a:p>
          <a:p>
            <a:endParaRPr lang="en-US" dirty="0"/>
          </a:p>
          <a:p>
            <a:r>
              <a:rPr lang="en-US" dirty="0"/>
              <a:t>You are in a powerful role to shape, motivate, and enhance the performance of your team.  Sometimes you also have to realign people who are in the wrong positions, or make the difficult decision of letting someone go that is not the right fit for the role based on their performance or behaviors.  But how do you navigate these conversations swiftly and effectively to successfully lead your team?</a:t>
            </a:r>
          </a:p>
          <a:p>
            <a:endParaRPr lang="en-US" dirty="0"/>
          </a:p>
          <a:p>
            <a:endParaRPr lang="en-US" dirty="0"/>
          </a:p>
        </p:txBody>
      </p:sp>
      <p:sp>
        <p:nvSpPr>
          <p:cNvPr id="4" name="Slide Number Placeholder 3"/>
          <p:cNvSpPr>
            <a:spLocks noGrp="1"/>
          </p:cNvSpPr>
          <p:nvPr>
            <p:ph type="sldNum" sz="quarter" idx="5"/>
          </p:nvPr>
        </p:nvSpPr>
        <p:spPr/>
        <p:txBody>
          <a:bodyPr/>
          <a:lstStyle/>
          <a:p>
            <a:fld id="{1D0873F7-BA74-7F4C-AA0F-A37E86D81290}" type="slidenum">
              <a:rPr lang="en-US" smtClean="0"/>
              <a:t>24</a:t>
            </a:fld>
            <a:endParaRPr lang="en-US"/>
          </a:p>
        </p:txBody>
      </p:sp>
    </p:spTree>
    <p:extLst>
      <p:ext uri="{BB962C8B-B14F-4D97-AF65-F5344CB8AC3E}">
        <p14:creationId xmlns:p14="http://schemas.microsoft.com/office/powerpoint/2010/main" val="29841477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0873F7-BA74-7F4C-AA0F-A37E86D81290}" type="slidenum">
              <a:rPr lang="en-US" smtClean="0"/>
              <a:t>25</a:t>
            </a:fld>
            <a:endParaRPr lang="en-US"/>
          </a:p>
        </p:txBody>
      </p:sp>
    </p:spTree>
    <p:extLst>
      <p:ext uri="{BB962C8B-B14F-4D97-AF65-F5344CB8AC3E}">
        <p14:creationId xmlns:p14="http://schemas.microsoft.com/office/powerpoint/2010/main" val="39505099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0873F7-BA74-7F4C-AA0F-A37E86D81290}" type="slidenum">
              <a:rPr lang="en-US" smtClean="0"/>
              <a:t>26</a:t>
            </a:fld>
            <a:endParaRPr lang="en-US"/>
          </a:p>
        </p:txBody>
      </p:sp>
    </p:spTree>
    <p:extLst>
      <p:ext uri="{BB962C8B-B14F-4D97-AF65-F5344CB8AC3E}">
        <p14:creationId xmlns:p14="http://schemas.microsoft.com/office/powerpoint/2010/main" val="5388767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the difference in conversations when you are giving annual performance feedback and when there is a corrective action?</a:t>
            </a:r>
          </a:p>
          <a:p>
            <a:endParaRPr lang="en-US" dirty="0"/>
          </a:p>
          <a:p>
            <a:r>
              <a:rPr lang="en-US" dirty="0"/>
              <a:t>The why: </a:t>
            </a:r>
          </a:p>
          <a:p>
            <a:endParaRPr lang="en-US" dirty="0"/>
          </a:p>
          <a:p>
            <a:r>
              <a:rPr lang="en-US" dirty="0"/>
              <a:t>PF – open feedback, review of general performance, assessing how well we met the goals.  There might be a mixture of praise and constructive feedback.</a:t>
            </a:r>
          </a:p>
          <a:p>
            <a:endParaRPr lang="en-US" dirty="0"/>
          </a:p>
          <a:p>
            <a:r>
              <a:rPr lang="en-US" dirty="0"/>
              <a:t>CA – There is an issue, something is not being met.  </a:t>
            </a:r>
          </a:p>
          <a:p>
            <a:endParaRPr lang="en-US" dirty="0"/>
          </a:p>
          <a:p>
            <a:r>
              <a:rPr lang="en-US" dirty="0"/>
              <a:t>The energy:</a:t>
            </a:r>
          </a:p>
          <a:p>
            <a:r>
              <a:rPr lang="en-US" dirty="0"/>
              <a:t> PF: Might be motivating and a bit more upbeat</a:t>
            </a:r>
          </a:p>
          <a:p>
            <a:r>
              <a:rPr lang="en-US" dirty="0"/>
              <a:t>CA – might be stern</a:t>
            </a:r>
          </a:p>
          <a:p>
            <a:endParaRPr lang="en-US" dirty="0"/>
          </a:p>
          <a:p>
            <a:r>
              <a:rPr lang="en-US" dirty="0"/>
              <a:t>At the end of the day really we are reviewing performance and holding people accountable.  Both conversations can be done in a supportive tone using the same method.  The difference is that in the corrective actions things are more urgently in need of a turn around in order to turn things around, and as we continue with progressive disciplinary action it may become more evident that this is not the right position or opportunity for this person – and we may let them go.</a:t>
            </a:r>
          </a:p>
          <a:p>
            <a:endParaRPr lang="en-US" dirty="0"/>
          </a:p>
          <a:p>
            <a:r>
              <a:rPr lang="en-US" dirty="0"/>
              <a:t>The outcomes may be different – but they may be the same.  You may give a corrective action and the individual might change course immediately and perform well –or improve the behavior. </a:t>
            </a:r>
          </a:p>
          <a:p>
            <a:endParaRPr lang="en-US" dirty="0"/>
          </a:p>
          <a:p>
            <a:r>
              <a:rPr lang="en-US" dirty="0"/>
              <a:t>No matter which way you go Performance Conversations can be simplified by moving into a coach role – and using the GROW framework for the conversation. </a:t>
            </a:r>
          </a:p>
          <a:p>
            <a:endParaRPr lang="en-US" dirty="0"/>
          </a:p>
          <a:p>
            <a:r>
              <a:rPr lang="en-US" dirty="0"/>
              <a:t>We will get to the framework shortly. - but what is the difference between coaching and managing?</a:t>
            </a:r>
          </a:p>
        </p:txBody>
      </p:sp>
      <p:sp>
        <p:nvSpPr>
          <p:cNvPr id="4" name="Slide Number Placeholder 3"/>
          <p:cNvSpPr>
            <a:spLocks noGrp="1"/>
          </p:cNvSpPr>
          <p:nvPr>
            <p:ph type="sldNum" sz="quarter" idx="5"/>
          </p:nvPr>
        </p:nvSpPr>
        <p:spPr/>
        <p:txBody>
          <a:bodyPr/>
          <a:lstStyle/>
          <a:p>
            <a:fld id="{1D0873F7-BA74-7F4C-AA0F-A37E86D81290}" type="slidenum">
              <a:rPr lang="en-US" smtClean="0"/>
              <a:t>27</a:t>
            </a:fld>
            <a:endParaRPr lang="en-US"/>
          </a:p>
        </p:txBody>
      </p:sp>
    </p:spTree>
    <p:extLst>
      <p:ext uri="{BB962C8B-B14F-4D97-AF65-F5344CB8AC3E}">
        <p14:creationId xmlns:p14="http://schemas.microsoft.com/office/powerpoint/2010/main" val="22851741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Clear Expectation – Thank you All for you input here!  </a:t>
            </a:r>
          </a:p>
          <a:p>
            <a:r>
              <a:rPr lang="en-US" dirty="0"/>
              <a:t>We've established a robust and relevant Competency Library with Clear Expectations of each position.  I am thrilled with the input from this group – having your input goes a long way to ensuring we all understand what is being measured and will help us to ensure that what we are measuring is truly driving business growth and employee development.  </a:t>
            </a:r>
          </a:p>
          <a:p>
            <a:endParaRPr lang="en-US" dirty="0"/>
          </a:p>
          <a:p>
            <a:pPr>
              <a:defRPr/>
            </a:pPr>
            <a:r>
              <a:rPr lang="en-US" dirty="0"/>
              <a:t>Set Clear Goals </a:t>
            </a:r>
          </a:p>
          <a:p>
            <a:r>
              <a:rPr lang="en-US" dirty="0"/>
              <a:t>It's important to utilize SMART Goals.  </a:t>
            </a:r>
          </a:p>
          <a:p>
            <a:pPr>
              <a:defRPr/>
            </a:pPr>
            <a:endParaRPr lang="en-US" dirty="0">
              <a:cs typeface="Calibri"/>
            </a:endParaRPr>
          </a:p>
          <a:p>
            <a:pPr>
              <a:defRPr/>
            </a:pPr>
            <a:r>
              <a:rPr lang="en-US" dirty="0"/>
              <a:t>Regular Check-Ins</a:t>
            </a:r>
          </a:p>
          <a:p>
            <a:r>
              <a:rPr lang="en-US" dirty="0"/>
              <a:t>This is critical and as previously discussed helps to improve engagement, maintain focus on goals and performance, and let’s your team know you are interested and invested in the work they are doing.  Ask them to share what's going well (celebrate) and what roadblocks they face (help them navigate solutions).  Keep journals of the progress and action plan.  </a:t>
            </a:r>
          </a:p>
          <a:p>
            <a:endParaRPr lang="en-US" dirty="0"/>
          </a:p>
          <a:p>
            <a:r>
              <a:rPr lang="en-US" dirty="0"/>
              <a:t>Focus on facts – Opinions and interpretations get muddy here during accountability feedback.  It is key to focus on the facts of what is expected and what is being witnessed.  Circle back to Setting clear expectations and repeat.</a:t>
            </a:r>
          </a:p>
          <a:p>
            <a:endParaRPr lang="en-US" dirty="0"/>
          </a:p>
          <a:p>
            <a:pPr lvl="0"/>
            <a:endParaRPr lang="en-US" dirty="0"/>
          </a:p>
        </p:txBody>
      </p:sp>
      <p:sp>
        <p:nvSpPr>
          <p:cNvPr id="4" name="Slide Number Placeholder 3"/>
          <p:cNvSpPr>
            <a:spLocks noGrp="1"/>
          </p:cNvSpPr>
          <p:nvPr>
            <p:ph type="sldNum" sz="quarter" idx="5"/>
          </p:nvPr>
        </p:nvSpPr>
        <p:spPr/>
        <p:txBody>
          <a:bodyPr/>
          <a:lstStyle/>
          <a:p>
            <a:fld id="{EC5FDB69-CF42-6D42-9F84-42A6FB969680}" type="slidenum">
              <a:rPr lang="en-US" smtClean="0">
                <a:uFillTx/>
              </a:rPr>
              <a:t>28</a:t>
            </a:fld>
            <a:endParaRPr lang="en-US">
              <a:uFillTx/>
            </a:endParaRPr>
          </a:p>
        </p:txBody>
      </p:sp>
    </p:spTree>
    <p:extLst>
      <p:ext uri="{BB962C8B-B14F-4D97-AF65-F5344CB8AC3E}">
        <p14:creationId xmlns:p14="http://schemas.microsoft.com/office/powerpoint/2010/main" val="15308638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appropriate method</a:t>
            </a:r>
          </a:p>
        </p:txBody>
      </p:sp>
      <p:sp>
        <p:nvSpPr>
          <p:cNvPr id="4" name="Slide Number Placeholder 3"/>
          <p:cNvSpPr>
            <a:spLocks noGrp="1"/>
          </p:cNvSpPr>
          <p:nvPr>
            <p:ph type="sldNum" sz="quarter" idx="5"/>
          </p:nvPr>
        </p:nvSpPr>
        <p:spPr/>
        <p:txBody>
          <a:bodyPr/>
          <a:lstStyle/>
          <a:p>
            <a:fld id="{1D0873F7-BA74-7F4C-AA0F-A37E86D81290}" type="slidenum">
              <a:rPr lang="en-US" smtClean="0"/>
              <a:t>29</a:t>
            </a:fld>
            <a:endParaRPr lang="en-US"/>
          </a:p>
        </p:txBody>
      </p:sp>
    </p:spTree>
    <p:extLst>
      <p:ext uri="{BB962C8B-B14F-4D97-AF65-F5344CB8AC3E}">
        <p14:creationId xmlns:p14="http://schemas.microsoft.com/office/powerpoint/2010/main" val="42459872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The model was originally developed in the 1980s by performance coach Sir John Whitmore, although other coaches, such as Alan Fine and Graham Alexander, have also helped to develop it.</a:t>
            </a:r>
            <a:endParaRPr lang="en-US" b="0" dirty="0">
              <a:effectLst/>
            </a:endParaRPr>
          </a:p>
          <a:p>
            <a:pPr rtl="0"/>
            <a:r>
              <a:rPr lang="en-US" sz="1200" b="0" i="0" u="none" strike="noStrike" kern="1200" dirty="0">
                <a:solidFill>
                  <a:schemeClr val="tx1"/>
                </a:solidFill>
                <a:effectLst/>
                <a:latin typeface="+mn-lt"/>
                <a:ea typeface="+mn-ea"/>
                <a:cs typeface="+mn-cs"/>
              </a:rPr>
              <a:t>A good way of thinking about the GROW Model is to think about how you'd plan a journey. First, you decide where you are going (the goal), and establish where you currently are (your current reality).</a:t>
            </a:r>
            <a:endParaRPr lang="en-US" b="0" dirty="0">
              <a:effectLst/>
            </a:endParaRPr>
          </a:p>
          <a:p>
            <a:pPr rtl="0"/>
            <a:r>
              <a:rPr lang="en-US" sz="1200" b="0" i="0" u="none" strike="noStrike" kern="1200" dirty="0">
                <a:solidFill>
                  <a:schemeClr val="tx1"/>
                </a:solidFill>
                <a:effectLst/>
                <a:latin typeface="+mn-lt"/>
                <a:ea typeface="+mn-ea"/>
                <a:cs typeface="+mn-cs"/>
              </a:rPr>
              <a:t>You then explore various routes (the options) to your destination. In the final step, establishing the will, you ensure that you're committed to making the journey, and are prepared for the obstacles that you could meet on the way.</a:t>
            </a:r>
            <a:endParaRPr lang="en-US" b="0" dirty="0">
              <a:effectLst/>
            </a:endParaRPr>
          </a:p>
          <a:p>
            <a:pPr rtl="0"/>
            <a:r>
              <a:rPr lang="en-US" sz="1200" b="1" i="0" u="none" strike="noStrike" kern="1200" dirty="0">
                <a:solidFill>
                  <a:schemeClr val="tx1"/>
                </a:solidFill>
                <a:effectLst/>
                <a:latin typeface="+mn-lt"/>
                <a:ea typeface="+mn-ea"/>
                <a:cs typeface="+mn-cs"/>
              </a:rPr>
              <a:t>Tip:</a:t>
            </a:r>
            <a:endParaRPr lang="en-US" b="0" dirty="0">
              <a:effectLst/>
            </a:endParaRPr>
          </a:p>
          <a:p>
            <a:pPr rtl="0"/>
            <a:r>
              <a:rPr lang="en-US" sz="1200" b="0" i="0" u="none" strike="noStrike" kern="1200" dirty="0">
                <a:solidFill>
                  <a:schemeClr val="tx1"/>
                </a:solidFill>
                <a:effectLst/>
                <a:latin typeface="+mn-lt"/>
                <a:ea typeface="+mn-ea"/>
                <a:cs typeface="+mn-cs"/>
              </a:rPr>
              <a:t>In its traditional application, the GROW Model assumes that the coach is not an expert in the "client's" situation. This means that the coach must act as a facilitator, helping the client select the best options, and not offering advice or direction.</a:t>
            </a:r>
            <a:endParaRPr lang="en-US" b="0" dirty="0">
              <a:effectLst/>
            </a:endParaRPr>
          </a:p>
          <a:p>
            <a:pPr rtl="0"/>
            <a:r>
              <a:rPr lang="en-US" sz="1200" b="0" i="0" u="none" strike="noStrike" kern="1200" dirty="0">
                <a:solidFill>
                  <a:schemeClr val="tx1"/>
                </a:solidFill>
                <a:effectLst/>
                <a:latin typeface="+mn-lt"/>
                <a:ea typeface="+mn-ea"/>
                <a:cs typeface="+mn-cs"/>
              </a:rPr>
              <a:t>When leaders coach their team members, or act as mentors to them, this may or may not apply. On one hand, it's more powerful for people to draw conclusions for themselves, rather than having these conclusions thrust upon them. On the other hand, as a team leader, you'll often have expert knowledge to offer. Also, it's your job to guide team members to make decisions that are best for your organization.</a:t>
            </a:r>
            <a:endParaRPr lang="en-US" b="0" dirty="0">
              <a:effectLst/>
            </a:endParaRPr>
          </a:p>
          <a:p>
            <a:br>
              <a:rPr lang="en-US" dirty="0"/>
            </a:br>
            <a:endParaRPr lang="en-US" dirty="0"/>
          </a:p>
        </p:txBody>
      </p:sp>
      <p:sp>
        <p:nvSpPr>
          <p:cNvPr id="4" name="Slide Number Placeholder 3"/>
          <p:cNvSpPr>
            <a:spLocks noGrp="1"/>
          </p:cNvSpPr>
          <p:nvPr>
            <p:ph type="sldNum" sz="quarter" idx="5"/>
          </p:nvPr>
        </p:nvSpPr>
        <p:spPr/>
        <p:txBody>
          <a:bodyPr/>
          <a:lstStyle/>
          <a:p>
            <a:fld id="{1D0873F7-BA74-7F4C-AA0F-A37E86D81290}" type="slidenum">
              <a:rPr lang="en-US" smtClean="0"/>
              <a:t>30</a:t>
            </a:fld>
            <a:endParaRPr lang="en-US"/>
          </a:p>
        </p:txBody>
      </p:sp>
    </p:spTree>
    <p:extLst>
      <p:ext uri="{BB962C8B-B14F-4D97-AF65-F5344CB8AC3E}">
        <p14:creationId xmlns:p14="http://schemas.microsoft.com/office/powerpoint/2010/main" val="36168411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 </a:t>
            </a:r>
            <a:r>
              <a:rPr lang="en-US" sz="1200" b="0" i="0" u="none" strike="noStrike" kern="1200" dirty="0">
                <a:solidFill>
                  <a:schemeClr val="tx1"/>
                </a:solidFill>
                <a:effectLst/>
                <a:latin typeface="+mn-lt"/>
                <a:ea typeface="+mn-ea"/>
                <a:cs typeface="+mn-cs"/>
              </a:rPr>
              <a:t>How to Use the Tool</a:t>
            </a:r>
            <a:endParaRPr lang="en-US" b="0" dirty="0">
              <a:effectLst/>
            </a:endParaRPr>
          </a:p>
          <a:p>
            <a:pPr rtl="0"/>
            <a:r>
              <a:rPr lang="en-US" sz="1200" b="0" i="0" u="none" strike="noStrike" kern="1200" dirty="0">
                <a:solidFill>
                  <a:schemeClr val="tx1"/>
                </a:solidFill>
                <a:effectLst/>
                <a:latin typeface="+mn-lt"/>
                <a:ea typeface="+mn-ea"/>
                <a:cs typeface="+mn-cs"/>
              </a:rPr>
              <a:t>To structure a coaching or mentoring session using the GROW Model, take the following steps:</a:t>
            </a:r>
            <a:endParaRPr lang="en-US" b="0" dirty="0">
              <a:effectLst/>
            </a:endParaRPr>
          </a:p>
          <a:p>
            <a:pPr rtl="0"/>
            <a:r>
              <a:rPr lang="en-US" sz="1200" b="0" i="0" u="none" strike="noStrike" kern="1200" dirty="0">
                <a:solidFill>
                  <a:schemeClr val="tx1"/>
                </a:solidFill>
                <a:effectLst/>
                <a:latin typeface="+mn-lt"/>
                <a:ea typeface="+mn-ea"/>
                <a:cs typeface="+mn-cs"/>
              </a:rPr>
              <a:t>1. Establish the Goal</a:t>
            </a:r>
            <a:endParaRPr lang="en-US" b="0" dirty="0">
              <a:effectLst/>
            </a:endParaRPr>
          </a:p>
          <a:p>
            <a:pPr rtl="0"/>
            <a:r>
              <a:rPr lang="en-US" sz="1200" b="0" i="0" u="none" strike="noStrike" kern="1200" dirty="0">
                <a:solidFill>
                  <a:schemeClr val="tx1"/>
                </a:solidFill>
                <a:effectLst/>
                <a:latin typeface="+mn-lt"/>
                <a:ea typeface="+mn-ea"/>
                <a:cs typeface="+mn-cs"/>
              </a:rPr>
              <a:t>First, you and your team member need to look at the behavior that you want to change, and then structure this change as a goal that she wants to achieve. Make sure that this is a SMART goal: one that is Specific, Measurable, Attainable, Realistic, and Time-bound.</a:t>
            </a:r>
            <a:endParaRPr lang="en-US" b="0" dirty="0">
              <a:effectLst/>
            </a:endParaRPr>
          </a:p>
          <a:p>
            <a:pPr rtl="0"/>
            <a:r>
              <a:rPr lang="en-US" sz="1200" b="0" i="0" u="none" strike="noStrike" kern="1200" dirty="0">
                <a:solidFill>
                  <a:schemeClr val="tx1"/>
                </a:solidFill>
                <a:effectLst/>
                <a:latin typeface="+mn-lt"/>
                <a:ea typeface="+mn-ea"/>
                <a:cs typeface="+mn-cs"/>
              </a:rPr>
              <a:t>When doing this, it's useful to ask questions like:</a:t>
            </a:r>
            <a:endParaRPr lang="en-US" b="0" dirty="0">
              <a:effectLst/>
            </a:endParaRPr>
          </a:p>
          <a:p>
            <a:pPr rtl="0"/>
            <a:r>
              <a:rPr lang="en-US" sz="1200" b="0" i="0" u="none" strike="noStrike" kern="1200" dirty="0">
                <a:solidFill>
                  <a:schemeClr val="tx1"/>
                </a:solidFill>
                <a:effectLst/>
                <a:latin typeface="+mn-lt"/>
                <a:ea typeface="+mn-ea"/>
                <a:cs typeface="+mn-cs"/>
              </a:rPr>
              <a:t>• How will you know that your team member has achieved this goal? How will you know that the problem or issue is solved?</a:t>
            </a:r>
            <a:endParaRPr lang="en-US" b="0" dirty="0">
              <a:effectLst/>
            </a:endParaRPr>
          </a:p>
          <a:p>
            <a:pPr rtl="0"/>
            <a:br>
              <a:rPr lang="en-US" dirty="0"/>
            </a:br>
            <a:r>
              <a:rPr lang="en-US" sz="1200" b="0" i="0" u="none" strike="noStrike" kern="1200" dirty="0">
                <a:solidFill>
                  <a:schemeClr val="tx1"/>
                </a:solidFill>
                <a:effectLst/>
                <a:latin typeface="+mn-lt"/>
                <a:ea typeface="+mn-ea"/>
                <a:cs typeface="+mn-cs"/>
              </a:rPr>
              <a:t>• Does this goal fit with her overall career objectives? And does it fit with the team's objectives?</a:t>
            </a:r>
            <a:endParaRPr lang="en-US" b="0" dirty="0">
              <a:effectLst/>
            </a:endParaRPr>
          </a:p>
          <a:p>
            <a:pPr rtl="0"/>
            <a:r>
              <a:rPr lang="en-US" sz="1200" b="0" i="0" u="none" strike="noStrike" kern="1200" dirty="0">
                <a:solidFill>
                  <a:schemeClr val="tx1"/>
                </a:solidFill>
                <a:effectLst/>
                <a:latin typeface="+mn-lt"/>
                <a:ea typeface="+mn-ea"/>
                <a:cs typeface="+mn-cs"/>
              </a:rPr>
              <a:t>2. Examine the Current Reality</a:t>
            </a:r>
            <a:endParaRPr lang="en-US" b="0" dirty="0">
              <a:effectLst/>
            </a:endParaRPr>
          </a:p>
          <a:p>
            <a:pPr rtl="0"/>
            <a:r>
              <a:rPr lang="en-US" sz="1200" b="0" i="0" u="none" strike="noStrike" kern="1200" dirty="0">
                <a:solidFill>
                  <a:schemeClr val="tx1"/>
                </a:solidFill>
                <a:effectLst/>
                <a:latin typeface="+mn-lt"/>
                <a:ea typeface="+mn-ea"/>
                <a:cs typeface="+mn-cs"/>
              </a:rPr>
              <a:t>Next, ask your team member to describe his current reality.</a:t>
            </a:r>
            <a:endParaRPr lang="en-US" b="0" dirty="0">
              <a:effectLst/>
            </a:endParaRPr>
          </a:p>
          <a:p>
            <a:pPr rtl="0"/>
            <a:r>
              <a:rPr lang="en-US" sz="1200" b="0" i="0" u="none" strike="noStrike" kern="1200" dirty="0">
                <a:solidFill>
                  <a:schemeClr val="tx1"/>
                </a:solidFill>
                <a:effectLst/>
                <a:latin typeface="+mn-lt"/>
                <a:ea typeface="+mn-ea"/>
                <a:cs typeface="+mn-cs"/>
              </a:rPr>
              <a:t>This is an important step: Too often, people try to solve a problem or reach a goal without fully considering their starting point, and often they're missing some information that they need in order to reach their goal effectively.</a:t>
            </a:r>
            <a:endParaRPr lang="en-US" b="0" dirty="0">
              <a:effectLst/>
            </a:endParaRPr>
          </a:p>
          <a:p>
            <a:pPr rtl="0"/>
            <a:r>
              <a:rPr lang="en-US" sz="1200" b="0" i="0" u="none" strike="noStrike" kern="1200" dirty="0">
                <a:solidFill>
                  <a:schemeClr val="tx1"/>
                </a:solidFill>
                <a:effectLst/>
                <a:latin typeface="+mn-lt"/>
                <a:ea typeface="+mn-ea"/>
                <a:cs typeface="+mn-cs"/>
              </a:rPr>
              <a:t>As your team member tells you about his current reality, the solution may start to emerge.</a:t>
            </a:r>
            <a:endParaRPr lang="en-US" b="0" dirty="0">
              <a:effectLst/>
            </a:endParaRPr>
          </a:p>
          <a:p>
            <a:pPr rtl="0"/>
            <a:r>
              <a:rPr lang="en-US" sz="1200" b="0" i="0" u="none" strike="noStrike" kern="1200" dirty="0">
                <a:solidFill>
                  <a:schemeClr val="tx1"/>
                </a:solidFill>
                <a:effectLst/>
                <a:latin typeface="+mn-lt"/>
                <a:ea typeface="+mn-ea"/>
                <a:cs typeface="+mn-cs"/>
              </a:rPr>
              <a:t>Useful coaching questions in this step include the following:</a:t>
            </a:r>
            <a:endParaRPr lang="en-US" b="0" dirty="0">
              <a:effectLst/>
            </a:endParaRPr>
          </a:p>
          <a:p>
            <a:pPr rtl="0"/>
            <a:r>
              <a:rPr lang="en-US" sz="1200" b="0" i="0" u="none" strike="noStrike" kern="1200" dirty="0">
                <a:solidFill>
                  <a:schemeClr val="tx1"/>
                </a:solidFill>
                <a:effectLst/>
                <a:latin typeface="+mn-lt"/>
                <a:ea typeface="+mn-ea"/>
                <a:cs typeface="+mn-cs"/>
              </a:rPr>
              <a:t>• What is happening now (what, who, when, and how often)? What is the effect or result of this?</a:t>
            </a:r>
            <a:endParaRPr lang="en-US" b="0" dirty="0">
              <a:effectLst/>
            </a:endParaRPr>
          </a:p>
          <a:p>
            <a:pPr rtl="0"/>
            <a:r>
              <a:rPr lang="en-US" sz="1200" b="0" i="0" u="none" strike="noStrike" kern="1200" dirty="0">
                <a:solidFill>
                  <a:schemeClr val="tx1"/>
                </a:solidFill>
                <a:effectLst/>
                <a:latin typeface="+mn-lt"/>
                <a:ea typeface="+mn-ea"/>
                <a:cs typeface="+mn-cs"/>
              </a:rPr>
              <a:t>• Have you already taken any steps towards your goal?</a:t>
            </a:r>
            <a:endParaRPr lang="en-US" b="0" dirty="0">
              <a:effectLst/>
            </a:endParaRPr>
          </a:p>
          <a:p>
            <a:pPr rtl="0"/>
            <a:r>
              <a:rPr lang="en-US" sz="1200" b="0" i="0" u="none" strike="noStrike" kern="1200" dirty="0">
                <a:solidFill>
                  <a:schemeClr val="tx1"/>
                </a:solidFill>
                <a:effectLst/>
                <a:latin typeface="+mn-lt"/>
                <a:ea typeface="+mn-ea"/>
                <a:cs typeface="+mn-cs"/>
              </a:rPr>
              <a:t>• Does this goal conflict with any other goals or objectives?</a:t>
            </a:r>
            <a:endParaRPr lang="en-US" b="0" dirty="0">
              <a:effectLst/>
            </a:endParaRPr>
          </a:p>
          <a:p>
            <a:pPr rtl="0"/>
            <a:r>
              <a:rPr lang="en-US" sz="1200" b="0" i="0" u="none" strike="noStrike" kern="1200" dirty="0">
                <a:solidFill>
                  <a:schemeClr val="tx1"/>
                </a:solidFill>
                <a:effectLst/>
                <a:latin typeface="+mn-lt"/>
                <a:ea typeface="+mn-ea"/>
                <a:cs typeface="+mn-cs"/>
              </a:rPr>
              <a:t>3. Explore the Options</a:t>
            </a:r>
            <a:endParaRPr lang="en-US" b="0" dirty="0">
              <a:effectLst/>
            </a:endParaRPr>
          </a:p>
          <a:p>
            <a:pPr rtl="0"/>
            <a:r>
              <a:rPr lang="en-US" sz="1200" b="0" i="0" u="none" strike="noStrike" kern="1200" dirty="0">
                <a:solidFill>
                  <a:schemeClr val="tx1"/>
                </a:solidFill>
                <a:effectLst/>
                <a:latin typeface="+mn-lt"/>
                <a:ea typeface="+mn-ea"/>
                <a:cs typeface="+mn-cs"/>
              </a:rPr>
              <a:t>Once you and your team member have explored the current reality, it's time to determine what is possible – meaning all of the possible options for reaching her objective.</a:t>
            </a:r>
            <a:endParaRPr lang="en-US" b="0" dirty="0">
              <a:effectLst/>
            </a:endParaRPr>
          </a:p>
          <a:p>
            <a:pPr rtl="0"/>
            <a:r>
              <a:rPr lang="en-US" sz="1200" b="0" i="0" u="none" strike="noStrike" kern="1200" dirty="0">
                <a:solidFill>
                  <a:schemeClr val="tx1"/>
                </a:solidFill>
                <a:effectLst/>
                <a:latin typeface="+mn-lt"/>
                <a:ea typeface="+mn-ea"/>
                <a:cs typeface="+mn-cs"/>
              </a:rPr>
              <a:t>Help your team member brainstorm as many good options as possible. Then, discuss these and help her decide on the best ones. By all means, offer your own suggestions in this step. But let your team member offer suggestions first, and let her do most of the talking. It's important to guide her in the right direction, without actually making decisions for her.</a:t>
            </a:r>
            <a:endParaRPr lang="en-US" b="0" dirty="0">
              <a:effectLst/>
            </a:endParaRPr>
          </a:p>
          <a:p>
            <a:pPr rtl="0"/>
            <a:r>
              <a:rPr lang="en-US" sz="1200" b="0" i="0" u="none" strike="noStrike" kern="1200" dirty="0">
                <a:solidFill>
                  <a:schemeClr val="tx1"/>
                </a:solidFill>
                <a:effectLst/>
                <a:latin typeface="+mn-lt"/>
                <a:ea typeface="+mn-ea"/>
                <a:cs typeface="+mn-cs"/>
              </a:rPr>
              <a:t>Typical questions that you can use to explore options are as follows:</a:t>
            </a:r>
            <a:endParaRPr lang="en-US" b="0" dirty="0">
              <a:effectLst/>
            </a:endParaRPr>
          </a:p>
          <a:p>
            <a:pPr rtl="0"/>
            <a:r>
              <a:rPr lang="en-US" sz="1200" b="0" i="0" u="none" strike="noStrike" kern="1200" dirty="0">
                <a:solidFill>
                  <a:schemeClr val="tx1"/>
                </a:solidFill>
                <a:effectLst/>
                <a:latin typeface="+mn-lt"/>
                <a:ea typeface="+mn-ea"/>
                <a:cs typeface="+mn-cs"/>
              </a:rPr>
              <a:t>• What else could you do?</a:t>
            </a:r>
            <a:endParaRPr lang="en-US" b="0" dirty="0">
              <a:effectLst/>
            </a:endParaRPr>
          </a:p>
          <a:p>
            <a:pPr rtl="0"/>
            <a:r>
              <a:rPr lang="en-US" sz="1200" b="0" i="0" u="none" strike="noStrike" kern="1200" dirty="0">
                <a:solidFill>
                  <a:schemeClr val="tx1"/>
                </a:solidFill>
                <a:effectLst/>
                <a:latin typeface="+mn-lt"/>
                <a:ea typeface="+mn-ea"/>
                <a:cs typeface="+mn-cs"/>
              </a:rPr>
              <a:t>• What if this or that constraint were removed? Would that change things?</a:t>
            </a:r>
            <a:endParaRPr lang="en-US" b="0" dirty="0">
              <a:effectLst/>
            </a:endParaRPr>
          </a:p>
          <a:p>
            <a:pPr rtl="0"/>
            <a:r>
              <a:rPr lang="en-US" sz="1200" b="0" i="0" u="none" strike="noStrike" kern="1200" dirty="0">
                <a:solidFill>
                  <a:schemeClr val="tx1"/>
                </a:solidFill>
                <a:effectLst/>
                <a:latin typeface="+mn-lt"/>
                <a:ea typeface="+mn-ea"/>
                <a:cs typeface="+mn-cs"/>
              </a:rPr>
              <a:t>• What are the advantages and disadvantages of each option?</a:t>
            </a:r>
            <a:endParaRPr lang="en-US" b="0" dirty="0">
              <a:effectLst/>
            </a:endParaRPr>
          </a:p>
          <a:p>
            <a:pPr rtl="0"/>
            <a:r>
              <a:rPr lang="en-US" sz="1200" b="0" i="0" u="none" strike="noStrike" kern="1200" dirty="0">
                <a:solidFill>
                  <a:schemeClr val="tx1"/>
                </a:solidFill>
                <a:effectLst/>
                <a:latin typeface="+mn-lt"/>
                <a:ea typeface="+mn-ea"/>
                <a:cs typeface="+mn-cs"/>
              </a:rPr>
              <a:t>• What factors or considerations will you use to weigh the options?</a:t>
            </a:r>
            <a:endParaRPr lang="en-US" b="0" dirty="0">
              <a:effectLst/>
            </a:endParaRPr>
          </a:p>
          <a:p>
            <a:pPr rtl="0"/>
            <a:r>
              <a:rPr lang="en-US" sz="1200" b="0" i="0" u="none" strike="noStrike" kern="1200" dirty="0">
                <a:solidFill>
                  <a:schemeClr val="tx1"/>
                </a:solidFill>
                <a:effectLst/>
                <a:latin typeface="+mn-lt"/>
                <a:ea typeface="+mn-ea"/>
                <a:cs typeface="+mn-cs"/>
              </a:rPr>
              <a:t>• What do you need to stop doing in order to achieve this goal?</a:t>
            </a:r>
            <a:endParaRPr lang="en-US" b="0" dirty="0">
              <a:effectLst/>
            </a:endParaRPr>
          </a:p>
          <a:p>
            <a:pPr rtl="0"/>
            <a:r>
              <a:rPr lang="en-US" sz="1200" b="0" i="0" u="none" strike="noStrike" kern="1200" dirty="0">
                <a:solidFill>
                  <a:schemeClr val="tx1"/>
                </a:solidFill>
                <a:effectLst/>
                <a:latin typeface="+mn-lt"/>
                <a:ea typeface="+mn-ea"/>
                <a:cs typeface="+mn-cs"/>
              </a:rPr>
              <a:t>• What obstacles stand in your way?</a:t>
            </a:r>
            <a:endParaRPr lang="en-US" b="0" dirty="0">
              <a:effectLst/>
            </a:endParaRPr>
          </a:p>
          <a:p>
            <a:pPr rtl="0"/>
            <a:r>
              <a:rPr lang="en-US" sz="1200" b="0" i="0" u="none" strike="noStrike" kern="1200" dirty="0">
                <a:solidFill>
                  <a:schemeClr val="tx1"/>
                </a:solidFill>
                <a:effectLst/>
                <a:latin typeface="+mn-lt"/>
                <a:ea typeface="+mn-ea"/>
                <a:cs typeface="+mn-cs"/>
              </a:rPr>
              <a:t>4. Establish the Will</a:t>
            </a:r>
            <a:endParaRPr lang="en-US" b="0" dirty="0">
              <a:effectLst/>
            </a:endParaRPr>
          </a:p>
          <a:p>
            <a:pPr rtl="0"/>
            <a:r>
              <a:rPr lang="en-US" sz="1200" b="0" i="0" u="none" strike="noStrike" kern="1200" dirty="0">
                <a:solidFill>
                  <a:schemeClr val="tx1"/>
                </a:solidFill>
                <a:effectLst/>
                <a:latin typeface="+mn-lt"/>
                <a:ea typeface="+mn-ea"/>
                <a:cs typeface="+mn-cs"/>
              </a:rPr>
              <a:t>By examining the current reality and exploring the options, your team member will now have a good idea of how he can achieve his goal.</a:t>
            </a:r>
            <a:endParaRPr lang="en-US" b="0" dirty="0">
              <a:effectLst/>
            </a:endParaRPr>
          </a:p>
          <a:p>
            <a:pPr rtl="0"/>
            <a:r>
              <a:rPr lang="en-US" sz="1200" b="0" i="0" u="none" strike="noStrike" kern="1200" dirty="0">
                <a:solidFill>
                  <a:schemeClr val="tx1"/>
                </a:solidFill>
                <a:effectLst/>
                <a:latin typeface="+mn-lt"/>
                <a:ea typeface="+mn-ea"/>
                <a:cs typeface="+mn-cs"/>
              </a:rPr>
              <a:t>That's great – but in itself, this may not be enough. The final step is to get your team member to commit to specific actions in order to move forward towards his goal. In doing this, you will help him establish his will and boost his motivation.</a:t>
            </a:r>
            <a:endParaRPr lang="en-US" b="0" dirty="0">
              <a:effectLst/>
            </a:endParaRPr>
          </a:p>
          <a:p>
            <a:pPr rtl="0"/>
            <a:r>
              <a:rPr lang="en-US" sz="1200" b="0" i="0" u="none" strike="noStrike" kern="1200" dirty="0">
                <a:solidFill>
                  <a:schemeClr val="tx1"/>
                </a:solidFill>
                <a:effectLst/>
                <a:latin typeface="+mn-lt"/>
                <a:ea typeface="+mn-ea"/>
                <a:cs typeface="+mn-cs"/>
              </a:rPr>
              <a:t>Useful questions to ask here include:</a:t>
            </a:r>
            <a:endParaRPr lang="en-US" b="0" dirty="0">
              <a:effectLst/>
            </a:endParaRPr>
          </a:p>
          <a:p>
            <a:pPr rtl="0"/>
            <a:r>
              <a:rPr lang="en-US" sz="1200" b="0" i="0" u="none" strike="noStrike" kern="1200" dirty="0">
                <a:solidFill>
                  <a:schemeClr val="tx1"/>
                </a:solidFill>
                <a:effectLst/>
                <a:latin typeface="+mn-lt"/>
                <a:ea typeface="+mn-ea"/>
                <a:cs typeface="+mn-cs"/>
              </a:rPr>
              <a:t>• So, what will you do now, and when? What else will you do?</a:t>
            </a:r>
            <a:endParaRPr lang="en-US" b="0" dirty="0">
              <a:effectLst/>
            </a:endParaRPr>
          </a:p>
          <a:p>
            <a:pPr rtl="0"/>
            <a:r>
              <a:rPr lang="en-US" sz="1200" b="0" i="0" u="none" strike="noStrike" kern="1200" dirty="0">
                <a:solidFill>
                  <a:schemeClr val="tx1"/>
                </a:solidFill>
                <a:effectLst/>
                <a:latin typeface="+mn-lt"/>
                <a:ea typeface="+mn-ea"/>
                <a:cs typeface="+mn-cs"/>
              </a:rPr>
              <a:t>• What could stop you moving forward? How will you overcome this?</a:t>
            </a:r>
            <a:endParaRPr lang="en-US" b="0" dirty="0">
              <a:effectLst/>
            </a:endParaRPr>
          </a:p>
          <a:p>
            <a:pPr rtl="0"/>
            <a:r>
              <a:rPr lang="en-US" sz="1200" b="0" i="0" u="none" strike="noStrike" kern="1200" dirty="0">
                <a:solidFill>
                  <a:schemeClr val="tx1"/>
                </a:solidFill>
                <a:effectLst/>
                <a:latin typeface="+mn-lt"/>
                <a:ea typeface="+mn-ea"/>
                <a:cs typeface="+mn-cs"/>
              </a:rPr>
              <a:t>• How can you keep yourself motivated?</a:t>
            </a:r>
            <a:endParaRPr lang="en-US" b="0" dirty="0">
              <a:effectLst/>
            </a:endParaRPr>
          </a:p>
          <a:p>
            <a:pPr rtl="0"/>
            <a:r>
              <a:rPr lang="en-US" sz="1200" b="0" i="0" u="none" strike="noStrike" kern="1200" dirty="0">
                <a:solidFill>
                  <a:schemeClr val="tx1"/>
                </a:solidFill>
                <a:effectLst/>
                <a:latin typeface="+mn-lt"/>
                <a:ea typeface="+mn-ea"/>
                <a:cs typeface="+mn-cs"/>
              </a:rPr>
              <a:t>• When do you need to review progress? Daily, weekly, monthly? Finally, decide on a date when you'll both review his progress. This will provide some accountability, and allow him to change his approach if the original plan isn't working.</a:t>
            </a:r>
            <a:endParaRPr lang="en-US" b="0" dirty="0">
              <a:effectLst/>
            </a:endParaRPr>
          </a:p>
          <a:p>
            <a:pPr rtl="0"/>
            <a:br>
              <a:rPr lang="en-US" dirty="0"/>
            </a:br>
            <a:r>
              <a:rPr lang="en-US" dirty="0"/>
              <a:t>Tip 1: </a:t>
            </a:r>
            <a:r>
              <a:rPr lang="en-US" sz="1200" b="0" i="0" u="none" strike="noStrike" kern="1200" dirty="0">
                <a:solidFill>
                  <a:schemeClr val="tx1"/>
                </a:solidFill>
                <a:effectLst/>
                <a:latin typeface="+mn-lt"/>
                <a:ea typeface="+mn-ea"/>
                <a:cs typeface="+mn-cs"/>
              </a:rPr>
              <a:t>A great way to practice using the model is to address your own challenges and issues. By practicing on your own and getting yourself "unstuck," you'll learn how to ask the most helpful questions. Then, write down some stock questions as prompts for future coaching sessions.</a:t>
            </a:r>
            <a:endParaRPr lang="en-US" b="0" dirty="0">
              <a:effectLst/>
            </a:endParaRPr>
          </a:p>
          <a:p>
            <a:pPr rtl="0"/>
            <a:r>
              <a:rPr lang="en-US" sz="1200" b="1" i="0" u="none" strike="noStrike" kern="1200" dirty="0">
                <a:solidFill>
                  <a:schemeClr val="tx1"/>
                </a:solidFill>
                <a:effectLst/>
                <a:latin typeface="+mn-lt"/>
                <a:ea typeface="+mn-ea"/>
                <a:cs typeface="+mn-cs"/>
              </a:rPr>
              <a:t>Tip 2:</a:t>
            </a:r>
            <a:endParaRPr lang="en-US" b="0" dirty="0">
              <a:effectLst/>
            </a:endParaRPr>
          </a:p>
          <a:p>
            <a:pPr rtl="0"/>
            <a:r>
              <a:rPr lang="en-US" sz="1200" b="0" i="0" u="none" strike="noStrike" kern="1200" dirty="0">
                <a:solidFill>
                  <a:schemeClr val="tx1"/>
                </a:solidFill>
                <a:effectLst/>
                <a:latin typeface="+mn-lt"/>
                <a:ea typeface="+mn-ea"/>
                <a:cs typeface="+mn-cs"/>
              </a:rPr>
              <a:t>The two most important skills for a coach are the ability to ask good questions and the ability to listen effectively.</a:t>
            </a:r>
            <a:endParaRPr lang="en-US" b="0" dirty="0">
              <a:effectLst/>
            </a:endParaRPr>
          </a:p>
          <a:p>
            <a:pPr rtl="0"/>
            <a:r>
              <a:rPr lang="en-US" sz="1200" b="0" i="0" u="none" strike="noStrike" kern="1200" dirty="0">
                <a:solidFill>
                  <a:schemeClr val="tx1"/>
                </a:solidFill>
                <a:effectLst/>
                <a:latin typeface="+mn-lt"/>
                <a:ea typeface="+mn-ea"/>
                <a:cs typeface="+mn-cs"/>
              </a:rPr>
              <a:t>Don't ask closed questions that call for a yes or no answer (such as "Did that cause a problem?"). Instead, ask open ones, like "What effect did that have?" Be prepared with a list of questions for each stage of the GROW process. Use active listening skills and let your "client" do most of the talking. Remember that silence provides valuable thinking time: you don't always have to fill silence with the next question.</a:t>
            </a:r>
            <a:endParaRPr lang="en-US" b="0" dirty="0">
              <a:effectLst/>
            </a:endParaRPr>
          </a:p>
          <a:p>
            <a:br>
              <a:rPr lang="en-US" dirty="0"/>
            </a:br>
            <a:endParaRPr lang="en-US" dirty="0"/>
          </a:p>
        </p:txBody>
      </p:sp>
      <p:sp>
        <p:nvSpPr>
          <p:cNvPr id="4" name="Slide Number Placeholder 3"/>
          <p:cNvSpPr>
            <a:spLocks noGrp="1"/>
          </p:cNvSpPr>
          <p:nvPr>
            <p:ph type="sldNum" sz="quarter" idx="5"/>
          </p:nvPr>
        </p:nvSpPr>
        <p:spPr/>
        <p:txBody>
          <a:bodyPr/>
          <a:lstStyle/>
          <a:p>
            <a:fld id="{1D0873F7-BA74-7F4C-AA0F-A37E86D81290}" type="slidenum">
              <a:rPr lang="en-US" smtClean="0"/>
              <a:t>31</a:t>
            </a:fld>
            <a:endParaRPr lang="en-US"/>
          </a:p>
        </p:txBody>
      </p:sp>
    </p:spTree>
    <p:extLst>
      <p:ext uri="{BB962C8B-B14F-4D97-AF65-F5344CB8AC3E}">
        <p14:creationId xmlns:p14="http://schemas.microsoft.com/office/powerpoint/2010/main" val="28555864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0873F7-BA74-7F4C-AA0F-A37E86D81290}" type="slidenum">
              <a:rPr lang="en-US" smtClean="0"/>
              <a:t>32</a:t>
            </a:fld>
            <a:endParaRPr lang="en-US"/>
          </a:p>
        </p:txBody>
      </p:sp>
    </p:spTree>
    <p:extLst>
      <p:ext uri="{BB962C8B-B14F-4D97-AF65-F5344CB8AC3E}">
        <p14:creationId xmlns:p14="http://schemas.microsoft.com/office/powerpoint/2010/main" val="17186514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Partner up: One person assumes the role of Employee the other Supervisor</a:t>
            </a:r>
          </a:p>
          <a:p>
            <a:endParaRPr lang="en-US" dirty="0"/>
          </a:p>
        </p:txBody>
      </p:sp>
      <p:sp>
        <p:nvSpPr>
          <p:cNvPr id="4" name="Slide Number Placeholder 3"/>
          <p:cNvSpPr>
            <a:spLocks noGrp="1"/>
          </p:cNvSpPr>
          <p:nvPr>
            <p:ph type="sldNum" sz="quarter" idx="5"/>
          </p:nvPr>
        </p:nvSpPr>
        <p:spPr/>
        <p:txBody>
          <a:bodyPr/>
          <a:lstStyle/>
          <a:p>
            <a:fld id="{1D0873F7-BA74-7F4C-AA0F-A37E86D81290}" type="slidenum">
              <a:rPr lang="en-US" smtClean="0"/>
              <a:t>33</a:t>
            </a:fld>
            <a:endParaRPr lang="en-US"/>
          </a:p>
        </p:txBody>
      </p:sp>
    </p:spTree>
    <p:extLst>
      <p:ext uri="{BB962C8B-B14F-4D97-AF65-F5344CB8AC3E}">
        <p14:creationId xmlns:p14="http://schemas.microsoft.com/office/powerpoint/2010/main" val="13943788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here:</a:t>
            </a:r>
          </a:p>
          <a:p>
            <a:endParaRPr lang="en-US" dirty="0"/>
          </a:p>
          <a:p>
            <a:r>
              <a:rPr lang="en-US" dirty="0"/>
              <a:t>Maybe you have been there.   You take the time to do the review.  You work hard to avoid rating biases.  But when you sit down to have the conversation your employee has a totally different view of their performance and rating.  You have now entered a rating conflict.  What do you do?</a:t>
            </a:r>
          </a:p>
          <a:p>
            <a:endParaRPr lang="en-US" dirty="0"/>
          </a:p>
          <a:p>
            <a:r>
              <a:rPr lang="en-US" b="1" dirty="0"/>
              <a:t>Listen Deeply </a:t>
            </a:r>
            <a:r>
              <a:rPr lang="en-US" dirty="0"/>
              <a:t>– not to respond, not just to understand, but try to hear the values they are expressing in what they are saying and understand their perceptions.</a:t>
            </a:r>
          </a:p>
          <a:p>
            <a:endParaRPr lang="en-US" dirty="0"/>
          </a:p>
          <a:p>
            <a:r>
              <a:rPr lang="en-US" b="1" dirty="0"/>
              <a:t>Acknowledge and Validate </a:t>
            </a:r>
            <a:r>
              <a:rPr lang="en-US" dirty="0"/>
              <a:t>– It sounds like you are saying _____ (summarize their concerns).  It makes sense you would feel blank ________(emotion) from this perceptive.  </a:t>
            </a:r>
          </a:p>
          <a:p>
            <a:endParaRPr lang="en-US" dirty="0"/>
          </a:p>
          <a:p>
            <a:r>
              <a:rPr lang="en-US" b="1" dirty="0"/>
              <a:t>Reaffirm </a:t>
            </a:r>
            <a:r>
              <a:rPr lang="en-US" dirty="0"/>
              <a:t>– why this rating was given – reiterating the set goal and expectation - review how their performance stacks up and the facts supporting the rating provided.  Ask if they have any questions.  </a:t>
            </a:r>
          </a:p>
        </p:txBody>
      </p:sp>
      <p:sp>
        <p:nvSpPr>
          <p:cNvPr id="4" name="Slide Number Placeholder 3"/>
          <p:cNvSpPr>
            <a:spLocks noGrp="1"/>
          </p:cNvSpPr>
          <p:nvPr>
            <p:ph type="sldNum" sz="quarter" idx="5"/>
          </p:nvPr>
        </p:nvSpPr>
        <p:spPr/>
        <p:txBody>
          <a:bodyPr/>
          <a:lstStyle/>
          <a:p>
            <a:fld id="{EC5FDB69-CF42-6D42-9F84-42A6FB969680}" type="slidenum">
              <a:rPr lang="en-US" smtClean="0">
                <a:uFillTx/>
              </a:rPr>
              <a:t>34</a:t>
            </a:fld>
            <a:endParaRPr lang="en-US">
              <a:uFillTx/>
            </a:endParaRPr>
          </a:p>
        </p:txBody>
      </p:sp>
    </p:spTree>
    <p:extLst>
      <p:ext uri="{BB962C8B-B14F-4D97-AF65-F5344CB8AC3E}">
        <p14:creationId xmlns:p14="http://schemas.microsoft.com/office/powerpoint/2010/main" val="23042807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Partner back up: with your same partner: One person assumes the role of Employee the other Supervisor – but switch roles from last time</a:t>
            </a:r>
          </a:p>
          <a:p>
            <a:endParaRPr lang="en-US" dirty="0"/>
          </a:p>
        </p:txBody>
      </p:sp>
      <p:sp>
        <p:nvSpPr>
          <p:cNvPr id="4" name="Slide Number Placeholder 3"/>
          <p:cNvSpPr>
            <a:spLocks noGrp="1"/>
          </p:cNvSpPr>
          <p:nvPr>
            <p:ph type="sldNum" sz="quarter" idx="5"/>
          </p:nvPr>
        </p:nvSpPr>
        <p:spPr/>
        <p:txBody>
          <a:bodyPr/>
          <a:lstStyle/>
          <a:p>
            <a:fld id="{1D0873F7-BA74-7F4C-AA0F-A37E86D81290}" type="slidenum">
              <a:rPr lang="en-US" smtClean="0"/>
              <a:t>35</a:t>
            </a:fld>
            <a:endParaRPr lang="en-US"/>
          </a:p>
        </p:txBody>
      </p:sp>
    </p:spTree>
    <p:extLst>
      <p:ext uri="{BB962C8B-B14F-4D97-AF65-F5344CB8AC3E}">
        <p14:creationId xmlns:p14="http://schemas.microsoft.com/office/powerpoint/2010/main" val="28400634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Assume you have already talked to HR about the issue.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Partner back up: with your same partner: One person assumes the role of Employee the other Supervisor – but switch roles from last time.  And the person in the role of employee should push back – and be defensive.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the Supervisor – you will really need to lean into those listening skills.  Acknowledge and validate what they are saying, then reaffirm your position.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***what to do if the employee continues to push….</a:t>
            </a:r>
          </a:p>
        </p:txBody>
      </p:sp>
      <p:sp>
        <p:nvSpPr>
          <p:cNvPr id="4" name="Slide Number Placeholder 3"/>
          <p:cNvSpPr>
            <a:spLocks noGrp="1"/>
          </p:cNvSpPr>
          <p:nvPr>
            <p:ph type="sldNum" sz="quarter" idx="5"/>
          </p:nvPr>
        </p:nvSpPr>
        <p:spPr/>
        <p:txBody>
          <a:bodyPr/>
          <a:lstStyle/>
          <a:p>
            <a:fld id="{1D0873F7-BA74-7F4C-AA0F-A37E86D81290}" type="slidenum">
              <a:rPr lang="en-US" smtClean="0"/>
              <a:t>36</a:t>
            </a:fld>
            <a:endParaRPr lang="en-US"/>
          </a:p>
        </p:txBody>
      </p:sp>
    </p:spTree>
    <p:extLst>
      <p:ext uri="{BB962C8B-B14F-4D97-AF65-F5344CB8AC3E}">
        <p14:creationId xmlns:p14="http://schemas.microsoft.com/office/powerpoint/2010/main" val="37952737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Partner back up: with your same partner: One person assumes the role of Employee the other Supervisor – but switch roles from last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the Supervisor – you will really need to lean into those listening skills.  Acknowledge and validate what they are saying, then reaffirm your position.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***what to do if the employee continues to push….</a:t>
            </a:r>
          </a:p>
          <a:p>
            <a:endParaRPr lang="en-US" dirty="0"/>
          </a:p>
          <a:p>
            <a:endParaRPr lang="en-US" dirty="0"/>
          </a:p>
          <a:p>
            <a:pPr marL="1143000" lvl="2" indent="-228600" algn="l" rtl="0">
              <a:spcBef>
                <a:spcPts val="320"/>
              </a:spcBef>
              <a:spcAft>
                <a:spcPts val="0"/>
              </a:spcAft>
              <a:buClr>
                <a:srgbClr val="7F7F7F"/>
              </a:buClr>
              <a:buSzPts val="1600"/>
              <a:buChar char="•"/>
            </a:pPr>
            <a:r>
              <a:rPr lang="en-US" dirty="0"/>
              <a:t>Not meeting expectations of the role or job description</a:t>
            </a:r>
          </a:p>
          <a:p>
            <a:pPr marL="1143000" lvl="2" indent="-228600" algn="l" rtl="0">
              <a:spcBef>
                <a:spcPts val="320"/>
              </a:spcBef>
              <a:spcAft>
                <a:spcPts val="0"/>
              </a:spcAft>
              <a:buClr>
                <a:srgbClr val="7F7F7F"/>
              </a:buClr>
              <a:buSzPts val="1600"/>
              <a:buChar char="•"/>
            </a:pPr>
            <a:r>
              <a:rPr lang="en-US" dirty="0"/>
              <a:t>Project-  missed milestone or goal of project</a:t>
            </a:r>
          </a:p>
          <a:p>
            <a:endParaRPr lang="en-US" dirty="0"/>
          </a:p>
        </p:txBody>
      </p:sp>
      <p:sp>
        <p:nvSpPr>
          <p:cNvPr id="4" name="Slide Number Placeholder 3"/>
          <p:cNvSpPr>
            <a:spLocks noGrp="1"/>
          </p:cNvSpPr>
          <p:nvPr>
            <p:ph type="sldNum" sz="quarter" idx="5"/>
          </p:nvPr>
        </p:nvSpPr>
        <p:spPr/>
        <p:txBody>
          <a:bodyPr/>
          <a:lstStyle/>
          <a:p>
            <a:fld id="{1D0873F7-BA74-7F4C-AA0F-A37E86D81290}" type="slidenum">
              <a:rPr lang="en-US" smtClean="0"/>
              <a:t>37</a:t>
            </a:fld>
            <a:endParaRPr lang="en-US"/>
          </a:p>
        </p:txBody>
      </p:sp>
    </p:spTree>
    <p:extLst>
      <p:ext uri="{BB962C8B-B14F-4D97-AF65-F5344CB8AC3E}">
        <p14:creationId xmlns:p14="http://schemas.microsoft.com/office/powerpoint/2010/main" val="9201382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eaLnBrk="0" fontAlgn="base" hangingPunct="0">
              <a:lnSpc>
                <a:spcPct val="100000"/>
              </a:lnSpc>
              <a:spcBef>
                <a:spcPct val="0"/>
              </a:spcBef>
              <a:spcAft>
                <a:spcPct val="0"/>
              </a:spcAft>
              <a:buNone/>
            </a:pPr>
            <a:r>
              <a:rPr lang="en-US" altLang="en-US" b="1" dirty="0">
                <a:solidFill>
                  <a:srgbClr val="1F3864"/>
                </a:solidFill>
                <a:latin typeface="Arial" panose="020B0604020202020204" pitchFamily="34" charset="0"/>
                <a:ea typeface="Times New Roman" panose="02020603050405020304" pitchFamily="18" charset="0"/>
                <a:cs typeface="Arial" panose="020B0604020202020204" pitchFamily="34" charset="0"/>
              </a:rPr>
              <a:t>Rachel Carey-</a:t>
            </a:r>
            <a:r>
              <a:rPr lang="en-US" altLang="en-US" b="1" dirty="0" err="1">
                <a:solidFill>
                  <a:srgbClr val="1F3864"/>
                </a:solidFill>
                <a:latin typeface="Arial" panose="020B0604020202020204" pitchFamily="34" charset="0"/>
                <a:ea typeface="Times New Roman" panose="02020603050405020304" pitchFamily="18" charset="0"/>
                <a:cs typeface="Arial" panose="020B0604020202020204" pitchFamily="34" charset="0"/>
              </a:rPr>
              <a:t>McElwaney</a:t>
            </a:r>
            <a:endParaRPr lang="en-US" altLang="en-US" dirty="0"/>
          </a:p>
          <a:p>
            <a:pPr marL="0" lvl="0" indent="0" eaLnBrk="0" fontAlgn="base" hangingPunct="0">
              <a:lnSpc>
                <a:spcPct val="100000"/>
              </a:lnSpc>
              <a:spcBef>
                <a:spcPct val="0"/>
              </a:spcBef>
              <a:spcAft>
                <a:spcPct val="0"/>
              </a:spcAft>
              <a:buNone/>
            </a:pPr>
            <a:r>
              <a:rPr lang="en-US" altLang="en-US" b="1" dirty="0">
                <a:solidFill>
                  <a:srgbClr val="1F3864"/>
                </a:solidFill>
                <a:latin typeface="Arial" panose="020B0604020202020204" pitchFamily="34" charset="0"/>
                <a:ea typeface="Times New Roman" panose="02020603050405020304" pitchFamily="18" charset="0"/>
                <a:cs typeface="Arial" panose="020B0604020202020204" pitchFamily="34" charset="0"/>
              </a:rPr>
              <a:t>HR Consultant and Leadership Coach</a:t>
            </a:r>
            <a:br>
              <a:rPr lang="en-US" altLang="en-US" sz="1050" dirty="0">
                <a:solidFill>
                  <a:srgbClr val="1F3864"/>
                </a:solidFill>
                <a:latin typeface="Arial" panose="020B0604020202020204" pitchFamily="34" charset="0"/>
                <a:ea typeface="Times New Roman" panose="02020603050405020304" pitchFamily="18" charset="0"/>
                <a:cs typeface="Arial" panose="020B0604020202020204" pitchFamily="34" charset="0"/>
              </a:rPr>
            </a:br>
            <a:r>
              <a:rPr lang="en-US" altLang="en-US" sz="1050" dirty="0" err="1">
                <a:solidFill>
                  <a:srgbClr val="1F3864"/>
                </a:solidFill>
                <a:latin typeface="Arial" panose="020B0604020202020204" pitchFamily="34" charset="0"/>
                <a:ea typeface="Times New Roman" panose="02020603050405020304" pitchFamily="18" charset="0"/>
                <a:cs typeface="Arial" panose="020B0604020202020204" pitchFamily="34" charset="0"/>
              </a:rPr>
              <a:t>FosterThomas</a:t>
            </a:r>
            <a:r>
              <a:rPr lang="en-US" altLang="en-US" sz="1050" dirty="0">
                <a:solidFill>
                  <a:srgbClr val="1F3864"/>
                </a:solidFill>
                <a:latin typeface="Arial" panose="020B0604020202020204" pitchFamily="34" charset="0"/>
                <a:ea typeface="Times New Roman" panose="02020603050405020304" pitchFamily="18" charset="0"/>
                <a:cs typeface="Arial" panose="020B0604020202020204" pitchFamily="34" charset="0"/>
              </a:rPr>
              <a:t>, Inc.</a:t>
            </a:r>
            <a:br>
              <a:rPr lang="en-US" altLang="en-US" sz="1050" dirty="0">
                <a:solidFill>
                  <a:srgbClr val="1F3864"/>
                </a:solidFill>
                <a:latin typeface="Arial" panose="020B0604020202020204" pitchFamily="34" charset="0"/>
                <a:ea typeface="Times New Roman" panose="02020603050405020304" pitchFamily="18" charset="0"/>
                <a:cs typeface="Arial" panose="020B0604020202020204" pitchFamily="34" charset="0"/>
              </a:rPr>
            </a:br>
            <a:r>
              <a:rPr lang="en-US" altLang="en-US" sz="1100" b="1" dirty="0">
                <a:solidFill>
                  <a:srgbClr val="1F3864"/>
                </a:solidFill>
                <a:latin typeface="Calibri" panose="020F0502020204030204" pitchFamily="34" charset="0"/>
                <a:ea typeface="Times New Roman" panose="02020603050405020304" pitchFamily="18" charset="0"/>
                <a:cs typeface="Calibri" panose="020F0502020204030204" pitchFamily="34" charset="0"/>
              </a:rPr>
              <a:t>181 Harry S. Truman Parkway, Suite 110 </a:t>
            </a:r>
            <a:endParaRPr lang="en-US" altLang="en-US" dirty="0"/>
          </a:p>
          <a:p>
            <a:pPr marL="0" lvl="0" indent="0" eaLnBrk="0" fontAlgn="base" hangingPunct="0">
              <a:lnSpc>
                <a:spcPct val="100000"/>
              </a:lnSpc>
              <a:spcBef>
                <a:spcPct val="0"/>
              </a:spcBef>
              <a:spcAft>
                <a:spcPct val="0"/>
              </a:spcAft>
              <a:buNone/>
            </a:pPr>
            <a:r>
              <a:rPr lang="en-US" altLang="en-US" sz="1100" b="1" dirty="0">
                <a:solidFill>
                  <a:srgbClr val="1F3864"/>
                </a:solidFill>
                <a:latin typeface="Calibri" panose="020F0502020204030204" pitchFamily="34" charset="0"/>
                <a:ea typeface="Times New Roman" panose="02020603050405020304" pitchFamily="18" charset="0"/>
                <a:cs typeface="Calibri" panose="020F0502020204030204" pitchFamily="34" charset="0"/>
              </a:rPr>
              <a:t>Annapolis, MD 21401</a:t>
            </a:r>
            <a:endParaRPr lang="en-US" altLang="en-US" dirty="0"/>
          </a:p>
          <a:p>
            <a:pPr marL="0" lvl="0" indent="0" eaLnBrk="0" fontAlgn="base" hangingPunct="0">
              <a:lnSpc>
                <a:spcPct val="100000"/>
              </a:lnSpc>
              <a:spcBef>
                <a:spcPct val="0"/>
              </a:spcBef>
              <a:spcAft>
                <a:spcPct val="0"/>
              </a:spcAft>
              <a:buNone/>
            </a:pPr>
            <a:r>
              <a:rPr lang="en-US" dirty="0"/>
              <a:t>Phone: </a:t>
            </a:r>
            <a:r>
              <a:rPr lang="en-US" dirty="0">
                <a:hlinkClick r:id="rId3"/>
              </a:rPr>
              <a:t>800.372.3626</a:t>
            </a:r>
            <a:r>
              <a:rPr lang="en-US" dirty="0"/>
              <a:t> | Fax: 800.982.7001</a:t>
            </a:r>
            <a:br>
              <a:rPr lang="en-US" sz="1050" dirty="0"/>
            </a:br>
            <a:r>
              <a:rPr lang="en-US" dirty="0"/>
              <a:t>Email: </a:t>
            </a:r>
            <a:r>
              <a:rPr lang="en-US" dirty="0" err="1"/>
              <a:t>rcarey@fosterthomas.com</a:t>
            </a:r>
            <a:endParaRPr lang="en-US" dirty="0"/>
          </a:p>
          <a:p>
            <a:endParaRPr lang="en-US" dirty="0"/>
          </a:p>
        </p:txBody>
      </p:sp>
      <p:sp>
        <p:nvSpPr>
          <p:cNvPr id="4" name="Slide Number Placeholder 3"/>
          <p:cNvSpPr>
            <a:spLocks noGrp="1"/>
          </p:cNvSpPr>
          <p:nvPr>
            <p:ph type="sldNum" sz="quarter" idx="5"/>
          </p:nvPr>
        </p:nvSpPr>
        <p:spPr/>
        <p:txBody>
          <a:bodyPr/>
          <a:lstStyle/>
          <a:p>
            <a:fld id="{1D0873F7-BA74-7F4C-AA0F-A37E86D81290}" type="slidenum">
              <a:rPr lang="en-US" smtClean="0"/>
              <a:t>39</a:t>
            </a:fld>
            <a:endParaRPr lang="en-US"/>
          </a:p>
        </p:txBody>
      </p:sp>
    </p:spTree>
    <p:extLst>
      <p:ext uri="{BB962C8B-B14F-4D97-AF65-F5344CB8AC3E}">
        <p14:creationId xmlns:p14="http://schemas.microsoft.com/office/powerpoint/2010/main" val="30674250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22E9D-9488-BB41-B041-103FD6206C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A65E66-EA91-8140-A720-C21E3CFC21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D972950-EC04-B748-86AA-0D5775040A8F}"/>
              </a:ext>
            </a:extLst>
          </p:cNvPr>
          <p:cNvSpPr>
            <a:spLocks noGrp="1"/>
          </p:cNvSpPr>
          <p:nvPr>
            <p:ph type="dt" sz="half" idx="10"/>
          </p:nvPr>
        </p:nvSpPr>
        <p:spPr/>
        <p:txBody>
          <a:bodyPr/>
          <a:lstStyle/>
          <a:p>
            <a:fld id="{D20B3B25-3D08-AA4E-BA6F-54B2ABE3ADBF}" type="datetime1">
              <a:rPr lang="en-US" smtClean="0"/>
              <a:t>1/5/22</a:t>
            </a:fld>
            <a:endParaRPr lang="en-US"/>
          </a:p>
        </p:txBody>
      </p:sp>
      <p:sp>
        <p:nvSpPr>
          <p:cNvPr id="5" name="Footer Placeholder 4">
            <a:extLst>
              <a:ext uri="{FF2B5EF4-FFF2-40B4-BE49-F238E27FC236}">
                <a16:creationId xmlns:a16="http://schemas.microsoft.com/office/drawing/2014/main" id="{1A425F8D-69FF-4B47-BCE8-BDF4020A2412}"/>
              </a:ext>
            </a:extLst>
          </p:cNvPr>
          <p:cNvSpPr>
            <a:spLocks noGrp="1"/>
          </p:cNvSpPr>
          <p:nvPr>
            <p:ph type="ftr" sz="quarter" idx="11"/>
          </p:nvPr>
        </p:nvSpPr>
        <p:spPr/>
        <p:txBody>
          <a:bodyPr/>
          <a:lstStyle/>
          <a:p>
            <a:r>
              <a:rPr lang="en-US"/>
              <a:t>Copyright 2021 FosterThomas</a:t>
            </a:r>
          </a:p>
        </p:txBody>
      </p:sp>
      <p:sp>
        <p:nvSpPr>
          <p:cNvPr id="6" name="Slide Number Placeholder 5">
            <a:extLst>
              <a:ext uri="{FF2B5EF4-FFF2-40B4-BE49-F238E27FC236}">
                <a16:creationId xmlns:a16="http://schemas.microsoft.com/office/drawing/2014/main" id="{5E687CFC-8502-5842-B01C-C9A7CF028D97}"/>
              </a:ext>
            </a:extLst>
          </p:cNvPr>
          <p:cNvSpPr>
            <a:spLocks noGrp="1"/>
          </p:cNvSpPr>
          <p:nvPr>
            <p:ph type="sldNum" sz="quarter" idx="12"/>
          </p:nvPr>
        </p:nvSpPr>
        <p:spPr/>
        <p:txBody>
          <a:bodyPr/>
          <a:lstStyle/>
          <a:p>
            <a:fld id="{4AC722DA-D447-0B41-A745-2F2DE569AABF}" type="slidenum">
              <a:rPr lang="en-US" smtClean="0"/>
              <a:t>‹#›</a:t>
            </a:fld>
            <a:endParaRPr lang="en-US"/>
          </a:p>
        </p:txBody>
      </p:sp>
    </p:spTree>
    <p:extLst>
      <p:ext uri="{BB962C8B-B14F-4D97-AF65-F5344CB8AC3E}">
        <p14:creationId xmlns:p14="http://schemas.microsoft.com/office/powerpoint/2010/main" val="2289826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B09CC-4711-7F4B-B4F4-64516D39E4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12B286-8C6D-4049-9942-A0C83AA0CF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C7111D-CC67-4044-A2CC-36AB714EB404}"/>
              </a:ext>
            </a:extLst>
          </p:cNvPr>
          <p:cNvSpPr>
            <a:spLocks noGrp="1"/>
          </p:cNvSpPr>
          <p:nvPr>
            <p:ph type="dt" sz="half" idx="10"/>
          </p:nvPr>
        </p:nvSpPr>
        <p:spPr/>
        <p:txBody>
          <a:bodyPr/>
          <a:lstStyle/>
          <a:p>
            <a:fld id="{B1975D2B-858E-5A4B-AC15-4D62A6FF25A2}" type="datetime1">
              <a:rPr lang="en-US" smtClean="0"/>
              <a:t>1/5/22</a:t>
            </a:fld>
            <a:endParaRPr lang="en-US"/>
          </a:p>
        </p:txBody>
      </p:sp>
      <p:sp>
        <p:nvSpPr>
          <p:cNvPr id="5" name="Footer Placeholder 4">
            <a:extLst>
              <a:ext uri="{FF2B5EF4-FFF2-40B4-BE49-F238E27FC236}">
                <a16:creationId xmlns:a16="http://schemas.microsoft.com/office/drawing/2014/main" id="{E1F4F4DF-FA73-624D-B6DA-BE01DBA46937}"/>
              </a:ext>
            </a:extLst>
          </p:cNvPr>
          <p:cNvSpPr>
            <a:spLocks noGrp="1"/>
          </p:cNvSpPr>
          <p:nvPr>
            <p:ph type="ftr" sz="quarter" idx="11"/>
          </p:nvPr>
        </p:nvSpPr>
        <p:spPr/>
        <p:txBody>
          <a:bodyPr/>
          <a:lstStyle/>
          <a:p>
            <a:r>
              <a:rPr lang="en-US"/>
              <a:t>Copyright 2021 FosterThomas</a:t>
            </a:r>
          </a:p>
        </p:txBody>
      </p:sp>
      <p:sp>
        <p:nvSpPr>
          <p:cNvPr id="6" name="Slide Number Placeholder 5">
            <a:extLst>
              <a:ext uri="{FF2B5EF4-FFF2-40B4-BE49-F238E27FC236}">
                <a16:creationId xmlns:a16="http://schemas.microsoft.com/office/drawing/2014/main" id="{09642059-ED64-654A-9D49-9C8107168AC3}"/>
              </a:ext>
            </a:extLst>
          </p:cNvPr>
          <p:cNvSpPr>
            <a:spLocks noGrp="1"/>
          </p:cNvSpPr>
          <p:nvPr>
            <p:ph type="sldNum" sz="quarter" idx="12"/>
          </p:nvPr>
        </p:nvSpPr>
        <p:spPr/>
        <p:txBody>
          <a:bodyPr/>
          <a:lstStyle/>
          <a:p>
            <a:fld id="{4AC722DA-D447-0B41-A745-2F2DE569AABF}" type="slidenum">
              <a:rPr lang="en-US" smtClean="0"/>
              <a:t>‹#›</a:t>
            </a:fld>
            <a:endParaRPr lang="en-US"/>
          </a:p>
        </p:txBody>
      </p:sp>
    </p:spTree>
    <p:extLst>
      <p:ext uri="{BB962C8B-B14F-4D97-AF65-F5344CB8AC3E}">
        <p14:creationId xmlns:p14="http://schemas.microsoft.com/office/powerpoint/2010/main" val="652639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3C50E-01A0-2D49-933F-772E25B3DB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9479BC1-7DE0-FB48-961D-4D95BCD78C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5A23B6-94AB-B04C-AF85-333B7F16769B}"/>
              </a:ext>
            </a:extLst>
          </p:cNvPr>
          <p:cNvSpPr>
            <a:spLocks noGrp="1"/>
          </p:cNvSpPr>
          <p:nvPr>
            <p:ph type="dt" sz="half" idx="10"/>
          </p:nvPr>
        </p:nvSpPr>
        <p:spPr/>
        <p:txBody>
          <a:bodyPr/>
          <a:lstStyle/>
          <a:p>
            <a:fld id="{FE4FDDA7-4A35-284E-8036-BDF106B69833}" type="datetime1">
              <a:rPr lang="en-US" smtClean="0"/>
              <a:t>1/5/22</a:t>
            </a:fld>
            <a:endParaRPr lang="en-US"/>
          </a:p>
        </p:txBody>
      </p:sp>
      <p:sp>
        <p:nvSpPr>
          <p:cNvPr id="5" name="Footer Placeholder 4">
            <a:extLst>
              <a:ext uri="{FF2B5EF4-FFF2-40B4-BE49-F238E27FC236}">
                <a16:creationId xmlns:a16="http://schemas.microsoft.com/office/drawing/2014/main" id="{FBBA9F7C-4858-DB4C-A970-07C5C5CC7198}"/>
              </a:ext>
            </a:extLst>
          </p:cNvPr>
          <p:cNvSpPr>
            <a:spLocks noGrp="1"/>
          </p:cNvSpPr>
          <p:nvPr>
            <p:ph type="ftr" sz="quarter" idx="11"/>
          </p:nvPr>
        </p:nvSpPr>
        <p:spPr/>
        <p:txBody>
          <a:bodyPr/>
          <a:lstStyle/>
          <a:p>
            <a:r>
              <a:rPr lang="en-US"/>
              <a:t>Copyright 2021 FosterThomas</a:t>
            </a:r>
          </a:p>
        </p:txBody>
      </p:sp>
      <p:sp>
        <p:nvSpPr>
          <p:cNvPr id="6" name="Slide Number Placeholder 5">
            <a:extLst>
              <a:ext uri="{FF2B5EF4-FFF2-40B4-BE49-F238E27FC236}">
                <a16:creationId xmlns:a16="http://schemas.microsoft.com/office/drawing/2014/main" id="{B6A3CBCA-8E28-8C46-8A71-607BCE547579}"/>
              </a:ext>
            </a:extLst>
          </p:cNvPr>
          <p:cNvSpPr>
            <a:spLocks noGrp="1"/>
          </p:cNvSpPr>
          <p:nvPr>
            <p:ph type="sldNum" sz="quarter" idx="12"/>
          </p:nvPr>
        </p:nvSpPr>
        <p:spPr/>
        <p:txBody>
          <a:bodyPr/>
          <a:lstStyle/>
          <a:p>
            <a:fld id="{4AC722DA-D447-0B41-A745-2F2DE569AABF}" type="slidenum">
              <a:rPr lang="en-US" smtClean="0"/>
              <a:t>‹#›</a:t>
            </a:fld>
            <a:endParaRPr lang="en-US"/>
          </a:p>
        </p:txBody>
      </p:sp>
    </p:spTree>
    <p:extLst>
      <p:ext uri="{BB962C8B-B14F-4D97-AF65-F5344CB8AC3E}">
        <p14:creationId xmlns:p14="http://schemas.microsoft.com/office/powerpoint/2010/main" val="2466355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70EA-496C-9C48-ADCC-7B6AB6F5A0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DC48D8-0E46-1E4F-9A4A-E8CBE6D0E7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7A9E8CD-65DE-2343-B1C3-553CB46624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7D2915-F11F-7942-80E7-35B2BFFA18A7}"/>
              </a:ext>
            </a:extLst>
          </p:cNvPr>
          <p:cNvSpPr>
            <a:spLocks noGrp="1"/>
          </p:cNvSpPr>
          <p:nvPr>
            <p:ph type="dt" sz="half" idx="10"/>
          </p:nvPr>
        </p:nvSpPr>
        <p:spPr/>
        <p:txBody>
          <a:bodyPr/>
          <a:lstStyle/>
          <a:p>
            <a:fld id="{CCCB336A-B71B-0145-8DF7-EF658C249176}" type="datetime1">
              <a:rPr lang="en-US" smtClean="0"/>
              <a:t>1/5/22</a:t>
            </a:fld>
            <a:endParaRPr lang="en-US"/>
          </a:p>
        </p:txBody>
      </p:sp>
      <p:sp>
        <p:nvSpPr>
          <p:cNvPr id="6" name="Footer Placeholder 5">
            <a:extLst>
              <a:ext uri="{FF2B5EF4-FFF2-40B4-BE49-F238E27FC236}">
                <a16:creationId xmlns:a16="http://schemas.microsoft.com/office/drawing/2014/main" id="{41F8D633-B406-054D-88CD-3734C0F9931A}"/>
              </a:ext>
            </a:extLst>
          </p:cNvPr>
          <p:cNvSpPr>
            <a:spLocks noGrp="1"/>
          </p:cNvSpPr>
          <p:nvPr>
            <p:ph type="ftr" sz="quarter" idx="11"/>
          </p:nvPr>
        </p:nvSpPr>
        <p:spPr/>
        <p:txBody>
          <a:bodyPr/>
          <a:lstStyle/>
          <a:p>
            <a:r>
              <a:rPr lang="en-US"/>
              <a:t>Copyright 2021 FosterThomas</a:t>
            </a:r>
          </a:p>
        </p:txBody>
      </p:sp>
      <p:sp>
        <p:nvSpPr>
          <p:cNvPr id="7" name="Slide Number Placeholder 6">
            <a:extLst>
              <a:ext uri="{FF2B5EF4-FFF2-40B4-BE49-F238E27FC236}">
                <a16:creationId xmlns:a16="http://schemas.microsoft.com/office/drawing/2014/main" id="{F22AC6A5-8AC9-6B4F-98AB-599451EC18CD}"/>
              </a:ext>
            </a:extLst>
          </p:cNvPr>
          <p:cNvSpPr>
            <a:spLocks noGrp="1"/>
          </p:cNvSpPr>
          <p:nvPr>
            <p:ph type="sldNum" sz="quarter" idx="12"/>
          </p:nvPr>
        </p:nvSpPr>
        <p:spPr/>
        <p:txBody>
          <a:bodyPr/>
          <a:lstStyle/>
          <a:p>
            <a:fld id="{4AC722DA-D447-0B41-A745-2F2DE569AABF}" type="slidenum">
              <a:rPr lang="en-US" smtClean="0"/>
              <a:t>‹#›</a:t>
            </a:fld>
            <a:endParaRPr lang="en-US"/>
          </a:p>
        </p:txBody>
      </p:sp>
    </p:spTree>
    <p:extLst>
      <p:ext uri="{BB962C8B-B14F-4D97-AF65-F5344CB8AC3E}">
        <p14:creationId xmlns:p14="http://schemas.microsoft.com/office/powerpoint/2010/main" val="338316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15425-A624-9247-8C4F-3C3EFED6414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C188C77-C0A9-B34C-8932-65538F82EA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47D43F-206A-224B-A252-173568F313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EB34957-FACC-7944-A6E2-D91EC1CB97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73F8D2-6CE0-1248-B415-C0F0F031E3F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1856876-E33D-554F-B331-2A407E684792}"/>
              </a:ext>
            </a:extLst>
          </p:cNvPr>
          <p:cNvSpPr>
            <a:spLocks noGrp="1"/>
          </p:cNvSpPr>
          <p:nvPr>
            <p:ph type="dt" sz="half" idx="10"/>
          </p:nvPr>
        </p:nvSpPr>
        <p:spPr/>
        <p:txBody>
          <a:bodyPr/>
          <a:lstStyle/>
          <a:p>
            <a:fld id="{E4651F39-A868-B64B-8984-3F5BDF82AC2B}" type="datetime1">
              <a:rPr lang="en-US" smtClean="0"/>
              <a:t>1/5/22</a:t>
            </a:fld>
            <a:endParaRPr lang="en-US"/>
          </a:p>
        </p:txBody>
      </p:sp>
      <p:sp>
        <p:nvSpPr>
          <p:cNvPr id="8" name="Footer Placeholder 7">
            <a:extLst>
              <a:ext uri="{FF2B5EF4-FFF2-40B4-BE49-F238E27FC236}">
                <a16:creationId xmlns:a16="http://schemas.microsoft.com/office/drawing/2014/main" id="{7EFA280C-6DDB-1C4A-B318-0261E1EAEB43}"/>
              </a:ext>
            </a:extLst>
          </p:cNvPr>
          <p:cNvSpPr>
            <a:spLocks noGrp="1"/>
          </p:cNvSpPr>
          <p:nvPr>
            <p:ph type="ftr" sz="quarter" idx="11"/>
          </p:nvPr>
        </p:nvSpPr>
        <p:spPr/>
        <p:txBody>
          <a:bodyPr/>
          <a:lstStyle/>
          <a:p>
            <a:r>
              <a:rPr lang="en-US"/>
              <a:t>Copyright 2021 FosterThomas</a:t>
            </a:r>
          </a:p>
        </p:txBody>
      </p:sp>
      <p:sp>
        <p:nvSpPr>
          <p:cNvPr id="9" name="Slide Number Placeholder 8">
            <a:extLst>
              <a:ext uri="{FF2B5EF4-FFF2-40B4-BE49-F238E27FC236}">
                <a16:creationId xmlns:a16="http://schemas.microsoft.com/office/drawing/2014/main" id="{E64DFA23-E8C9-CD4E-B14C-9A74ECA5912A}"/>
              </a:ext>
            </a:extLst>
          </p:cNvPr>
          <p:cNvSpPr>
            <a:spLocks noGrp="1"/>
          </p:cNvSpPr>
          <p:nvPr>
            <p:ph type="sldNum" sz="quarter" idx="12"/>
          </p:nvPr>
        </p:nvSpPr>
        <p:spPr/>
        <p:txBody>
          <a:bodyPr/>
          <a:lstStyle/>
          <a:p>
            <a:fld id="{4AC722DA-D447-0B41-A745-2F2DE569AABF}" type="slidenum">
              <a:rPr lang="en-US" smtClean="0"/>
              <a:t>‹#›</a:t>
            </a:fld>
            <a:endParaRPr lang="en-US"/>
          </a:p>
        </p:txBody>
      </p:sp>
    </p:spTree>
    <p:extLst>
      <p:ext uri="{BB962C8B-B14F-4D97-AF65-F5344CB8AC3E}">
        <p14:creationId xmlns:p14="http://schemas.microsoft.com/office/powerpoint/2010/main" val="1817379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1C27E-C767-7248-9FE0-F170AEFB14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8A2564A-BFFB-D144-A6BD-2E4A4E27D220}"/>
              </a:ext>
            </a:extLst>
          </p:cNvPr>
          <p:cNvSpPr>
            <a:spLocks noGrp="1"/>
          </p:cNvSpPr>
          <p:nvPr>
            <p:ph type="dt" sz="half" idx="10"/>
          </p:nvPr>
        </p:nvSpPr>
        <p:spPr/>
        <p:txBody>
          <a:bodyPr/>
          <a:lstStyle/>
          <a:p>
            <a:fld id="{E1DAD05A-A806-2044-950B-1E51C98F1F89}" type="datetime1">
              <a:rPr lang="en-US" smtClean="0"/>
              <a:t>1/5/22</a:t>
            </a:fld>
            <a:endParaRPr lang="en-US"/>
          </a:p>
        </p:txBody>
      </p:sp>
      <p:sp>
        <p:nvSpPr>
          <p:cNvPr id="4" name="Footer Placeholder 3">
            <a:extLst>
              <a:ext uri="{FF2B5EF4-FFF2-40B4-BE49-F238E27FC236}">
                <a16:creationId xmlns:a16="http://schemas.microsoft.com/office/drawing/2014/main" id="{C5E8C5D6-409B-8943-BD98-F3973F1C7154}"/>
              </a:ext>
            </a:extLst>
          </p:cNvPr>
          <p:cNvSpPr>
            <a:spLocks noGrp="1"/>
          </p:cNvSpPr>
          <p:nvPr>
            <p:ph type="ftr" sz="quarter" idx="11"/>
          </p:nvPr>
        </p:nvSpPr>
        <p:spPr/>
        <p:txBody>
          <a:bodyPr/>
          <a:lstStyle/>
          <a:p>
            <a:r>
              <a:rPr lang="en-US"/>
              <a:t>Copyright 2021 FosterThomas</a:t>
            </a:r>
          </a:p>
        </p:txBody>
      </p:sp>
      <p:sp>
        <p:nvSpPr>
          <p:cNvPr id="5" name="Slide Number Placeholder 4">
            <a:extLst>
              <a:ext uri="{FF2B5EF4-FFF2-40B4-BE49-F238E27FC236}">
                <a16:creationId xmlns:a16="http://schemas.microsoft.com/office/drawing/2014/main" id="{9D7198E8-A250-5648-9ACF-46B212540B48}"/>
              </a:ext>
            </a:extLst>
          </p:cNvPr>
          <p:cNvSpPr>
            <a:spLocks noGrp="1"/>
          </p:cNvSpPr>
          <p:nvPr>
            <p:ph type="sldNum" sz="quarter" idx="12"/>
          </p:nvPr>
        </p:nvSpPr>
        <p:spPr/>
        <p:txBody>
          <a:bodyPr/>
          <a:lstStyle/>
          <a:p>
            <a:fld id="{4AC722DA-D447-0B41-A745-2F2DE569AABF}" type="slidenum">
              <a:rPr lang="en-US" smtClean="0"/>
              <a:t>‹#›</a:t>
            </a:fld>
            <a:endParaRPr lang="en-US"/>
          </a:p>
        </p:txBody>
      </p:sp>
    </p:spTree>
    <p:extLst>
      <p:ext uri="{BB962C8B-B14F-4D97-AF65-F5344CB8AC3E}">
        <p14:creationId xmlns:p14="http://schemas.microsoft.com/office/powerpoint/2010/main" val="4128170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AE1819-2725-A841-A1E5-A62DD48605DA}"/>
              </a:ext>
            </a:extLst>
          </p:cNvPr>
          <p:cNvSpPr>
            <a:spLocks noGrp="1"/>
          </p:cNvSpPr>
          <p:nvPr>
            <p:ph type="dt" sz="half" idx="10"/>
          </p:nvPr>
        </p:nvSpPr>
        <p:spPr/>
        <p:txBody>
          <a:bodyPr/>
          <a:lstStyle/>
          <a:p>
            <a:fld id="{B95174F0-970C-B641-B77C-4DF924D68D06}" type="datetime1">
              <a:rPr lang="en-US" smtClean="0"/>
              <a:t>1/5/22</a:t>
            </a:fld>
            <a:endParaRPr lang="en-US"/>
          </a:p>
        </p:txBody>
      </p:sp>
      <p:sp>
        <p:nvSpPr>
          <p:cNvPr id="3" name="Footer Placeholder 2">
            <a:extLst>
              <a:ext uri="{FF2B5EF4-FFF2-40B4-BE49-F238E27FC236}">
                <a16:creationId xmlns:a16="http://schemas.microsoft.com/office/drawing/2014/main" id="{9A8E79E8-4CFF-434B-8A38-88F3B4560895}"/>
              </a:ext>
            </a:extLst>
          </p:cNvPr>
          <p:cNvSpPr>
            <a:spLocks noGrp="1"/>
          </p:cNvSpPr>
          <p:nvPr>
            <p:ph type="ftr" sz="quarter" idx="11"/>
          </p:nvPr>
        </p:nvSpPr>
        <p:spPr/>
        <p:txBody>
          <a:bodyPr/>
          <a:lstStyle/>
          <a:p>
            <a:r>
              <a:rPr lang="en-US"/>
              <a:t>Copyright 2021 FosterThomas</a:t>
            </a:r>
          </a:p>
        </p:txBody>
      </p:sp>
      <p:sp>
        <p:nvSpPr>
          <p:cNvPr id="4" name="Slide Number Placeholder 3">
            <a:extLst>
              <a:ext uri="{FF2B5EF4-FFF2-40B4-BE49-F238E27FC236}">
                <a16:creationId xmlns:a16="http://schemas.microsoft.com/office/drawing/2014/main" id="{1AE9C169-E26A-2140-ABE0-9499E9C9A1F0}"/>
              </a:ext>
            </a:extLst>
          </p:cNvPr>
          <p:cNvSpPr>
            <a:spLocks noGrp="1"/>
          </p:cNvSpPr>
          <p:nvPr>
            <p:ph type="sldNum" sz="quarter" idx="12"/>
          </p:nvPr>
        </p:nvSpPr>
        <p:spPr/>
        <p:txBody>
          <a:bodyPr/>
          <a:lstStyle/>
          <a:p>
            <a:fld id="{4AC722DA-D447-0B41-A745-2F2DE569AABF}" type="slidenum">
              <a:rPr lang="en-US" smtClean="0"/>
              <a:t>‹#›</a:t>
            </a:fld>
            <a:endParaRPr lang="en-US"/>
          </a:p>
        </p:txBody>
      </p:sp>
    </p:spTree>
    <p:extLst>
      <p:ext uri="{BB962C8B-B14F-4D97-AF65-F5344CB8AC3E}">
        <p14:creationId xmlns:p14="http://schemas.microsoft.com/office/powerpoint/2010/main" val="2609778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91B82-524F-C443-A98E-A4359CB964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15FB055-E58D-F747-AFE1-088F8C8463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3A7ED33-A88C-6749-A2A7-7DD735D2A9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90B0A5-D379-7F44-B025-A6559AF075BC}"/>
              </a:ext>
            </a:extLst>
          </p:cNvPr>
          <p:cNvSpPr>
            <a:spLocks noGrp="1"/>
          </p:cNvSpPr>
          <p:nvPr>
            <p:ph type="dt" sz="half" idx="10"/>
          </p:nvPr>
        </p:nvSpPr>
        <p:spPr/>
        <p:txBody>
          <a:bodyPr/>
          <a:lstStyle/>
          <a:p>
            <a:fld id="{E62286C1-58AD-0449-B234-A09B52579856}" type="datetime1">
              <a:rPr lang="en-US" smtClean="0"/>
              <a:t>1/5/22</a:t>
            </a:fld>
            <a:endParaRPr lang="en-US"/>
          </a:p>
        </p:txBody>
      </p:sp>
      <p:sp>
        <p:nvSpPr>
          <p:cNvPr id="6" name="Footer Placeholder 5">
            <a:extLst>
              <a:ext uri="{FF2B5EF4-FFF2-40B4-BE49-F238E27FC236}">
                <a16:creationId xmlns:a16="http://schemas.microsoft.com/office/drawing/2014/main" id="{83D647F5-85A3-B04C-BE02-5F81C0AA2546}"/>
              </a:ext>
            </a:extLst>
          </p:cNvPr>
          <p:cNvSpPr>
            <a:spLocks noGrp="1"/>
          </p:cNvSpPr>
          <p:nvPr>
            <p:ph type="ftr" sz="quarter" idx="11"/>
          </p:nvPr>
        </p:nvSpPr>
        <p:spPr/>
        <p:txBody>
          <a:bodyPr/>
          <a:lstStyle/>
          <a:p>
            <a:r>
              <a:rPr lang="en-US"/>
              <a:t>Copyright 2021 FosterThomas</a:t>
            </a:r>
          </a:p>
        </p:txBody>
      </p:sp>
      <p:sp>
        <p:nvSpPr>
          <p:cNvPr id="7" name="Slide Number Placeholder 6">
            <a:extLst>
              <a:ext uri="{FF2B5EF4-FFF2-40B4-BE49-F238E27FC236}">
                <a16:creationId xmlns:a16="http://schemas.microsoft.com/office/drawing/2014/main" id="{37B7792D-14B0-9C41-A6FC-51A9465B21E5}"/>
              </a:ext>
            </a:extLst>
          </p:cNvPr>
          <p:cNvSpPr>
            <a:spLocks noGrp="1"/>
          </p:cNvSpPr>
          <p:nvPr>
            <p:ph type="sldNum" sz="quarter" idx="12"/>
          </p:nvPr>
        </p:nvSpPr>
        <p:spPr/>
        <p:txBody>
          <a:bodyPr/>
          <a:lstStyle/>
          <a:p>
            <a:fld id="{4AC722DA-D447-0B41-A745-2F2DE569AABF}" type="slidenum">
              <a:rPr lang="en-US" smtClean="0"/>
              <a:t>‹#›</a:t>
            </a:fld>
            <a:endParaRPr lang="en-US"/>
          </a:p>
        </p:txBody>
      </p:sp>
    </p:spTree>
    <p:extLst>
      <p:ext uri="{BB962C8B-B14F-4D97-AF65-F5344CB8AC3E}">
        <p14:creationId xmlns:p14="http://schemas.microsoft.com/office/powerpoint/2010/main" val="1743605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29E19-4FB4-CC4F-BD29-8F0D460234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F3586CA-D032-9D4A-880F-68B8A20B96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7842DAC-6322-B045-9803-2FDF450B4B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9CC69B-F06C-8C40-A89F-F787DEB0BA88}"/>
              </a:ext>
            </a:extLst>
          </p:cNvPr>
          <p:cNvSpPr>
            <a:spLocks noGrp="1"/>
          </p:cNvSpPr>
          <p:nvPr>
            <p:ph type="dt" sz="half" idx="10"/>
          </p:nvPr>
        </p:nvSpPr>
        <p:spPr/>
        <p:txBody>
          <a:bodyPr/>
          <a:lstStyle/>
          <a:p>
            <a:fld id="{F151B15D-3C50-FE45-B263-EF1F2B264230}" type="datetime1">
              <a:rPr lang="en-US" smtClean="0"/>
              <a:t>1/5/22</a:t>
            </a:fld>
            <a:endParaRPr lang="en-US"/>
          </a:p>
        </p:txBody>
      </p:sp>
      <p:sp>
        <p:nvSpPr>
          <p:cNvPr id="6" name="Footer Placeholder 5">
            <a:extLst>
              <a:ext uri="{FF2B5EF4-FFF2-40B4-BE49-F238E27FC236}">
                <a16:creationId xmlns:a16="http://schemas.microsoft.com/office/drawing/2014/main" id="{58776340-DEEE-6340-B03F-68D2099C254A}"/>
              </a:ext>
            </a:extLst>
          </p:cNvPr>
          <p:cNvSpPr>
            <a:spLocks noGrp="1"/>
          </p:cNvSpPr>
          <p:nvPr>
            <p:ph type="ftr" sz="quarter" idx="11"/>
          </p:nvPr>
        </p:nvSpPr>
        <p:spPr/>
        <p:txBody>
          <a:bodyPr/>
          <a:lstStyle/>
          <a:p>
            <a:r>
              <a:rPr lang="en-US"/>
              <a:t>Copyright 2021 FosterThomas</a:t>
            </a:r>
          </a:p>
        </p:txBody>
      </p:sp>
      <p:sp>
        <p:nvSpPr>
          <p:cNvPr id="7" name="Slide Number Placeholder 6">
            <a:extLst>
              <a:ext uri="{FF2B5EF4-FFF2-40B4-BE49-F238E27FC236}">
                <a16:creationId xmlns:a16="http://schemas.microsoft.com/office/drawing/2014/main" id="{63EFE052-D2A3-9346-8CCF-A5CCEFE3E9E0}"/>
              </a:ext>
            </a:extLst>
          </p:cNvPr>
          <p:cNvSpPr>
            <a:spLocks noGrp="1"/>
          </p:cNvSpPr>
          <p:nvPr>
            <p:ph type="sldNum" sz="quarter" idx="12"/>
          </p:nvPr>
        </p:nvSpPr>
        <p:spPr/>
        <p:txBody>
          <a:bodyPr/>
          <a:lstStyle/>
          <a:p>
            <a:fld id="{4AC722DA-D447-0B41-A745-2F2DE569AABF}" type="slidenum">
              <a:rPr lang="en-US" smtClean="0"/>
              <a:t>‹#›</a:t>
            </a:fld>
            <a:endParaRPr lang="en-US"/>
          </a:p>
        </p:txBody>
      </p:sp>
    </p:spTree>
    <p:extLst>
      <p:ext uri="{BB962C8B-B14F-4D97-AF65-F5344CB8AC3E}">
        <p14:creationId xmlns:p14="http://schemas.microsoft.com/office/powerpoint/2010/main" val="3561113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B0A58-CAD3-334F-B55F-D2E4853C44F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66D579-8A5F-BC4E-8B4B-34A308B682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C7C7C7-4736-DC4E-832F-250906762736}"/>
              </a:ext>
            </a:extLst>
          </p:cNvPr>
          <p:cNvSpPr>
            <a:spLocks noGrp="1"/>
          </p:cNvSpPr>
          <p:nvPr>
            <p:ph type="dt" sz="half" idx="10"/>
          </p:nvPr>
        </p:nvSpPr>
        <p:spPr/>
        <p:txBody>
          <a:bodyPr/>
          <a:lstStyle/>
          <a:p>
            <a:fld id="{8C33D407-A324-524D-BC24-24B3F180FD95}" type="datetime1">
              <a:rPr lang="en-US" smtClean="0"/>
              <a:t>1/5/22</a:t>
            </a:fld>
            <a:endParaRPr lang="en-US"/>
          </a:p>
        </p:txBody>
      </p:sp>
      <p:sp>
        <p:nvSpPr>
          <p:cNvPr id="5" name="Footer Placeholder 4">
            <a:extLst>
              <a:ext uri="{FF2B5EF4-FFF2-40B4-BE49-F238E27FC236}">
                <a16:creationId xmlns:a16="http://schemas.microsoft.com/office/drawing/2014/main" id="{D7767EE8-1575-C74B-93E1-D76237EC8CE3}"/>
              </a:ext>
            </a:extLst>
          </p:cNvPr>
          <p:cNvSpPr>
            <a:spLocks noGrp="1"/>
          </p:cNvSpPr>
          <p:nvPr>
            <p:ph type="ftr" sz="quarter" idx="11"/>
          </p:nvPr>
        </p:nvSpPr>
        <p:spPr/>
        <p:txBody>
          <a:bodyPr/>
          <a:lstStyle/>
          <a:p>
            <a:r>
              <a:rPr lang="en-US"/>
              <a:t>Copyright 2021 FosterThomas</a:t>
            </a:r>
          </a:p>
        </p:txBody>
      </p:sp>
      <p:sp>
        <p:nvSpPr>
          <p:cNvPr id="6" name="Slide Number Placeholder 5">
            <a:extLst>
              <a:ext uri="{FF2B5EF4-FFF2-40B4-BE49-F238E27FC236}">
                <a16:creationId xmlns:a16="http://schemas.microsoft.com/office/drawing/2014/main" id="{D7CF46AF-699A-7148-A3DD-63E62477AEE0}"/>
              </a:ext>
            </a:extLst>
          </p:cNvPr>
          <p:cNvSpPr>
            <a:spLocks noGrp="1"/>
          </p:cNvSpPr>
          <p:nvPr>
            <p:ph type="sldNum" sz="quarter" idx="12"/>
          </p:nvPr>
        </p:nvSpPr>
        <p:spPr/>
        <p:txBody>
          <a:bodyPr/>
          <a:lstStyle/>
          <a:p>
            <a:fld id="{4AC722DA-D447-0B41-A745-2F2DE569AABF}" type="slidenum">
              <a:rPr lang="en-US" smtClean="0"/>
              <a:t>‹#›</a:t>
            </a:fld>
            <a:endParaRPr lang="en-US"/>
          </a:p>
        </p:txBody>
      </p:sp>
    </p:spTree>
    <p:extLst>
      <p:ext uri="{BB962C8B-B14F-4D97-AF65-F5344CB8AC3E}">
        <p14:creationId xmlns:p14="http://schemas.microsoft.com/office/powerpoint/2010/main" val="3924616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EC6F15-D6F7-5145-828E-AC036B7EE0F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EC75C3D-450B-DE47-8B0F-14BD6480B9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993E8E-6816-D14C-B2FD-0AB836BAA13E}"/>
              </a:ext>
            </a:extLst>
          </p:cNvPr>
          <p:cNvSpPr>
            <a:spLocks noGrp="1"/>
          </p:cNvSpPr>
          <p:nvPr>
            <p:ph type="dt" sz="half" idx="10"/>
          </p:nvPr>
        </p:nvSpPr>
        <p:spPr/>
        <p:txBody>
          <a:bodyPr/>
          <a:lstStyle/>
          <a:p>
            <a:fld id="{B60DE95C-0C21-8844-9872-AC41E6F43CD7}" type="datetime1">
              <a:rPr lang="en-US" smtClean="0"/>
              <a:t>1/5/22</a:t>
            </a:fld>
            <a:endParaRPr lang="en-US"/>
          </a:p>
        </p:txBody>
      </p:sp>
      <p:sp>
        <p:nvSpPr>
          <p:cNvPr id="5" name="Footer Placeholder 4">
            <a:extLst>
              <a:ext uri="{FF2B5EF4-FFF2-40B4-BE49-F238E27FC236}">
                <a16:creationId xmlns:a16="http://schemas.microsoft.com/office/drawing/2014/main" id="{C82EF835-BBF7-D24D-A930-DEA4C4876CCD}"/>
              </a:ext>
            </a:extLst>
          </p:cNvPr>
          <p:cNvSpPr>
            <a:spLocks noGrp="1"/>
          </p:cNvSpPr>
          <p:nvPr>
            <p:ph type="ftr" sz="quarter" idx="11"/>
          </p:nvPr>
        </p:nvSpPr>
        <p:spPr/>
        <p:txBody>
          <a:bodyPr/>
          <a:lstStyle/>
          <a:p>
            <a:r>
              <a:rPr lang="en-US"/>
              <a:t>Copyright 2021 FosterThomas</a:t>
            </a:r>
          </a:p>
        </p:txBody>
      </p:sp>
      <p:sp>
        <p:nvSpPr>
          <p:cNvPr id="6" name="Slide Number Placeholder 5">
            <a:extLst>
              <a:ext uri="{FF2B5EF4-FFF2-40B4-BE49-F238E27FC236}">
                <a16:creationId xmlns:a16="http://schemas.microsoft.com/office/drawing/2014/main" id="{43422236-EF45-E945-9810-0482D35F29EB}"/>
              </a:ext>
            </a:extLst>
          </p:cNvPr>
          <p:cNvSpPr>
            <a:spLocks noGrp="1"/>
          </p:cNvSpPr>
          <p:nvPr>
            <p:ph type="sldNum" sz="quarter" idx="12"/>
          </p:nvPr>
        </p:nvSpPr>
        <p:spPr/>
        <p:txBody>
          <a:bodyPr/>
          <a:lstStyle/>
          <a:p>
            <a:fld id="{4AC722DA-D447-0B41-A745-2F2DE569AABF}" type="slidenum">
              <a:rPr lang="en-US" smtClean="0"/>
              <a:t>‹#›</a:t>
            </a:fld>
            <a:endParaRPr lang="en-US"/>
          </a:p>
        </p:txBody>
      </p:sp>
    </p:spTree>
    <p:extLst>
      <p:ext uri="{BB962C8B-B14F-4D97-AF65-F5344CB8AC3E}">
        <p14:creationId xmlns:p14="http://schemas.microsoft.com/office/powerpoint/2010/main" val="2509102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BCA35E-1DE4-2D4E-8517-AA5135965F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382ABC-DBB1-BD46-8E9F-EEF983585D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FBAE87-F87B-624B-B7AE-AC3C499E55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041B21-91B3-9349-B24D-124BF593844B}" type="datetime1">
              <a:rPr lang="en-US" smtClean="0"/>
              <a:t>1/5/22</a:t>
            </a:fld>
            <a:endParaRPr lang="en-US"/>
          </a:p>
        </p:txBody>
      </p:sp>
      <p:sp>
        <p:nvSpPr>
          <p:cNvPr id="5" name="Footer Placeholder 4">
            <a:extLst>
              <a:ext uri="{FF2B5EF4-FFF2-40B4-BE49-F238E27FC236}">
                <a16:creationId xmlns:a16="http://schemas.microsoft.com/office/drawing/2014/main" id="{C4EE13E9-C1A6-CE42-A010-1854D64799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Copyright 2021 </a:t>
            </a:r>
            <a:r>
              <a:rPr lang="en-US" dirty="0" err="1"/>
              <a:t>FosterThomas</a:t>
            </a:r>
            <a:endParaRPr lang="en-US" dirty="0"/>
          </a:p>
        </p:txBody>
      </p:sp>
      <p:sp>
        <p:nvSpPr>
          <p:cNvPr id="6" name="Slide Number Placeholder 5">
            <a:extLst>
              <a:ext uri="{FF2B5EF4-FFF2-40B4-BE49-F238E27FC236}">
                <a16:creationId xmlns:a16="http://schemas.microsoft.com/office/drawing/2014/main" id="{7AF1946F-C59E-AA47-AACB-B39C7CADEF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C722DA-D447-0B41-A745-2F2DE569AABF}" type="slidenum">
              <a:rPr lang="en-US" smtClean="0"/>
              <a:t>‹#›</a:t>
            </a:fld>
            <a:endParaRPr lang="en-US"/>
          </a:p>
        </p:txBody>
      </p:sp>
    </p:spTree>
    <p:extLst>
      <p:ext uri="{BB962C8B-B14F-4D97-AF65-F5344CB8AC3E}">
        <p14:creationId xmlns:p14="http://schemas.microsoft.com/office/powerpoint/2010/main" val="12446255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creativecommons.org/licenses/by/3.0/" TargetMode="External"/><Relationship Id="rId4" Type="http://schemas.openxmlformats.org/officeDocument/2006/relationships/hyperlink" Target="http://411.ca/blog/advertisers/2011-small-business-trends" TargetMode="Externa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www.merriam-webster.com/dictionary/noun"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s://creativecommons.org/licenses/by-sa/3.0/" TargetMode="External"/><Relationship Id="rId4" Type="http://schemas.openxmlformats.org/officeDocument/2006/relationships/hyperlink" Target="https://commons.wikimedia.org/wiki/File:Wiki-Mentor-Icon.svg" TargetMode="Externa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5.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7.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fosterthomas.com/"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tel://8003723626/"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33.xml"/><Relationship Id="rId1" Type="http://schemas.openxmlformats.org/officeDocument/2006/relationships/slideLayout" Target="../slideLayouts/slideLayout4.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38.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www.fosterthomas.com/"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tel://800372362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16">
            <a:extLst>
              <a:ext uri="{FF2B5EF4-FFF2-40B4-BE49-F238E27FC236}">
                <a16:creationId xmlns:a16="http://schemas.microsoft.com/office/drawing/2014/main" id="{029DE7B6-DC7C-4BA1-B406-EDDA0C0A3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
            <a:ext cx="7537704"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98A6293-DC85-B84A-8AB0-A00AFE810634}"/>
              </a:ext>
            </a:extLst>
          </p:cNvPr>
          <p:cNvSpPr>
            <a:spLocks noGrp="1"/>
          </p:cNvSpPr>
          <p:nvPr>
            <p:ph type="ctrTitle"/>
          </p:nvPr>
        </p:nvSpPr>
        <p:spPr>
          <a:xfrm>
            <a:off x="5189620" y="1306071"/>
            <a:ext cx="5478379" cy="2663407"/>
          </a:xfrm>
        </p:spPr>
        <p:txBody>
          <a:bodyPr>
            <a:normAutofit/>
          </a:bodyPr>
          <a:lstStyle/>
          <a:p>
            <a:pPr algn="l"/>
            <a:r>
              <a:rPr lang="en-US" sz="5400" dirty="0">
                <a:solidFill>
                  <a:srgbClr val="FFFFFF"/>
                </a:solidFill>
              </a:rPr>
              <a:t>Employee Success Habits </a:t>
            </a:r>
          </a:p>
        </p:txBody>
      </p:sp>
      <p:sp>
        <p:nvSpPr>
          <p:cNvPr id="3" name="Subtitle 2">
            <a:extLst>
              <a:ext uri="{FF2B5EF4-FFF2-40B4-BE49-F238E27FC236}">
                <a16:creationId xmlns:a16="http://schemas.microsoft.com/office/drawing/2014/main" id="{0F9910F9-5453-D942-8B01-D6D5B0634B25}"/>
              </a:ext>
            </a:extLst>
          </p:cNvPr>
          <p:cNvSpPr>
            <a:spLocks noGrp="1"/>
          </p:cNvSpPr>
          <p:nvPr>
            <p:ph type="subTitle" idx="1"/>
          </p:nvPr>
        </p:nvSpPr>
        <p:spPr>
          <a:xfrm>
            <a:off x="5189620" y="4106004"/>
            <a:ext cx="5478380" cy="2113821"/>
          </a:xfrm>
        </p:spPr>
        <p:txBody>
          <a:bodyPr>
            <a:normAutofit fontScale="85000" lnSpcReduction="20000"/>
          </a:bodyPr>
          <a:lstStyle/>
          <a:p>
            <a:pPr algn="l"/>
            <a:r>
              <a:rPr lang="en-US" dirty="0">
                <a:solidFill>
                  <a:srgbClr val="FFFFFF"/>
                </a:solidFill>
              </a:rPr>
              <a:t>Created and Presented by:</a:t>
            </a:r>
          </a:p>
          <a:p>
            <a:pPr algn="l"/>
            <a:r>
              <a:rPr lang="en-US" dirty="0">
                <a:solidFill>
                  <a:srgbClr val="FFFFFF"/>
                </a:solidFill>
              </a:rPr>
              <a:t>Rachel Carey, </a:t>
            </a:r>
            <a:r>
              <a:rPr lang="en-US" sz="2200" dirty="0">
                <a:solidFill>
                  <a:srgbClr val="FFFFFF"/>
                </a:solidFill>
              </a:rPr>
              <a:t>SPHR, ACC </a:t>
            </a:r>
          </a:p>
          <a:p>
            <a:pPr algn="l"/>
            <a:r>
              <a:rPr lang="en-US" dirty="0" err="1">
                <a:solidFill>
                  <a:srgbClr val="FFFFFF"/>
                </a:solidFill>
              </a:rPr>
              <a:t>FosterThomas</a:t>
            </a:r>
            <a:endParaRPr lang="en-US" dirty="0">
              <a:solidFill>
                <a:srgbClr val="FFFFFF"/>
              </a:solidFill>
            </a:endParaRPr>
          </a:p>
          <a:p>
            <a:pPr algn="l"/>
            <a:endParaRPr lang="en-US" dirty="0">
              <a:solidFill>
                <a:srgbClr val="FFFFFF"/>
              </a:solidFill>
            </a:endParaRPr>
          </a:p>
          <a:p>
            <a:pPr algn="l"/>
            <a:r>
              <a:rPr lang="en-US" dirty="0">
                <a:solidFill>
                  <a:srgbClr val="FFFFFF"/>
                </a:solidFill>
              </a:rPr>
              <a:t>For: </a:t>
            </a:r>
          </a:p>
          <a:p>
            <a:pPr algn="l"/>
            <a:r>
              <a:rPr lang="en-US" b="1" dirty="0">
                <a:solidFill>
                  <a:srgbClr val="FFFFFF"/>
                </a:solidFill>
              </a:rPr>
              <a:t>Partners of America</a:t>
            </a:r>
          </a:p>
          <a:p>
            <a:pPr algn="l"/>
            <a:endParaRPr lang="en-US" dirty="0">
              <a:solidFill>
                <a:srgbClr val="FFFFFF"/>
              </a:solidFill>
            </a:endParaRPr>
          </a:p>
        </p:txBody>
      </p:sp>
      <p:pic>
        <p:nvPicPr>
          <p:cNvPr id="10" name="Picture 9" descr="Graphical user interface, text&#10;&#10;Description automatically generated">
            <a:extLst>
              <a:ext uri="{FF2B5EF4-FFF2-40B4-BE49-F238E27FC236}">
                <a16:creationId xmlns:a16="http://schemas.microsoft.com/office/drawing/2014/main" id="{482C0C2D-B0BF-5343-93A2-EA7D4437CE81}"/>
              </a:ext>
            </a:extLst>
          </p:cNvPr>
          <p:cNvPicPr>
            <a:picLocks noChangeAspect="1"/>
          </p:cNvPicPr>
          <p:nvPr/>
        </p:nvPicPr>
        <p:blipFill>
          <a:blip r:embed="rId3"/>
          <a:stretch>
            <a:fillRect/>
          </a:stretch>
        </p:blipFill>
        <p:spPr>
          <a:xfrm>
            <a:off x="939878" y="1870952"/>
            <a:ext cx="2583601" cy="766822"/>
          </a:xfrm>
          <a:prstGeom prst="rect">
            <a:avLst/>
          </a:prstGeom>
        </p:spPr>
      </p:pic>
      <p:sp>
        <p:nvSpPr>
          <p:cNvPr id="12" name="Footer Placeholder 11">
            <a:extLst>
              <a:ext uri="{FF2B5EF4-FFF2-40B4-BE49-F238E27FC236}">
                <a16:creationId xmlns:a16="http://schemas.microsoft.com/office/drawing/2014/main" id="{F29F9C67-ECDF-F340-ADC1-E8F048DAA7BD}"/>
              </a:ext>
            </a:extLst>
          </p:cNvPr>
          <p:cNvSpPr>
            <a:spLocks noGrp="1"/>
          </p:cNvSpPr>
          <p:nvPr>
            <p:ph type="ftr" sz="quarter" idx="11"/>
          </p:nvPr>
        </p:nvSpPr>
        <p:spPr>
          <a:xfrm>
            <a:off x="5189619" y="6356350"/>
            <a:ext cx="5478379" cy="365125"/>
          </a:xfrm>
        </p:spPr>
        <p:txBody>
          <a:bodyPr>
            <a:normAutofit/>
          </a:bodyPr>
          <a:lstStyle/>
          <a:p>
            <a:pPr algn="l">
              <a:spcAft>
                <a:spcPts val="600"/>
              </a:spcAft>
            </a:pPr>
            <a:r>
              <a:rPr lang="en-US" dirty="0">
                <a:solidFill>
                  <a:srgbClr val="FFFFFF"/>
                </a:solidFill>
              </a:rPr>
              <a:t>Copyright 2022 </a:t>
            </a:r>
            <a:r>
              <a:rPr lang="en-US" dirty="0" err="1">
                <a:solidFill>
                  <a:srgbClr val="FFFFFF"/>
                </a:solidFill>
              </a:rPr>
              <a:t>FosterThomas</a:t>
            </a:r>
            <a:endParaRPr lang="en-US" dirty="0">
              <a:solidFill>
                <a:srgbClr val="FFFFFF"/>
              </a:solidFill>
            </a:endParaRPr>
          </a:p>
        </p:txBody>
      </p:sp>
      <p:pic>
        <p:nvPicPr>
          <p:cNvPr id="1026" name="Picture 2" descr="Home">
            <a:extLst>
              <a:ext uri="{FF2B5EF4-FFF2-40B4-BE49-F238E27FC236}">
                <a16:creationId xmlns:a16="http://schemas.microsoft.com/office/drawing/2014/main" id="{9120B929-F5FB-BB43-9E91-DBDCE1506E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 y="3467830"/>
            <a:ext cx="4411980" cy="686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5554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234CF4-802C-4AA1-B540-36C3B838C4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5271697-90F1-4A23-8EF2-0179F2EAF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606972" cy="323398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9F5512A-48E1-4C07-B75E-3CCC517B68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233984"/>
            <a:ext cx="606972" cy="36240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D800584-727A-48CF-8223-244AD9717C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967" y="-1"/>
            <a:ext cx="5038344" cy="68579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44504A-F1BC-4D4E-92EA-D6B15C253D6C}"/>
              </a:ext>
            </a:extLst>
          </p:cNvPr>
          <p:cNvSpPr>
            <a:spLocks noGrp="1"/>
          </p:cNvSpPr>
          <p:nvPr>
            <p:ph type="title"/>
          </p:nvPr>
        </p:nvSpPr>
        <p:spPr>
          <a:xfrm>
            <a:off x="1166650" y="1332952"/>
            <a:ext cx="3926898" cy="3921176"/>
          </a:xfrm>
        </p:spPr>
        <p:txBody>
          <a:bodyPr anchor="ctr">
            <a:normAutofit/>
          </a:bodyPr>
          <a:lstStyle/>
          <a:p>
            <a:r>
              <a:rPr lang="en-US" sz="5400"/>
              <a:t>Objective</a:t>
            </a:r>
          </a:p>
        </p:txBody>
      </p:sp>
      <p:grpSp>
        <p:nvGrpSpPr>
          <p:cNvPr id="17" name="Group 16">
            <a:extLst>
              <a:ext uri="{FF2B5EF4-FFF2-40B4-BE49-F238E27FC236}">
                <a16:creationId xmlns:a16="http://schemas.microsoft.com/office/drawing/2014/main" id="{B0CED441-B73B-4907-9AF2-614CEAC6A18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88720" y="73152"/>
            <a:ext cx="1178966" cy="232963"/>
            <a:chOff x="5422392" y="64008"/>
            <a:chExt cx="1178966" cy="232963"/>
          </a:xfrm>
        </p:grpSpPr>
        <p:sp>
          <p:nvSpPr>
            <p:cNvPr id="18" name="Rectangle 64">
              <a:extLst>
                <a:ext uri="{FF2B5EF4-FFF2-40B4-BE49-F238E27FC236}">
                  <a16:creationId xmlns:a16="http://schemas.microsoft.com/office/drawing/2014/main" id="{A03170C9-14E4-4D47-827E-51518FA9CA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22213" y="6400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66">
              <a:extLst>
                <a:ext uri="{FF2B5EF4-FFF2-40B4-BE49-F238E27FC236}">
                  <a16:creationId xmlns:a16="http://schemas.microsoft.com/office/drawing/2014/main" id="{757EFF12-1826-499E-94C2-AF4400A664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22213" y="237744"/>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64">
              <a:extLst>
                <a:ext uri="{FF2B5EF4-FFF2-40B4-BE49-F238E27FC236}">
                  <a16:creationId xmlns:a16="http://schemas.microsoft.com/office/drawing/2014/main" id="{20CC511B-2DB0-4523-82ED-40CCC5C7D0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7258" y="6400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66">
              <a:extLst>
                <a:ext uri="{FF2B5EF4-FFF2-40B4-BE49-F238E27FC236}">
                  <a16:creationId xmlns:a16="http://schemas.microsoft.com/office/drawing/2014/main" id="{6CB93565-67D6-49DD-8D4E-4685AC81A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7258" y="237744"/>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64">
              <a:extLst>
                <a:ext uri="{FF2B5EF4-FFF2-40B4-BE49-F238E27FC236}">
                  <a16:creationId xmlns:a16="http://schemas.microsoft.com/office/drawing/2014/main" id="{AE9D45A7-FFB3-4E69-A4EC-FAA3489B0E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672303" y="6400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66">
              <a:extLst>
                <a:ext uri="{FF2B5EF4-FFF2-40B4-BE49-F238E27FC236}">
                  <a16:creationId xmlns:a16="http://schemas.microsoft.com/office/drawing/2014/main" id="{A29467A6-0F59-4991-89B5-35408BD725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672303" y="237744"/>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64">
              <a:extLst>
                <a:ext uri="{FF2B5EF4-FFF2-40B4-BE49-F238E27FC236}">
                  <a16:creationId xmlns:a16="http://schemas.microsoft.com/office/drawing/2014/main" id="{AA726CA1-9A94-4AF0-B9DD-3572C692A1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547347" y="6400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66">
              <a:extLst>
                <a:ext uri="{FF2B5EF4-FFF2-40B4-BE49-F238E27FC236}">
                  <a16:creationId xmlns:a16="http://schemas.microsoft.com/office/drawing/2014/main" id="{EB03BD70-FD68-460B-A88B-005DAB5BED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547347" y="237744"/>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64">
              <a:extLst>
                <a:ext uri="{FF2B5EF4-FFF2-40B4-BE49-F238E27FC236}">
                  <a16:creationId xmlns:a16="http://schemas.microsoft.com/office/drawing/2014/main" id="{C1040543-6AB1-4FE1-8946-59D0E7BB85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22392" y="6400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66">
              <a:extLst>
                <a:ext uri="{FF2B5EF4-FFF2-40B4-BE49-F238E27FC236}">
                  <a16:creationId xmlns:a16="http://schemas.microsoft.com/office/drawing/2014/main" id="{BEEF4851-38D3-48A2-B05D-2697716268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22392" y="237744"/>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64">
              <a:extLst>
                <a:ext uri="{FF2B5EF4-FFF2-40B4-BE49-F238E27FC236}">
                  <a16:creationId xmlns:a16="http://schemas.microsoft.com/office/drawing/2014/main" id="{DEC37F16-C638-42B2-AA09-CA5142D85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46990" y="6400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66">
              <a:extLst>
                <a:ext uri="{FF2B5EF4-FFF2-40B4-BE49-F238E27FC236}">
                  <a16:creationId xmlns:a16="http://schemas.microsoft.com/office/drawing/2014/main" id="{0AC31779-80E9-4BF3-9703-F63FE8094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46990" y="237744"/>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64">
              <a:extLst>
                <a:ext uri="{FF2B5EF4-FFF2-40B4-BE49-F238E27FC236}">
                  <a16:creationId xmlns:a16="http://schemas.microsoft.com/office/drawing/2014/main" id="{D71CA5FF-D764-4C4E-8854-E5875684F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22035" y="6400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66">
              <a:extLst>
                <a:ext uri="{FF2B5EF4-FFF2-40B4-BE49-F238E27FC236}">
                  <a16:creationId xmlns:a16="http://schemas.microsoft.com/office/drawing/2014/main" id="{81A1FA9D-7285-4D42-ADF3-BC14114B27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22035" y="237744"/>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64">
              <a:extLst>
                <a:ext uri="{FF2B5EF4-FFF2-40B4-BE49-F238E27FC236}">
                  <a16:creationId xmlns:a16="http://schemas.microsoft.com/office/drawing/2014/main" id="{A1E40F6A-5F88-46D9-A510-00D54F0B81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97080" y="6400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66">
              <a:extLst>
                <a:ext uri="{FF2B5EF4-FFF2-40B4-BE49-F238E27FC236}">
                  <a16:creationId xmlns:a16="http://schemas.microsoft.com/office/drawing/2014/main" id="{938C555D-926A-4092-966E-1BC7E455F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97080" y="237744"/>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64">
              <a:extLst>
                <a:ext uri="{FF2B5EF4-FFF2-40B4-BE49-F238E27FC236}">
                  <a16:creationId xmlns:a16="http://schemas.microsoft.com/office/drawing/2014/main" id="{58D049FF-3E13-4E3E-A5BE-CF5253B8E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72124" y="6400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66">
              <a:extLst>
                <a:ext uri="{FF2B5EF4-FFF2-40B4-BE49-F238E27FC236}">
                  <a16:creationId xmlns:a16="http://schemas.microsoft.com/office/drawing/2014/main" id="{A16547CF-5B03-4E57-B466-A0FDCECADD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72124" y="237744"/>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64">
              <a:extLst>
                <a:ext uri="{FF2B5EF4-FFF2-40B4-BE49-F238E27FC236}">
                  <a16:creationId xmlns:a16="http://schemas.microsoft.com/office/drawing/2014/main" id="{84C012C4-5959-40D5-8A7B-8542BD4B98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47169" y="6400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66">
              <a:extLst>
                <a:ext uri="{FF2B5EF4-FFF2-40B4-BE49-F238E27FC236}">
                  <a16:creationId xmlns:a16="http://schemas.microsoft.com/office/drawing/2014/main" id="{8C7DF75A-2C0D-4388-A295-397333ADBD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47169" y="237744"/>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Footer Placeholder 3">
            <a:extLst>
              <a:ext uri="{FF2B5EF4-FFF2-40B4-BE49-F238E27FC236}">
                <a16:creationId xmlns:a16="http://schemas.microsoft.com/office/drawing/2014/main" id="{1DBAD1D7-0FD2-7640-BBC5-3FC02C80B597}"/>
              </a:ext>
            </a:extLst>
          </p:cNvPr>
          <p:cNvSpPr>
            <a:spLocks noGrp="1"/>
          </p:cNvSpPr>
          <p:nvPr>
            <p:ph type="ftr" sz="quarter" idx="11"/>
          </p:nvPr>
        </p:nvSpPr>
        <p:spPr>
          <a:xfrm rot="-5400000">
            <a:off x="-945222" y="5281914"/>
            <a:ext cx="2495058" cy="365125"/>
          </a:xfrm>
        </p:spPr>
        <p:txBody>
          <a:bodyPr>
            <a:normAutofit/>
          </a:bodyPr>
          <a:lstStyle/>
          <a:p>
            <a:pPr algn="l">
              <a:spcAft>
                <a:spcPts val="600"/>
              </a:spcAft>
            </a:pPr>
            <a:r>
              <a:rPr lang="en-US" dirty="0">
                <a:solidFill>
                  <a:srgbClr val="FFFFFF"/>
                </a:solidFill>
              </a:rPr>
              <a:t>Copyright 2022 </a:t>
            </a:r>
            <a:r>
              <a:rPr lang="en-US" dirty="0" err="1">
                <a:solidFill>
                  <a:srgbClr val="FFFFFF"/>
                </a:solidFill>
              </a:rPr>
              <a:t>FosterThomas</a:t>
            </a:r>
            <a:endParaRPr lang="en-US" dirty="0">
              <a:solidFill>
                <a:srgbClr val="FFFFFF"/>
              </a:solidFill>
            </a:endParaRPr>
          </a:p>
        </p:txBody>
      </p:sp>
      <p:sp>
        <p:nvSpPr>
          <p:cNvPr id="3" name="Content Placeholder 2">
            <a:extLst>
              <a:ext uri="{FF2B5EF4-FFF2-40B4-BE49-F238E27FC236}">
                <a16:creationId xmlns:a16="http://schemas.microsoft.com/office/drawing/2014/main" id="{3BE4684B-55EB-A146-8588-A322AFD367AA}"/>
              </a:ext>
            </a:extLst>
          </p:cNvPr>
          <p:cNvSpPr>
            <a:spLocks noGrp="1"/>
          </p:cNvSpPr>
          <p:nvPr>
            <p:ph idx="1"/>
          </p:nvPr>
        </p:nvSpPr>
        <p:spPr>
          <a:xfrm>
            <a:off x="6421120" y="499833"/>
            <a:ext cx="5100320" cy="5581226"/>
          </a:xfrm>
        </p:spPr>
        <p:txBody>
          <a:bodyPr anchor="ctr">
            <a:normAutofit/>
          </a:bodyPr>
          <a:lstStyle/>
          <a:p>
            <a:pPr marL="0" indent="0">
              <a:buNone/>
            </a:pPr>
            <a:r>
              <a:rPr lang="en-US" sz="2200" dirty="0"/>
              <a:t>You will learn to use dynamic communications skills with a solutions mindset to discuss performance with their supervisors. </a:t>
            </a:r>
            <a:endParaRPr lang="en-US" sz="2200" b="1" dirty="0"/>
          </a:p>
        </p:txBody>
      </p:sp>
    </p:spTree>
    <p:extLst>
      <p:ext uri="{BB962C8B-B14F-4D97-AF65-F5344CB8AC3E}">
        <p14:creationId xmlns:p14="http://schemas.microsoft.com/office/powerpoint/2010/main" val="23185785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4C0B10B-D2C4-4A54-AFAD-3D27DF88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B6BADB90-C74B-40D6-86DC-503F65FCE8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18" name="Freeform 44">
              <a:extLst>
                <a:ext uri="{FF2B5EF4-FFF2-40B4-BE49-F238E27FC236}">
                  <a16:creationId xmlns:a16="http://schemas.microsoft.com/office/drawing/2014/main" id="{6559431D-1886-4AE0-9B87-9AD2ECAB843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45">
              <a:extLst>
                <a:ext uri="{FF2B5EF4-FFF2-40B4-BE49-F238E27FC236}">
                  <a16:creationId xmlns:a16="http://schemas.microsoft.com/office/drawing/2014/main" id="{373850A5-B04A-4FCD-9E73-EE322167FB3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46">
              <a:extLst>
                <a:ext uri="{FF2B5EF4-FFF2-40B4-BE49-F238E27FC236}">
                  <a16:creationId xmlns:a16="http://schemas.microsoft.com/office/drawing/2014/main" id="{82C18C67-80FA-4738-AA53-0AF2419F98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47">
              <a:extLst>
                <a:ext uri="{FF2B5EF4-FFF2-40B4-BE49-F238E27FC236}">
                  <a16:creationId xmlns:a16="http://schemas.microsoft.com/office/drawing/2014/main" id="{48543B1A-8BF5-4C63-8404-41B2EA70B3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Rectangle 21">
              <a:extLst>
                <a:ext uri="{FF2B5EF4-FFF2-40B4-BE49-F238E27FC236}">
                  <a16:creationId xmlns:a16="http://schemas.microsoft.com/office/drawing/2014/main" id="{92DF5096-E051-498C-A3ED-CBA77A813AA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2B0BBF0A-D333-2348-96FB-AB69F91A9C04}"/>
              </a:ext>
            </a:extLst>
          </p:cNvPr>
          <p:cNvSpPr>
            <a:spLocks noGrp="1"/>
          </p:cNvSpPr>
          <p:nvPr>
            <p:ph type="title"/>
          </p:nvPr>
        </p:nvSpPr>
        <p:spPr>
          <a:xfrm>
            <a:off x="1047280" y="759805"/>
            <a:ext cx="10306520" cy="1325563"/>
          </a:xfrm>
        </p:spPr>
        <p:txBody>
          <a:bodyPr>
            <a:normAutofit/>
          </a:bodyPr>
          <a:lstStyle/>
          <a:p>
            <a:r>
              <a:rPr lang="en-US" sz="4000">
                <a:solidFill>
                  <a:srgbClr val="FFFFFF"/>
                </a:solidFill>
              </a:rPr>
              <a:t>Success Starts with…</a:t>
            </a:r>
          </a:p>
        </p:txBody>
      </p:sp>
      <p:sp>
        <p:nvSpPr>
          <p:cNvPr id="3" name="Content Placeholder 2">
            <a:extLst>
              <a:ext uri="{FF2B5EF4-FFF2-40B4-BE49-F238E27FC236}">
                <a16:creationId xmlns:a16="http://schemas.microsoft.com/office/drawing/2014/main" id="{DCB25EF9-5024-0745-9963-2164F198B1B0}"/>
              </a:ext>
            </a:extLst>
          </p:cNvPr>
          <p:cNvSpPr>
            <a:spLocks noGrp="1"/>
          </p:cNvSpPr>
          <p:nvPr>
            <p:ph idx="1"/>
          </p:nvPr>
        </p:nvSpPr>
        <p:spPr>
          <a:xfrm>
            <a:off x="1424904" y="2494450"/>
            <a:ext cx="4053545" cy="3563159"/>
          </a:xfrm>
        </p:spPr>
        <p:txBody>
          <a:bodyPr>
            <a:normAutofit/>
          </a:bodyPr>
          <a:lstStyle/>
          <a:p>
            <a:r>
              <a:rPr lang="en-US" sz="1700" dirty="0"/>
              <a:t>Accountability:</a:t>
            </a:r>
          </a:p>
          <a:p>
            <a:pPr lvl="1"/>
            <a:r>
              <a:rPr lang="en-US" sz="1700" dirty="0"/>
              <a:t>Building an Accountability mindset will help you to lower stress and increase focus so you can obtain your goals with a sense of ease.  </a:t>
            </a:r>
          </a:p>
          <a:p>
            <a:pPr lvl="1"/>
            <a:r>
              <a:rPr lang="en-US" sz="1700" dirty="0"/>
              <a:t>On a team, individual accountability allows for increased innovation, and smoother transitions.  </a:t>
            </a:r>
          </a:p>
          <a:p>
            <a:pPr lvl="1"/>
            <a:endParaRPr lang="en-US" sz="1700" dirty="0"/>
          </a:p>
          <a:p>
            <a:r>
              <a:rPr lang="en-US" sz="1700" dirty="0"/>
              <a:t>Why?  </a:t>
            </a:r>
          </a:p>
          <a:p>
            <a:pPr lvl="1"/>
            <a:r>
              <a:rPr lang="en-US" sz="1700" dirty="0"/>
              <a:t>Because it eliminates the time and effort you spend on things that are less productive </a:t>
            </a:r>
          </a:p>
          <a:p>
            <a:pPr lvl="1"/>
            <a:endParaRPr lang="en-US" sz="1700" dirty="0"/>
          </a:p>
          <a:p>
            <a:endParaRPr lang="en-US" sz="1700" dirty="0"/>
          </a:p>
          <a:p>
            <a:endParaRPr lang="en-US" sz="1700" dirty="0"/>
          </a:p>
        </p:txBody>
      </p:sp>
      <p:pic>
        <p:nvPicPr>
          <p:cNvPr id="9" name="Picture 8" descr="A picture containing text, clipart&#10;&#10;Description automatically generated">
            <a:extLst>
              <a:ext uri="{FF2B5EF4-FFF2-40B4-BE49-F238E27FC236}">
                <a16:creationId xmlns:a16="http://schemas.microsoft.com/office/drawing/2014/main" id="{5A9985F8-A700-AE4D-8135-936CB70C6425}"/>
              </a:ext>
            </a:extLst>
          </p:cNvPr>
          <p:cNvPicPr>
            <a:picLocks noChangeAspect="1"/>
          </p:cNvPicPr>
          <p:nvPr/>
        </p:nvPicPr>
        <p:blipFill rotWithShape="1">
          <a:blip r:embed="rId3">
            <a:extLst>
              <a:ext uri="{837473B0-CC2E-450A-ABE3-18F120FF3D39}">
                <a1611:picAttrSrcUrl xmlns:a1611="http://schemas.microsoft.com/office/drawing/2016/11/main" r:id="rId4"/>
              </a:ext>
            </a:extLst>
          </a:blip>
          <a:srcRect t="1067"/>
          <a:stretch/>
        </p:blipFill>
        <p:spPr>
          <a:xfrm>
            <a:off x="6098892" y="2492376"/>
            <a:ext cx="4802404" cy="3563372"/>
          </a:xfrm>
          <a:prstGeom prst="rect">
            <a:avLst/>
          </a:prstGeom>
        </p:spPr>
      </p:pic>
      <p:sp>
        <p:nvSpPr>
          <p:cNvPr id="6" name="Footer Placeholder 5">
            <a:extLst>
              <a:ext uri="{FF2B5EF4-FFF2-40B4-BE49-F238E27FC236}">
                <a16:creationId xmlns:a16="http://schemas.microsoft.com/office/drawing/2014/main" id="{5D16F54A-28D9-6847-972F-5907FB496D59}"/>
              </a:ext>
            </a:extLst>
          </p:cNvPr>
          <p:cNvSpPr>
            <a:spLocks noGrp="1"/>
          </p:cNvSpPr>
          <p:nvPr>
            <p:ph type="ftr" sz="quarter" idx="11"/>
          </p:nvPr>
        </p:nvSpPr>
        <p:spPr>
          <a:xfrm>
            <a:off x="795528" y="6382512"/>
            <a:ext cx="6757416" cy="320040"/>
          </a:xfrm>
        </p:spPr>
        <p:txBody>
          <a:bodyPr>
            <a:normAutofit/>
          </a:bodyPr>
          <a:lstStyle/>
          <a:p>
            <a:pPr algn="l">
              <a:spcAft>
                <a:spcPts val="600"/>
              </a:spcAft>
            </a:pPr>
            <a:r>
              <a:rPr lang="en-US" sz="1000" dirty="0"/>
              <a:t>Copyright 2022 </a:t>
            </a:r>
            <a:r>
              <a:rPr lang="en-US" sz="1000" dirty="0" err="1"/>
              <a:t>FosterThomas</a:t>
            </a:r>
            <a:endParaRPr lang="en-US" sz="1000" dirty="0"/>
          </a:p>
        </p:txBody>
      </p:sp>
      <p:sp>
        <p:nvSpPr>
          <p:cNvPr id="10" name="TextBox 9">
            <a:extLst>
              <a:ext uri="{FF2B5EF4-FFF2-40B4-BE49-F238E27FC236}">
                <a16:creationId xmlns:a16="http://schemas.microsoft.com/office/drawing/2014/main" id="{C1C8FABF-FEE1-574F-9572-1E9AB394BD8D}"/>
              </a:ext>
            </a:extLst>
          </p:cNvPr>
          <p:cNvSpPr txBox="1"/>
          <p:nvPr/>
        </p:nvSpPr>
        <p:spPr>
          <a:xfrm>
            <a:off x="8714480" y="5855693"/>
            <a:ext cx="2186816"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4" tooltip="http://411.ca/blog/advertisers/2011-small-business-trends">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5" tooltip="https://creativecommons.org/licenses/by/3.0/">
                  <a:extLst>
                    <a:ext uri="{A12FA001-AC4F-418D-AE19-62706E023703}">
                      <ahyp:hlinkClr xmlns:ahyp="http://schemas.microsoft.com/office/drawing/2018/hyperlinkcolor" val="tx"/>
                    </a:ext>
                  </a:extLst>
                </a:hlinkClick>
              </a:rPr>
              <a:t>CC BY</a:t>
            </a:r>
            <a:endParaRPr lang="en-US" sz="700">
              <a:solidFill>
                <a:srgbClr val="FFFFFF"/>
              </a:solidFill>
            </a:endParaRPr>
          </a:p>
        </p:txBody>
      </p:sp>
    </p:spTree>
    <p:extLst>
      <p:ext uri="{BB962C8B-B14F-4D97-AF65-F5344CB8AC3E}">
        <p14:creationId xmlns:p14="http://schemas.microsoft.com/office/powerpoint/2010/main" val="574577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7E8134D-C027-B344-9F28-7E366C9585D6}"/>
              </a:ext>
            </a:extLst>
          </p:cNvPr>
          <p:cNvSpPr>
            <a:spLocks noGrp="1"/>
          </p:cNvSpPr>
          <p:nvPr>
            <p:ph type="title"/>
          </p:nvPr>
        </p:nvSpPr>
        <p:spPr>
          <a:xfrm>
            <a:off x="524741" y="620392"/>
            <a:ext cx="3808268" cy="5504688"/>
          </a:xfrm>
        </p:spPr>
        <p:txBody>
          <a:bodyPr>
            <a:normAutofit/>
          </a:bodyPr>
          <a:lstStyle/>
          <a:p>
            <a:r>
              <a:rPr lang="en-US" sz="6000" dirty="0">
                <a:solidFill>
                  <a:schemeClr val="bg1"/>
                </a:solidFill>
              </a:rPr>
              <a:t>What we will cover today</a:t>
            </a:r>
          </a:p>
        </p:txBody>
      </p:sp>
      <p:sp>
        <p:nvSpPr>
          <p:cNvPr id="6" name="Footer Placeholder 5">
            <a:extLst>
              <a:ext uri="{FF2B5EF4-FFF2-40B4-BE49-F238E27FC236}">
                <a16:creationId xmlns:a16="http://schemas.microsoft.com/office/drawing/2014/main" id="{23EAC0FF-EE6A-F845-8B10-CE9C3103C95A}"/>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dirty="0"/>
              <a:t>Copyright 2022 </a:t>
            </a:r>
            <a:r>
              <a:rPr lang="en-US" dirty="0" err="1"/>
              <a:t>FosterThomas</a:t>
            </a:r>
            <a:endParaRPr lang="en-US" dirty="0"/>
          </a:p>
        </p:txBody>
      </p:sp>
      <p:graphicFrame>
        <p:nvGraphicFramePr>
          <p:cNvPr id="8" name="Content Placeholder 2">
            <a:extLst>
              <a:ext uri="{FF2B5EF4-FFF2-40B4-BE49-F238E27FC236}">
                <a16:creationId xmlns:a16="http://schemas.microsoft.com/office/drawing/2014/main" id="{E6A70A92-FFFE-4025-98AC-02026EFC0332}"/>
              </a:ext>
            </a:extLst>
          </p:cNvPr>
          <p:cNvGraphicFramePr>
            <a:graphicFrameLocks noGrp="1"/>
          </p:cNvGraphicFramePr>
          <p:nvPr>
            <p:ph idx="1"/>
            <p:extLst>
              <p:ext uri="{D42A27DB-BD31-4B8C-83A1-F6EECF244321}">
                <p14:modId xmlns:p14="http://schemas.microsoft.com/office/powerpoint/2010/main" val="2796550959"/>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52111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Rectangle 19">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45808765-2070-B14F-9E28-8BC23FEC03A2}"/>
              </a:ext>
            </a:extLst>
          </p:cNvPr>
          <p:cNvSpPr>
            <a:spLocks noGrp="1"/>
          </p:cNvSpPr>
          <p:nvPr>
            <p:ph type="title"/>
          </p:nvPr>
        </p:nvSpPr>
        <p:spPr>
          <a:xfrm>
            <a:off x="958506" y="800392"/>
            <a:ext cx="10264697" cy="1212102"/>
          </a:xfrm>
        </p:spPr>
        <p:txBody>
          <a:bodyPr>
            <a:normAutofit/>
          </a:bodyPr>
          <a:lstStyle/>
          <a:p>
            <a:r>
              <a:rPr lang="en-US" sz="4000" dirty="0">
                <a:solidFill>
                  <a:srgbClr val="FFFFFF"/>
                </a:solidFill>
              </a:rPr>
              <a:t>Accountability vs Responsibility		</a:t>
            </a:r>
          </a:p>
        </p:txBody>
      </p:sp>
      <p:sp>
        <p:nvSpPr>
          <p:cNvPr id="3" name="Content Placeholder 2">
            <a:extLst>
              <a:ext uri="{FF2B5EF4-FFF2-40B4-BE49-F238E27FC236}">
                <a16:creationId xmlns:a16="http://schemas.microsoft.com/office/drawing/2014/main" id="{7CC169E1-E926-DE4E-887F-8A6C3DBF0EBE}"/>
              </a:ext>
            </a:extLst>
          </p:cNvPr>
          <p:cNvSpPr>
            <a:spLocks noGrp="1"/>
          </p:cNvSpPr>
          <p:nvPr>
            <p:ph idx="1"/>
          </p:nvPr>
        </p:nvSpPr>
        <p:spPr>
          <a:xfrm>
            <a:off x="1367624" y="2490436"/>
            <a:ext cx="9708995" cy="3567173"/>
          </a:xfrm>
        </p:spPr>
        <p:txBody>
          <a:bodyPr anchor="ctr">
            <a:normAutofit/>
          </a:bodyPr>
          <a:lstStyle/>
          <a:p>
            <a:pPr marL="0" indent="0" fontAlgn="base">
              <a:buNone/>
            </a:pPr>
            <a:r>
              <a:rPr lang="en-US" sz="2000" b="1" dirty="0"/>
              <a:t>Accountability (noun) </a:t>
            </a:r>
            <a:r>
              <a:rPr lang="en-US" sz="2000" b="1" u="sng" dirty="0"/>
              <a:t>ac·​count·​</a:t>
            </a:r>
            <a:r>
              <a:rPr lang="en-US" sz="2000" b="1" u="sng" dirty="0" err="1"/>
              <a:t>abil</a:t>
            </a:r>
            <a:r>
              <a:rPr lang="en-US" sz="2000" b="1" u="sng" dirty="0"/>
              <a:t>·​</a:t>
            </a:r>
            <a:r>
              <a:rPr lang="en-US" sz="2000" b="1" u="sng" dirty="0" err="1"/>
              <a:t>i</a:t>
            </a:r>
            <a:r>
              <a:rPr lang="en-US" sz="2000" b="1" u="sng" dirty="0"/>
              <a:t>·​ty | \ </a:t>
            </a:r>
            <a:r>
              <a:rPr lang="en-US" sz="2000" b="1" u="sng" dirty="0" err="1"/>
              <a:t>ə</a:t>
            </a:r>
            <a:r>
              <a:rPr lang="en-US" sz="2000" b="1" u="sng" dirty="0"/>
              <a:t>-ˌ</a:t>
            </a:r>
            <a:r>
              <a:rPr lang="en-US" sz="2000" b="1" u="sng" dirty="0" err="1"/>
              <a:t>kau̇n-tə</a:t>
            </a:r>
            <a:r>
              <a:rPr lang="en-US" sz="2000" b="1" u="sng" dirty="0"/>
              <a:t>-ˈbi-</a:t>
            </a:r>
            <a:r>
              <a:rPr lang="en-US" sz="2000" b="1" u="sng" dirty="0" err="1"/>
              <a:t>lə</a:t>
            </a:r>
            <a:r>
              <a:rPr lang="en-US" sz="2000" b="1" u="sng" dirty="0"/>
              <a:t>-</a:t>
            </a:r>
            <a:r>
              <a:rPr lang="en-US" sz="2000" b="1" u="sng" dirty="0" err="1"/>
              <a:t>tē</a:t>
            </a:r>
            <a:r>
              <a:rPr lang="en-US" sz="2000" b="1" u="sng" dirty="0"/>
              <a:t>  \</a:t>
            </a:r>
          </a:p>
          <a:p>
            <a:pPr fontAlgn="base"/>
            <a:r>
              <a:rPr lang="en-US" sz="2000" dirty="0"/>
              <a:t>the quality or state of being accountable - an obligation or willingness to accept responsibility or to account for one's actions</a:t>
            </a:r>
          </a:p>
          <a:p>
            <a:pPr fontAlgn="base"/>
            <a:endParaRPr lang="en-US" sz="2000" b="1" u="sng" dirty="0">
              <a:hlinkClick r:id="rId3"/>
            </a:endParaRPr>
          </a:p>
          <a:p>
            <a:pPr marL="0" indent="0" fontAlgn="base">
              <a:buNone/>
            </a:pPr>
            <a:r>
              <a:rPr lang="en-US" sz="2000" b="1" dirty="0"/>
              <a:t>Responsibility (noun)</a:t>
            </a:r>
            <a:r>
              <a:rPr lang="en-US" sz="2000" dirty="0"/>
              <a:t> </a:t>
            </a:r>
            <a:r>
              <a:rPr lang="en-US" sz="2000" b="1" u="sng" dirty="0"/>
              <a:t>re·​</a:t>
            </a:r>
            <a:r>
              <a:rPr lang="en-US" sz="2000" b="1" u="sng" dirty="0" err="1"/>
              <a:t>spon</a:t>
            </a:r>
            <a:r>
              <a:rPr lang="en-US" sz="2000" b="1" u="sng" dirty="0"/>
              <a:t>·​</a:t>
            </a:r>
            <a:r>
              <a:rPr lang="en-US" sz="2000" b="1" u="sng" dirty="0" err="1"/>
              <a:t>si</a:t>
            </a:r>
            <a:r>
              <a:rPr lang="en-US" sz="2000" b="1" u="sng" dirty="0"/>
              <a:t>·​</a:t>
            </a:r>
            <a:r>
              <a:rPr lang="en-US" sz="2000" b="1" u="sng" dirty="0" err="1"/>
              <a:t>bil</a:t>
            </a:r>
            <a:r>
              <a:rPr lang="en-US" sz="2000" b="1" u="sng" dirty="0"/>
              <a:t>·​</a:t>
            </a:r>
            <a:r>
              <a:rPr lang="en-US" sz="2000" b="1" u="sng" dirty="0" err="1"/>
              <a:t>i</a:t>
            </a:r>
            <a:r>
              <a:rPr lang="en-US" sz="2000" b="1" u="sng" dirty="0"/>
              <a:t>·​ty | \ </a:t>
            </a:r>
            <a:r>
              <a:rPr lang="en-US" sz="2000" b="1" u="sng" dirty="0" err="1"/>
              <a:t>ri</a:t>
            </a:r>
            <a:r>
              <a:rPr lang="en-US" sz="2000" b="1" u="sng" dirty="0"/>
              <a:t>-ˌ</a:t>
            </a:r>
            <a:r>
              <a:rPr lang="en-US" sz="2000" b="1" u="sng" dirty="0" err="1"/>
              <a:t>spän</a:t>
            </a:r>
            <a:r>
              <a:rPr lang="en-US" sz="2000" b="1" u="sng" dirty="0"/>
              <a:t>(t)-</a:t>
            </a:r>
            <a:r>
              <a:rPr lang="en-US" sz="2000" b="1" u="sng" dirty="0" err="1"/>
              <a:t>sə</a:t>
            </a:r>
            <a:r>
              <a:rPr lang="en-US" sz="2000" b="1" u="sng" dirty="0"/>
              <a:t>-ˈbi-</a:t>
            </a:r>
            <a:r>
              <a:rPr lang="en-US" sz="2000" b="1" u="sng" dirty="0" err="1"/>
              <a:t>lə</a:t>
            </a:r>
            <a:r>
              <a:rPr lang="en-US" sz="2000" b="1" u="sng" dirty="0"/>
              <a:t>-</a:t>
            </a:r>
            <a:r>
              <a:rPr lang="en-US" sz="2000" b="1" u="sng" dirty="0" err="1"/>
              <a:t>tē</a:t>
            </a:r>
            <a:r>
              <a:rPr lang="en-US" sz="2000" b="1" u="sng" dirty="0"/>
              <a:t>  \</a:t>
            </a:r>
            <a:endParaRPr lang="en-US" sz="2000" b="1" u="sng" dirty="0">
              <a:hlinkClick r:id="rId3"/>
            </a:endParaRPr>
          </a:p>
          <a:p>
            <a:pPr fontAlgn="base"/>
            <a:r>
              <a:rPr lang="en-US" sz="2000" dirty="0"/>
              <a:t>something for which one is responsible </a:t>
            </a:r>
          </a:p>
        </p:txBody>
      </p:sp>
      <p:sp>
        <p:nvSpPr>
          <p:cNvPr id="5" name="Footer Placeholder 4">
            <a:extLst>
              <a:ext uri="{FF2B5EF4-FFF2-40B4-BE49-F238E27FC236}">
                <a16:creationId xmlns:a16="http://schemas.microsoft.com/office/drawing/2014/main" id="{15E1BAB1-8726-F54F-A7F1-142CB5FA6E16}"/>
              </a:ext>
            </a:extLst>
          </p:cNvPr>
          <p:cNvSpPr>
            <a:spLocks noGrp="1"/>
          </p:cNvSpPr>
          <p:nvPr>
            <p:ph type="ftr" sz="quarter" idx="11"/>
          </p:nvPr>
        </p:nvSpPr>
        <p:spPr>
          <a:xfrm>
            <a:off x="795528" y="6382512"/>
            <a:ext cx="6757416" cy="320040"/>
          </a:xfrm>
        </p:spPr>
        <p:txBody>
          <a:bodyPr>
            <a:normAutofit/>
          </a:bodyPr>
          <a:lstStyle/>
          <a:p>
            <a:pPr algn="l">
              <a:spcAft>
                <a:spcPts val="600"/>
              </a:spcAft>
            </a:pPr>
            <a:r>
              <a:rPr lang="en-US" sz="1000" dirty="0"/>
              <a:t>Copyright 2022 </a:t>
            </a:r>
            <a:r>
              <a:rPr lang="en-US" sz="1000" dirty="0" err="1"/>
              <a:t>FosterThomas</a:t>
            </a:r>
            <a:endParaRPr lang="en-US" sz="1000" dirty="0"/>
          </a:p>
        </p:txBody>
      </p:sp>
    </p:spTree>
    <p:extLst>
      <p:ext uri="{BB962C8B-B14F-4D97-AF65-F5344CB8AC3E}">
        <p14:creationId xmlns:p14="http://schemas.microsoft.com/office/powerpoint/2010/main" val="1954283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45A976A-8DE3-4B67-B94B-2044FDD12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EAAA1B9-2DDB-49C9-A037-A523D2F1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B951859C-DEB0-0643-85EB-55A83BD3BF1D}"/>
              </a:ext>
            </a:extLst>
          </p:cNvPr>
          <p:cNvSpPr>
            <a:spLocks noGrp="1"/>
          </p:cNvSpPr>
          <p:nvPr>
            <p:ph type="title"/>
          </p:nvPr>
        </p:nvSpPr>
        <p:spPr>
          <a:xfrm>
            <a:off x="804672" y="457200"/>
            <a:ext cx="10579608" cy="1188720"/>
          </a:xfrm>
        </p:spPr>
        <p:txBody>
          <a:bodyPr>
            <a:normAutofit/>
          </a:bodyPr>
          <a:lstStyle/>
          <a:p>
            <a:r>
              <a:rPr lang="en-US" sz="4000">
                <a:solidFill>
                  <a:schemeClr val="tx2"/>
                </a:solidFill>
              </a:rPr>
              <a:t>Benefits of Accountability</a:t>
            </a:r>
          </a:p>
        </p:txBody>
      </p:sp>
      <p:grpSp>
        <p:nvGrpSpPr>
          <p:cNvPr id="15" name="Group 14">
            <a:extLst>
              <a:ext uri="{FF2B5EF4-FFF2-40B4-BE49-F238E27FC236}">
                <a16:creationId xmlns:a16="http://schemas.microsoft.com/office/drawing/2014/main" id="{B441F8D5-EBCE-4FB9-91A9-3425971C1F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262397" y="134260"/>
            <a:ext cx="3142400" cy="2716805"/>
            <a:chOff x="-305" y="-4155"/>
            <a:chExt cx="2514948" cy="2174333"/>
          </a:xfrm>
        </p:grpSpPr>
        <p:sp>
          <p:nvSpPr>
            <p:cNvPr id="16" name="Freeform: Shape 15">
              <a:extLst>
                <a:ext uri="{FF2B5EF4-FFF2-40B4-BE49-F238E27FC236}">
                  <a16:creationId xmlns:a16="http://schemas.microsoft.com/office/drawing/2014/main" id="{9A5E80E2-35F9-41F3-A2B8-A2F17D956F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88BDEEE-0C30-49F3-8D05-B062EF890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F21E0C27-19E6-45DC-B154-4934802074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9" name="Freeform: Shape 18">
              <a:extLst>
                <a:ext uri="{FF2B5EF4-FFF2-40B4-BE49-F238E27FC236}">
                  <a16:creationId xmlns:a16="http://schemas.microsoft.com/office/drawing/2014/main" id="{A3A55340-18E0-4A23-B406-BD1221643D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1" name="Group 20">
            <a:extLst>
              <a:ext uri="{FF2B5EF4-FFF2-40B4-BE49-F238E27FC236}">
                <a16:creationId xmlns:a16="http://schemas.microsoft.com/office/drawing/2014/main" id="{08701F99-7E4C-4B92-A4B5-307CDFB7A4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5047906"/>
            <a:ext cx="2412221" cy="1810094"/>
            <a:chOff x="-305" y="-1"/>
            <a:chExt cx="3832880" cy="2876136"/>
          </a:xfrm>
        </p:grpSpPr>
        <p:sp>
          <p:nvSpPr>
            <p:cNvPr id="22" name="Freeform: Shape 21">
              <a:extLst>
                <a:ext uri="{FF2B5EF4-FFF2-40B4-BE49-F238E27FC236}">
                  <a16:creationId xmlns:a16="http://schemas.microsoft.com/office/drawing/2014/main" id="{441E616B-C319-43C1-9A9C-A2074B2E8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CC86BD2B-CA73-48DF-9CC8-0152EA6B1B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59C1AA9D-3FCF-4B84-94D1-51F0E1517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1D7CE92F-1DE7-4252-A62C-77ACF8C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Footer Placeholder 4">
            <a:extLst>
              <a:ext uri="{FF2B5EF4-FFF2-40B4-BE49-F238E27FC236}">
                <a16:creationId xmlns:a16="http://schemas.microsoft.com/office/drawing/2014/main" id="{CBAA45F6-78D1-1D40-9E9B-A6023DD9B966}"/>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dirty="0"/>
              <a:t>Copyright 2022 </a:t>
            </a:r>
            <a:r>
              <a:rPr lang="en-US" dirty="0" err="1"/>
              <a:t>FosterThomas</a:t>
            </a:r>
            <a:endParaRPr lang="en-US" dirty="0"/>
          </a:p>
        </p:txBody>
      </p:sp>
      <p:graphicFrame>
        <p:nvGraphicFramePr>
          <p:cNvPr id="7" name="Content Placeholder 2">
            <a:extLst>
              <a:ext uri="{FF2B5EF4-FFF2-40B4-BE49-F238E27FC236}">
                <a16:creationId xmlns:a16="http://schemas.microsoft.com/office/drawing/2014/main" id="{036FFC34-61F1-48E4-A5F6-C35754CD0194}"/>
              </a:ext>
            </a:extLst>
          </p:cNvPr>
          <p:cNvGraphicFramePr>
            <a:graphicFrameLocks noGrp="1"/>
          </p:cNvGraphicFramePr>
          <p:nvPr>
            <p:ph idx="1"/>
            <p:extLst>
              <p:ext uri="{D42A27DB-BD31-4B8C-83A1-F6EECF244321}">
                <p14:modId xmlns:p14="http://schemas.microsoft.com/office/powerpoint/2010/main" val="1033182876"/>
              </p:ext>
            </p:extLst>
          </p:nvPr>
        </p:nvGraphicFramePr>
        <p:xfrm>
          <a:off x="1036320" y="2543633"/>
          <a:ext cx="10119360" cy="35661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0678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D38EE57-B708-47C9-A4A4-E25F09FAB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57A28182-58A5-4DBB-8F64-BD944BCA8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15" name="Freeform 44">
              <a:extLst>
                <a:ext uri="{FF2B5EF4-FFF2-40B4-BE49-F238E27FC236}">
                  <a16:creationId xmlns:a16="http://schemas.microsoft.com/office/drawing/2014/main" id="{E4A9080E-7BA6-45FC-8677-8B9D5F4DAF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5">
              <a:extLst>
                <a:ext uri="{FF2B5EF4-FFF2-40B4-BE49-F238E27FC236}">
                  <a16:creationId xmlns:a16="http://schemas.microsoft.com/office/drawing/2014/main" id="{2163D516-75D4-4DE0-AC27-63719125A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46">
              <a:extLst>
                <a:ext uri="{FF2B5EF4-FFF2-40B4-BE49-F238E27FC236}">
                  <a16:creationId xmlns:a16="http://schemas.microsoft.com/office/drawing/2014/main" id="{E74A26A5-C23A-46D4-B0FF-155FB38346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47">
              <a:extLst>
                <a:ext uri="{FF2B5EF4-FFF2-40B4-BE49-F238E27FC236}">
                  <a16:creationId xmlns:a16="http://schemas.microsoft.com/office/drawing/2014/main" id="{08E0243F-1062-43C6-AD04-130DFF6684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Rectangle 18">
              <a:extLst>
                <a:ext uri="{FF2B5EF4-FFF2-40B4-BE49-F238E27FC236}">
                  <a16:creationId xmlns:a16="http://schemas.microsoft.com/office/drawing/2014/main" id="{94C5517B-1B0F-47AA-93A5-36718996986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ECDF6789-9A93-5A4B-9FFD-DBCE9C2ABB19}"/>
              </a:ext>
            </a:extLst>
          </p:cNvPr>
          <p:cNvSpPr>
            <a:spLocks noGrp="1"/>
          </p:cNvSpPr>
          <p:nvPr>
            <p:ph type="title"/>
          </p:nvPr>
        </p:nvSpPr>
        <p:spPr>
          <a:xfrm>
            <a:off x="1047280" y="759805"/>
            <a:ext cx="10306520" cy="1325563"/>
          </a:xfrm>
        </p:spPr>
        <p:txBody>
          <a:bodyPr>
            <a:normAutofit/>
          </a:bodyPr>
          <a:lstStyle/>
          <a:p>
            <a:r>
              <a:rPr lang="en-US" sz="4000" dirty="0">
                <a:solidFill>
                  <a:srgbClr val="FFFFFF"/>
                </a:solidFill>
              </a:rPr>
              <a:t>Accountability Partner</a:t>
            </a:r>
          </a:p>
        </p:txBody>
      </p:sp>
      <p:sp>
        <p:nvSpPr>
          <p:cNvPr id="3" name="Content Placeholder 2">
            <a:extLst>
              <a:ext uri="{FF2B5EF4-FFF2-40B4-BE49-F238E27FC236}">
                <a16:creationId xmlns:a16="http://schemas.microsoft.com/office/drawing/2014/main" id="{2AEB38B9-73C5-1148-9AC6-E5A6C150DC7B}"/>
              </a:ext>
            </a:extLst>
          </p:cNvPr>
          <p:cNvSpPr>
            <a:spLocks noGrp="1"/>
          </p:cNvSpPr>
          <p:nvPr>
            <p:ph idx="1"/>
          </p:nvPr>
        </p:nvSpPr>
        <p:spPr>
          <a:xfrm>
            <a:off x="1424904" y="2494450"/>
            <a:ext cx="4053545" cy="3563159"/>
          </a:xfrm>
        </p:spPr>
        <p:txBody>
          <a:bodyPr>
            <a:normAutofit/>
          </a:bodyPr>
          <a:lstStyle/>
          <a:p>
            <a:r>
              <a:rPr lang="en-US" sz="2400" dirty="0"/>
              <a:t>With this upcoming review, ask for support from your supervisor to check in on a regular basis (ex. weekly/biweekly) to:</a:t>
            </a:r>
          </a:p>
          <a:p>
            <a:pPr lvl="1"/>
            <a:r>
              <a:rPr lang="en-US" sz="2000" dirty="0"/>
              <a:t>mark and celebrate the small wins</a:t>
            </a:r>
          </a:p>
          <a:p>
            <a:pPr lvl="1"/>
            <a:r>
              <a:rPr lang="en-US" sz="2000" dirty="0"/>
              <a:t>and course correct where needed</a:t>
            </a:r>
          </a:p>
          <a:p>
            <a:endParaRPr lang="en-US" sz="2400" dirty="0"/>
          </a:p>
        </p:txBody>
      </p:sp>
      <p:pic>
        <p:nvPicPr>
          <p:cNvPr id="6" name="Picture 5" descr="Icon&#10;&#10;Description automatically generated">
            <a:extLst>
              <a:ext uri="{FF2B5EF4-FFF2-40B4-BE49-F238E27FC236}">
                <a16:creationId xmlns:a16="http://schemas.microsoft.com/office/drawing/2014/main" id="{94CB92C3-36EE-E94D-9CE4-619F92EA2EFE}"/>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718408" y="2492376"/>
            <a:ext cx="3563372" cy="3563372"/>
          </a:xfrm>
          <a:prstGeom prst="rect">
            <a:avLst/>
          </a:prstGeom>
        </p:spPr>
      </p:pic>
      <p:sp>
        <p:nvSpPr>
          <p:cNvPr id="5" name="Footer Placeholder 4">
            <a:extLst>
              <a:ext uri="{FF2B5EF4-FFF2-40B4-BE49-F238E27FC236}">
                <a16:creationId xmlns:a16="http://schemas.microsoft.com/office/drawing/2014/main" id="{D60FD15B-29DE-BD4B-9D62-DC2F6DD370A8}"/>
              </a:ext>
            </a:extLst>
          </p:cNvPr>
          <p:cNvSpPr>
            <a:spLocks noGrp="1"/>
          </p:cNvSpPr>
          <p:nvPr>
            <p:ph type="ftr" sz="quarter" idx="11"/>
          </p:nvPr>
        </p:nvSpPr>
        <p:spPr>
          <a:xfrm>
            <a:off x="795528" y="6382512"/>
            <a:ext cx="6757416" cy="320040"/>
          </a:xfrm>
        </p:spPr>
        <p:txBody>
          <a:bodyPr>
            <a:normAutofit/>
          </a:bodyPr>
          <a:lstStyle/>
          <a:p>
            <a:pPr algn="l">
              <a:spcAft>
                <a:spcPts val="600"/>
              </a:spcAft>
            </a:pPr>
            <a:r>
              <a:rPr lang="en-US" sz="1000" dirty="0"/>
              <a:t>Copyright 2022 </a:t>
            </a:r>
            <a:r>
              <a:rPr lang="en-US" sz="1000" dirty="0" err="1"/>
              <a:t>FosterThomas</a:t>
            </a:r>
            <a:endParaRPr lang="en-US" sz="1000" dirty="0"/>
          </a:p>
        </p:txBody>
      </p:sp>
      <p:sp>
        <p:nvSpPr>
          <p:cNvPr id="7" name="TextBox 6">
            <a:extLst>
              <a:ext uri="{FF2B5EF4-FFF2-40B4-BE49-F238E27FC236}">
                <a16:creationId xmlns:a16="http://schemas.microsoft.com/office/drawing/2014/main" id="{C0FBA77D-B594-5145-94C3-BECC9864B95C}"/>
              </a:ext>
            </a:extLst>
          </p:cNvPr>
          <p:cNvSpPr txBox="1"/>
          <p:nvPr/>
        </p:nvSpPr>
        <p:spPr>
          <a:xfrm>
            <a:off x="7974738" y="5855693"/>
            <a:ext cx="2307042"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4" tooltip="https://commons.wikimedia.org/wiki/File:Wiki-Mentor-Icon.svg">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5" tooltip="https://creativecommons.org/licenses/by-sa/3.0/">
                  <a:extLst>
                    <a:ext uri="{A12FA001-AC4F-418D-AE19-62706E023703}">
                      <ahyp:hlinkClr xmlns:ahyp="http://schemas.microsoft.com/office/drawing/2018/hyperlinkcolor" val="tx"/>
                    </a:ext>
                  </a:extLst>
                </a:hlinkClick>
              </a:rPr>
              <a:t>CC BY-SA</a:t>
            </a:r>
            <a:endParaRPr lang="en-US" sz="700">
              <a:solidFill>
                <a:srgbClr val="FFFFFF"/>
              </a:solidFill>
            </a:endParaRPr>
          </a:p>
        </p:txBody>
      </p:sp>
    </p:spTree>
    <p:extLst>
      <p:ext uri="{BB962C8B-B14F-4D97-AF65-F5344CB8AC3E}">
        <p14:creationId xmlns:p14="http://schemas.microsoft.com/office/powerpoint/2010/main" val="3012922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E4F293-0A40-4AA3-8747-1C7D9F3EE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5D1CC8B8-2CD1-45F6-9CED-CA31040022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14" name="Freeform 44">
              <a:extLst>
                <a:ext uri="{FF2B5EF4-FFF2-40B4-BE49-F238E27FC236}">
                  <a16:creationId xmlns:a16="http://schemas.microsoft.com/office/drawing/2014/main" id="{D0486316-3F2D-434E-AF23-A8EDD6E78DD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5">
              <a:extLst>
                <a:ext uri="{FF2B5EF4-FFF2-40B4-BE49-F238E27FC236}">
                  <a16:creationId xmlns:a16="http://schemas.microsoft.com/office/drawing/2014/main" id="{2AF5945E-96EF-472A-8B30-5AC427AA40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6">
              <a:extLst>
                <a:ext uri="{FF2B5EF4-FFF2-40B4-BE49-F238E27FC236}">
                  <a16:creationId xmlns:a16="http://schemas.microsoft.com/office/drawing/2014/main" id="{F43F39F5-753C-4BA6-AF2B-6F0EEE25AD4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47">
              <a:extLst>
                <a:ext uri="{FF2B5EF4-FFF2-40B4-BE49-F238E27FC236}">
                  <a16:creationId xmlns:a16="http://schemas.microsoft.com/office/drawing/2014/main" id="{2CC5073C-8188-4DE4-B2AB-9C87DDA4F0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AEF2074A-D7D4-4AF6-866A-31DDF66B1F7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65D3D75D-B27C-5B42-A58F-6D1D0835595D}"/>
              </a:ext>
            </a:extLst>
          </p:cNvPr>
          <p:cNvSpPr>
            <a:spLocks noGrp="1"/>
          </p:cNvSpPr>
          <p:nvPr>
            <p:ph type="title"/>
          </p:nvPr>
        </p:nvSpPr>
        <p:spPr>
          <a:xfrm>
            <a:off x="1353666" y="759805"/>
            <a:ext cx="10000133" cy="1325563"/>
          </a:xfrm>
        </p:spPr>
        <p:txBody>
          <a:bodyPr>
            <a:normAutofit/>
          </a:bodyPr>
          <a:lstStyle/>
          <a:p>
            <a:r>
              <a:rPr lang="en-US" sz="4000">
                <a:solidFill>
                  <a:srgbClr val="FFFFFF"/>
                </a:solidFill>
              </a:rPr>
              <a:t>Get back on the bike…</a:t>
            </a:r>
          </a:p>
        </p:txBody>
      </p:sp>
      <p:sp>
        <p:nvSpPr>
          <p:cNvPr id="5" name="Footer Placeholder 4">
            <a:extLst>
              <a:ext uri="{FF2B5EF4-FFF2-40B4-BE49-F238E27FC236}">
                <a16:creationId xmlns:a16="http://schemas.microsoft.com/office/drawing/2014/main" id="{6B65E94B-1468-9E45-A8FC-88A8170FF974}"/>
              </a:ext>
            </a:extLst>
          </p:cNvPr>
          <p:cNvSpPr>
            <a:spLocks noGrp="1"/>
          </p:cNvSpPr>
          <p:nvPr>
            <p:ph type="ftr" sz="quarter" idx="11"/>
          </p:nvPr>
        </p:nvSpPr>
        <p:spPr>
          <a:xfrm>
            <a:off x="795528" y="6382512"/>
            <a:ext cx="6757416" cy="320040"/>
          </a:xfrm>
        </p:spPr>
        <p:txBody>
          <a:bodyPr>
            <a:normAutofit/>
          </a:bodyPr>
          <a:lstStyle/>
          <a:p>
            <a:pPr algn="l">
              <a:spcAft>
                <a:spcPts val="600"/>
              </a:spcAft>
            </a:pPr>
            <a:r>
              <a:rPr lang="en-US" sz="1000" dirty="0"/>
              <a:t>Copyright 2022 </a:t>
            </a:r>
            <a:r>
              <a:rPr lang="en-US" sz="1000" dirty="0" err="1"/>
              <a:t>FosterThomas</a:t>
            </a:r>
            <a:endParaRPr lang="en-US" sz="1000" dirty="0"/>
          </a:p>
        </p:txBody>
      </p:sp>
      <p:graphicFrame>
        <p:nvGraphicFramePr>
          <p:cNvPr id="7" name="Content Placeholder 2">
            <a:extLst>
              <a:ext uri="{FF2B5EF4-FFF2-40B4-BE49-F238E27FC236}">
                <a16:creationId xmlns:a16="http://schemas.microsoft.com/office/drawing/2014/main" id="{FE363182-C357-454A-9120-5796726F1150}"/>
              </a:ext>
            </a:extLst>
          </p:cNvPr>
          <p:cNvGraphicFramePr>
            <a:graphicFrameLocks noGrp="1"/>
          </p:cNvGraphicFramePr>
          <p:nvPr>
            <p:ph idx="1"/>
            <p:extLst>
              <p:ext uri="{D42A27DB-BD31-4B8C-83A1-F6EECF244321}">
                <p14:modId xmlns:p14="http://schemas.microsoft.com/office/powerpoint/2010/main" val="2861249679"/>
              </p:ext>
            </p:extLst>
          </p:nvPr>
        </p:nvGraphicFramePr>
        <p:xfrm>
          <a:off x="1422492" y="2499837"/>
          <a:ext cx="9507778" cy="37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94957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2" name="Rectangle 19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6" name="Freeform: Shape 19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7" name="Rectangle 19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0ED3EA-91EA-5C43-B18E-34D86E0CE09C}"/>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GROW Method</a:t>
            </a:r>
          </a:p>
        </p:txBody>
      </p:sp>
      <p:sp>
        <p:nvSpPr>
          <p:cNvPr id="4" name="Footer Placeholder 3">
            <a:extLst>
              <a:ext uri="{FF2B5EF4-FFF2-40B4-BE49-F238E27FC236}">
                <a16:creationId xmlns:a16="http://schemas.microsoft.com/office/drawing/2014/main" id="{F0BCCA42-7F5B-5041-B826-750853745D24}"/>
              </a:ext>
            </a:extLst>
          </p:cNvPr>
          <p:cNvSpPr>
            <a:spLocks noGrp="1"/>
          </p:cNvSpPr>
          <p:nvPr>
            <p:ph type="ftr" sz="quarter" idx="11"/>
          </p:nvPr>
        </p:nvSpPr>
        <p:spPr>
          <a:xfrm rot="5400000">
            <a:off x="-1827725" y="2002536"/>
            <a:ext cx="4114800" cy="365125"/>
          </a:xfrm>
        </p:spPr>
        <p:txBody>
          <a:bodyPr>
            <a:normAutofit/>
          </a:bodyPr>
          <a:lstStyle/>
          <a:p>
            <a:pPr algn="l">
              <a:spcAft>
                <a:spcPts val="600"/>
              </a:spcAft>
            </a:pPr>
            <a:r>
              <a:rPr lang="en-US" sz="1100" dirty="0">
                <a:solidFill>
                  <a:srgbClr val="FFFFFF"/>
                </a:solidFill>
              </a:rPr>
              <a:t>Copyright 2022 </a:t>
            </a:r>
            <a:r>
              <a:rPr lang="en-US" sz="1100" dirty="0" err="1">
                <a:solidFill>
                  <a:srgbClr val="FFFFFF"/>
                </a:solidFill>
              </a:rPr>
              <a:t>FosterThomas</a:t>
            </a:r>
            <a:endParaRPr lang="en-US" sz="1100" dirty="0">
              <a:solidFill>
                <a:srgbClr val="FFFFFF"/>
              </a:solidFill>
            </a:endParaRPr>
          </a:p>
        </p:txBody>
      </p:sp>
      <p:sp>
        <p:nvSpPr>
          <p:cNvPr id="3" name="Content Placeholder 2">
            <a:extLst>
              <a:ext uri="{FF2B5EF4-FFF2-40B4-BE49-F238E27FC236}">
                <a16:creationId xmlns:a16="http://schemas.microsoft.com/office/drawing/2014/main" id="{B68D5F09-1700-8845-AA3F-C71116A172A7}"/>
              </a:ext>
            </a:extLst>
          </p:cNvPr>
          <p:cNvSpPr>
            <a:spLocks noGrp="1"/>
          </p:cNvSpPr>
          <p:nvPr>
            <p:ph idx="1"/>
          </p:nvPr>
        </p:nvSpPr>
        <p:spPr>
          <a:xfrm>
            <a:off x="4581727" y="649480"/>
            <a:ext cx="3025303" cy="5546047"/>
          </a:xfrm>
        </p:spPr>
        <p:txBody>
          <a:bodyPr anchor="ctr">
            <a:normAutofit/>
          </a:bodyPr>
          <a:lstStyle/>
          <a:p>
            <a:r>
              <a:rPr lang="en-US" sz="2000" b="1"/>
              <a:t>GROW </a:t>
            </a:r>
            <a:endParaRPr lang="en-US" sz="2000"/>
          </a:p>
          <a:p>
            <a:r>
              <a:rPr lang="en-US" sz="2000"/>
              <a:t>G - Goal</a:t>
            </a:r>
          </a:p>
          <a:p>
            <a:r>
              <a:rPr lang="en-US" sz="2000"/>
              <a:t>R - Reality</a:t>
            </a:r>
          </a:p>
          <a:p>
            <a:r>
              <a:rPr lang="en-US" sz="2000"/>
              <a:t>O - Opportunity</a:t>
            </a:r>
          </a:p>
          <a:p>
            <a:r>
              <a:rPr lang="en-US" sz="2000"/>
              <a:t>W – Way Forward</a:t>
            </a:r>
          </a:p>
        </p:txBody>
      </p:sp>
      <p:pic>
        <p:nvPicPr>
          <p:cNvPr id="2050" name="Picture 2">
            <a:extLst>
              <a:ext uri="{FF2B5EF4-FFF2-40B4-BE49-F238E27FC236}">
                <a16:creationId xmlns:a16="http://schemas.microsoft.com/office/drawing/2014/main" id="{7E2112F8-844E-BB4F-B527-BC72EDBF209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109502" y="887461"/>
            <a:ext cx="3615776" cy="50949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0939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58A6E2A-7DAB-8D47-8F77-FDE13934A871}"/>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Grow Matrix</a:t>
            </a:r>
          </a:p>
        </p:txBody>
      </p:sp>
      <p:sp>
        <p:nvSpPr>
          <p:cNvPr id="4" name="Footer Placeholder 3">
            <a:extLst>
              <a:ext uri="{FF2B5EF4-FFF2-40B4-BE49-F238E27FC236}">
                <a16:creationId xmlns:a16="http://schemas.microsoft.com/office/drawing/2014/main" id="{2D48B337-B5AF-654B-8EAE-88A36EA92052}"/>
              </a:ext>
            </a:extLst>
          </p:cNvPr>
          <p:cNvSpPr>
            <a:spLocks noGrp="1"/>
          </p:cNvSpPr>
          <p:nvPr>
            <p:ph type="ftr" sz="quarter" idx="11"/>
          </p:nvPr>
        </p:nvSpPr>
        <p:spPr>
          <a:xfrm rot="5400000">
            <a:off x="-1828800" y="1984248"/>
            <a:ext cx="4114800" cy="365125"/>
          </a:xfrm>
        </p:spPr>
        <p:txBody>
          <a:bodyPr>
            <a:normAutofit/>
          </a:bodyPr>
          <a:lstStyle/>
          <a:p>
            <a:pPr algn="l">
              <a:spcAft>
                <a:spcPts val="600"/>
              </a:spcAft>
            </a:pPr>
            <a:r>
              <a:rPr lang="en-US" sz="1100" dirty="0">
                <a:solidFill>
                  <a:srgbClr val="FFFFFF"/>
                </a:solidFill>
              </a:rPr>
              <a:t>Copyright 2022 </a:t>
            </a:r>
            <a:r>
              <a:rPr lang="en-US" sz="1100" dirty="0" err="1">
                <a:solidFill>
                  <a:srgbClr val="FFFFFF"/>
                </a:solidFill>
              </a:rPr>
              <a:t>FosterThomas</a:t>
            </a:r>
            <a:endParaRPr lang="en-US" sz="1100" dirty="0">
              <a:solidFill>
                <a:srgbClr val="FFFFFF"/>
              </a:solidFill>
            </a:endParaRPr>
          </a:p>
        </p:txBody>
      </p:sp>
      <p:graphicFrame>
        <p:nvGraphicFramePr>
          <p:cNvPr id="8" name="Content Placeholder 5">
            <a:extLst>
              <a:ext uri="{FF2B5EF4-FFF2-40B4-BE49-F238E27FC236}">
                <a16:creationId xmlns:a16="http://schemas.microsoft.com/office/drawing/2014/main" id="{2F3452BE-8ABE-478C-9D6C-2041AFB0081D}"/>
              </a:ext>
            </a:extLst>
          </p:cNvPr>
          <p:cNvGraphicFramePr>
            <a:graphicFrameLocks noGrp="1"/>
          </p:cNvGraphicFramePr>
          <p:nvPr>
            <p:ph idx="1"/>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38695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9A7F3BF-8763-4074-AD77-92790AF314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693E1A-4921-FB4E-BE2F-20603629B644}"/>
              </a:ext>
            </a:extLst>
          </p:cNvPr>
          <p:cNvSpPr>
            <a:spLocks noGrp="1"/>
          </p:cNvSpPr>
          <p:nvPr>
            <p:ph type="title"/>
          </p:nvPr>
        </p:nvSpPr>
        <p:spPr>
          <a:xfrm>
            <a:off x="1188069" y="381935"/>
            <a:ext cx="9356106" cy="1200329"/>
          </a:xfrm>
        </p:spPr>
        <p:txBody>
          <a:bodyPr anchor="t">
            <a:normAutofit/>
          </a:bodyPr>
          <a:lstStyle/>
          <a:p>
            <a:r>
              <a:rPr lang="en-US"/>
              <a:t>Tips on how to be more accountable</a:t>
            </a:r>
          </a:p>
        </p:txBody>
      </p:sp>
      <p:sp>
        <p:nvSpPr>
          <p:cNvPr id="5" name="Footer Placeholder 4">
            <a:extLst>
              <a:ext uri="{FF2B5EF4-FFF2-40B4-BE49-F238E27FC236}">
                <a16:creationId xmlns:a16="http://schemas.microsoft.com/office/drawing/2014/main" id="{598AAB0E-3A44-9844-A7E2-FA2D3F9F7E96}"/>
              </a:ext>
            </a:extLst>
          </p:cNvPr>
          <p:cNvSpPr>
            <a:spLocks noGrp="1"/>
          </p:cNvSpPr>
          <p:nvPr>
            <p:ph type="ftr" sz="quarter" idx="11"/>
          </p:nvPr>
        </p:nvSpPr>
        <p:spPr>
          <a:xfrm>
            <a:off x="4198816" y="6384134"/>
            <a:ext cx="3548094" cy="365125"/>
          </a:xfrm>
        </p:spPr>
        <p:txBody>
          <a:bodyPr>
            <a:normAutofit/>
          </a:bodyPr>
          <a:lstStyle/>
          <a:p>
            <a:pPr>
              <a:spcAft>
                <a:spcPts val="600"/>
              </a:spcAft>
            </a:pPr>
            <a:r>
              <a:rPr lang="en-US" dirty="0">
                <a:solidFill>
                  <a:schemeClr val="tx1">
                    <a:alpha val="60000"/>
                  </a:schemeClr>
                </a:solidFill>
              </a:rPr>
              <a:t>Copyright 2022 </a:t>
            </a:r>
            <a:r>
              <a:rPr lang="en-US" dirty="0" err="1">
                <a:solidFill>
                  <a:schemeClr val="tx1">
                    <a:alpha val="60000"/>
                  </a:schemeClr>
                </a:solidFill>
              </a:rPr>
              <a:t>FosterThomas</a:t>
            </a:r>
            <a:endParaRPr lang="en-US" dirty="0">
              <a:solidFill>
                <a:schemeClr val="tx1">
                  <a:alpha val="60000"/>
                </a:schemeClr>
              </a:solidFill>
            </a:endParaRPr>
          </a:p>
        </p:txBody>
      </p:sp>
      <p:grpSp>
        <p:nvGrpSpPr>
          <p:cNvPr id="15" name="Group 14">
            <a:extLst>
              <a:ext uri="{FF2B5EF4-FFF2-40B4-BE49-F238E27FC236}">
                <a16:creationId xmlns:a16="http://schemas.microsoft.com/office/drawing/2014/main" id="{7A9648D6-B41B-42D0-A817-AE2607B0B5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4200" y="554152"/>
            <a:ext cx="574177" cy="1075866"/>
            <a:chOff x="10994200" y="554152"/>
            <a:chExt cx="574177" cy="1075866"/>
          </a:xfrm>
        </p:grpSpPr>
        <p:sp>
          <p:nvSpPr>
            <p:cNvPr id="16"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13369"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7"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55951"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sp>
          <p:nvSpPr>
            <p:cNvPr id="18"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94200"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grpSp>
      <p:cxnSp>
        <p:nvCxnSpPr>
          <p:cNvPr id="20" name="Straight Connector 19">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2362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9" name="Content Placeholder 2">
            <a:extLst>
              <a:ext uri="{FF2B5EF4-FFF2-40B4-BE49-F238E27FC236}">
                <a16:creationId xmlns:a16="http://schemas.microsoft.com/office/drawing/2014/main" id="{8158DCE7-D966-4B3E-A991-56763AA57E60}"/>
              </a:ext>
            </a:extLst>
          </p:cNvPr>
          <p:cNvGraphicFramePr/>
          <p:nvPr>
            <p:extLst>
              <p:ext uri="{D42A27DB-BD31-4B8C-83A1-F6EECF244321}">
                <p14:modId xmlns:p14="http://schemas.microsoft.com/office/powerpoint/2010/main" val="2594283298"/>
              </p:ext>
            </p:extLst>
          </p:nvPr>
        </p:nvGraphicFramePr>
        <p:xfrm>
          <a:off x="1188062" y="1825625"/>
          <a:ext cx="9356107" cy="4394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4546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134CA47-FBC0-204F-BC22-0AE9E1660659}"/>
              </a:ext>
            </a:extLst>
          </p:cNvPr>
          <p:cNvSpPr>
            <a:spLocks noGrp="1"/>
          </p:cNvSpPr>
          <p:nvPr>
            <p:ph type="title"/>
          </p:nvPr>
        </p:nvSpPr>
        <p:spPr>
          <a:xfrm>
            <a:off x="524741" y="620392"/>
            <a:ext cx="3808268" cy="5504688"/>
          </a:xfrm>
        </p:spPr>
        <p:txBody>
          <a:bodyPr>
            <a:normAutofit/>
          </a:bodyPr>
          <a:lstStyle/>
          <a:p>
            <a:r>
              <a:rPr lang="en-US" sz="6000" dirty="0">
                <a:solidFill>
                  <a:schemeClr val="bg1"/>
                </a:solidFill>
              </a:rPr>
              <a:t>Feedback</a:t>
            </a:r>
          </a:p>
        </p:txBody>
      </p:sp>
      <p:sp>
        <p:nvSpPr>
          <p:cNvPr id="4" name="Footer Placeholder 3">
            <a:extLst>
              <a:ext uri="{FF2B5EF4-FFF2-40B4-BE49-F238E27FC236}">
                <a16:creationId xmlns:a16="http://schemas.microsoft.com/office/drawing/2014/main" id="{653F7AF4-2BE0-904C-8A0B-8896930D1DBD}"/>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dirty="0"/>
              <a:t>Copyright 2022 </a:t>
            </a:r>
            <a:r>
              <a:rPr lang="en-US" dirty="0" err="1"/>
              <a:t>FosterThomas</a:t>
            </a:r>
            <a:endParaRPr lang="en-US" dirty="0"/>
          </a:p>
        </p:txBody>
      </p:sp>
      <p:graphicFrame>
        <p:nvGraphicFramePr>
          <p:cNvPr id="6" name="Content Placeholder 2">
            <a:extLst>
              <a:ext uri="{FF2B5EF4-FFF2-40B4-BE49-F238E27FC236}">
                <a16:creationId xmlns:a16="http://schemas.microsoft.com/office/drawing/2014/main" id="{D8C48E39-0857-4916-987B-54433D825496}"/>
              </a:ext>
            </a:extLst>
          </p:cNvPr>
          <p:cNvGraphicFramePr>
            <a:graphicFrameLocks noGrp="1"/>
          </p:cNvGraphicFramePr>
          <p:nvPr>
            <p:ph idx="1"/>
            <p:extLst>
              <p:ext uri="{D42A27DB-BD31-4B8C-83A1-F6EECF244321}">
                <p14:modId xmlns:p14="http://schemas.microsoft.com/office/powerpoint/2010/main" val="1991583786"/>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080694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5C5B44F-F142-5644-BC37-380870C60B2B}"/>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Effective Communication in Feedback </a:t>
            </a:r>
          </a:p>
        </p:txBody>
      </p:sp>
      <p:sp>
        <p:nvSpPr>
          <p:cNvPr id="4" name="Footer Placeholder 3">
            <a:extLst>
              <a:ext uri="{FF2B5EF4-FFF2-40B4-BE49-F238E27FC236}">
                <a16:creationId xmlns:a16="http://schemas.microsoft.com/office/drawing/2014/main" id="{09583CD0-B64E-DD47-88F4-0AA4287A4247}"/>
              </a:ext>
            </a:extLst>
          </p:cNvPr>
          <p:cNvSpPr>
            <a:spLocks noGrp="1"/>
          </p:cNvSpPr>
          <p:nvPr>
            <p:ph type="ftr" sz="quarter" idx="11"/>
          </p:nvPr>
        </p:nvSpPr>
        <p:spPr>
          <a:xfrm rot="5400000">
            <a:off x="-1828800" y="1984248"/>
            <a:ext cx="4114800" cy="365125"/>
          </a:xfrm>
        </p:spPr>
        <p:txBody>
          <a:bodyPr>
            <a:normAutofit/>
          </a:bodyPr>
          <a:lstStyle/>
          <a:p>
            <a:pPr algn="l">
              <a:spcAft>
                <a:spcPts val="600"/>
              </a:spcAft>
            </a:pPr>
            <a:r>
              <a:rPr lang="en-US" sz="1100" dirty="0">
                <a:solidFill>
                  <a:srgbClr val="FFFFFF"/>
                </a:solidFill>
              </a:rPr>
              <a:t>Copyright 2022 </a:t>
            </a:r>
            <a:r>
              <a:rPr lang="en-US" sz="1100" dirty="0" err="1">
                <a:solidFill>
                  <a:srgbClr val="FFFFFF"/>
                </a:solidFill>
              </a:rPr>
              <a:t>FosterThomas</a:t>
            </a:r>
            <a:endParaRPr lang="en-US" sz="1100" dirty="0">
              <a:solidFill>
                <a:srgbClr val="FFFFFF"/>
              </a:solidFill>
            </a:endParaRPr>
          </a:p>
        </p:txBody>
      </p:sp>
      <p:graphicFrame>
        <p:nvGraphicFramePr>
          <p:cNvPr id="6" name="Content Placeholder 2">
            <a:extLst>
              <a:ext uri="{FF2B5EF4-FFF2-40B4-BE49-F238E27FC236}">
                <a16:creationId xmlns:a16="http://schemas.microsoft.com/office/drawing/2014/main" id="{AE407D18-C05C-4289-8393-27AC22773CC1}"/>
              </a:ext>
            </a:extLst>
          </p:cNvPr>
          <p:cNvGraphicFramePr>
            <a:graphicFrameLocks noGrp="1"/>
          </p:cNvGraphicFramePr>
          <p:nvPr>
            <p:ph idx="1"/>
            <p:extLst>
              <p:ext uri="{D42A27DB-BD31-4B8C-83A1-F6EECF244321}">
                <p14:modId xmlns:p14="http://schemas.microsoft.com/office/powerpoint/2010/main" val="2828772615"/>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05470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9F8AD-3B18-B941-97F7-72DB6B4C7498}"/>
              </a:ext>
            </a:extLst>
          </p:cNvPr>
          <p:cNvSpPr>
            <a:spLocks noGrp="1"/>
          </p:cNvSpPr>
          <p:nvPr>
            <p:ph type="title"/>
          </p:nvPr>
        </p:nvSpPr>
        <p:spPr/>
        <p:txBody>
          <a:bodyPr/>
          <a:lstStyle/>
          <a:p>
            <a:r>
              <a:rPr lang="en-US" dirty="0"/>
              <a:t>Steps to being a better listener</a:t>
            </a:r>
            <a:br>
              <a:rPr lang="en-US" dirty="0"/>
            </a:br>
            <a:endParaRPr lang="en-US" dirty="0"/>
          </a:p>
        </p:txBody>
      </p:sp>
      <p:sp>
        <p:nvSpPr>
          <p:cNvPr id="4" name="Footer Placeholder 3">
            <a:extLst>
              <a:ext uri="{FF2B5EF4-FFF2-40B4-BE49-F238E27FC236}">
                <a16:creationId xmlns:a16="http://schemas.microsoft.com/office/drawing/2014/main" id="{04747E51-E8E6-C048-9263-28BE25F1B95F}"/>
              </a:ext>
            </a:extLst>
          </p:cNvPr>
          <p:cNvSpPr>
            <a:spLocks noGrp="1"/>
          </p:cNvSpPr>
          <p:nvPr>
            <p:ph type="ftr" sz="quarter" idx="11"/>
          </p:nvPr>
        </p:nvSpPr>
        <p:spPr/>
        <p:txBody>
          <a:bodyPr/>
          <a:lstStyle/>
          <a:p>
            <a:r>
              <a:rPr lang="en-US" dirty="0"/>
              <a:t>Copyright 2022 </a:t>
            </a:r>
            <a:r>
              <a:rPr lang="en-US" dirty="0" err="1"/>
              <a:t>FosterThomas</a:t>
            </a:r>
            <a:endParaRPr lang="en-US" dirty="0"/>
          </a:p>
        </p:txBody>
      </p:sp>
      <p:graphicFrame>
        <p:nvGraphicFramePr>
          <p:cNvPr id="8" name="Content Placeholder 2">
            <a:extLst>
              <a:ext uri="{FF2B5EF4-FFF2-40B4-BE49-F238E27FC236}">
                <a16:creationId xmlns:a16="http://schemas.microsoft.com/office/drawing/2014/main" id="{A539C79D-BCBD-4258-A556-301971EB6DE2}"/>
              </a:ext>
            </a:extLst>
          </p:cNvPr>
          <p:cNvGraphicFramePr/>
          <p:nvPr>
            <p:extLst>
              <p:ext uri="{D42A27DB-BD31-4B8C-83A1-F6EECF244321}">
                <p14:modId xmlns:p14="http://schemas.microsoft.com/office/powerpoint/2010/main" val="368659910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305557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A1473A6-3F22-483E-8A30-80B9D2B145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a:extLst>
              <a:ext uri="{FF2B5EF4-FFF2-40B4-BE49-F238E27FC236}">
                <a16:creationId xmlns:a16="http://schemas.microsoft.com/office/drawing/2014/main" id="{AA1375E3-3E53-4D75-BAB7-E5929BFCB25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34368" y="563918"/>
            <a:ext cx="4119932" cy="5978614"/>
            <a:chOff x="7513372" y="803186"/>
            <a:chExt cx="4163968" cy="5978614"/>
          </a:xfrm>
        </p:grpSpPr>
        <p:sp>
          <p:nvSpPr>
            <p:cNvPr id="12" name="Freeform 6">
              <a:extLst>
                <a:ext uri="{FF2B5EF4-FFF2-40B4-BE49-F238E27FC236}">
                  <a16:creationId xmlns:a16="http://schemas.microsoft.com/office/drawing/2014/main" id="{0BBEEF67-3DDF-46CF-8CD5-EA5F0E4FB07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89586" y="1070835"/>
              <a:ext cx="687754"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8FAC1C95-F817-487C-B8B2-CF141FBB1C2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88949" y="803186"/>
              <a:ext cx="409371"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Rectangle 8">
              <a:extLst>
                <a:ext uri="{FF2B5EF4-FFF2-40B4-BE49-F238E27FC236}">
                  <a16:creationId xmlns:a16="http://schemas.microsoft.com/office/drawing/2014/main" id="{C2C5363A-D941-4AA1-8D38-D7E44A1E2E0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7513372" y="804101"/>
              <a:ext cx="3880238"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BBEA89C0-30FE-0D47-8185-34819F767ED0}"/>
              </a:ext>
            </a:extLst>
          </p:cNvPr>
          <p:cNvSpPr>
            <a:spLocks noGrp="1"/>
          </p:cNvSpPr>
          <p:nvPr>
            <p:ph type="title"/>
          </p:nvPr>
        </p:nvSpPr>
        <p:spPr>
          <a:xfrm>
            <a:off x="1098468" y="885651"/>
            <a:ext cx="3229803" cy="4624603"/>
          </a:xfrm>
        </p:spPr>
        <p:txBody>
          <a:bodyPr>
            <a:normAutofit/>
          </a:bodyPr>
          <a:lstStyle/>
          <a:p>
            <a:r>
              <a:rPr lang="en-US">
                <a:solidFill>
                  <a:srgbClr val="FFFFFF"/>
                </a:solidFill>
              </a:rPr>
              <a:t>3 Types of Listening</a:t>
            </a:r>
          </a:p>
        </p:txBody>
      </p:sp>
      <p:sp>
        <p:nvSpPr>
          <p:cNvPr id="3" name="Content Placeholder 2">
            <a:extLst>
              <a:ext uri="{FF2B5EF4-FFF2-40B4-BE49-F238E27FC236}">
                <a16:creationId xmlns:a16="http://schemas.microsoft.com/office/drawing/2014/main" id="{1DB9F37B-C318-7C46-B5F0-4BE5656BABE1}"/>
              </a:ext>
            </a:extLst>
          </p:cNvPr>
          <p:cNvSpPr>
            <a:spLocks noGrp="1"/>
          </p:cNvSpPr>
          <p:nvPr>
            <p:ph idx="1"/>
          </p:nvPr>
        </p:nvSpPr>
        <p:spPr>
          <a:xfrm>
            <a:off x="4978708" y="885651"/>
            <a:ext cx="6525220" cy="4616849"/>
          </a:xfrm>
        </p:spPr>
        <p:txBody>
          <a:bodyPr anchor="ctr">
            <a:normAutofit/>
          </a:bodyPr>
          <a:lstStyle/>
          <a:p>
            <a:r>
              <a:rPr lang="en-US" sz="2400" dirty="0"/>
              <a:t>Subjective Listening :</a:t>
            </a:r>
          </a:p>
          <a:p>
            <a:pPr lvl="1" fontAlgn="base"/>
            <a:r>
              <a:rPr lang="en-US" dirty="0"/>
              <a:t>Listening based on the agenda or needs of the listener</a:t>
            </a:r>
          </a:p>
          <a:p>
            <a:r>
              <a:rPr lang="en-US" sz="2400" dirty="0"/>
              <a:t>Objective Listening:</a:t>
            </a:r>
          </a:p>
          <a:p>
            <a:pPr lvl="1" fontAlgn="base"/>
            <a:r>
              <a:rPr lang="en-US" dirty="0"/>
              <a:t>Completely focused on the person who is speaking, what they are saying, and the perspective they are coming from</a:t>
            </a:r>
          </a:p>
          <a:p>
            <a:r>
              <a:rPr lang="en-US" sz="2400" dirty="0"/>
              <a:t>Active Listening (aka Empathetic or Intuitive):</a:t>
            </a:r>
          </a:p>
          <a:p>
            <a:pPr lvl="1" fontAlgn="base"/>
            <a:r>
              <a:rPr lang="en-US" dirty="0"/>
              <a:t>Listener is hearing all sensory components and connecting to the speaker’s real message</a:t>
            </a:r>
          </a:p>
          <a:p>
            <a:pPr marL="457200" lvl="1" indent="0">
              <a:buNone/>
            </a:pPr>
            <a:endParaRPr lang="en-US" sz="1700" dirty="0"/>
          </a:p>
          <a:p>
            <a:pPr lvl="1"/>
            <a:endParaRPr lang="en-US" sz="1700" dirty="0"/>
          </a:p>
        </p:txBody>
      </p:sp>
      <p:sp>
        <p:nvSpPr>
          <p:cNvPr id="4" name="Footer Placeholder 3">
            <a:extLst>
              <a:ext uri="{FF2B5EF4-FFF2-40B4-BE49-F238E27FC236}">
                <a16:creationId xmlns:a16="http://schemas.microsoft.com/office/drawing/2014/main" id="{51DE35BC-8108-024D-AC39-868E55F82891}"/>
              </a:ext>
            </a:extLst>
          </p:cNvPr>
          <p:cNvSpPr>
            <a:spLocks noGrp="1"/>
          </p:cNvSpPr>
          <p:nvPr>
            <p:ph type="ftr" sz="quarter" idx="11"/>
          </p:nvPr>
        </p:nvSpPr>
        <p:spPr>
          <a:xfrm>
            <a:off x="795528" y="6382512"/>
            <a:ext cx="6757416" cy="320040"/>
          </a:xfrm>
        </p:spPr>
        <p:txBody>
          <a:bodyPr>
            <a:normAutofit/>
          </a:bodyPr>
          <a:lstStyle/>
          <a:p>
            <a:pPr algn="l">
              <a:spcAft>
                <a:spcPts val="600"/>
              </a:spcAft>
            </a:pPr>
            <a:r>
              <a:rPr lang="en-US" sz="1000" dirty="0"/>
              <a:t>Copyright 2022 </a:t>
            </a:r>
            <a:r>
              <a:rPr lang="en-US" sz="1000" dirty="0" err="1"/>
              <a:t>FosterThomas</a:t>
            </a:r>
            <a:endParaRPr lang="en-US" sz="1000" dirty="0"/>
          </a:p>
        </p:txBody>
      </p:sp>
    </p:spTree>
    <p:extLst>
      <p:ext uri="{BB962C8B-B14F-4D97-AF65-F5344CB8AC3E}">
        <p14:creationId xmlns:p14="http://schemas.microsoft.com/office/powerpoint/2010/main" val="4068431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0">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DE9AD7-49BC-B64D-B52A-2B8FED902A2C}"/>
              </a:ext>
            </a:extLst>
          </p:cNvPr>
          <p:cNvSpPr>
            <a:spLocks noGrp="1"/>
          </p:cNvSpPr>
          <p:nvPr>
            <p:ph type="title"/>
          </p:nvPr>
        </p:nvSpPr>
        <p:spPr>
          <a:xfrm>
            <a:off x="838200" y="365125"/>
            <a:ext cx="10515600" cy="1325563"/>
          </a:xfrm>
        </p:spPr>
        <p:txBody>
          <a:bodyPr>
            <a:normAutofit/>
          </a:bodyPr>
          <a:lstStyle/>
          <a:p>
            <a:r>
              <a:rPr lang="en-US" sz="5400" dirty="0"/>
              <a:t>Giving and Receiving Feedback</a:t>
            </a:r>
          </a:p>
        </p:txBody>
      </p:sp>
      <p:sp>
        <p:nvSpPr>
          <p:cNvPr id="13"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1">
              <a:lumMod val="50000"/>
            </a:schemeClr>
          </a:solidFill>
          <a:ln w="41275" cap="rnd">
            <a:solidFill>
              <a:schemeClr val="accent1">
                <a:lumMod val="50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961F0BB-E3A3-5847-9B70-B5A86D58D2B9}"/>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dirty="0"/>
              <a:t>Copyright 2022 </a:t>
            </a:r>
            <a:r>
              <a:rPr lang="en-US" dirty="0" err="1"/>
              <a:t>FosterThomas</a:t>
            </a:r>
            <a:endParaRPr lang="en-US" dirty="0"/>
          </a:p>
        </p:txBody>
      </p:sp>
      <p:graphicFrame>
        <p:nvGraphicFramePr>
          <p:cNvPr id="6" name="Content Placeholder 2">
            <a:extLst>
              <a:ext uri="{FF2B5EF4-FFF2-40B4-BE49-F238E27FC236}">
                <a16:creationId xmlns:a16="http://schemas.microsoft.com/office/drawing/2014/main" id="{3D9095A8-E67D-4F6D-A156-B773B39AF042}"/>
              </a:ext>
            </a:extLst>
          </p:cNvPr>
          <p:cNvGraphicFramePr>
            <a:graphicFrameLocks noGrp="1"/>
          </p:cNvGraphicFramePr>
          <p:nvPr>
            <p:ph idx="1"/>
            <p:extLst>
              <p:ext uri="{D42A27DB-BD31-4B8C-83A1-F6EECF244321}">
                <p14:modId xmlns:p14="http://schemas.microsoft.com/office/powerpoint/2010/main" val="2637602001"/>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075356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DDEF810-FBAE-4C80-B905-316331395C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46">
            <a:extLst>
              <a:ext uri="{FF2B5EF4-FFF2-40B4-BE49-F238E27FC236}">
                <a16:creationId xmlns:a16="http://schemas.microsoft.com/office/drawing/2014/main" id="{FD8C7A0F-D774-4978-AA9C-7E703C2F46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344168"/>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61C7310A-3A42-4F75-8058-7F39E52B11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344168"/>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Rectangle 15">
            <a:extLst>
              <a:ext uri="{FF2B5EF4-FFF2-40B4-BE49-F238E27FC236}">
                <a16:creationId xmlns:a16="http://schemas.microsoft.com/office/drawing/2014/main" id="{27D88313-56C7-45D8-8D97-2F5CCBF996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1544897" cy="1179576"/>
          </a:xfrm>
          <a:prstGeom prst="rect">
            <a:avLst/>
          </a:pr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741BE2D8-2ED5-4841-9EBC-E3E855C0F904}"/>
              </a:ext>
            </a:extLst>
          </p:cNvPr>
          <p:cNvSpPr>
            <a:spLocks noGrp="1"/>
          </p:cNvSpPr>
          <p:nvPr>
            <p:ph type="title"/>
          </p:nvPr>
        </p:nvSpPr>
        <p:spPr>
          <a:xfrm>
            <a:off x="1047280" y="788894"/>
            <a:ext cx="10306520" cy="880730"/>
          </a:xfrm>
        </p:spPr>
        <p:txBody>
          <a:bodyPr>
            <a:normAutofit/>
          </a:bodyPr>
          <a:lstStyle/>
          <a:p>
            <a:r>
              <a:rPr lang="en-US" sz="4000">
                <a:solidFill>
                  <a:srgbClr val="FFFFFF"/>
                </a:solidFill>
              </a:rPr>
              <a:t>Responses While Effectively Listening</a:t>
            </a:r>
          </a:p>
        </p:txBody>
      </p:sp>
      <p:sp>
        <p:nvSpPr>
          <p:cNvPr id="4" name="Footer Placeholder 3">
            <a:extLst>
              <a:ext uri="{FF2B5EF4-FFF2-40B4-BE49-F238E27FC236}">
                <a16:creationId xmlns:a16="http://schemas.microsoft.com/office/drawing/2014/main" id="{B73223D1-CCDB-5B43-9248-95E9FCE33A4A}"/>
              </a:ext>
            </a:extLst>
          </p:cNvPr>
          <p:cNvSpPr>
            <a:spLocks noGrp="1"/>
          </p:cNvSpPr>
          <p:nvPr>
            <p:ph type="ftr" sz="quarter" idx="11"/>
          </p:nvPr>
        </p:nvSpPr>
        <p:spPr>
          <a:xfrm>
            <a:off x="795528" y="6382512"/>
            <a:ext cx="6757416" cy="320040"/>
          </a:xfrm>
        </p:spPr>
        <p:txBody>
          <a:bodyPr>
            <a:normAutofit/>
          </a:bodyPr>
          <a:lstStyle/>
          <a:p>
            <a:pPr algn="l">
              <a:spcAft>
                <a:spcPts val="600"/>
              </a:spcAft>
            </a:pPr>
            <a:r>
              <a:rPr lang="en-US" sz="1000" dirty="0"/>
              <a:t>Copyright 2022 </a:t>
            </a:r>
            <a:r>
              <a:rPr lang="en-US" sz="1000" dirty="0" err="1"/>
              <a:t>FosterThomas</a:t>
            </a:r>
            <a:endParaRPr lang="en-US" sz="1000" dirty="0"/>
          </a:p>
        </p:txBody>
      </p:sp>
      <p:graphicFrame>
        <p:nvGraphicFramePr>
          <p:cNvPr id="6" name="Content Placeholder 2">
            <a:extLst>
              <a:ext uri="{FF2B5EF4-FFF2-40B4-BE49-F238E27FC236}">
                <a16:creationId xmlns:a16="http://schemas.microsoft.com/office/drawing/2014/main" id="{9357EC02-503E-4180-8892-A2DEE5EFB89F}"/>
              </a:ext>
            </a:extLst>
          </p:cNvPr>
          <p:cNvGraphicFramePr>
            <a:graphicFrameLocks noGrp="1"/>
          </p:cNvGraphicFramePr>
          <p:nvPr>
            <p:ph idx="1"/>
            <p:extLst>
              <p:ext uri="{D42A27DB-BD31-4B8C-83A1-F6EECF244321}">
                <p14:modId xmlns:p14="http://schemas.microsoft.com/office/powerpoint/2010/main" val="870296735"/>
              </p:ext>
            </p:extLst>
          </p:nvPr>
        </p:nvGraphicFramePr>
        <p:xfrm>
          <a:off x="1047280" y="2189664"/>
          <a:ext cx="10095789" cy="40326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25535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1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itle 1">
            <a:extLst>
              <a:ext uri="{FF2B5EF4-FFF2-40B4-BE49-F238E27FC236}">
                <a16:creationId xmlns:a16="http://schemas.microsoft.com/office/drawing/2014/main" id="{02680512-1BCC-2344-94D4-BE7108238C4F}"/>
              </a:ext>
            </a:extLst>
          </p:cNvPr>
          <p:cNvSpPr>
            <a:spLocks noGrp="1"/>
          </p:cNvSpPr>
          <p:nvPr>
            <p:ph type="title"/>
          </p:nvPr>
        </p:nvSpPr>
        <p:spPr>
          <a:xfrm>
            <a:off x="630936" y="639520"/>
            <a:ext cx="3429000" cy="1719072"/>
          </a:xfrm>
        </p:spPr>
        <p:txBody>
          <a:bodyPr anchor="b">
            <a:normAutofit/>
          </a:bodyPr>
          <a:lstStyle/>
          <a:p>
            <a:r>
              <a:rPr lang="en-US" sz="5400" dirty="0"/>
              <a:t>GROW Matrix</a:t>
            </a:r>
          </a:p>
        </p:txBody>
      </p:sp>
      <p:sp>
        <p:nvSpPr>
          <p:cNvPr id="27"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rgbClr val="002060"/>
          </a:solidFill>
          <a:ln w="38100" cap="rnd">
            <a:solidFill>
              <a:srgbClr val="002060"/>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9">
            <a:extLst>
              <a:ext uri="{FF2B5EF4-FFF2-40B4-BE49-F238E27FC236}">
                <a16:creationId xmlns:a16="http://schemas.microsoft.com/office/drawing/2014/main" id="{5C7E391E-094D-4907-BEDC-A34EEA42C265}"/>
              </a:ext>
            </a:extLst>
          </p:cNvPr>
          <p:cNvSpPr>
            <a:spLocks noGrp="1"/>
          </p:cNvSpPr>
          <p:nvPr>
            <p:ph idx="1"/>
          </p:nvPr>
        </p:nvSpPr>
        <p:spPr>
          <a:xfrm>
            <a:off x="630936" y="2807208"/>
            <a:ext cx="3429000" cy="3410712"/>
          </a:xfrm>
        </p:spPr>
        <p:txBody>
          <a:bodyPr anchor="t">
            <a:normAutofit/>
          </a:bodyPr>
          <a:lstStyle/>
          <a:p>
            <a:r>
              <a:rPr lang="en-US" sz="2200" dirty="0"/>
              <a:t>To use GROW, Grab a piece of paper and divide it into four quadrants.  </a:t>
            </a:r>
          </a:p>
          <a:p>
            <a:r>
              <a:rPr lang="en-US" sz="2200" dirty="0"/>
              <a:t>G – Goals in the top left</a:t>
            </a:r>
          </a:p>
          <a:p>
            <a:r>
              <a:rPr lang="en-US" sz="2200" dirty="0"/>
              <a:t>R – Reality in the top right</a:t>
            </a:r>
          </a:p>
          <a:p>
            <a:r>
              <a:rPr lang="en-US" sz="2200" dirty="0"/>
              <a:t>O – Opportunity in the bottom left</a:t>
            </a:r>
          </a:p>
          <a:p>
            <a:r>
              <a:rPr lang="en-US" sz="2200" dirty="0"/>
              <a:t>W – Way Forward in the bottom right</a:t>
            </a:r>
          </a:p>
        </p:txBody>
      </p:sp>
      <p:pic>
        <p:nvPicPr>
          <p:cNvPr id="6" name="Content Placeholder 5" descr="Shape, square&#10;&#10;Description automatically generated">
            <a:extLst>
              <a:ext uri="{FF2B5EF4-FFF2-40B4-BE49-F238E27FC236}">
                <a16:creationId xmlns:a16="http://schemas.microsoft.com/office/drawing/2014/main" id="{CC5D8542-2ED5-474F-AD02-08E4AD7E6057}"/>
              </a:ext>
            </a:extLst>
          </p:cNvPr>
          <p:cNvPicPr>
            <a:picLocks noChangeAspect="1"/>
          </p:cNvPicPr>
          <p:nvPr/>
        </p:nvPicPr>
        <p:blipFill>
          <a:blip r:embed="rId3"/>
          <a:stretch>
            <a:fillRect/>
          </a:stretch>
        </p:blipFill>
        <p:spPr>
          <a:xfrm>
            <a:off x="5679796" y="640080"/>
            <a:ext cx="4852720" cy="5577840"/>
          </a:xfrm>
          <a:prstGeom prst="rect">
            <a:avLst/>
          </a:prstGeom>
        </p:spPr>
      </p:pic>
      <p:sp>
        <p:nvSpPr>
          <p:cNvPr id="4" name="Footer Placeholder 3">
            <a:extLst>
              <a:ext uri="{FF2B5EF4-FFF2-40B4-BE49-F238E27FC236}">
                <a16:creationId xmlns:a16="http://schemas.microsoft.com/office/drawing/2014/main" id="{8BD19AAF-6042-D941-963B-541E2E13CF6B}"/>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t>Copyright 2021 FosterThomas</a:t>
            </a:r>
          </a:p>
        </p:txBody>
      </p:sp>
    </p:spTree>
    <p:extLst>
      <p:ext uri="{BB962C8B-B14F-4D97-AF65-F5344CB8AC3E}">
        <p14:creationId xmlns:p14="http://schemas.microsoft.com/office/powerpoint/2010/main" val="8190514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lowchart: Document 9">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3D4EA6-4F4B-6F4A-B6D7-99D1E2003FC4}"/>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a:solidFill>
                  <a:srgbClr val="FFFFFF"/>
                </a:solidFill>
                <a:latin typeface="+mj-lt"/>
                <a:ea typeface="+mj-ea"/>
                <a:cs typeface="+mj-cs"/>
              </a:rPr>
              <a:t>Practice</a:t>
            </a:r>
          </a:p>
        </p:txBody>
      </p:sp>
      <p:pic>
        <p:nvPicPr>
          <p:cNvPr id="5" name="Untitled design" descr="Untitled design">
            <a:hlinkClick r:id="" action="ppaction://media"/>
            <a:extLst>
              <a:ext uri="{FF2B5EF4-FFF2-40B4-BE49-F238E27FC236}">
                <a16:creationId xmlns:a16="http://schemas.microsoft.com/office/drawing/2014/main" id="{7B65156E-2B2D-FD44-A359-F6547FC63DC0}"/>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4551065" y="640080"/>
            <a:ext cx="6661273" cy="5578816"/>
          </a:xfrm>
          <a:prstGeom prst="rect">
            <a:avLst/>
          </a:prstGeom>
        </p:spPr>
      </p:pic>
      <p:sp>
        <p:nvSpPr>
          <p:cNvPr id="4" name="Footer Placeholder 3">
            <a:extLst>
              <a:ext uri="{FF2B5EF4-FFF2-40B4-BE49-F238E27FC236}">
                <a16:creationId xmlns:a16="http://schemas.microsoft.com/office/drawing/2014/main" id="{566BF825-3EA7-594A-8688-3FA529A1B18C}"/>
              </a:ext>
            </a:extLst>
          </p:cNvPr>
          <p:cNvSpPr>
            <a:spLocks noGrp="1"/>
          </p:cNvSpPr>
          <p:nvPr>
            <p:ph type="ftr" sz="quarter" idx="11"/>
          </p:nvPr>
        </p:nvSpPr>
        <p:spPr>
          <a:xfrm>
            <a:off x="838200" y="6356350"/>
            <a:ext cx="5960951" cy="365125"/>
          </a:xfrm>
          <a:noFill/>
        </p:spPr>
        <p:txBody>
          <a:bodyPr vert="horz" lIns="91440" tIns="45720" rIns="91440" bIns="45720" rtlCol="0" anchor="ctr">
            <a:normAutofit/>
          </a:bodyPr>
          <a:lstStyle/>
          <a:p>
            <a:pPr algn="l">
              <a:spcAft>
                <a:spcPts val="600"/>
              </a:spcAft>
            </a:pPr>
            <a:r>
              <a:rPr lang="en-US" kern="1200" dirty="0">
                <a:solidFill>
                  <a:schemeClr val="tx1">
                    <a:tint val="75000"/>
                  </a:schemeClr>
                </a:solidFill>
                <a:latin typeface="+mn-lt"/>
                <a:ea typeface="+mn-ea"/>
                <a:cs typeface="+mn-cs"/>
              </a:rPr>
              <a:t>Copyright 2022 </a:t>
            </a:r>
            <a:r>
              <a:rPr lang="en-US" kern="1200" dirty="0" err="1">
                <a:solidFill>
                  <a:schemeClr val="tx1">
                    <a:tint val="75000"/>
                  </a:schemeClr>
                </a:solidFill>
                <a:latin typeface="+mn-lt"/>
                <a:ea typeface="+mn-ea"/>
                <a:cs typeface="+mn-cs"/>
              </a:rPr>
              <a:t>FosterThomas</a:t>
            </a:r>
            <a:endParaRPr lang="en-US" kern="1200" dirty="0">
              <a:solidFill>
                <a:schemeClr val="tx1">
                  <a:tint val="75000"/>
                </a:schemeClr>
              </a:solidFill>
              <a:latin typeface="+mn-lt"/>
              <a:ea typeface="+mn-ea"/>
              <a:cs typeface="+mn-cs"/>
            </a:endParaRPr>
          </a:p>
        </p:txBody>
      </p:sp>
    </p:spTree>
    <p:extLst>
      <p:ext uri="{BB962C8B-B14F-4D97-AF65-F5344CB8AC3E}">
        <p14:creationId xmlns:p14="http://schemas.microsoft.com/office/powerpoint/2010/main" val="2110593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667"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58A6E2A-7DAB-8D47-8F77-FDE13934A871}"/>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Grow Matrix</a:t>
            </a:r>
          </a:p>
        </p:txBody>
      </p:sp>
      <p:sp>
        <p:nvSpPr>
          <p:cNvPr id="4" name="Footer Placeholder 3">
            <a:extLst>
              <a:ext uri="{FF2B5EF4-FFF2-40B4-BE49-F238E27FC236}">
                <a16:creationId xmlns:a16="http://schemas.microsoft.com/office/drawing/2014/main" id="{2D48B337-B5AF-654B-8EAE-88A36EA92052}"/>
              </a:ext>
            </a:extLst>
          </p:cNvPr>
          <p:cNvSpPr>
            <a:spLocks noGrp="1"/>
          </p:cNvSpPr>
          <p:nvPr>
            <p:ph type="ftr" sz="quarter" idx="11"/>
          </p:nvPr>
        </p:nvSpPr>
        <p:spPr>
          <a:xfrm rot="5400000">
            <a:off x="-1828800" y="1984248"/>
            <a:ext cx="41148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alibri" panose="020F0502020204030204"/>
                <a:ea typeface="+mn-ea"/>
                <a:cs typeface="+mn-cs"/>
              </a:rPr>
              <a:t>Copyright 2022 </a:t>
            </a:r>
            <a:r>
              <a:rPr kumimoji="0" lang="en-US" sz="1100" b="0" i="0" u="none" strike="noStrike" kern="1200" cap="none" spc="0" normalizeH="0" baseline="0" noProof="0" dirty="0" err="1">
                <a:ln>
                  <a:noFill/>
                </a:ln>
                <a:solidFill>
                  <a:srgbClr val="FFFFFF"/>
                </a:solidFill>
                <a:effectLst/>
                <a:uLnTx/>
                <a:uFillTx/>
                <a:latin typeface="Calibri" panose="020F0502020204030204"/>
                <a:ea typeface="+mn-ea"/>
                <a:cs typeface="+mn-cs"/>
              </a:rPr>
              <a:t>FosterThomas</a:t>
            </a:r>
            <a:endParaRPr kumimoji="0" lang="en-US" sz="11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aphicFrame>
        <p:nvGraphicFramePr>
          <p:cNvPr id="8" name="Content Placeholder 5">
            <a:extLst>
              <a:ext uri="{FF2B5EF4-FFF2-40B4-BE49-F238E27FC236}">
                <a16:creationId xmlns:a16="http://schemas.microsoft.com/office/drawing/2014/main" id="{2F3452BE-8ABE-478C-9D6C-2041AFB0081D}"/>
              </a:ext>
            </a:extLst>
          </p:cNvPr>
          <p:cNvGraphicFramePr>
            <a:graphicFrameLocks noGrp="1"/>
          </p:cNvGraphicFramePr>
          <p:nvPr>
            <p:ph idx="1"/>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996738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A89C0-30FE-0D47-8185-34819F767ED0}"/>
              </a:ext>
            </a:extLst>
          </p:cNvPr>
          <p:cNvSpPr>
            <a:spLocks noGrp="1"/>
          </p:cNvSpPr>
          <p:nvPr>
            <p:ph type="title"/>
          </p:nvPr>
        </p:nvSpPr>
        <p:spPr>
          <a:xfrm>
            <a:off x="6053668" y="803325"/>
            <a:ext cx="5314536" cy="1325563"/>
          </a:xfrm>
        </p:spPr>
        <p:txBody>
          <a:bodyPr>
            <a:normAutofit/>
          </a:bodyPr>
          <a:lstStyle/>
          <a:p>
            <a:r>
              <a:rPr lang="en-US"/>
              <a:t>3 Types of Listening</a:t>
            </a:r>
          </a:p>
        </p:txBody>
      </p:sp>
      <p:sp>
        <p:nvSpPr>
          <p:cNvPr id="24" name="Freeform: Shape 20">
            <a:extLst>
              <a:ext uri="{FF2B5EF4-FFF2-40B4-BE49-F238E27FC236}">
                <a16:creationId xmlns:a16="http://schemas.microsoft.com/office/drawing/2014/main" id="{E0D60ECE-8986-45DC-B7FE-EC7699B46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438829" cy="5840278"/>
          </a:xfrm>
          <a:custGeom>
            <a:avLst/>
            <a:gdLst>
              <a:gd name="connsiteX0" fmla="*/ 0 w 5438829"/>
              <a:gd name="connsiteY0" fmla="*/ 0 h 5840278"/>
              <a:gd name="connsiteX1" fmla="*/ 4466700 w 5438829"/>
              <a:gd name="connsiteY1" fmla="*/ 0 h 5840278"/>
              <a:gd name="connsiteX2" fmla="*/ 4652178 w 5438829"/>
              <a:gd name="connsiteY2" fmla="*/ 204077 h 5840278"/>
              <a:gd name="connsiteX3" fmla="*/ 5438829 w 5438829"/>
              <a:gd name="connsiteY3" fmla="*/ 2395363 h 5840278"/>
              <a:gd name="connsiteX4" fmla="*/ 1993914 w 5438829"/>
              <a:gd name="connsiteY4" fmla="*/ 5840278 h 5840278"/>
              <a:gd name="connsiteX5" fmla="*/ 67829 w 5438829"/>
              <a:gd name="connsiteY5" fmla="*/ 5251941 h 5840278"/>
              <a:gd name="connsiteX6" fmla="*/ 0 w 5438829"/>
              <a:gd name="connsiteY6" fmla="*/ 5201220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38829" h="5840278">
                <a:moveTo>
                  <a:pt x="0" y="0"/>
                </a:moveTo>
                <a:lnTo>
                  <a:pt x="4466700" y="0"/>
                </a:lnTo>
                <a:lnTo>
                  <a:pt x="4652178" y="204077"/>
                </a:lnTo>
                <a:cubicBezTo>
                  <a:pt x="5143616" y="799562"/>
                  <a:pt x="5438829" y="1562987"/>
                  <a:pt x="5438829" y="2395363"/>
                </a:cubicBezTo>
                <a:cubicBezTo>
                  <a:pt x="5438829" y="4297937"/>
                  <a:pt x="3896488" y="5840278"/>
                  <a:pt x="1993914" y="5840278"/>
                </a:cubicBezTo>
                <a:cubicBezTo>
                  <a:pt x="1280449" y="5840278"/>
                  <a:pt x="617641" y="5623387"/>
                  <a:pt x="67829" y="5251941"/>
                </a:cubicBezTo>
                <a:lnTo>
                  <a:pt x="0" y="520122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Shape 22">
            <a:extLst>
              <a:ext uri="{FF2B5EF4-FFF2-40B4-BE49-F238E27FC236}">
                <a16:creationId xmlns:a16="http://schemas.microsoft.com/office/drawing/2014/main" id="{96964194-5878-40D2-8EC0-DDC58387F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269134" cy="5654940"/>
          </a:xfrm>
          <a:custGeom>
            <a:avLst/>
            <a:gdLst>
              <a:gd name="connsiteX0" fmla="*/ 0 w 5269134"/>
              <a:gd name="connsiteY0" fmla="*/ 0 h 5654940"/>
              <a:gd name="connsiteX1" fmla="*/ 4227767 w 5269134"/>
              <a:gd name="connsiteY1" fmla="*/ 0 h 5654940"/>
              <a:gd name="connsiteX2" fmla="*/ 4312042 w 5269134"/>
              <a:gd name="connsiteY2" fmla="*/ 76595 h 5654940"/>
              <a:gd name="connsiteX3" fmla="*/ 5269134 w 5269134"/>
              <a:gd name="connsiteY3" fmla="*/ 2387221 h 5654940"/>
              <a:gd name="connsiteX4" fmla="*/ 2001415 w 5269134"/>
              <a:gd name="connsiteY4" fmla="*/ 5654940 h 5654940"/>
              <a:gd name="connsiteX5" fmla="*/ 198928 w 5269134"/>
              <a:gd name="connsiteY5" fmla="*/ 5113274 h 5654940"/>
              <a:gd name="connsiteX6" fmla="*/ 0 w 5269134"/>
              <a:gd name="connsiteY6" fmla="*/ 4969563 h 565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9134" h="5654940">
                <a:moveTo>
                  <a:pt x="0" y="0"/>
                </a:moveTo>
                <a:lnTo>
                  <a:pt x="4227767" y="0"/>
                </a:lnTo>
                <a:lnTo>
                  <a:pt x="4312042" y="76595"/>
                </a:lnTo>
                <a:cubicBezTo>
                  <a:pt x="4903383" y="667936"/>
                  <a:pt x="5269134" y="1484866"/>
                  <a:pt x="5269134" y="2387221"/>
                </a:cubicBezTo>
                <a:cubicBezTo>
                  <a:pt x="5269134" y="4191932"/>
                  <a:pt x="3806126" y="5654940"/>
                  <a:pt x="2001415" y="5654940"/>
                </a:cubicBezTo>
                <a:cubicBezTo>
                  <a:pt x="1335223" y="5654940"/>
                  <a:pt x="715593" y="5455584"/>
                  <a:pt x="198928" y="5113274"/>
                </a:cubicBezTo>
                <a:lnTo>
                  <a:pt x="0" y="496956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5" name="Graphic 17" descr="Ear">
            <a:extLst>
              <a:ext uri="{FF2B5EF4-FFF2-40B4-BE49-F238E27FC236}">
                <a16:creationId xmlns:a16="http://schemas.microsoft.com/office/drawing/2014/main" id="{8AB09F39-ACA8-4A56-A3B8-42C8D514B79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1733" y="543135"/>
            <a:ext cx="3835488" cy="3835488"/>
          </a:xfrm>
          <a:prstGeom prst="rect">
            <a:avLst/>
          </a:prstGeom>
        </p:spPr>
      </p:pic>
      <p:sp>
        <p:nvSpPr>
          <p:cNvPr id="3" name="Content Placeholder 2">
            <a:extLst>
              <a:ext uri="{FF2B5EF4-FFF2-40B4-BE49-F238E27FC236}">
                <a16:creationId xmlns:a16="http://schemas.microsoft.com/office/drawing/2014/main" id="{1DB9F37B-C318-7C46-B5F0-4BE5656BABE1}"/>
              </a:ext>
            </a:extLst>
          </p:cNvPr>
          <p:cNvSpPr>
            <a:spLocks noGrp="1"/>
          </p:cNvSpPr>
          <p:nvPr>
            <p:ph idx="1"/>
          </p:nvPr>
        </p:nvSpPr>
        <p:spPr>
          <a:xfrm>
            <a:off x="6053667" y="2279018"/>
            <a:ext cx="5314543" cy="3375920"/>
          </a:xfrm>
        </p:spPr>
        <p:txBody>
          <a:bodyPr anchor="t">
            <a:normAutofit/>
          </a:bodyPr>
          <a:lstStyle/>
          <a:p>
            <a:r>
              <a:rPr lang="en-US" sz="1800"/>
              <a:t>Subjective Listening :</a:t>
            </a:r>
          </a:p>
          <a:p>
            <a:pPr lvl="1" fontAlgn="base"/>
            <a:r>
              <a:rPr lang="en-US" sz="1800"/>
              <a:t>Listening based on the agenda or needs of the listener</a:t>
            </a:r>
          </a:p>
          <a:p>
            <a:r>
              <a:rPr lang="en-US" sz="1800"/>
              <a:t>Objective Listening:</a:t>
            </a:r>
          </a:p>
          <a:p>
            <a:pPr lvl="1" fontAlgn="base"/>
            <a:r>
              <a:rPr lang="en-US" sz="1800"/>
              <a:t>Completely focused on the person who is speaking, what they are saying, and the perspective they are coming from</a:t>
            </a:r>
          </a:p>
          <a:p>
            <a:r>
              <a:rPr lang="en-US" sz="1800"/>
              <a:t>Active Listening (aka Empathetic or Intuitive):</a:t>
            </a:r>
          </a:p>
          <a:p>
            <a:pPr lvl="1" fontAlgn="base"/>
            <a:r>
              <a:rPr lang="en-US" sz="1800"/>
              <a:t>Listener is hearing all sensory components and connecting to the speaker’s real message</a:t>
            </a:r>
          </a:p>
          <a:p>
            <a:pPr marL="457200" lvl="1" indent="0">
              <a:buNone/>
            </a:pPr>
            <a:endParaRPr lang="en-US" sz="1800"/>
          </a:p>
          <a:p>
            <a:pPr lvl="1"/>
            <a:endParaRPr lang="en-US" sz="1800"/>
          </a:p>
        </p:txBody>
      </p:sp>
      <p:sp>
        <p:nvSpPr>
          <p:cNvPr id="4" name="Footer Placeholder 3">
            <a:extLst>
              <a:ext uri="{FF2B5EF4-FFF2-40B4-BE49-F238E27FC236}">
                <a16:creationId xmlns:a16="http://schemas.microsoft.com/office/drawing/2014/main" id="{51DE35BC-8108-024D-AC39-868E55F82891}"/>
              </a:ext>
            </a:extLst>
          </p:cNvPr>
          <p:cNvSpPr>
            <a:spLocks noGrp="1"/>
          </p:cNvSpPr>
          <p:nvPr>
            <p:ph type="ftr" sz="quarter" idx="11"/>
          </p:nvPr>
        </p:nvSpPr>
        <p:spPr>
          <a:xfrm>
            <a:off x="6053666" y="6199632"/>
            <a:ext cx="4802755" cy="365760"/>
          </a:xfrm>
        </p:spPr>
        <p:txBody>
          <a:bodyPr>
            <a:normAutofit/>
          </a:bodyPr>
          <a:lstStyle/>
          <a:p>
            <a:pPr marL="0" marR="0" lvl="0" indent="0" algn="r" defTabSz="914400" rtl="0" eaLnBrk="1" fontAlgn="auto" latinLnBrk="0" hangingPunct="1">
              <a:spcBef>
                <a:spcPts val="0"/>
              </a:spcBef>
              <a:spcAft>
                <a:spcPts val="600"/>
              </a:spcAft>
              <a:buClrTx/>
              <a:buSzTx/>
              <a:buFontTx/>
              <a:buNone/>
              <a:tabLst/>
              <a:defRPr/>
            </a:pPr>
            <a:r>
              <a:rPr kumimoji="0" lang="en-US" sz="1100" b="0" i="0" u="none" strike="noStrike" kern="1200" cap="none" spc="0" normalizeH="0" baseline="0" noProof="0">
                <a:ln>
                  <a:noFill/>
                </a:ln>
                <a:solidFill>
                  <a:schemeClr val="tx1">
                    <a:alpha val="80000"/>
                  </a:schemeClr>
                </a:solidFill>
                <a:effectLst/>
                <a:uLnTx/>
                <a:uFillTx/>
                <a:latin typeface="Calibri" panose="020F0502020204030204"/>
                <a:ea typeface="+mn-ea"/>
                <a:cs typeface="+mn-cs"/>
              </a:rPr>
              <a:t>Copyright 2022 FosterThomas</a:t>
            </a:r>
          </a:p>
        </p:txBody>
      </p:sp>
    </p:spTree>
    <p:extLst>
      <p:ext uri="{BB962C8B-B14F-4D97-AF65-F5344CB8AC3E}">
        <p14:creationId xmlns:p14="http://schemas.microsoft.com/office/powerpoint/2010/main" val="285610178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6355CF0-422E-4E6A-95EA-261971F670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DE08B8-840E-E042-B5E4-0C4DE02E45A8}"/>
              </a:ext>
            </a:extLst>
          </p:cNvPr>
          <p:cNvSpPr>
            <a:spLocks noGrp="1"/>
          </p:cNvSpPr>
          <p:nvPr>
            <p:ph type="title"/>
          </p:nvPr>
        </p:nvSpPr>
        <p:spPr>
          <a:xfrm>
            <a:off x="1106557" y="637953"/>
            <a:ext cx="7659688" cy="3189507"/>
          </a:xfrm>
        </p:spPr>
        <p:txBody>
          <a:bodyPr vert="horz" lIns="91440" tIns="45720" rIns="91440" bIns="45720" rtlCol="0" anchor="b">
            <a:normAutofit/>
          </a:bodyPr>
          <a:lstStyle/>
          <a:p>
            <a:r>
              <a:rPr lang="en-US" sz="8000" kern="1200">
                <a:solidFill>
                  <a:schemeClr val="tx1">
                    <a:lumMod val="75000"/>
                    <a:lumOff val="25000"/>
                  </a:schemeClr>
                </a:solidFill>
                <a:latin typeface="+mj-lt"/>
                <a:ea typeface="+mj-ea"/>
                <a:cs typeface="+mj-cs"/>
              </a:rPr>
              <a:t>Q&amp;A</a:t>
            </a:r>
          </a:p>
        </p:txBody>
      </p:sp>
      <p:sp>
        <p:nvSpPr>
          <p:cNvPr id="12" name="Freeform 5">
            <a:extLst>
              <a:ext uri="{FF2B5EF4-FFF2-40B4-BE49-F238E27FC236}">
                <a16:creationId xmlns:a16="http://schemas.microsoft.com/office/drawing/2014/main" id="{8AA5B50B-519E-4763-9EFB-2C80373D1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789091" y="4356608"/>
            <a:ext cx="542047" cy="1997227"/>
          </a:xfrm>
          <a:custGeom>
            <a:avLst/>
            <a:gdLst>
              <a:gd name="T0" fmla="*/ 491 w 491"/>
              <a:gd name="T1" fmla="*/ 2247 h 2732"/>
              <a:gd name="T2" fmla="*/ 0 w 491"/>
              <a:gd name="T3" fmla="*/ 2732 h 2732"/>
              <a:gd name="T4" fmla="*/ 0 w 491"/>
              <a:gd name="T5" fmla="*/ 486 h 2732"/>
              <a:gd name="T6" fmla="*/ 491 w 491"/>
              <a:gd name="T7" fmla="*/ 0 h 2732"/>
              <a:gd name="T8" fmla="*/ 491 w 491"/>
              <a:gd name="T9" fmla="*/ 2247 h 2732"/>
            </a:gdLst>
            <a:ahLst/>
            <a:cxnLst>
              <a:cxn ang="0">
                <a:pos x="T0" y="T1"/>
              </a:cxn>
              <a:cxn ang="0">
                <a:pos x="T2" y="T3"/>
              </a:cxn>
              <a:cxn ang="0">
                <a:pos x="T4" y="T5"/>
              </a:cxn>
              <a:cxn ang="0">
                <a:pos x="T6" y="T7"/>
              </a:cxn>
              <a:cxn ang="0">
                <a:pos x="T8" y="T9"/>
              </a:cxn>
            </a:cxnLst>
            <a:rect l="0" t="0" r="r" b="b"/>
            <a:pathLst>
              <a:path w="491" h="2732">
                <a:moveTo>
                  <a:pt x="491" y="2247"/>
                </a:moveTo>
                <a:lnTo>
                  <a:pt x="0" y="2732"/>
                </a:lnTo>
                <a:lnTo>
                  <a:pt x="0" y="486"/>
                </a:lnTo>
                <a:lnTo>
                  <a:pt x="491" y="0"/>
                </a:lnTo>
                <a:lnTo>
                  <a:pt x="491" y="224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4" name="Freeform 6">
            <a:extLst>
              <a:ext uri="{FF2B5EF4-FFF2-40B4-BE49-F238E27FC236}">
                <a16:creationId xmlns:a16="http://schemas.microsoft.com/office/drawing/2014/main" id="{298FD7FF-CB14-4A07-B879-0731A18473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783841" y="4214476"/>
            <a:ext cx="369761" cy="1783236"/>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7">
            <a:extLst>
              <a:ext uri="{FF2B5EF4-FFF2-40B4-BE49-F238E27FC236}">
                <a16:creationId xmlns:a16="http://schemas.microsoft.com/office/drawing/2014/main" id="{CA0D5741-1590-4555-A7A7-DC9B4E2E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951746" y="4122185"/>
            <a:ext cx="201857" cy="1727743"/>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
            <a:extLst>
              <a:ext uri="{FF2B5EF4-FFF2-40B4-BE49-F238E27FC236}">
                <a16:creationId xmlns:a16="http://schemas.microsoft.com/office/drawing/2014/main" id="{3E9C0339-B0D3-40BA-96EF-3C1DB738AE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726820" y="4214476"/>
            <a:ext cx="339126" cy="1783236"/>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7">
            <a:extLst>
              <a:ext uri="{FF2B5EF4-FFF2-40B4-BE49-F238E27FC236}">
                <a16:creationId xmlns:a16="http://schemas.microsoft.com/office/drawing/2014/main" id="{A4B9A42A-C5B8-4470-8743-670E344205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728739" y="4122186"/>
            <a:ext cx="201857" cy="1727743"/>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Rectangle 8">
            <a:extLst>
              <a:ext uri="{FF2B5EF4-FFF2-40B4-BE49-F238E27FC236}">
                <a16:creationId xmlns:a16="http://schemas.microsoft.com/office/drawing/2014/main" id="{EDB12AFC-55F8-4AE8-9351-0F38D0C5D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951447" y="4122187"/>
            <a:ext cx="7978524" cy="1647877"/>
          </a:xfrm>
          <a:prstGeom prst="rect">
            <a:avLst/>
          </a:pr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Rectangle 8">
            <a:extLst>
              <a:ext uri="{FF2B5EF4-FFF2-40B4-BE49-F238E27FC236}">
                <a16:creationId xmlns:a16="http://schemas.microsoft.com/office/drawing/2014/main" id="{C58506DD-7B3D-4594-846B-F78590BE9F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9065946" y="4356608"/>
            <a:ext cx="3122079" cy="1641104"/>
          </a:xfrm>
          <a:prstGeom prst="rect">
            <a:avLst/>
          </a:pr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 name="Footer Placeholder 4">
            <a:extLst>
              <a:ext uri="{FF2B5EF4-FFF2-40B4-BE49-F238E27FC236}">
                <a16:creationId xmlns:a16="http://schemas.microsoft.com/office/drawing/2014/main" id="{1615F0A0-DBEC-6D49-A303-D633A73B36AE}"/>
              </a:ext>
            </a:extLst>
          </p:cNvPr>
          <p:cNvSpPr>
            <a:spLocks noGrp="1"/>
          </p:cNvSpPr>
          <p:nvPr>
            <p:ph type="ftr" sz="quarter" idx="11"/>
          </p:nvPr>
        </p:nvSpPr>
        <p:spPr>
          <a:xfrm>
            <a:off x="1495730" y="6382512"/>
            <a:ext cx="6057214" cy="320040"/>
          </a:xfrm>
        </p:spPr>
        <p:txBody>
          <a:bodyPr vert="horz" lIns="91440" tIns="45720" rIns="91440" bIns="45720" rtlCol="0" anchor="ctr">
            <a:normAutofit/>
          </a:bodyPr>
          <a:lstStyle/>
          <a:p>
            <a:pPr algn="l">
              <a:spcAft>
                <a:spcPts val="600"/>
              </a:spcAft>
            </a:pPr>
            <a:r>
              <a:rPr lang="en-US" sz="1000" kern="1200" dirty="0">
                <a:solidFill>
                  <a:schemeClr val="tx1">
                    <a:tint val="75000"/>
                  </a:schemeClr>
                </a:solidFill>
                <a:latin typeface="+mn-lt"/>
                <a:ea typeface="+mn-ea"/>
                <a:cs typeface="+mn-cs"/>
              </a:rPr>
              <a:t>Copyright 2022 </a:t>
            </a:r>
            <a:r>
              <a:rPr lang="en-US" sz="1000" kern="1200" dirty="0" err="1">
                <a:solidFill>
                  <a:schemeClr val="tx1">
                    <a:tint val="75000"/>
                  </a:schemeClr>
                </a:solidFill>
                <a:latin typeface="+mn-lt"/>
                <a:ea typeface="+mn-ea"/>
                <a:cs typeface="+mn-cs"/>
              </a:rPr>
              <a:t>FosterThomas</a:t>
            </a:r>
            <a:endParaRPr lang="en-US" sz="1000" kern="1200" dirty="0">
              <a:solidFill>
                <a:schemeClr val="tx1">
                  <a:tint val="75000"/>
                </a:schemeClr>
              </a:solidFill>
              <a:latin typeface="+mn-lt"/>
              <a:ea typeface="+mn-ea"/>
              <a:cs typeface="+mn-cs"/>
            </a:endParaRPr>
          </a:p>
        </p:txBody>
      </p:sp>
    </p:spTree>
    <p:extLst>
      <p:ext uri="{BB962C8B-B14F-4D97-AF65-F5344CB8AC3E}">
        <p14:creationId xmlns:p14="http://schemas.microsoft.com/office/powerpoint/2010/main" val="13583378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5E7492D-E8E9-1D4C-9828-2CE3AF3DBB10}"/>
              </a:ext>
            </a:extLst>
          </p:cNvPr>
          <p:cNvSpPr/>
          <p:nvPr/>
        </p:nvSpPr>
        <p:spPr>
          <a:xfrm>
            <a:off x="0" y="4782"/>
            <a:ext cx="4678680" cy="68075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E935DE-37B7-5840-B406-5E15D9ABABB1}"/>
              </a:ext>
            </a:extLst>
          </p:cNvPr>
          <p:cNvSpPr>
            <a:spLocks noGrp="1"/>
          </p:cNvSpPr>
          <p:nvPr>
            <p:ph type="title"/>
          </p:nvPr>
        </p:nvSpPr>
        <p:spPr>
          <a:xfrm>
            <a:off x="358140" y="2279648"/>
            <a:ext cx="3870960" cy="1677035"/>
          </a:xfrm>
        </p:spPr>
        <p:txBody>
          <a:bodyPr/>
          <a:lstStyle/>
          <a:p>
            <a:pPr algn="ctr"/>
            <a:r>
              <a:rPr lang="en-US" dirty="0">
                <a:solidFill>
                  <a:schemeClr val="bg1"/>
                </a:solidFill>
              </a:rPr>
              <a:t>Contact Info</a:t>
            </a:r>
          </a:p>
        </p:txBody>
      </p:sp>
      <p:sp>
        <p:nvSpPr>
          <p:cNvPr id="5" name="Footer Placeholder 4">
            <a:extLst>
              <a:ext uri="{FF2B5EF4-FFF2-40B4-BE49-F238E27FC236}">
                <a16:creationId xmlns:a16="http://schemas.microsoft.com/office/drawing/2014/main" id="{A76FFE74-3093-044E-8141-97E9162E734B}"/>
              </a:ext>
            </a:extLst>
          </p:cNvPr>
          <p:cNvSpPr>
            <a:spLocks noGrp="1"/>
          </p:cNvSpPr>
          <p:nvPr>
            <p:ph type="ftr" sz="quarter" idx="11"/>
          </p:nvPr>
        </p:nvSpPr>
        <p:spPr/>
        <p:txBody>
          <a:bodyPr/>
          <a:lstStyle/>
          <a:p>
            <a:r>
              <a:rPr lang="en-US" dirty="0"/>
              <a:t>Copyright 2022 </a:t>
            </a:r>
            <a:r>
              <a:rPr lang="en-US" dirty="0" err="1"/>
              <a:t>FosterThomas</a:t>
            </a:r>
            <a:endParaRPr lang="en-US" dirty="0"/>
          </a:p>
        </p:txBody>
      </p:sp>
      <p:sp>
        <p:nvSpPr>
          <p:cNvPr id="8" name="Rectangle 6">
            <a:hlinkClick r:id="rId3" tooltip="https://www.fosterthomas.com/"/>
            <a:extLst>
              <a:ext uri="{FF2B5EF4-FFF2-40B4-BE49-F238E27FC236}">
                <a16:creationId xmlns:a16="http://schemas.microsoft.com/office/drawing/2014/main" id="{1DB253C0-AC99-BD4D-ACBF-950B588F1CB1}"/>
              </a:ext>
            </a:extLst>
          </p:cNvPr>
          <p:cNvSpPr>
            <a:spLocks noChangeArrowheads="1"/>
          </p:cNvSpPr>
          <p:nvPr/>
        </p:nvSpPr>
        <p:spPr bwMode="auto">
          <a:xfrm>
            <a:off x="0" y="1009649"/>
            <a:ext cx="920496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4" name="Rectangle 13">
            <a:extLst>
              <a:ext uri="{FF2B5EF4-FFF2-40B4-BE49-F238E27FC236}">
                <a16:creationId xmlns:a16="http://schemas.microsoft.com/office/drawing/2014/main" id="{C0810C28-48A3-CA40-9F5B-5725D9EE22C5}"/>
              </a:ext>
            </a:extLst>
          </p:cNvPr>
          <p:cNvSpPr/>
          <p:nvPr/>
        </p:nvSpPr>
        <p:spPr>
          <a:xfrm>
            <a:off x="5257800" y="1520785"/>
            <a:ext cx="6096000" cy="1908215"/>
          </a:xfrm>
          <a:prstGeom prst="rect">
            <a:avLst/>
          </a:prstGeom>
        </p:spPr>
        <p:txBody>
          <a:bodyPr>
            <a:spAutoFit/>
          </a:bodyPr>
          <a:lstStyle/>
          <a:p>
            <a:pPr lvl="0" eaLnBrk="0" fontAlgn="base" hangingPunct="0">
              <a:spcBef>
                <a:spcPct val="0"/>
              </a:spcBef>
              <a:spcAft>
                <a:spcPct val="0"/>
              </a:spcAft>
            </a:pPr>
            <a:r>
              <a:rPr lang="en-US" altLang="en-US" b="1" dirty="0">
                <a:solidFill>
                  <a:srgbClr val="1F3864"/>
                </a:solidFill>
                <a:latin typeface="Arial" panose="020B0604020202020204" pitchFamily="34" charset="0"/>
                <a:ea typeface="Times New Roman" panose="02020603050405020304" pitchFamily="18" charset="0"/>
                <a:cs typeface="Arial" panose="020B0604020202020204" pitchFamily="34" charset="0"/>
              </a:rPr>
              <a:t>Rachel Carey-</a:t>
            </a:r>
            <a:r>
              <a:rPr lang="en-US" altLang="en-US" b="1" dirty="0" err="1">
                <a:solidFill>
                  <a:srgbClr val="1F3864"/>
                </a:solidFill>
                <a:latin typeface="Arial" panose="020B0604020202020204" pitchFamily="34" charset="0"/>
                <a:ea typeface="Times New Roman" panose="02020603050405020304" pitchFamily="18" charset="0"/>
                <a:cs typeface="Arial" panose="020B0604020202020204" pitchFamily="34" charset="0"/>
              </a:rPr>
              <a:t>McElwaney</a:t>
            </a:r>
            <a:endParaRPr lang="en-US" altLang="en-US" dirty="0"/>
          </a:p>
          <a:p>
            <a:pPr lvl="0" eaLnBrk="0" fontAlgn="base" hangingPunct="0">
              <a:spcBef>
                <a:spcPct val="0"/>
              </a:spcBef>
              <a:spcAft>
                <a:spcPct val="0"/>
              </a:spcAft>
            </a:pPr>
            <a:r>
              <a:rPr lang="en-US" altLang="en-US" b="1" dirty="0">
                <a:solidFill>
                  <a:srgbClr val="1F3864"/>
                </a:solidFill>
                <a:latin typeface="Arial" panose="020B0604020202020204" pitchFamily="34" charset="0"/>
                <a:ea typeface="Times New Roman" panose="02020603050405020304" pitchFamily="18" charset="0"/>
                <a:cs typeface="Arial" panose="020B0604020202020204" pitchFamily="34" charset="0"/>
              </a:rPr>
              <a:t>HR Consultant and Leadership Coach</a:t>
            </a:r>
            <a:br>
              <a:rPr lang="en-US" altLang="en-US" sz="1400" dirty="0">
                <a:solidFill>
                  <a:srgbClr val="1F3864"/>
                </a:solidFill>
                <a:latin typeface="Arial" panose="020B0604020202020204" pitchFamily="34" charset="0"/>
                <a:ea typeface="Times New Roman" panose="02020603050405020304" pitchFamily="18" charset="0"/>
                <a:cs typeface="Arial" panose="020B0604020202020204" pitchFamily="34" charset="0"/>
              </a:rPr>
            </a:br>
            <a:r>
              <a:rPr lang="en-US" altLang="en-US" sz="1400" dirty="0" err="1">
                <a:solidFill>
                  <a:srgbClr val="1F3864"/>
                </a:solidFill>
                <a:latin typeface="Arial" panose="020B0604020202020204" pitchFamily="34" charset="0"/>
                <a:ea typeface="Times New Roman" panose="02020603050405020304" pitchFamily="18" charset="0"/>
                <a:cs typeface="Arial" panose="020B0604020202020204" pitchFamily="34" charset="0"/>
              </a:rPr>
              <a:t>FosterThomas</a:t>
            </a:r>
            <a:r>
              <a:rPr lang="en-US" altLang="en-US" sz="1400" dirty="0">
                <a:solidFill>
                  <a:srgbClr val="1F3864"/>
                </a:solidFill>
                <a:latin typeface="Arial" panose="020B0604020202020204" pitchFamily="34" charset="0"/>
                <a:ea typeface="Times New Roman" panose="02020603050405020304" pitchFamily="18" charset="0"/>
                <a:cs typeface="Arial" panose="020B0604020202020204" pitchFamily="34" charset="0"/>
              </a:rPr>
              <a:t>, Inc.</a:t>
            </a:r>
            <a:br>
              <a:rPr lang="en-US" altLang="en-US" sz="1400" dirty="0">
                <a:solidFill>
                  <a:srgbClr val="1F3864"/>
                </a:solidFill>
                <a:latin typeface="Arial" panose="020B0604020202020204" pitchFamily="34" charset="0"/>
                <a:ea typeface="Times New Roman" panose="02020603050405020304" pitchFamily="18" charset="0"/>
                <a:cs typeface="Arial" panose="020B0604020202020204" pitchFamily="34" charset="0"/>
              </a:rPr>
            </a:br>
            <a:r>
              <a:rPr lang="en-US" altLang="en-US" sz="1600" b="1" dirty="0">
                <a:solidFill>
                  <a:srgbClr val="1F3864"/>
                </a:solidFill>
                <a:latin typeface="Calibri" panose="020F0502020204030204" pitchFamily="34" charset="0"/>
                <a:ea typeface="Times New Roman" panose="02020603050405020304" pitchFamily="18" charset="0"/>
                <a:cs typeface="Calibri" panose="020F0502020204030204" pitchFamily="34" charset="0"/>
              </a:rPr>
              <a:t>181 Harry S. Truman Parkway, Suite 110 </a:t>
            </a:r>
            <a:endParaRPr lang="en-US" altLang="en-US" dirty="0"/>
          </a:p>
          <a:p>
            <a:pPr lvl="0" eaLnBrk="0" fontAlgn="base" hangingPunct="0">
              <a:spcBef>
                <a:spcPct val="0"/>
              </a:spcBef>
              <a:spcAft>
                <a:spcPct val="0"/>
              </a:spcAft>
            </a:pPr>
            <a:r>
              <a:rPr lang="en-US" altLang="en-US" sz="1600" b="1" dirty="0">
                <a:solidFill>
                  <a:srgbClr val="1F3864"/>
                </a:solidFill>
                <a:latin typeface="Calibri" panose="020F0502020204030204" pitchFamily="34" charset="0"/>
                <a:ea typeface="Times New Roman" panose="02020603050405020304" pitchFamily="18" charset="0"/>
                <a:cs typeface="Calibri" panose="020F0502020204030204" pitchFamily="34" charset="0"/>
              </a:rPr>
              <a:t>Annapolis, MD 21401</a:t>
            </a:r>
            <a:endParaRPr lang="en-US" altLang="en-US" dirty="0"/>
          </a:p>
          <a:p>
            <a:pPr lvl="0" eaLnBrk="0" fontAlgn="base" hangingPunct="0">
              <a:spcBef>
                <a:spcPct val="0"/>
              </a:spcBef>
              <a:spcAft>
                <a:spcPct val="0"/>
              </a:spcAft>
            </a:pPr>
            <a:r>
              <a:rPr lang="en-US" dirty="0"/>
              <a:t>Phone: </a:t>
            </a:r>
            <a:r>
              <a:rPr lang="en-US" dirty="0">
                <a:hlinkClick r:id="rId4"/>
              </a:rPr>
              <a:t>800.372.3626</a:t>
            </a:r>
            <a:r>
              <a:rPr lang="en-US" dirty="0"/>
              <a:t> </a:t>
            </a:r>
            <a:br>
              <a:rPr lang="en-US" sz="1400" dirty="0"/>
            </a:br>
            <a:r>
              <a:rPr lang="en-US" dirty="0"/>
              <a:t>Email: </a:t>
            </a:r>
            <a:r>
              <a:rPr lang="en-US" dirty="0" err="1"/>
              <a:t>rcarey@fosterthomas.com</a:t>
            </a:r>
            <a:endParaRPr lang="en-US" dirty="0"/>
          </a:p>
        </p:txBody>
      </p:sp>
      <p:pic>
        <p:nvPicPr>
          <p:cNvPr id="16" name="Picture 15" descr="Graphical user interface, text&#10;&#10;Description automatically generated">
            <a:extLst>
              <a:ext uri="{FF2B5EF4-FFF2-40B4-BE49-F238E27FC236}">
                <a16:creationId xmlns:a16="http://schemas.microsoft.com/office/drawing/2014/main" id="{B0062898-AD4D-2C4E-B47C-59AC0614BFED}"/>
              </a:ext>
            </a:extLst>
          </p:cNvPr>
          <p:cNvPicPr>
            <a:picLocks noChangeAspect="1"/>
          </p:cNvPicPr>
          <p:nvPr/>
        </p:nvPicPr>
        <p:blipFill>
          <a:blip r:embed="rId5"/>
          <a:stretch>
            <a:fillRect/>
          </a:stretch>
        </p:blipFill>
        <p:spPr>
          <a:xfrm>
            <a:off x="5257800" y="3439794"/>
            <a:ext cx="2781300" cy="825500"/>
          </a:xfrm>
          <a:prstGeom prst="rect">
            <a:avLst/>
          </a:prstGeom>
        </p:spPr>
      </p:pic>
    </p:spTree>
    <p:extLst>
      <p:ext uri="{BB962C8B-B14F-4D97-AF65-F5344CB8AC3E}">
        <p14:creationId xmlns:p14="http://schemas.microsoft.com/office/powerpoint/2010/main" val="12790745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16">
            <a:extLst>
              <a:ext uri="{FF2B5EF4-FFF2-40B4-BE49-F238E27FC236}">
                <a16:creationId xmlns:a16="http://schemas.microsoft.com/office/drawing/2014/main" id="{029DE7B6-DC7C-4BA1-B406-EDDA0C0A3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
            <a:ext cx="7537704" cy="6858002"/>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98A6293-DC85-B84A-8AB0-A00AFE810634}"/>
              </a:ext>
            </a:extLst>
          </p:cNvPr>
          <p:cNvSpPr>
            <a:spLocks noGrp="1"/>
          </p:cNvSpPr>
          <p:nvPr>
            <p:ph type="ctrTitle"/>
          </p:nvPr>
        </p:nvSpPr>
        <p:spPr>
          <a:xfrm>
            <a:off x="5189620" y="1306071"/>
            <a:ext cx="5478379" cy="2663407"/>
          </a:xfrm>
        </p:spPr>
        <p:txBody>
          <a:bodyPr>
            <a:normAutofit/>
          </a:bodyPr>
          <a:lstStyle/>
          <a:p>
            <a:pPr algn="l"/>
            <a:r>
              <a:rPr lang="en-US" sz="5400" dirty="0">
                <a:solidFill>
                  <a:srgbClr val="FFFFFF"/>
                </a:solidFill>
              </a:rPr>
              <a:t>Success</a:t>
            </a:r>
            <a:br>
              <a:rPr lang="en-US" sz="5400" dirty="0">
                <a:solidFill>
                  <a:srgbClr val="FFFFFF"/>
                </a:solidFill>
              </a:rPr>
            </a:br>
            <a:r>
              <a:rPr lang="en-US" sz="5400" dirty="0">
                <a:solidFill>
                  <a:srgbClr val="FFFFFF"/>
                </a:solidFill>
              </a:rPr>
              <a:t>Leadership</a:t>
            </a:r>
          </a:p>
        </p:txBody>
      </p:sp>
      <p:sp>
        <p:nvSpPr>
          <p:cNvPr id="3" name="Subtitle 2">
            <a:extLst>
              <a:ext uri="{FF2B5EF4-FFF2-40B4-BE49-F238E27FC236}">
                <a16:creationId xmlns:a16="http://schemas.microsoft.com/office/drawing/2014/main" id="{0F9910F9-5453-D942-8B01-D6D5B0634B25}"/>
              </a:ext>
            </a:extLst>
          </p:cNvPr>
          <p:cNvSpPr>
            <a:spLocks noGrp="1"/>
          </p:cNvSpPr>
          <p:nvPr>
            <p:ph type="subTitle" idx="1"/>
          </p:nvPr>
        </p:nvSpPr>
        <p:spPr>
          <a:xfrm>
            <a:off x="5189620" y="4106004"/>
            <a:ext cx="5478380" cy="2113821"/>
          </a:xfrm>
        </p:spPr>
        <p:txBody>
          <a:bodyPr>
            <a:normAutofit fontScale="85000" lnSpcReduction="20000"/>
          </a:bodyPr>
          <a:lstStyle/>
          <a:p>
            <a:pPr algn="l"/>
            <a:r>
              <a:rPr lang="en-US" dirty="0">
                <a:solidFill>
                  <a:srgbClr val="FFFFFF"/>
                </a:solidFill>
              </a:rPr>
              <a:t>Created and Presented by:</a:t>
            </a:r>
          </a:p>
          <a:p>
            <a:pPr algn="l"/>
            <a:r>
              <a:rPr lang="en-US" dirty="0">
                <a:solidFill>
                  <a:srgbClr val="FFFFFF"/>
                </a:solidFill>
              </a:rPr>
              <a:t>Rachel Carey, </a:t>
            </a:r>
            <a:r>
              <a:rPr lang="en-US" sz="2200" dirty="0">
                <a:solidFill>
                  <a:srgbClr val="FFFFFF"/>
                </a:solidFill>
              </a:rPr>
              <a:t>SPHR, ACC </a:t>
            </a:r>
          </a:p>
          <a:p>
            <a:pPr algn="l"/>
            <a:r>
              <a:rPr lang="en-US" dirty="0" err="1">
                <a:solidFill>
                  <a:srgbClr val="FFFFFF"/>
                </a:solidFill>
              </a:rPr>
              <a:t>FosterThomas</a:t>
            </a:r>
            <a:endParaRPr lang="en-US" dirty="0">
              <a:solidFill>
                <a:srgbClr val="FFFFFF"/>
              </a:solidFill>
            </a:endParaRPr>
          </a:p>
          <a:p>
            <a:pPr algn="l"/>
            <a:endParaRPr lang="en-US" dirty="0">
              <a:solidFill>
                <a:srgbClr val="FFFFFF"/>
              </a:solidFill>
            </a:endParaRPr>
          </a:p>
          <a:p>
            <a:pPr algn="l"/>
            <a:r>
              <a:rPr lang="en-US" dirty="0">
                <a:solidFill>
                  <a:srgbClr val="FFFFFF"/>
                </a:solidFill>
              </a:rPr>
              <a:t>For: </a:t>
            </a:r>
          </a:p>
          <a:p>
            <a:pPr algn="l"/>
            <a:r>
              <a:rPr lang="en-US" b="1" dirty="0">
                <a:solidFill>
                  <a:srgbClr val="FFFFFF"/>
                </a:solidFill>
              </a:rPr>
              <a:t>Partners of America</a:t>
            </a:r>
          </a:p>
          <a:p>
            <a:pPr algn="l"/>
            <a:endParaRPr lang="en-US" dirty="0">
              <a:solidFill>
                <a:srgbClr val="FFFFFF"/>
              </a:solidFill>
            </a:endParaRPr>
          </a:p>
        </p:txBody>
      </p:sp>
      <p:pic>
        <p:nvPicPr>
          <p:cNvPr id="10" name="Picture 9" descr="Graphical user interface, text&#10;&#10;Description automatically generated">
            <a:extLst>
              <a:ext uri="{FF2B5EF4-FFF2-40B4-BE49-F238E27FC236}">
                <a16:creationId xmlns:a16="http://schemas.microsoft.com/office/drawing/2014/main" id="{482C0C2D-B0BF-5343-93A2-EA7D4437CE81}"/>
              </a:ext>
            </a:extLst>
          </p:cNvPr>
          <p:cNvPicPr>
            <a:picLocks noChangeAspect="1"/>
          </p:cNvPicPr>
          <p:nvPr/>
        </p:nvPicPr>
        <p:blipFill>
          <a:blip r:embed="rId3"/>
          <a:stretch>
            <a:fillRect/>
          </a:stretch>
        </p:blipFill>
        <p:spPr>
          <a:xfrm>
            <a:off x="939878" y="1870952"/>
            <a:ext cx="2583601" cy="766822"/>
          </a:xfrm>
          <a:prstGeom prst="rect">
            <a:avLst/>
          </a:prstGeom>
        </p:spPr>
      </p:pic>
      <p:sp>
        <p:nvSpPr>
          <p:cNvPr id="12" name="Footer Placeholder 11">
            <a:extLst>
              <a:ext uri="{FF2B5EF4-FFF2-40B4-BE49-F238E27FC236}">
                <a16:creationId xmlns:a16="http://schemas.microsoft.com/office/drawing/2014/main" id="{F29F9C67-ECDF-F340-ADC1-E8F048DAA7BD}"/>
              </a:ext>
            </a:extLst>
          </p:cNvPr>
          <p:cNvSpPr>
            <a:spLocks noGrp="1"/>
          </p:cNvSpPr>
          <p:nvPr>
            <p:ph type="ftr" sz="quarter" idx="11"/>
          </p:nvPr>
        </p:nvSpPr>
        <p:spPr>
          <a:xfrm>
            <a:off x="5189619" y="6356350"/>
            <a:ext cx="5478379" cy="365125"/>
          </a:xfrm>
        </p:spPr>
        <p:txBody>
          <a:bodyPr>
            <a:normAutofit/>
          </a:bodyPr>
          <a:lstStyle/>
          <a:p>
            <a:pPr algn="l">
              <a:spcAft>
                <a:spcPts val="600"/>
              </a:spcAft>
            </a:pPr>
            <a:r>
              <a:rPr lang="en-US" dirty="0">
                <a:solidFill>
                  <a:srgbClr val="FFFFFF"/>
                </a:solidFill>
              </a:rPr>
              <a:t>Copyright 2022 </a:t>
            </a:r>
            <a:r>
              <a:rPr lang="en-US" dirty="0" err="1">
                <a:solidFill>
                  <a:srgbClr val="FFFFFF"/>
                </a:solidFill>
              </a:rPr>
              <a:t>FosterThomas</a:t>
            </a:r>
            <a:endParaRPr lang="en-US" dirty="0">
              <a:solidFill>
                <a:srgbClr val="FFFFFF"/>
              </a:solidFill>
            </a:endParaRPr>
          </a:p>
        </p:txBody>
      </p:sp>
      <p:pic>
        <p:nvPicPr>
          <p:cNvPr id="1026" name="Picture 2" descr="Home">
            <a:extLst>
              <a:ext uri="{FF2B5EF4-FFF2-40B4-BE49-F238E27FC236}">
                <a16:creationId xmlns:a16="http://schemas.microsoft.com/office/drawing/2014/main" id="{9120B929-F5FB-BB43-9E91-DBDCE1506E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 y="3467830"/>
            <a:ext cx="4411980" cy="686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95294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234CF4-802C-4AA1-B540-36C3B838C4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5271697-90F1-4A23-8EF2-0179F2EAF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606972" cy="323398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9F5512A-48E1-4C07-B75E-3CCC517B68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233984"/>
            <a:ext cx="606972" cy="36240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D800584-727A-48CF-8223-244AD9717C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967" y="-1"/>
            <a:ext cx="5038344" cy="68579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44504A-F1BC-4D4E-92EA-D6B15C253D6C}"/>
              </a:ext>
            </a:extLst>
          </p:cNvPr>
          <p:cNvSpPr>
            <a:spLocks noGrp="1"/>
          </p:cNvSpPr>
          <p:nvPr>
            <p:ph type="title"/>
          </p:nvPr>
        </p:nvSpPr>
        <p:spPr>
          <a:xfrm>
            <a:off x="1166650" y="1332952"/>
            <a:ext cx="3926898" cy="3921176"/>
          </a:xfrm>
        </p:spPr>
        <p:txBody>
          <a:bodyPr anchor="ctr">
            <a:normAutofit/>
          </a:bodyPr>
          <a:lstStyle/>
          <a:p>
            <a:r>
              <a:rPr lang="en-US" sz="5400"/>
              <a:t>Objective</a:t>
            </a:r>
          </a:p>
        </p:txBody>
      </p:sp>
      <p:grpSp>
        <p:nvGrpSpPr>
          <p:cNvPr id="17" name="Group 16">
            <a:extLst>
              <a:ext uri="{FF2B5EF4-FFF2-40B4-BE49-F238E27FC236}">
                <a16:creationId xmlns:a16="http://schemas.microsoft.com/office/drawing/2014/main" id="{B0CED441-B73B-4907-9AF2-614CEAC6A18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88720" y="73152"/>
            <a:ext cx="1178966" cy="232963"/>
            <a:chOff x="5422392" y="64008"/>
            <a:chExt cx="1178966" cy="232963"/>
          </a:xfrm>
        </p:grpSpPr>
        <p:sp>
          <p:nvSpPr>
            <p:cNvPr id="18" name="Rectangle 64">
              <a:extLst>
                <a:ext uri="{FF2B5EF4-FFF2-40B4-BE49-F238E27FC236}">
                  <a16:creationId xmlns:a16="http://schemas.microsoft.com/office/drawing/2014/main" id="{A03170C9-14E4-4D47-827E-51518FA9CA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22213" y="6400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66">
              <a:extLst>
                <a:ext uri="{FF2B5EF4-FFF2-40B4-BE49-F238E27FC236}">
                  <a16:creationId xmlns:a16="http://schemas.microsoft.com/office/drawing/2014/main" id="{757EFF12-1826-499E-94C2-AF4400A664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22213" y="237744"/>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64">
              <a:extLst>
                <a:ext uri="{FF2B5EF4-FFF2-40B4-BE49-F238E27FC236}">
                  <a16:creationId xmlns:a16="http://schemas.microsoft.com/office/drawing/2014/main" id="{20CC511B-2DB0-4523-82ED-40CCC5C7D0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7258" y="6400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66">
              <a:extLst>
                <a:ext uri="{FF2B5EF4-FFF2-40B4-BE49-F238E27FC236}">
                  <a16:creationId xmlns:a16="http://schemas.microsoft.com/office/drawing/2014/main" id="{6CB93565-67D6-49DD-8D4E-4685AC81A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7258" y="237744"/>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64">
              <a:extLst>
                <a:ext uri="{FF2B5EF4-FFF2-40B4-BE49-F238E27FC236}">
                  <a16:creationId xmlns:a16="http://schemas.microsoft.com/office/drawing/2014/main" id="{AE9D45A7-FFB3-4E69-A4EC-FAA3489B0E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672303" y="6400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66">
              <a:extLst>
                <a:ext uri="{FF2B5EF4-FFF2-40B4-BE49-F238E27FC236}">
                  <a16:creationId xmlns:a16="http://schemas.microsoft.com/office/drawing/2014/main" id="{A29467A6-0F59-4991-89B5-35408BD725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672303" y="237744"/>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64">
              <a:extLst>
                <a:ext uri="{FF2B5EF4-FFF2-40B4-BE49-F238E27FC236}">
                  <a16:creationId xmlns:a16="http://schemas.microsoft.com/office/drawing/2014/main" id="{AA726CA1-9A94-4AF0-B9DD-3572C692A1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547347" y="6400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66">
              <a:extLst>
                <a:ext uri="{FF2B5EF4-FFF2-40B4-BE49-F238E27FC236}">
                  <a16:creationId xmlns:a16="http://schemas.microsoft.com/office/drawing/2014/main" id="{EB03BD70-FD68-460B-A88B-005DAB5BED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547347" y="237744"/>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64">
              <a:extLst>
                <a:ext uri="{FF2B5EF4-FFF2-40B4-BE49-F238E27FC236}">
                  <a16:creationId xmlns:a16="http://schemas.microsoft.com/office/drawing/2014/main" id="{C1040543-6AB1-4FE1-8946-59D0E7BB85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22392" y="6400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66">
              <a:extLst>
                <a:ext uri="{FF2B5EF4-FFF2-40B4-BE49-F238E27FC236}">
                  <a16:creationId xmlns:a16="http://schemas.microsoft.com/office/drawing/2014/main" id="{BEEF4851-38D3-48A2-B05D-2697716268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22392" y="237744"/>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64">
              <a:extLst>
                <a:ext uri="{FF2B5EF4-FFF2-40B4-BE49-F238E27FC236}">
                  <a16:creationId xmlns:a16="http://schemas.microsoft.com/office/drawing/2014/main" id="{DEC37F16-C638-42B2-AA09-CA5142D85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46990" y="6400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66">
              <a:extLst>
                <a:ext uri="{FF2B5EF4-FFF2-40B4-BE49-F238E27FC236}">
                  <a16:creationId xmlns:a16="http://schemas.microsoft.com/office/drawing/2014/main" id="{0AC31779-80E9-4BF3-9703-F63FE8094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46990" y="237744"/>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64">
              <a:extLst>
                <a:ext uri="{FF2B5EF4-FFF2-40B4-BE49-F238E27FC236}">
                  <a16:creationId xmlns:a16="http://schemas.microsoft.com/office/drawing/2014/main" id="{D71CA5FF-D764-4C4E-8854-E5875684F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22035" y="6400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66">
              <a:extLst>
                <a:ext uri="{FF2B5EF4-FFF2-40B4-BE49-F238E27FC236}">
                  <a16:creationId xmlns:a16="http://schemas.microsoft.com/office/drawing/2014/main" id="{81A1FA9D-7285-4D42-ADF3-BC14114B27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22035" y="237744"/>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64">
              <a:extLst>
                <a:ext uri="{FF2B5EF4-FFF2-40B4-BE49-F238E27FC236}">
                  <a16:creationId xmlns:a16="http://schemas.microsoft.com/office/drawing/2014/main" id="{A1E40F6A-5F88-46D9-A510-00D54F0B81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97080" y="6400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66">
              <a:extLst>
                <a:ext uri="{FF2B5EF4-FFF2-40B4-BE49-F238E27FC236}">
                  <a16:creationId xmlns:a16="http://schemas.microsoft.com/office/drawing/2014/main" id="{938C555D-926A-4092-966E-1BC7E455F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97080" y="237744"/>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64">
              <a:extLst>
                <a:ext uri="{FF2B5EF4-FFF2-40B4-BE49-F238E27FC236}">
                  <a16:creationId xmlns:a16="http://schemas.microsoft.com/office/drawing/2014/main" id="{58D049FF-3E13-4E3E-A5BE-CF5253B8E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72124" y="6400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66">
              <a:extLst>
                <a:ext uri="{FF2B5EF4-FFF2-40B4-BE49-F238E27FC236}">
                  <a16:creationId xmlns:a16="http://schemas.microsoft.com/office/drawing/2014/main" id="{A16547CF-5B03-4E57-B466-A0FDCECADD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72124" y="237744"/>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64">
              <a:extLst>
                <a:ext uri="{FF2B5EF4-FFF2-40B4-BE49-F238E27FC236}">
                  <a16:creationId xmlns:a16="http://schemas.microsoft.com/office/drawing/2014/main" id="{84C012C4-5959-40D5-8A7B-8542BD4B98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47169" y="6400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66">
              <a:extLst>
                <a:ext uri="{FF2B5EF4-FFF2-40B4-BE49-F238E27FC236}">
                  <a16:creationId xmlns:a16="http://schemas.microsoft.com/office/drawing/2014/main" id="{8C7DF75A-2C0D-4388-A295-397333ADBD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47169" y="237744"/>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Footer Placeholder 3">
            <a:extLst>
              <a:ext uri="{FF2B5EF4-FFF2-40B4-BE49-F238E27FC236}">
                <a16:creationId xmlns:a16="http://schemas.microsoft.com/office/drawing/2014/main" id="{1DBAD1D7-0FD2-7640-BBC5-3FC02C80B597}"/>
              </a:ext>
            </a:extLst>
          </p:cNvPr>
          <p:cNvSpPr>
            <a:spLocks noGrp="1"/>
          </p:cNvSpPr>
          <p:nvPr>
            <p:ph type="ftr" sz="quarter" idx="11"/>
          </p:nvPr>
        </p:nvSpPr>
        <p:spPr>
          <a:xfrm rot="-5400000">
            <a:off x="-945222" y="5281914"/>
            <a:ext cx="2495058" cy="365125"/>
          </a:xfrm>
        </p:spPr>
        <p:txBody>
          <a:bodyPr>
            <a:normAutofit/>
          </a:bodyPr>
          <a:lstStyle/>
          <a:p>
            <a:pPr algn="l">
              <a:spcAft>
                <a:spcPts val="600"/>
              </a:spcAft>
            </a:pPr>
            <a:r>
              <a:rPr lang="en-US" dirty="0">
                <a:solidFill>
                  <a:srgbClr val="FFFFFF"/>
                </a:solidFill>
              </a:rPr>
              <a:t>Copyright 2022 </a:t>
            </a:r>
            <a:r>
              <a:rPr lang="en-US" dirty="0" err="1">
                <a:solidFill>
                  <a:srgbClr val="FFFFFF"/>
                </a:solidFill>
              </a:rPr>
              <a:t>FosterThomas</a:t>
            </a:r>
            <a:endParaRPr lang="en-US" dirty="0">
              <a:solidFill>
                <a:srgbClr val="FFFFFF"/>
              </a:solidFill>
            </a:endParaRPr>
          </a:p>
        </p:txBody>
      </p:sp>
      <p:sp>
        <p:nvSpPr>
          <p:cNvPr id="3" name="Content Placeholder 2">
            <a:extLst>
              <a:ext uri="{FF2B5EF4-FFF2-40B4-BE49-F238E27FC236}">
                <a16:creationId xmlns:a16="http://schemas.microsoft.com/office/drawing/2014/main" id="{3BE4684B-55EB-A146-8588-A322AFD367AA}"/>
              </a:ext>
            </a:extLst>
          </p:cNvPr>
          <p:cNvSpPr>
            <a:spLocks noGrp="1"/>
          </p:cNvSpPr>
          <p:nvPr>
            <p:ph idx="1"/>
          </p:nvPr>
        </p:nvSpPr>
        <p:spPr>
          <a:xfrm>
            <a:off x="6421120" y="499833"/>
            <a:ext cx="5100320" cy="5581226"/>
          </a:xfrm>
        </p:spPr>
        <p:txBody>
          <a:bodyPr anchor="ctr">
            <a:normAutofit/>
          </a:bodyPr>
          <a:lstStyle/>
          <a:p>
            <a:pPr marL="0" indent="0">
              <a:buNone/>
            </a:pPr>
            <a:r>
              <a:rPr lang="en-US" sz="2200" dirty="0"/>
              <a:t>You will learn how to use GROW (goals, reality, opportunity, way forward) as a framework for providing performance or behavior feedback</a:t>
            </a:r>
          </a:p>
          <a:p>
            <a:pPr marL="0" indent="0">
              <a:buNone/>
            </a:pPr>
            <a:endParaRPr lang="en-US" sz="2200" b="1" dirty="0"/>
          </a:p>
        </p:txBody>
      </p:sp>
    </p:spTree>
    <p:extLst>
      <p:ext uri="{BB962C8B-B14F-4D97-AF65-F5344CB8AC3E}">
        <p14:creationId xmlns:p14="http://schemas.microsoft.com/office/powerpoint/2010/main" val="3676344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E8134D-C027-B344-9F28-7E366C9585D6}"/>
              </a:ext>
            </a:extLst>
          </p:cNvPr>
          <p:cNvSpPr>
            <a:spLocks noGrp="1"/>
          </p:cNvSpPr>
          <p:nvPr>
            <p:ph type="title"/>
          </p:nvPr>
        </p:nvSpPr>
        <p:spPr>
          <a:xfrm>
            <a:off x="838200" y="365125"/>
            <a:ext cx="10515600" cy="1325563"/>
          </a:xfrm>
        </p:spPr>
        <p:txBody>
          <a:bodyPr>
            <a:normAutofit/>
          </a:bodyPr>
          <a:lstStyle/>
          <a:p>
            <a:r>
              <a:rPr lang="en-US" sz="5400"/>
              <a:t>What we will cover today</a:t>
            </a:r>
          </a:p>
        </p:txBody>
      </p:sp>
      <p:sp>
        <p:nvSpPr>
          <p:cNvPr id="16"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1">
              <a:lumMod val="50000"/>
            </a:schemeClr>
          </a:solidFill>
          <a:ln w="41275" cap="rnd">
            <a:solidFill>
              <a:schemeClr val="accent1">
                <a:lumMod val="50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23EAC0FF-EE6A-F845-8B10-CE9C3103C95A}"/>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dirty="0"/>
              <a:t>Copyright 2022 </a:t>
            </a:r>
            <a:r>
              <a:rPr lang="en-US" dirty="0" err="1"/>
              <a:t>FosterThomas</a:t>
            </a:r>
            <a:endParaRPr lang="en-US" dirty="0"/>
          </a:p>
        </p:txBody>
      </p:sp>
      <p:graphicFrame>
        <p:nvGraphicFramePr>
          <p:cNvPr id="10" name="Content Placeholder 2">
            <a:extLst>
              <a:ext uri="{FF2B5EF4-FFF2-40B4-BE49-F238E27FC236}">
                <a16:creationId xmlns:a16="http://schemas.microsoft.com/office/drawing/2014/main" id="{E00C6407-A553-4478-831C-4709E4BCE841}"/>
              </a:ext>
            </a:extLst>
          </p:cNvPr>
          <p:cNvGraphicFramePr/>
          <p:nvPr>
            <p:extLst>
              <p:ext uri="{D42A27DB-BD31-4B8C-83A1-F6EECF244321}">
                <p14:modId xmlns:p14="http://schemas.microsoft.com/office/powerpoint/2010/main" val="3227483378"/>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3508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2FF5572-0CD9-C547-8173-581F21F480F1}"/>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Accountability</a:t>
            </a:r>
          </a:p>
        </p:txBody>
      </p:sp>
      <p:sp>
        <p:nvSpPr>
          <p:cNvPr id="4" name="Footer Placeholder 3">
            <a:extLst>
              <a:ext uri="{FF2B5EF4-FFF2-40B4-BE49-F238E27FC236}">
                <a16:creationId xmlns:a16="http://schemas.microsoft.com/office/drawing/2014/main" id="{E4B14454-F970-A941-A635-711B06B00C2F}"/>
              </a:ext>
            </a:extLst>
          </p:cNvPr>
          <p:cNvSpPr>
            <a:spLocks noGrp="1"/>
          </p:cNvSpPr>
          <p:nvPr>
            <p:ph type="ftr" sz="quarter" idx="11"/>
          </p:nvPr>
        </p:nvSpPr>
        <p:spPr>
          <a:xfrm rot="5400000">
            <a:off x="-1828800" y="1984248"/>
            <a:ext cx="4114800" cy="365125"/>
          </a:xfrm>
        </p:spPr>
        <p:txBody>
          <a:bodyPr>
            <a:normAutofit/>
          </a:bodyPr>
          <a:lstStyle/>
          <a:p>
            <a:pPr algn="l">
              <a:spcAft>
                <a:spcPts val="600"/>
              </a:spcAft>
            </a:pPr>
            <a:r>
              <a:rPr lang="en-US" sz="1100" dirty="0">
                <a:solidFill>
                  <a:srgbClr val="FFFFFF"/>
                </a:solidFill>
              </a:rPr>
              <a:t>Copyright 2022 </a:t>
            </a:r>
            <a:r>
              <a:rPr lang="en-US" sz="1100" dirty="0" err="1">
                <a:solidFill>
                  <a:srgbClr val="FFFFFF"/>
                </a:solidFill>
              </a:rPr>
              <a:t>FosterThomas</a:t>
            </a:r>
            <a:endParaRPr lang="en-US" sz="1100" dirty="0">
              <a:solidFill>
                <a:srgbClr val="FFFFFF"/>
              </a:solidFill>
            </a:endParaRPr>
          </a:p>
        </p:txBody>
      </p:sp>
      <p:graphicFrame>
        <p:nvGraphicFramePr>
          <p:cNvPr id="31" name="Content Placeholder 2">
            <a:extLst>
              <a:ext uri="{FF2B5EF4-FFF2-40B4-BE49-F238E27FC236}">
                <a16:creationId xmlns:a16="http://schemas.microsoft.com/office/drawing/2014/main" id="{5FDCB374-70CD-4F3C-8F46-F8E427F56FD8}"/>
              </a:ext>
            </a:extLst>
          </p:cNvPr>
          <p:cNvGraphicFramePr>
            <a:graphicFrameLocks noGrp="1"/>
          </p:cNvGraphicFramePr>
          <p:nvPr>
            <p:ph idx="1"/>
            <p:extLst>
              <p:ext uri="{D42A27DB-BD31-4B8C-83A1-F6EECF244321}">
                <p14:modId xmlns:p14="http://schemas.microsoft.com/office/powerpoint/2010/main" val="253581853"/>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252578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a:spLocks noGrp="1" noRot="1" noChangeAspect="1" noMove="1" noResize="1" noEditPoints="1" noAdjustHandles="1" noChangeArrowheads="1" noChangeShapeType="1" noTextEdit="1"/>
          </p:cNvSpPr>
          <p:nvPr/>
        </p:nvSpPr>
        <p:spPr>
          <a:xfrm>
            <a:off x="0" y="0"/>
            <a:ext cx="2013557"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FontTx/>
              <a:buNone/>
              <a:defRPr>
                <a:uFillTx/>
              </a:defRPr>
            </a:pPr>
            <a:endParaRPr kumimoji="0" lang="en-US" sz="1800" b="0" i="0" u="none" strike="noStrike" kern="1200" cap="none" spc="0" normalizeH="0" baseline="0" noProof="0">
              <a:ln>
                <a:noFill/>
              </a:ln>
              <a:solidFill>
                <a:srgbClr val="FFFFFF"/>
              </a:solidFill>
              <a:effectLst/>
              <a:uFillTx/>
              <a:latin typeface="Calibri" panose="020F0502020204030204"/>
              <a:ea typeface="+mn-ea"/>
              <a:cs typeface="+mn-cs"/>
            </a:endParaRPr>
          </a:p>
        </p:txBody>
      </p:sp>
      <p:sp>
        <p:nvSpPr>
          <p:cNvPr id="2" name="Title 1"/>
          <p:cNvSpPr>
            <a:spLocks noGrp="1"/>
          </p:cNvSpPr>
          <p:nvPr>
            <p:ph type="title"/>
          </p:nvPr>
        </p:nvSpPr>
        <p:spPr>
          <a:xfrm>
            <a:off x="838200" y="2057400"/>
            <a:ext cx="2743200" cy="2743200"/>
          </a:xfrm>
          <a:prstGeom prst="ellipse">
            <a:avLst/>
          </a:prstGeom>
          <a:solidFill>
            <a:srgbClr val="262626"/>
          </a:solidFill>
          <a:ln w="174625" cmpd="thinThick">
            <a:solidFill>
              <a:srgbClr val="262626"/>
            </a:solidFill>
          </a:ln>
        </p:spPr>
        <p:txBody>
          <a:bodyPr anchor="ctr">
            <a:normAutofit/>
          </a:bodyPr>
          <a:lstStyle/>
          <a:p>
            <a:pPr algn="ctr"/>
            <a:r>
              <a:rPr lang="en-US" sz="2600" b="1">
                <a:solidFill>
                  <a:srgbClr val="FFFFFF"/>
                </a:solidFill>
                <a:uFillTx/>
              </a:rPr>
              <a:t>KEYS TO SUCCESS</a:t>
            </a:r>
            <a:endParaRPr lang="en-US" sz="2600">
              <a:solidFill>
                <a:srgbClr val="FFFFFF"/>
              </a:solidFill>
              <a:uFillTx/>
            </a:endParaRPr>
          </a:p>
        </p:txBody>
      </p:sp>
      <p:graphicFrame>
        <p:nvGraphicFramePr>
          <p:cNvPr id="8" name="Content Placeholder 2">
            <a:extLst>
              <a:ext uri="{FF2B5EF4-FFF2-40B4-BE49-F238E27FC236}">
                <a16:creationId xmlns:a16="http://schemas.microsoft.com/office/drawing/2014/main" id="{09D57DB2-EB15-403F-98C1-2730AE4EF474}"/>
              </a:ext>
            </a:extLst>
          </p:cNvPr>
          <p:cNvGraphicFramePr>
            <a:graphicFrameLocks noGrp="1"/>
          </p:cNvGraphicFramePr>
          <p:nvPr>
            <p:ph idx="1"/>
            <p:extLst>
              <p:ext uri="{D42A27DB-BD31-4B8C-83A1-F6EECF244321}">
                <p14:modId xmlns:p14="http://schemas.microsoft.com/office/powerpoint/2010/main" val="208642706"/>
              </p:ext>
            </p:extLst>
          </p:nvPr>
        </p:nvGraphicFramePr>
        <p:xfrm>
          <a:off x="5212081" y="528320"/>
          <a:ext cx="5455919" cy="6055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343769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088ADD6-C865-6D49-B53E-9AD423AFAC7F}"/>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Coaching vs Managing</a:t>
            </a:r>
          </a:p>
        </p:txBody>
      </p:sp>
      <p:sp>
        <p:nvSpPr>
          <p:cNvPr id="4" name="Footer Placeholder 3">
            <a:extLst>
              <a:ext uri="{FF2B5EF4-FFF2-40B4-BE49-F238E27FC236}">
                <a16:creationId xmlns:a16="http://schemas.microsoft.com/office/drawing/2014/main" id="{31B09192-1E0C-8C44-96DC-12E07FC80B4E}"/>
              </a:ext>
            </a:extLst>
          </p:cNvPr>
          <p:cNvSpPr>
            <a:spLocks noGrp="1"/>
          </p:cNvSpPr>
          <p:nvPr>
            <p:ph type="ftr" sz="quarter" idx="11"/>
          </p:nvPr>
        </p:nvSpPr>
        <p:spPr>
          <a:xfrm rot="5400000">
            <a:off x="-1828800" y="1984248"/>
            <a:ext cx="4114800" cy="365125"/>
          </a:xfrm>
        </p:spPr>
        <p:txBody>
          <a:bodyPr>
            <a:normAutofit/>
          </a:bodyPr>
          <a:lstStyle/>
          <a:p>
            <a:pPr algn="l">
              <a:spcAft>
                <a:spcPts val="600"/>
              </a:spcAft>
            </a:pPr>
            <a:r>
              <a:rPr lang="en-US" sz="1100" dirty="0">
                <a:solidFill>
                  <a:srgbClr val="FFFFFF"/>
                </a:solidFill>
              </a:rPr>
              <a:t>Copyright 2022 </a:t>
            </a:r>
            <a:r>
              <a:rPr lang="en-US" sz="1100" dirty="0" err="1">
                <a:solidFill>
                  <a:srgbClr val="FFFFFF"/>
                </a:solidFill>
              </a:rPr>
              <a:t>FosterThomas</a:t>
            </a:r>
            <a:endParaRPr lang="en-US" sz="1100" dirty="0">
              <a:solidFill>
                <a:srgbClr val="FFFFFF"/>
              </a:solidFill>
            </a:endParaRPr>
          </a:p>
        </p:txBody>
      </p:sp>
      <p:graphicFrame>
        <p:nvGraphicFramePr>
          <p:cNvPr id="6" name="Content Placeholder 2">
            <a:extLst>
              <a:ext uri="{FF2B5EF4-FFF2-40B4-BE49-F238E27FC236}">
                <a16:creationId xmlns:a16="http://schemas.microsoft.com/office/drawing/2014/main" id="{F7CE629A-DC19-49FD-B55F-A707AB246E22}"/>
              </a:ext>
            </a:extLst>
          </p:cNvPr>
          <p:cNvGraphicFramePr>
            <a:graphicFrameLocks noGrp="1"/>
          </p:cNvGraphicFramePr>
          <p:nvPr>
            <p:ph idx="1"/>
            <p:extLst>
              <p:ext uri="{D42A27DB-BD31-4B8C-83A1-F6EECF244321}">
                <p14:modId xmlns:p14="http://schemas.microsoft.com/office/powerpoint/2010/main" val="1046352645"/>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250862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2" name="Rectangle 19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6" name="Freeform: Shape 19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7" name="Rectangle 19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0ED3EA-91EA-5C43-B18E-34D86E0CE09C}"/>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GROW Method</a:t>
            </a:r>
          </a:p>
        </p:txBody>
      </p:sp>
      <p:sp>
        <p:nvSpPr>
          <p:cNvPr id="4" name="Footer Placeholder 3">
            <a:extLst>
              <a:ext uri="{FF2B5EF4-FFF2-40B4-BE49-F238E27FC236}">
                <a16:creationId xmlns:a16="http://schemas.microsoft.com/office/drawing/2014/main" id="{F0BCCA42-7F5B-5041-B826-750853745D24}"/>
              </a:ext>
            </a:extLst>
          </p:cNvPr>
          <p:cNvSpPr>
            <a:spLocks noGrp="1"/>
          </p:cNvSpPr>
          <p:nvPr>
            <p:ph type="ftr" sz="quarter" idx="11"/>
          </p:nvPr>
        </p:nvSpPr>
        <p:spPr>
          <a:xfrm rot="5400000">
            <a:off x="-1827725" y="2002536"/>
            <a:ext cx="4114800" cy="365125"/>
          </a:xfrm>
        </p:spPr>
        <p:txBody>
          <a:bodyPr>
            <a:normAutofit/>
          </a:bodyPr>
          <a:lstStyle/>
          <a:p>
            <a:pPr algn="l">
              <a:spcAft>
                <a:spcPts val="600"/>
              </a:spcAft>
            </a:pPr>
            <a:r>
              <a:rPr lang="en-US" sz="1100" dirty="0">
                <a:solidFill>
                  <a:srgbClr val="FFFFFF"/>
                </a:solidFill>
              </a:rPr>
              <a:t>Copyright 2022 </a:t>
            </a:r>
            <a:r>
              <a:rPr lang="en-US" sz="1100" dirty="0" err="1">
                <a:solidFill>
                  <a:srgbClr val="FFFFFF"/>
                </a:solidFill>
              </a:rPr>
              <a:t>FosterThomas</a:t>
            </a:r>
            <a:endParaRPr lang="en-US" sz="1100" dirty="0">
              <a:solidFill>
                <a:srgbClr val="FFFFFF"/>
              </a:solidFill>
            </a:endParaRPr>
          </a:p>
        </p:txBody>
      </p:sp>
      <p:sp>
        <p:nvSpPr>
          <p:cNvPr id="3" name="Content Placeholder 2">
            <a:extLst>
              <a:ext uri="{FF2B5EF4-FFF2-40B4-BE49-F238E27FC236}">
                <a16:creationId xmlns:a16="http://schemas.microsoft.com/office/drawing/2014/main" id="{B68D5F09-1700-8845-AA3F-C71116A172A7}"/>
              </a:ext>
            </a:extLst>
          </p:cNvPr>
          <p:cNvSpPr>
            <a:spLocks noGrp="1"/>
          </p:cNvSpPr>
          <p:nvPr>
            <p:ph idx="1"/>
          </p:nvPr>
        </p:nvSpPr>
        <p:spPr>
          <a:xfrm>
            <a:off x="4581727" y="649480"/>
            <a:ext cx="3025303" cy="5546047"/>
          </a:xfrm>
        </p:spPr>
        <p:txBody>
          <a:bodyPr anchor="ctr">
            <a:normAutofit/>
          </a:bodyPr>
          <a:lstStyle/>
          <a:p>
            <a:r>
              <a:rPr lang="en-US" sz="2000" b="1"/>
              <a:t>GROW </a:t>
            </a:r>
            <a:endParaRPr lang="en-US" sz="2000"/>
          </a:p>
          <a:p>
            <a:r>
              <a:rPr lang="en-US" sz="2000"/>
              <a:t>G - Goal</a:t>
            </a:r>
          </a:p>
          <a:p>
            <a:r>
              <a:rPr lang="en-US" sz="2000"/>
              <a:t>R - Reality</a:t>
            </a:r>
          </a:p>
          <a:p>
            <a:r>
              <a:rPr lang="en-US" sz="2000"/>
              <a:t>O - Opportunity</a:t>
            </a:r>
          </a:p>
          <a:p>
            <a:r>
              <a:rPr lang="en-US" sz="2000"/>
              <a:t>W – Way Forward</a:t>
            </a:r>
          </a:p>
        </p:txBody>
      </p:sp>
      <p:pic>
        <p:nvPicPr>
          <p:cNvPr id="2050" name="Picture 2">
            <a:extLst>
              <a:ext uri="{FF2B5EF4-FFF2-40B4-BE49-F238E27FC236}">
                <a16:creationId xmlns:a16="http://schemas.microsoft.com/office/drawing/2014/main" id="{7E2112F8-844E-BB4F-B527-BC72EDBF209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109502" y="887461"/>
            <a:ext cx="3615776" cy="50949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79351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58A6E2A-7DAB-8D47-8F77-FDE13934A871}"/>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Grow Matrix</a:t>
            </a:r>
          </a:p>
        </p:txBody>
      </p:sp>
      <p:sp>
        <p:nvSpPr>
          <p:cNvPr id="4" name="Footer Placeholder 3">
            <a:extLst>
              <a:ext uri="{FF2B5EF4-FFF2-40B4-BE49-F238E27FC236}">
                <a16:creationId xmlns:a16="http://schemas.microsoft.com/office/drawing/2014/main" id="{2D48B337-B5AF-654B-8EAE-88A36EA92052}"/>
              </a:ext>
            </a:extLst>
          </p:cNvPr>
          <p:cNvSpPr>
            <a:spLocks noGrp="1"/>
          </p:cNvSpPr>
          <p:nvPr>
            <p:ph type="ftr" sz="quarter" idx="11"/>
          </p:nvPr>
        </p:nvSpPr>
        <p:spPr>
          <a:xfrm rot="5400000">
            <a:off x="-1828800" y="1984248"/>
            <a:ext cx="4114800" cy="365125"/>
          </a:xfrm>
        </p:spPr>
        <p:txBody>
          <a:bodyPr>
            <a:normAutofit/>
          </a:bodyPr>
          <a:lstStyle/>
          <a:p>
            <a:pPr algn="l">
              <a:spcAft>
                <a:spcPts val="600"/>
              </a:spcAft>
            </a:pPr>
            <a:r>
              <a:rPr lang="en-US" sz="1100" dirty="0">
                <a:solidFill>
                  <a:srgbClr val="FFFFFF"/>
                </a:solidFill>
              </a:rPr>
              <a:t>Copyright 2022 </a:t>
            </a:r>
            <a:r>
              <a:rPr lang="en-US" sz="1100" dirty="0" err="1">
                <a:solidFill>
                  <a:srgbClr val="FFFFFF"/>
                </a:solidFill>
              </a:rPr>
              <a:t>FosterThomas</a:t>
            </a:r>
            <a:endParaRPr lang="en-US" sz="1100" dirty="0">
              <a:solidFill>
                <a:srgbClr val="FFFFFF"/>
              </a:solidFill>
            </a:endParaRPr>
          </a:p>
        </p:txBody>
      </p:sp>
      <p:graphicFrame>
        <p:nvGraphicFramePr>
          <p:cNvPr id="8" name="Content Placeholder 5">
            <a:extLst>
              <a:ext uri="{FF2B5EF4-FFF2-40B4-BE49-F238E27FC236}">
                <a16:creationId xmlns:a16="http://schemas.microsoft.com/office/drawing/2014/main" id="{2F3452BE-8ABE-478C-9D6C-2041AFB0081D}"/>
              </a:ext>
            </a:extLst>
          </p:cNvPr>
          <p:cNvGraphicFramePr>
            <a:graphicFrameLocks noGrp="1"/>
          </p:cNvGraphicFramePr>
          <p:nvPr>
            <p:ph idx="1"/>
            <p:extLst>
              <p:ext uri="{D42A27DB-BD31-4B8C-83A1-F6EECF244321}">
                <p14:modId xmlns:p14="http://schemas.microsoft.com/office/powerpoint/2010/main" val="1975252979"/>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756650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7BF188-D3D6-244C-81D7-765E01B48CC0}"/>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Example</a:t>
            </a:r>
          </a:p>
        </p:txBody>
      </p:sp>
      <p:sp>
        <p:nvSpPr>
          <p:cNvPr id="4" name="Footer Placeholder 3">
            <a:extLst>
              <a:ext uri="{FF2B5EF4-FFF2-40B4-BE49-F238E27FC236}">
                <a16:creationId xmlns:a16="http://schemas.microsoft.com/office/drawing/2014/main" id="{BF7DE681-95A4-6446-820B-F0CAC39CBDC5}"/>
              </a:ext>
            </a:extLst>
          </p:cNvPr>
          <p:cNvSpPr>
            <a:spLocks noGrp="1"/>
          </p:cNvSpPr>
          <p:nvPr>
            <p:ph type="ftr" sz="quarter" idx="11"/>
          </p:nvPr>
        </p:nvSpPr>
        <p:spPr>
          <a:xfrm rot="5400000">
            <a:off x="-1827725" y="1984248"/>
            <a:ext cx="4114800" cy="365125"/>
          </a:xfrm>
        </p:spPr>
        <p:txBody>
          <a:bodyPr>
            <a:normAutofit/>
          </a:bodyPr>
          <a:lstStyle/>
          <a:p>
            <a:pPr algn="l">
              <a:spcAft>
                <a:spcPts val="600"/>
              </a:spcAft>
            </a:pPr>
            <a:r>
              <a:rPr lang="en-US" sz="1100" dirty="0">
                <a:solidFill>
                  <a:srgbClr val="FFFFFF"/>
                </a:solidFill>
              </a:rPr>
              <a:t>Copyright 2022 </a:t>
            </a:r>
            <a:r>
              <a:rPr lang="en-US" sz="1100" dirty="0" err="1">
                <a:solidFill>
                  <a:srgbClr val="FFFFFF"/>
                </a:solidFill>
              </a:rPr>
              <a:t>FosterThomas</a:t>
            </a:r>
            <a:endParaRPr lang="en-US" sz="1100" dirty="0">
              <a:solidFill>
                <a:srgbClr val="FFFFFF"/>
              </a:solidFill>
            </a:endParaRPr>
          </a:p>
        </p:txBody>
      </p:sp>
      <p:sp>
        <p:nvSpPr>
          <p:cNvPr id="3" name="Content Placeholder 2">
            <a:extLst>
              <a:ext uri="{FF2B5EF4-FFF2-40B4-BE49-F238E27FC236}">
                <a16:creationId xmlns:a16="http://schemas.microsoft.com/office/drawing/2014/main" id="{3983FEA5-3497-2E45-B9FB-25DB63C467C2}"/>
              </a:ext>
            </a:extLst>
          </p:cNvPr>
          <p:cNvSpPr>
            <a:spLocks noGrp="1"/>
          </p:cNvSpPr>
          <p:nvPr>
            <p:ph idx="1"/>
          </p:nvPr>
        </p:nvSpPr>
        <p:spPr>
          <a:xfrm>
            <a:off x="1371599" y="2318197"/>
            <a:ext cx="9724031" cy="3683358"/>
          </a:xfrm>
        </p:spPr>
        <p:txBody>
          <a:bodyPr anchor="ctr">
            <a:noAutofit/>
          </a:bodyPr>
          <a:lstStyle/>
          <a:p>
            <a:r>
              <a:rPr lang="en-US" sz="1600" dirty="0"/>
              <a:t>You're helping a team member, achieve their goals using the GROW Model.</a:t>
            </a:r>
          </a:p>
          <a:p>
            <a:r>
              <a:rPr lang="en-US" sz="1600" dirty="0"/>
              <a:t>They say that they would like a promotion to team leader within the next two years. This is a SMART goal – it's specific, measurable, attainable (as they already have one year of experience, and there are several team leader positions in their department), relevant (both to their overall career aspirations and the team's mission), and time- bound.</a:t>
            </a:r>
          </a:p>
          <a:p>
            <a:r>
              <a:rPr lang="en-US" sz="1600" dirty="0"/>
              <a:t>You and this team member now look at </a:t>
            </a:r>
            <a:r>
              <a:rPr lang="en-US" sz="1600" dirty="0" err="1"/>
              <a:t>theirr</a:t>
            </a:r>
            <a:r>
              <a:rPr lang="en-US" sz="1600" dirty="0"/>
              <a:t> current reality. They are in an entry-level position, but they already have some of the skills needed to be team leader. You brainstorm the additional skills that they'll need in order to be successful in a team leader role: They need more experience of managing other people, and experience dealing with overseas customers. They also need to continue performing well in their role, so that they'll be considered for a promotion when one is available.</a:t>
            </a:r>
          </a:p>
          <a:p>
            <a:r>
              <a:rPr lang="en-US" sz="1600" dirty="0"/>
              <a:t>You then both review their options. To get the experience they needs they could lead a small team on a small project. They could also spend time in the overseas team.</a:t>
            </a:r>
          </a:p>
          <a:p>
            <a:r>
              <a:rPr lang="en-US" sz="1600" dirty="0"/>
              <a:t>Finally, you establish the will. As their manager, you offer to let them lead a small team on a minor project. If they performs well, they can take on additional projects with more responsibility in the future. They must also approach the overseas team to arrange to spend time in that department, and continue performing well in their current role. You agree to review their progress in three months’ time.</a:t>
            </a:r>
            <a:br>
              <a:rPr lang="en-US" sz="1600" dirty="0"/>
            </a:br>
            <a:endParaRPr lang="en-US" sz="1600" dirty="0"/>
          </a:p>
        </p:txBody>
      </p:sp>
    </p:spTree>
    <p:extLst>
      <p:ext uri="{BB962C8B-B14F-4D97-AF65-F5344CB8AC3E}">
        <p14:creationId xmlns:p14="http://schemas.microsoft.com/office/powerpoint/2010/main" val="15892897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A7AEE2-80A8-CC4A-9EB0-1DFD643630A4}"/>
              </a:ext>
            </a:extLst>
          </p:cNvPr>
          <p:cNvSpPr>
            <a:spLocks noGrp="1"/>
          </p:cNvSpPr>
          <p:nvPr>
            <p:ph type="title"/>
          </p:nvPr>
        </p:nvSpPr>
        <p:spPr>
          <a:xfrm>
            <a:off x="1043631" y="809898"/>
            <a:ext cx="10173010" cy="1554480"/>
          </a:xfrm>
        </p:spPr>
        <p:txBody>
          <a:bodyPr anchor="ctr">
            <a:normAutofit/>
          </a:bodyPr>
          <a:lstStyle/>
          <a:p>
            <a:r>
              <a:rPr lang="en-US" sz="4800"/>
              <a:t>Situation A:</a:t>
            </a:r>
          </a:p>
        </p:txBody>
      </p:sp>
      <p:cxnSp>
        <p:nvCxnSpPr>
          <p:cNvPr id="19" name="Straight Connector 18">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0C0B4C7-EFF8-6845-9175-DDA8C9907E49}"/>
              </a:ext>
            </a:extLst>
          </p:cNvPr>
          <p:cNvSpPr>
            <a:spLocks noGrp="1"/>
          </p:cNvSpPr>
          <p:nvPr>
            <p:ph type="ftr" sz="quarter" idx="11"/>
          </p:nvPr>
        </p:nvSpPr>
        <p:spPr>
          <a:xfrm>
            <a:off x="4038600" y="6492240"/>
            <a:ext cx="4114800" cy="365125"/>
          </a:xfrm>
        </p:spPr>
        <p:txBody>
          <a:bodyPr>
            <a:normAutofit/>
          </a:bodyPr>
          <a:lstStyle/>
          <a:p>
            <a:pPr>
              <a:spcAft>
                <a:spcPts val="600"/>
              </a:spcAft>
            </a:pPr>
            <a:r>
              <a:rPr lang="en-US" dirty="0"/>
              <a:t>Copyright 2022 </a:t>
            </a:r>
            <a:r>
              <a:rPr lang="en-US" dirty="0" err="1"/>
              <a:t>FosterThomas</a:t>
            </a:r>
            <a:endParaRPr lang="en-US" dirty="0"/>
          </a:p>
        </p:txBody>
      </p:sp>
      <p:graphicFrame>
        <p:nvGraphicFramePr>
          <p:cNvPr id="6" name="Content Placeholder 2">
            <a:extLst>
              <a:ext uri="{FF2B5EF4-FFF2-40B4-BE49-F238E27FC236}">
                <a16:creationId xmlns:a16="http://schemas.microsoft.com/office/drawing/2014/main" id="{AE3AC732-15EE-47CB-8F18-4BB4B16C1206}"/>
              </a:ext>
            </a:extLst>
          </p:cNvPr>
          <p:cNvGraphicFramePr>
            <a:graphicFrameLocks noGrp="1"/>
          </p:cNvGraphicFramePr>
          <p:nvPr>
            <p:ph idx="1"/>
            <p:extLst>
              <p:ext uri="{D42A27DB-BD31-4B8C-83A1-F6EECF244321}">
                <p14:modId xmlns:p14="http://schemas.microsoft.com/office/powerpoint/2010/main" val="2955471727"/>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223796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B15B0-53FD-4DD9-B1B6-0FB599690851}"/>
              </a:ext>
            </a:extLst>
          </p:cNvPr>
          <p:cNvSpPr>
            <a:spLocks noGrp="1"/>
          </p:cNvSpPr>
          <p:nvPr>
            <p:ph type="title"/>
          </p:nvPr>
        </p:nvSpPr>
        <p:spPr>
          <a:xfrm>
            <a:off x="838200" y="556995"/>
            <a:ext cx="10515600" cy="1133693"/>
          </a:xfrm>
        </p:spPr>
        <p:txBody>
          <a:bodyPr vert="horz" lIns="91440" tIns="45720" rIns="91440" bIns="45720" rtlCol="0" anchor="ctr">
            <a:normAutofit/>
          </a:bodyPr>
          <a:lstStyle/>
          <a:p>
            <a:r>
              <a:rPr lang="en-US" sz="5200" b="1" kern="1200" dirty="0">
                <a:solidFill>
                  <a:schemeClr val="tx1"/>
                </a:solidFill>
                <a:latin typeface="+mj-lt"/>
                <a:ea typeface="+mj-ea"/>
                <a:cs typeface="+mj-cs"/>
              </a:rPr>
              <a:t>How to navigate </a:t>
            </a:r>
            <a:r>
              <a:rPr lang="en-US" sz="5200" b="1" dirty="0"/>
              <a:t>defensiveness/conflict</a:t>
            </a:r>
            <a:endParaRPr lang="en-US" sz="5200" b="1" kern="1200" dirty="0">
              <a:solidFill>
                <a:schemeClr val="tx1"/>
              </a:solidFill>
              <a:latin typeface="+mj-lt"/>
              <a:ea typeface="+mj-ea"/>
              <a:cs typeface="+mj-cs"/>
            </a:endParaRPr>
          </a:p>
        </p:txBody>
      </p:sp>
      <p:graphicFrame>
        <p:nvGraphicFramePr>
          <p:cNvPr id="6" name="Content Placeholder 3">
            <a:extLst>
              <a:ext uri="{FF2B5EF4-FFF2-40B4-BE49-F238E27FC236}">
                <a16:creationId xmlns:a16="http://schemas.microsoft.com/office/drawing/2014/main" id="{57E8BF4C-953A-4812-BC1A-AFB7B91E4B0F}"/>
              </a:ext>
            </a:extLst>
          </p:cNvPr>
          <p:cNvGraphicFramePr>
            <a:graphicFrameLocks noGrp="1"/>
          </p:cNvGraphicFramePr>
          <p:nvPr>
            <p:ph sz="half"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353521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6" name="Rectangle 1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57B003F9-1362-D948-9558-D4332CCA63D4}"/>
              </a:ext>
            </a:extLst>
          </p:cNvPr>
          <p:cNvSpPr>
            <a:spLocks noGrp="1"/>
          </p:cNvSpPr>
          <p:nvPr>
            <p:ph type="title"/>
          </p:nvPr>
        </p:nvSpPr>
        <p:spPr>
          <a:xfrm>
            <a:off x="1043631" y="809898"/>
            <a:ext cx="10173010" cy="1554480"/>
          </a:xfrm>
        </p:spPr>
        <p:txBody>
          <a:bodyPr anchor="ctr">
            <a:normAutofit/>
          </a:bodyPr>
          <a:lstStyle/>
          <a:p>
            <a:r>
              <a:rPr lang="en-US" sz="4800" dirty="0"/>
              <a:t>Situation B:</a:t>
            </a:r>
          </a:p>
        </p:txBody>
      </p:sp>
      <p:cxnSp>
        <p:nvCxnSpPr>
          <p:cNvPr id="22" name="Straight Connector 2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8F9D95A6-D330-E04C-94BC-24EEE65A4B62}"/>
              </a:ext>
            </a:extLst>
          </p:cNvPr>
          <p:cNvSpPr>
            <a:spLocks noGrp="1"/>
          </p:cNvSpPr>
          <p:nvPr>
            <p:ph type="ftr" sz="quarter" idx="11"/>
          </p:nvPr>
        </p:nvSpPr>
        <p:spPr>
          <a:xfrm>
            <a:off x="4038600" y="6492240"/>
            <a:ext cx="4114800" cy="365125"/>
          </a:xfrm>
        </p:spPr>
        <p:txBody>
          <a:bodyPr>
            <a:normAutofit/>
          </a:bodyPr>
          <a:lstStyle/>
          <a:p>
            <a:pPr>
              <a:spcAft>
                <a:spcPts val="600"/>
              </a:spcAft>
            </a:pPr>
            <a:r>
              <a:rPr lang="en-US" dirty="0"/>
              <a:t>Copyright 2022 </a:t>
            </a:r>
            <a:r>
              <a:rPr lang="en-US" dirty="0" err="1"/>
              <a:t>FosterThomas</a:t>
            </a:r>
            <a:endParaRPr lang="en-US" dirty="0"/>
          </a:p>
        </p:txBody>
      </p:sp>
      <p:graphicFrame>
        <p:nvGraphicFramePr>
          <p:cNvPr id="9" name="Content Placeholder 6">
            <a:extLst>
              <a:ext uri="{FF2B5EF4-FFF2-40B4-BE49-F238E27FC236}">
                <a16:creationId xmlns:a16="http://schemas.microsoft.com/office/drawing/2014/main" id="{F5B23DF7-B56E-4971-AC35-B91105CF7091}"/>
              </a:ext>
            </a:extLst>
          </p:cNvPr>
          <p:cNvGraphicFramePr>
            <a:graphicFrameLocks noGrp="1"/>
          </p:cNvGraphicFramePr>
          <p:nvPr>
            <p:ph idx="1"/>
            <p:extLst>
              <p:ext uri="{D42A27DB-BD31-4B8C-83A1-F6EECF244321}">
                <p14:modId xmlns:p14="http://schemas.microsoft.com/office/powerpoint/2010/main" val="2296572689"/>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222105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6" name="Rectangle 1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57B003F9-1362-D948-9558-D4332CCA63D4}"/>
              </a:ext>
            </a:extLst>
          </p:cNvPr>
          <p:cNvSpPr>
            <a:spLocks noGrp="1"/>
          </p:cNvSpPr>
          <p:nvPr>
            <p:ph type="title"/>
          </p:nvPr>
        </p:nvSpPr>
        <p:spPr>
          <a:xfrm>
            <a:off x="1043631" y="809898"/>
            <a:ext cx="10173010" cy="1554480"/>
          </a:xfrm>
        </p:spPr>
        <p:txBody>
          <a:bodyPr anchor="ctr">
            <a:normAutofit/>
          </a:bodyPr>
          <a:lstStyle/>
          <a:p>
            <a:r>
              <a:rPr lang="en-US" sz="4800" dirty="0"/>
              <a:t>Situation C:</a:t>
            </a:r>
          </a:p>
        </p:txBody>
      </p:sp>
      <p:cxnSp>
        <p:nvCxnSpPr>
          <p:cNvPr id="22" name="Straight Connector 2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8F9D95A6-D330-E04C-94BC-24EEE65A4B62}"/>
              </a:ext>
            </a:extLst>
          </p:cNvPr>
          <p:cNvSpPr>
            <a:spLocks noGrp="1"/>
          </p:cNvSpPr>
          <p:nvPr>
            <p:ph type="ftr" sz="quarter" idx="11"/>
          </p:nvPr>
        </p:nvSpPr>
        <p:spPr>
          <a:xfrm>
            <a:off x="4038600" y="6492240"/>
            <a:ext cx="4114800" cy="365125"/>
          </a:xfrm>
        </p:spPr>
        <p:txBody>
          <a:bodyPr>
            <a:normAutofit/>
          </a:bodyPr>
          <a:lstStyle/>
          <a:p>
            <a:pPr>
              <a:spcAft>
                <a:spcPts val="600"/>
              </a:spcAft>
            </a:pPr>
            <a:r>
              <a:rPr lang="en-US" dirty="0"/>
              <a:t>Copyright 2022 </a:t>
            </a:r>
            <a:r>
              <a:rPr lang="en-US" dirty="0" err="1"/>
              <a:t>FosterThomas</a:t>
            </a:r>
            <a:endParaRPr lang="en-US" dirty="0"/>
          </a:p>
        </p:txBody>
      </p:sp>
      <p:graphicFrame>
        <p:nvGraphicFramePr>
          <p:cNvPr id="9" name="Content Placeholder 6">
            <a:extLst>
              <a:ext uri="{FF2B5EF4-FFF2-40B4-BE49-F238E27FC236}">
                <a16:creationId xmlns:a16="http://schemas.microsoft.com/office/drawing/2014/main" id="{F5B23DF7-B56E-4971-AC35-B91105CF7091}"/>
              </a:ext>
            </a:extLst>
          </p:cNvPr>
          <p:cNvGraphicFramePr>
            <a:graphicFrameLocks noGrp="1"/>
          </p:cNvGraphicFramePr>
          <p:nvPr>
            <p:ph idx="1"/>
            <p:extLst>
              <p:ext uri="{D42A27DB-BD31-4B8C-83A1-F6EECF244321}">
                <p14:modId xmlns:p14="http://schemas.microsoft.com/office/powerpoint/2010/main" val="3352721166"/>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02494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6" name="Rectangle 1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57B003F9-1362-D948-9558-D4332CCA63D4}"/>
              </a:ext>
            </a:extLst>
          </p:cNvPr>
          <p:cNvSpPr>
            <a:spLocks noGrp="1"/>
          </p:cNvSpPr>
          <p:nvPr>
            <p:ph type="title"/>
          </p:nvPr>
        </p:nvSpPr>
        <p:spPr>
          <a:xfrm>
            <a:off x="1043631" y="809898"/>
            <a:ext cx="10173010" cy="1554480"/>
          </a:xfrm>
        </p:spPr>
        <p:txBody>
          <a:bodyPr anchor="ctr">
            <a:normAutofit/>
          </a:bodyPr>
          <a:lstStyle/>
          <a:p>
            <a:r>
              <a:rPr lang="en-US" sz="4800" dirty="0"/>
              <a:t>Situation D:</a:t>
            </a:r>
          </a:p>
        </p:txBody>
      </p:sp>
      <p:cxnSp>
        <p:nvCxnSpPr>
          <p:cNvPr id="22" name="Straight Connector 2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8F9D95A6-D330-E04C-94BC-24EEE65A4B62}"/>
              </a:ext>
            </a:extLst>
          </p:cNvPr>
          <p:cNvSpPr>
            <a:spLocks noGrp="1"/>
          </p:cNvSpPr>
          <p:nvPr>
            <p:ph type="ftr" sz="quarter" idx="11"/>
          </p:nvPr>
        </p:nvSpPr>
        <p:spPr>
          <a:xfrm>
            <a:off x="4038600" y="6492240"/>
            <a:ext cx="4114800" cy="365125"/>
          </a:xfrm>
        </p:spPr>
        <p:txBody>
          <a:bodyPr>
            <a:normAutofit/>
          </a:bodyPr>
          <a:lstStyle/>
          <a:p>
            <a:pPr>
              <a:spcAft>
                <a:spcPts val="600"/>
              </a:spcAft>
            </a:pPr>
            <a:r>
              <a:rPr lang="en-US" dirty="0"/>
              <a:t>Copyright 2022 </a:t>
            </a:r>
            <a:r>
              <a:rPr lang="en-US" dirty="0" err="1"/>
              <a:t>FosterThomas</a:t>
            </a:r>
            <a:endParaRPr lang="en-US" dirty="0"/>
          </a:p>
        </p:txBody>
      </p:sp>
      <p:graphicFrame>
        <p:nvGraphicFramePr>
          <p:cNvPr id="9" name="Content Placeholder 6">
            <a:extLst>
              <a:ext uri="{FF2B5EF4-FFF2-40B4-BE49-F238E27FC236}">
                <a16:creationId xmlns:a16="http://schemas.microsoft.com/office/drawing/2014/main" id="{F5B23DF7-B56E-4971-AC35-B91105CF7091}"/>
              </a:ext>
            </a:extLst>
          </p:cNvPr>
          <p:cNvGraphicFramePr>
            <a:graphicFrameLocks noGrp="1"/>
          </p:cNvGraphicFramePr>
          <p:nvPr>
            <p:ph idx="1"/>
            <p:extLst>
              <p:ext uri="{D42A27DB-BD31-4B8C-83A1-F6EECF244321}">
                <p14:modId xmlns:p14="http://schemas.microsoft.com/office/powerpoint/2010/main" val="2737801425"/>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01375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B32A67F-3598-4A13-8552-DA884FFCCE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DE08B8-840E-E042-B5E4-0C4DE02E45A8}"/>
              </a:ext>
            </a:extLst>
          </p:cNvPr>
          <p:cNvSpPr>
            <a:spLocks noGrp="1"/>
          </p:cNvSpPr>
          <p:nvPr>
            <p:ph type="title"/>
          </p:nvPr>
        </p:nvSpPr>
        <p:spPr>
          <a:xfrm>
            <a:off x="804673" y="3320859"/>
            <a:ext cx="4573475" cy="2076333"/>
          </a:xfrm>
        </p:spPr>
        <p:txBody>
          <a:bodyPr vert="horz" lIns="91440" tIns="45720" rIns="91440" bIns="45720" rtlCol="0" anchor="t">
            <a:normAutofit/>
          </a:bodyPr>
          <a:lstStyle/>
          <a:p>
            <a:r>
              <a:rPr lang="en-US" sz="4800" kern="1200">
                <a:solidFill>
                  <a:schemeClr val="bg1"/>
                </a:solidFill>
                <a:latin typeface="+mj-lt"/>
                <a:ea typeface="+mj-ea"/>
                <a:cs typeface="+mj-cs"/>
              </a:rPr>
              <a:t>Q&amp;A</a:t>
            </a:r>
          </a:p>
        </p:txBody>
      </p:sp>
      <p:sp>
        <p:nvSpPr>
          <p:cNvPr id="14" name="Freeform: Shape 13">
            <a:extLst>
              <a:ext uri="{FF2B5EF4-FFF2-40B4-BE49-F238E27FC236}">
                <a16:creationId xmlns:a16="http://schemas.microsoft.com/office/drawing/2014/main" id="{BCC55ACC-A2F6-403C-A3A4-D59B3734D4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57312" y="381000"/>
            <a:ext cx="6334689" cy="6477000"/>
          </a:xfrm>
          <a:custGeom>
            <a:avLst/>
            <a:gdLst>
              <a:gd name="connsiteX0" fmla="*/ 3561588 w 6334689"/>
              <a:gd name="connsiteY0" fmla="*/ 0 h 6477000"/>
              <a:gd name="connsiteX1" fmla="*/ 6309883 w 6334689"/>
              <a:gd name="connsiteY1" fmla="*/ 1296087 h 6477000"/>
              <a:gd name="connsiteX2" fmla="*/ 6334689 w 6334689"/>
              <a:gd name="connsiteY2" fmla="*/ 1329261 h 6477000"/>
              <a:gd name="connsiteX3" fmla="*/ 6334689 w 6334689"/>
              <a:gd name="connsiteY3" fmla="*/ 5793916 h 6477000"/>
              <a:gd name="connsiteX4" fmla="*/ 6309883 w 6334689"/>
              <a:gd name="connsiteY4" fmla="*/ 5827089 h 6477000"/>
              <a:gd name="connsiteX5" fmla="*/ 5760467 w 6334689"/>
              <a:gd name="connsiteY5" fmla="*/ 6363539 h 6477000"/>
              <a:gd name="connsiteX6" fmla="*/ 5607796 w 6334689"/>
              <a:gd name="connsiteY6" fmla="*/ 6477000 h 6477000"/>
              <a:gd name="connsiteX7" fmla="*/ 1519571 w 6334689"/>
              <a:gd name="connsiteY7" fmla="*/ 6477000 h 6477000"/>
              <a:gd name="connsiteX8" fmla="*/ 1296088 w 6334689"/>
              <a:gd name="connsiteY8" fmla="*/ 6309883 h 6477000"/>
              <a:gd name="connsiteX9" fmla="*/ 0 w 6334689"/>
              <a:gd name="connsiteY9" fmla="*/ 3561588 h 6477000"/>
              <a:gd name="connsiteX10" fmla="*/ 3561588 w 6334689"/>
              <a:gd name="connsiteY10" fmla="*/ 0 h 647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34689" h="6477000">
                <a:moveTo>
                  <a:pt x="3561588" y="0"/>
                </a:moveTo>
                <a:cubicBezTo>
                  <a:pt x="4668032" y="0"/>
                  <a:pt x="5656635" y="504534"/>
                  <a:pt x="6309883" y="1296087"/>
                </a:cubicBezTo>
                <a:lnTo>
                  <a:pt x="6334689" y="1329261"/>
                </a:lnTo>
                <a:lnTo>
                  <a:pt x="6334689" y="5793916"/>
                </a:lnTo>
                <a:lnTo>
                  <a:pt x="6309883" y="5827089"/>
                </a:lnTo>
                <a:cubicBezTo>
                  <a:pt x="6146571" y="6024977"/>
                  <a:pt x="5962299" y="6204927"/>
                  <a:pt x="5760467" y="6363539"/>
                </a:cubicBezTo>
                <a:lnTo>
                  <a:pt x="5607796" y="6477000"/>
                </a:lnTo>
                <a:lnTo>
                  <a:pt x="1519571" y="6477000"/>
                </a:lnTo>
                <a:lnTo>
                  <a:pt x="1296088" y="6309883"/>
                </a:lnTo>
                <a:cubicBezTo>
                  <a:pt x="504535" y="5656635"/>
                  <a:pt x="0" y="4668032"/>
                  <a:pt x="0" y="3561588"/>
                </a:cubicBezTo>
                <a:cubicBezTo>
                  <a:pt x="0" y="1594577"/>
                  <a:pt x="1594577" y="0"/>
                  <a:pt x="3561588" y="0"/>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1615F0A0-DBEC-6D49-A303-D633A73B36AE}"/>
              </a:ext>
            </a:extLst>
          </p:cNvPr>
          <p:cNvSpPr>
            <a:spLocks noGrp="1"/>
          </p:cNvSpPr>
          <p:nvPr>
            <p:ph type="ftr" sz="quarter" idx="11"/>
          </p:nvPr>
        </p:nvSpPr>
        <p:spPr>
          <a:xfrm>
            <a:off x="804673" y="6199632"/>
            <a:ext cx="5052640" cy="314067"/>
          </a:xfrm>
        </p:spPr>
        <p:txBody>
          <a:bodyPr vert="horz" lIns="91440" tIns="45720" rIns="91440" bIns="45720" rtlCol="0" anchor="ctr">
            <a:normAutofit/>
          </a:bodyPr>
          <a:lstStyle/>
          <a:p>
            <a:pPr algn="l">
              <a:spcAft>
                <a:spcPts val="600"/>
              </a:spcAft>
            </a:pPr>
            <a:r>
              <a:rPr lang="en-US" sz="1100" kern="1200" dirty="0">
                <a:solidFill>
                  <a:schemeClr val="bg1">
                    <a:alpha val="80000"/>
                  </a:schemeClr>
                </a:solidFill>
                <a:latin typeface="+mn-lt"/>
                <a:ea typeface="+mn-ea"/>
                <a:cs typeface="+mn-cs"/>
              </a:rPr>
              <a:t>Copyright 2022 </a:t>
            </a:r>
            <a:r>
              <a:rPr lang="en-US" sz="1100" kern="1200" dirty="0" err="1">
                <a:solidFill>
                  <a:schemeClr val="bg1">
                    <a:alpha val="80000"/>
                  </a:schemeClr>
                </a:solidFill>
                <a:latin typeface="+mn-lt"/>
                <a:ea typeface="+mn-ea"/>
                <a:cs typeface="+mn-cs"/>
              </a:rPr>
              <a:t>FosterThomas</a:t>
            </a:r>
            <a:endParaRPr lang="en-US" sz="1100" kern="1200" dirty="0">
              <a:solidFill>
                <a:schemeClr val="bg1">
                  <a:alpha val="80000"/>
                </a:schemeClr>
              </a:solidFill>
              <a:latin typeface="+mn-lt"/>
              <a:ea typeface="+mn-ea"/>
              <a:cs typeface="+mn-cs"/>
            </a:endParaRPr>
          </a:p>
        </p:txBody>
      </p:sp>
      <p:sp>
        <p:nvSpPr>
          <p:cNvPr id="16" name="Freeform: Shape 15">
            <a:extLst>
              <a:ext uri="{FF2B5EF4-FFF2-40B4-BE49-F238E27FC236}">
                <a16:creationId xmlns:a16="http://schemas.microsoft.com/office/drawing/2014/main" id="{598EBA13-C937-430B-9523-439FE21096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21086" y="544777"/>
            <a:ext cx="6170914" cy="6313225"/>
          </a:xfrm>
          <a:custGeom>
            <a:avLst/>
            <a:gdLst>
              <a:gd name="connsiteX0" fmla="*/ 3397813 w 6170914"/>
              <a:gd name="connsiteY0" fmla="*/ 0 h 6313225"/>
              <a:gd name="connsiteX1" fmla="*/ 6019731 w 6170914"/>
              <a:gd name="connsiteY1" fmla="*/ 1236489 h 6313225"/>
              <a:gd name="connsiteX2" fmla="*/ 6170914 w 6170914"/>
              <a:gd name="connsiteY2" fmla="*/ 1438663 h 6313225"/>
              <a:gd name="connsiteX3" fmla="*/ 6170914 w 6170914"/>
              <a:gd name="connsiteY3" fmla="*/ 5356963 h 6313225"/>
              <a:gd name="connsiteX4" fmla="*/ 6019731 w 6170914"/>
              <a:gd name="connsiteY4" fmla="*/ 5559138 h 6313225"/>
              <a:gd name="connsiteX5" fmla="*/ 5194591 w 6170914"/>
              <a:gd name="connsiteY5" fmla="*/ 6282226 h 6313225"/>
              <a:gd name="connsiteX6" fmla="*/ 5141791 w 6170914"/>
              <a:gd name="connsiteY6" fmla="*/ 6313225 h 6313225"/>
              <a:gd name="connsiteX7" fmla="*/ 1659199 w 6170914"/>
              <a:gd name="connsiteY7" fmla="*/ 6313225 h 6313225"/>
              <a:gd name="connsiteX8" fmla="*/ 1498064 w 6170914"/>
              <a:gd name="connsiteY8" fmla="*/ 6215333 h 6313225"/>
              <a:gd name="connsiteX9" fmla="*/ 0 w 6170914"/>
              <a:gd name="connsiteY9" fmla="*/ 3397813 h 6313225"/>
              <a:gd name="connsiteX10" fmla="*/ 3397813 w 6170914"/>
              <a:gd name="connsiteY10" fmla="*/ 0 h 6313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70914" h="6313225">
                <a:moveTo>
                  <a:pt x="3397813" y="0"/>
                </a:moveTo>
                <a:cubicBezTo>
                  <a:pt x="4453378" y="0"/>
                  <a:pt x="5396522" y="481334"/>
                  <a:pt x="6019731" y="1236489"/>
                </a:cubicBezTo>
                <a:lnTo>
                  <a:pt x="6170914" y="1438663"/>
                </a:lnTo>
                <a:lnTo>
                  <a:pt x="6170914" y="5356963"/>
                </a:lnTo>
                <a:lnTo>
                  <a:pt x="6019731" y="5559138"/>
                </a:lnTo>
                <a:cubicBezTo>
                  <a:pt x="5786028" y="5842321"/>
                  <a:pt x="5507333" y="6086998"/>
                  <a:pt x="5194591" y="6282226"/>
                </a:cubicBezTo>
                <a:lnTo>
                  <a:pt x="5141791" y="6313225"/>
                </a:lnTo>
                <a:lnTo>
                  <a:pt x="1659199" y="6313225"/>
                </a:lnTo>
                <a:lnTo>
                  <a:pt x="1498064" y="6215333"/>
                </a:lnTo>
                <a:cubicBezTo>
                  <a:pt x="594240" y="5604721"/>
                  <a:pt x="0" y="4570663"/>
                  <a:pt x="0" y="3397813"/>
                </a:cubicBezTo>
                <a:cubicBezTo>
                  <a:pt x="0" y="1521253"/>
                  <a:pt x="1521253" y="0"/>
                  <a:pt x="339781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Graphic 8" descr="Questions">
            <a:extLst>
              <a:ext uri="{FF2B5EF4-FFF2-40B4-BE49-F238E27FC236}">
                <a16:creationId xmlns:a16="http://schemas.microsoft.com/office/drawing/2014/main" id="{079843AF-DBF3-45B2-B29E-8BEB956DEDB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10424" y="1845770"/>
            <a:ext cx="4333875" cy="4333875"/>
          </a:xfrm>
          <a:prstGeom prst="rect">
            <a:avLst/>
          </a:prstGeom>
        </p:spPr>
      </p:pic>
    </p:spTree>
    <p:extLst>
      <p:ext uri="{BB962C8B-B14F-4D97-AF65-F5344CB8AC3E}">
        <p14:creationId xmlns:p14="http://schemas.microsoft.com/office/powerpoint/2010/main" val="16389355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5E7492D-E8E9-1D4C-9828-2CE3AF3DBB10}"/>
              </a:ext>
            </a:extLst>
          </p:cNvPr>
          <p:cNvSpPr/>
          <p:nvPr/>
        </p:nvSpPr>
        <p:spPr>
          <a:xfrm>
            <a:off x="0" y="4782"/>
            <a:ext cx="4678680" cy="68075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E935DE-37B7-5840-B406-5E15D9ABABB1}"/>
              </a:ext>
            </a:extLst>
          </p:cNvPr>
          <p:cNvSpPr>
            <a:spLocks noGrp="1"/>
          </p:cNvSpPr>
          <p:nvPr>
            <p:ph type="title"/>
          </p:nvPr>
        </p:nvSpPr>
        <p:spPr>
          <a:xfrm>
            <a:off x="358140" y="2279648"/>
            <a:ext cx="3870960" cy="1677035"/>
          </a:xfrm>
        </p:spPr>
        <p:txBody>
          <a:bodyPr/>
          <a:lstStyle/>
          <a:p>
            <a:pPr algn="ctr"/>
            <a:r>
              <a:rPr lang="en-US" dirty="0">
                <a:solidFill>
                  <a:schemeClr val="bg1"/>
                </a:solidFill>
              </a:rPr>
              <a:t>Contact Info</a:t>
            </a:r>
          </a:p>
        </p:txBody>
      </p:sp>
      <p:sp>
        <p:nvSpPr>
          <p:cNvPr id="5" name="Footer Placeholder 4">
            <a:extLst>
              <a:ext uri="{FF2B5EF4-FFF2-40B4-BE49-F238E27FC236}">
                <a16:creationId xmlns:a16="http://schemas.microsoft.com/office/drawing/2014/main" id="{A76FFE74-3093-044E-8141-97E9162E734B}"/>
              </a:ext>
            </a:extLst>
          </p:cNvPr>
          <p:cNvSpPr>
            <a:spLocks noGrp="1"/>
          </p:cNvSpPr>
          <p:nvPr>
            <p:ph type="ftr" sz="quarter" idx="11"/>
          </p:nvPr>
        </p:nvSpPr>
        <p:spPr/>
        <p:txBody>
          <a:bodyPr/>
          <a:lstStyle/>
          <a:p>
            <a:r>
              <a:rPr lang="en-US" dirty="0"/>
              <a:t>Copyright 2022 </a:t>
            </a:r>
            <a:r>
              <a:rPr lang="en-US" dirty="0" err="1"/>
              <a:t>FosterThomas</a:t>
            </a:r>
            <a:endParaRPr lang="en-US" dirty="0"/>
          </a:p>
        </p:txBody>
      </p:sp>
      <p:sp>
        <p:nvSpPr>
          <p:cNvPr id="8" name="Rectangle 6">
            <a:hlinkClick r:id="rId3" tooltip="https://www.fosterthomas.com/"/>
            <a:extLst>
              <a:ext uri="{FF2B5EF4-FFF2-40B4-BE49-F238E27FC236}">
                <a16:creationId xmlns:a16="http://schemas.microsoft.com/office/drawing/2014/main" id="{1DB253C0-AC99-BD4D-ACBF-950B588F1CB1}"/>
              </a:ext>
            </a:extLst>
          </p:cNvPr>
          <p:cNvSpPr>
            <a:spLocks noChangeArrowheads="1"/>
          </p:cNvSpPr>
          <p:nvPr/>
        </p:nvSpPr>
        <p:spPr bwMode="auto">
          <a:xfrm>
            <a:off x="0" y="1009649"/>
            <a:ext cx="920496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4" name="Rectangle 13">
            <a:extLst>
              <a:ext uri="{FF2B5EF4-FFF2-40B4-BE49-F238E27FC236}">
                <a16:creationId xmlns:a16="http://schemas.microsoft.com/office/drawing/2014/main" id="{C0810C28-48A3-CA40-9F5B-5725D9EE22C5}"/>
              </a:ext>
            </a:extLst>
          </p:cNvPr>
          <p:cNvSpPr/>
          <p:nvPr/>
        </p:nvSpPr>
        <p:spPr>
          <a:xfrm>
            <a:off x="5257800" y="1520785"/>
            <a:ext cx="6096000" cy="1908215"/>
          </a:xfrm>
          <a:prstGeom prst="rect">
            <a:avLst/>
          </a:prstGeom>
        </p:spPr>
        <p:txBody>
          <a:bodyPr>
            <a:spAutoFit/>
          </a:bodyPr>
          <a:lstStyle/>
          <a:p>
            <a:pPr lvl="0" eaLnBrk="0" fontAlgn="base" hangingPunct="0">
              <a:spcBef>
                <a:spcPct val="0"/>
              </a:spcBef>
              <a:spcAft>
                <a:spcPct val="0"/>
              </a:spcAft>
            </a:pPr>
            <a:r>
              <a:rPr lang="en-US" altLang="en-US" b="1" dirty="0">
                <a:solidFill>
                  <a:srgbClr val="1F3864"/>
                </a:solidFill>
                <a:latin typeface="Arial" panose="020B0604020202020204" pitchFamily="34" charset="0"/>
                <a:ea typeface="Times New Roman" panose="02020603050405020304" pitchFamily="18" charset="0"/>
                <a:cs typeface="Arial" panose="020B0604020202020204" pitchFamily="34" charset="0"/>
              </a:rPr>
              <a:t>Rachel Carey-</a:t>
            </a:r>
            <a:r>
              <a:rPr lang="en-US" altLang="en-US" b="1" dirty="0" err="1">
                <a:solidFill>
                  <a:srgbClr val="1F3864"/>
                </a:solidFill>
                <a:latin typeface="Arial" panose="020B0604020202020204" pitchFamily="34" charset="0"/>
                <a:ea typeface="Times New Roman" panose="02020603050405020304" pitchFamily="18" charset="0"/>
                <a:cs typeface="Arial" panose="020B0604020202020204" pitchFamily="34" charset="0"/>
              </a:rPr>
              <a:t>McElwaney</a:t>
            </a:r>
            <a:endParaRPr lang="en-US" altLang="en-US" dirty="0"/>
          </a:p>
          <a:p>
            <a:pPr lvl="0" eaLnBrk="0" fontAlgn="base" hangingPunct="0">
              <a:spcBef>
                <a:spcPct val="0"/>
              </a:spcBef>
              <a:spcAft>
                <a:spcPct val="0"/>
              </a:spcAft>
            </a:pPr>
            <a:r>
              <a:rPr lang="en-US" altLang="en-US" b="1" dirty="0">
                <a:solidFill>
                  <a:srgbClr val="1F3864"/>
                </a:solidFill>
                <a:latin typeface="Arial" panose="020B0604020202020204" pitchFamily="34" charset="0"/>
                <a:ea typeface="Times New Roman" panose="02020603050405020304" pitchFamily="18" charset="0"/>
                <a:cs typeface="Arial" panose="020B0604020202020204" pitchFamily="34" charset="0"/>
              </a:rPr>
              <a:t>HR Consultant and Leadership Coach</a:t>
            </a:r>
            <a:br>
              <a:rPr lang="en-US" altLang="en-US" sz="1400" dirty="0">
                <a:solidFill>
                  <a:srgbClr val="1F3864"/>
                </a:solidFill>
                <a:latin typeface="Arial" panose="020B0604020202020204" pitchFamily="34" charset="0"/>
                <a:ea typeface="Times New Roman" panose="02020603050405020304" pitchFamily="18" charset="0"/>
                <a:cs typeface="Arial" panose="020B0604020202020204" pitchFamily="34" charset="0"/>
              </a:rPr>
            </a:br>
            <a:r>
              <a:rPr lang="en-US" altLang="en-US" sz="1400" dirty="0" err="1">
                <a:solidFill>
                  <a:srgbClr val="1F3864"/>
                </a:solidFill>
                <a:latin typeface="Arial" panose="020B0604020202020204" pitchFamily="34" charset="0"/>
                <a:ea typeface="Times New Roman" panose="02020603050405020304" pitchFamily="18" charset="0"/>
                <a:cs typeface="Arial" panose="020B0604020202020204" pitchFamily="34" charset="0"/>
              </a:rPr>
              <a:t>FosterThomas</a:t>
            </a:r>
            <a:r>
              <a:rPr lang="en-US" altLang="en-US" sz="1400" dirty="0">
                <a:solidFill>
                  <a:srgbClr val="1F3864"/>
                </a:solidFill>
                <a:latin typeface="Arial" panose="020B0604020202020204" pitchFamily="34" charset="0"/>
                <a:ea typeface="Times New Roman" panose="02020603050405020304" pitchFamily="18" charset="0"/>
                <a:cs typeface="Arial" panose="020B0604020202020204" pitchFamily="34" charset="0"/>
              </a:rPr>
              <a:t>, Inc.</a:t>
            </a:r>
            <a:br>
              <a:rPr lang="en-US" altLang="en-US" sz="1400" dirty="0">
                <a:solidFill>
                  <a:srgbClr val="1F3864"/>
                </a:solidFill>
                <a:latin typeface="Arial" panose="020B0604020202020204" pitchFamily="34" charset="0"/>
                <a:ea typeface="Times New Roman" panose="02020603050405020304" pitchFamily="18" charset="0"/>
                <a:cs typeface="Arial" panose="020B0604020202020204" pitchFamily="34" charset="0"/>
              </a:rPr>
            </a:br>
            <a:r>
              <a:rPr lang="en-US" altLang="en-US" sz="1600" b="1" dirty="0">
                <a:solidFill>
                  <a:srgbClr val="1F3864"/>
                </a:solidFill>
                <a:latin typeface="Calibri" panose="020F0502020204030204" pitchFamily="34" charset="0"/>
                <a:ea typeface="Times New Roman" panose="02020603050405020304" pitchFamily="18" charset="0"/>
                <a:cs typeface="Calibri" panose="020F0502020204030204" pitchFamily="34" charset="0"/>
              </a:rPr>
              <a:t>181 Harry S. Truman Parkway, Suite 110 </a:t>
            </a:r>
            <a:endParaRPr lang="en-US" altLang="en-US" dirty="0"/>
          </a:p>
          <a:p>
            <a:pPr lvl="0" eaLnBrk="0" fontAlgn="base" hangingPunct="0">
              <a:spcBef>
                <a:spcPct val="0"/>
              </a:spcBef>
              <a:spcAft>
                <a:spcPct val="0"/>
              </a:spcAft>
            </a:pPr>
            <a:r>
              <a:rPr lang="en-US" altLang="en-US" sz="1600" b="1" dirty="0">
                <a:solidFill>
                  <a:srgbClr val="1F3864"/>
                </a:solidFill>
                <a:latin typeface="Calibri" panose="020F0502020204030204" pitchFamily="34" charset="0"/>
                <a:ea typeface="Times New Roman" panose="02020603050405020304" pitchFamily="18" charset="0"/>
                <a:cs typeface="Calibri" panose="020F0502020204030204" pitchFamily="34" charset="0"/>
              </a:rPr>
              <a:t>Annapolis, MD 21401</a:t>
            </a:r>
            <a:endParaRPr lang="en-US" altLang="en-US" dirty="0"/>
          </a:p>
          <a:p>
            <a:pPr lvl="0" eaLnBrk="0" fontAlgn="base" hangingPunct="0">
              <a:spcBef>
                <a:spcPct val="0"/>
              </a:spcBef>
              <a:spcAft>
                <a:spcPct val="0"/>
              </a:spcAft>
            </a:pPr>
            <a:r>
              <a:rPr lang="en-US" dirty="0"/>
              <a:t>Phone: </a:t>
            </a:r>
            <a:r>
              <a:rPr lang="en-US" dirty="0">
                <a:hlinkClick r:id="rId4"/>
              </a:rPr>
              <a:t>800.372.3626</a:t>
            </a:r>
            <a:r>
              <a:rPr lang="en-US" dirty="0"/>
              <a:t> </a:t>
            </a:r>
            <a:br>
              <a:rPr lang="en-US" sz="1400" dirty="0"/>
            </a:br>
            <a:r>
              <a:rPr lang="en-US" dirty="0"/>
              <a:t>Email: </a:t>
            </a:r>
            <a:r>
              <a:rPr lang="en-US" dirty="0" err="1"/>
              <a:t>rcarey@fosterthomas.com</a:t>
            </a:r>
            <a:endParaRPr lang="en-US" dirty="0"/>
          </a:p>
        </p:txBody>
      </p:sp>
      <p:pic>
        <p:nvPicPr>
          <p:cNvPr id="16" name="Picture 15" descr="Graphical user interface, text&#10;&#10;Description automatically generated">
            <a:extLst>
              <a:ext uri="{FF2B5EF4-FFF2-40B4-BE49-F238E27FC236}">
                <a16:creationId xmlns:a16="http://schemas.microsoft.com/office/drawing/2014/main" id="{B0062898-AD4D-2C4E-B47C-59AC0614BFED}"/>
              </a:ext>
            </a:extLst>
          </p:cNvPr>
          <p:cNvPicPr>
            <a:picLocks noChangeAspect="1"/>
          </p:cNvPicPr>
          <p:nvPr/>
        </p:nvPicPr>
        <p:blipFill>
          <a:blip r:embed="rId5"/>
          <a:stretch>
            <a:fillRect/>
          </a:stretch>
        </p:blipFill>
        <p:spPr>
          <a:xfrm>
            <a:off x="5257800" y="3439794"/>
            <a:ext cx="2781300" cy="825500"/>
          </a:xfrm>
          <a:prstGeom prst="rect">
            <a:avLst/>
          </a:prstGeom>
        </p:spPr>
      </p:pic>
    </p:spTree>
    <p:extLst>
      <p:ext uri="{BB962C8B-B14F-4D97-AF65-F5344CB8AC3E}">
        <p14:creationId xmlns:p14="http://schemas.microsoft.com/office/powerpoint/2010/main" val="38125579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8" ma:contentTypeDescription="Create a new document." ma:contentTypeScope="" ma:versionID="efd9b4af885478ed0a3e84c6362c6fb3">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b6abc503e38a49174dd9e5072c65339"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1e634b9-0c0d-402e-b683-49cec2011975"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796171e-60a5-48ad-9b94-11b7e9399efd}" ma:internalName="TaxCatchAll" ma:showField="CatchAllData" ma:web="dc808d36-874f-4b27-aec2-2fd6498179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2466082-b6bf-4153-98c3-3c41e85fda18">
      <Terms xmlns="http://schemas.microsoft.com/office/infopath/2007/PartnerControls"/>
    </lcf76f155ced4ddcb4097134ff3c332f>
    <TaxCatchAll xmlns="dc808d36-874f-4b27-aec2-2fd649817929" xsi:nil="true"/>
  </documentManagement>
</p:properties>
</file>

<file path=customXml/itemProps1.xml><?xml version="1.0" encoding="utf-8"?>
<ds:datastoreItem xmlns:ds="http://schemas.openxmlformats.org/officeDocument/2006/customXml" ds:itemID="{430CB77E-A0C4-408E-A614-3981DDB9D118}"/>
</file>

<file path=customXml/itemProps2.xml><?xml version="1.0" encoding="utf-8"?>
<ds:datastoreItem xmlns:ds="http://schemas.openxmlformats.org/officeDocument/2006/customXml" ds:itemID="{E5DAB9CB-C681-438E-8910-521DF4A5C20E}"/>
</file>

<file path=customXml/itemProps3.xml><?xml version="1.0" encoding="utf-8"?>
<ds:datastoreItem xmlns:ds="http://schemas.openxmlformats.org/officeDocument/2006/customXml" ds:itemID="{5143104E-0333-4E0C-B1A0-509C11C2E5A5}"/>
</file>

<file path=docProps/app.xml><?xml version="1.0" encoding="utf-8"?>
<Properties xmlns="http://schemas.openxmlformats.org/officeDocument/2006/extended-properties" xmlns:vt="http://schemas.openxmlformats.org/officeDocument/2006/docPropsVTypes">
  <Template/>
  <TotalTime>921</TotalTime>
  <Words>7527</Words>
  <Application>Microsoft Macintosh PowerPoint</Application>
  <PresentationFormat>Widescreen</PresentationFormat>
  <Paragraphs>671</Paragraphs>
  <Slides>39</Slides>
  <Notes>37</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Calibri</vt:lpstr>
      <vt:lpstr>Calibri Light</vt:lpstr>
      <vt:lpstr>Office Theme</vt:lpstr>
      <vt:lpstr>Employee Success Habits </vt:lpstr>
      <vt:lpstr>Objective</vt:lpstr>
      <vt:lpstr>Success Starts with…</vt:lpstr>
      <vt:lpstr>What we will cover today</vt:lpstr>
      <vt:lpstr>Accountability vs Responsibility  </vt:lpstr>
      <vt:lpstr>Benefits of Accountability</vt:lpstr>
      <vt:lpstr>Accountability Partner</vt:lpstr>
      <vt:lpstr>Get back on the bike…</vt:lpstr>
      <vt:lpstr>GROW Method</vt:lpstr>
      <vt:lpstr>Grow Matrix</vt:lpstr>
      <vt:lpstr>Tips on how to be more accountable</vt:lpstr>
      <vt:lpstr>Feedback</vt:lpstr>
      <vt:lpstr>Effective Communication in Feedback </vt:lpstr>
      <vt:lpstr>Steps to being a better listener </vt:lpstr>
      <vt:lpstr>3 Types of Listening</vt:lpstr>
      <vt:lpstr>Giving and Receiving Feedback</vt:lpstr>
      <vt:lpstr>Responses While Effectively Listening</vt:lpstr>
      <vt:lpstr>GROW Matrix</vt:lpstr>
      <vt:lpstr>Practice</vt:lpstr>
      <vt:lpstr>Grow Matrix</vt:lpstr>
      <vt:lpstr>3 Types of Listening</vt:lpstr>
      <vt:lpstr>Q&amp;A</vt:lpstr>
      <vt:lpstr>Contact Info</vt:lpstr>
      <vt:lpstr>Success Leadership</vt:lpstr>
      <vt:lpstr>Objective</vt:lpstr>
      <vt:lpstr>What we will cover today</vt:lpstr>
      <vt:lpstr>Accountability</vt:lpstr>
      <vt:lpstr>KEYS TO SUCCESS</vt:lpstr>
      <vt:lpstr>Coaching vs Managing</vt:lpstr>
      <vt:lpstr>GROW Method</vt:lpstr>
      <vt:lpstr>Grow Matrix</vt:lpstr>
      <vt:lpstr>Example</vt:lpstr>
      <vt:lpstr>Situation A:</vt:lpstr>
      <vt:lpstr>How to navigate defensiveness/conflict</vt:lpstr>
      <vt:lpstr>Situation B:</vt:lpstr>
      <vt:lpstr>Situation C:</vt:lpstr>
      <vt:lpstr>Situation D:</vt:lpstr>
      <vt:lpstr>Q&amp;A</vt:lpstr>
      <vt:lpstr>Contact Info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Accountability Habit</dc:title>
  <dc:creator>Rachel Carey-McElwaney</dc:creator>
  <cp:lastModifiedBy>Rachel Carey-McElwaney</cp:lastModifiedBy>
  <cp:revision>25</cp:revision>
  <cp:lastPrinted>2021-08-05T22:47:24Z</cp:lastPrinted>
  <dcterms:created xsi:type="dcterms:W3CDTF">2021-08-02T18:30:16Z</dcterms:created>
  <dcterms:modified xsi:type="dcterms:W3CDTF">2022-01-05T14:27:06Z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ies>
</file>