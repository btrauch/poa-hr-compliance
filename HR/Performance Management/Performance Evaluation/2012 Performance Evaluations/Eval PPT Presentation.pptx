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6.xml" ContentType="application/vnd.openxmlformats-officedocument.presentationml.slide+xml"/>
  <Override PartName="/ppt/slides/slide8.xml" ContentType="application/vnd.openxmlformats-officedocument.presentationml.slide+xml"/>
  <Override PartName="/ppt/slides/slide7.xml" ContentType="application/vnd.openxmlformats-officedocument.presentationml.slide+xml"/>
  <Override PartName="/ppt/slides/slide6.xml" ContentType="application/vnd.openxmlformats-officedocument.presentationml.slide+xml"/>
  <Override PartName="/ppt/slides/slide5.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5.xml" ContentType="application/vnd.openxmlformats-officedocument.presentationml.slide+xml"/>
  <Override PartName="/ppt/slides/slide14.xml" ContentType="application/vnd.openxmlformats-officedocument.presentationml.slide+xml"/>
  <Override PartName="/ppt/slides/slide13.xml" ContentType="application/vnd.openxmlformats-officedocument.presentationml.slide+xml"/>
  <Override PartName="/ppt/slides/slide12.xml" ContentType="application/vnd.openxmlformats-officedocument.presentationml.slide+xml"/>
  <Override PartName="/ppt/slides/slide4.xml" ContentType="application/vnd.openxmlformats-officedocument.presentationml.slide+xml"/>
  <Override PartName="/ppt/slides/slide3.xml" ContentType="application/vnd.openxmlformats-officedocument.presentationml.slide+xml"/>
  <Override PartName="/ppt/slides/slide2.xml" ContentType="application/vnd.openxmlformats-officedocument.presentationml.slide+xml"/>
  <Override PartName="/ppt/slides/slide17.xml" ContentType="application/vnd.openxmlformats-officedocument.presentationml.slide+xml"/>
  <Override PartName="/ppt/slides/slide1.xml" ContentType="application/vnd.openxmlformats-officedocument.presentationml.slide+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9.xml" ContentType="application/vnd.openxmlformats-officedocument.presentationml.slideLayout+xml"/>
  <Override PartName="/ppt/slideLayouts/slideLayout8.xml" ContentType="application/vnd.openxmlformats-officedocument.presentationml.slideLayout+xml"/>
  <Override PartName="/ppt/slideLayouts/slideLayout7.xml" ContentType="application/vnd.openxmlformats-officedocument.presentationml.slideLayout+xml"/>
  <Override PartName="/ppt/slideLayouts/slideLayout6.xml" ContentType="application/vnd.openxmlformats-officedocument.presentationml.slideLayout+xml"/>
  <Override PartName="/ppt/slideLayouts/slideLayout5.xml" ContentType="application/vnd.openxmlformats-officedocument.presentationml.slideLayout+xml"/>
  <Override PartName="/ppt/slideLayouts/slideLayout4.xml" ContentType="application/vnd.openxmlformats-officedocument.presentationml.slideLayout+xml"/>
  <Override PartName="/ppt/slideLayouts/slideLayout3.xml" ContentType="application/vnd.openxmlformats-officedocument.presentationml.slideLayout+xml"/>
  <Override PartName="/ppt/slideLayouts/slideLayout2.xml" ContentType="application/vnd.openxmlformats-officedocument.presentationml.slideLayout+xml"/>
  <Override PartName="/ppt/slideMasters/slideMaster1.xml" ContentType="application/vnd.openxmlformats-officedocument.presentationml.slideMaster+xml"/>
  <Override PartName="/ppt/slideLayouts/slideLayout11.xml" ContentType="application/vnd.openxmlformats-officedocument.presentationml.slideLayout+xml"/>
  <Override PartName="/ppt/commentAuthors.xml" ContentType="application/vnd.openxmlformats-officedocument.presentationml.commentAuthors+xml"/>
  <Override PartName="/ppt/theme/theme1.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docProps/core.xml" ContentType="application/vnd.openxmlformats-package.core-properties+xml"/>
  <Override PartName="/docProps/app.xml" ContentType="application/vnd.openxmlformats-officedocument.extended-properties+xml"/>
  <Override PartName="/customXml/itemProps2.xml" ContentType="application/vnd.openxmlformats-officedocument.customXmlProperties+xml"/>
  <Override PartName="/customXml/itemProps1.xml" ContentType="application/vnd.openxmlformats-officedocument.customXmlProperties+xml"/>
  <Override PartName="/customXml/itemProps3.xml" ContentType="application/vnd.openxmlformats-officedocument.customXml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8" r:id="rId3"/>
    <p:sldId id="257" r:id="rId4"/>
    <p:sldId id="259" r:id="rId5"/>
    <p:sldId id="260" r:id="rId6"/>
    <p:sldId id="267" r:id="rId7"/>
    <p:sldId id="261" r:id="rId8"/>
    <p:sldId id="262" r:id="rId9"/>
    <p:sldId id="268" r:id="rId10"/>
    <p:sldId id="263" r:id="rId11"/>
    <p:sldId id="269" r:id="rId12"/>
    <p:sldId id="264" r:id="rId13"/>
    <p:sldId id="270" r:id="rId14"/>
    <p:sldId id="265" r:id="rId15"/>
    <p:sldId id="271" r:id="rId16"/>
    <p:sldId id="266" r:id="rId17"/>
    <p:sldId id="272" r:id="rId18"/>
  </p:sldIdLst>
  <p:sldSz cx="9144000" cy="6858000" type="screen4x3"/>
  <p:notesSz cx="7010400" cy="92964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Bulldog" initials="B" lastIdx="3" clrIdx="0"/>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8E8E8"/>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1FECB4D8-DB02-4DC6-A0A2-4F2EBAE1DC90}" styleName="Medium Style 1 - Accent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a:noFill/>
            </a:ln>
          </a:insideV>
        </a:tcBdr>
        <a:fill>
          <a:solidFill>
            <a:schemeClr val="lt1"/>
          </a:solidFill>
        </a:fill>
      </a:tcStyle>
    </a:wholeTbl>
    <a:band1H>
      <a:tcStyle>
        <a:tcBdr/>
        <a:fill>
          <a:solidFill>
            <a:schemeClr val="accent3">
              <a:tint val="20000"/>
            </a:schemeClr>
          </a:solidFill>
        </a:fill>
      </a:tcStyle>
    </a:band1H>
    <a:band1V>
      <a:tcStyle>
        <a:tcBdr/>
        <a:fill>
          <a:solidFill>
            <a:schemeClr val="accent3">
              <a:tint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solidFill>
            <a:schemeClr val="lt1"/>
          </a:solidFill>
        </a:fill>
      </a:tcStyle>
    </a:lastRow>
    <a:firstRow>
      <a:tcTxStyle b="on">
        <a:fontRef idx="minor">
          <a:scrgbClr r="0" g="0" b="0"/>
        </a:fontRef>
        <a:schemeClr val="lt1"/>
      </a:tcTxStyle>
      <a:tcStyle>
        <a:tcBdr/>
        <a:fill>
          <a:solidFill>
            <a:schemeClr val="accent3"/>
          </a:solidFill>
        </a:fill>
      </a:tcStyle>
    </a:firstRow>
  </a:tblStyle>
  <a:tblStyle styleId="{FABFCF23-3B69-468F-B69F-88F6DE6A72F2}" styleName="Medium Style 1 - Accent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a:noFill/>
            </a:ln>
          </a:insideV>
        </a:tcBdr>
        <a:fill>
          <a:solidFill>
            <a:schemeClr val="lt1"/>
          </a:solidFill>
        </a:fill>
      </a:tcStyle>
    </a:wholeTbl>
    <a:band1H>
      <a:tcStyle>
        <a:tcBdr/>
        <a:fill>
          <a:solidFill>
            <a:schemeClr val="accent5">
              <a:tint val="20000"/>
            </a:schemeClr>
          </a:solidFill>
        </a:fill>
      </a:tcStyle>
    </a:band1H>
    <a:band1V>
      <a:tcStyle>
        <a:tcBdr/>
        <a:fill>
          <a:solidFill>
            <a:schemeClr val="accent5">
              <a:tint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solidFill>
            <a:schemeClr val="lt1"/>
          </a:solidFill>
        </a:fill>
      </a:tcStyle>
    </a:lastRow>
    <a:firstRow>
      <a:tcTxStyle b="on">
        <a:fontRef idx="minor">
          <a:scrgbClr r="0" g="0" b="0"/>
        </a:fontRef>
        <a:schemeClr val="lt1"/>
      </a:tcTxStyle>
      <a:tcStyle>
        <a:tcBdr/>
        <a:fill>
          <a:solidFill>
            <a:schemeClr val="accent5"/>
          </a:solidFill>
        </a:fill>
      </a:tcStyle>
    </a:firstRow>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1E171933-4619-4E11-9A3F-F7608DF75F80}" styleName="Medium Style 1 - Accent 4">
    <a:wholeTbl>
      <a:tcTxStyle>
        <a:fontRef idx="minor">
          <a:scrgbClr r="0" g="0" b="0"/>
        </a:fontRef>
        <a:schemeClr val="dk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a:noFill/>
            </a:ln>
          </a:insideV>
        </a:tcBdr>
        <a:fill>
          <a:solidFill>
            <a:schemeClr val="lt1"/>
          </a:solidFill>
        </a:fill>
      </a:tcStyle>
    </a:wholeTbl>
    <a:band1H>
      <a:tcStyle>
        <a:tcBdr/>
        <a:fill>
          <a:solidFill>
            <a:schemeClr val="accent4">
              <a:tint val="20000"/>
            </a:schemeClr>
          </a:solidFill>
        </a:fill>
      </a:tcStyle>
    </a:band1H>
    <a:band1V>
      <a:tcStyle>
        <a:tcBdr/>
        <a:fill>
          <a:solidFill>
            <a:schemeClr val="accent4">
              <a:tint val="20000"/>
            </a:schemeClr>
          </a:solidFill>
        </a:fill>
      </a:tcStyle>
    </a:band1V>
    <a:lastCol>
      <a:tcTxStyle b="on"/>
      <a:tcStyle>
        <a:tcBdr/>
      </a:tcStyle>
    </a:lastCol>
    <a:firstCol>
      <a:tcTxStyle b="on"/>
      <a:tcStyle>
        <a:tcBdr/>
      </a:tcStyle>
    </a:firstCol>
    <a:lastRow>
      <a:tcTxStyle b="on"/>
      <a:tcStyle>
        <a:tcBdr>
          <a:top>
            <a:ln w="50800" cmpd="dbl">
              <a:solidFill>
                <a:schemeClr val="accent4"/>
              </a:solidFill>
            </a:ln>
          </a:top>
        </a:tcBdr>
        <a:fill>
          <a:solidFill>
            <a:schemeClr val="lt1"/>
          </a:solidFill>
        </a:fill>
      </a:tcStyle>
    </a:lastRow>
    <a:firstRow>
      <a:tcTxStyle b="on">
        <a:fontRef idx="minor">
          <a:scrgbClr r="0" g="0" b="0"/>
        </a:fontRef>
        <a:schemeClr val="lt1"/>
      </a:tcTxStyle>
      <a:tcStyle>
        <a:tcBdr/>
        <a:fill>
          <a:solidFill>
            <a:schemeClr val="accent4"/>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4" autoAdjust="0"/>
    <p:restoredTop sz="96970" autoAdjust="0"/>
  </p:normalViewPr>
  <p:slideViewPr>
    <p:cSldViewPr snapToGrid="0" showGuides="1">
      <p:cViewPr varScale="1">
        <p:scale>
          <a:sx n="117" d="100"/>
          <a:sy n="117" d="100"/>
        </p:scale>
        <p:origin x="-1464" y="-102"/>
      </p:cViewPr>
      <p:guideLst>
        <p:guide orient="horz" pos="2732"/>
        <p:guide pos="200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customXml" Target="../customXml/item3.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customXml" Target="../customXml/item2.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customXml" Target="../customXml/item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commentAuthors" Target="commentAuthor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2" name="Title 1"/>
          <p:cNvSpPr>
            <a:spLocks noGrp="1"/>
          </p:cNvSpPr>
          <p:nvPr>
            <p:ph type="ctrTitle" hasCustomPrompt="1"/>
          </p:nvPr>
        </p:nvSpPr>
        <p:spPr>
          <a:xfrm>
            <a:off x="224631" y="5581440"/>
            <a:ext cx="8692357" cy="682560"/>
          </a:xfrm>
        </p:spPr>
        <p:txBody>
          <a:bodyPr>
            <a:normAutofit/>
          </a:bodyPr>
          <a:lstStyle>
            <a:lvl1pPr>
              <a:defRPr sz="3600" baseline="0">
                <a:solidFill>
                  <a:schemeClr val="accent2"/>
                </a:solidFill>
                <a:latin typeface="Memphis"/>
                <a:cs typeface="Memphis"/>
              </a:defRPr>
            </a:lvl1pPr>
          </a:lstStyle>
          <a:p>
            <a:r>
              <a:rPr lang="en-US" dirty="0" smtClean="0"/>
              <a:t>Type Title Here</a:t>
            </a:r>
            <a:endParaRPr lang="en-US" dirty="0"/>
          </a:p>
        </p:txBody>
      </p:sp>
      <p:sp>
        <p:nvSpPr>
          <p:cNvPr id="8" name="Picture Placeholder 7"/>
          <p:cNvSpPr>
            <a:spLocks noGrp="1"/>
          </p:cNvSpPr>
          <p:nvPr>
            <p:ph type="pic" sz="quarter" idx="13" hasCustomPrompt="1"/>
          </p:nvPr>
        </p:nvSpPr>
        <p:spPr>
          <a:xfrm>
            <a:off x="6358790" y="171450"/>
            <a:ext cx="2565978" cy="614790"/>
          </a:xfrm>
        </p:spPr>
        <p:txBody>
          <a:bodyPr anchor="ctr">
            <a:normAutofit/>
          </a:bodyPr>
          <a:lstStyle>
            <a:lvl1pPr algn="ctr">
              <a:buNone/>
              <a:defRPr sz="1200" baseline="0">
                <a:latin typeface="News Gothic MT"/>
                <a:cs typeface="News Gothic MT"/>
              </a:defRPr>
            </a:lvl1pPr>
          </a:lstStyle>
          <a:p>
            <a:r>
              <a:rPr lang="en-US" dirty="0" smtClean="0"/>
              <a:t>Place </a:t>
            </a:r>
            <a:r>
              <a:rPr lang="en-US" dirty="0" err="1" smtClean="0"/>
              <a:t>Logo(s</a:t>
            </a:r>
            <a:r>
              <a:rPr lang="en-US" dirty="0" smtClean="0"/>
              <a:t>) Here</a:t>
            </a:r>
            <a:endParaRPr lang="en-US" dirty="0"/>
          </a:p>
        </p:txBody>
      </p:sp>
      <p:sp>
        <p:nvSpPr>
          <p:cNvPr id="10" name="Picture Placeholder 9"/>
          <p:cNvSpPr>
            <a:spLocks noGrp="1"/>
          </p:cNvSpPr>
          <p:nvPr>
            <p:ph type="pic" sz="quarter" idx="14"/>
          </p:nvPr>
        </p:nvSpPr>
        <p:spPr>
          <a:xfrm>
            <a:off x="225425" y="803274"/>
            <a:ext cx="8691563" cy="4683126"/>
          </a:xfrm>
        </p:spPr>
        <p:txBody>
          <a:bodyPr/>
          <a:lstStyle>
            <a:lvl1pPr>
              <a:buNone/>
              <a:defRPr baseline="0"/>
            </a:lvl1pPr>
          </a:lstStyle>
          <a:p>
            <a:r>
              <a:rPr lang="en-US" smtClean="0"/>
              <a:t>Click icon to add picture</a:t>
            </a:r>
            <a:endParaRPr lang="en-US" dirty="0"/>
          </a:p>
        </p:txBody>
      </p:sp>
      <p:sp>
        <p:nvSpPr>
          <p:cNvPr id="11" name="Rectangle 10"/>
          <p:cNvSpPr/>
          <p:nvPr userDrawn="1"/>
        </p:nvSpPr>
        <p:spPr>
          <a:xfrm>
            <a:off x="225426" y="803275"/>
            <a:ext cx="2824374" cy="228600"/>
          </a:xfrm>
          <a:prstGeom prst="rect">
            <a:avLst/>
          </a:prstGeom>
          <a:solidFill>
            <a:schemeClr val="accent1"/>
          </a:solidFill>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Copy Left Image Right">
    <p:spTree>
      <p:nvGrpSpPr>
        <p:cNvPr id="1" name=""/>
        <p:cNvGrpSpPr/>
        <p:nvPr/>
      </p:nvGrpSpPr>
      <p:grpSpPr>
        <a:xfrm>
          <a:off x="0" y="0"/>
          <a:ext cx="0" cy="0"/>
          <a:chOff x="0" y="0"/>
          <a:chExt cx="0" cy="0"/>
        </a:xfrm>
      </p:grpSpPr>
      <p:sp>
        <p:nvSpPr>
          <p:cNvPr id="2" name="Title 1"/>
          <p:cNvSpPr>
            <a:spLocks noGrp="1"/>
          </p:cNvSpPr>
          <p:nvPr>
            <p:ph type="ctrTitle" hasCustomPrompt="1"/>
          </p:nvPr>
        </p:nvSpPr>
        <p:spPr>
          <a:xfrm>
            <a:off x="3054349" y="864000"/>
            <a:ext cx="5862639" cy="889920"/>
          </a:xfrm>
        </p:spPr>
        <p:txBody>
          <a:bodyPr anchor="t">
            <a:normAutofit/>
          </a:bodyPr>
          <a:lstStyle>
            <a:lvl1pPr algn="l">
              <a:defRPr sz="3600">
                <a:solidFill>
                  <a:schemeClr val="accent2"/>
                </a:solidFill>
                <a:latin typeface="Memphis"/>
                <a:cs typeface="Memphis"/>
              </a:defRPr>
            </a:lvl1pPr>
          </a:lstStyle>
          <a:p>
            <a:r>
              <a:rPr lang="en-US" dirty="0" smtClean="0"/>
              <a:t>Type Title Here</a:t>
            </a:r>
            <a:endParaRPr lang="en-US" dirty="0"/>
          </a:p>
        </p:txBody>
      </p:sp>
      <p:sp>
        <p:nvSpPr>
          <p:cNvPr id="8" name="Picture Placeholder 7"/>
          <p:cNvSpPr>
            <a:spLocks noGrp="1"/>
          </p:cNvSpPr>
          <p:nvPr>
            <p:ph type="pic" sz="quarter" idx="13" hasCustomPrompt="1"/>
          </p:nvPr>
        </p:nvSpPr>
        <p:spPr>
          <a:xfrm>
            <a:off x="6358790" y="171450"/>
            <a:ext cx="2565978" cy="649350"/>
          </a:xfrm>
        </p:spPr>
        <p:txBody>
          <a:bodyPr anchor="ctr">
            <a:normAutofit/>
          </a:bodyPr>
          <a:lstStyle>
            <a:lvl1pPr algn="ctr">
              <a:buNone/>
              <a:defRPr sz="1200" baseline="0">
                <a:latin typeface="News Gothic MT"/>
                <a:cs typeface="News Gothic MT"/>
              </a:defRPr>
            </a:lvl1pPr>
          </a:lstStyle>
          <a:p>
            <a:r>
              <a:rPr lang="en-US" dirty="0" smtClean="0"/>
              <a:t>Place </a:t>
            </a:r>
            <a:r>
              <a:rPr lang="en-US" dirty="0" err="1" smtClean="0"/>
              <a:t>Logo(s</a:t>
            </a:r>
            <a:r>
              <a:rPr lang="en-US" dirty="0" smtClean="0"/>
              <a:t>) Here</a:t>
            </a:r>
            <a:endParaRPr lang="en-US" dirty="0"/>
          </a:p>
        </p:txBody>
      </p:sp>
      <p:sp>
        <p:nvSpPr>
          <p:cNvPr id="11" name="Rectangle 10"/>
          <p:cNvSpPr/>
          <p:nvPr userDrawn="1"/>
        </p:nvSpPr>
        <p:spPr>
          <a:xfrm>
            <a:off x="225426" y="803275"/>
            <a:ext cx="2824374" cy="228600"/>
          </a:xfrm>
          <a:prstGeom prst="rect">
            <a:avLst/>
          </a:prstGeom>
          <a:solidFill>
            <a:schemeClr val="accent1"/>
          </a:solidFill>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13" name="Picture Placeholder 12"/>
          <p:cNvSpPr>
            <a:spLocks noGrp="1"/>
          </p:cNvSpPr>
          <p:nvPr>
            <p:ph type="pic" sz="quarter" idx="14" hasCustomPrompt="1"/>
          </p:nvPr>
        </p:nvSpPr>
        <p:spPr>
          <a:xfrm>
            <a:off x="3171825" y="1745280"/>
            <a:ext cx="5761038" cy="4544395"/>
          </a:xfrm>
        </p:spPr>
        <p:txBody>
          <a:bodyPr/>
          <a:lstStyle>
            <a:lvl1pPr>
              <a:buNone/>
              <a:defRPr baseline="0"/>
            </a:lvl1pPr>
          </a:lstStyle>
          <a:p>
            <a:r>
              <a:rPr lang="en-US" dirty="0" smtClean="0"/>
              <a:t>Place Image Here</a:t>
            </a:r>
            <a:endParaRPr lang="en-US" dirty="0"/>
          </a:p>
        </p:txBody>
      </p:sp>
      <p:sp>
        <p:nvSpPr>
          <p:cNvPr id="15" name="Text Placeholder 14"/>
          <p:cNvSpPr>
            <a:spLocks noGrp="1"/>
          </p:cNvSpPr>
          <p:nvPr>
            <p:ph type="body" sz="quarter" idx="15" hasCustomPrompt="1"/>
          </p:nvPr>
        </p:nvSpPr>
        <p:spPr>
          <a:xfrm>
            <a:off x="112315" y="1745280"/>
            <a:ext cx="2946125" cy="4570559"/>
          </a:xfrm>
        </p:spPr>
        <p:txBody>
          <a:bodyPr>
            <a:normAutofit/>
          </a:bodyPr>
          <a:lstStyle>
            <a:lvl1pPr>
              <a:buNone/>
              <a:defRPr sz="2400" baseline="0">
                <a:solidFill>
                  <a:schemeClr val="accent4"/>
                </a:solidFill>
                <a:latin typeface="Memphis"/>
                <a:cs typeface="Memphis"/>
              </a:defRPr>
            </a:lvl1pPr>
          </a:lstStyle>
          <a:p>
            <a:pPr lvl="0"/>
            <a:r>
              <a:rPr lang="en-US" dirty="0" smtClean="0"/>
              <a:t>Type Copy Here</a:t>
            </a: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Single Column">
    <p:spTree>
      <p:nvGrpSpPr>
        <p:cNvPr id="1" name=""/>
        <p:cNvGrpSpPr/>
        <p:nvPr/>
      </p:nvGrpSpPr>
      <p:grpSpPr>
        <a:xfrm>
          <a:off x="0" y="0"/>
          <a:ext cx="0" cy="0"/>
          <a:chOff x="0" y="0"/>
          <a:chExt cx="0" cy="0"/>
        </a:xfrm>
      </p:grpSpPr>
      <p:sp>
        <p:nvSpPr>
          <p:cNvPr id="2" name="Title 1"/>
          <p:cNvSpPr>
            <a:spLocks noGrp="1"/>
          </p:cNvSpPr>
          <p:nvPr>
            <p:ph type="ctrTitle" hasCustomPrompt="1"/>
          </p:nvPr>
        </p:nvSpPr>
        <p:spPr>
          <a:xfrm>
            <a:off x="3058439" y="864000"/>
            <a:ext cx="5858549" cy="889920"/>
          </a:xfrm>
        </p:spPr>
        <p:txBody>
          <a:bodyPr anchor="t">
            <a:normAutofit/>
          </a:bodyPr>
          <a:lstStyle>
            <a:lvl1pPr algn="l">
              <a:defRPr sz="3600">
                <a:solidFill>
                  <a:schemeClr val="accent2"/>
                </a:solidFill>
                <a:latin typeface="Memphis"/>
                <a:cs typeface="Memphis"/>
              </a:defRPr>
            </a:lvl1pPr>
          </a:lstStyle>
          <a:p>
            <a:r>
              <a:rPr lang="en-US" dirty="0" smtClean="0"/>
              <a:t>Type Title Here</a:t>
            </a:r>
            <a:endParaRPr lang="en-US" dirty="0"/>
          </a:p>
        </p:txBody>
      </p:sp>
      <p:sp>
        <p:nvSpPr>
          <p:cNvPr id="8" name="Picture Placeholder 7"/>
          <p:cNvSpPr>
            <a:spLocks noGrp="1"/>
          </p:cNvSpPr>
          <p:nvPr>
            <p:ph type="pic" sz="quarter" idx="13" hasCustomPrompt="1"/>
          </p:nvPr>
        </p:nvSpPr>
        <p:spPr>
          <a:xfrm>
            <a:off x="6358790" y="171450"/>
            <a:ext cx="2565978" cy="649350"/>
          </a:xfrm>
        </p:spPr>
        <p:txBody>
          <a:bodyPr anchor="ctr">
            <a:normAutofit/>
          </a:bodyPr>
          <a:lstStyle>
            <a:lvl1pPr algn="ctr">
              <a:buNone/>
              <a:defRPr sz="1200" baseline="0">
                <a:latin typeface="News Gothic MT"/>
                <a:cs typeface="News Gothic MT"/>
              </a:defRPr>
            </a:lvl1pPr>
          </a:lstStyle>
          <a:p>
            <a:r>
              <a:rPr lang="en-US" dirty="0" smtClean="0"/>
              <a:t>Place </a:t>
            </a:r>
            <a:r>
              <a:rPr lang="en-US" dirty="0" err="1" smtClean="0"/>
              <a:t>Logo(s</a:t>
            </a:r>
            <a:r>
              <a:rPr lang="en-US" dirty="0" smtClean="0"/>
              <a:t>) Here</a:t>
            </a:r>
            <a:endParaRPr lang="en-US" dirty="0"/>
          </a:p>
        </p:txBody>
      </p:sp>
      <p:sp>
        <p:nvSpPr>
          <p:cNvPr id="11" name="Rectangle 10"/>
          <p:cNvSpPr/>
          <p:nvPr userDrawn="1"/>
        </p:nvSpPr>
        <p:spPr>
          <a:xfrm>
            <a:off x="225426" y="803275"/>
            <a:ext cx="2824374" cy="228600"/>
          </a:xfrm>
          <a:prstGeom prst="rect">
            <a:avLst/>
          </a:prstGeom>
          <a:solidFill>
            <a:schemeClr val="accent1"/>
          </a:solidFill>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15" name="Text Placeholder 14"/>
          <p:cNvSpPr>
            <a:spLocks noGrp="1"/>
          </p:cNvSpPr>
          <p:nvPr>
            <p:ph type="body" sz="quarter" idx="15" hasCustomPrompt="1"/>
          </p:nvPr>
        </p:nvSpPr>
        <p:spPr>
          <a:xfrm>
            <a:off x="112315" y="1745280"/>
            <a:ext cx="8803814" cy="4570559"/>
          </a:xfrm>
        </p:spPr>
        <p:txBody>
          <a:bodyPr>
            <a:normAutofit/>
          </a:bodyPr>
          <a:lstStyle>
            <a:lvl1pPr>
              <a:buNone/>
              <a:defRPr sz="2400" baseline="0">
                <a:solidFill>
                  <a:schemeClr val="accent4"/>
                </a:solidFill>
                <a:latin typeface="Memphis"/>
                <a:cs typeface="Memphis"/>
              </a:defRPr>
            </a:lvl1pPr>
          </a:lstStyle>
          <a:p>
            <a:pPr lvl="0"/>
            <a:r>
              <a:rPr lang="en-US" dirty="0" smtClean="0"/>
              <a:t>Type Copy Here</a:t>
            </a: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wo Column">
    <p:spTree>
      <p:nvGrpSpPr>
        <p:cNvPr id="1" name=""/>
        <p:cNvGrpSpPr/>
        <p:nvPr/>
      </p:nvGrpSpPr>
      <p:grpSpPr>
        <a:xfrm>
          <a:off x="0" y="0"/>
          <a:ext cx="0" cy="0"/>
          <a:chOff x="0" y="0"/>
          <a:chExt cx="0" cy="0"/>
        </a:xfrm>
      </p:grpSpPr>
      <p:sp>
        <p:nvSpPr>
          <p:cNvPr id="2" name="Title 1"/>
          <p:cNvSpPr>
            <a:spLocks noGrp="1"/>
          </p:cNvSpPr>
          <p:nvPr>
            <p:ph type="ctrTitle" hasCustomPrompt="1"/>
          </p:nvPr>
        </p:nvSpPr>
        <p:spPr>
          <a:xfrm>
            <a:off x="3058440" y="864000"/>
            <a:ext cx="5858548" cy="889920"/>
          </a:xfrm>
        </p:spPr>
        <p:txBody>
          <a:bodyPr anchor="t">
            <a:normAutofit/>
          </a:bodyPr>
          <a:lstStyle>
            <a:lvl1pPr algn="l">
              <a:defRPr sz="3600">
                <a:solidFill>
                  <a:schemeClr val="accent2"/>
                </a:solidFill>
                <a:latin typeface="Memphis"/>
                <a:cs typeface="Memphis"/>
              </a:defRPr>
            </a:lvl1pPr>
          </a:lstStyle>
          <a:p>
            <a:r>
              <a:rPr lang="en-US" dirty="0" smtClean="0"/>
              <a:t>Type Title Here</a:t>
            </a:r>
            <a:endParaRPr lang="en-US" dirty="0"/>
          </a:p>
        </p:txBody>
      </p:sp>
      <p:sp>
        <p:nvSpPr>
          <p:cNvPr id="8" name="Picture Placeholder 7"/>
          <p:cNvSpPr>
            <a:spLocks noGrp="1"/>
          </p:cNvSpPr>
          <p:nvPr>
            <p:ph type="pic" sz="quarter" idx="13" hasCustomPrompt="1"/>
          </p:nvPr>
        </p:nvSpPr>
        <p:spPr>
          <a:xfrm>
            <a:off x="6358790" y="171450"/>
            <a:ext cx="2565978" cy="649350"/>
          </a:xfrm>
        </p:spPr>
        <p:txBody>
          <a:bodyPr anchor="ctr">
            <a:normAutofit/>
          </a:bodyPr>
          <a:lstStyle>
            <a:lvl1pPr algn="ctr">
              <a:buNone/>
              <a:defRPr sz="1200" baseline="0">
                <a:latin typeface="News Gothic MT"/>
                <a:cs typeface="News Gothic MT"/>
              </a:defRPr>
            </a:lvl1pPr>
          </a:lstStyle>
          <a:p>
            <a:r>
              <a:rPr lang="en-US" dirty="0" smtClean="0"/>
              <a:t>Place </a:t>
            </a:r>
            <a:r>
              <a:rPr lang="en-US" dirty="0" err="1" smtClean="0"/>
              <a:t>Logo(s</a:t>
            </a:r>
            <a:r>
              <a:rPr lang="en-US" dirty="0" smtClean="0"/>
              <a:t>) Here</a:t>
            </a:r>
            <a:endParaRPr lang="en-US" dirty="0"/>
          </a:p>
        </p:txBody>
      </p:sp>
      <p:sp>
        <p:nvSpPr>
          <p:cNvPr id="11" name="Rectangle 10"/>
          <p:cNvSpPr/>
          <p:nvPr userDrawn="1"/>
        </p:nvSpPr>
        <p:spPr>
          <a:xfrm>
            <a:off x="225426" y="803275"/>
            <a:ext cx="2824374" cy="228600"/>
          </a:xfrm>
          <a:prstGeom prst="rect">
            <a:avLst/>
          </a:prstGeom>
          <a:solidFill>
            <a:schemeClr val="accent1"/>
          </a:solidFill>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15" name="Text Placeholder 14"/>
          <p:cNvSpPr>
            <a:spLocks noGrp="1"/>
          </p:cNvSpPr>
          <p:nvPr>
            <p:ph type="body" sz="quarter" idx="15" hasCustomPrompt="1"/>
          </p:nvPr>
        </p:nvSpPr>
        <p:spPr>
          <a:xfrm>
            <a:off x="112315" y="1745280"/>
            <a:ext cx="4354389" cy="4570559"/>
          </a:xfrm>
        </p:spPr>
        <p:txBody>
          <a:bodyPr>
            <a:normAutofit/>
          </a:bodyPr>
          <a:lstStyle>
            <a:lvl1pPr>
              <a:buNone/>
              <a:defRPr sz="2400" baseline="0">
                <a:solidFill>
                  <a:schemeClr val="accent4"/>
                </a:solidFill>
                <a:latin typeface="Memphis"/>
                <a:cs typeface="Memphis"/>
              </a:defRPr>
            </a:lvl1pPr>
          </a:lstStyle>
          <a:p>
            <a:pPr lvl="0"/>
            <a:r>
              <a:rPr lang="en-US" dirty="0" smtClean="0"/>
              <a:t>Type Copy Here</a:t>
            </a:r>
          </a:p>
        </p:txBody>
      </p:sp>
      <p:sp>
        <p:nvSpPr>
          <p:cNvPr id="6" name="Text Placeholder 14"/>
          <p:cNvSpPr>
            <a:spLocks noGrp="1"/>
          </p:cNvSpPr>
          <p:nvPr>
            <p:ph type="body" sz="quarter" idx="16" hasCustomPrompt="1"/>
          </p:nvPr>
        </p:nvSpPr>
        <p:spPr>
          <a:xfrm>
            <a:off x="4558626" y="1742160"/>
            <a:ext cx="4354389" cy="4570559"/>
          </a:xfrm>
        </p:spPr>
        <p:txBody>
          <a:bodyPr>
            <a:normAutofit/>
          </a:bodyPr>
          <a:lstStyle>
            <a:lvl1pPr>
              <a:buNone/>
              <a:defRPr sz="2400" baseline="0">
                <a:solidFill>
                  <a:schemeClr val="accent4"/>
                </a:solidFill>
                <a:latin typeface="Memphis"/>
                <a:cs typeface="Memphis"/>
              </a:defRPr>
            </a:lvl1pPr>
          </a:lstStyle>
          <a:p>
            <a:pPr lvl="0"/>
            <a:r>
              <a:rPr lang="en-US" dirty="0" smtClean="0"/>
              <a:t>Type Copy Here</a:t>
            </a: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hree Column">
    <p:spTree>
      <p:nvGrpSpPr>
        <p:cNvPr id="1" name=""/>
        <p:cNvGrpSpPr/>
        <p:nvPr/>
      </p:nvGrpSpPr>
      <p:grpSpPr>
        <a:xfrm>
          <a:off x="0" y="0"/>
          <a:ext cx="0" cy="0"/>
          <a:chOff x="0" y="0"/>
          <a:chExt cx="0" cy="0"/>
        </a:xfrm>
      </p:grpSpPr>
      <p:sp>
        <p:nvSpPr>
          <p:cNvPr id="2" name="Title 1"/>
          <p:cNvSpPr>
            <a:spLocks noGrp="1"/>
          </p:cNvSpPr>
          <p:nvPr>
            <p:ph type="ctrTitle" hasCustomPrompt="1"/>
          </p:nvPr>
        </p:nvSpPr>
        <p:spPr>
          <a:xfrm>
            <a:off x="3054350" y="864000"/>
            <a:ext cx="5862639" cy="889920"/>
          </a:xfrm>
        </p:spPr>
        <p:txBody>
          <a:bodyPr anchor="t">
            <a:normAutofit/>
          </a:bodyPr>
          <a:lstStyle>
            <a:lvl1pPr algn="l">
              <a:defRPr sz="3600">
                <a:solidFill>
                  <a:schemeClr val="accent2"/>
                </a:solidFill>
                <a:latin typeface="Memphis"/>
                <a:cs typeface="Memphis"/>
              </a:defRPr>
            </a:lvl1pPr>
          </a:lstStyle>
          <a:p>
            <a:r>
              <a:rPr lang="en-US" dirty="0" smtClean="0"/>
              <a:t>Type Title Here</a:t>
            </a:r>
            <a:endParaRPr lang="en-US" dirty="0"/>
          </a:p>
        </p:txBody>
      </p:sp>
      <p:sp>
        <p:nvSpPr>
          <p:cNvPr id="8" name="Picture Placeholder 7"/>
          <p:cNvSpPr>
            <a:spLocks noGrp="1"/>
          </p:cNvSpPr>
          <p:nvPr>
            <p:ph type="pic" sz="quarter" idx="13" hasCustomPrompt="1"/>
          </p:nvPr>
        </p:nvSpPr>
        <p:spPr>
          <a:xfrm>
            <a:off x="6358790" y="171450"/>
            <a:ext cx="2565978" cy="649350"/>
          </a:xfrm>
        </p:spPr>
        <p:txBody>
          <a:bodyPr anchor="ctr">
            <a:normAutofit/>
          </a:bodyPr>
          <a:lstStyle>
            <a:lvl1pPr algn="ctr">
              <a:buNone/>
              <a:defRPr sz="1200" baseline="0">
                <a:latin typeface="News Gothic MT"/>
                <a:cs typeface="News Gothic MT"/>
              </a:defRPr>
            </a:lvl1pPr>
          </a:lstStyle>
          <a:p>
            <a:r>
              <a:rPr lang="en-US" dirty="0" smtClean="0"/>
              <a:t>Place </a:t>
            </a:r>
            <a:r>
              <a:rPr lang="en-US" dirty="0" err="1" smtClean="0"/>
              <a:t>Logo(s</a:t>
            </a:r>
            <a:r>
              <a:rPr lang="en-US" dirty="0" smtClean="0"/>
              <a:t>) Here</a:t>
            </a:r>
            <a:endParaRPr lang="en-US" dirty="0"/>
          </a:p>
        </p:txBody>
      </p:sp>
      <p:sp>
        <p:nvSpPr>
          <p:cNvPr id="11" name="Rectangle 10"/>
          <p:cNvSpPr/>
          <p:nvPr userDrawn="1"/>
        </p:nvSpPr>
        <p:spPr>
          <a:xfrm>
            <a:off x="225426" y="803275"/>
            <a:ext cx="2824374" cy="228600"/>
          </a:xfrm>
          <a:prstGeom prst="rect">
            <a:avLst/>
          </a:prstGeom>
          <a:solidFill>
            <a:schemeClr val="accent1"/>
          </a:solidFill>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15" name="Text Placeholder 14"/>
          <p:cNvSpPr>
            <a:spLocks noGrp="1"/>
          </p:cNvSpPr>
          <p:nvPr>
            <p:ph type="body" sz="quarter" idx="15" hasCustomPrompt="1"/>
          </p:nvPr>
        </p:nvSpPr>
        <p:spPr>
          <a:xfrm>
            <a:off x="112315" y="1745280"/>
            <a:ext cx="2928845" cy="4570559"/>
          </a:xfrm>
        </p:spPr>
        <p:txBody>
          <a:bodyPr>
            <a:normAutofit/>
          </a:bodyPr>
          <a:lstStyle>
            <a:lvl1pPr>
              <a:buNone/>
              <a:defRPr sz="2400" baseline="0">
                <a:solidFill>
                  <a:schemeClr val="accent4"/>
                </a:solidFill>
                <a:latin typeface="Memphis"/>
                <a:cs typeface="Memphis"/>
              </a:defRPr>
            </a:lvl1pPr>
          </a:lstStyle>
          <a:p>
            <a:pPr lvl="0"/>
            <a:r>
              <a:rPr lang="en-US" dirty="0" smtClean="0"/>
              <a:t>Type Copy Here</a:t>
            </a:r>
          </a:p>
        </p:txBody>
      </p:sp>
      <p:sp>
        <p:nvSpPr>
          <p:cNvPr id="7" name="Text Placeholder 14"/>
          <p:cNvSpPr>
            <a:spLocks noGrp="1"/>
          </p:cNvSpPr>
          <p:nvPr>
            <p:ph type="body" sz="quarter" idx="16" hasCustomPrompt="1"/>
          </p:nvPr>
        </p:nvSpPr>
        <p:spPr>
          <a:xfrm>
            <a:off x="3046685" y="1735138"/>
            <a:ext cx="2928845" cy="4570559"/>
          </a:xfrm>
        </p:spPr>
        <p:txBody>
          <a:bodyPr>
            <a:normAutofit/>
          </a:bodyPr>
          <a:lstStyle>
            <a:lvl1pPr>
              <a:buNone/>
              <a:defRPr sz="2400" baseline="0">
                <a:solidFill>
                  <a:schemeClr val="accent4"/>
                </a:solidFill>
                <a:latin typeface="Memphis"/>
                <a:cs typeface="Memphis"/>
              </a:defRPr>
            </a:lvl1pPr>
          </a:lstStyle>
          <a:p>
            <a:pPr lvl="0"/>
            <a:r>
              <a:rPr lang="en-US" dirty="0" smtClean="0"/>
              <a:t>Type Copy Here</a:t>
            </a:r>
          </a:p>
        </p:txBody>
      </p:sp>
      <p:sp>
        <p:nvSpPr>
          <p:cNvPr id="9" name="Text Placeholder 14"/>
          <p:cNvSpPr>
            <a:spLocks noGrp="1"/>
          </p:cNvSpPr>
          <p:nvPr>
            <p:ph type="body" sz="quarter" idx="17" hasCustomPrompt="1"/>
          </p:nvPr>
        </p:nvSpPr>
        <p:spPr>
          <a:xfrm>
            <a:off x="5981056" y="1735138"/>
            <a:ext cx="2928845" cy="4570559"/>
          </a:xfrm>
        </p:spPr>
        <p:txBody>
          <a:bodyPr>
            <a:normAutofit/>
          </a:bodyPr>
          <a:lstStyle>
            <a:lvl1pPr>
              <a:buNone/>
              <a:defRPr sz="2400" baseline="0">
                <a:solidFill>
                  <a:schemeClr val="accent4"/>
                </a:solidFill>
                <a:latin typeface="Memphis"/>
                <a:cs typeface="Memphis"/>
              </a:defRPr>
            </a:lvl1pPr>
          </a:lstStyle>
          <a:p>
            <a:pPr lvl="0"/>
            <a:r>
              <a:rPr lang="en-US" dirty="0" smtClean="0"/>
              <a:t>Type Copy Here</a:t>
            </a: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hree Column Photos Top">
    <p:spTree>
      <p:nvGrpSpPr>
        <p:cNvPr id="1" name=""/>
        <p:cNvGrpSpPr/>
        <p:nvPr/>
      </p:nvGrpSpPr>
      <p:grpSpPr>
        <a:xfrm>
          <a:off x="0" y="0"/>
          <a:ext cx="0" cy="0"/>
          <a:chOff x="0" y="0"/>
          <a:chExt cx="0" cy="0"/>
        </a:xfrm>
      </p:grpSpPr>
      <p:sp>
        <p:nvSpPr>
          <p:cNvPr id="2" name="Title 1"/>
          <p:cNvSpPr>
            <a:spLocks noGrp="1"/>
          </p:cNvSpPr>
          <p:nvPr>
            <p:ph type="ctrTitle" hasCustomPrompt="1"/>
          </p:nvPr>
        </p:nvSpPr>
        <p:spPr>
          <a:xfrm>
            <a:off x="3054350" y="864000"/>
            <a:ext cx="5862639" cy="889920"/>
          </a:xfrm>
        </p:spPr>
        <p:txBody>
          <a:bodyPr anchor="t">
            <a:normAutofit/>
          </a:bodyPr>
          <a:lstStyle>
            <a:lvl1pPr algn="l">
              <a:defRPr sz="3600">
                <a:solidFill>
                  <a:schemeClr val="accent2"/>
                </a:solidFill>
                <a:latin typeface="Memphis"/>
                <a:cs typeface="Memphis"/>
              </a:defRPr>
            </a:lvl1pPr>
          </a:lstStyle>
          <a:p>
            <a:r>
              <a:rPr lang="en-US" dirty="0" smtClean="0"/>
              <a:t>Type Title Here</a:t>
            </a:r>
            <a:endParaRPr lang="en-US" dirty="0"/>
          </a:p>
        </p:txBody>
      </p:sp>
      <p:sp>
        <p:nvSpPr>
          <p:cNvPr id="8" name="Picture Placeholder 7"/>
          <p:cNvSpPr>
            <a:spLocks noGrp="1"/>
          </p:cNvSpPr>
          <p:nvPr>
            <p:ph type="pic" sz="quarter" idx="13" hasCustomPrompt="1"/>
          </p:nvPr>
        </p:nvSpPr>
        <p:spPr>
          <a:xfrm>
            <a:off x="6358790" y="171450"/>
            <a:ext cx="2565978" cy="649350"/>
          </a:xfrm>
        </p:spPr>
        <p:txBody>
          <a:bodyPr anchor="ctr">
            <a:normAutofit/>
          </a:bodyPr>
          <a:lstStyle>
            <a:lvl1pPr algn="ctr">
              <a:buNone/>
              <a:defRPr sz="1200" baseline="0">
                <a:latin typeface="News Gothic MT"/>
                <a:cs typeface="News Gothic MT"/>
              </a:defRPr>
            </a:lvl1pPr>
          </a:lstStyle>
          <a:p>
            <a:r>
              <a:rPr lang="en-US" dirty="0" smtClean="0"/>
              <a:t>Place </a:t>
            </a:r>
            <a:r>
              <a:rPr lang="en-US" dirty="0" err="1" smtClean="0"/>
              <a:t>Logo(s</a:t>
            </a:r>
            <a:r>
              <a:rPr lang="en-US" dirty="0" smtClean="0"/>
              <a:t>) Here</a:t>
            </a:r>
            <a:endParaRPr lang="en-US" dirty="0"/>
          </a:p>
        </p:txBody>
      </p:sp>
      <p:sp>
        <p:nvSpPr>
          <p:cNvPr id="11" name="Rectangle 10"/>
          <p:cNvSpPr/>
          <p:nvPr userDrawn="1"/>
        </p:nvSpPr>
        <p:spPr>
          <a:xfrm>
            <a:off x="225426" y="803275"/>
            <a:ext cx="2824374" cy="228600"/>
          </a:xfrm>
          <a:prstGeom prst="rect">
            <a:avLst/>
          </a:prstGeom>
          <a:solidFill>
            <a:schemeClr val="accent1"/>
          </a:solidFill>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15" name="Text Placeholder 14"/>
          <p:cNvSpPr>
            <a:spLocks noGrp="1"/>
          </p:cNvSpPr>
          <p:nvPr>
            <p:ph type="body" sz="quarter" idx="15" hasCustomPrompt="1"/>
          </p:nvPr>
        </p:nvSpPr>
        <p:spPr>
          <a:xfrm>
            <a:off x="112315" y="4344988"/>
            <a:ext cx="2928845" cy="1970851"/>
          </a:xfrm>
        </p:spPr>
        <p:txBody>
          <a:bodyPr>
            <a:normAutofit/>
          </a:bodyPr>
          <a:lstStyle>
            <a:lvl1pPr>
              <a:buNone/>
              <a:defRPr sz="2400" baseline="0">
                <a:solidFill>
                  <a:schemeClr val="accent4"/>
                </a:solidFill>
                <a:latin typeface="Memphis"/>
                <a:cs typeface="Memphis"/>
              </a:defRPr>
            </a:lvl1pPr>
          </a:lstStyle>
          <a:p>
            <a:pPr lvl="0"/>
            <a:r>
              <a:rPr lang="en-US" dirty="0" smtClean="0"/>
              <a:t>Type Copy Here</a:t>
            </a:r>
          </a:p>
        </p:txBody>
      </p:sp>
      <p:sp>
        <p:nvSpPr>
          <p:cNvPr id="7" name="Text Placeholder 14"/>
          <p:cNvSpPr>
            <a:spLocks noGrp="1"/>
          </p:cNvSpPr>
          <p:nvPr>
            <p:ph type="body" sz="quarter" idx="16" hasCustomPrompt="1"/>
          </p:nvPr>
        </p:nvSpPr>
        <p:spPr>
          <a:xfrm>
            <a:off x="3046685" y="4344988"/>
            <a:ext cx="2928845" cy="1960709"/>
          </a:xfrm>
        </p:spPr>
        <p:txBody>
          <a:bodyPr>
            <a:normAutofit/>
          </a:bodyPr>
          <a:lstStyle>
            <a:lvl1pPr>
              <a:buNone/>
              <a:defRPr sz="2400" baseline="0">
                <a:solidFill>
                  <a:schemeClr val="accent4"/>
                </a:solidFill>
                <a:latin typeface="Memphis"/>
                <a:cs typeface="Memphis"/>
              </a:defRPr>
            </a:lvl1pPr>
          </a:lstStyle>
          <a:p>
            <a:pPr lvl="0"/>
            <a:r>
              <a:rPr lang="en-US" dirty="0" smtClean="0"/>
              <a:t>Type Copy Here</a:t>
            </a:r>
          </a:p>
        </p:txBody>
      </p:sp>
      <p:sp>
        <p:nvSpPr>
          <p:cNvPr id="9" name="Text Placeholder 14"/>
          <p:cNvSpPr>
            <a:spLocks noGrp="1"/>
          </p:cNvSpPr>
          <p:nvPr>
            <p:ph type="body" sz="quarter" idx="17" hasCustomPrompt="1"/>
          </p:nvPr>
        </p:nvSpPr>
        <p:spPr>
          <a:xfrm>
            <a:off x="5981056" y="4344988"/>
            <a:ext cx="2928845" cy="1960709"/>
          </a:xfrm>
        </p:spPr>
        <p:txBody>
          <a:bodyPr>
            <a:normAutofit/>
          </a:bodyPr>
          <a:lstStyle>
            <a:lvl1pPr>
              <a:buNone/>
              <a:defRPr sz="2400" baseline="0">
                <a:solidFill>
                  <a:schemeClr val="accent4"/>
                </a:solidFill>
                <a:latin typeface="Memphis"/>
                <a:cs typeface="Memphis"/>
              </a:defRPr>
            </a:lvl1pPr>
          </a:lstStyle>
          <a:p>
            <a:pPr lvl="0"/>
            <a:r>
              <a:rPr lang="en-US" dirty="0" smtClean="0"/>
              <a:t>Type Copy Here</a:t>
            </a:r>
          </a:p>
        </p:txBody>
      </p:sp>
      <p:sp>
        <p:nvSpPr>
          <p:cNvPr id="12" name="Picture Placeholder 11"/>
          <p:cNvSpPr>
            <a:spLocks noGrp="1"/>
          </p:cNvSpPr>
          <p:nvPr>
            <p:ph type="pic" sz="quarter" idx="18" hasCustomPrompt="1"/>
          </p:nvPr>
        </p:nvSpPr>
        <p:spPr>
          <a:xfrm>
            <a:off x="228600" y="1789113"/>
            <a:ext cx="2808288" cy="2444750"/>
          </a:xfrm>
        </p:spPr>
        <p:txBody>
          <a:bodyPr>
            <a:normAutofit/>
          </a:bodyPr>
          <a:lstStyle>
            <a:lvl1pPr>
              <a:buNone/>
              <a:defRPr sz="2000"/>
            </a:lvl1pPr>
          </a:lstStyle>
          <a:p>
            <a:r>
              <a:rPr lang="en-US" dirty="0" smtClean="0"/>
              <a:t>Place Image Here</a:t>
            </a:r>
            <a:endParaRPr lang="en-US" dirty="0"/>
          </a:p>
        </p:txBody>
      </p:sp>
      <p:sp>
        <p:nvSpPr>
          <p:cNvPr id="13" name="Picture Placeholder 11"/>
          <p:cNvSpPr>
            <a:spLocks noGrp="1"/>
          </p:cNvSpPr>
          <p:nvPr>
            <p:ph type="pic" sz="quarter" idx="19" hasCustomPrompt="1"/>
          </p:nvPr>
        </p:nvSpPr>
        <p:spPr>
          <a:xfrm>
            <a:off x="3175000" y="1779588"/>
            <a:ext cx="2808288" cy="2444750"/>
          </a:xfrm>
        </p:spPr>
        <p:txBody>
          <a:bodyPr>
            <a:normAutofit/>
          </a:bodyPr>
          <a:lstStyle>
            <a:lvl1pPr>
              <a:buNone/>
              <a:defRPr sz="2000"/>
            </a:lvl1pPr>
          </a:lstStyle>
          <a:p>
            <a:r>
              <a:rPr lang="en-US" dirty="0" smtClean="0"/>
              <a:t>Place Image Here</a:t>
            </a:r>
            <a:endParaRPr lang="en-US" dirty="0"/>
          </a:p>
        </p:txBody>
      </p:sp>
      <p:sp>
        <p:nvSpPr>
          <p:cNvPr id="14" name="Picture Placeholder 11"/>
          <p:cNvSpPr>
            <a:spLocks noGrp="1"/>
          </p:cNvSpPr>
          <p:nvPr>
            <p:ph type="pic" sz="quarter" idx="20" hasCustomPrompt="1"/>
          </p:nvPr>
        </p:nvSpPr>
        <p:spPr>
          <a:xfrm>
            <a:off x="6097341" y="1779588"/>
            <a:ext cx="2808288" cy="2444750"/>
          </a:xfrm>
        </p:spPr>
        <p:txBody>
          <a:bodyPr>
            <a:normAutofit/>
          </a:bodyPr>
          <a:lstStyle>
            <a:lvl1pPr>
              <a:buNone/>
              <a:defRPr sz="2000"/>
            </a:lvl1pPr>
          </a:lstStyle>
          <a:p>
            <a:r>
              <a:rPr lang="en-US" dirty="0" smtClean="0"/>
              <a:t>Place Image Here</a:t>
            </a:r>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hree Column Photos Bottom">
    <p:spTree>
      <p:nvGrpSpPr>
        <p:cNvPr id="1" name=""/>
        <p:cNvGrpSpPr/>
        <p:nvPr/>
      </p:nvGrpSpPr>
      <p:grpSpPr>
        <a:xfrm>
          <a:off x="0" y="0"/>
          <a:ext cx="0" cy="0"/>
          <a:chOff x="0" y="0"/>
          <a:chExt cx="0" cy="0"/>
        </a:xfrm>
      </p:grpSpPr>
      <p:sp>
        <p:nvSpPr>
          <p:cNvPr id="2" name="Title 1"/>
          <p:cNvSpPr>
            <a:spLocks noGrp="1"/>
          </p:cNvSpPr>
          <p:nvPr>
            <p:ph type="ctrTitle" hasCustomPrompt="1"/>
          </p:nvPr>
        </p:nvSpPr>
        <p:spPr>
          <a:xfrm>
            <a:off x="3054350" y="864000"/>
            <a:ext cx="5862639" cy="889920"/>
          </a:xfrm>
        </p:spPr>
        <p:txBody>
          <a:bodyPr anchor="t">
            <a:normAutofit/>
          </a:bodyPr>
          <a:lstStyle>
            <a:lvl1pPr algn="l">
              <a:defRPr sz="3600">
                <a:solidFill>
                  <a:schemeClr val="accent2"/>
                </a:solidFill>
                <a:latin typeface="Memphis"/>
                <a:cs typeface="Memphis"/>
              </a:defRPr>
            </a:lvl1pPr>
          </a:lstStyle>
          <a:p>
            <a:r>
              <a:rPr lang="en-US" dirty="0" smtClean="0"/>
              <a:t>Type Title Here</a:t>
            </a:r>
            <a:endParaRPr lang="en-US" dirty="0"/>
          </a:p>
        </p:txBody>
      </p:sp>
      <p:sp>
        <p:nvSpPr>
          <p:cNvPr id="8" name="Picture Placeholder 7"/>
          <p:cNvSpPr>
            <a:spLocks noGrp="1"/>
          </p:cNvSpPr>
          <p:nvPr>
            <p:ph type="pic" sz="quarter" idx="13" hasCustomPrompt="1"/>
          </p:nvPr>
        </p:nvSpPr>
        <p:spPr>
          <a:xfrm>
            <a:off x="6358790" y="171450"/>
            <a:ext cx="2565978" cy="649350"/>
          </a:xfrm>
        </p:spPr>
        <p:txBody>
          <a:bodyPr anchor="ctr">
            <a:normAutofit/>
          </a:bodyPr>
          <a:lstStyle>
            <a:lvl1pPr algn="ctr">
              <a:buNone/>
              <a:defRPr sz="1200" baseline="0">
                <a:latin typeface="News Gothic MT"/>
                <a:cs typeface="News Gothic MT"/>
              </a:defRPr>
            </a:lvl1pPr>
          </a:lstStyle>
          <a:p>
            <a:r>
              <a:rPr lang="en-US" dirty="0" smtClean="0"/>
              <a:t>Place </a:t>
            </a:r>
            <a:r>
              <a:rPr lang="en-US" dirty="0" err="1" smtClean="0"/>
              <a:t>Logo(s</a:t>
            </a:r>
            <a:r>
              <a:rPr lang="en-US" dirty="0" smtClean="0"/>
              <a:t>) Here</a:t>
            </a:r>
            <a:endParaRPr lang="en-US" dirty="0"/>
          </a:p>
        </p:txBody>
      </p:sp>
      <p:sp>
        <p:nvSpPr>
          <p:cNvPr id="11" name="Rectangle 10"/>
          <p:cNvSpPr/>
          <p:nvPr userDrawn="1"/>
        </p:nvSpPr>
        <p:spPr>
          <a:xfrm>
            <a:off x="225426" y="803275"/>
            <a:ext cx="2824374" cy="228600"/>
          </a:xfrm>
          <a:prstGeom prst="rect">
            <a:avLst/>
          </a:prstGeom>
          <a:solidFill>
            <a:schemeClr val="accent1"/>
          </a:solidFill>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15" name="Text Placeholder 14"/>
          <p:cNvSpPr>
            <a:spLocks noGrp="1"/>
          </p:cNvSpPr>
          <p:nvPr>
            <p:ph type="body" sz="quarter" idx="15" hasCustomPrompt="1"/>
          </p:nvPr>
        </p:nvSpPr>
        <p:spPr>
          <a:xfrm>
            <a:off x="112315" y="1787778"/>
            <a:ext cx="2928845" cy="1970851"/>
          </a:xfrm>
        </p:spPr>
        <p:txBody>
          <a:bodyPr>
            <a:normAutofit/>
          </a:bodyPr>
          <a:lstStyle>
            <a:lvl1pPr>
              <a:buNone/>
              <a:defRPr sz="2400" baseline="0">
                <a:solidFill>
                  <a:schemeClr val="accent4"/>
                </a:solidFill>
                <a:latin typeface="Memphis"/>
                <a:cs typeface="Memphis"/>
              </a:defRPr>
            </a:lvl1pPr>
          </a:lstStyle>
          <a:p>
            <a:pPr lvl="0"/>
            <a:r>
              <a:rPr lang="en-US" dirty="0" smtClean="0"/>
              <a:t>Type Copy Here</a:t>
            </a:r>
          </a:p>
        </p:txBody>
      </p:sp>
      <p:sp>
        <p:nvSpPr>
          <p:cNvPr id="7" name="Text Placeholder 14"/>
          <p:cNvSpPr>
            <a:spLocks noGrp="1"/>
          </p:cNvSpPr>
          <p:nvPr>
            <p:ph type="body" sz="quarter" idx="16" hasCustomPrompt="1"/>
          </p:nvPr>
        </p:nvSpPr>
        <p:spPr>
          <a:xfrm>
            <a:off x="3046685" y="1787778"/>
            <a:ext cx="2928845" cy="1960709"/>
          </a:xfrm>
        </p:spPr>
        <p:txBody>
          <a:bodyPr>
            <a:normAutofit/>
          </a:bodyPr>
          <a:lstStyle>
            <a:lvl1pPr>
              <a:buNone/>
              <a:defRPr sz="2400" baseline="0">
                <a:solidFill>
                  <a:schemeClr val="accent4"/>
                </a:solidFill>
                <a:latin typeface="Memphis"/>
                <a:cs typeface="Memphis"/>
              </a:defRPr>
            </a:lvl1pPr>
          </a:lstStyle>
          <a:p>
            <a:pPr lvl="0"/>
            <a:r>
              <a:rPr lang="en-US" dirty="0" smtClean="0"/>
              <a:t>Type Copy Here</a:t>
            </a:r>
          </a:p>
        </p:txBody>
      </p:sp>
      <p:sp>
        <p:nvSpPr>
          <p:cNvPr id="9" name="Text Placeholder 14"/>
          <p:cNvSpPr>
            <a:spLocks noGrp="1"/>
          </p:cNvSpPr>
          <p:nvPr>
            <p:ph type="body" sz="quarter" idx="17" hasCustomPrompt="1"/>
          </p:nvPr>
        </p:nvSpPr>
        <p:spPr>
          <a:xfrm>
            <a:off x="5981056" y="1787778"/>
            <a:ext cx="2928845" cy="1960709"/>
          </a:xfrm>
        </p:spPr>
        <p:txBody>
          <a:bodyPr>
            <a:normAutofit/>
          </a:bodyPr>
          <a:lstStyle>
            <a:lvl1pPr>
              <a:buNone/>
              <a:defRPr sz="2400" baseline="0">
                <a:solidFill>
                  <a:schemeClr val="accent4"/>
                </a:solidFill>
                <a:latin typeface="Memphis"/>
                <a:cs typeface="Memphis"/>
              </a:defRPr>
            </a:lvl1pPr>
          </a:lstStyle>
          <a:p>
            <a:pPr lvl="0"/>
            <a:r>
              <a:rPr lang="en-US" dirty="0" smtClean="0"/>
              <a:t>Type Copy Here</a:t>
            </a:r>
          </a:p>
        </p:txBody>
      </p:sp>
      <p:sp>
        <p:nvSpPr>
          <p:cNvPr id="12" name="Picture Placeholder 11"/>
          <p:cNvSpPr>
            <a:spLocks noGrp="1"/>
          </p:cNvSpPr>
          <p:nvPr>
            <p:ph type="pic" sz="quarter" idx="18" hasCustomPrompt="1"/>
          </p:nvPr>
        </p:nvSpPr>
        <p:spPr>
          <a:xfrm>
            <a:off x="228600" y="3828153"/>
            <a:ext cx="2808288" cy="2444750"/>
          </a:xfrm>
        </p:spPr>
        <p:txBody>
          <a:bodyPr>
            <a:normAutofit/>
          </a:bodyPr>
          <a:lstStyle>
            <a:lvl1pPr>
              <a:buNone/>
              <a:defRPr sz="2000"/>
            </a:lvl1pPr>
          </a:lstStyle>
          <a:p>
            <a:r>
              <a:rPr lang="en-US" dirty="0" smtClean="0"/>
              <a:t>Place Image Here</a:t>
            </a:r>
            <a:endParaRPr lang="en-US" dirty="0"/>
          </a:p>
        </p:txBody>
      </p:sp>
      <p:sp>
        <p:nvSpPr>
          <p:cNvPr id="13" name="Picture Placeholder 11"/>
          <p:cNvSpPr>
            <a:spLocks noGrp="1"/>
          </p:cNvSpPr>
          <p:nvPr>
            <p:ph type="pic" sz="quarter" idx="19" hasCustomPrompt="1"/>
          </p:nvPr>
        </p:nvSpPr>
        <p:spPr>
          <a:xfrm>
            <a:off x="3175000" y="3818628"/>
            <a:ext cx="2808288" cy="2444750"/>
          </a:xfrm>
        </p:spPr>
        <p:txBody>
          <a:bodyPr>
            <a:normAutofit/>
          </a:bodyPr>
          <a:lstStyle>
            <a:lvl1pPr>
              <a:buNone/>
              <a:defRPr sz="2000"/>
            </a:lvl1pPr>
          </a:lstStyle>
          <a:p>
            <a:r>
              <a:rPr lang="en-US" dirty="0" smtClean="0"/>
              <a:t>Place Image Here</a:t>
            </a:r>
            <a:endParaRPr lang="en-US" dirty="0"/>
          </a:p>
        </p:txBody>
      </p:sp>
      <p:sp>
        <p:nvSpPr>
          <p:cNvPr id="14" name="Picture Placeholder 11"/>
          <p:cNvSpPr>
            <a:spLocks noGrp="1"/>
          </p:cNvSpPr>
          <p:nvPr>
            <p:ph type="pic" sz="quarter" idx="20" hasCustomPrompt="1"/>
          </p:nvPr>
        </p:nvSpPr>
        <p:spPr>
          <a:xfrm>
            <a:off x="6097341" y="3818628"/>
            <a:ext cx="2808288" cy="2444750"/>
          </a:xfrm>
        </p:spPr>
        <p:txBody>
          <a:bodyPr>
            <a:normAutofit/>
          </a:bodyPr>
          <a:lstStyle>
            <a:lvl1pPr>
              <a:buNone/>
              <a:defRPr sz="2000"/>
            </a:lvl1pPr>
          </a:lstStyle>
          <a:p>
            <a:r>
              <a:rPr lang="en-US" dirty="0" smtClean="0"/>
              <a:t>Place Image Here</a:t>
            </a:r>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Chart Right">
    <p:spTree>
      <p:nvGrpSpPr>
        <p:cNvPr id="1" name=""/>
        <p:cNvGrpSpPr/>
        <p:nvPr/>
      </p:nvGrpSpPr>
      <p:grpSpPr>
        <a:xfrm>
          <a:off x="0" y="0"/>
          <a:ext cx="0" cy="0"/>
          <a:chOff x="0" y="0"/>
          <a:chExt cx="0" cy="0"/>
        </a:xfrm>
      </p:grpSpPr>
      <p:sp>
        <p:nvSpPr>
          <p:cNvPr id="2" name="Title 1"/>
          <p:cNvSpPr>
            <a:spLocks noGrp="1"/>
          </p:cNvSpPr>
          <p:nvPr>
            <p:ph type="ctrTitle" hasCustomPrompt="1"/>
          </p:nvPr>
        </p:nvSpPr>
        <p:spPr>
          <a:xfrm>
            <a:off x="3058439" y="864000"/>
            <a:ext cx="5858549" cy="889920"/>
          </a:xfrm>
        </p:spPr>
        <p:txBody>
          <a:bodyPr anchor="t">
            <a:normAutofit/>
          </a:bodyPr>
          <a:lstStyle>
            <a:lvl1pPr algn="l">
              <a:defRPr sz="3600">
                <a:solidFill>
                  <a:schemeClr val="accent2"/>
                </a:solidFill>
                <a:latin typeface="Memphis"/>
                <a:cs typeface="Memphis"/>
              </a:defRPr>
            </a:lvl1pPr>
          </a:lstStyle>
          <a:p>
            <a:r>
              <a:rPr lang="en-US" dirty="0" smtClean="0"/>
              <a:t>Type Title Here</a:t>
            </a:r>
            <a:endParaRPr lang="en-US" dirty="0"/>
          </a:p>
        </p:txBody>
      </p:sp>
      <p:sp>
        <p:nvSpPr>
          <p:cNvPr id="8" name="Picture Placeholder 7"/>
          <p:cNvSpPr>
            <a:spLocks noGrp="1"/>
          </p:cNvSpPr>
          <p:nvPr>
            <p:ph type="pic" sz="quarter" idx="13" hasCustomPrompt="1"/>
          </p:nvPr>
        </p:nvSpPr>
        <p:spPr>
          <a:xfrm>
            <a:off x="6358790" y="171450"/>
            <a:ext cx="2565978" cy="649350"/>
          </a:xfrm>
        </p:spPr>
        <p:txBody>
          <a:bodyPr anchor="ctr">
            <a:normAutofit/>
          </a:bodyPr>
          <a:lstStyle>
            <a:lvl1pPr algn="ctr">
              <a:buNone/>
              <a:defRPr sz="1200" baseline="0">
                <a:latin typeface="News Gothic MT"/>
                <a:cs typeface="News Gothic MT"/>
              </a:defRPr>
            </a:lvl1pPr>
          </a:lstStyle>
          <a:p>
            <a:r>
              <a:rPr lang="en-US" dirty="0" smtClean="0"/>
              <a:t>Place </a:t>
            </a:r>
            <a:r>
              <a:rPr lang="en-US" dirty="0" err="1" smtClean="0"/>
              <a:t>Logo(s</a:t>
            </a:r>
            <a:r>
              <a:rPr lang="en-US" dirty="0" smtClean="0"/>
              <a:t>) Here</a:t>
            </a:r>
            <a:endParaRPr lang="en-US" dirty="0"/>
          </a:p>
        </p:txBody>
      </p:sp>
      <p:sp>
        <p:nvSpPr>
          <p:cNvPr id="11" name="Rectangle 10"/>
          <p:cNvSpPr/>
          <p:nvPr userDrawn="1"/>
        </p:nvSpPr>
        <p:spPr>
          <a:xfrm>
            <a:off x="225426" y="803275"/>
            <a:ext cx="2824374" cy="228600"/>
          </a:xfrm>
          <a:prstGeom prst="rect">
            <a:avLst/>
          </a:prstGeom>
          <a:solidFill>
            <a:schemeClr val="accent1"/>
          </a:solidFill>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15" name="Text Placeholder 14"/>
          <p:cNvSpPr>
            <a:spLocks noGrp="1"/>
          </p:cNvSpPr>
          <p:nvPr>
            <p:ph type="body" sz="quarter" idx="15" hasCustomPrompt="1"/>
          </p:nvPr>
        </p:nvSpPr>
        <p:spPr>
          <a:xfrm>
            <a:off x="112315" y="1745280"/>
            <a:ext cx="2928845" cy="4570559"/>
          </a:xfrm>
        </p:spPr>
        <p:txBody>
          <a:bodyPr>
            <a:normAutofit/>
          </a:bodyPr>
          <a:lstStyle>
            <a:lvl1pPr>
              <a:buNone/>
              <a:defRPr sz="2400" baseline="0">
                <a:solidFill>
                  <a:schemeClr val="accent4"/>
                </a:solidFill>
                <a:latin typeface="Memphis"/>
                <a:cs typeface="Memphis"/>
              </a:defRPr>
            </a:lvl1pPr>
          </a:lstStyle>
          <a:p>
            <a:pPr lvl="0"/>
            <a:r>
              <a:rPr lang="en-US" dirty="0" smtClean="0"/>
              <a:t>Type Copy Here</a:t>
            </a:r>
          </a:p>
        </p:txBody>
      </p:sp>
      <p:sp>
        <p:nvSpPr>
          <p:cNvPr id="14" name="Chart Placeholder 13"/>
          <p:cNvSpPr>
            <a:spLocks noGrp="1"/>
          </p:cNvSpPr>
          <p:nvPr>
            <p:ph type="chart" sz="quarter" idx="16" hasCustomPrompt="1"/>
          </p:nvPr>
        </p:nvSpPr>
        <p:spPr>
          <a:xfrm>
            <a:off x="3205314" y="1735138"/>
            <a:ext cx="5710086" cy="4579937"/>
          </a:xfrm>
        </p:spPr>
        <p:txBody>
          <a:bodyPr/>
          <a:lstStyle>
            <a:lvl1pPr>
              <a:buNone/>
              <a:defRPr baseline="0"/>
            </a:lvl1pPr>
          </a:lstStyle>
          <a:p>
            <a:r>
              <a:rPr lang="en-US" dirty="0" smtClean="0"/>
              <a:t>Place Chart Here</a:t>
            </a:r>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Chart Left">
    <p:spTree>
      <p:nvGrpSpPr>
        <p:cNvPr id="1" name=""/>
        <p:cNvGrpSpPr/>
        <p:nvPr/>
      </p:nvGrpSpPr>
      <p:grpSpPr>
        <a:xfrm>
          <a:off x="0" y="0"/>
          <a:ext cx="0" cy="0"/>
          <a:chOff x="0" y="0"/>
          <a:chExt cx="0" cy="0"/>
        </a:xfrm>
      </p:grpSpPr>
      <p:sp>
        <p:nvSpPr>
          <p:cNvPr id="2" name="Title 1"/>
          <p:cNvSpPr>
            <a:spLocks noGrp="1"/>
          </p:cNvSpPr>
          <p:nvPr>
            <p:ph type="ctrTitle" hasCustomPrompt="1"/>
          </p:nvPr>
        </p:nvSpPr>
        <p:spPr>
          <a:xfrm>
            <a:off x="3058439" y="864000"/>
            <a:ext cx="5858549" cy="889920"/>
          </a:xfrm>
        </p:spPr>
        <p:txBody>
          <a:bodyPr anchor="t">
            <a:normAutofit/>
          </a:bodyPr>
          <a:lstStyle>
            <a:lvl1pPr algn="l">
              <a:defRPr sz="3600">
                <a:solidFill>
                  <a:schemeClr val="accent2"/>
                </a:solidFill>
                <a:latin typeface="Memphis"/>
                <a:cs typeface="Memphis"/>
              </a:defRPr>
            </a:lvl1pPr>
          </a:lstStyle>
          <a:p>
            <a:r>
              <a:rPr lang="en-US" dirty="0" smtClean="0"/>
              <a:t>Type Title Here</a:t>
            </a:r>
            <a:endParaRPr lang="en-US" dirty="0"/>
          </a:p>
        </p:txBody>
      </p:sp>
      <p:sp>
        <p:nvSpPr>
          <p:cNvPr id="8" name="Picture Placeholder 7"/>
          <p:cNvSpPr>
            <a:spLocks noGrp="1"/>
          </p:cNvSpPr>
          <p:nvPr>
            <p:ph type="pic" sz="quarter" idx="13" hasCustomPrompt="1"/>
          </p:nvPr>
        </p:nvSpPr>
        <p:spPr>
          <a:xfrm>
            <a:off x="6358790" y="171450"/>
            <a:ext cx="2565978" cy="649350"/>
          </a:xfrm>
        </p:spPr>
        <p:txBody>
          <a:bodyPr anchor="ctr">
            <a:normAutofit/>
          </a:bodyPr>
          <a:lstStyle>
            <a:lvl1pPr algn="ctr">
              <a:buNone/>
              <a:defRPr sz="1200" baseline="0">
                <a:latin typeface="News Gothic MT"/>
                <a:cs typeface="News Gothic MT"/>
              </a:defRPr>
            </a:lvl1pPr>
          </a:lstStyle>
          <a:p>
            <a:r>
              <a:rPr lang="en-US" dirty="0" smtClean="0"/>
              <a:t>Place </a:t>
            </a:r>
            <a:r>
              <a:rPr lang="en-US" dirty="0" err="1" smtClean="0"/>
              <a:t>Logo(s</a:t>
            </a:r>
            <a:r>
              <a:rPr lang="en-US" dirty="0" smtClean="0"/>
              <a:t>) Here</a:t>
            </a:r>
            <a:endParaRPr lang="en-US" dirty="0"/>
          </a:p>
        </p:txBody>
      </p:sp>
      <p:sp>
        <p:nvSpPr>
          <p:cNvPr id="11" name="Rectangle 10"/>
          <p:cNvSpPr/>
          <p:nvPr userDrawn="1"/>
        </p:nvSpPr>
        <p:spPr>
          <a:xfrm>
            <a:off x="225426" y="803275"/>
            <a:ext cx="2824374" cy="228600"/>
          </a:xfrm>
          <a:prstGeom prst="rect">
            <a:avLst/>
          </a:prstGeom>
          <a:solidFill>
            <a:schemeClr val="accent1"/>
          </a:solidFill>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15" name="Text Placeholder 14"/>
          <p:cNvSpPr>
            <a:spLocks noGrp="1"/>
          </p:cNvSpPr>
          <p:nvPr>
            <p:ph type="body" sz="quarter" idx="15" hasCustomPrompt="1"/>
          </p:nvPr>
        </p:nvSpPr>
        <p:spPr>
          <a:xfrm>
            <a:off x="5978644" y="1745280"/>
            <a:ext cx="2928845" cy="4570559"/>
          </a:xfrm>
        </p:spPr>
        <p:txBody>
          <a:bodyPr>
            <a:normAutofit/>
          </a:bodyPr>
          <a:lstStyle>
            <a:lvl1pPr>
              <a:buNone/>
              <a:defRPr sz="2400" baseline="0">
                <a:solidFill>
                  <a:schemeClr val="accent4"/>
                </a:solidFill>
                <a:latin typeface="Memphis"/>
                <a:cs typeface="Memphis"/>
              </a:defRPr>
            </a:lvl1pPr>
          </a:lstStyle>
          <a:p>
            <a:pPr lvl="0"/>
            <a:r>
              <a:rPr lang="en-US" dirty="0" smtClean="0"/>
              <a:t>Type Copy Here</a:t>
            </a:r>
          </a:p>
        </p:txBody>
      </p:sp>
      <p:sp>
        <p:nvSpPr>
          <p:cNvPr id="14" name="Chart Placeholder 13"/>
          <p:cNvSpPr>
            <a:spLocks noGrp="1"/>
          </p:cNvSpPr>
          <p:nvPr>
            <p:ph type="chart" sz="quarter" idx="16" hasCustomPrompt="1"/>
          </p:nvPr>
        </p:nvSpPr>
        <p:spPr>
          <a:xfrm>
            <a:off x="199307" y="1735138"/>
            <a:ext cx="5710086" cy="4579937"/>
          </a:xfrm>
        </p:spPr>
        <p:txBody>
          <a:bodyPr/>
          <a:lstStyle>
            <a:lvl1pPr>
              <a:buNone/>
              <a:defRPr baseline="0"/>
            </a:lvl1pPr>
          </a:lstStyle>
          <a:p>
            <a:r>
              <a:rPr lang="en-US" dirty="0" smtClean="0"/>
              <a:t>Place Chart Here</a:t>
            </a:r>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Image Left Copy Right">
    <p:spTree>
      <p:nvGrpSpPr>
        <p:cNvPr id="1" name=""/>
        <p:cNvGrpSpPr/>
        <p:nvPr/>
      </p:nvGrpSpPr>
      <p:grpSpPr>
        <a:xfrm>
          <a:off x="0" y="0"/>
          <a:ext cx="0" cy="0"/>
          <a:chOff x="0" y="0"/>
          <a:chExt cx="0" cy="0"/>
        </a:xfrm>
      </p:grpSpPr>
      <p:sp>
        <p:nvSpPr>
          <p:cNvPr id="2" name="Title 1"/>
          <p:cNvSpPr>
            <a:spLocks noGrp="1"/>
          </p:cNvSpPr>
          <p:nvPr>
            <p:ph type="ctrTitle" hasCustomPrompt="1"/>
          </p:nvPr>
        </p:nvSpPr>
        <p:spPr>
          <a:xfrm>
            <a:off x="3058439" y="864000"/>
            <a:ext cx="5858549" cy="889920"/>
          </a:xfrm>
        </p:spPr>
        <p:txBody>
          <a:bodyPr anchor="t">
            <a:normAutofit/>
          </a:bodyPr>
          <a:lstStyle>
            <a:lvl1pPr algn="l">
              <a:defRPr sz="3600">
                <a:solidFill>
                  <a:schemeClr val="accent2"/>
                </a:solidFill>
                <a:latin typeface="Memphis"/>
                <a:cs typeface="Memphis"/>
              </a:defRPr>
            </a:lvl1pPr>
          </a:lstStyle>
          <a:p>
            <a:r>
              <a:rPr lang="en-US" dirty="0" smtClean="0"/>
              <a:t>Type Title Here</a:t>
            </a:r>
            <a:endParaRPr lang="en-US" dirty="0"/>
          </a:p>
        </p:txBody>
      </p:sp>
      <p:sp>
        <p:nvSpPr>
          <p:cNvPr id="8" name="Picture Placeholder 7"/>
          <p:cNvSpPr>
            <a:spLocks noGrp="1"/>
          </p:cNvSpPr>
          <p:nvPr>
            <p:ph type="pic" sz="quarter" idx="13" hasCustomPrompt="1"/>
          </p:nvPr>
        </p:nvSpPr>
        <p:spPr>
          <a:xfrm>
            <a:off x="6358790" y="171450"/>
            <a:ext cx="2565978" cy="649350"/>
          </a:xfrm>
        </p:spPr>
        <p:txBody>
          <a:bodyPr anchor="ctr">
            <a:normAutofit/>
          </a:bodyPr>
          <a:lstStyle>
            <a:lvl1pPr algn="ctr">
              <a:buNone/>
              <a:defRPr sz="1200" baseline="0">
                <a:latin typeface="News Gothic MT"/>
                <a:cs typeface="News Gothic MT"/>
              </a:defRPr>
            </a:lvl1pPr>
          </a:lstStyle>
          <a:p>
            <a:r>
              <a:rPr lang="en-US" dirty="0" smtClean="0"/>
              <a:t>Place </a:t>
            </a:r>
            <a:r>
              <a:rPr lang="en-US" dirty="0" err="1" smtClean="0"/>
              <a:t>Logo(s</a:t>
            </a:r>
            <a:r>
              <a:rPr lang="en-US" dirty="0" smtClean="0"/>
              <a:t>) Here</a:t>
            </a:r>
            <a:endParaRPr lang="en-US" dirty="0"/>
          </a:p>
        </p:txBody>
      </p:sp>
      <p:sp>
        <p:nvSpPr>
          <p:cNvPr id="11" name="Rectangle 10"/>
          <p:cNvSpPr/>
          <p:nvPr userDrawn="1"/>
        </p:nvSpPr>
        <p:spPr>
          <a:xfrm>
            <a:off x="225426" y="803275"/>
            <a:ext cx="2824374" cy="228600"/>
          </a:xfrm>
          <a:prstGeom prst="rect">
            <a:avLst/>
          </a:prstGeom>
          <a:solidFill>
            <a:schemeClr val="accent1"/>
          </a:solidFill>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15" name="Text Placeholder 14"/>
          <p:cNvSpPr>
            <a:spLocks noGrp="1"/>
          </p:cNvSpPr>
          <p:nvPr>
            <p:ph type="body" sz="quarter" idx="15" hasCustomPrompt="1"/>
          </p:nvPr>
        </p:nvSpPr>
        <p:spPr>
          <a:xfrm>
            <a:off x="3055356" y="1745280"/>
            <a:ext cx="5869413" cy="4570559"/>
          </a:xfrm>
        </p:spPr>
        <p:txBody>
          <a:bodyPr>
            <a:normAutofit/>
          </a:bodyPr>
          <a:lstStyle>
            <a:lvl1pPr>
              <a:buNone/>
              <a:defRPr sz="2400" baseline="0">
                <a:solidFill>
                  <a:schemeClr val="accent4"/>
                </a:solidFill>
                <a:latin typeface="Memphis"/>
                <a:cs typeface="Memphis"/>
              </a:defRPr>
            </a:lvl1pPr>
          </a:lstStyle>
          <a:p>
            <a:pPr lvl="0"/>
            <a:r>
              <a:rPr lang="en-US" dirty="0" smtClean="0"/>
              <a:t>Type Copy Here</a:t>
            </a:r>
          </a:p>
        </p:txBody>
      </p:sp>
      <p:sp>
        <p:nvSpPr>
          <p:cNvPr id="9" name="Picture Placeholder 8"/>
          <p:cNvSpPr>
            <a:spLocks noGrp="1"/>
          </p:cNvSpPr>
          <p:nvPr>
            <p:ph type="pic" sz="quarter" idx="16" hasCustomPrompt="1"/>
          </p:nvPr>
        </p:nvSpPr>
        <p:spPr>
          <a:xfrm>
            <a:off x="219075" y="1036800"/>
            <a:ext cx="2835275" cy="5383050"/>
          </a:xfrm>
        </p:spPr>
        <p:txBody>
          <a:bodyPr/>
          <a:lstStyle>
            <a:lvl1pPr>
              <a:buNone/>
              <a:defRPr baseline="0"/>
            </a:lvl1pPr>
          </a:lstStyle>
          <a:p>
            <a:r>
              <a:rPr lang="en-US" dirty="0" smtClean="0"/>
              <a:t>Place Image Here</a:t>
            </a:r>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hemed Slide">
    <p:spTree>
      <p:nvGrpSpPr>
        <p:cNvPr id="1" name=""/>
        <p:cNvGrpSpPr/>
        <p:nvPr/>
      </p:nvGrpSpPr>
      <p:grpSpPr>
        <a:xfrm>
          <a:off x="0" y="0"/>
          <a:ext cx="0" cy="0"/>
          <a:chOff x="0" y="0"/>
          <a:chExt cx="0" cy="0"/>
        </a:xfrm>
      </p:grpSpPr>
      <p:sp>
        <p:nvSpPr>
          <p:cNvPr id="2" name="Title 1"/>
          <p:cNvSpPr>
            <a:spLocks noGrp="1"/>
          </p:cNvSpPr>
          <p:nvPr>
            <p:ph type="ctrTitle" hasCustomPrompt="1"/>
          </p:nvPr>
        </p:nvSpPr>
        <p:spPr>
          <a:xfrm>
            <a:off x="3058439" y="864000"/>
            <a:ext cx="4397587" cy="889920"/>
          </a:xfrm>
        </p:spPr>
        <p:txBody>
          <a:bodyPr anchor="t">
            <a:normAutofit/>
          </a:bodyPr>
          <a:lstStyle>
            <a:lvl1pPr algn="l">
              <a:defRPr sz="3600">
                <a:solidFill>
                  <a:schemeClr val="accent2"/>
                </a:solidFill>
                <a:latin typeface="Memphis"/>
                <a:cs typeface="Memphis"/>
              </a:defRPr>
            </a:lvl1pPr>
          </a:lstStyle>
          <a:p>
            <a:r>
              <a:rPr lang="en-US" dirty="0" smtClean="0"/>
              <a:t>Type Title Here</a:t>
            </a:r>
            <a:endParaRPr lang="en-US" dirty="0"/>
          </a:p>
        </p:txBody>
      </p:sp>
      <p:sp>
        <p:nvSpPr>
          <p:cNvPr id="8" name="Picture Placeholder 7"/>
          <p:cNvSpPr>
            <a:spLocks noGrp="1"/>
          </p:cNvSpPr>
          <p:nvPr>
            <p:ph type="pic" sz="quarter" idx="13" hasCustomPrompt="1"/>
          </p:nvPr>
        </p:nvSpPr>
        <p:spPr>
          <a:xfrm>
            <a:off x="6358790" y="171450"/>
            <a:ext cx="2565978" cy="649350"/>
          </a:xfrm>
        </p:spPr>
        <p:txBody>
          <a:bodyPr anchor="ctr">
            <a:normAutofit/>
          </a:bodyPr>
          <a:lstStyle>
            <a:lvl1pPr algn="ctr">
              <a:buNone/>
              <a:defRPr sz="1200" baseline="0">
                <a:latin typeface="News Gothic MT"/>
                <a:cs typeface="News Gothic MT"/>
              </a:defRPr>
            </a:lvl1pPr>
          </a:lstStyle>
          <a:p>
            <a:r>
              <a:rPr lang="en-US" dirty="0" smtClean="0"/>
              <a:t>Place </a:t>
            </a:r>
            <a:r>
              <a:rPr lang="en-US" dirty="0" err="1" smtClean="0"/>
              <a:t>Logo(s</a:t>
            </a:r>
            <a:r>
              <a:rPr lang="en-US" dirty="0" smtClean="0"/>
              <a:t>) Here</a:t>
            </a:r>
            <a:endParaRPr lang="en-US" dirty="0"/>
          </a:p>
        </p:txBody>
      </p:sp>
      <p:sp>
        <p:nvSpPr>
          <p:cNvPr id="11" name="Rectangle 10"/>
          <p:cNvSpPr/>
          <p:nvPr userDrawn="1"/>
        </p:nvSpPr>
        <p:spPr>
          <a:xfrm>
            <a:off x="225426" y="803275"/>
            <a:ext cx="2824374" cy="228600"/>
          </a:xfrm>
          <a:prstGeom prst="rect">
            <a:avLst/>
          </a:prstGeom>
          <a:solidFill>
            <a:schemeClr val="accent1"/>
          </a:solidFill>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15" name="Text Placeholder 14"/>
          <p:cNvSpPr>
            <a:spLocks noGrp="1"/>
          </p:cNvSpPr>
          <p:nvPr>
            <p:ph type="body" sz="quarter" idx="15" hasCustomPrompt="1"/>
          </p:nvPr>
        </p:nvSpPr>
        <p:spPr>
          <a:xfrm>
            <a:off x="112315" y="1745280"/>
            <a:ext cx="7335072" cy="4570559"/>
          </a:xfrm>
        </p:spPr>
        <p:txBody>
          <a:bodyPr>
            <a:normAutofit/>
          </a:bodyPr>
          <a:lstStyle>
            <a:lvl1pPr>
              <a:buNone/>
              <a:defRPr sz="2400" baseline="0">
                <a:solidFill>
                  <a:schemeClr val="accent4"/>
                </a:solidFill>
                <a:latin typeface="Memphis"/>
                <a:cs typeface="Memphis"/>
              </a:defRPr>
            </a:lvl1pPr>
          </a:lstStyle>
          <a:p>
            <a:pPr lvl="0"/>
            <a:r>
              <a:rPr lang="en-US" dirty="0" smtClean="0"/>
              <a:t>Type Copy Here</a:t>
            </a:r>
          </a:p>
        </p:txBody>
      </p:sp>
      <p:sp>
        <p:nvSpPr>
          <p:cNvPr id="7" name="Picture Placeholder 9"/>
          <p:cNvSpPr>
            <a:spLocks noGrp="1"/>
          </p:cNvSpPr>
          <p:nvPr>
            <p:ph type="pic" sz="quarter" idx="14"/>
          </p:nvPr>
        </p:nvSpPr>
        <p:spPr>
          <a:xfrm>
            <a:off x="7568342" y="1035050"/>
            <a:ext cx="1348646" cy="5358550"/>
          </a:xfrm>
        </p:spPr>
        <p:txBody>
          <a:bodyPr>
            <a:normAutofit/>
          </a:bodyPr>
          <a:lstStyle>
            <a:lvl1pPr>
              <a:buNone/>
              <a:defRPr sz="2400"/>
            </a:lvl1pPr>
          </a:lstStyle>
          <a:p>
            <a:r>
              <a:rPr lang="en-US" smtClean="0"/>
              <a:t>Click icon to add picture</a:t>
            </a:r>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rotWithShape="1">
          <a:blip r:embed="rId13"/>
          <a:stretch>
            <a:fillRect/>
          </a:stretch>
        </a:blip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227013" y="1028160"/>
            <a:ext cx="8691562" cy="552960"/>
          </a:xfrm>
          <a:prstGeom prst="rect">
            <a:avLst/>
          </a:prstGeom>
        </p:spPr>
        <p:txBody>
          <a:bodyPr vert="horz" lIns="91440" tIns="45720" rIns="91440" bIns="45720" rtlCol="0" anchor="ctr">
            <a:normAutofit/>
          </a:bodyPr>
          <a:lstStyle/>
          <a:p>
            <a:r>
              <a:rPr lang="en-US" smtClean="0"/>
              <a:t>Click to edit Master title style</a:t>
            </a:r>
            <a:endParaRPr lang="en-US" dirty="0"/>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dirty="0" smtClean="0"/>
              <a:t>Header 1</a:t>
            </a:r>
          </a:p>
          <a:p>
            <a:pPr lvl="1"/>
            <a:r>
              <a:rPr lang="en-US" dirty="0" smtClean="0"/>
              <a:t>Header 2</a:t>
            </a:r>
          </a:p>
          <a:p>
            <a:pPr lvl="2"/>
            <a:r>
              <a:rPr lang="en-US" dirty="0" smtClean="0"/>
              <a:t>Header 3</a:t>
            </a:r>
          </a:p>
          <a:p>
            <a:pPr lvl="3"/>
            <a:r>
              <a:rPr lang="en-US" dirty="0" smtClean="0"/>
              <a:t>Body Bold</a:t>
            </a:r>
          </a:p>
          <a:p>
            <a:pPr lvl="4"/>
            <a:r>
              <a:rPr lang="en-US" dirty="0" smtClean="0"/>
              <a:t>Body Text</a:t>
            </a:r>
            <a:endParaRPr lang="en-US" dirty="0"/>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74DAA0BE-CF44-9147-AA0D-6E22E446DBA0}" type="datetimeFigureOut">
              <a:rPr lang="en-US" smtClean="0"/>
              <a:t>12/19/2012</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A64F107-A8E3-8A4C-AC75-25FC69E35D1F}" type="slidenum">
              <a:rPr lang="en-US" smtClean="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7" r:id="rId3"/>
    <p:sldLayoutId id="2147483658" r:id="rId4"/>
    <p:sldLayoutId id="2147483659" r:id="rId5"/>
    <p:sldLayoutId id="2147483664" r:id="rId6"/>
    <p:sldLayoutId id="2147483665" r:id="rId7"/>
    <p:sldLayoutId id="2147483660" r:id="rId8"/>
    <p:sldLayoutId id="2147483662" r:id="rId9"/>
    <p:sldLayoutId id="2147483661" r:id="rId10"/>
    <p:sldLayoutId id="2147483663" r:id="rId11"/>
  </p:sldLayoutIdLst>
  <p:txStyles>
    <p:titleStyle>
      <a:lvl1pPr algn="ctr" defTabSz="457200" rtl="0" eaLnBrk="1" latinLnBrk="0" hangingPunct="1">
        <a:spcBef>
          <a:spcPct val="0"/>
        </a:spcBef>
        <a:buNone/>
        <a:defRPr sz="3600" kern="1200">
          <a:solidFill>
            <a:schemeClr val="tx2"/>
          </a:solidFill>
          <a:latin typeface="Memphis"/>
          <a:ea typeface="+mj-ea"/>
          <a:cs typeface="Memphis"/>
        </a:defRPr>
      </a:lvl1pPr>
    </p:titleStyle>
    <p:bodyStyle>
      <a:lvl1pPr marL="342900" indent="-342900" algn="l" defTabSz="457200" rtl="0" eaLnBrk="1" latinLnBrk="0" hangingPunct="1">
        <a:spcBef>
          <a:spcPct val="20000"/>
        </a:spcBef>
        <a:buFont typeface="Arial"/>
        <a:buChar char="•"/>
        <a:defRPr sz="3200" kern="1200">
          <a:solidFill>
            <a:schemeClr val="accent1"/>
          </a:solidFill>
          <a:latin typeface="Memphis"/>
          <a:ea typeface="+mn-ea"/>
          <a:cs typeface="Memphis"/>
        </a:defRPr>
      </a:lvl1pPr>
      <a:lvl2pPr marL="742950" indent="-285750" algn="l" defTabSz="457200" rtl="0" eaLnBrk="1" latinLnBrk="0" hangingPunct="1">
        <a:spcBef>
          <a:spcPct val="20000"/>
        </a:spcBef>
        <a:buFont typeface="Arial"/>
        <a:buChar char="–"/>
        <a:defRPr sz="2400" kern="1200">
          <a:solidFill>
            <a:schemeClr val="accent4"/>
          </a:solidFill>
          <a:latin typeface="Memphis"/>
          <a:ea typeface="+mn-ea"/>
          <a:cs typeface="Memphis"/>
        </a:defRPr>
      </a:lvl2pPr>
      <a:lvl3pPr marL="1143000" indent="-228600" algn="l" defTabSz="457200" rtl="0" eaLnBrk="1" latinLnBrk="0" hangingPunct="1">
        <a:spcBef>
          <a:spcPct val="20000"/>
        </a:spcBef>
        <a:buFont typeface="Arial"/>
        <a:buChar char="•"/>
        <a:defRPr sz="1800" b="1" i="0" kern="1200" baseline="0">
          <a:solidFill>
            <a:schemeClr val="accent3"/>
          </a:solidFill>
          <a:latin typeface="News Gothic MT"/>
          <a:ea typeface="+mn-ea"/>
          <a:cs typeface="News Gothic MT"/>
        </a:defRPr>
      </a:lvl3pPr>
      <a:lvl4pPr marL="1600200" indent="-228600" algn="l" defTabSz="457200" rtl="0" eaLnBrk="1" latinLnBrk="0" hangingPunct="1">
        <a:spcBef>
          <a:spcPct val="20000"/>
        </a:spcBef>
        <a:buFont typeface="Arial"/>
        <a:buChar char="–"/>
        <a:defRPr sz="1200" b="1" i="0" kern="1200">
          <a:solidFill>
            <a:schemeClr val="tx1"/>
          </a:solidFill>
          <a:latin typeface="News Gothic MT"/>
          <a:ea typeface="+mn-ea"/>
          <a:cs typeface="News Gothic MT"/>
        </a:defRPr>
      </a:lvl4pPr>
      <a:lvl5pPr marL="2057400" indent="-228600" algn="l" defTabSz="457200" rtl="0" eaLnBrk="1" latinLnBrk="0" hangingPunct="1">
        <a:spcBef>
          <a:spcPct val="20000"/>
        </a:spcBef>
        <a:buFont typeface="Arial"/>
        <a:buChar char="»"/>
        <a:defRPr sz="1200" kern="1200">
          <a:solidFill>
            <a:schemeClr val="tx1"/>
          </a:solidFill>
          <a:latin typeface="News Gothic MT"/>
          <a:ea typeface="+mn-ea"/>
          <a:cs typeface="News Gothic MT"/>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233098" y="1043307"/>
            <a:ext cx="8692357" cy="682560"/>
          </a:xfrm>
        </p:spPr>
        <p:txBody>
          <a:bodyPr/>
          <a:lstStyle/>
          <a:p>
            <a:r>
              <a:rPr lang="en-US" dirty="0" smtClean="0"/>
              <a:t>2012 Review &amp; 2013 Preview</a:t>
            </a:r>
            <a:endParaRPr lang="en-US" dirty="0"/>
          </a:p>
        </p:txBody>
      </p:sp>
      <p:graphicFrame>
        <p:nvGraphicFramePr>
          <p:cNvPr id="6" name="Picture Placeholder 5"/>
          <p:cNvGraphicFramePr>
            <a:graphicFrameLocks noGrp="1"/>
          </p:cNvGraphicFramePr>
          <p:nvPr>
            <p:ph type="pic" sz="quarter" idx="14"/>
            <p:extLst>
              <p:ext uri="{D42A27DB-BD31-4B8C-83A1-F6EECF244321}">
                <p14:modId xmlns:p14="http://schemas.microsoft.com/office/powerpoint/2010/main" val="2343230063"/>
              </p:ext>
            </p:extLst>
          </p:nvPr>
        </p:nvGraphicFramePr>
        <p:xfrm>
          <a:off x="225425" y="1752599"/>
          <a:ext cx="8706910" cy="4630059"/>
        </p:xfrm>
        <a:graphic>
          <a:graphicData uri="http://schemas.openxmlformats.org/drawingml/2006/table">
            <a:tbl>
              <a:tblPr>
                <a:tableStyleId>{5C22544A-7EE6-4342-B048-85BDC9FD1C3A}</a:tableStyleId>
              </a:tblPr>
              <a:tblGrid>
                <a:gridCol w="1741382"/>
                <a:gridCol w="1741382"/>
                <a:gridCol w="1741382"/>
                <a:gridCol w="1741382"/>
                <a:gridCol w="1741382"/>
              </a:tblGrid>
              <a:tr h="212301">
                <a:tc>
                  <a:txBody>
                    <a:bodyPr/>
                    <a:lstStyle/>
                    <a:p>
                      <a:pPr marL="0" marR="0" algn="ctr">
                        <a:lnSpc>
                          <a:spcPct val="115000"/>
                        </a:lnSpc>
                        <a:spcBef>
                          <a:spcPts val="0"/>
                        </a:spcBef>
                        <a:spcAft>
                          <a:spcPts val="0"/>
                        </a:spcAft>
                      </a:pPr>
                      <a:r>
                        <a:rPr lang="en-US" sz="900" spc="5" dirty="0">
                          <a:effectLst/>
                        </a:rPr>
                        <a:t>Monday</a:t>
                      </a:r>
                      <a:endParaRPr lang="en-US" sz="800" b="1" spc="5" dirty="0">
                        <a:effectLst/>
                        <a:latin typeface="Franklin Gothic Book"/>
                        <a:ea typeface="Times New Roman"/>
                        <a:cs typeface="Times New Roman"/>
                      </a:endParaRPr>
                    </a:p>
                  </a:txBody>
                  <a:tcPr marL="73025" marR="73025" marT="0" marB="36830" anchor="ctr"/>
                </a:tc>
                <a:tc>
                  <a:txBody>
                    <a:bodyPr/>
                    <a:lstStyle/>
                    <a:p>
                      <a:pPr marL="0" marR="0" algn="ctr">
                        <a:lnSpc>
                          <a:spcPct val="115000"/>
                        </a:lnSpc>
                        <a:spcBef>
                          <a:spcPts val="0"/>
                        </a:spcBef>
                        <a:spcAft>
                          <a:spcPts val="0"/>
                        </a:spcAft>
                      </a:pPr>
                      <a:r>
                        <a:rPr lang="en-US" sz="900" spc="5">
                          <a:effectLst/>
                        </a:rPr>
                        <a:t>Tuesday</a:t>
                      </a:r>
                      <a:endParaRPr lang="en-US" sz="800" b="1" spc="5">
                        <a:effectLst/>
                        <a:latin typeface="Franklin Gothic Book"/>
                        <a:ea typeface="Times New Roman"/>
                        <a:cs typeface="Times New Roman"/>
                      </a:endParaRPr>
                    </a:p>
                  </a:txBody>
                  <a:tcPr marL="73025" marR="73025" marT="0" marB="36830" anchor="ctr"/>
                </a:tc>
                <a:tc>
                  <a:txBody>
                    <a:bodyPr/>
                    <a:lstStyle/>
                    <a:p>
                      <a:pPr marL="0" marR="0" algn="ctr">
                        <a:lnSpc>
                          <a:spcPct val="115000"/>
                        </a:lnSpc>
                        <a:spcBef>
                          <a:spcPts val="0"/>
                        </a:spcBef>
                        <a:spcAft>
                          <a:spcPts val="0"/>
                        </a:spcAft>
                      </a:pPr>
                      <a:r>
                        <a:rPr lang="en-US" sz="900" spc="5">
                          <a:effectLst/>
                        </a:rPr>
                        <a:t>Wednesday</a:t>
                      </a:r>
                      <a:endParaRPr lang="en-US" sz="800" b="1" spc="5">
                        <a:effectLst/>
                        <a:latin typeface="Franklin Gothic Book"/>
                        <a:ea typeface="Times New Roman"/>
                        <a:cs typeface="Times New Roman"/>
                      </a:endParaRPr>
                    </a:p>
                  </a:txBody>
                  <a:tcPr marL="73025" marR="73025" marT="0" marB="36830" anchor="ctr"/>
                </a:tc>
                <a:tc>
                  <a:txBody>
                    <a:bodyPr/>
                    <a:lstStyle/>
                    <a:p>
                      <a:pPr marL="0" marR="0" algn="ctr">
                        <a:lnSpc>
                          <a:spcPct val="115000"/>
                        </a:lnSpc>
                        <a:spcBef>
                          <a:spcPts val="0"/>
                        </a:spcBef>
                        <a:spcAft>
                          <a:spcPts val="0"/>
                        </a:spcAft>
                      </a:pPr>
                      <a:r>
                        <a:rPr lang="en-US" sz="900" spc="5">
                          <a:effectLst/>
                        </a:rPr>
                        <a:t>Thursday</a:t>
                      </a:r>
                      <a:endParaRPr lang="en-US" sz="800" b="1" spc="5">
                        <a:effectLst/>
                        <a:latin typeface="Franklin Gothic Book"/>
                        <a:ea typeface="Times New Roman"/>
                        <a:cs typeface="Times New Roman"/>
                      </a:endParaRPr>
                    </a:p>
                  </a:txBody>
                  <a:tcPr marL="73025" marR="73025" marT="0" marB="36830" anchor="ctr"/>
                </a:tc>
                <a:tc>
                  <a:txBody>
                    <a:bodyPr/>
                    <a:lstStyle/>
                    <a:p>
                      <a:pPr marL="0" marR="0" algn="ctr">
                        <a:lnSpc>
                          <a:spcPct val="115000"/>
                        </a:lnSpc>
                        <a:spcBef>
                          <a:spcPts val="0"/>
                        </a:spcBef>
                        <a:spcAft>
                          <a:spcPts val="0"/>
                        </a:spcAft>
                      </a:pPr>
                      <a:r>
                        <a:rPr lang="en-US" sz="900" spc="5">
                          <a:effectLst/>
                        </a:rPr>
                        <a:t>Friday</a:t>
                      </a:r>
                      <a:endParaRPr lang="en-US" sz="800" b="1" spc="5">
                        <a:effectLst/>
                        <a:latin typeface="Franklin Gothic Book"/>
                        <a:ea typeface="Times New Roman"/>
                        <a:cs typeface="Times New Roman"/>
                      </a:endParaRPr>
                    </a:p>
                  </a:txBody>
                  <a:tcPr marL="73025" marR="73025" marT="0" marB="36830" anchor="ctr"/>
                </a:tc>
              </a:tr>
              <a:tr h="883552">
                <a:tc>
                  <a:txBody>
                    <a:bodyPr/>
                    <a:lstStyle/>
                    <a:p>
                      <a:pPr marL="0" marR="0">
                        <a:lnSpc>
                          <a:spcPct val="115000"/>
                        </a:lnSpc>
                        <a:spcBef>
                          <a:spcPts val="0"/>
                        </a:spcBef>
                        <a:spcAft>
                          <a:spcPts val="0"/>
                        </a:spcAft>
                      </a:pPr>
                      <a:r>
                        <a:rPr lang="en-US" sz="900" dirty="0">
                          <a:effectLst/>
                        </a:rPr>
                        <a:t>31</a:t>
                      </a:r>
                      <a:endParaRPr lang="en-US" sz="1000" dirty="0">
                        <a:effectLst/>
                      </a:endParaRPr>
                    </a:p>
                    <a:p>
                      <a:pPr marL="0" marR="0">
                        <a:lnSpc>
                          <a:spcPct val="115000"/>
                        </a:lnSpc>
                        <a:spcBef>
                          <a:spcPts val="0"/>
                        </a:spcBef>
                        <a:spcAft>
                          <a:spcPts val="0"/>
                        </a:spcAft>
                      </a:pPr>
                      <a:r>
                        <a:rPr lang="en-US" sz="900" dirty="0">
                          <a:effectLst/>
                        </a:rPr>
                        <a:t> </a:t>
                      </a:r>
                      <a:endParaRPr lang="en-US" sz="1000" dirty="0">
                        <a:effectLst/>
                      </a:endParaRPr>
                    </a:p>
                    <a:p>
                      <a:pPr marL="0" marR="0" algn="ctr">
                        <a:lnSpc>
                          <a:spcPct val="115000"/>
                        </a:lnSpc>
                        <a:spcBef>
                          <a:spcPts val="0"/>
                        </a:spcBef>
                        <a:spcAft>
                          <a:spcPts val="0"/>
                        </a:spcAft>
                      </a:pPr>
                      <a:r>
                        <a:rPr lang="en-US" sz="900" dirty="0">
                          <a:effectLst/>
                        </a:rPr>
                        <a:t>NEW YEAR’S EVE</a:t>
                      </a:r>
                      <a:endParaRPr lang="en-US" sz="1000" dirty="0">
                        <a:effectLst/>
                        <a:latin typeface="Calibri"/>
                        <a:ea typeface="Times New Roman"/>
                        <a:cs typeface="Arial"/>
                      </a:endParaRPr>
                    </a:p>
                  </a:txBody>
                  <a:tcPr marL="73025" marR="73025" marT="73025" marB="73025">
                    <a:solidFill>
                      <a:schemeClr val="bg1">
                        <a:lumMod val="95000"/>
                      </a:schemeClr>
                    </a:solidFill>
                  </a:tcPr>
                </a:tc>
                <a:tc>
                  <a:txBody>
                    <a:bodyPr/>
                    <a:lstStyle/>
                    <a:p>
                      <a:pPr marL="0" marR="0">
                        <a:lnSpc>
                          <a:spcPct val="115000"/>
                        </a:lnSpc>
                        <a:spcBef>
                          <a:spcPts val="0"/>
                        </a:spcBef>
                        <a:spcAft>
                          <a:spcPts val="0"/>
                        </a:spcAft>
                      </a:pPr>
                      <a:r>
                        <a:rPr lang="en-US" sz="900" dirty="0">
                          <a:effectLst/>
                        </a:rPr>
                        <a:t>1</a:t>
                      </a:r>
                      <a:endParaRPr lang="en-US" sz="1000" dirty="0">
                        <a:effectLst/>
                      </a:endParaRPr>
                    </a:p>
                    <a:p>
                      <a:pPr marL="0" marR="0">
                        <a:lnSpc>
                          <a:spcPct val="115000"/>
                        </a:lnSpc>
                        <a:spcBef>
                          <a:spcPts val="0"/>
                        </a:spcBef>
                        <a:spcAft>
                          <a:spcPts val="0"/>
                        </a:spcAft>
                      </a:pPr>
                      <a:r>
                        <a:rPr lang="en-US" sz="900" dirty="0">
                          <a:effectLst/>
                        </a:rPr>
                        <a:t> </a:t>
                      </a:r>
                      <a:endParaRPr lang="en-US" sz="1000" dirty="0">
                        <a:effectLst/>
                      </a:endParaRPr>
                    </a:p>
                    <a:p>
                      <a:pPr marL="0" marR="0" algn="ctr">
                        <a:lnSpc>
                          <a:spcPct val="115000"/>
                        </a:lnSpc>
                        <a:spcBef>
                          <a:spcPts val="0"/>
                        </a:spcBef>
                        <a:spcAft>
                          <a:spcPts val="0"/>
                        </a:spcAft>
                      </a:pPr>
                      <a:r>
                        <a:rPr lang="en-US" sz="900" dirty="0">
                          <a:effectLst/>
                        </a:rPr>
                        <a:t>NEW YEAR’S DAY</a:t>
                      </a:r>
                      <a:endParaRPr lang="en-US" sz="1000" dirty="0">
                        <a:effectLst/>
                        <a:latin typeface="Calibri"/>
                        <a:ea typeface="Times New Roman"/>
                        <a:cs typeface="Arial"/>
                      </a:endParaRPr>
                    </a:p>
                  </a:txBody>
                  <a:tcPr marL="73025" marR="73025" marT="73025" marB="73025">
                    <a:solidFill>
                      <a:schemeClr val="bg1">
                        <a:lumMod val="95000"/>
                      </a:schemeClr>
                    </a:solidFill>
                  </a:tcPr>
                </a:tc>
                <a:tc>
                  <a:txBody>
                    <a:bodyPr/>
                    <a:lstStyle/>
                    <a:p>
                      <a:pPr marL="0" marR="0">
                        <a:lnSpc>
                          <a:spcPct val="115000"/>
                        </a:lnSpc>
                        <a:spcBef>
                          <a:spcPts val="0"/>
                        </a:spcBef>
                        <a:spcAft>
                          <a:spcPts val="0"/>
                        </a:spcAft>
                      </a:pPr>
                      <a:r>
                        <a:rPr lang="en-US" sz="900">
                          <a:effectLst/>
                        </a:rPr>
                        <a:t>2</a:t>
                      </a:r>
                      <a:endParaRPr lang="en-US" sz="1000">
                        <a:effectLst/>
                        <a:latin typeface="Calibri"/>
                        <a:ea typeface="Times New Roman"/>
                        <a:cs typeface="Arial"/>
                      </a:endParaRPr>
                    </a:p>
                  </a:txBody>
                  <a:tcPr marL="73025" marR="73025" marT="73025" marB="73025"/>
                </a:tc>
                <a:tc>
                  <a:txBody>
                    <a:bodyPr/>
                    <a:lstStyle/>
                    <a:p>
                      <a:pPr marL="0" marR="0">
                        <a:lnSpc>
                          <a:spcPct val="115000"/>
                        </a:lnSpc>
                        <a:spcBef>
                          <a:spcPts val="0"/>
                        </a:spcBef>
                        <a:spcAft>
                          <a:spcPts val="0"/>
                        </a:spcAft>
                      </a:pPr>
                      <a:r>
                        <a:rPr lang="en-US" sz="900">
                          <a:effectLst/>
                        </a:rPr>
                        <a:t>3</a:t>
                      </a:r>
                      <a:endParaRPr lang="en-US" sz="1000">
                        <a:effectLst/>
                        <a:latin typeface="Calibri"/>
                        <a:ea typeface="Times New Roman"/>
                        <a:cs typeface="Arial"/>
                      </a:endParaRPr>
                    </a:p>
                  </a:txBody>
                  <a:tcPr marL="73025" marR="73025" marT="73025" marB="73025"/>
                </a:tc>
                <a:tc>
                  <a:txBody>
                    <a:bodyPr/>
                    <a:lstStyle/>
                    <a:p>
                      <a:pPr marL="0" marR="0">
                        <a:lnSpc>
                          <a:spcPct val="115000"/>
                        </a:lnSpc>
                        <a:spcBef>
                          <a:spcPts val="0"/>
                        </a:spcBef>
                        <a:spcAft>
                          <a:spcPts val="0"/>
                        </a:spcAft>
                      </a:pPr>
                      <a:r>
                        <a:rPr lang="en-US" sz="900" b="1" dirty="0">
                          <a:effectLst/>
                        </a:rPr>
                        <a:t>4</a:t>
                      </a:r>
                      <a:endParaRPr lang="en-US" sz="1000" b="1" dirty="0">
                        <a:effectLst/>
                      </a:endParaRPr>
                    </a:p>
                    <a:p>
                      <a:pPr marL="0" marR="0">
                        <a:lnSpc>
                          <a:spcPct val="115000"/>
                        </a:lnSpc>
                        <a:spcBef>
                          <a:spcPts val="0"/>
                        </a:spcBef>
                        <a:spcAft>
                          <a:spcPts val="0"/>
                        </a:spcAft>
                      </a:pPr>
                      <a:r>
                        <a:rPr lang="en-US" sz="900" b="1" dirty="0">
                          <a:effectLst/>
                        </a:rPr>
                        <a:t>Supervisors reach out to employees and staff for self- and 360 evaluations.</a:t>
                      </a:r>
                      <a:endParaRPr lang="en-US" sz="1000" b="1" dirty="0">
                        <a:effectLst/>
                        <a:latin typeface="Calibri"/>
                        <a:ea typeface="Times New Roman"/>
                        <a:cs typeface="Arial"/>
                      </a:endParaRPr>
                    </a:p>
                  </a:txBody>
                  <a:tcPr marL="73025" marR="73025" marT="73025" marB="73025">
                    <a:solidFill>
                      <a:schemeClr val="accent3"/>
                    </a:solidFill>
                  </a:tcPr>
                </a:tc>
              </a:tr>
              <a:tr h="883552">
                <a:tc>
                  <a:txBody>
                    <a:bodyPr/>
                    <a:lstStyle/>
                    <a:p>
                      <a:pPr marL="0" marR="0">
                        <a:lnSpc>
                          <a:spcPct val="115000"/>
                        </a:lnSpc>
                        <a:spcBef>
                          <a:spcPts val="0"/>
                        </a:spcBef>
                        <a:spcAft>
                          <a:spcPts val="0"/>
                        </a:spcAft>
                      </a:pPr>
                      <a:r>
                        <a:rPr lang="en-US" sz="900">
                          <a:effectLst/>
                        </a:rPr>
                        <a:t>7</a:t>
                      </a:r>
                      <a:endParaRPr lang="en-US" sz="1000">
                        <a:effectLst/>
                        <a:latin typeface="Calibri"/>
                        <a:ea typeface="Times New Roman"/>
                        <a:cs typeface="Arial"/>
                      </a:endParaRPr>
                    </a:p>
                  </a:txBody>
                  <a:tcPr marL="73025" marR="73025" marT="73025" marB="73025"/>
                </a:tc>
                <a:tc>
                  <a:txBody>
                    <a:bodyPr/>
                    <a:lstStyle/>
                    <a:p>
                      <a:pPr marL="0" marR="0">
                        <a:lnSpc>
                          <a:spcPct val="115000"/>
                        </a:lnSpc>
                        <a:spcBef>
                          <a:spcPts val="0"/>
                        </a:spcBef>
                        <a:spcAft>
                          <a:spcPts val="0"/>
                        </a:spcAft>
                      </a:pPr>
                      <a:r>
                        <a:rPr lang="en-US" sz="900">
                          <a:effectLst/>
                        </a:rPr>
                        <a:t>8</a:t>
                      </a:r>
                      <a:endParaRPr lang="en-US" sz="1000">
                        <a:effectLst/>
                        <a:latin typeface="Calibri"/>
                        <a:ea typeface="Times New Roman"/>
                        <a:cs typeface="Arial"/>
                      </a:endParaRPr>
                    </a:p>
                  </a:txBody>
                  <a:tcPr marL="73025" marR="73025" marT="73025" marB="73025"/>
                </a:tc>
                <a:tc>
                  <a:txBody>
                    <a:bodyPr/>
                    <a:lstStyle/>
                    <a:p>
                      <a:pPr marL="0" marR="0">
                        <a:lnSpc>
                          <a:spcPct val="115000"/>
                        </a:lnSpc>
                        <a:spcBef>
                          <a:spcPts val="0"/>
                        </a:spcBef>
                        <a:spcAft>
                          <a:spcPts val="0"/>
                        </a:spcAft>
                      </a:pPr>
                      <a:r>
                        <a:rPr lang="en-US" sz="900">
                          <a:effectLst/>
                        </a:rPr>
                        <a:t>9</a:t>
                      </a:r>
                      <a:endParaRPr lang="en-US" sz="1000">
                        <a:effectLst/>
                        <a:latin typeface="Calibri"/>
                        <a:ea typeface="Times New Roman"/>
                        <a:cs typeface="Arial"/>
                      </a:endParaRPr>
                    </a:p>
                  </a:txBody>
                  <a:tcPr marL="73025" marR="73025" marT="73025" marB="73025"/>
                </a:tc>
                <a:tc>
                  <a:txBody>
                    <a:bodyPr/>
                    <a:lstStyle/>
                    <a:p>
                      <a:pPr marL="0" marR="0">
                        <a:lnSpc>
                          <a:spcPct val="115000"/>
                        </a:lnSpc>
                        <a:spcBef>
                          <a:spcPts val="0"/>
                        </a:spcBef>
                        <a:spcAft>
                          <a:spcPts val="0"/>
                        </a:spcAft>
                      </a:pPr>
                      <a:r>
                        <a:rPr lang="en-US" sz="900">
                          <a:effectLst/>
                        </a:rPr>
                        <a:t>10</a:t>
                      </a:r>
                      <a:endParaRPr lang="en-US" sz="1000">
                        <a:effectLst/>
                        <a:latin typeface="Calibri"/>
                        <a:ea typeface="Times New Roman"/>
                        <a:cs typeface="Arial"/>
                      </a:endParaRPr>
                    </a:p>
                  </a:txBody>
                  <a:tcPr marL="73025" marR="73025" marT="73025" marB="73025"/>
                </a:tc>
                <a:tc>
                  <a:txBody>
                    <a:bodyPr/>
                    <a:lstStyle/>
                    <a:p>
                      <a:pPr marL="0" marR="0">
                        <a:lnSpc>
                          <a:spcPct val="115000"/>
                        </a:lnSpc>
                        <a:spcBef>
                          <a:spcPts val="0"/>
                        </a:spcBef>
                        <a:spcAft>
                          <a:spcPts val="0"/>
                        </a:spcAft>
                      </a:pPr>
                      <a:r>
                        <a:rPr lang="en-US" sz="900" b="1" dirty="0">
                          <a:effectLst/>
                        </a:rPr>
                        <a:t>11 </a:t>
                      </a:r>
                      <a:endParaRPr lang="en-US" sz="1000" b="1" dirty="0">
                        <a:effectLst/>
                      </a:endParaRPr>
                    </a:p>
                    <a:p>
                      <a:pPr marL="0" marR="0">
                        <a:lnSpc>
                          <a:spcPct val="115000"/>
                        </a:lnSpc>
                        <a:spcBef>
                          <a:spcPts val="0"/>
                        </a:spcBef>
                        <a:spcAft>
                          <a:spcPts val="0"/>
                        </a:spcAft>
                      </a:pPr>
                      <a:r>
                        <a:rPr lang="en-US" sz="900" b="1" dirty="0">
                          <a:effectLst/>
                        </a:rPr>
                        <a:t>Employee self-evaluation and staff 360</a:t>
                      </a:r>
                      <a:r>
                        <a:rPr lang="en-US" sz="900" b="1" baseline="30000" dirty="0">
                          <a:effectLst/>
                        </a:rPr>
                        <a:t>o</a:t>
                      </a:r>
                      <a:r>
                        <a:rPr lang="en-US" sz="900" b="1" dirty="0">
                          <a:effectLst/>
                        </a:rPr>
                        <a:t> evaluations due to supervisors.</a:t>
                      </a:r>
                      <a:endParaRPr lang="en-US" sz="1000" b="1" dirty="0">
                        <a:effectLst/>
                        <a:latin typeface="Calibri"/>
                        <a:ea typeface="Times New Roman"/>
                        <a:cs typeface="Arial"/>
                      </a:endParaRPr>
                    </a:p>
                  </a:txBody>
                  <a:tcPr marL="73025" marR="73025" marT="73025" marB="73025">
                    <a:solidFill>
                      <a:schemeClr val="accent3"/>
                    </a:solidFill>
                  </a:tcPr>
                </a:tc>
              </a:tr>
              <a:tr h="1065085">
                <a:tc>
                  <a:txBody>
                    <a:bodyPr/>
                    <a:lstStyle/>
                    <a:p>
                      <a:pPr marL="0" marR="0">
                        <a:lnSpc>
                          <a:spcPct val="115000"/>
                        </a:lnSpc>
                        <a:spcBef>
                          <a:spcPts val="0"/>
                        </a:spcBef>
                        <a:spcAft>
                          <a:spcPts val="0"/>
                        </a:spcAft>
                      </a:pPr>
                      <a:r>
                        <a:rPr lang="en-US" sz="900" dirty="0">
                          <a:effectLst/>
                        </a:rPr>
                        <a:t>14  </a:t>
                      </a:r>
                      <a:endParaRPr lang="en-US" sz="1000" dirty="0">
                        <a:effectLst/>
                      </a:endParaRPr>
                    </a:p>
                    <a:p>
                      <a:pPr marL="0" marR="0">
                        <a:lnSpc>
                          <a:spcPct val="115000"/>
                        </a:lnSpc>
                        <a:spcBef>
                          <a:spcPts val="0"/>
                        </a:spcBef>
                        <a:spcAft>
                          <a:spcPts val="0"/>
                        </a:spcAft>
                      </a:pPr>
                      <a:r>
                        <a:rPr lang="en-US" sz="900" dirty="0">
                          <a:effectLst/>
                        </a:rPr>
                        <a:t> </a:t>
                      </a:r>
                      <a:endParaRPr lang="en-US" sz="1000" dirty="0">
                        <a:effectLst/>
                      </a:endParaRPr>
                    </a:p>
                    <a:p>
                      <a:pPr marL="0" marR="0" algn="ctr">
                        <a:lnSpc>
                          <a:spcPct val="115000"/>
                        </a:lnSpc>
                        <a:spcBef>
                          <a:spcPts val="0"/>
                        </a:spcBef>
                        <a:spcAft>
                          <a:spcPts val="0"/>
                        </a:spcAft>
                      </a:pPr>
                      <a:r>
                        <a:rPr lang="en-US" sz="900" dirty="0">
                          <a:effectLst/>
                        </a:rPr>
                        <a:t> </a:t>
                      </a:r>
                      <a:endParaRPr lang="en-US" sz="1000" dirty="0">
                        <a:effectLst/>
                        <a:latin typeface="Calibri"/>
                        <a:ea typeface="Times New Roman"/>
                        <a:cs typeface="Arial"/>
                      </a:endParaRPr>
                    </a:p>
                  </a:txBody>
                  <a:tcPr marL="73025" marR="73025" marT="73025" marB="73025"/>
                </a:tc>
                <a:tc>
                  <a:txBody>
                    <a:bodyPr/>
                    <a:lstStyle/>
                    <a:p>
                      <a:pPr marL="0" marR="0">
                        <a:lnSpc>
                          <a:spcPct val="115000"/>
                        </a:lnSpc>
                        <a:spcBef>
                          <a:spcPts val="0"/>
                        </a:spcBef>
                        <a:spcAft>
                          <a:spcPts val="0"/>
                        </a:spcAft>
                      </a:pPr>
                      <a:r>
                        <a:rPr lang="en-US" sz="900">
                          <a:effectLst/>
                        </a:rPr>
                        <a:t>15</a:t>
                      </a:r>
                      <a:endParaRPr lang="en-US" sz="1000">
                        <a:effectLst/>
                        <a:latin typeface="Calibri"/>
                        <a:ea typeface="Times New Roman"/>
                        <a:cs typeface="Arial"/>
                      </a:endParaRPr>
                    </a:p>
                  </a:txBody>
                  <a:tcPr marL="73025" marR="73025" marT="73025" marB="73025"/>
                </a:tc>
                <a:tc>
                  <a:txBody>
                    <a:bodyPr/>
                    <a:lstStyle/>
                    <a:p>
                      <a:pPr marL="0" marR="0">
                        <a:lnSpc>
                          <a:spcPct val="115000"/>
                        </a:lnSpc>
                        <a:spcBef>
                          <a:spcPts val="0"/>
                        </a:spcBef>
                        <a:spcAft>
                          <a:spcPts val="0"/>
                        </a:spcAft>
                      </a:pPr>
                      <a:r>
                        <a:rPr lang="en-US" sz="900">
                          <a:effectLst/>
                        </a:rPr>
                        <a:t>16</a:t>
                      </a:r>
                      <a:endParaRPr lang="en-US" sz="1000">
                        <a:effectLst/>
                        <a:latin typeface="Calibri"/>
                        <a:ea typeface="Times New Roman"/>
                        <a:cs typeface="Arial"/>
                      </a:endParaRPr>
                    </a:p>
                  </a:txBody>
                  <a:tcPr marL="73025" marR="73025" marT="73025" marB="73025"/>
                </a:tc>
                <a:tc>
                  <a:txBody>
                    <a:bodyPr/>
                    <a:lstStyle/>
                    <a:p>
                      <a:pPr marL="0" marR="0">
                        <a:lnSpc>
                          <a:spcPct val="115000"/>
                        </a:lnSpc>
                        <a:spcBef>
                          <a:spcPts val="0"/>
                        </a:spcBef>
                        <a:spcAft>
                          <a:spcPts val="0"/>
                        </a:spcAft>
                      </a:pPr>
                      <a:r>
                        <a:rPr lang="en-US" sz="900">
                          <a:effectLst/>
                        </a:rPr>
                        <a:t>17</a:t>
                      </a:r>
                      <a:endParaRPr lang="en-US" sz="1000">
                        <a:effectLst/>
                        <a:latin typeface="Calibri"/>
                        <a:ea typeface="Times New Roman"/>
                        <a:cs typeface="Arial"/>
                      </a:endParaRPr>
                    </a:p>
                  </a:txBody>
                  <a:tcPr marL="73025" marR="73025" marT="73025" marB="73025"/>
                </a:tc>
                <a:tc>
                  <a:txBody>
                    <a:bodyPr/>
                    <a:lstStyle/>
                    <a:p>
                      <a:pPr marL="0" marR="0">
                        <a:lnSpc>
                          <a:spcPct val="115000"/>
                        </a:lnSpc>
                        <a:spcBef>
                          <a:spcPts val="0"/>
                        </a:spcBef>
                        <a:spcAft>
                          <a:spcPts val="0"/>
                        </a:spcAft>
                      </a:pPr>
                      <a:r>
                        <a:rPr lang="en-US" sz="900" b="1" dirty="0">
                          <a:effectLst/>
                        </a:rPr>
                        <a:t>18</a:t>
                      </a:r>
                      <a:endParaRPr lang="en-US" sz="1000" b="1" dirty="0">
                        <a:effectLst/>
                      </a:endParaRPr>
                    </a:p>
                    <a:p>
                      <a:pPr marL="0" marR="0">
                        <a:lnSpc>
                          <a:spcPct val="115000"/>
                        </a:lnSpc>
                        <a:spcBef>
                          <a:spcPts val="0"/>
                        </a:spcBef>
                        <a:spcAft>
                          <a:spcPts val="0"/>
                        </a:spcAft>
                      </a:pPr>
                      <a:r>
                        <a:rPr lang="en-US" sz="900" b="1" dirty="0">
                          <a:effectLst/>
                        </a:rPr>
                        <a:t>Supervisors complete draft evaluations and goals + schedule meetings with staff to discuss drafts.</a:t>
                      </a:r>
                      <a:endParaRPr lang="en-US" sz="1000" b="1" dirty="0">
                        <a:effectLst/>
                        <a:latin typeface="Calibri"/>
                        <a:ea typeface="Times New Roman"/>
                        <a:cs typeface="Arial"/>
                      </a:endParaRPr>
                    </a:p>
                  </a:txBody>
                  <a:tcPr marL="73025" marR="73025" marT="73025" marB="73025">
                    <a:solidFill>
                      <a:schemeClr val="accent3"/>
                    </a:solidFill>
                  </a:tcPr>
                </a:tc>
              </a:tr>
              <a:tr h="702017">
                <a:tc>
                  <a:txBody>
                    <a:bodyPr/>
                    <a:lstStyle/>
                    <a:p>
                      <a:pPr marL="0" marR="0">
                        <a:lnSpc>
                          <a:spcPct val="115000"/>
                        </a:lnSpc>
                        <a:spcBef>
                          <a:spcPts val="0"/>
                        </a:spcBef>
                        <a:spcAft>
                          <a:spcPts val="0"/>
                        </a:spcAft>
                      </a:pPr>
                      <a:r>
                        <a:rPr lang="en-US" sz="900" dirty="0">
                          <a:effectLst/>
                        </a:rPr>
                        <a:t>21 </a:t>
                      </a:r>
                      <a:endParaRPr lang="en-US" sz="1000" dirty="0">
                        <a:effectLst/>
                      </a:endParaRPr>
                    </a:p>
                    <a:p>
                      <a:pPr marL="0" marR="0" algn="ctr">
                        <a:lnSpc>
                          <a:spcPct val="115000"/>
                        </a:lnSpc>
                        <a:spcBef>
                          <a:spcPts val="0"/>
                        </a:spcBef>
                        <a:spcAft>
                          <a:spcPts val="0"/>
                        </a:spcAft>
                      </a:pPr>
                      <a:r>
                        <a:rPr lang="en-US" sz="900" dirty="0">
                          <a:effectLst/>
                        </a:rPr>
                        <a:t> </a:t>
                      </a:r>
                      <a:endParaRPr lang="en-US" sz="1000" dirty="0">
                        <a:effectLst/>
                      </a:endParaRPr>
                    </a:p>
                    <a:p>
                      <a:pPr marL="0" marR="0" algn="ctr">
                        <a:lnSpc>
                          <a:spcPct val="115000"/>
                        </a:lnSpc>
                        <a:spcBef>
                          <a:spcPts val="0"/>
                        </a:spcBef>
                        <a:spcAft>
                          <a:spcPts val="0"/>
                        </a:spcAft>
                      </a:pPr>
                      <a:r>
                        <a:rPr lang="en-US" sz="900" dirty="0">
                          <a:effectLst/>
                        </a:rPr>
                        <a:t>MLK HOLIDAY</a:t>
                      </a:r>
                      <a:endParaRPr lang="en-US" sz="1000" dirty="0">
                        <a:effectLst/>
                        <a:latin typeface="Calibri"/>
                        <a:ea typeface="Times New Roman"/>
                        <a:cs typeface="Arial"/>
                      </a:endParaRPr>
                    </a:p>
                  </a:txBody>
                  <a:tcPr marL="73025" marR="73025" marT="73025" marB="73025">
                    <a:solidFill>
                      <a:schemeClr val="bg1">
                        <a:lumMod val="95000"/>
                      </a:schemeClr>
                    </a:solidFill>
                  </a:tcPr>
                </a:tc>
                <a:tc>
                  <a:txBody>
                    <a:bodyPr/>
                    <a:lstStyle/>
                    <a:p>
                      <a:pPr marL="0" marR="0">
                        <a:lnSpc>
                          <a:spcPct val="115000"/>
                        </a:lnSpc>
                        <a:spcBef>
                          <a:spcPts val="0"/>
                        </a:spcBef>
                        <a:spcAft>
                          <a:spcPts val="0"/>
                        </a:spcAft>
                      </a:pPr>
                      <a:r>
                        <a:rPr lang="en-US" sz="900">
                          <a:effectLst/>
                        </a:rPr>
                        <a:t>22 </a:t>
                      </a:r>
                      <a:endParaRPr lang="en-US" sz="1000">
                        <a:effectLst/>
                        <a:latin typeface="Calibri"/>
                        <a:ea typeface="Times New Roman"/>
                        <a:cs typeface="Arial"/>
                      </a:endParaRPr>
                    </a:p>
                  </a:txBody>
                  <a:tcPr marL="73025" marR="73025" marT="73025" marB="73025"/>
                </a:tc>
                <a:tc>
                  <a:txBody>
                    <a:bodyPr/>
                    <a:lstStyle/>
                    <a:p>
                      <a:pPr marL="0" marR="0">
                        <a:lnSpc>
                          <a:spcPct val="115000"/>
                        </a:lnSpc>
                        <a:spcBef>
                          <a:spcPts val="0"/>
                        </a:spcBef>
                        <a:spcAft>
                          <a:spcPts val="0"/>
                        </a:spcAft>
                      </a:pPr>
                      <a:r>
                        <a:rPr lang="en-US" sz="900">
                          <a:effectLst/>
                        </a:rPr>
                        <a:t>23</a:t>
                      </a:r>
                      <a:endParaRPr lang="en-US" sz="1000">
                        <a:effectLst/>
                      </a:endParaRPr>
                    </a:p>
                    <a:p>
                      <a:pPr marL="0" marR="0">
                        <a:lnSpc>
                          <a:spcPct val="115000"/>
                        </a:lnSpc>
                        <a:spcBef>
                          <a:spcPts val="0"/>
                        </a:spcBef>
                        <a:spcAft>
                          <a:spcPts val="0"/>
                        </a:spcAft>
                      </a:pPr>
                      <a:r>
                        <a:rPr lang="en-US" sz="900">
                          <a:effectLst/>
                        </a:rPr>
                        <a:t> </a:t>
                      </a:r>
                      <a:endParaRPr lang="en-US" sz="1000">
                        <a:effectLst/>
                        <a:latin typeface="Calibri"/>
                        <a:ea typeface="Times New Roman"/>
                        <a:cs typeface="Arial"/>
                      </a:endParaRPr>
                    </a:p>
                  </a:txBody>
                  <a:tcPr marL="73025" marR="73025" marT="73025" marB="73025"/>
                </a:tc>
                <a:tc>
                  <a:txBody>
                    <a:bodyPr/>
                    <a:lstStyle/>
                    <a:p>
                      <a:pPr marL="0" marR="0">
                        <a:lnSpc>
                          <a:spcPct val="115000"/>
                        </a:lnSpc>
                        <a:spcBef>
                          <a:spcPts val="0"/>
                        </a:spcBef>
                        <a:spcAft>
                          <a:spcPts val="0"/>
                        </a:spcAft>
                      </a:pPr>
                      <a:r>
                        <a:rPr lang="en-US" sz="900" dirty="0">
                          <a:effectLst/>
                        </a:rPr>
                        <a:t>24</a:t>
                      </a:r>
                      <a:endParaRPr lang="en-US" sz="1000" dirty="0">
                        <a:effectLst/>
                        <a:latin typeface="Calibri"/>
                        <a:ea typeface="Times New Roman"/>
                        <a:cs typeface="Arial"/>
                      </a:endParaRPr>
                    </a:p>
                  </a:txBody>
                  <a:tcPr marL="73025" marR="73025" marT="73025" marB="73025"/>
                </a:tc>
                <a:tc>
                  <a:txBody>
                    <a:bodyPr/>
                    <a:lstStyle/>
                    <a:p>
                      <a:pPr marL="0" marR="0">
                        <a:lnSpc>
                          <a:spcPct val="115000"/>
                        </a:lnSpc>
                        <a:spcBef>
                          <a:spcPts val="0"/>
                        </a:spcBef>
                        <a:spcAft>
                          <a:spcPts val="0"/>
                        </a:spcAft>
                      </a:pPr>
                      <a:r>
                        <a:rPr lang="en-US" sz="900" b="1" dirty="0">
                          <a:effectLst/>
                        </a:rPr>
                        <a:t>25</a:t>
                      </a:r>
                      <a:endParaRPr lang="en-US" sz="1000" b="1" dirty="0">
                        <a:effectLst/>
                      </a:endParaRPr>
                    </a:p>
                    <a:p>
                      <a:pPr marL="0" marR="0">
                        <a:lnSpc>
                          <a:spcPct val="115000"/>
                        </a:lnSpc>
                        <a:spcBef>
                          <a:spcPts val="0"/>
                        </a:spcBef>
                        <a:spcAft>
                          <a:spcPts val="0"/>
                        </a:spcAft>
                      </a:pPr>
                      <a:r>
                        <a:rPr lang="en-US" sz="900" b="1" dirty="0">
                          <a:effectLst/>
                        </a:rPr>
                        <a:t>Supervisors make final revisions to evaluations and goals.</a:t>
                      </a:r>
                      <a:endParaRPr lang="en-US" sz="1000" b="1" dirty="0">
                        <a:effectLst/>
                        <a:latin typeface="Calibri"/>
                        <a:ea typeface="Times New Roman"/>
                        <a:cs typeface="Arial"/>
                      </a:endParaRPr>
                    </a:p>
                  </a:txBody>
                  <a:tcPr marL="73025" marR="73025" marT="73025" marB="73025">
                    <a:solidFill>
                      <a:schemeClr val="accent3"/>
                    </a:solidFill>
                  </a:tcPr>
                </a:tc>
              </a:tr>
              <a:tr h="883552">
                <a:tc>
                  <a:txBody>
                    <a:bodyPr/>
                    <a:lstStyle/>
                    <a:p>
                      <a:pPr marL="0" marR="0">
                        <a:lnSpc>
                          <a:spcPct val="115000"/>
                        </a:lnSpc>
                        <a:spcBef>
                          <a:spcPts val="0"/>
                        </a:spcBef>
                        <a:spcAft>
                          <a:spcPts val="0"/>
                        </a:spcAft>
                      </a:pPr>
                      <a:r>
                        <a:rPr lang="en-US" sz="900">
                          <a:effectLst/>
                        </a:rPr>
                        <a:t>28  </a:t>
                      </a:r>
                      <a:endParaRPr lang="en-US" sz="1000">
                        <a:effectLst/>
                        <a:latin typeface="Calibri"/>
                        <a:ea typeface="Times New Roman"/>
                        <a:cs typeface="Arial"/>
                      </a:endParaRPr>
                    </a:p>
                  </a:txBody>
                  <a:tcPr marL="73025" marR="73025" marT="73025" marB="73025"/>
                </a:tc>
                <a:tc>
                  <a:txBody>
                    <a:bodyPr/>
                    <a:lstStyle/>
                    <a:p>
                      <a:pPr marL="0" marR="0">
                        <a:lnSpc>
                          <a:spcPct val="115000"/>
                        </a:lnSpc>
                        <a:spcBef>
                          <a:spcPts val="0"/>
                        </a:spcBef>
                        <a:spcAft>
                          <a:spcPts val="0"/>
                        </a:spcAft>
                      </a:pPr>
                      <a:r>
                        <a:rPr lang="en-US" sz="900">
                          <a:effectLst/>
                        </a:rPr>
                        <a:t>29</a:t>
                      </a:r>
                      <a:endParaRPr lang="en-US" sz="1000">
                        <a:effectLst/>
                        <a:latin typeface="Calibri"/>
                        <a:ea typeface="Times New Roman"/>
                        <a:cs typeface="Arial"/>
                      </a:endParaRPr>
                    </a:p>
                  </a:txBody>
                  <a:tcPr marL="73025" marR="73025" marT="73025" marB="73025"/>
                </a:tc>
                <a:tc>
                  <a:txBody>
                    <a:bodyPr/>
                    <a:lstStyle/>
                    <a:p>
                      <a:pPr marL="0" marR="0">
                        <a:lnSpc>
                          <a:spcPct val="115000"/>
                        </a:lnSpc>
                        <a:spcBef>
                          <a:spcPts val="0"/>
                        </a:spcBef>
                        <a:spcAft>
                          <a:spcPts val="0"/>
                        </a:spcAft>
                      </a:pPr>
                      <a:r>
                        <a:rPr lang="en-US" sz="900">
                          <a:effectLst/>
                        </a:rPr>
                        <a:t>30</a:t>
                      </a:r>
                      <a:endParaRPr lang="en-US" sz="1000">
                        <a:effectLst/>
                        <a:latin typeface="Calibri"/>
                        <a:ea typeface="Times New Roman"/>
                        <a:cs typeface="Arial"/>
                      </a:endParaRPr>
                    </a:p>
                  </a:txBody>
                  <a:tcPr marL="73025" marR="73025" marT="73025" marB="73025"/>
                </a:tc>
                <a:tc>
                  <a:txBody>
                    <a:bodyPr/>
                    <a:lstStyle/>
                    <a:p>
                      <a:pPr marL="0" marR="0">
                        <a:lnSpc>
                          <a:spcPct val="115000"/>
                        </a:lnSpc>
                        <a:spcBef>
                          <a:spcPts val="0"/>
                        </a:spcBef>
                        <a:spcAft>
                          <a:spcPts val="0"/>
                        </a:spcAft>
                      </a:pPr>
                      <a:r>
                        <a:rPr lang="en-US" sz="900" b="1" dirty="0">
                          <a:effectLst/>
                        </a:rPr>
                        <a:t>31</a:t>
                      </a:r>
                      <a:endParaRPr lang="en-US" sz="1000" b="1" dirty="0">
                        <a:effectLst/>
                      </a:endParaRPr>
                    </a:p>
                    <a:p>
                      <a:pPr marL="0" marR="0">
                        <a:lnSpc>
                          <a:spcPct val="115000"/>
                        </a:lnSpc>
                        <a:spcBef>
                          <a:spcPts val="0"/>
                        </a:spcBef>
                        <a:spcAft>
                          <a:spcPts val="0"/>
                        </a:spcAft>
                      </a:pPr>
                      <a:r>
                        <a:rPr lang="en-US" sz="900" b="1" dirty="0">
                          <a:effectLst/>
                        </a:rPr>
                        <a:t>Final evaluations and goals due to President’s Office for final approval.</a:t>
                      </a:r>
                      <a:endParaRPr lang="en-US" sz="1000" b="1" dirty="0">
                        <a:effectLst/>
                        <a:latin typeface="Calibri"/>
                        <a:ea typeface="Times New Roman"/>
                        <a:cs typeface="Arial"/>
                      </a:endParaRPr>
                    </a:p>
                  </a:txBody>
                  <a:tcPr marL="73025" marR="73025" marT="73025" marB="73025">
                    <a:solidFill>
                      <a:schemeClr val="accent3"/>
                    </a:solidFill>
                  </a:tcPr>
                </a:tc>
                <a:tc>
                  <a:txBody>
                    <a:bodyPr/>
                    <a:lstStyle/>
                    <a:p>
                      <a:pPr marL="0" marR="0">
                        <a:lnSpc>
                          <a:spcPct val="115000"/>
                        </a:lnSpc>
                        <a:spcBef>
                          <a:spcPts val="0"/>
                        </a:spcBef>
                        <a:spcAft>
                          <a:spcPts val="0"/>
                        </a:spcAft>
                      </a:pPr>
                      <a:r>
                        <a:rPr lang="en-US" sz="900" b="1" dirty="0">
                          <a:effectLst/>
                        </a:rPr>
                        <a:t>1</a:t>
                      </a:r>
                      <a:endParaRPr lang="en-US" sz="1000" b="1" dirty="0">
                        <a:effectLst/>
                      </a:endParaRPr>
                    </a:p>
                    <a:p>
                      <a:pPr marL="0" marR="0" algn="ctr">
                        <a:lnSpc>
                          <a:spcPct val="115000"/>
                        </a:lnSpc>
                        <a:spcBef>
                          <a:spcPts val="0"/>
                        </a:spcBef>
                        <a:spcAft>
                          <a:spcPts val="0"/>
                        </a:spcAft>
                      </a:pPr>
                      <a:r>
                        <a:rPr lang="en-US" sz="900" b="1" dirty="0">
                          <a:effectLst/>
                        </a:rPr>
                        <a:t>Annual Review/Preview</a:t>
                      </a:r>
                      <a:endParaRPr lang="en-US" sz="1000" b="1" dirty="0">
                        <a:effectLst/>
                      </a:endParaRPr>
                    </a:p>
                    <a:p>
                      <a:pPr marL="0" marR="0" algn="ctr">
                        <a:lnSpc>
                          <a:spcPct val="115000"/>
                        </a:lnSpc>
                        <a:spcBef>
                          <a:spcPts val="0"/>
                        </a:spcBef>
                        <a:spcAft>
                          <a:spcPts val="0"/>
                        </a:spcAft>
                      </a:pPr>
                      <a:r>
                        <a:rPr lang="en-US" sz="900" b="1" dirty="0">
                          <a:effectLst/>
                        </a:rPr>
                        <a:t>(Staff Retreat)</a:t>
                      </a:r>
                      <a:endParaRPr lang="en-US" sz="1000" b="1" dirty="0">
                        <a:effectLst/>
                      </a:endParaRPr>
                    </a:p>
                    <a:p>
                      <a:pPr marL="0" marR="0" algn="ctr">
                        <a:lnSpc>
                          <a:spcPct val="115000"/>
                        </a:lnSpc>
                        <a:spcBef>
                          <a:spcPts val="0"/>
                        </a:spcBef>
                        <a:spcAft>
                          <a:spcPts val="0"/>
                        </a:spcAft>
                      </a:pPr>
                      <a:r>
                        <a:rPr lang="en-US" sz="900" b="1" dirty="0">
                          <a:effectLst/>
                        </a:rPr>
                        <a:t> </a:t>
                      </a:r>
                      <a:r>
                        <a:rPr lang="en-US" sz="900" b="1" dirty="0" smtClean="0">
                          <a:effectLst/>
                        </a:rPr>
                        <a:t>Draft 2013 Unit</a:t>
                      </a:r>
                      <a:r>
                        <a:rPr lang="en-US" sz="900" b="1" baseline="0" dirty="0" smtClean="0">
                          <a:effectLst/>
                        </a:rPr>
                        <a:t> Goals Due</a:t>
                      </a:r>
                      <a:endParaRPr lang="en-US" sz="1000" b="1" dirty="0">
                        <a:effectLst/>
                        <a:latin typeface="Calibri"/>
                        <a:ea typeface="Times New Roman"/>
                        <a:cs typeface="Arial"/>
                      </a:endParaRPr>
                    </a:p>
                  </a:txBody>
                  <a:tcPr marL="73025" marR="73025" marT="73025" marB="73025">
                    <a:solidFill>
                      <a:schemeClr val="accent1"/>
                    </a:solidFill>
                  </a:tcPr>
                </a:tc>
              </a:tr>
            </a:tbl>
          </a:graphicData>
        </a:graphic>
      </p:graphicFrame>
    </p:spTree>
    <p:extLst>
      <p:ext uri="{BB962C8B-B14F-4D97-AF65-F5344CB8AC3E}">
        <p14:creationId xmlns:p14="http://schemas.microsoft.com/office/powerpoint/2010/main" val="2049487448"/>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3632200" y="196000"/>
            <a:ext cx="4983075" cy="889920"/>
          </a:xfrm>
        </p:spPr>
        <p:txBody>
          <a:bodyPr/>
          <a:lstStyle/>
          <a:p>
            <a:pPr algn="r"/>
            <a:r>
              <a:rPr lang="en-US" dirty="0" smtClean="0"/>
              <a:t>Required Documents</a:t>
            </a:r>
            <a:endParaRPr lang="en-US" dirty="0"/>
          </a:p>
        </p:txBody>
      </p:sp>
      <p:sp>
        <p:nvSpPr>
          <p:cNvPr id="4" name="Text Placeholder 3"/>
          <p:cNvSpPr>
            <a:spLocks noGrp="1"/>
          </p:cNvSpPr>
          <p:nvPr>
            <p:ph type="body" sz="quarter" idx="15"/>
          </p:nvPr>
        </p:nvSpPr>
        <p:spPr>
          <a:xfrm>
            <a:off x="155044" y="1238070"/>
            <a:ext cx="8803814" cy="5145797"/>
          </a:xfrm>
        </p:spPr>
        <p:txBody>
          <a:bodyPr>
            <a:normAutofit fontScale="77500" lnSpcReduction="20000"/>
          </a:bodyPr>
          <a:lstStyle/>
          <a:p>
            <a:pPr lvl="0">
              <a:buClr>
                <a:schemeClr val="accent1"/>
              </a:buClr>
              <a:buFont typeface="Wingdings" pitchFamily="2" charset="2"/>
              <a:buChar char="q"/>
            </a:pPr>
            <a:r>
              <a:rPr lang="en-US" dirty="0" smtClean="0"/>
              <a:t>Employee </a:t>
            </a:r>
            <a:r>
              <a:rPr lang="en-US" b="1" dirty="0">
                <a:solidFill>
                  <a:schemeClr val="accent1"/>
                </a:solidFill>
              </a:rPr>
              <a:t>360</a:t>
            </a:r>
            <a:r>
              <a:rPr lang="en-US" b="1" baseline="30000" dirty="0">
                <a:solidFill>
                  <a:schemeClr val="accent1"/>
                </a:solidFill>
              </a:rPr>
              <a:t>o</a:t>
            </a:r>
            <a:r>
              <a:rPr lang="en-US" b="1" dirty="0">
                <a:solidFill>
                  <a:schemeClr val="accent1"/>
                </a:solidFill>
              </a:rPr>
              <a:t> Self-Evaluation</a:t>
            </a:r>
            <a:r>
              <a:rPr lang="en-US" dirty="0">
                <a:solidFill>
                  <a:schemeClr val="accent1"/>
                </a:solidFill>
              </a:rPr>
              <a:t> </a:t>
            </a:r>
            <a:endParaRPr lang="en-US" dirty="0" smtClean="0">
              <a:solidFill>
                <a:schemeClr val="accent1"/>
              </a:solidFill>
            </a:endParaRPr>
          </a:p>
          <a:p>
            <a:pPr lvl="0">
              <a:buClr>
                <a:schemeClr val="accent1"/>
              </a:buClr>
              <a:buFont typeface="Wingdings" pitchFamily="2" charset="2"/>
              <a:buChar char="q"/>
            </a:pPr>
            <a:endParaRPr lang="en-US" dirty="0">
              <a:solidFill>
                <a:schemeClr val="accent1"/>
              </a:solidFill>
            </a:endParaRPr>
          </a:p>
          <a:p>
            <a:pPr lvl="0">
              <a:buClr>
                <a:schemeClr val="accent1"/>
              </a:buClr>
              <a:buFont typeface="Wingdings" pitchFamily="2" charset="2"/>
              <a:buChar char="q"/>
            </a:pPr>
            <a:r>
              <a:rPr lang="en-US" dirty="0"/>
              <a:t>Copy of </a:t>
            </a:r>
            <a:r>
              <a:rPr lang="en-US" b="1" dirty="0">
                <a:solidFill>
                  <a:schemeClr val="accent1"/>
                </a:solidFill>
              </a:rPr>
              <a:t>2012 Performance Goals</a:t>
            </a:r>
            <a:endParaRPr lang="en-US" dirty="0">
              <a:solidFill>
                <a:schemeClr val="accent1"/>
              </a:solidFill>
            </a:endParaRPr>
          </a:p>
          <a:p>
            <a:pPr marL="800100" lvl="2" indent="0"/>
            <a:r>
              <a:rPr lang="en-US" sz="1700" i="1" dirty="0">
                <a:solidFill>
                  <a:schemeClr val="accent5">
                    <a:lumMod val="50000"/>
                  </a:schemeClr>
                </a:solidFill>
              </a:rPr>
              <a:t>*If </a:t>
            </a:r>
            <a:r>
              <a:rPr lang="en-US" sz="2000" i="1" dirty="0" smtClean="0">
                <a:solidFill>
                  <a:schemeClr val="accent5">
                    <a:lumMod val="50000"/>
                  </a:schemeClr>
                </a:solidFill>
              </a:rPr>
              <a:t>individual</a:t>
            </a:r>
            <a:r>
              <a:rPr lang="en-US" sz="1700" i="1" dirty="0" smtClean="0">
                <a:solidFill>
                  <a:schemeClr val="accent5">
                    <a:lumMod val="50000"/>
                  </a:schemeClr>
                </a:solidFill>
              </a:rPr>
              <a:t> goals </a:t>
            </a:r>
            <a:r>
              <a:rPr lang="en-US" sz="1700" i="1" dirty="0">
                <a:solidFill>
                  <a:schemeClr val="accent5">
                    <a:lumMod val="50000"/>
                  </a:schemeClr>
                </a:solidFill>
              </a:rPr>
              <a:t>for 2012 were not established, you may include a copy of the unit’s goals instead</a:t>
            </a:r>
            <a:r>
              <a:rPr lang="en-US" sz="1700" i="1" dirty="0" smtClean="0">
                <a:solidFill>
                  <a:schemeClr val="accent5">
                    <a:lumMod val="50000"/>
                  </a:schemeClr>
                </a:solidFill>
              </a:rPr>
              <a:t>.</a:t>
            </a:r>
          </a:p>
          <a:p>
            <a:pPr marL="800100" lvl="2" indent="0"/>
            <a:endParaRPr lang="en-US" sz="1300" dirty="0">
              <a:solidFill>
                <a:schemeClr val="accent5">
                  <a:lumMod val="50000"/>
                </a:schemeClr>
              </a:solidFill>
            </a:endParaRPr>
          </a:p>
          <a:p>
            <a:pPr lvl="0">
              <a:buFont typeface="Wingdings" pitchFamily="2" charset="2"/>
              <a:buChar char="q"/>
            </a:pPr>
            <a:r>
              <a:rPr lang="en-US" b="1" dirty="0">
                <a:solidFill>
                  <a:schemeClr val="accent1"/>
                </a:solidFill>
              </a:rPr>
              <a:t>2012 Goals &amp; Performance </a:t>
            </a:r>
            <a:r>
              <a:rPr lang="en-US" b="1" dirty="0" smtClean="0">
                <a:solidFill>
                  <a:schemeClr val="accent1"/>
                </a:solidFill>
              </a:rPr>
              <a:t>Evaluation Form</a:t>
            </a:r>
            <a:r>
              <a:rPr lang="en-US" dirty="0" smtClean="0"/>
              <a:t>, </a:t>
            </a:r>
            <a:r>
              <a:rPr lang="en-US" dirty="0"/>
              <a:t>signed by employee and supervisor(s</a:t>
            </a:r>
            <a:r>
              <a:rPr lang="en-US" dirty="0" smtClean="0"/>
              <a:t>)</a:t>
            </a:r>
          </a:p>
          <a:p>
            <a:pPr lvl="0">
              <a:buFont typeface="Wingdings" pitchFamily="2" charset="2"/>
              <a:buChar char="q"/>
            </a:pPr>
            <a:endParaRPr lang="en-US" dirty="0"/>
          </a:p>
          <a:p>
            <a:pPr lvl="0">
              <a:buClr>
                <a:schemeClr val="accent1"/>
              </a:buClr>
              <a:buFont typeface="Wingdings" pitchFamily="2" charset="2"/>
              <a:buChar char="q"/>
            </a:pPr>
            <a:r>
              <a:rPr lang="en-US" b="1" dirty="0">
                <a:solidFill>
                  <a:schemeClr val="accent1"/>
                </a:solidFill>
              </a:rPr>
              <a:t>2013 Employee Performance Goals &amp; Expectations</a:t>
            </a:r>
            <a:r>
              <a:rPr lang="en-US" dirty="0"/>
              <a:t>, signed by employee and supervisor(s)</a:t>
            </a:r>
          </a:p>
          <a:p>
            <a:endParaRPr lang="en-US" b="1" i="1" dirty="0" smtClean="0"/>
          </a:p>
          <a:p>
            <a:r>
              <a:rPr lang="en-US" b="1" i="1" dirty="0" smtClean="0"/>
              <a:t>Optional/If </a:t>
            </a:r>
            <a:r>
              <a:rPr lang="en-US" b="1" i="1" dirty="0"/>
              <a:t>Applicable</a:t>
            </a:r>
            <a:r>
              <a:rPr lang="en-US" dirty="0"/>
              <a:t>:</a:t>
            </a:r>
          </a:p>
          <a:p>
            <a:pPr lvl="0">
              <a:buFont typeface="Wingdings" pitchFamily="2" charset="2"/>
              <a:buChar char="q"/>
            </a:pPr>
            <a:r>
              <a:rPr lang="en-US" dirty="0"/>
              <a:t>Two (2) </a:t>
            </a:r>
            <a:r>
              <a:rPr lang="en-US" b="1" dirty="0">
                <a:solidFill>
                  <a:schemeClr val="accent1"/>
                </a:solidFill>
              </a:rPr>
              <a:t>360</a:t>
            </a:r>
            <a:r>
              <a:rPr lang="en-US" b="1" baseline="30000" dirty="0">
                <a:solidFill>
                  <a:schemeClr val="accent1"/>
                </a:solidFill>
              </a:rPr>
              <a:t>o</a:t>
            </a:r>
            <a:r>
              <a:rPr lang="en-US" b="1" dirty="0">
                <a:solidFill>
                  <a:schemeClr val="accent1"/>
                </a:solidFill>
              </a:rPr>
              <a:t> Evaluation</a:t>
            </a:r>
            <a:r>
              <a:rPr lang="en-US" dirty="0">
                <a:solidFill>
                  <a:schemeClr val="accent1"/>
                </a:solidFill>
              </a:rPr>
              <a:t> </a:t>
            </a:r>
            <a:r>
              <a:rPr lang="en-US" dirty="0"/>
              <a:t>forms completed by colleagues of employee*</a:t>
            </a:r>
          </a:p>
          <a:p>
            <a:pPr marL="800100" lvl="2" indent="0"/>
            <a:r>
              <a:rPr lang="en-US" i="1" dirty="0" smtClean="0">
                <a:solidFill>
                  <a:schemeClr val="accent5">
                    <a:lumMod val="50000"/>
                  </a:schemeClr>
                </a:solidFill>
              </a:rPr>
              <a:t>*Supervisor </a:t>
            </a:r>
            <a:r>
              <a:rPr lang="en-US" i="1" dirty="0">
                <a:solidFill>
                  <a:schemeClr val="accent5">
                    <a:lumMod val="50000"/>
                  </a:schemeClr>
                </a:solidFill>
              </a:rPr>
              <a:t>has the choice to include these in the final packet or keep them for his/her own files</a:t>
            </a:r>
            <a:r>
              <a:rPr lang="en-US" i="1" dirty="0" smtClean="0">
                <a:solidFill>
                  <a:schemeClr val="accent5">
                    <a:lumMod val="50000"/>
                  </a:schemeClr>
                </a:solidFill>
              </a:rPr>
              <a:t>.</a:t>
            </a:r>
          </a:p>
          <a:p>
            <a:pPr marL="800100" lvl="2" indent="0"/>
            <a:endParaRPr lang="en-US" dirty="0">
              <a:solidFill>
                <a:schemeClr val="accent5">
                  <a:lumMod val="50000"/>
                </a:schemeClr>
              </a:solidFill>
            </a:endParaRPr>
          </a:p>
          <a:p>
            <a:pPr lvl="0">
              <a:buClr>
                <a:schemeClr val="accent4"/>
              </a:buClr>
              <a:buFont typeface="Wingdings" pitchFamily="2" charset="2"/>
              <a:buChar char="q"/>
            </a:pPr>
            <a:r>
              <a:rPr lang="en-US" b="1" dirty="0">
                <a:solidFill>
                  <a:schemeClr val="accent1"/>
                </a:solidFill>
              </a:rPr>
              <a:t>2013 Salary Increase Form</a:t>
            </a:r>
            <a:r>
              <a:rPr lang="en-US" dirty="0"/>
              <a:t>, signed by employee and supervisor(s</a:t>
            </a:r>
            <a:r>
              <a:rPr lang="en-US" dirty="0" smtClean="0"/>
              <a:t>)</a:t>
            </a:r>
          </a:p>
          <a:p>
            <a:pPr marL="0" lvl="0" indent="0">
              <a:buClr>
                <a:schemeClr val="accent4"/>
              </a:buClr>
            </a:pPr>
            <a:endParaRPr lang="en-US" dirty="0"/>
          </a:p>
          <a:p>
            <a:pPr lvl="0">
              <a:buFont typeface="Wingdings" pitchFamily="2" charset="2"/>
              <a:buChar char="q"/>
            </a:pPr>
            <a:r>
              <a:rPr lang="en-US" dirty="0"/>
              <a:t>Supporting memos or </a:t>
            </a:r>
            <a:r>
              <a:rPr lang="en-US" dirty="0" smtClean="0"/>
              <a:t>documentation</a:t>
            </a:r>
            <a:endParaRPr lang="en-US" dirty="0"/>
          </a:p>
        </p:txBody>
      </p:sp>
    </p:spTree>
    <p:extLst>
      <p:ext uri="{BB962C8B-B14F-4D97-AF65-F5344CB8AC3E}">
        <p14:creationId xmlns:p14="http://schemas.microsoft.com/office/powerpoint/2010/main" val="1296738447"/>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3122082" y="279800"/>
            <a:ext cx="5862639" cy="728036"/>
          </a:xfrm>
        </p:spPr>
        <p:txBody>
          <a:bodyPr/>
          <a:lstStyle/>
          <a:p>
            <a:pPr algn="r"/>
            <a:r>
              <a:rPr lang="en-US" dirty="0" smtClean="0"/>
              <a:t>Self &amp; </a:t>
            </a:r>
            <a:r>
              <a:rPr lang="en-US" dirty="0"/>
              <a:t>360</a:t>
            </a:r>
            <a:r>
              <a:rPr lang="en-US" baseline="30000" dirty="0"/>
              <a:t>o</a:t>
            </a:r>
            <a:r>
              <a:rPr lang="en-US" dirty="0" smtClean="0"/>
              <a:t> Evaluation</a:t>
            </a:r>
            <a:endParaRPr lang="en-US" dirty="0"/>
          </a:p>
        </p:txBody>
      </p:sp>
      <p:pic>
        <p:nvPicPr>
          <p:cNvPr id="6" name="Picture Placeholder 5"/>
          <p:cNvPicPr>
            <a:picLocks noGrp="1" noChangeAspect="1"/>
          </p:cNvPicPr>
          <p:nvPr>
            <p:ph type="pic" sz="quarter" idx="14"/>
          </p:nvPr>
        </p:nvPicPr>
        <p:blipFill rotWithShape="1">
          <a:blip r:embed="rId2">
            <a:extLst>
              <a:ext uri="{28A0092B-C50C-407E-A947-70E740481C1C}">
                <a14:useLocalDpi xmlns:a14="http://schemas.microsoft.com/office/drawing/2010/main" val="0"/>
              </a:ext>
            </a:extLst>
          </a:blip>
          <a:srcRect t="1869" b="21435"/>
          <a:stretch/>
        </p:blipFill>
        <p:spPr/>
      </p:pic>
      <p:sp>
        <p:nvSpPr>
          <p:cNvPr id="5" name="Text Placeholder 4"/>
          <p:cNvSpPr>
            <a:spLocks noGrp="1"/>
          </p:cNvSpPr>
          <p:nvPr>
            <p:ph type="body" sz="quarter" idx="15"/>
          </p:nvPr>
        </p:nvSpPr>
        <p:spPr/>
        <p:txBody>
          <a:bodyPr>
            <a:normAutofit/>
          </a:bodyPr>
          <a:lstStyle/>
          <a:p>
            <a:pPr>
              <a:buFont typeface="Arial" pitchFamily="34" charset="0"/>
              <a:buChar char="•"/>
            </a:pPr>
            <a:r>
              <a:rPr lang="en-US" dirty="0" smtClean="0"/>
              <a:t>Employee completes </a:t>
            </a:r>
            <a:r>
              <a:rPr lang="en-US" b="1" dirty="0">
                <a:solidFill>
                  <a:schemeClr val="accent1"/>
                </a:solidFill>
              </a:rPr>
              <a:t>360</a:t>
            </a:r>
            <a:r>
              <a:rPr lang="en-US" b="1" baseline="30000" dirty="0">
                <a:solidFill>
                  <a:schemeClr val="accent1"/>
                </a:solidFill>
              </a:rPr>
              <a:t>o</a:t>
            </a:r>
            <a:r>
              <a:rPr lang="en-US" b="1" dirty="0" smtClean="0">
                <a:solidFill>
                  <a:schemeClr val="accent1"/>
                </a:solidFill>
              </a:rPr>
              <a:t> Evaluation</a:t>
            </a:r>
            <a:r>
              <a:rPr lang="en-US" dirty="0" smtClean="0">
                <a:solidFill>
                  <a:schemeClr val="accent1"/>
                </a:solidFill>
              </a:rPr>
              <a:t> </a:t>
            </a:r>
            <a:r>
              <a:rPr lang="en-US" dirty="0" smtClean="0"/>
              <a:t>as self-evaluation</a:t>
            </a:r>
          </a:p>
          <a:p>
            <a:pPr marL="0" indent="0"/>
            <a:endParaRPr lang="en-US" dirty="0" smtClean="0"/>
          </a:p>
          <a:p>
            <a:pPr>
              <a:buFont typeface="Arial" pitchFamily="34" charset="0"/>
              <a:buChar char="•"/>
            </a:pPr>
            <a:r>
              <a:rPr lang="en-US" dirty="0" smtClean="0"/>
              <a:t>Supervisor requests two (2) confidential </a:t>
            </a:r>
            <a:r>
              <a:rPr lang="en-US" b="1" dirty="0" smtClean="0">
                <a:solidFill>
                  <a:schemeClr val="accent1"/>
                </a:solidFill>
              </a:rPr>
              <a:t>360</a:t>
            </a:r>
            <a:r>
              <a:rPr lang="en-US" b="1" baseline="30000" dirty="0" smtClean="0">
                <a:solidFill>
                  <a:schemeClr val="accent1"/>
                </a:solidFill>
              </a:rPr>
              <a:t>o</a:t>
            </a:r>
            <a:r>
              <a:rPr lang="en-US" b="1" dirty="0" smtClean="0">
                <a:solidFill>
                  <a:schemeClr val="accent1"/>
                </a:solidFill>
              </a:rPr>
              <a:t> Evaluations</a:t>
            </a:r>
            <a:r>
              <a:rPr lang="en-US" dirty="0" smtClean="0"/>
              <a:t> from colleagues of each employee</a:t>
            </a:r>
            <a:endParaRPr lang="en-US" dirty="0"/>
          </a:p>
        </p:txBody>
      </p:sp>
      <p:sp>
        <p:nvSpPr>
          <p:cNvPr id="7" name="Oval 6"/>
          <p:cNvSpPr/>
          <p:nvPr/>
        </p:nvSpPr>
        <p:spPr>
          <a:xfrm>
            <a:off x="5396593" y="3233057"/>
            <a:ext cx="1036864" cy="481693"/>
          </a:xfrm>
          <a:prstGeom prst="ellipse">
            <a:avLst/>
          </a:prstGeom>
          <a:noFill/>
        </p:spPr>
        <p:style>
          <a:lnRef idx="2">
            <a:schemeClr val="accent1"/>
          </a:lnRef>
          <a:fillRef idx="1">
            <a:schemeClr val="lt1"/>
          </a:fillRef>
          <a:effectRef idx="0">
            <a:schemeClr val="accent1"/>
          </a:effectRef>
          <a:fontRef idx="minor">
            <a:schemeClr val="dk1"/>
          </a:fontRef>
        </p:style>
        <p:txBody>
          <a:bodyPr rtlCol="0" anchor="ctr"/>
          <a:lstStyle/>
          <a:p>
            <a:pPr algn="ctr"/>
            <a:endParaRPr lang="en-US"/>
          </a:p>
        </p:txBody>
      </p:sp>
      <p:sp>
        <p:nvSpPr>
          <p:cNvPr id="9" name="Oval 8"/>
          <p:cNvSpPr/>
          <p:nvPr/>
        </p:nvSpPr>
        <p:spPr>
          <a:xfrm>
            <a:off x="5396593" y="5695950"/>
            <a:ext cx="1036864" cy="481693"/>
          </a:xfrm>
          <a:prstGeom prst="ellipse">
            <a:avLst/>
          </a:prstGeom>
          <a:noFill/>
        </p:spPr>
        <p:style>
          <a:lnRef idx="2">
            <a:schemeClr val="accent1"/>
          </a:lnRef>
          <a:fillRef idx="1">
            <a:schemeClr val="lt1"/>
          </a:fillRef>
          <a:effectRef idx="0">
            <a:schemeClr val="accent1"/>
          </a:effectRef>
          <a:fontRef idx="minor">
            <a:schemeClr val="dk1"/>
          </a:fontRef>
        </p:style>
        <p:txBody>
          <a:bodyPr rtlCol="0" anchor="ctr"/>
          <a:lstStyle/>
          <a:p>
            <a:pPr algn="ctr"/>
            <a:endParaRPr lang="en-US"/>
          </a:p>
        </p:txBody>
      </p:sp>
    </p:spTree>
    <p:extLst>
      <p:ext uri="{BB962C8B-B14F-4D97-AF65-F5344CB8AC3E}">
        <p14:creationId xmlns:p14="http://schemas.microsoft.com/office/powerpoint/2010/main" val="1207893232"/>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3139017" y="245934"/>
            <a:ext cx="5862639" cy="889920"/>
          </a:xfrm>
        </p:spPr>
        <p:txBody>
          <a:bodyPr>
            <a:normAutofit/>
          </a:bodyPr>
          <a:lstStyle/>
          <a:p>
            <a:pPr algn="r"/>
            <a:r>
              <a:rPr lang="en-US" dirty="0"/>
              <a:t>2011-2013 Strategic </a:t>
            </a:r>
            <a:r>
              <a:rPr lang="en-US" dirty="0" smtClean="0"/>
              <a:t>Plan</a:t>
            </a:r>
            <a:endParaRPr lang="en-US" dirty="0"/>
          </a:p>
        </p:txBody>
      </p:sp>
      <p:sp>
        <p:nvSpPr>
          <p:cNvPr id="4" name="Text Placeholder 3"/>
          <p:cNvSpPr>
            <a:spLocks noGrp="1"/>
          </p:cNvSpPr>
          <p:nvPr>
            <p:ph type="body" sz="quarter" idx="15"/>
          </p:nvPr>
        </p:nvSpPr>
        <p:spPr>
          <a:xfrm>
            <a:off x="194734" y="1278468"/>
            <a:ext cx="2844800" cy="5029208"/>
          </a:xfrm>
        </p:spPr>
        <p:style>
          <a:lnRef idx="2">
            <a:schemeClr val="accent2"/>
          </a:lnRef>
          <a:fillRef idx="1">
            <a:schemeClr val="lt1"/>
          </a:fillRef>
          <a:effectRef idx="0">
            <a:schemeClr val="accent2"/>
          </a:effectRef>
          <a:fontRef idx="minor">
            <a:schemeClr val="dk1"/>
          </a:fontRef>
        </p:style>
        <p:txBody>
          <a:bodyPr>
            <a:normAutofit fontScale="92500" lnSpcReduction="10000"/>
          </a:bodyPr>
          <a:lstStyle/>
          <a:p>
            <a:pPr marL="457200" indent="-457200">
              <a:buFont typeface="+mj-lt"/>
              <a:buAutoNum type="arabicPeriod"/>
            </a:pPr>
            <a:endParaRPr lang="en-US" sz="1500" b="1" dirty="0" smtClean="0">
              <a:solidFill>
                <a:schemeClr val="accent1"/>
              </a:solidFill>
            </a:endParaRPr>
          </a:p>
          <a:p>
            <a:pPr marL="457200" indent="-457200">
              <a:buFont typeface="+mj-lt"/>
              <a:buAutoNum type="arabicPeriod"/>
            </a:pPr>
            <a:r>
              <a:rPr lang="en-US" sz="1500" b="1" dirty="0" smtClean="0">
                <a:solidFill>
                  <a:schemeClr val="accent1"/>
                </a:solidFill>
              </a:rPr>
              <a:t>Build </a:t>
            </a:r>
            <a:r>
              <a:rPr lang="en-US" sz="1500" b="1" dirty="0">
                <a:solidFill>
                  <a:schemeClr val="accent1"/>
                </a:solidFill>
              </a:rPr>
              <a:t>a Financially Sustainable </a:t>
            </a:r>
            <a:r>
              <a:rPr lang="en-US" sz="1500" b="1" dirty="0" smtClean="0">
                <a:solidFill>
                  <a:schemeClr val="accent1"/>
                </a:solidFill>
              </a:rPr>
              <a:t>Organization</a:t>
            </a:r>
          </a:p>
          <a:p>
            <a:pPr marL="0" indent="0"/>
            <a:endParaRPr lang="en-US" sz="1500" b="1" dirty="0">
              <a:solidFill>
                <a:schemeClr val="accent1"/>
              </a:solidFill>
            </a:endParaRPr>
          </a:p>
          <a:p>
            <a:pPr marL="171450" indent="-171450">
              <a:buFont typeface="Wingdings" pitchFamily="2" charset="2"/>
              <a:buChar char="Ø"/>
            </a:pPr>
            <a:r>
              <a:rPr lang="en-US" sz="1200" dirty="0" smtClean="0">
                <a:solidFill>
                  <a:schemeClr val="accent5">
                    <a:lumMod val="50000"/>
                  </a:schemeClr>
                </a:solidFill>
              </a:rPr>
              <a:t>Ensuring </a:t>
            </a:r>
            <a:r>
              <a:rPr lang="en-US" sz="1200" dirty="0">
                <a:solidFill>
                  <a:schemeClr val="accent5">
                    <a:lumMod val="50000"/>
                  </a:schemeClr>
                </a:solidFill>
              </a:rPr>
              <a:t>that Partners remains strong and influential is our top priority. </a:t>
            </a:r>
            <a:endParaRPr lang="en-US" sz="1200" dirty="0" smtClean="0">
              <a:solidFill>
                <a:schemeClr val="accent5">
                  <a:lumMod val="50000"/>
                </a:schemeClr>
              </a:solidFill>
            </a:endParaRPr>
          </a:p>
          <a:p>
            <a:pPr marL="0" indent="0"/>
            <a:endParaRPr lang="en-US" sz="1200" dirty="0">
              <a:solidFill>
                <a:schemeClr val="accent5">
                  <a:lumMod val="50000"/>
                </a:schemeClr>
              </a:solidFill>
            </a:endParaRPr>
          </a:p>
          <a:p>
            <a:pPr marL="171450" indent="-171450">
              <a:buFont typeface="Wingdings" pitchFamily="2" charset="2"/>
              <a:buChar char="Ø"/>
            </a:pPr>
            <a:r>
              <a:rPr lang="en-US" sz="1200" dirty="0" smtClean="0">
                <a:solidFill>
                  <a:schemeClr val="accent5">
                    <a:lumMod val="50000"/>
                  </a:schemeClr>
                </a:solidFill>
              </a:rPr>
              <a:t>We </a:t>
            </a:r>
            <a:r>
              <a:rPr lang="en-US" sz="1200" dirty="0">
                <a:solidFill>
                  <a:schemeClr val="accent5">
                    <a:lumMod val="50000"/>
                  </a:schemeClr>
                </a:solidFill>
              </a:rPr>
              <a:t>all must make the necessary effort and time investment into sustaining Partners mission and strengthening our capacity to be financially independent.  </a:t>
            </a:r>
            <a:endParaRPr lang="en-US" sz="1200" dirty="0" smtClean="0">
              <a:solidFill>
                <a:schemeClr val="accent5">
                  <a:lumMod val="50000"/>
                </a:schemeClr>
              </a:solidFill>
            </a:endParaRPr>
          </a:p>
          <a:p>
            <a:pPr marL="171450" indent="-171450">
              <a:buFont typeface="Wingdings" pitchFamily="2" charset="2"/>
              <a:buChar char="Ø"/>
            </a:pPr>
            <a:endParaRPr lang="en-US" sz="1200" dirty="0">
              <a:solidFill>
                <a:schemeClr val="accent5">
                  <a:lumMod val="50000"/>
                </a:schemeClr>
              </a:solidFill>
            </a:endParaRPr>
          </a:p>
          <a:p>
            <a:pPr marL="171450" indent="-171450">
              <a:buFont typeface="Wingdings" pitchFamily="2" charset="2"/>
              <a:buChar char="Ø"/>
            </a:pPr>
            <a:r>
              <a:rPr lang="en-US" sz="1200" dirty="0" smtClean="0">
                <a:solidFill>
                  <a:schemeClr val="accent5">
                    <a:lumMod val="50000"/>
                  </a:schemeClr>
                </a:solidFill>
              </a:rPr>
              <a:t>The </a:t>
            </a:r>
            <a:r>
              <a:rPr lang="en-US" sz="1200" dirty="0">
                <a:solidFill>
                  <a:schemeClr val="accent5">
                    <a:lumMod val="50000"/>
                  </a:schemeClr>
                </a:solidFill>
              </a:rPr>
              <a:t>goal here is to “hold and expand” our core activities in areas such as Youth Engagement and in programs like A </a:t>
            </a:r>
            <a:r>
              <a:rPr lang="en-US" sz="1200" dirty="0" err="1">
                <a:solidFill>
                  <a:schemeClr val="accent5">
                    <a:lumMod val="50000"/>
                  </a:schemeClr>
                </a:solidFill>
              </a:rPr>
              <a:t>Ganar</a:t>
            </a:r>
            <a:r>
              <a:rPr lang="en-US" sz="1200" dirty="0">
                <a:solidFill>
                  <a:schemeClr val="accent5">
                    <a:lumMod val="50000"/>
                  </a:schemeClr>
                </a:solidFill>
              </a:rPr>
              <a:t>, Farmer to Farmer and the various professional leadership exchanges  that we manage with the Department of State. </a:t>
            </a:r>
            <a:endParaRPr lang="en-US" sz="1200" dirty="0" smtClean="0">
              <a:solidFill>
                <a:schemeClr val="accent5">
                  <a:lumMod val="50000"/>
                </a:schemeClr>
              </a:solidFill>
            </a:endParaRPr>
          </a:p>
          <a:p>
            <a:pPr marL="0" indent="0"/>
            <a:endParaRPr lang="en-US" sz="1200" dirty="0">
              <a:solidFill>
                <a:schemeClr val="accent5">
                  <a:lumMod val="50000"/>
                </a:schemeClr>
              </a:solidFill>
            </a:endParaRPr>
          </a:p>
          <a:p>
            <a:pPr marL="171450" indent="-171450">
              <a:buFont typeface="Wingdings" pitchFamily="2" charset="2"/>
              <a:buChar char="Ø"/>
            </a:pPr>
            <a:r>
              <a:rPr lang="en-US" sz="1200" dirty="0" smtClean="0">
                <a:solidFill>
                  <a:schemeClr val="accent5">
                    <a:lumMod val="50000"/>
                  </a:schemeClr>
                </a:solidFill>
              </a:rPr>
              <a:t>At </a:t>
            </a:r>
            <a:r>
              <a:rPr lang="en-US" sz="1200" dirty="0">
                <a:solidFill>
                  <a:schemeClr val="accent5">
                    <a:lumMod val="50000"/>
                  </a:schemeClr>
                </a:solidFill>
              </a:rPr>
              <a:t>the same time, all must put a renewed emphasis on putting the infrastructure in place that will allow Partners to capitalize on new opportunities and develop unsolicited proposals in which we can champion new ideas that leverage the talent of our growing network of volunteers and affiliated institutions</a:t>
            </a:r>
            <a:r>
              <a:rPr lang="en-US" sz="1200" dirty="0" smtClean="0">
                <a:solidFill>
                  <a:schemeClr val="accent5">
                    <a:lumMod val="50000"/>
                  </a:schemeClr>
                </a:solidFill>
              </a:rPr>
              <a:t>.</a:t>
            </a:r>
            <a:endParaRPr lang="en-US" sz="1200" dirty="0">
              <a:solidFill>
                <a:schemeClr val="accent5">
                  <a:lumMod val="50000"/>
                </a:schemeClr>
              </a:solidFill>
            </a:endParaRPr>
          </a:p>
        </p:txBody>
      </p:sp>
      <p:sp>
        <p:nvSpPr>
          <p:cNvPr id="5" name="Text Placeholder 4"/>
          <p:cNvSpPr>
            <a:spLocks noGrp="1"/>
          </p:cNvSpPr>
          <p:nvPr>
            <p:ph type="body" sz="quarter" idx="16"/>
          </p:nvPr>
        </p:nvSpPr>
        <p:spPr>
          <a:xfrm>
            <a:off x="3166533" y="1303868"/>
            <a:ext cx="2808997" cy="5001830"/>
          </a:xfrm>
        </p:spPr>
        <p:style>
          <a:lnRef idx="2">
            <a:schemeClr val="accent5"/>
          </a:lnRef>
          <a:fillRef idx="1">
            <a:schemeClr val="lt1"/>
          </a:fillRef>
          <a:effectRef idx="0">
            <a:schemeClr val="accent5"/>
          </a:effectRef>
          <a:fontRef idx="minor">
            <a:schemeClr val="dk1"/>
          </a:fontRef>
        </p:style>
        <p:txBody>
          <a:bodyPr>
            <a:normAutofit fontScale="47500" lnSpcReduction="20000"/>
          </a:bodyPr>
          <a:lstStyle/>
          <a:p>
            <a:pPr marL="457200" indent="-457200">
              <a:buFont typeface="+mj-lt"/>
              <a:buAutoNum type="arabicPeriod" startAt="2"/>
            </a:pPr>
            <a:endParaRPr lang="en-US" sz="2900" b="1" dirty="0" smtClean="0">
              <a:solidFill>
                <a:schemeClr val="accent1"/>
              </a:solidFill>
            </a:endParaRPr>
          </a:p>
          <a:p>
            <a:pPr marL="457200" indent="-457200">
              <a:buFont typeface="+mj-lt"/>
              <a:buAutoNum type="arabicPeriod" startAt="2"/>
            </a:pPr>
            <a:r>
              <a:rPr lang="en-US" sz="2900" b="1" dirty="0" smtClean="0">
                <a:solidFill>
                  <a:schemeClr val="accent1"/>
                </a:solidFill>
              </a:rPr>
              <a:t>Strengthen </a:t>
            </a:r>
            <a:r>
              <a:rPr lang="en-US" sz="2900" b="1" dirty="0">
                <a:solidFill>
                  <a:schemeClr val="accent1"/>
                </a:solidFill>
              </a:rPr>
              <a:t>Our </a:t>
            </a:r>
            <a:r>
              <a:rPr lang="en-US" sz="2900" b="1" dirty="0" smtClean="0">
                <a:solidFill>
                  <a:schemeClr val="accent1"/>
                </a:solidFill>
              </a:rPr>
              <a:t>Network</a:t>
            </a:r>
          </a:p>
          <a:p>
            <a:pPr marL="0" indent="0"/>
            <a:endParaRPr lang="en-US" sz="2900" b="1" dirty="0">
              <a:solidFill>
                <a:schemeClr val="accent1"/>
              </a:solidFill>
            </a:endParaRPr>
          </a:p>
          <a:p>
            <a:pPr>
              <a:buFont typeface="Wingdings" pitchFamily="2" charset="2"/>
              <a:buChar char="Ø"/>
            </a:pPr>
            <a:endParaRPr lang="en-US" sz="2500" dirty="0" smtClean="0">
              <a:solidFill>
                <a:schemeClr val="accent5">
                  <a:lumMod val="50000"/>
                </a:schemeClr>
              </a:solidFill>
            </a:endParaRPr>
          </a:p>
          <a:p>
            <a:pPr>
              <a:buFont typeface="Wingdings" pitchFamily="2" charset="2"/>
              <a:buChar char="Ø"/>
            </a:pPr>
            <a:r>
              <a:rPr lang="en-US" sz="2500" dirty="0" smtClean="0">
                <a:solidFill>
                  <a:schemeClr val="accent5">
                    <a:lumMod val="50000"/>
                  </a:schemeClr>
                </a:solidFill>
              </a:rPr>
              <a:t>The </a:t>
            </a:r>
            <a:r>
              <a:rPr lang="en-US" sz="2500" dirty="0">
                <a:solidFill>
                  <a:schemeClr val="accent5">
                    <a:lumMod val="50000"/>
                  </a:schemeClr>
                </a:solidFill>
              </a:rPr>
              <a:t>core strength of Partners has always been its ability to connect individuals and organizations across the hemisphere and amass a network that is greater than the sum of its parts. </a:t>
            </a:r>
            <a:endParaRPr lang="en-US" sz="2500" dirty="0" smtClean="0">
              <a:solidFill>
                <a:schemeClr val="accent5">
                  <a:lumMod val="50000"/>
                </a:schemeClr>
              </a:solidFill>
            </a:endParaRPr>
          </a:p>
          <a:p>
            <a:pPr marL="0" indent="0"/>
            <a:endParaRPr lang="en-US" sz="2500" dirty="0">
              <a:solidFill>
                <a:schemeClr val="accent5">
                  <a:lumMod val="50000"/>
                </a:schemeClr>
              </a:solidFill>
            </a:endParaRPr>
          </a:p>
          <a:p>
            <a:pPr>
              <a:buFont typeface="Wingdings" pitchFamily="2" charset="2"/>
              <a:buChar char="Ø"/>
            </a:pPr>
            <a:r>
              <a:rPr lang="en-US" sz="2500" dirty="0">
                <a:solidFill>
                  <a:schemeClr val="accent5">
                    <a:lumMod val="50000"/>
                  </a:schemeClr>
                </a:solidFill>
              </a:rPr>
              <a:t>Today we are creating a revitalized network of volunteers, civil society organizations, businesses, universities, governments and collaborators of all forms. </a:t>
            </a:r>
            <a:endParaRPr lang="en-US" sz="2500" dirty="0" smtClean="0">
              <a:solidFill>
                <a:schemeClr val="accent5">
                  <a:lumMod val="50000"/>
                </a:schemeClr>
              </a:solidFill>
            </a:endParaRPr>
          </a:p>
          <a:p>
            <a:pPr marL="0" indent="0"/>
            <a:endParaRPr lang="en-US" sz="2500" dirty="0" smtClean="0">
              <a:solidFill>
                <a:schemeClr val="accent5">
                  <a:lumMod val="50000"/>
                </a:schemeClr>
              </a:solidFill>
            </a:endParaRPr>
          </a:p>
          <a:p>
            <a:pPr>
              <a:buFont typeface="Wingdings" pitchFamily="2" charset="2"/>
              <a:buChar char="Ø"/>
            </a:pPr>
            <a:r>
              <a:rPr lang="en-US" sz="2500" dirty="0" smtClean="0">
                <a:solidFill>
                  <a:schemeClr val="accent5">
                    <a:lumMod val="50000"/>
                  </a:schemeClr>
                </a:solidFill>
              </a:rPr>
              <a:t>We </a:t>
            </a:r>
            <a:r>
              <a:rPr lang="en-US" sz="2500" dirty="0">
                <a:solidFill>
                  <a:schemeClr val="accent5">
                    <a:lumMod val="50000"/>
                  </a:schemeClr>
                </a:solidFill>
              </a:rPr>
              <a:t>need to place renewed emphasis on learning and educating ourselves about the many ways to position Partners. </a:t>
            </a:r>
            <a:endParaRPr lang="en-US" sz="2500" dirty="0" smtClean="0">
              <a:solidFill>
                <a:schemeClr val="accent5">
                  <a:lumMod val="50000"/>
                </a:schemeClr>
              </a:solidFill>
            </a:endParaRPr>
          </a:p>
          <a:p>
            <a:pPr marL="0" indent="0"/>
            <a:endParaRPr lang="en-US" sz="2500" dirty="0">
              <a:solidFill>
                <a:schemeClr val="accent5">
                  <a:lumMod val="50000"/>
                </a:schemeClr>
              </a:solidFill>
            </a:endParaRPr>
          </a:p>
          <a:p>
            <a:pPr>
              <a:buFont typeface="Wingdings" pitchFamily="2" charset="2"/>
              <a:buChar char="Ø"/>
            </a:pPr>
            <a:r>
              <a:rPr lang="en-US" sz="2500" dirty="0">
                <a:solidFill>
                  <a:schemeClr val="accent5">
                    <a:lumMod val="50000"/>
                  </a:schemeClr>
                </a:solidFill>
              </a:rPr>
              <a:t>We are in a new era and need to be learning-ready, proactive</a:t>
            </a:r>
            <a:r>
              <a:rPr lang="en-US" sz="2500" dirty="0" smtClean="0">
                <a:solidFill>
                  <a:schemeClr val="accent5">
                    <a:lumMod val="50000"/>
                  </a:schemeClr>
                </a:solidFill>
              </a:rPr>
              <a:t>, and </a:t>
            </a:r>
            <a:r>
              <a:rPr lang="en-US" sz="2500" dirty="0">
                <a:solidFill>
                  <a:schemeClr val="accent5">
                    <a:lumMod val="50000"/>
                  </a:schemeClr>
                </a:solidFill>
              </a:rPr>
              <a:t>able to make connections and collaborate meaningfully across program areas. </a:t>
            </a:r>
          </a:p>
          <a:p>
            <a:endParaRPr lang="en-US" dirty="0"/>
          </a:p>
        </p:txBody>
      </p:sp>
      <p:sp>
        <p:nvSpPr>
          <p:cNvPr id="6" name="Text Placeholder 5"/>
          <p:cNvSpPr>
            <a:spLocks noGrp="1"/>
          </p:cNvSpPr>
          <p:nvPr>
            <p:ph type="body" sz="quarter" idx="17"/>
          </p:nvPr>
        </p:nvSpPr>
        <p:spPr>
          <a:xfrm>
            <a:off x="6104467" y="1295400"/>
            <a:ext cx="2805434" cy="5010297"/>
          </a:xfrm>
        </p:spPr>
        <p:style>
          <a:lnRef idx="2">
            <a:schemeClr val="accent6"/>
          </a:lnRef>
          <a:fillRef idx="1">
            <a:schemeClr val="lt1"/>
          </a:fillRef>
          <a:effectRef idx="0">
            <a:schemeClr val="accent6"/>
          </a:effectRef>
          <a:fontRef idx="minor">
            <a:schemeClr val="dk1"/>
          </a:fontRef>
        </p:style>
        <p:txBody>
          <a:bodyPr>
            <a:normAutofit fontScale="40000" lnSpcReduction="20000"/>
          </a:bodyPr>
          <a:lstStyle/>
          <a:p>
            <a:pPr marL="0" indent="0"/>
            <a:endParaRPr lang="en-US" sz="3500" b="1" dirty="0">
              <a:solidFill>
                <a:schemeClr val="accent1"/>
              </a:solidFill>
            </a:endParaRPr>
          </a:p>
          <a:p>
            <a:pPr marL="457200" indent="-457200">
              <a:buFont typeface="+mj-lt"/>
              <a:buAutoNum type="arabicPeriod" startAt="3"/>
            </a:pPr>
            <a:r>
              <a:rPr lang="en-US" sz="3500" b="1" dirty="0" smtClean="0">
                <a:solidFill>
                  <a:schemeClr val="accent1"/>
                </a:solidFill>
              </a:rPr>
              <a:t>Create </a:t>
            </a:r>
            <a:r>
              <a:rPr lang="en-US" sz="3500" b="1" dirty="0">
                <a:solidFill>
                  <a:schemeClr val="accent1"/>
                </a:solidFill>
              </a:rPr>
              <a:t>an Accountable </a:t>
            </a:r>
            <a:r>
              <a:rPr lang="en-US" sz="3500" b="1" dirty="0" smtClean="0">
                <a:solidFill>
                  <a:schemeClr val="accent1"/>
                </a:solidFill>
              </a:rPr>
              <a:t>and Transparent Organization</a:t>
            </a:r>
          </a:p>
          <a:p>
            <a:pPr marL="0" indent="0"/>
            <a:endParaRPr lang="en-US" sz="2500" b="1" dirty="0" smtClean="0">
              <a:solidFill>
                <a:schemeClr val="accent1"/>
              </a:solidFill>
            </a:endParaRPr>
          </a:p>
          <a:p>
            <a:pPr>
              <a:buFont typeface="Wingdings" pitchFamily="2" charset="2"/>
              <a:buChar char="Ø"/>
            </a:pPr>
            <a:r>
              <a:rPr lang="en-US" sz="2800" dirty="0" smtClean="0">
                <a:solidFill>
                  <a:schemeClr val="accent5">
                    <a:lumMod val="50000"/>
                  </a:schemeClr>
                </a:solidFill>
              </a:rPr>
              <a:t>Partners </a:t>
            </a:r>
            <a:r>
              <a:rPr lang="en-US" sz="2800" dirty="0">
                <a:solidFill>
                  <a:schemeClr val="accent5">
                    <a:lumMod val="50000"/>
                  </a:schemeClr>
                </a:solidFill>
              </a:rPr>
              <a:t>must continually nurture its relationship with donors, grant-writers and all those who support our mission. </a:t>
            </a:r>
            <a:endParaRPr lang="en-US" sz="2800" dirty="0" smtClean="0">
              <a:solidFill>
                <a:schemeClr val="accent5">
                  <a:lumMod val="50000"/>
                </a:schemeClr>
              </a:solidFill>
            </a:endParaRPr>
          </a:p>
          <a:p>
            <a:pPr>
              <a:buFont typeface="Wingdings" pitchFamily="2" charset="2"/>
              <a:buChar char="Ø"/>
            </a:pPr>
            <a:endParaRPr lang="en-US" sz="2800" dirty="0" smtClean="0">
              <a:solidFill>
                <a:schemeClr val="accent5">
                  <a:lumMod val="50000"/>
                </a:schemeClr>
              </a:solidFill>
            </a:endParaRPr>
          </a:p>
          <a:p>
            <a:pPr>
              <a:buFont typeface="Wingdings" pitchFamily="2" charset="2"/>
              <a:buChar char="Ø"/>
            </a:pPr>
            <a:r>
              <a:rPr lang="en-US" sz="2800" dirty="0" smtClean="0">
                <a:solidFill>
                  <a:schemeClr val="accent5">
                    <a:lumMod val="50000"/>
                  </a:schemeClr>
                </a:solidFill>
              </a:rPr>
              <a:t>To </a:t>
            </a:r>
            <a:r>
              <a:rPr lang="en-US" sz="2800" dirty="0">
                <a:solidFill>
                  <a:schemeClr val="accent5">
                    <a:lumMod val="50000"/>
                  </a:schemeClr>
                </a:solidFill>
              </a:rPr>
              <a:t>inspire trust and confidence in our operations, it is imperative that Partners create a climate of transparency and accountability, in which contributors can freely access financial and programmatic information. </a:t>
            </a:r>
            <a:endParaRPr lang="en-US" sz="2800" dirty="0" smtClean="0">
              <a:solidFill>
                <a:schemeClr val="accent5">
                  <a:lumMod val="50000"/>
                </a:schemeClr>
              </a:solidFill>
            </a:endParaRPr>
          </a:p>
          <a:p>
            <a:pPr>
              <a:buFont typeface="Wingdings" pitchFamily="2" charset="2"/>
              <a:buChar char="Ø"/>
            </a:pPr>
            <a:endParaRPr lang="en-US" sz="2800" dirty="0" smtClean="0">
              <a:solidFill>
                <a:schemeClr val="accent5">
                  <a:lumMod val="50000"/>
                </a:schemeClr>
              </a:solidFill>
            </a:endParaRPr>
          </a:p>
          <a:p>
            <a:pPr>
              <a:buFont typeface="Wingdings" pitchFamily="2" charset="2"/>
              <a:buChar char="Ø"/>
            </a:pPr>
            <a:r>
              <a:rPr lang="en-US" sz="2800" dirty="0" smtClean="0">
                <a:solidFill>
                  <a:schemeClr val="accent5">
                    <a:lumMod val="50000"/>
                  </a:schemeClr>
                </a:solidFill>
              </a:rPr>
              <a:t>Through </a:t>
            </a:r>
            <a:r>
              <a:rPr lang="en-US" sz="2800" dirty="0">
                <a:solidFill>
                  <a:schemeClr val="accent5">
                    <a:lumMod val="50000"/>
                  </a:schemeClr>
                </a:solidFill>
              </a:rPr>
              <a:t>clean audits, an efficient governance structure, on-time submissions of quarterly and annual reports, improving donor communication, and  attaining BBB certification, Partners will be able to ensure supporters that their contributions are wisely invested and buttress our reputation among competitors and members alike</a:t>
            </a:r>
            <a:r>
              <a:rPr lang="en-US" sz="2500" dirty="0" smtClean="0"/>
              <a:t>.</a:t>
            </a:r>
            <a:endParaRPr lang="en-US" sz="2500" dirty="0"/>
          </a:p>
        </p:txBody>
      </p:sp>
    </p:spTree>
    <p:extLst>
      <p:ext uri="{BB962C8B-B14F-4D97-AF65-F5344CB8AC3E}">
        <p14:creationId xmlns:p14="http://schemas.microsoft.com/office/powerpoint/2010/main" val="3255552878"/>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p:cNvSpPr>
            <a:spLocks noGrp="1"/>
          </p:cNvSpPr>
          <p:nvPr>
            <p:ph type="ctrTitle"/>
          </p:nvPr>
        </p:nvSpPr>
        <p:spPr>
          <a:xfrm>
            <a:off x="3151573" y="237467"/>
            <a:ext cx="5858548" cy="889920"/>
          </a:xfrm>
        </p:spPr>
        <p:txBody>
          <a:bodyPr>
            <a:normAutofit/>
          </a:bodyPr>
          <a:lstStyle/>
          <a:p>
            <a:pPr algn="r"/>
            <a:r>
              <a:rPr lang="en-US" dirty="0" smtClean="0"/>
              <a:t>Rating Scale &amp; Definitions</a:t>
            </a:r>
            <a:endParaRPr lang="en-US" dirty="0"/>
          </a:p>
        </p:txBody>
      </p:sp>
      <p:sp>
        <p:nvSpPr>
          <p:cNvPr id="9" name="Text Placeholder 8"/>
          <p:cNvSpPr>
            <a:spLocks noGrp="1"/>
          </p:cNvSpPr>
          <p:nvPr>
            <p:ph type="body" sz="quarter" idx="15"/>
          </p:nvPr>
        </p:nvSpPr>
        <p:spPr>
          <a:xfrm>
            <a:off x="237067" y="1270000"/>
            <a:ext cx="4229637" cy="5045839"/>
          </a:xfrm>
        </p:spPr>
        <p:style>
          <a:lnRef idx="2">
            <a:schemeClr val="accent6"/>
          </a:lnRef>
          <a:fillRef idx="1">
            <a:schemeClr val="lt1"/>
          </a:fillRef>
          <a:effectRef idx="0">
            <a:schemeClr val="accent6"/>
          </a:effectRef>
          <a:fontRef idx="minor">
            <a:schemeClr val="dk1"/>
          </a:fontRef>
        </p:style>
        <p:txBody>
          <a:bodyPr>
            <a:normAutofit fontScale="62500" lnSpcReduction="20000"/>
          </a:bodyPr>
          <a:lstStyle/>
          <a:p>
            <a:pPr algn="ctr"/>
            <a:r>
              <a:rPr lang="en-US" sz="4000" b="1" dirty="0"/>
              <a:t>Rating Definitions</a:t>
            </a:r>
          </a:p>
          <a:p>
            <a:endParaRPr lang="en-US" b="1" dirty="0" smtClean="0">
              <a:solidFill>
                <a:schemeClr val="accent6"/>
              </a:solidFill>
            </a:endParaRPr>
          </a:p>
          <a:p>
            <a:r>
              <a:rPr lang="en-US" b="1" dirty="0" smtClean="0">
                <a:solidFill>
                  <a:schemeClr val="accent6"/>
                </a:solidFill>
              </a:rPr>
              <a:t>5.0</a:t>
            </a:r>
            <a:r>
              <a:rPr lang="en-US" b="1" dirty="0">
                <a:solidFill>
                  <a:schemeClr val="accent6"/>
                </a:solidFill>
              </a:rPr>
              <a:t>	Exemplary	</a:t>
            </a:r>
            <a:r>
              <a:rPr lang="en-US" dirty="0">
                <a:solidFill>
                  <a:schemeClr val="accent6"/>
                </a:solidFill>
              </a:rPr>
              <a:t>	</a:t>
            </a:r>
            <a:endParaRPr lang="en-US" dirty="0" smtClean="0">
              <a:solidFill>
                <a:schemeClr val="accent6"/>
              </a:solidFill>
            </a:endParaRPr>
          </a:p>
          <a:p>
            <a:r>
              <a:rPr lang="en-US" dirty="0" smtClean="0">
                <a:solidFill>
                  <a:schemeClr val="dk1"/>
                </a:solidFill>
              </a:rPr>
              <a:t>Consistently </a:t>
            </a:r>
            <a:r>
              <a:rPr lang="en-US" dirty="0">
                <a:solidFill>
                  <a:schemeClr val="dk1"/>
                </a:solidFill>
              </a:rPr>
              <a:t>achieves at a high </a:t>
            </a:r>
            <a:r>
              <a:rPr lang="en-US" dirty="0" smtClean="0">
                <a:solidFill>
                  <a:schemeClr val="dk1"/>
                </a:solidFill>
              </a:rPr>
              <a:t>level. Exceeds </a:t>
            </a:r>
            <a:r>
              <a:rPr lang="en-US" dirty="0">
                <a:solidFill>
                  <a:schemeClr val="dk1"/>
                </a:solidFill>
              </a:rPr>
              <a:t>expectations</a:t>
            </a:r>
            <a:r>
              <a:rPr lang="en-US" dirty="0" smtClean="0">
                <a:solidFill>
                  <a:schemeClr val="dk1"/>
                </a:solidFill>
              </a:rPr>
              <a:t>.</a:t>
            </a:r>
          </a:p>
          <a:p>
            <a:endParaRPr lang="en-US" dirty="0">
              <a:solidFill>
                <a:schemeClr val="dk1"/>
              </a:solidFill>
            </a:endParaRPr>
          </a:p>
          <a:p>
            <a:r>
              <a:rPr lang="en-US" b="1" dirty="0">
                <a:solidFill>
                  <a:schemeClr val="accent5"/>
                </a:solidFill>
              </a:rPr>
              <a:t>4.0 – 4.5	Solid </a:t>
            </a:r>
            <a:r>
              <a:rPr lang="en-US" b="1" dirty="0" smtClean="0">
                <a:solidFill>
                  <a:schemeClr val="accent5"/>
                </a:solidFill>
              </a:rPr>
              <a:t>Performance</a:t>
            </a:r>
            <a:endParaRPr lang="en-US" dirty="0">
              <a:solidFill>
                <a:schemeClr val="accent5"/>
              </a:solidFill>
            </a:endParaRPr>
          </a:p>
          <a:p>
            <a:r>
              <a:rPr lang="en-US" dirty="0" smtClean="0">
                <a:solidFill>
                  <a:schemeClr val="dk1"/>
                </a:solidFill>
              </a:rPr>
              <a:t>Consistently </a:t>
            </a:r>
            <a:r>
              <a:rPr lang="en-US" dirty="0">
                <a:solidFill>
                  <a:schemeClr val="dk1"/>
                </a:solidFill>
              </a:rPr>
              <a:t>achieves above the satisfactory level. Meets all expectations. </a:t>
            </a:r>
            <a:endParaRPr lang="en-US" dirty="0" smtClean="0">
              <a:solidFill>
                <a:schemeClr val="dk1"/>
              </a:solidFill>
            </a:endParaRPr>
          </a:p>
          <a:p>
            <a:endParaRPr lang="en-US" dirty="0">
              <a:solidFill>
                <a:schemeClr val="dk1"/>
              </a:solidFill>
            </a:endParaRPr>
          </a:p>
          <a:p>
            <a:r>
              <a:rPr lang="en-US" b="1" dirty="0"/>
              <a:t>3.0 – 3.5	Satisfactory	</a:t>
            </a:r>
            <a:r>
              <a:rPr lang="en-US" dirty="0"/>
              <a:t>	</a:t>
            </a:r>
            <a:endParaRPr lang="en-US" dirty="0" smtClean="0"/>
          </a:p>
          <a:p>
            <a:r>
              <a:rPr lang="en-US" dirty="0" smtClean="0">
                <a:solidFill>
                  <a:schemeClr val="dk1"/>
                </a:solidFill>
              </a:rPr>
              <a:t>Accomplishes </a:t>
            </a:r>
            <a:r>
              <a:rPr lang="en-US" dirty="0">
                <a:solidFill>
                  <a:schemeClr val="dk1"/>
                </a:solidFill>
              </a:rPr>
              <a:t>the task in a satisfactory manner.  Meets most expectations</a:t>
            </a:r>
            <a:r>
              <a:rPr lang="en-US" dirty="0" smtClean="0">
                <a:solidFill>
                  <a:schemeClr val="dk1"/>
                </a:solidFill>
              </a:rPr>
              <a:t>.</a:t>
            </a:r>
          </a:p>
          <a:p>
            <a:endParaRPr lang="en-US" dirty="0">
              <a:solidFill>
                <a:schemeClr val="dk1"/>
              </a:solidFill>
            </a:endParaRPr>
          </a:p>
          <a:p>
            <a:r>
              <a:rPr lang="en-US" b="1" dirty="0">
                <a:solidFill>
                  <a:schemeClr val="accent2"/>
                </a:solidFill>
              </a:rPr>
              <a:t>1.5 – 2.5	Needs Improvement</a:t>
            </a:r>
            <a:r>
              <a:rPr lang="en-US" dirty="0">
                <a:solidFill>
                  <a:schemeClr val="accent2"/>
                </a:solidFill>
              </a:rPr>
              <a:t>	</a:t>
            </a:r>
            <a:endParaRPr lang="en-US" dirty="0" smtClean="0">
              <a:solidFill>
                <a:schemeClr val="accent2"/>
              </a:solidFill>
            </a:endParaRPr>
          </a:p>
          <a:p>
            <a:r>
              <a:rPr lang="en-US" dirty="0" smtClean="0">
                <a:solidFill>
                  <a:schemeClr val="dk1"/>
                </a:solidFill>
              </a:rPr>
              <a:t>Improvement </a:t>
            </a:r>
            <a:r>
              <a:rPr lang="en-US" dirty="0">
                <a:solidFill>
                  <a:schemeClr val="dk1"/>
                </a:solidFill>
              </a:rPr>
              <a:t>is necessary to more consistently meet expectations</a:t>
            </a:r>
            <a:r>
              <a:rPr lang="en-US" dirty="0" smtClean="0">
                <a:solidFill>
                  <a:schemeClr val="dk1"/>
                </a:solidFill>
              </a:rPr>
              <a:t>.</a:t>
            </a:r>
          </a:p>
          <a:p>
            <a:endParaRPr lang="en-US" dirty="0">
              <a:solidFill>
                <a:schemeClr val="dk1"/>
              </a:solidFill>
            </a:endParaRPr>
          </a:p>
          <a:p>
            <a:r>
              <a:rPr lang="en-US" b="1" dirty="0">
                <a:solidFill>
                  <a:schemeClr val="accent1"/>
                </a:solidFill>
              </a:rPr>
              <a:t>0.0 – 1.0	Seriously Deficient</a:t>
            </a:r>
            <a:r>
              <a:rPr lang="en-US" dirty="0">
                <a:solidFill>
                  <a:schemeClr val="accent1"/>
                </a:solidFill>
              </a:rPr>
              <a:t>	</a:t>
            </a:r>
            <a:endParaRPr lang="en-US" dirty="0" smtClean="0">
              <a:solidFill>
                <a:schemeClr val="accent1"/>
              </a:solidFill>
            </a:endParaRPr>
          </a:p>
          <a:p>
            <a:r>
              <a:rPr lang="en-US" dirty="0" smtClean="0">
                <a:solidFill>
                  <a:schemeClr val="dk1"/>
                </a:solidFill>
              </a:rPr>
              <a:t>Problems </a:t>
            </a:r>
            <a:r>
              <a:rPr lang="en-US" dirty="0">
                <a:solidFill>
                  <a:schemeClr val="dk1"/>
                </a:solidFill>
              </a:rPr>
              <a:t>with approach or execution.  Expectations are generally not met</a:t>
            </a:r>
            <a:r>
              <a:rPr lang="en-US" dirty="0" smtClean="0">
                <a:solidFill>
                  <a:schemeClr val="dk1"/>
                </a:solidFill>
              </a:rPr>
              <a:t>.</a:t>
            </a:r>
            <a:endParaRPr lang="en-US" dirty="0">
              <a:solidFill>
                <a:schemeClr val="dk1"/>
              </a:solidFill>
            </a:endParaRPr>
          </a:p>
        </p:txBody>
      </p:sp>
      <p:sp>
        <p:nvSpPr>
          <p:cNvPr id="10" name="Text Placeholder 9"/>
          <p:cNvSpPr>
            <a:spLocks noGrp="1"/>
          </p:cNvSpPr>
          <p:nvPr>
            <p:ph type="body" sz="quarter" idx="16"/>
          </p:nvPr>
        </p:nvSpPr>
        <p:spPr>
          <a:xfrm>
            <a:off x="4558626" y="1261533"/>
            <a:ext cx="4354389" cy="5051187"/>
          </a:xfrm>
        </p:spPr>
        <p:style>
          <a:lnRef idx="2">
            <a:schemeClr val="accent6"/>
          </a:lnRef>
          <a:fillRef idx="1">
            <a:schemeClr val="lt1"/>
          </a:fillRef>
          <a:effectRef idx="0">
            <a:schemeClr val="accent6"/>
          </a:effectRef>
          <a:fontRef idx="minor">
            <a:schemeClr val="dk1"/>
          </a:fontRef>
        </p:style>
        <p:txBody>
          <a:bodyPr>
            <a:normAutofit fontScale="55000" lnSpcReduction="20000"/>
          </a:bodyPr>
          <a:lstStyle/>
          <a:p>
            <a:pPr algn="ctr"/>
            <a:r>
              <a:rPr lang="en-US" sz="4400" b="1" dirty="0" smtClean="0"/>
              <a:t>Suggested Increase Scale</a:t>
            </a:r>
            <a:endParaRPr lang="en-US" sz="4400" b="1" dirty="0"/>
          </a:p>
          <a:p>
            <a:pPr marL="0" indent="0"/>
            <a:endParaRPr lang="en-US" sz="2500" dirty="0" smtClean="0"/>
          </a:p>
          <a:p>
            <a:pPr marL="0" indent="0"/>
            <a:r>
              <a:rPr lang="en-US" sz="2500" b="1" dirty="0" smtClean="0">
                <a:solidFill>
                  <a:schemeClr val="accent5">
                    <a:lumMod val="50000"/>
                  </a:schemeClr>
                </a:solidFill>
              </a:rPr>
              <a:t>Salary </a:t>
            </a:r>
            <a:r>
              <a:rPr lang="en-US" sz="2500" b="1" dirty="0">
                <a:solidFill>
                  <a:schemeClr val="accent5">
                    <a:lumMod val="50000"/>
                  </a:schemeClr>
                </a:solidFill>
              </a:rPr>
              <a:t>increases are based on performance and available funds. The supervisor may suggest a salary increase for each employee based on the scale below.  If deviating from this scale, an explanation must be included.  Salary increases are ultimately at the President’s discretion.  </a:t>
            </a:r>
          </a:p>
          <a:p>
            <a:pPr marL="0" indent="0"/>
            <a:r>
              <a:rPr lang="en-US" sz="2500" b="1" dirty="0" smtClean="0">
                <a:solidFill>
                  <a:schemeClr val="accent5">
                    <a:lumMod val="50000"/>
                  </a:schemeClr>
                </a:solidFill>
              </a:rPr>
              <a:t>COLA </a:t>
            </a:r>
            <a:r>
              <a:rPr lang="en-US" sz="2500" b="1" dirty="0">
                <a:solidFill>
                  <a:schemeClr val="accent5">
                    <a:lumMod val="50000"/>
                  </a:schemeClr>
                </a:solidFill>
              </a:rPr>
              <a:t>will not be used as basis for increases this year.  For employees that began employment in 2012, their salary increase will be prorated based on total 2012 salary</a:t>
            </a:r>
            <a:r>
              <a:rPr lang="en-US" sz="2500" b="1" dirty="0" smtClean="0">
                <a:solidFill>
                  <a:schemeClr val="accent5">
                    <a:lumMod val="50000"/>
                  </a:schemeClr>
                </a:solidFill>
              </a:rPr>
              <a:t>.</a:t>
            </a:r>
          </a:p>
          <a:p>
            <a:pPr marL="0" indent="0"/>
            <a:endParaRPr lang="en-US" sz="2500" dirty="0"/>
          </a:p>
          <a:p>
            <a:endParaRPr lang="en-US" sz="800" dirty="0">
              <a:solidFill>
                <a:schemeClr val="dk1"/>
              </a:solidFill>
            </a:endParaRPr>
          </a:p>
          <a:p>
            <a:pPr marL="171450" lvl="0" indent="-171450">
              <a:buFont typeface="Arial" pitchFamily="34" charset="0"/>
              <a:buChar char="•"/>
            </a:pPr>
            <a:r>
              <a:rPr lang="en-US" sz="2800" dirty="0">
                <a:solidFill>
                  <a:schemeClr val="dk1"/>
                </a:solidFill>
              </a:rPr>
              <a:t>Overall score of 4.5 and above </a:t>
            </a:r>
            <a:endParaRPr lang="en-US" sz="2800" dirty="0" smtClean="0">
              <a:solidFill>
                <a:schemeClr val="dk1"/>
              </a:solidFill>
            </a:endParaRPr>
          </a:p>
          <a:p>
            <a:pPr marL="0" lvl="0" indent="0"/>
            <a:r>
              <a:rPr lang="en-US" sz="2800" b="1" dirty="0">
                <a:solidFill>
                  <a:schemeClr val="dk1"/>
                </a:solidFill>
              </a:rPr>
              <a:t>	</a:t>
            </a:r>
            <a:r>
              <a:rPr lang="en-US" sz="2800" b="1" dirty="0" smtClean="0">
                <a:solidFill>
                  <a:schemeClr val="accent6"/>
                </a:solidFill>
              </a:rPr>
              <a:t>Exemplary</a:t>
            </a:r>
            <a:r>
              <a:rPr lang="en-US" sz="2800" dirty="0" smtClean="0">
                <a:solidFill>
                  <a:schemeClr val="accent6"/>
                </a:solidFill>
              </a:rPr>
              <a:t> </a:t>
            </a:r>
            <a:r>
              <a:rPr lang="en-US" sz="2800" dirty="0">
                <a:solidFill>
                  <a:schemeClr val="dk1"/>
                </a:solidFill>
              </a:rPr>
              <a:t>(4-5% increase)</a:t>
            </a:r>
          </a:p>
          <a:p>
            <a:pPr marL="171450" lvl="0" indent="-171450">
              <a:buFont typeface="Arial" pitchFamily="34" charset="0"/>
              <a:buChar char="•"/>
            </a:pPr>
            <a:r>
              <a:rPr lang="en-US" sz="2800" dirty="0">
                <a:solidFill>
                  <a:schemeClr val="dk1"/>
                </a:solidFill>
              </a:rPr>
              <a:t>Overall score of 3.5 and above </a:t>
            </a:r>
            <a:endParaRPr lang="en-US" sz="2800" dirty="0" smtClean="0">
              <a:solidFill>
                <a:schemeClr val="dk1"/>
              </a:solidFill>
            </a:endParaRPr>
          </a:p>
          <a:p>
            <a:pPr marL="0" lvl="0" indent="0"/>
            <a:r>
              <a:rPr lang="en-US" sz="2800" b="1" dirty="0">
                <a:solidFill>
                  <a:schemeClr val="dk1"/>
                </a:solidFill>
              </a:rPr>
              <a:t>	</a:t>
            </a:r>
            <a:r>
              <a:rPr lang="en-US" sz="2800" b="1" dirty="0" smtClean="0">
                <a:solidFill>
                  <a:schemeClr val="accent5"/>
                </a:solidFill>
              </a:rPr>
              <a:t>Solid </a:t>
            </a:r>
            <a:r>
              <a:rPr lang="en-US" sz="2800" b="1" dirty="0">
                <a:solidFill>
                  <a:schemeClr val="accent5"/>
                </a:solidFill>
              </a:rPr>
              <a:t>Performance</a:t>
            </a:r>
            <a:r>
              <a:rPr lang="en-US" sz="2800" dirty="0">
                <a:solidFill>
                  <a:schemeClr val="accent5"/>
                </a:solidFill>
              </a:rPr>
              <a:t> </a:t>
            </a:r>
            <a:r>
              <a:rPr lang="en-US" sz="2800" dirty="0">
                <a:solidFill>
                  <a:schemeClr val="dk1"/>
                </a:solidFill>
              </a:rPr>
              <a:t>(2-3% increase)</a:t>
            </a:r>
          </a:p>
          <a:p>
            <a:pPr marL="171450" lvl="0" indent="-171450">
              <a:buFont typeface="Arial" pitchFamily="34" charset="0"/>
              <a:buChar char="•"/>
            </a:pPr>
            <a:r>
              <a:rPr lang="en-US" sz="2800" dirty="0">
                <a:solidFill>
                  <a:schemeClr val="dk1"/>
                </a:solidFill>
              </a:rPr>
              <a:t>Overall score of 3.0 and </a:t>
            </a:r>
            <a:r>
              <a:rPr lang="en-US" sz="2800" dirty="0" smtClean="0">
                <a:solidFill>
                  <a:schemeClr val="dk1"/>
                </a:solidFill>
              </a:rPr>
              <a:t>above</a:t>
            </a:r>
          </a:p>
          <a:p>
            <a:pPr marL="0" lvl="0" indent="0"/>
            <a:r>
              <a:rPr lang="en-US" sz="2800" b="1" dirty="0">
                <a:solidFill>
                  <a:schemeClr val="dk1"/>
                </a:solidFill>
              </a:rPr>
              <a:t>	</a:t>
            </a:r>
            <a:r>
              <a:rPr lang="en-US" sz="2800" b="1" dirty="0" smtClean="0"/>
              <a:t>Satisfactory</a:t>
            </a:r>
            <a:r>
              <a:rPr lang="en-US" sz="2800" dirty="0" smtClean="0">
                <a:solidFill>
                  <a:schemeClr val="dk1"/>
                </a:solidFill>
              </a:rPr>
              <a:t> </a:t>
            </a:r>
            <a:r>
              <a:rPr lang="en-US" sz="2800" dirty="0">
                <a:solidFill>
                  <a:schemeClr val="dk1"/>
                </a:solidFill>
              </a:rPr>
              <a:t>(1-2%)</a:t>
            </a:r>
          </a:p>
          <a:p>
            <a:pPr marL="171450" lvl="0" indent="-171450">
              <a:buFont typeface="Arial" pitchFamily="34" charset="0"/>
              <a:buChar char="•"/>
            </a:pPr>
            <a:r>
              <a:rPr lang="en-US" sz="2800" dirty="0">
                <a:solidFill>
                  <a:schemeClr val="dk1"/>
                </a:solidFill>
              </a:rPr>
              <a:t>Overall score of 3.0 and below* </a:t>
            </a:r>
            <a:endParaRPr lang="en-US" sz="2800" dirty="0" smtClean="0">
              <a:solidFill>
                <a:schemeClr val="dk1"/>
              </a:solidFill>
            </a:endParaRPr>
          </a:p>
          <a:p>
            <a:pPr marL="0" lvl="0" indent="0"/>
            <a:r>
              <a:rPr lang="en-US" sz="2800" b="1" dirty="0">
                <a:solidFill>
                  <a:schemeClr val="dk1"/>
                </a:solidFill>
              </a:rPr>
              <a:t>	</a:t>
            </a:r>
            <a:r>
              <a:rPr lang="en-US" sz="2800" b="1" dirty="0" smtClean="0">
                <a:solidFill>
                  <a:schemeClr val="accent2"/>
                </a:solidFill>
              </a:rPr>
              <a:t>Needs </a:t>
            </a:r>
            <a:r>
              <a:rPr lang="en-US" sz="2800" b="1" dirty="0">
                <a:solidFill>
                  <a:schemeClr val="accent2"/>
                </a:solidFill>
              </a:rPr>
              <a:t>Improvem</a:t>
            </a:r>
            <a:r>
              <a:rPr lang="en-US" sz="2800" b="1" dirty="0">
                <a:solidFill>
                  <a:schemeClr val="dk1"/>
                </a:solidFill>
              </a:rPr>
              <a:t>ent</a:t>
            </a:r>
            <a:r>
              <a:rPr lang="en-US" sz="2800" dirty="0">
                <a:solidFill>
                  <a:schemeClr val="dk1"/>
                </a:solidFill>
              </a:rPr>
              <a:t> (0-1% increase)</a:t>
            </a:r>
          </a:p>
          <a:p>
            <a:pPr marL="800100" lvl="2" indent="0"/>
            <a:r>
              <a:rPr lang="en-US" dirty="0" smtClean="0">
                <a:solidFill>
                  <a:schemeClr val="dk1"/>
                </a:solidFill>
              </a:rPr>
              <a:t>*</a:t>
            </a:r>
            <a:r>
              <a:rPr lang="en-US" dirty="0">
                <a:solidFill>
                  <a:schemeClr val="dk1"/>
                </a:solidFill>
              </a:rPr>
              <a:t>Supervisor must attach list of deficiencies and necessary corrective actions (performance improvement plan</a:t>
            </a:r>
            <a:r>
              <a:rPr lang="en-US" dirty="0" smtClean="0">
                <a:solidFill>
                  <a:schemeClr val="dk1"/>
                </a:solidFill>
              </a:rPr>
              <a:t>).</a:t>
            </a:r>
            <a:endParaRPr lang="en-US" dirty="0">
              <a:solidFill>
                <a:schemeClr val="dk1"/>
              </a:solidFill>
            </a:endParaRPr>
          </a:p>
        </p:txBody>
      </p:sp>
    </p:spTree>
    <p:extLst>
      <p:ext uri="{BB962C8B-B14F-4D97-AF65-F5344CB8AC3E}">
        <p14:creationId xmlns:p14="http://schemas.microsoft.com/office/powerpoint/2010/main" val="1248144617"/>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p:cNvSpPr>
            <a:spLocks noGrp="1"/>
          </p:cNvSpPr>
          <p:nvPr>
            <p:ph type="ctrTitle"/>
          </p:nvPr>
        </p:nvSpPr>
        <p:spPr>
          <a:xfrm>
            <a:off x="1441305" y="2176332"/>
            <a:ext cx="6500427" cy="2497267"/>
          </a:xfrm>
        </p:spPr>
        <p:txBody>
          <a:bodyPr>
            <a:normAutofit/>
          </a:bodyPr>
          <a:lstStyle/>
          <a:p>
            <a:pPr algn="ctr"/>
            <a:r>
              <a:rPr lang="en-US" sz="3200" dirty="0" smtClean="0"/>
              <a:t>2012 Goals &amp; Performance Evaluation Form:</a:t>
            </a:r>
            <a:r>
              <a:rPr lang="en-US" sz="4000" dirty="0" smtClean="0"/>
              <a:t/>
            </a:r>
            <a:br>
              <a:rPr lang="en-US" sz="4000" dirty="0" smtClean="0"/>
            </a:br>
            <a:r>
              <a:rPr lang="en-US" sz="4000" dirty="0" smtClean="0"/>
              <a:t> </a:t>
            </a:r>
            <a:br>
              <a:rPr lang="en-US" sz="4000" dirty="0" smtClean="0"/>
            </a:br>
            <a:r>
              <a:rPr lang="en-US" sz="3200" b="1" dirty="0" smtClean="0"/>
              <a:t>Section A. 2012 Goals Review</a:t>
            </a:r>
            <a:endParaRPr lang="en-US" sz="3200" b="1" dirty="0"/>
          </a:p>
        </p:txBody>
      </p:sp>
    </p:spTree>
    <p:extLst>
      <p:ext uri="{BB962C8B-B14F-4D97-AF65-F5344CB8AC3E}">
        <p14:creationId xmlns:p14="http://schemas.microsoft.com/office/powerpoint/2010/main" val="981991027"/>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type="body" sz="quarter" idx="15"/>
          </p:nvPr>
        </p:nvSpPr>
        <p:spPr>
          <a:xfrm>
            <a:off x="112315" y="1202268"/>
            <a:ext cx="2998278" cy="5113572"/>
          </a:xfrm>
        </p:spPr>
        <p:txBody>
          <a:bodyPr>
            <a:normAutofit fontScale="92500" lnSpcReduction="20000"/>
          </a:bodyPr>
          <a:lstStyle/>
          <a:p>
            <a:pPr>
              <a:buFont typeface="Arial" pitchFamily="34" charset="0"/>
              <a:buChar char="•"/>
            </a:pPr>
            <a:r>
              <a:rPr lang="en-US" dirty="0" smtClean="0"/>
              <a:t>Section A. Counts for </a:t>
            </a:r>
            <a:r>
              <a:rPr lang="en-US" b="1" dirty="0" smtClean="0">
                <a:solidFill>
                  <a:schemeClr val="accent1"/>
                </a:solidFill>
              </a:rPr>
              <a:t>75</a:t>
            </a:r>
            <a:r>
              <a:rPr lang="en-US" b="1" dirty="0">
                <a:solidFill>
                  <a:schemeClr val="accent1"/>
                </a:solidFill>
              </a:rPr>
              <a:t>%</a:t>
            </a:r>
            <a:r>
              <a:rPr lang="en-US" dirty="0"/>
              <a:t> </a:t>
            </a:r>
            <a:r>
              <a:rPr lang="en-US" dirty="0" smtClean="0"/>
              <a:t>of the </a:t>
            </a:r>
            <a:r>
              <a:rPr lang="en-US" dirty="0"/>
              <a:t>overall </a:t>
            </a:r>
            <a:r>
              <a:rPr lang="en-US" dirty="0" smtClean="0"/>
              <a:t>rating</a:t>
            </a:r>
          </a:p>
          <a:p>
            <a:pPr>
              <a:buFont typeface="Arial" pitchFamily="34" charset="0"/>
              <a:buChar char="•"/>
            </a:pPr>
            <a:endParaRPr lang="en-US" dirty="0"/>
          </a:p>
          <a:p>
            <a:pPr>
              <a:buFont typeface="Arial" pitchFamily="34" charset="0"/>
              <a:buChar char="•"/>
            </a:pPr>
            <a:r>
              <a:rPr lang="en-US" dirty="0" smtClean="0"/>
              <a:t>List </a:t>
            </a:r>
            <a:r>
              <a:rPr lang="en-US" b="1" dirty="0" smtClean="0">
                <a:solidFill>
                  <a:schemeClr val="accent1"/>
                </a:solidFill>
              </a:rPr>
              <a:t>3 </a:t>
            </a:r>
            <a:r>
              <a:rPr lang="en-US" b="1" u="sng" dirty="0" smtClean="0">
                <a:solidFill>
                  <a:schemeClr val="accent1"/>
                </a:solidFill>
              </a:rPr>
              <a:t>prioritized</a:t>
            </a:r>
            <a:r>
              <a:rPr lang="en-US" b="1" dirty="0" smtClean="0">
                <a:solidFill>
                  <a:schemeClr val="accent1"/>
                </a:solidFill>
              </a:rPr>
              <a:t> goals </a:t>
            </a:r>
            <a:r>
              <a:rPr lang="en-US" dirty="0" smtClean="0"/>
              <a:t>related to employee’s key job functions or specific role in supporting program/unit goals</a:t>
            </a:r>
          </a:p>
          <a:p>
            <a:pPr marL="0" indent="0"/>
            <a:endParaRPr lang="en-US" dirty="0" smtClean="0"/>
          </a:p>
          <a:p>
            <a:pPr>
              <a:buFont typeface="Arial" pitchFamily="34" charset="0"/>
              <a:buChar char="•"/>
            </a:pPr>
            <a:r>
              <a:rPr lang="en-US" dirty="0" smtClean="0"/>
              <a:t>Evaluate actual performance based on </a:t>
            </a:r>
            <a:r>
              <a:rPr lang="en-US" b="1" dirty="0" smtClean="0">
                <a:solidFill>
                  <a:schemeClr val="accent1"/>
                </a:solidFill>
              </a:rPr>
              <a:t>deliverables</a:t>
            </a:r>
            <a:r>
              <a:rPr lang="en-US" dirty="0" smtClean="0">
                <a:solidFill>
                  <a:schemeClr val="accent1"/>
                </a:solidFill>
              </a:rPr>
              <a:t> </a:t>
            </a:r>
            <a:r>
              <a:rPr lang="en-US" dirty="0" smtClean="0"/>
              <a:t>established in </a:t>
            </a:r>
            <a:r>
              <a:rPr lang="en-US" b="1" dirty="0" smtClean="0">
                <a:solidFill>
                  <a:schemeClr val="accent1"/>
                </a:solidFill>
              </a:rPr>
              <a:t>2012 Goals</a:t>
            </a:r>
            <a:r>
              <a:rPr lang="en-US" dirty="0" smtClean="0"/>
              <a:t> (if possible)</a:t>
            </a:r>
          </a:p>
        </p:txBody>
      </p:sp>
      <p:pic>
        <p:nvPicPr>
          <p:cNvPr id="6146" name="Picture 2"/>
          <p:cNvPicPr>
            <a:picLocks noChangeAspect="1" noChangeArrowheads="1"/>
          </p:cNvPicPr>
          <p:nvPr/>
        </p:nvPicPr>
        <p:blipFill rotWithShape="1">
          <a:blip r:embed="rId2">
            <a:extLst>
              <a:ext uri="{28A0092B-C50C-407E-A947-70E740481C1C}">
                <a14:useLocalDpi xmlns:a14="http://schemas.microsoft.com/office/drawing/2010/main" val="0"/>
              </a:ext>
            </a:extLst>
          </a:blip>
          <a:srcRect r="12993"/>
          <a:stretch/>
        </p:blipFill>
        <p:spPr bwMode="auto">
          <a:xfrm>
            <a:off x="3190876" y="745066"/>
            <a:ext cx="5585732" cy="543461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126317353"/>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ext Placeholder 8"/>
          <p:cNvSpPr>
            <a:spLocks noGrp="1"/>
          </p:cNvSpPr>
          <p:nvPr>
            <p:ph type="body" sz="quarter" idx="15"/>
          </p:nvPr>
        </p:nvSpPr>
        <p:spPr>
          <a:xfrm>
            <a:off x="122464" y="4403268"/>
            <a:ext cx="8923566" cy="1948548"/>
          </a:xfrm>
        </p:spPr>
        <p:txBody>
          <a:bodyPr>
            <a:noAutofit/>
          </a:bodyPr>
          <a:lstStyle/>
          <a:p>
            <a:pPr marL="0" indent="0"/>
            <a:r>
              <a:rPr lang="en-US" b="1" dirty="0">
                <a:solidFill>
                  <a:srgbClr val="FF0000"/>
                </a:solidFill>
              </a:rPr>
              <a:t>Note</a:t>
            </a:r>
            <a:r>
              <a:rPr lang="en-US" dirty="0">
                <a:solidFill>
                  <a:srgbClr val="FF0000"/>
                </a:solidFill>
              </a:rPr>
              <a:t>: In using this new format, you will need to adapt the goals from our earlier format to insert in this template. This is the new simplified standard for reporting and evaluating goals that we’ll be using for 2013 and beyond</a:t>
            </a:r>
            <a:r>
              <a:rPr lang="en-US" dirty="0" smtClean="0">
                <a:solidFill>
                  <a:srgbClr val="FF0000"/>
                </a:solidFill>
              </a:rPr>
              <a:t>.</a:t>
            </a:r>
            <a:endParaRPr lang="en-US" dirty="0">
              <a:solidFill>
                <a:srgbClr val="FF0000"/>
              </a:solidFill>
            </a:endParaRPr>
          </a:p>
        </p:txBody>
      </p:sp>
      <p:pic>
        <p:nvPicPr>
          <p:cNvPr id="5122"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364797" y="1543745"/>
            <a:ext cx="7607754" cy="26928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2" name="TextBox 11"/>
          <p:cNvSpPr txBox="1"/>
          <p:nvPr/>
        </p:nvSpPr>
        <p:spPr>
          <a:xfrm>
            <a:off x="1453243" y="2171700"/>
            <a:ext cx="3600450" cy="1169551"/>
          </a:xfrm>
          <a:prstGeom prst="rect">
            <a:avLst/>
          </a:prstGeom>
          <a:noFill/>
        </p:spPr>
        <p:txBody>
          <a:bodyPr wrap="square" rtlCol="0">
            <a:spAutoFit/>
          </a:bodyPr>
          <a:lstStyle/>
          <a:p>
            <a:r>
              <a:rPr lang="en-US" sz="1400" dirty="0" smtClean="0"/>
              <a:t>Support improved external communications. </a:t>
            </a:r>
          </a:p>
          <a:p>
            <a:pPr marL="285750" indent="-285750">
              <a:buFont typeface="Arial" pitchFamily="34" charset="0"/>
              <a:buChar char="•"/>
            </a:pPr>
            <a:r>
              <a:rPr lang="en-US" sz="1400" dirty="0" smtClean="0"/>
              <a:t>Raise awareness of the program at chapter and outside networking events. </a:t>
            </a:r>
          </a:p>
          <a:p>
            <a:pPr marL="285750" indent="-285750">
              <a:buFont typeface="Arial" pitchFamily="34" charset="0"/>
              <a:buChar char="•"/>
            </a:pPr>
            <a:r>
              <a:rPr lang="en-US" sz="1400" dirty="0" smtClean="0"/>
              <a:t>Promote the program through the blog and social media.</a:t>
            </a:r>
            <a:endParaRPr lang="en-US" sz="1400" dirty="0"/>
          </a:p>
        </p:txBody>
      </p:sp>
      <p:sp>
        <p:nvSpPr>
          <p:cNvPr id="13" name="TextBox 12"/>
          <p:cNvSpPr txBox="1"/>
          <p:nvPr/>
        </p:nvSpPr>
        <p:spPr>
          <a:xfrm>
            <a:off x="1436915" y="3698248"/>
            <a:ext cx="236764" cy="261610"/>
          </a:xfrm>
          <a:prstGeom prst="rect">
            <a:avLst/>
          </a:prstGeom>
          <a:noFill/>
        </p:spPr>
        <p:txBody>
          <a:bodyPr wrap="square" rtlCol="0">
            <a:spAutoFit/>
          </a:bodyPr>
          <a:lstStyle/>
          <a:p>
            <a:r>
              <a:rPr lang="en-US" sz="1100" dirty="0" smtClean="0"/>
              <a:t>X</a:t>
            </a:r>
            <a:endParaRPr lang="en-US" sz="1100" dirty="0"/>
          </a:p>
        </p:txBody>
      </p:sp>
      <p:sp>
        <p:nvSpPr>
          <p:cNvPr id="14" name="Rectangle 13"/>
          <p:cNvSpPr/>
          <p:nvPr/>
        </p:nvSpPr>
        <p:spPr>
          <a:xfrm>
            <a:off x="5241471" y="2171700"/>
            <a:ext cx="3543300" cy="1015663"/>
          </a:xfrm>
          <a:prstGeom prst="rect">
            <a:avLst/>
          </a:prstGeom>
        </p:spPr>
        <p:txBody>
          <a:bodyPr wrap="square">
            <a:spAutoFit/>
          </a:bodyPr>
          <a:lstStyle/>
          <a:p>
            <a:r>
              <a:rPr lang="en-US" sz="1200" dirty="0" smtClean="0"/>
              <a:t>Suzy attended 3 conferences and attended chapter events when travelling. Through her networking she fostered a strategic relationship with an important donor. She also greatly increased the program’s social media presence on Twitter and Facebook.</a:t>
            </a:r>
            <a:endParaRPr lang="en-US" sz="1200" dirty="0"/>
          </a:p>
        </p:txBody>
      </p:sp>
      <p:sp>
        <p:nvSpPr>
          <p:cNvPr id="17" name="Right Arrow 16"/>
          <p:cNvSpPr/>
          <p:nvPr/>
        </p:nvSpPr>
        <p:spPr>
          <a:xfrm>
            <a:off x="628649" y="3341251"/>
            <a:ext cx="736147" cy="407518"/>
          </a:xfrm>
          <a:prstGeom prst="rightArrow">
            <a:avLst/>
          </a:prstGeom>
        </p:spPr>
        <p:style>
          <a:lnRef idx="1">
            <a:schemeClr val="accent5"/>
          </a:lnRef>
          <a:fillRef idx="3">
            <a:schemeClr val="accent5"/>
          </a:fillRef>
          <a:effectRef idx="2">
            <a:schemeClr val="accent5"/>
          </a:effectRef>
          <a:fontRef idx="minor">
            <a:schemeClr val="lt1"/>
          </a:fontRef>
        </p:style>
        <p:txBody>
          <a:bodyPr rtlCol="0" anchor="ctr"/>
          <a:lstStyle/>
          <a:p>
            <a:pPr algn="ctr"/>
            <a:endParaRPr lang="en-US"/>
          </a:p>
        </p:txBody>
      </p:sp>
      <p:sp>
        <p:nvSpPr>
          <p:cNvPr id="20" name="TextBox 19"/>
          <p:cNvSpPr txBox="1"/>
          <p:nvPr/>
        </p:nvSpPr>
        <p:spPr>
          <a:xfrm>
            <a:off x="81642" y="3756936"/>
            <a:ext cx="1209675" cy="646331"/>
          </a:xfrm>
          <a:prstGeom prst="rect">
            <a:avLst/>
          </a:prstGeom>
          <a:noFill/>
        </p:spPr>
        <p:txBody>
          <a:bodyPr wrap="square" rtlCol="0">
            <a:spAutoFit/>
          </a:bodyPr>
          <a:lstStyle/>
          <a:p>
            <a:r>
              <a:rPr lang="en-US" sz="1200" b="1" dirty="0" smtClean="0">
                <a:solidFill>
                  <a:schemeClr val="accent5"/>
                </a:solidFill>
              </a:rPr>
              <a:t>Indicate strategic goals addressed.</a:t>
            </a:r>
            <a:endParaRPr lang="en-US" sz="1200" b="1" dirty="0">
              <a:solidFill>
                <a:schemeClr val="accent5"/>
              </a:solidFill>
            </a:endParaRPr>
          </a:p>
        </p:txBody>
      </p:sp>
      <p:sp>
        <p:nvSpPr>
          <p:cNvPr id="22" name="Right Arrow 21"/>
          <p:cNvSpPr/>
          <p:nvPr/>
        </p:nvSpPr>
        <p:spPr>
          <a:xfrm>
            <a:off x="628650" y="1821342"/>
            <a:ext cx="736147" cy="407518"/>
          </a:xfrm>
          <a:prstGeom prst="rightArrow">
            <a:avLst/>
          </a:prstGeom>
        </p:spPr>
        <p:style>
          <a:lnRef idx="1">
            <a:schemeClr val="accent5"/>
          </a:lnRef>
          <a:fillRef idx="3">
            <a:schemeClr val="accent5"/>
          </a:fillRef>
          <a:effectRef idx="2">
            <a:schemeClr val="accent5"/>
          </a:effectRef>
          <a:fontRef idx="minor">
            <a:schemeClr val="lt1"/>
          </a:fontRef>
        </p:style>
        <p:txBody>
          <a:bodyPr rtlCol="0" anchor="ctr"/>
          <a:lstStyle/>
          <a:p>
            <a:pPr algn="ctr"/>
            <a:endParaRPr lang="en-US"/>
          </a:p>
        </p:txBody>
      </p:sp>
      <p:sp>
        <p:nvSpPr>
          <p:cNvPr id="23" name="TextBox 22"/>
          <p:cNvSpPr txBox="1"/>
          <p:nvPr/>
        </p:nvSpPr>
        <p:spPr>
          <a:xfrm>
            <a:off x="81643" y="2237027"/>
            <a:ext cx="1283153" cy="830997"/>
          </a:xfrm>
          <a:prstGeom prst="rect">
            <a:avLst/>
          </a:prstGeom>
          <a:noFill/>
        </p:spPr>
        <p:txBody>
          <a:bodyPr wrap="square" rtlCol="0">
            <a:spAutoFit/>
          </a:bodyPr>
          <a:lstStyle/>
          <a:p>
            <a:r>
              <a:rPr lang="en-US" sz="1200" b="1" dirty="0" smtClean="0">
                <a:solidFill>
                  <a:schemeClr val="accent5"/>
                </a:solidFill>
              </a:rPr>
              <a:t>Enter employee’s 2012 goal and objectives (deliverables). </a:t>
            </a:r>
          </a:p>
        </p:txBody>
      </p:sp>
      <p:sp>
        <p:nvSpPr>
          <p:cNvPr id="24" name="Right Arrow 23"/>
          <p:cNvSpPr/>
          <p:nvPr/>
        </p:nvSpPr>
        <p:spPr>
          <a:xfrm>
            <a:off x="5805486" y="3494489"/>
            <a:ext cx="736147" cy="407518"/>
          </a:xfrm>
          <a:prstGeom prst="rightArrow">
            <a:avLst/>
          </a:prstGeom>
        </p:spPr>
        <p:style>
          <a:lnRef idx="1">
            <a:schemeClr val="accent5"/>
          </a:lnRef>
          <a:fillRef idx="3">
            <a:schemeClr val="accent5"/>
          </a:fillRef>
          <a:effectRef idx="2">
            <a:schemeClr val="accent5"/>
          </a:effectRef>
          <a:fontRef idx="minor">
            <a:schemeClr val="lt1"/>
          </a:fontRef>
        </p:style>
        <p:txBody>
          <a:bodyPr rtlCol="0" anchor="ctr"/>
          <a:lstStyle/>
          <a:p>
            <a:pPr algn="ctr"/>
            <a:endParaRPr lang="en-US"/>
          </a:p>
        </p:txBody>
      </p:sp>
      <p:sp>
        <p:nvSpPr>
          <p:cNvPr id="25" name="TextBox 24"/>
          <p:cNvSpPr txBox="1"/>
          <p:nvPr/>
        </p:nvSpPr>
        <p:spPr>
          <a:xfrm>
            <a:off x="5258479" y="3786779"/>
            <a:ext cx="1209675" cy="276999"/>
          </a:xfrm>
          <a:prstGeom prst="rect">
            <a:avLst/>
          </a:prstGeom>
          <a:noFill/>
        </p:spPr>
        <p:txBody>
          <a:bodyPr wrap="square" rtlCol="0">
            <a:spAutoFit/>
          </a:bodyPr>
          <a:lstStyle/>
          <a:p>
            <a:r>
              <a:rPr lang="en-US" sz="1200" b="1" dirty="0" smtClean="0">
                <a:solidFill>
                  <a:schemeClr val="accent5"/>
                </a:solidFill>
              </a:rPr>
              <a:t>Choose rating.</a:t>
            </a:r>
            <a:endParaRPr lang="en-US" sz="1200" b="1" dirty="0">
              <a:solidFill>
                <a:schemeClr val="accent5"/>
              </a:solidFill>
            </a:endParaRPr>
          </a:p>
        </p:txBody>
      </p:sp>
      <p:sp>
        <p:nvSpPr>
          <p:cNvPr id="21" name="Rectangle 20"/>
          <p:cNvSpPr/>
          <p:nvPr/>
        </p:nvSpPr>
        <p:spPr>
          <a:xfrm>
            <a:off x="5805486" y="3171849"/>
            <a:ext cx="3216729" cy="261610"/>
          </a:xfrm>
          <a:prstGeom prst="rect">
            <a:avLst/>
          </a:prstGeom>
        </p:spPr>
        <p:txBody>
          <a:bodyPr wrap="square">
            <a:spAutoFit/>
          </a:bodyPr>
          <a:lstStyle/>
          <a:p>
            <a:r>
              <a:rPr lang="en-US" sz="1100" b="1" dirty="0">
                <a:solidFill>
                  <a:schemeClr val="accent5"/>
                </a:solidFill>
              </a:rPr>
              <a:t>Describe employee’s actual 2012 performance.</a:t>
            </a:r>
          </a:p>
        </p:txBody>
      </p:sp>
      <p:sp>
        <p:nvSpPr>
          <p:cNvPr id="27" name="Right Arrow 26"/>
          <p:cNvSpPr/>
          <p:nvPr/>
        </p:nvSpPr>
        <p:spPr>
          <a:xfrm>
            <a:off x="5069339" y="3085714"/>
            <a:ext cx="736147" cy="407518"/>
          </a:xfrm>
          <a:prstGeom prst="rightArrow">
            <a:avLst/>
          </a:prstGeom>
        </p:spPr>
        <p:style>
          <a:lnRef idx="1">
            <a:schemeClr val="accent5"/>
          </a:lnRef>
          <a:fillRef idx="3">
            <a:schemeClr val="accent5"/>
          </a:fillRef>
          <a:effectRef idx="2">
            <a:schemeClr val="accent5"/>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59763399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3"/>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7"/>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0"/>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27"/>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21"/>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24"/>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2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animBg="1"/>
      <p:bldP spid="20" grpId="0"/>
      <p:bldP spid="22" grpId="0" animBg="1"/>
      <p:bldP spid="23" grpId="0"/>
      <p:bldP spid="24" grpId="0" animBg="1"/>
      <p:bldP spid="25" grpId="0"/>
      <p:bldP spid="21" grpId="0"/>
      <p:bldP spid="27"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p:cNvSpPr txBox="1">
            <a:spLocks/>
          </p:cNvSpPr>
          <p:nvPr/>
        </p:nvSpPr>
        <p:spPr>
          <a:xfrm>
            <a:off x="1441305" y="2176332"/>
            <a:ext cx="6500427" cy="2497267"/>
          </a:xfrm>
          <a:prstGeom prst="rect">
            <a:avLst/>
          </a:prstGeom>
        </p:spPr>
        <p:txBody>
          <a:bodyPr vert="horz" lIns="91440" tIns="45720" rIns="91440" bIns="45720" rtlCol="0" anchor="ctr">
            <a:normAutofit lnSpcReduction="10000"/>
          </a:bodyPr>
          <a:lstStyle>
            <a:lvl1pPr algn="ctr" defTabSz="457200" rtl="0" eaLnBrk="1" latinLnBrk="0" hangingPunct="1">
              <a:spcBef>
                <a:spcPct val="0"/>
              </a:spcBef>
              <a:buNone/>
              <a:defRPr sz="3600" kern="1200" baseline="0">
                <a:solidFill>
                  <a:schemeClr val="accent2"/>
                </a:solidFill>
                <a:latin typeface="Memphis"/>
                <a:ea typeface="+mj-ea"/>
                <a:cs typeface="Memphis"/>
              </a:defRPr>
            </a:lvl1pPr>
          </a:lstStyle>
          <a:p>
            <a:r>
              <a:rPr lang="en-US" sz="3200" dirty="0" smtClean="0"/>
              <a:t>2012 Goals &amp; Performance Evaluation Form:</a:t>
            </a:r>
            <a:r>
              <a:rPr lang="en-US" sz="4000" dirty="0" smtClean="0"/>
              <a:t/>
            </a:r>
            <a:br>
              <a:rPr lang="en-US" sz="4000" dirty="0" smtClean="0"/>
            </a:br>
            <a:r>
              <a:rPr lang="en-US" sz="4000" dirty="0" smtClean="0"/>
              <a:t> </a:t>
            </a:r>
            <a:br>
              <a:rPr lang="en-US" sz="4000" dirty="0" smtClean="0"/>
            </a:br>
            <a:r>
              <a:rPr lang="en-US" sz="3200" b="1" dirty="0" smtClean="0"/>
              <a:t>Section B. Performance Expectations</a:t>
            </a:r>
            <a:endParaRPr lang="en-US" sz="3200" b="1" dirty="0"/>
          </a:p>
        </p:txBody>
      </p:sp>
    </p:spTree>
    <p:extLst>
      <p:ext uri="{BB962C8B-B14F-4D97-AF65-F5344CB8AC3E}">
        <p14:creationId xmlns:p14="http://schemas.microsoft.com/office/powerpoint/2010/main" val="2956333694"/>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Placeholder 4"/>
          <p:cNvSpPr>
            <a:spLocks noGrp="1"/>
          </p:cNvSpPr>
          <p:nvPr>
            <p:ph type="body" sz="quarter" idx="15"/>
          </p:nvPr>
        </p:nvSpPr>
        <p:spPr>
          <a:xfrm>
            <a:off x="228600" y="1176867"/>
            <a:ext cx="2829840" cy="5138972"/>
          </a:xfrm>
        </p:spPr>
        <p:txBody>
          <a:bodyPr>
            <a:normAutofit fontScale="62500" lnSpcReduction="20000"/>
          </a:bodyPr>
          <a:lstStyle/>
          <a:p>
            <a:pPr marL="0" indent="0"/>
            <a:r>
              <a:rPr lang="en-US" dirty="0"/>
              <a:t>Counts for </a:t>
            </a:r>
            <a:r>
              <a:rPr lang="en-US" b="1" dirty="0">
                <a:solidFill>
                  <a:schemeClr val="accent1"/>
                </a:solidFill>
              </a:rPr>
              <a:t>25%</a:t>
            </a:r>
            <a:r>
              <a:rPr lang="en-US" dirty="0"/>
              <a:t> of overall rating</a:t>
            </a:r>
          </a:p>
          <a:p>
            <a:pPr marL="0" indent="0"/>
            <a:endParaRPr lang="en-US" b="1" dirty="0" smtClean="0">
              <a:solidFill>
                <a:schemeClr val="accent2"/>
              </a:solidFill>
            </a:endParaRPr>
          </a:p>
          <a:p>
            <a:pPr marL="457200" indent="-457200">
              <a:buFont typeface="+mj-lt"/>
              <a:buAutoNum type="arabicPeriod"/>
            </a:pPr>
            <a:r>
              <a:rPr lang="en-US" b="1" dirty="0" smtClean="0">
                <a:solidFill>
                  <a:schemeClr val="accent2"/>
                </a:solidFill>
              </a:rPr>
              <a:t>Financial Management</a:t>
            </a:r>
          </a:p>
          <a:p>
            <a:pPr marL="0" indent="0"/>
            <a:endParaRPr lang="en-US" b="1" dirty="0" smtClean="0">
              <a:solidFill>
                <a:schemeClr val="accent2"/>
              </a:solidFill>
            </a:endParaRPr>
          </a:p>
          <a:p>
            <a:pPr marL="0" indent="0"/>
            <a:r>
              <a:rPr lang="en-US" b="1" dirty="0" smtClean="0">
                <a:solidFill>
                  <a:schemeClr val="accent2"/>
                </a:solidFill>
              </a:rPr>
              <a:t>2. 	Time Management</a:t>
            </a:r>
          </a:p>
          <a:p>
            <a:pPr marL="0" indent="0"/>
            <a:endParaRPr lang="en-US" b="1" dirty="0" smtClean="0">
              <a:solidFill>
                <a:schemeClr val="accent2"/>
              </a:solidFill>
            </a:endParaRPr>
          </a:p>
          <a:p>
            <a:pPr marL="0" indent="0"/>
            <a:r>
              <a:rPr lang="en-US" b="1" dirty="0" smtClean="0">
                <a:solidFill>
                  <a:schemeClr val="accent2"/>
                </a:solidFill>
              </a:rPr>
              <a:t>3.	Internal &amp; External 	Communication</a:t>
            </a:r>
          </a:p>
          <a:p>
            <a:pPr marL="0" indent="0"/>
            <a:endParaRPr lang="en-US" b="1" dirty="0" smtClean="0">
              <a:solidFill>
                <a:schemeClr val="accent2"/>
              </a:solidFill>
            </a:endParaRPr>
          </a:p>
          <a:p>
            <a:pPr marL="0" indent="0"/>
            <a:r>
              <a:rPr lang="en-US" b="1" dirty="0" smtClean="0">
                <a:solidFill>
                  <a:schemeClr val="accent2"/>
                </a:solidFill>
              </a:rPr>
              <a:t>4.	Problem Solving</a:t>
            </a:r>
          </a:p>
          <a:p>
            <a:pPr marL="0" indent="0"/>
            <a:endParaRPr lang="en-US" b="1" dirty="0" smtClean="0">
              <a:solidFill>
                <a:schemeClr val="accent2"/>
              </a:solidFill>
            </a:endParaRPr>
          </a:p>
          <a:p>
            <a:pPr marL="0" indent="0"/>
            <a:r>
              <a:rPr lang="en-US" b="1" dirty="0" smtClean="0">
                <a:solidFill>
                  <a:schemeClr val="accent2"/>
                </a:solidFill>
              </a:rPr>
              <a:t>5.	Accountability</a:t>
            </a:r>
          </a:p>
          <a:p>
            <a:pPr marL="0" indent="0"/>
            <a:endParaRPr lang="en-US" b="1" dirty="0" smtClean="0">
              <a:solidFill>
                <a:schemeClr val="accent2"/>
              </a:solidFill>
            </a:endParaRPr>
          </a:p>
          <a:p>
            <a:pPr marL="0" indent="0"/>
            <a:r>
              <a:rPr lang="en-US" b="1" dirty="0" smtClean="0">
                <a:solidFill>
                  <a:schemeClr val="accent2"/>
                </a:solidFill>
              </a:rPr>
              <a:t>6. 	Personal &amp; 	Professional 	Development</a:t>
            </a:r>
          </a:p>
          <a:p>
            <a:pPr marL="457200" indent="-457200">
              <a:buFont typeface="+mj-lt"/>
              <a:buAutoNum type="arabicPeriod"/>
            </a:pPr>
            <a:endParaRPr lang="en-US" b="1" dirty="0" smtClean="0">
              <a:solidFill>
                <a:schemeClr val="accent2"/>
              </a:solidFill>
            </a:endParaRPr>
          </a:p>
          <a:p>
            <a:pPr marL="0" indent="0"/>
            <a:r>
              <a:rPr lang="en-US" b="1" dirty="0" smtClean="0">
                <a:solidFill>
                  <a:schemeClr val="accent2"/>
                </a:solidFill>
              </a:rPr>
              <a:t>7. 	Supervisory Functions 	</a:t>
            </a:r>
            <a:r>
              <a:rPr lang="en-US" b="1" i="1" dirty="0" smtClean="0">
                <a:solidFill>
                  <a:schemeClr val="accent2"/>
                </a:solidFill>
              </a:rPr>
              <a:t>(if applicable)</a:t>
            </a:r>
          </a:p>
          <a:p>
            <a:endParaRPr lang="en-US" dirty="0"/>
          </a:p>
        </p:txBody>
      </p:sp>
      <p:pic>
        <p:nvPicPr>
          <p:cNvPr id="7170" name="Picture 2"/>
          <p:cNvPicPr>
            <a:picLocks noChangeAspect="1" noChangeArrowheads="1"/>
          </p:cNvPicPr>
          <p:nvPr/>
        </p:nvPicPr>
        <p:blipFill rotWithShape="1">
          <a:blip r:embed="rId2">
            <a:extLst>
              <a:ext uri="{28A0092B-C50C-407E-A947-70E740481C1C}">
                <a14:useLocalDpi xmlns:a14="http://schemas.microsoft.com/office/drawing/2010/main" val="0"/>
              </a:ext>
            </a:extLst>
          </a:blip>
          <a:srcRect r="15259" b="27114"/>
          <a:stretch/>
        </p:blipFill>
        <p:spPr bwMode="auto">
          <a:xfrm>
            <a:off x="3461657" y="821267"/>
            <a:ext cx="5445276" cy="547339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6" name="Oval 5"/>
          <p:cNvSpPr/>
          <p:nvPr/>
        </p:nvSpPr>
        <p:spPr>
          <a:xfrm>
            <a:off x="7682594" y="1983921"/>
            <a:ext cx="971550" cy="367393"/>
          </a:xfrm>
          <a:prstGeom prst="ellipse">
            <a:avLst/>
          </a:prstGeom>
          <a:noFill/>
        </p:spPr>
        <p:style>
          <a:lnRef idx="2">
            <a:schemeClr val="accent1"/>
          </a:lnRef>
          <a:fillRef idx="1">
            <a:schemeClr val="lt1"/>
          </a:fillRef>
          <a:effectRef idx="0">
            <a:schemeClr val="accent1"/>
          </a:effectRef>
          <a:fontRef idx="minor">
            <a:schemeClr val="dk1"/>
          </a:fontRef>
        </p:style>
        <p:txBody>
          <a:bodyPr rtlCol="0" anchor="ctr"/>
          <a:lstStyle/>
          <a:p>
            <a:pPr algn="ctr"/>
            <a:endParaRPr lang="en-US"/>
          </a:p>
        </p:txBody>
      </p:sp>
    </p:spTree>
    <p:extLst>
      <p:ext uri="{BB962C8B-B14F-4D97-AF65-F5344CB8AC3E}">
        <p14:creationId xmlns:p14="http://schemas.microsoft.com/office/powerpoint/2010/main" val="342385718"/>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p:cNvSpPr>
            <a:spLocks noGrp="1"/>
          </p:cNvSpPr>
          <p:nvPr>
            <p:ph type="ctrTitle"/>
          </p:nvPr>
        </p:nvSpPr>
        <p:spPr>
          <a:xfrm>
            <a:off x="1441305" y="2176332"/>
            <a:ext cx="6500427" cy="2497267"/>
          </a:xfrm>
        </p:spPr>
        <p:txBody>
          <a:bodyPr>
            <a:normAutofit fontScale="90000"/>
          </a:bodyPr>
          <a:lstStyle/>
          <a:p>
            <a:pPr algn="ctr"/>
            <a:r>
              <a:rPr lang="en-US" sz="3200" dirty="0" smtClean="0"/>
              <a:t>2013 Performance Goals &amp; Expectations:</a:t>
            </a:r>
            <a:r>
              <a:rPr lang="en-US" sz="4000" dirty="0" smtClean="0"/>
              <a:t/>
            </a:r>
            <a:br>
              <a:rPr lang="en-US" sz="4000" dirty="0" smtClean="0"/>
            </a:br>
            <a:r>
              <a:rPr lang="en-US" sz="4000" dirty="0" smtClean="0"/>
              <a:t> </a:t>
            </a:r>
            <a:br>
              <a:rPr lang="en-US" sz="4000" dirty="0" smtClean="0"/>
            </a:br>
            <a:r>
              <a:rPr lang="en-US" sz="3200" b="1" dirty="0" smtClean="0"/>
              <a:t>Section A. Goals &amp; Key Job Functions</a:t>
            </a:r>
            <a:endParaRPr lang="en-US" sz="3200" b="1" dirty="0"/>
          </a:p>
        </p:txBody>
      </p:sp>
    </p:spTree>
    <p:extLst>
      <p:ext uri="{BB962C8B-B14F-4D97-AF65-F5344CB8AC3E}">
        <p14:creationId xmlns:p14="http://schemas.microsoft.com/office/powerpoint/2010/main" val="4013917901"/>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219"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36763" y="1434632"/>
            <a:ext cx="7493303" cy="48517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9" name="Oval 8"/>
          <p:cNvSpPr/>
          <p:nvPr/>
        </p:nvSpPr>
        <p:spPr>
          <a:xfrm>
            <a:off x="3135086" y="3710668"/>
            <a:ext cx="2343149" cy="367393"/>
          </a:xfrm>
          <a:prstGeom prst="ellipse">
            <a:avLst/>
          </a:prstGeom>
          <a:noFill/>
        </p:spPr>
        <p:style>
          <a:lnRef idx="2">
            <a:schemeClr val="accent1"/>
          </a:lnRef>
          <a:fillRef idx="1">
            <a:schemeClr val="lt1"/>
          </a:fillRef>
          <a:effectRef idx="0">
            <a:schemeClr val="accent1"/>
          </a:effectRef>
          <a:fontRef idx="minor">
            <a:schemeClr val="dk1"/>
          </a:fontRef>
        </p:style>
        <p:txBody>
          <a:bodyPr rtlCol="0" anchor="ctr"/>
          <a:lstStyle/>
          <a:p>
            <a:pPr algn="ctr"/>
            <a:endParaRPr lang="en-US"/>
          </a:p>
        </p:txBody>
      </p:sp>
      <p:sp>
        <p:nvSpPr>
          <p:cNvPr id="10" name="Oval 9"/>
          <p:cNvSpPr/>
          <p:nvPr/>
        </p:nvSpPr>
        <p:spPr>
          <a:xfrm>
            <a:off x="6047016" y="3721553"/>
            <a:ext cx="1019174" cy="367393"/>
          </a:xfrm>
          <a:prstGeom prst="ellipse">
            <a:avLst/>
          </a:prstGeom>
          <a:noFill/>
        </p:spPr>
        <p:style>
          <a:lnRef idx="2">
            <a:schemeClr val="accent1"/>
          </a:lnRef>
          <a:fillRef idx="1">
            <a:schemeClr val="lt1"/>
          </a:fillRef>
          <a:effectRef idx="0">
            <a:schemeClr val="accent1"/>
          </a:effectRef>
          <a:fontRef idx="minor">
            <a:schemeClr val="dk1"/>
          </a:fontRef>
        </p:style>
        <p:txBody>
          <a:bodyPr rtlCol="0" anchor="ctr"/>
          <a:lstStyle/>
          <a:p>
            <a:pPr algn="ctr"/>
            <a:endParaRPr lang="en-US"/>
          </a:p>
        </p:txBody>
      </p:sp>
      <p:sp>
        <p:nvSpPr>
          <p:cNvPr id="11" name="Oval 10"/>
          <p:cNvSpPr/>
          <p:nvPr/>
        </p:nvSpPr>
        <p:spPr>
          <a:xfrm>
            <a:off x="236764" y="5340804"/>
            <a:ext cx="1551215" cy="300717"/>
          </a:xfrm>
          <a:prstGeom prst="ellipse">
            <a:avLst/>
          </a:prstGeom>
          <a:noFill/>
        </p:spPr>
        <p:style>
          <a:lnRef idx="2">
            <a:schemeClr val="accent1"/>
          </a:lnRef>
          <a:fillRef idx="1">
            <a:schemeClr val="lt1"/>
          </a:fillRef>
          <a:effectRef idx="0">
            <a:schemeClr val="accent1"/>
          </a:effectRef>
          <a:fontRef idx="minor">
            <a:schemeClr val="dk1"/>
          </a:fontRef>
        </p:style>
        <p:txBody>
          <a:bodyPr rtlCol="0" anchor="ctr"/>
          <a:lstStyle/>
          <a:p>
            <a:pPr algn="ctr"/>
            <a:endParaRPr lang="en-US"/>
          </a:p>
        </p:txBody>
      </p:sp>
      <p:sp>
        <p:nvSpPr>
          <p:cNvPr id="6" name="TextBox 5"/>
          <p:cNvSpPr txBox="1"/>
          <p:nvPr/>
        </p:nvSpPr>
        <p:spPr>
          <a:xfrm>
            <a:off x="385770" y="4088946"/>
            <a:ext cx="2656937" cy="1015663"/>
          </a:xfrm>
          <a:prstGeom prst="rect">
            <a:avLst/>
          </a:prstGeom>
          <a:noFill/>
        </p:spPr>
        <p:txBody>
          <a:bodyPr wrap="square" rtlCol="0">
            <a:spAutoFit/>
          </a:bodyPr>
          <a:lstStyle/>
          <a:p>
            <a:r>
              <a:rPr lang="en-US" sz="1200" dirty="0"/>
              <a:t>Support continued improvement of external communication and promotion. Raise awareness and foster relationships with donors and key contacts.</a:t>
            </a:r>
          </a:p>
        </p:txBody>
      </p:sp>
      <p:sp>
        <p:nvSpPr>
          <p:cNvPr id="7" name="TextBox 6"/>
          <p:cNvSpPr txBox="1"/>
          <p:nvPr/>
        </p:nvSpPr>
        <p:spPr>
          <a:xfrm>
            <a:off x="3042707" y="4066023"/>
            <a:ext cx="2762100" cy="1277273"/>
          </a:xfrm>
          <a:prstGeom prst="rect">
            <a:avLst/>
          </a:prstGeom>
          <a:noFill/>
        </p:spPr>
        <p:txBody>
          <a:bodyPr wrap="square" rtlCol="0">
            <a:spAutoFit/>
          </a:bodyPr>
          <a:lstStyle/>
          <a:p>
            <a:pPr marL="171450" lvl="0" indent="-171450">
              <a:buFont typeface="Arial" pitchFamily="34" charset="0"/>
              <a:buChar char="•"/>
            </a:pPr>
            <a:r>
              <a:rPr lang="en-US" sz="1100" dirty="0"/>
              <a:t>Attend at least 5 strategic events, at least 2 within the Partners network.</a:t>
            </a:r>
          </a:p>
          <a:p>
            <a:pPr marL="171450" lvl="0" indent="-171450">
              <a:buFont typeface="Arial" pitchFamily="34" charset="0"/>
              <a:buChar char="•"/>
            </a:pPr>
            <a:r>
              <a:rPr lang="en-US" sz="1100" dirty="0"/>
              <a:t>Create system/database to track communication with chapter leaders, donors and other key contacts.</a:t>
            </a:r>
          </a:p>
          <a:p>
            <a:pPr marL="171450" indent="-171450">
              <a:buFont typeface="Arial" pitchFamily="34" charset="0"/>
              <a:buChar char="•"/>
            </a:pPr>
            <a:r>
              <a:rPr lang="en-US" sz="1100" dirty="0"/>
              <a:t>Represent and promote the program with at least one presentation or publication</a:t>
            </a:r>
          </a:p>
        </p:txBody>
      </p:sp>
      <p:sp>
        <p:nvSpPr>
          <p:cNvPr id="8" name="TextBox 7"/>
          <p:cNvSpPr txBox="1"/>
          <p:nvPr/>
        </p:nvSpPr>
        <p:spPr>
          <a:xfrm>
            <a:off x="5804808" y="4066023"/>
            <a:ext cx="1698172" cy="1615827"/>
          </a:xfrm>
          <a:prstGeom prst="rect">
            <a:avLst/>
          </a:prstGeom>
          <a:noFill/>
        </p:spPr>
        <p:txBody>
          <a:bodyPr wrap="square" rtlCol="0">
            <a:spAutoFit/>
          </a:bodyPr>
          <a:lstStyle/>
          <a:p>
            <a:pPr marL="171450" lvl="0" indent="-171450">
              <a:buFont typeface="Arial" pitchFamily="34" charset="0"/>
              <a:buChar char="•"/>
            </a:pPr>
            <a:r>
              <a:rPr lang="en-US" sz="1100" dirty="0"/>
              <a:t>Events: Approximately 1-2 events per quarter.</a:t>
            </a:r>
          </a:p>
          <a:p>
            <a:pPr marL="171450" lvl="0" indent="-171450">
              <a:buFont typeface="Arial" pitchFamily="34" charset="0"/>
              <a:buChar char="•"/>
            </a:pPr>
            <a:r>
              <a:rPr lang="en-US" sz="1100" dirty="0"/>
              <a:t>Database: Present plan to team by March. Implementation to begin by August.</a:t>
            </a:r>
          </a:p>
          <a:p>
            <a:pPr marL="171450" indent="-171450">
              <a:buFont typeface="Arial" pitchFamily="34" charset="0"/>
              <a:buChar char="•"/>
            </a:pPr>
            <a:r>
              <a:rPr lang="en-US" sz="1100" dirty="0"/>
              <a:t>Presentation or publication: By the end of the year.</a:t>
            </a:r>
          </a:p>
        </p:txBody>
      </p:sp>
      <p:sp>
        <p:nvSpPr>
          <p:cNvPr id="12" name="TextBox 11"/>
          <p:cNvSpPr txBox="1"/>
          <p:nvPr/>
        </p:nvSpPr>
        <p:spPr>
          <a:xfrm>
            <a:off x="1712728" y="5336733"/>
            <a:ext cx="237068" cy="276999"/>
          </a:xfrm>
          <a:prstGeom prst="rect">
            <a:avLst/>
          </a:prstGeom>
          <a:noFill/>
        </p:spPr>
        <p:txBody>
          <a:bodyPr wrap="square" rtlCol="0">
            <a:spAutoFit/>
          </a:bodyPr>
          <a:lstStyle/>
          <a:p>
            <a:r>
              <a:rPr lang="en-US" sz="1200" b="1" dirty="0" smtClean="0"/>
              <a:t>x</a:t>
            </a:r>
            <a:endParaRPr lang="en-US" sz="1200" b="1" dirty="0"/>
          </a:p>
        </p:txBody>
      </p:sp>
      <p:sp>
        <p:nvSpPr>
          <p:cNvPr id="13" name="TextBox 12"/>
          <p:cNvSpPr txBox="1"/>
          <p:nvPr/>
        </p:nvSpPr>
        <p:spPr>
          <a:xfrm>
            <a:off x="1704564" y="5486202"/>
            <a:ext cx="237068" cy="276999"/>
          </a:xfrm>
          <a:prstGeom prst="rect">
            <a:avLst/>
          </a:prstGeom>
          <a:noFill/>
        </p:spPr>
        <p:txBody>
          <a:bodyPr wrap="square" rtlCol="0">
            <a:spAutoFit/>
          </a:bodyPr>
          <a:lstStyle/>
          <a:p>
            <a:r>
              <a:rPr lang="en-US" sz="1200" b="1" dirty="0" smtClean="0"/>
              <a:t>x</a:t>
            </a:r>
            <a:endParaRPr lang="en-US" sz="1200" b="1" dirty="0"/>
          </a:p>
        </p:txBody>
      </p:sp>
    </p:spTree>
    <p:extLst>
      <p:ext uri="{BB962C8B-B14F-4D97-AF65-F5344CB8AC3E}">
        <p14:creationId xmlns:p14="http://schemas.microsoft.com/office/powerpoint/2010/main" val="3300762288"/>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p:cNvSpPr>
            <a:spLocks noGrp="1"/>
          </p:cNvSpPr>
          <p:nvPr>
            <p:ph type="ctrTitle"/>
          </p:nvPr>
        </p:nvSpPr>
        <p:spPr>
          <a:xfrm>
            <a:off x="1441305" y="2176332"/>
            <a:ext cx="6500427" cy="2497267"/>
          </a:xfrm>
        </p:spPr>
        <p:txBody>
          <a:bodyPr>
            <a:normAutofit fontScale="90000"/>
          </a:bodyPr>
          <a:lstStyle/>
          <a:p>
            <a:pPr algn="ctr"/>
            <a:r>
              <a:rPr lang="en-US" sz="3200" dirty="0" smtClean="0"/>
              <a:t>2013 Performance Goals &amp; Expectations:</a:t>
            </a:r>
            <a:r>
              <a:rPr lang="en-US" sz="4000" dirty="0" smtClean="0"/>
              <a:t/>
            </a:r>
            <a:br>
              <a:rPr lang="en-US" sz="4000" dirty="0" smtClean="0"/>
            </a:br>
            <a:r>
              <a:rPr lang="en-US" sz="4000" dirty="0" smtClean="0"/>
              <a:t> </a:t>
            </a:r>
            <a:br>
              <a:rPr lang="en-US" sz="4000" dirty="0" smtClean="0"/>
            </a:br>
            <a:r>
              <a:rPr lang="en-US" sz="3200" b="1" dirty="0" smtClean="0"/>
              <a:t>Section B. Performance Expectations</a:t>
            </a:r>
            <a:endParaRPr lang="en-US" sz="3200" b="1" dirty="0"/>
          </a:p>
        </p:txBody>
      </p:sp>
    </p:spTree>
    <p:extLst>
      <p:ext uri="{BB962C8B-B14F-4D97-AF65-F5344CB8AC3E}">
        <p14:creationId xmlns:p14="http://schemas.microsoft.com/office/powerpoint/2010/main" val="1998927871"/>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42"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11023" y="1166161"/>
            <a:ext cx="7847177" cy="519334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3" name="Rectangle 2"/>
          <p:cNvSpPr/>
          <p:nvPr/>
        </p:nvSpPr>
        <p:spPr>
          <a:xfrm>
            <a:off x="749045" y="1628507"/>
            <a:ext cx="4071668" cy="954107"/>
          </a:xfrm>
          <a:prstGeom prst="rect">
            <a:avLst/>
          </a:prstGeom>
        </p:spPr>
        <p:txBody>
          <a:bodyPr wrap="square">
            <a:spAutoFit/>
          </a:bodyPr>
          <a:lstStyle/>
          <a:p>
            <a:pPr marL="285750" lvl="0" indent="-285750">
              <a:buFont typeface="Arial" pitchFamily="34" charset="0"/>
              <a:buChar char="•"/>
            </a:pPr>
            <a:r>
              <a:rPr lang="en-US" sz="1400" dirty="0"/>
              <a:t>Attend and participate in all monthly F&amp;A meetings. </a:t>
            </a:r>
          </a:p>
          <a:p>
            <a:pPr marL="285750" indent="-285750">
              <a:buFont typeface="Arial" pitchFamily="34" charset="0"/>
              <a:buChar char="•"/>
            </a:pPr>
            <a:r>
              <a:rPr lang="en-US" sz="1400" dirty="0"/>
              <a:t>Learn about budget management and assist </a:t>
            </a:r>
            <a:endParaRPr lang="en-US" sz="1400" dirty="0" smtClean="0"/>
          </a:p>
          <a:p>
            <a:r>
              <a:rPr lang="en-US" sz="1400" dirty="0"/>
              <a:t> </a:t>
            </a:r>
            <a:r>
              <a:rPr lang="en-US" sz="1400" dirty="0" smtClean="0"/>
              <a:t>       with budget </a:t>
            </a:r>
            <a:r>
              <a:rPr lang="en-US" sz="1400" dirty="0"/>
              <a:t>development for proposals.</a:t>
            </a:r>
          </a:p>
        </p:txBody>
      </p:sp>
      <p:sp>
        <p:nvSpPr>
          <p:cNvPr id="4" name="Rectangle 3"/>
          <p:cNvSpPr/>
          <p:nvPr/>
        </p:nvSpPr>
        <p:spPr>
          <a:xfrm>
            <a:off x="4534610" y="1628506"/>
            <a:ext cx="3923589" cy="954107"/>
          </a:xfrm>
          <a:prstGeom prst="rect">
            <a:avLst/>
          </a:prstGeom>
        </p:spPr>
        <p:txBody>
          <a:bodyPr wrap="square">
            <a:spAutoFit/>
          </a:bodyPr>
          <a:lstStyle/>
          <a:p>
            <a:pPr marL="285750" lvl="0" indent="-285750">
              <a:buFont typeface="Arial" pitchFamily="34" charset="0"/>
              <a:buChar char="•"/>
            </a:pPr>
            <a:r>
              <a:rPr lang="en-US" sz="1400" dirty="0"/>
              <a:t>Ensure individual volunteer placement targets are met each quarter.</a:t>
            </a:r>
          </a:p>
          <a:p>
            <a:pPr marL="285750" indent="-285750">
              <a:buFont typeface="Arial" pitchFamily="34" charset="0"/>
              <a:buChar char="•"/>
            </a:pPr>
            <a:r>
              <a:rPr lang="en-US" sz="1400" dirty="0"/>
              <a:t>Able to prioritize and complete all work in a timely manner.</a:t>
            </a:r>
          </a:p>
        </p:txBody>
      </p:sp>
      <p:sp>
        <p:nvSpPr>
          <p:cNvPr id="5" name="Rectangle 4"/>
          <p:cNvSpPr/>
          <p:nvPr/>
        </p:nvSpPr>
        <p:spPr>
          <a:xfrm>
            <a:off x="749045" y="2774218"/>
            <a:ext cx="3785566" cy="954107"/>
          </a:xfrm>
          <a:prstGeom prst="rect">
            <a:avLst/>
          </a:prstGeom>
        </p:spPr>
        <p:txBody>
          <a:bodyPr wrap="square">
            <a:spAutoFit/>
          </a:bodyPr>
          <a:lstStyle/>
          <a:p>
            <a:pPr marL="285750" lvl="0" indent="-285750">
              <a:buFont typeface="Arial" pitchFamily="34" charset="0"/>
              <a:buChar char="•"/>
            </a:pPr>
            <a:r>
              <a:rPr lang="en-US" sz="1400" dirty="0"/>
              <a:t>Provide information necessary for quarterly grant reports to donors</a:t>
            </a:r>
            <a:r>
              <a:rPr lang="en-US" sz="1400" dirty="0" smtClean="0"/>
              <a:t>.</a:t>
            </a:r>
          </a:p>
          <a:p>
            <a:pPr marL="285750" lvl="0" indent="-285750">
              <a:buFont typeface="Arial" pitchFamily="34" charset="0"/>
              <a:buChar char="•"/>
            </a:pPr>
            <a:r>
              <a:rPr lang="en-US" sz="1400" dirty="0" smtClean="0"/>
              <a:t>Inform staff and network of upcoming travel  as well as share trip reports as needed</a:t>
            </a:r>
          </a:p>
        </p:txBody>
      </p:sp>
      <p:sp>
        <p:nvSpPr>
          <p:cNvPr id="6" name="Rectangle 5"/>
          <p:cNvSpPr/>
          <p:nvPr/>
        </p:nvSpPr>
        <p:spPr>
          <a:xfrm>
            <a:off x="4534611" y="2835103"/>
            <a:ext cx="3677736" cy="738664"/>
          </a:xfrm>
          <a:prstGeom prst="rect">
            <a:avLst/>
          </a:prstGeom>
        </p:spPr>
        <p:txBody>
          <a:bodyPr wrap="square">
            <a:spAutoFit/>
          </a:bodyPr>
          <a:lstStyle/>
          <a:p>
            <a:pPr marL="285750" indent="-285750">
              <a:buFont typeface="Arial" pitchFamily="34" charset="0"/>
              <a:buChar char="•"/>
            </a:pPr>
            <a:r>
              <a:rPr lang="en-US" sz="1400" dirty="0"/>
              <a:t>Take initiative to proactively address programs affecting the program and organization.</a:t>
            </a:r>
          </a:p>
        </p:txBody>
      </p:sp>
      <p:sp>
        <p:nvSpPr>
          <p:cNvPr id="8" name="Rectangle 7"/>
          <p:cNvSpPr/>
          <p:nvPr/>
        </p:nvSpPr>
        <p:spPr>
          <a:xfrm>
            <a:off x="749045" y="4038421"/>
            <a:ext cx="3785566" cy="954107"/>
          </a:xfrm>
          <a:prstGeom prst="rect">
            <a:avLst/>
          </a:prstGeom>
        </p:spPr>
        <p:txBody>
          <a:bodyPr wrap="square">
            <a:spAutoFit/>
          </a:bodyPr>
          <a:lstStyle/>
          <a:p>
            <a:pPr marL="285750" lvl="0" indent="-285750">
              <a:buFont typeface="Arial" pitchFamily="34" charset="0"/>
              <a:buChar char="•"/>
            </a:pPr>
            <a:r>
              <a:rPr lang="en-US" sz="1400" dirty="0"/>
              <a:t>Follow all grant requirements and organizational policies and procedures.</a:t>
            </a:r>
          </a:p>
          <a:p>
            <a:pPr marL="285750" indent="-285750">
              <a:buFont typeface="Arial" pitchFamily="34" charset="0"/>
              <a:buChar char="•"/>
            </a:pPr>
            <a:r>
              <a:rPr lang="en-US" sz="1400" dirty="0"/>
              <a:t>Encourage transparent and accountable behavior for all team members.</a:t>
            </a:r>
          </a:p>
        </p:txBody>
      </p:sp>
      <p:sp>
        <p:nvSpPr>
          <p:cNvPr id="9" name="Rectangle 8"/>
          <p:cNvSpPr/>
          <p:nvPr/>
        </p:nvSpPr>
        <p:spPr>
          <a:xfrm>
            <a:off x="4534610" y="4053809"/>
            <a:ext cx="3923589" cy="738664"/>
          </a:xfrm>
          <a:prstGeom prst="rect">
            <a:avLst/>
          </a:prstGeom>
        </p:spPr>
        <p:txBody>
          <a:bodyPr wrap="square">
            <a:spAutoFit/>
          </a:bodyPr>
          <a:lstStyle/>
          <a:p>
            <a:pPr marL="285750" indent="-285750">
              <a:buFont typeface="Arial" pitchFamily="34" charset="0"/>
              <a:buChar char="•"/>
            </a:pPr>
            <a:r>
              <a:rPr lang="en-US" sz="1400" dirty="0"/>
              <a:t>Work with supervisor to take on more leadership and responsibility within the program (see individual 2013 goals).</a:t>
            </a:r>
          </a:p>
        </p:txBody>
      </p:sp>
      <p:sp>
        <p:nvSpPr>
          <p:cNvPr id="10" name="Rectangle 9"/>
          <p:cNvSpPr/>
          <p:nvPr/>
        </p:nvSpPr>
        <p:spPr>
          <a:xfrm>
            <a:off x="749045" y="5298807"/>
            <a:ext cx="2383025" cy="307777"/>
          </a:xfrm>
          <a:prstGeom prst="rect">
            <a:avLst/>
          </a:prstGeom>
        </p:spPr>
        <p:txBody>
          <a:bodyPr wrap="none">
            <a:spAutoFit/>
          </a:bodyPr>
          <a:lstStyle/>
          <a:p>
            <a:pPr marL="285750" indent="-285750">
              <a:buFont typeface="Arial" pitchFamily="34" charset="0"/>
              <a:buChar char="•"/>
            </a:pPr>
            <a:r>
              <a:rPr lang="en-US" sz="1400" dirty="0"/>
              <a:t>Improve Portuguese skills.</a:t>
            </a:r>
          </a:p>
        </p:txBody>
      </p:sp>
      <p:sp>
        <p:nvSpPr>
          <p:cNvPr id="12" name="TextBox 11"/>
          <p:cNvSpPr txBox="1"/>
          <p:nvPr/>
        </p:nvSpPr>
        <p:spPr>
          <a:xfrm>
            <a:off x="4715934" y="85459"/>
            <a:ext cx="4630946" cy="1215717"/>
          </a:xfrm>
          <a:prstGeom prst="rect">
            <a:avLst/>
          </a:prstGeom>
          <a:noFill/>
        </p:spPr>
        <p:txBody>
          <a:bodyPr wrap="square" rtlCol="0">
            <a:spAutoFit/>
          </a:bodyPr>
          <a:lstStyle/>
          <a:p>
            <a:r>
              <a:rPr lang="en-US" sz="3100" i="1" dirty="0" smtClean="0">
                <a:solidFill>
                  <a:schemeClr val="accent2"/>
                </a:solidFill>
              </a:rPr>
              <a:t>Examples</a:t>
            </a:r>
          </a:p>
          <a:p>
            <a:pPr marL="914400" lvl="1" indent="-457200">
              <a:buFont typeface="Wingdings" pitchFamily="2" charset="2"/>
              <a:buChar char="v"/>
            </a:pPr>
            <a:r>
              <a:rPr lang="en-US" sz="1400" b="1" i="1" dirty="0" smtClean="0">
                <a:solidFill>
                  <a:srgbClr val="FF0000"/>
                </a:solidFill>
              </a:rPr>
              <a:t>ALERT – </a:t>
            </a:r>
            <a:r>
              <a:rPr lang="en-US" sz="1400" i="1" dirty="0" smtClean="0">
                <a:solidFill>
                  <a:srgbClr val="FF0000"/>
                </a:solidFill>
              </a:rPr>
              <a:t>For the 2013-2014 review process, supervisors will be expected to set criteria of performance expectations for their staff</a:t>
            </a:r>
            <a:endParaRPr lang="en-US" sz="1400" i="1" dirty="0">
              <a:solidFill>
                <a:srgbClr val="FF0000"/>
              </a:solidFill>
            </a:endParaRPr>
          </a:p>
        </p:txBody>
      </p:sp>
    </p:spTree>
    <p:extLst>
      <p:ext uri="{BB962C8B-B14F-4D97-AF65-F5344CB8AC3E}">
        <p14:creationId xmlns:p14="http://schemas.microsoft.com/office/powerpoint/2010/main" val="441635863"/>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1"/>
          <p:cNvSpPr txBox="1">
            <a:spLocks/>
          </p:cNvSpPr>
          <p:nvPr/>
        </p:nvSpPr>
        <p:spPr>
          <a:xfrm>
            <a:off x="1441305" y="2176332"/>
            <a:ext cx="6500427" cy="2497267"/>
          </a:xfrm>
          <a:prstGeom prst="rect">
            <a:avLst/>
          </a:prstGeom>
        </p:spPr>
        <p:txBody>
          <a:bodyPr vert="horz" lIns="91440" tIns="45720" rIns="91440" bIns="45720" rtlCol="0" anchor="t">
            <a:normAutofit fontScale="97500"/>
          </a:bodyPr>
          <a:lstStyle>
            <a:lvl1pPr algn="l" defTabSz="457200" rtl="0" eaLnBrk="1" latinLnBrk="0" hangingPunct="1">
              <a:spcBef>
                <a:spcPct val="0"/>
              </a:spcBef>
              <a:buNone/>
              <a:defRPr sz="3600" kern="1200">
                <a:solidFill>
                  <a:schemeClr val="accent2"/>
                </a:solidFill>
                <a:latin typeface="Memphis"/>
                <a:ea typeface="+mj-ea"/>
                <a:cs typeface="Memphis"/>
              </a:defRPr>
            </a:lvl1pPr>
          </a:lstStyle>
          <a:p>
            <a:pPr algn="ctr"/>
            <a:endParaRPr lang="en-US" sz="3200" dirty="0" smtClean="0"/>
          </a:p>
          <a:p>
            <a:pPr algn="ctr"/>
            <a:r>
              <a:rPr lang="en-US" sz="3200" b="1" dirty="0" smtClean="0"/>
              <a:t>2013 Program/ Unit Goals</a:t>
            </a:r>
            <a:endParaRPr lang="en-US" sz="3200" b="1" dirty="0"/>
          </a:p>
        </p:txBody>
      </p:sp>
    </p:spTree>
    <p:extLst>
      <p:ext uri="{BB962C8B-B14F-4D97-AF65-F5344CB8AC3E}">
        <p14:creationId xmlns:p14="http://schemas.microsoft.com/office/powerpoint/2010/main" val="2201354945"/>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1"/>
          <p:cNvSpPr>
            <a:spLocks noGrp="1"/>
          </p:cNvSpPr>
          <p:nvPr>
            <p:ph type="ctrTitle"/>
          </p:nvPr>
        </p:nvSpPr>
        <p:spPr>
          <a:xfrm>
            <a:off x="3058440" y="106136"/>
            <a:ext cx="5858548" cy="1428750"/>
          </a:xfrm>
        </p:spPr>
        <p:txBody>
          <a:bodyPr>
            <a:normAutofit/>
          </a:bodyPr>
          <a:lstStyle/>
          <a:p>
            <a:pPr algn="r"/>
            <a:r>
              <a:rPr lang="en-US" sz="3100" dirty="0" smtClean="0"/>
              <a:t>2013 Program/Unit Goals</a:t>
            </a:r>
            <a:endParaRPr lang="en-US" sz="2700" dirty="0"/>
          </a:p>
        </p:txBody>
      </p:sp>
      <p:pic>
        <p:nvPicPr>
          <p:cNvPr id="1126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7519" y="1344045"/>
            <a:ext cx="8588854" cy="44960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015374752"/>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ctrTitle"/>
          </p:nvPr>
        </p:nvSpPr>
        <p:spPr/>
        <p:txBody>
          <a:bodyPr/>
          <a:lstStyle/>
          <a:p>
            <a:r>
              <a:rPr lang="en-US" dirty="0" smtClean="0"/>
              <a:t>Questions?</a:t>
            </a:r>
            <a:endParaRPr lang="en-US" dirty="0"/>
          </a:p>
        </p:txBody>
      </p:sp>
      <p:pic>
        <p:nvPicPr>
          <p:cNvPr id="10" name="Picture Placeholder 9" descr="BU005376.png"/>
          <p:cNvPicPr>
            <a:picLocks noGrp="1" noChangeAspect="1"/>
          </p:cNvPicPr>
          <p:nvPr>
            <p:ph type="pic" sz="quarter" idx="14"/>
          </p:nvPr>
        </p:nvPicPr>
        <p:blipFill>
          <a:blip r:embed="rId2">
            <a:extLst>
              <a:ext uri="{28A0092B-C50C-407E-A947-70E740481C1C}">
                <a14:useLocalDpi xmlns:a14="http://schemas.microsoft.com/office/drawing/2010/main" val="0"/>
              </a:ext>
            </a:extLst>
          </a:blip>
          <a:srcRect l="-62166" r="-62166"/>
          <a:stretch>
            <a:fillRect/>
          </a:stretch>
        </p:blipFill>
        <p:spPr>
          <a:xfrm>
            <a:off x="301625" y="887941"/>
            <a:ext cx="8691563" cy="4683126"/>
          </a:xfrm>
        </p:spPr>
      </p:pic>
    </p:spTree>
    <p:extLst>
      <p:ext uri="{BB962C8B-B14F-4D97-AF65-F5344CB8AC3E}">
        <p14:creationId xmlns:p14="http://schemas.microsoft.com/office/powerpoint/2010/main" val="4036928168"/>
      </p:ext>
    </p:extLst>
  </p:cSld>
  <p:clrMapOvr>
    <a:masterClrMapping/>
  </p:clrMapOvr>
  <p:timing>
    <p:tnLst>
      <p:par>
        <p:cTn id="1" dur="indefinite" restart="never" nodeType="tmRoot"/>
      </p:par>
    </p:tnLst>
  </p:timing>
</p:sld>
</file>

<file path=ppt/theme/theme1.xml><?xml version="1.0" encoding="utf-8"?>
<a:theme xmlns:a="http://schemas.openxmlformats.org/drawingml/2006/main" name="PartnersPPTTemplate">
  <a:themeElements>
    <a:clrScheme name="Custom 1">
      <a:dk1>
        <a:sysClr val="windowText" lastClr="000000"/>
      </a:dk1>
      <a:lt1>
        <a:sysClr val="window" lastClr="FFFFFF"/>
      </a:lt1>
      <a:dk2>
        <a:srgbClr val="474822"/>
      </a:dk2>
      <a:lt2>
        <a:srgbClr val="FFFFFF"/>
      </a:lt2>
      <a:accent1>
        <a:srgbClr val="E54721"/>
      </a:accent1>
      <a:accent2>
        <a:srgbClr val="474822"/>
      </a:accent2>
      <a:accent3>
        <a:srgbClr val="F7AE2E"/>
      </a:accent3>
      <a:accent4>
        <a:srgbClr val="8E991A"/>
      </a:accent4>
      <a:accent5>
        <a:srgbClr val="007198"/>
      </a:accent5>
      <a:accent6>
        <a:srgbClr val="5B015D"/>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3206C8355D678A459F2EF8957171B231" ma:contentTypeVersion="18" ma:contentTypeDescription="Create a new document." ma:contentTypeScope="" ma:versionID="efd9b4af885478ed0a3e84c6362c6fb3">
  <xsd:schema xmlns:xsd="http://www.w3.org/2001/XMLSchema" xmlns:xs="http://www.w3.org/2001/XMLSchema" xmlns:p="http://schemas.microsoft.com/office/2006/metadata/properties" xmlns:ns2="f2466082-b6bf-4153-98c3-3c41e85fda18" xmlns:ns3="dc808d36-874f-4b27-aec2-2fd649817929" targetNamespace="http://schemas.microsoft.com/office/2006/metadata/properties" ma:root="true" ma:fieldsID="3b6abc503e38a49174dd9e5072c65339" ns2:_="" ns3:_="">
    <xsd:import namespace="f2466082-b6bf-4153-98c3-3c41e85fda18"/>
    <xsd:import namespace="dc808d36-874f-4b27-aec2-2fd649817929"/>
    <xsd:element name="properties">
      <xsd:complexType>
        <xsd:sequence>
          <xsd:element name="documentManagement">
            <xsd:complexType>
              <xsd:all>
                <xsd:element ref="ns2:MediaServiceMetadata" minOccurs="0"/>
                <xsd:element ref="ns2:MediaServiceFastMetadata" minOccurs="0"/>
                <xsd:element ref="ns2:MediaServiceAutoKeyPoints" minOccurs="0"/>
                <xsd:element ref="ns2:MediaServiceKeyPoints" minOccurs="0"/>
                <xsd:element ref="ns2:MediaServiceDateTaken" minOccurs="0"/>
                <xsd:element ref="ns2:MediaServiceAutoTags" minOccurs="0"/>
                <xsd:element ref="ns2:MediaServiceOCR" minOccurs="0"/>
                <xsd:element ref="ns2:MediaServiceGenerationTime" minOccurs="0"/>
                <xsd:element ref="ns2:MediaServiceEventHashCode" minOccurs="0"/>
                <xsd:element ref="ns3:SharedWithUsers" minOccurs="0"/>
                <xsd:element ref="ns3:SharedWithDetails" minOccurs="0"/>
                <xsd:element ref="ns2:MediaLengthInSeconds" minOccurs="0"/>
                <xsd:element ref="ns2:MediaServiceLocation" minOccurs="0"/>
                <xsd:element ref="ns2:lcf76f155ced4ddcb4097134ff3c332f" minOccurs="0"/>
                <xsd:element ref="ns3:TaxCatchAll" minOccurs="0"/>
                <xsd:element ref="ns2:MediaServiceSearchProperties" minOccurs="0"/>
                <xsd:element ref="ns2:MediaServiceObjectDetectorVersion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f2466082-b6bf-4153-98c3-3c41e85fda18"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element name="MediaServiceDateTaken" ma:index="12" nillable="true" ma:displayName="MediaServiceDateTaken" ma:hidden="true" ma:internalName="MediaServiceDateTaken" ma:readOnly="true">
      <xsd:simpleType>
        <xsd:restriction base="dms:Text"/>
      </xsd:simpleType>
    </xsd:element>
    <xsd:element name="MediaServiceAutoTags" ma:index="13" nillable="true" ma:displayName="Tags" ma:internalName="MediaServiceAutoTags" ma:readOnly="true">
      <xsd:simpleType>
        <xsd:restriction base="dms:Text"/>
      </xsd:simpleType>
    </xsd:element>
    <xsd:element name="MediaServiceOCR" ma:index="14" nillable="true" ma:displayName="Extracted Text" ma:internalName="MediaServiceOCR" ma:readOnly="true">
      <xsd:simpleType>
        <xsd:restriction base="dms:Note">
          <xsd:maxLength value="255"/>
        </xsd:restriction>
      </xsd:simpleType>
    </xsd:element>
    <xsd:element name="MediaServiceGenerationTime" ma:index="15" nillable="true" ma:displayName="MediaServiceGenerationTime" ma:hidden="true" ma:internalName="MediaServiceGenerationTime" ma:readOnly="true">
      <xsd:simpleType>
        <xsd:restriction base="dms:Text"/>
      </xsd:simpleType>
    </xsd:element>
    <xsd:element name="MediaServiceEventHashCode" ma:index="16" nillable="true" ma:displayName="MediaServiceEventHashCode" ma:hidden="true" ma:internalName="MediaServiceEventHashCode" ma:readOnly="true">
      <xsd:simpleType>
        <xsd:restriction base="dms:Text"/>
      </xsd:simpleType>
    </xsd:element>
    <xsd:element name="MediaLengthInSeconds" ma:index="19" nillable="true" ma:displayName="Length (seconds)" ma:internalName="MediaLengthInSeconds" ma:readOnly="true">
      <xsd:simpleType>
        <xsd:restriction base="dms:Unknown"/>
      </xsd:simpleType>
    </xsd:element>
    <xsd:element name="MediaServiceLocation" ma:index="20" nillable="true" ma:displayName="Location" ma:internalName="MediaServiceLocation" ma:readOnly="true">
      <xsd:simpleType>
        <xsd:restriction base="dms:Text"/>
      </xsd:simpleType>
    </xsd:element>
    <xsd:element name="lcf76f155ced4ddcb4097134ff3c332f" ma:index="22" nillable="true" ma:taxonomy="true" ma:internalName="lcf76f155ced4ddcb4097134ff3c332f" ma:taxonomyFieldName="MediaServiceImageTags" ma:displayName="Image Tags" ma:readOnly="false" ma:fieldId="{5cf76f15-5ced-4ddc-b409-7134ff3c332f}" ma:taxonomyMulti="true" ma:sspId="21e634b9-0c0d-402e-b683-49cec2011975" ma:termSetId="09814cd3-568e-fe90-9814-8d621ff8fb84" ma:anchorId="fba54fb3-c3e1-fe81-a776-ca4b69148c4d" ma:open="true" ma:isKeyword="false">
      <xsd:complexType>
        <xsd:sequence>
          <xsd:element ref="pc:Terms" minOccurs="0" maxOccurs="1"/>
        </xsd:sequence>
      </xsd:complexType>
    </xsd:element>
    <xsd:element name="MediaServiceSearchProperties" ma:index="24" nillable="true" ma:displayName="MediaServiceSearchProperties" ma:hidden="true" ma:internalName="MediaServiceSearchProperties" ma:readOnly="true">
      <xsd:simpleType>
        <xsd:restriction base="dms:Note"/>
      </xsd:simpleType>
    </xsd:element>
    <xsd:element name="MediaServiceObjectDetectorVersions" ma:index="25" nillable="true" ma:displayName="MediaServiceObjectDetectorVersions" ma:hidden="true" ma:indexed="true" ma:internalName="MediaServiceObjectDetectorVersions"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dc808d36-874f-4b27-aec2-2fd649817929" elementFormDefault="qualified">
    <xsd:import namespace="http://schemas.microsoft.com/office/2006/documentManagement/types"/>
    <xsd:import namespace="http://schemas.microsoft.com/office/infopath/2007/PartnerControls"/>
    <xsd:element name="SharedWithUsers" ma:index="17"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8" nillable="true" ma:displayName="Shared With Details" ma:internalName="SharedWithDetails" ma:readOnly="true">
      <xsd:simpleType>
        <xsd:restriction base="dms:Note">
          <xsd:maxLength value="255"/>
        </xsd:restriction>
      </xsd:simpleType>
    </xsd:element>
    <xsd:element name="TaxCatchAll" ma:index="23" nillable="true" ma:displayName="Taxonomy Catch All Column" ma:hidden="true" ma:list="{4796171e-60a5-48ad-9b94-11b7e9399efd}" ma:internalName="TaxCatchAll" ma:showField="CatchAllData" ma:web="dc808d36-874f-4b27-aec2-2fd649817929">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lcf76f155ced4ddcb4097134ff3c332f xmlns="f2466082-b6bf-4153-98c3-3c41e85fda18">
      <Terms xmlns="http://schemas.microsoft.com/office/infopath/2007/PartnerControls"/>
    </lcf76f155ced4ddcb4097134ff3c332f>
    <TaxCatchAll xmlns="dc808d36-874f-4b27-aec2-2fd649817929" xsi:nil="true"/>
  </documentManagement>
</p:properties>
</file>

<file path=customXml/itemProps1.xml><?xml version="1.0" encoding="utf-8"?>
<ds:datastoreItem xmlns:ds="http://schemas.openxmlformats.org/officeDocument/2006/customXml" ds:itemID="{D002AAC7-2B8E-4705-9A16-CB4CE579C2D8}"/>
</file>

<file path=customXml/itemProps2.xml><?xml version="1.0" encoding="utf-8"?>
<ds:datastoreItem xmlns:ds="http://schemas.openxmlformats.org/officeDocument/2006/customXml" ds:itemID="{DA08BC0A-49F4-4D9A-B4BC-EB0D79F32FB8}"/>
</file>

<file path=customXml/itemProps3.xml><?xml version="1.0" encoding="utf-8"?>
<ds:datastoreItem xmlns:ds="http://schemas.openxmlformats.org/officeDocument/2006/customXml" ds:itemID="{7588CA54-2962-468D-8FFD-974E7DC767E9}"/>
</file>

<file path=docProps/app.xml><?xml version="1.0" encoding="utf-8"?>
<Properties xmlns="http://schemas.openxmlformats.org/officeDocument/2006/extended-properties" xmlns:vt="http://schemas.openxmlformats.org/officeDocument/2006/docPropsVTypes">
  <Template>PartnersPPTTemplate</Template>
  <TotalTime>2631</TotalTime>
  <Words>1143</Words>
  <Application>Microsoft Office PowerPoint</Application>
  <PresentationFormat>On-screen Show (4:3)</PresentationFormat>
  <Paragraphs>192</Paragraphs>
  <Slides>17</Slides>
  <Notes>0</Notes>
  <HiddenSlides>0</HiddenSlides>
  <MMClips>0</MMClips>
  <ScaleCrop>false</ScaleCrop>
  <HeadingPairs>
    <vt:vector size="4" baseType="variant">
      <vt:variant>
        <vt:lpstr>Theme</vt:lpstr>
      </vt:variant>
      <vt:variant>
        <vt:i4>1</vt:i4>
      </vt:variant>
      <vt:variant>
        <vt:lpstr>Slide Titles</vt:lpstr>
      </vt:variant>
      <vt:variant>
        <vt:i4>17</vt:i4>
      </vt:variant>
    </vt:vector>
  </HeadingPairs>
  <TitlesOfParts>
    <vt:vector size="18" baseType="lpstr">
      <vt:lpstr>PartnersPPTTemplate</vt:lpstr>
      <vt:lpstr>2012 Review &amp; 2013 Preview</vt:lpstr>
      <vt:lpstr>Required Documents</vt:lpstr>
      <vt:lpstr>Self &amp; 360o Evaluation</vt:lpstr>
      <vt:lpstr>2011-2013 Strategic Plan</vt:lpstr>
      <vt:lpstr>Rating Scale &amp; Definitions</vt:lpstr>
      <vt:lpstr>2012 Goals &amp; Performance Evaluation Form:   Section A. 2012 Goals Review</vt:lpstr>
      <vt:lpstr>PowerPoint Presentation</vt:lpstr>
      <vt:lpstr>PowerPoint Presentation</vt:lpstr>
      <vt:lpstr>PowerPoint Presentation</vt:lpstr>
      <vt:lpstr>PowerPoint Presentation</vt:lpstr>
      <vt:lpstr>2013 Performance Goals &amp; Expectations:   Section A. Goals &amp; Key Job Functions</vt:lpstr>
      <vt:lpstr>PowerPoint Presentation</vt:lpstr>
      <vt:lpstr>2013 Performance Goals &amp; Expectations:   Section B. Performance Expectations</vt:lpstr>
      <vt:lpstr>PowerPoint Presentation</vt:lpstr>
      <vt:lpstr>PowerPoint Presentation</vt:lpstr>
      <vt:lpstr>2013 Program/Unit Goals</vt:lpstr>
      <vt:lpstr>Questions?</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Jamie M. Trimarchi</dc:creator>
  <cp:lastModifiedBy>Jamie M. Trimarchi</cp:lastModifiedBy>
  <cp:revision>92</cp:revision>
  <cp:lastPrinted>2012-12-17T21:53:11Z</cp:lastPrinted>
  <dcterms:created xsi:type="dcterms:W3CDTF">2012-08-01T19:26:25Z</dcterms:created>
  <dcterms:modified xsi:type="dcterms:W3CDTF">2012-12-19T22:22:27Z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0x0101003206C8355D678A459F2EF8957171B231</vt:lpwstr>
  </property>
  <property fmtid="{D5CDD505-2E9C-101B-9397-08002B2CF9AE}" pid="3" name="Order">
    <vt:r8>512600</vt:r8>
  </property>
</Properties>
</file>