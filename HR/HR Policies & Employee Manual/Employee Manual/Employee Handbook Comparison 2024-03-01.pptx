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8"/>
  </p:notesMasterIdLst>
  <p:sldIdLst>
    <p:sldId id="256" r:id="rId5"/>
    <p:sldId id="257" r:id="rId6"/>
    <p:sldId id="296" r:id="rId7"/>
    <p:sldId id="259" r:id="rId8"/>
    <p:sldId id="368" r:id="rId9"/>
    <p:sldId id="329" r:id="rId10"/>
    <p:sldId id="261" r:id="rId11"/>
    <p:sldId id="318" r:id="rId12"/>
    <p:sldId id="262" r:id="rId13"/>
    <p:sldId id="319" r:id="rId14"/>
    <p:sldId id="406" r:id="rId15"/>
    <p:sldId id="263" r:id="rId16"/>
    <p:sldId id="320" r:id="rId17"/>
    <p:sldId id="264" r:id="rId18"/>
    <p:sldId id="321" r:id="rId19"/>
    <p:sldId id="297" r:id="rId20"/>
    <p:sldId id="322" r:id="rId21"/>
    <p:sldId id="323" r:id="rId22"/>
    <p:sldId id="265" r:id="rId23"/>
    <p:sldId id="267" r:id="rId24"/>
    <p:sldId id="300" r:id="rId25"/>
    <p:sldId id="301" r:id="rId26"/>
    <p:sldId id="302" r:id="rId27"/>
    <p:sldId id="303" r:id="rId28"/>
    <p:sldId id="266" r:id="rId29"/>
    <p:sldId id="307" r:id="rId30"/>
    <p:sldId id="309" r:id="rId31"/>
    <p:sldId id="268" r:id="rId32"/>
    <p:sldId id="387" r:id="rId33"/>
    <p:sldId id="310" r:id="rId34"/>
    <p:sldId id="311" r:id="rId35"/>
    <p:sldId id="312" r:id="rId36"/>
    <p:sldId id="388" r:id="rId37"/>
    <p:sldId id="313" r:id="rId38"/>
    <p:sldId id="314" r:id="rId39"/>
    <p:sldId id="315" r:id="rId40"/>
    <p:sldId id="270" r:id="rId41"/>
    <p:sldId id="271" r:id="rId42"/>
    <p:sldId id="274" r:id="rId43"/>
    <p:sldId id="367" r:id="rId44"/>
    <p:sldId id="275" r:id="rId45"/>
    <p:sldId id="317" r:id="rId46"/>
    <p:sldId id="273" r:id="rId47"/>
    <p:sldId id="369" r:id="rId48"/>
    <p:sldId id="378" r:id="rId49"/>
    <p:sldId id="379" r:id="rId50"/>
    <p:sldId id="380" r:id="rId51"/>
    <p:sldId id="381" r:id="rId52"/>
    <p:sldId id="382" r:id="rId53"/>
    <p:sldId id="383" r:id="rId54"/>
    <p:sldId id="389" r:id="rId55"/>
    <p:sldId id="384" r:id="rId56"/>
    <p:sldId id="385" r:id="rId57"/>
    <p:sldId id="386" r:id="rId58"/>
    <p:sldId id="278" r:id="rId59"/>
    <p:sldId id="277" r:id="rId60"/>
    <p:sldId id="279" r:id="rId61"/>
    <p:sldId id="405" r:id="rId62"/>
    <p:sldId id="404" r:id="rId63"/>
    <p:sldId id="361" r:id="rId64"/>
    <p:sldId id="330" r:id="rId65"/>
    <p:sldId id="324" r:id="rId66"/>
    <p:sldId id="325" r:id="rId67"/>
    <p:sldId id="280" r:id="rId68"/>
    <p:sldId id="362" r:id="rId69"/>
    <p:sldId id="390" r:id="rId70"/>
    <p:sldId id="326" r:id="rId71"/>
    <p:sldId id="328" r:id="rId72"/>
    <p:sldId id="363" r:id="rId73"/>
    <p:sldId id="327" r:id="rId74"/>
    <p:sldId id="365" r:id="rId75"/>
    <p:sldId id="281" r:id="rId76"/>
    <p:sldId id="283" r:id="rId77"/>
    <p:sldId id="337" r:id="rId78"/>
    <p:sldId id="338" r:id="rId79"/>
    <p:sldId id="339" r:id="rId80"/>
    <p:sldId id="341" r:id="rId81"/>
    <p:sldId id="344" r:id="rId82"/>
    <p:sldId id="342" r:id="rId83"/>
    <p:sldId id="392" r:id="rId84"/>
    <p:sldId id="393" r:id="rId85"/>
    <p:sldId id="286" r:id="rId86"/>
    <p:sldId id="391" r:id="rId87"/>
    <p:sldId id="348" r:id="rId88"/>
    <p:sldId id="349" r:id="rId89"/>
    <p:sldId id="352" r:id="rId90"/>
    <p:sldId id="353" r:id="rId91"/>
    <p:sldId id="355" r:id="rId92"/>
    <p:sldId id="356" r:id="rId93"/>
    <p:sldId id="289" r:id="rId94"/>
    <p:sldId id="357" r:id="rId95"/>
    <p:sldId id="403" r:id="rId96"/>
    <p:sldId id="359" r:id="rId97"/>
    <p:sldId id="360" r:id="rId98"/>
    <p:sldId id="366" r:id="rId99"/>
    <p:sldId id="394" r:id="rId100"/>
    <p:sldId id="291" r:id="rId101"/>
    <p:sldId id="293" r:id="rId102"/>
    <p:sldId id="292" r:id="rId103"/>
    <p:sldId id="333" r:id="rId104"/>
    <p:sldId id="334" r:id="rId105"/>
    <p:sldId id="335" r:id="rId106"/>
    <p:sldId id="331" r:id="rId10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B8EAB1-7794-4034-AE6C-B3818B3EFB5A}" v="147" dt="2024-03-20T17:00:30.0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ableStyles" Target="tableStyle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microsoft.com/office/2016/11/relationships/changesInfo" Target="changesInfos/changesInfo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notesMaster" Target="notesMasters/notes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presProps" Target="pres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lie Abegesah" userId="S::nabegesah@partners.net::70dbb83d-0fd1-45c2-9802-bf372af8db90" providerId="AD" clId="Web-{A7FEC969-795B-CA26-AA74-B1E0DFB3F9BB}"/>
    <pc:docChg chg="modSld">
      <pc:chgData name="Natalie Abegesah" userId="S::nabegesah@partners.net::70dbb83d-0fd1-45c2-9802-bf372af8db90" providerId="AD" clId="Web-{A7FEC969-795B-CA26-AA74-B1E0DFB3F9BB}" dt="2023-12-12T20:48:36.684" v="68" actId="20577"/>
      <pc:docMkLst>
        <pc:docMk/>
      </pc:docMkLst>
      <pc:sldChg chg="modSp">
        <pc:chgData name="Natalie Abegesah" userId="S::nabegesah@partners.net::70dbb83d-0fd1-45c2-9802-bf372af8db90" providerId="AD" clId="Web-{A7FEC969-795B-CA26-AA74-B1E0DFB3F9BB}" dt="2023-12-12T20:48:36.684" v="68" actId="20577"/>
        <pc:sldMkLst>
          <pc:docMk/>
          <pc:sldMk cId="3130166634" sldId="337"/>
        </pc:sldMkLst>
        <pc:spChg chg="mod">
          <ac:chgData name="Natalie Abegesah" userId="S::nabegesah@partners.net::70dbb83d-0fd1-45c2-9802-bf372af8db90" providerId="AD" clId="Web-{A7FEC969-795B-CA26-AA74-B1E0DFB3F9BB}" dt="2023-12-12T20:48:36.684" v="68" actId="20577"/>
          <ac:spMkLst>
            <pc:docMk/>
            <pc:sldMk cId="3130166634" sldId="337"/>
            <ac:spMk id="3" creationId="{394196A0-FA99-A3C3-328B-892E6276B1FE}"/>
          </ac:spMkLst>
        </pc:spChg>
      </pc:sldChg>
    </pc:docChg>
  </pc:docChgLst>
  <pc:docChgLst>
    <pc:chgData name="Natalie Abegesah" userId="S::nabegesah@partners.net::70dbb83d-0fd1-45c2-9802-bf372af8db90" providerId="AD" clId="Web-{873C35E9-777B-7F7A-3D1C-F07883F7B8C2}"/>
    <pc:docChg chg="modSld">
      <pc:chgData name="Natalie Abegesah" userId="S::nabegesah@partners.net::70dbb83d-0fd1-45c2-9802-bf372af8db90" providerId="AD" clId="Web-{873C35E9-777B-7F7A-3D1C-F07883F7B8C2}" dt="2024-01-24T16:25:59.435" v="2" actId="20577"/>
      <pc:docMkLst>
        <pc:docMk/>
      </pc:docMkLst>
      <pc:sldChg chg="modSp">
        <pc:chgData name="Natalie Abegesah" userId="S::nabegesah@partners.net::70dbb83d-0fd1-45c2-9802-bf372af8db90" providerId="AD" clId="Web-{873C35E9-777B-7F7A-3D1C-F07883F7B8C2}" dt="2024-01-24T16:25:59.435" v="2" actId="20577"/>
        <pc:sldMkLst>
          <pc:docMk/>
          <pc:sldMk cId="1864478804" sldId="339"/>
        </pc:sldMkLst>
        <pc:spChg chg="mod">
          <ac:chgData name="Natalie Abegesah" userId="S::nabegesah@partners.net::70dbb83d-0fd1-45c2-9802-bf372af8db90" providerId="AD" clId="Web-{873C35E9-777B-7F7A-3D1C-F07883F7B8C2}" dt="2024-01-24T16:25:59.435" v="2" actId="20577"/>
          <ac:spMkLst>
            <pc:docMk/>
            <pc:sldMk cId="1864478804" sldId="339"/>
            <ac:spMk id="4" creationId="{0064E2BB-DC0D-1266-242A-9880CF68E5E1}"/>
          </ac:spMkLst>
        </pc:spChg>
      </pc:sldChg>
    </pc:docChg>
  </pc:docChgLst>
  <pc:docChgLst>
    <pc:chgData name="Danielle Martin" userId="04f63225-1d27-46ab-9c7c-1c8b513bed32" providerId="ADAL" clId="{1C89D785-7E99-4B8E-BBAB-185CE5D5C5DF}"/>
    <pc:docChg chg="undo redo custSel addSld delSld modSld sldOrd">
      <pc:chgData name="Danielle Martin" userId="04f63225-1d27-46ab-9c7c-1c8b513bed32" providerId="ADAL" clId="{1C89D785-7E99-4B8E-BBAB-185CE5D5C5DF}" dt="2023-10-24T08:24:38.569" v="700" actId="403"/>
      <pc:docMkLst>
        <pc:docMk/>
      </pc:docMkLst>
      <pc:sldChg chg="modSp mod">
        <pc:chgData name="Danielle Martin" userId="04f63225-1d27-46ab-9c7c-1c8b513bed32" providerId="ADAL" clId="{1C89D785-7E99-4B8E-BBAB-185CE5D5C5DF}" dt="2023-10-24T08:21:47.637" v="691" actId="2"/>
        <pc:sldMkLst>
          <pc:docMk/>
          <pc:sldMk cId="1937207559" sldId="274"/>
        </pc:sldMkLst>
        <pc:spChg chg="mod">
          <ac:chgData name="Danielle Martin" userId="04f63225-1d27-46ab-9c7c-1c8b513bed32" providerId="ADAL" clId="{1C89D785-7E99-4B8E-BBAB-185CE5D5C5DF}" dt="2023-10-24T08:21:47.637" v="691" actId="2"/>
          <ac:spMkLst>
            <pc:docMk/>
            <pc:sldMk cId="1937207559" sldId="274"/>
            <ac:spMk id="3" creationId="{394196A0-FA99-A3C3-328B-892E6276B1FE}"/>
          </ac:spMkLst>
        </pc:spChg>
      </pc:sldChg>
      <pc:sldChg chg="addSp delSp modSp mod">
        <pc:chgData name="Danielle Martin" userId="04f63225-1d27-46ab-9c7c-1c8b513bed32" providerId="ADAL" clId="{1C89D785-7E99-4B8E-BBAB-185CE5D5C5DF}" dt="2023-10-24T07:49:52.677" v="73"/>
        <pc:sldMkLst>
          <pc:docMk/>
          <pc:sldMk cId="575423678" sldId="286"/>
        </pc:sldMkLst>
        <pc:spChg chg="del">
          <ac:chgData name="Danielle Martin" userId="04f63225-1d27-46ab-9c7c-1c8b513bed32" providerId="ADAL" clId="{1C89D785-7E99-4B8E-BBAB-185CE5D5C5DF}" dt="2023-10-24T07:48:37.098" v="47" actId="478"/>
          <ac:spMkLst>
            <pc:docMk/>
            <pc:sldMk cId="575423678" sldId="286"/>
            <ac:spMk id="3" creationId="{394196A0-FA99-A3C3-328B-892E6276B1FE}"/>
          </ac:spMkLst>
        </pc:spChg>
        <pc:spChg chg="mod">
          <ac:chgData name="Danielle Martin" userId="04f63225-1d27-46ab-9c7c-1c8b513bed32" providerId="ADAL" clId="{1C89D785-7E99-4B8E-BBAB-185CE5D5C5DF}" dt="2023-10-24T07:49:37.576" v="72" actId="108"/>
          <ac:spMkLst>
            <pc:docMk/>
            <pc:sldMk cId="575423678" sldId="286"/>
            <ac:spMk id="4" creationId="{0D9B9E8E-6A45-63E8-6A99-CA6300753A93}"/>
          </ac:spMkLst>
        </pc:spChg>
        <pc:spChg chg="del">
          <ac:chgData name="Danielle Martin" userId="04f63225-1d27-46ab-9c7c-1c8b513bed32" providerId="ADAL" clId="{1C89D785-7E99-4B8E-BBAB-185CE5D5C5DF}" dt="2023-10-24T07:48:42.591" v="49" actId="478"/>
          <ac:spMkLst>
            <pc:docMk/>
            <pc:sldMk cId="575423678" sldId="286"/>
            <ac:spMk id="6" creationId="{7EA4FA01-EB19-2125-AF57-B0C89291E031}"/>
          </ac:spMkLst>
        </pc:spChg>
        <pc:spChg chg="add del mod">
          <ac:chgData name="Danielle Martin" userId="04f63225-1d27-46ab-9c7c-1c8b513bed32" providerId="ADAL" clId="{1C89D785-7E99-4B8E-BBAB-185CE5D5C5DF}" dt="2023-10-24T07:48:39.044" v="48" actId="478"/>
          <ac:spMkLst>
            <pc:docMk/>
            <pc:sldMk cId="575423678" sldId="286"/>
            <ac:spMk id="7" creationId="{8FFFDC2F-58F2-5A04-FDD1-5DC6D40F612A}"/>
          </ac:spMkLst>
        </pc:spChg>
        <pc:spChg chg="add mod">
          <ac:chgData name="Danielle Martin" userId="04f63225-1d27-46ab-9c7c-1c8b513bed32" providerId="ADAL" clId="{1C89D785-7E99-4B8E-BBAB-185CE5D5C5DF}" dt="2023-10-24T07:49:52.677" v="73"/>
          <ac:spMkLst>
            <pc:docMk/>
            <pc:sldMk cId="575423678" sldId="286"/>
            <ac:spMk id="8" creationId="{BEA0C3FA-44BB-C5A6-2945-3C6BAE93E851}"/>
          </ac:spMkLst>
        </pc:spChg>
      </pc:sldChg>
      <pc:sldChg chg="add del">
        <pc:chgData name="Danielle Martin" userId="04f63225-1d27-46ab-9c7c-1c8b513bed32" providerId="ADAL" clId="{1C89D785-7E99-4B8E-BBAB-185CE5D5C5DF}" dt="2023-10-24T08:00:22.310" v="262" actId="47"/>
        <pc:sldMkLst>
          <pc:docMk/>
          <pc:sldMk cId="393701436" sldId="287"/>
        </pc:sldMkLst>
      </pc:sldChg>
      <pc:sldChg chg="del ord">
        <pc:chgData name="Danielle Martin" userId="04f63225-1d27-46ab-9c7c-1c8b513bed32" providerId="ADAL" clId="{1C89D785-7E99-4B8E-BBAB-185CE5D5C5DF}" dt="2023-10-24T08:00:34.795" v="267" actId="47"/>
        <pc:sldMkLst>
          <pc:docMk/>
          <pc:sldMk cId="549947160" sldId="288"/>
        </pc:sldMkLst>
      </pc:sldChg>
      <pc:sldChg chg="addSp delSp modSp mod ord">
        <pc:chgData name="Danielle Martin" userId="04f63225-1d27-46ab-9c7c-1c8b513bed32" providerId="ADAL" clId="{1C89D785-7E99-4B8E-BBAB-185CE5D5C5DF}" dt="2023-10-24T08:13:17.360" v="496"/>
        <pc:sldMkLst>
          <pc:docMk/>
          <pc:sldMk cId="2292647086" sldId="289"/>
        </pc:sldMkLst>
        <pc:spChg chg="del">
          <ac:chgData name="Danielle Martin" userId="04f63225-1d27-46ab-9c7c-1c8b513bed32" providerId="ADAL" clId="{1C89D785-7E99-4B8E-BBAB-185CE5D5C5DF}" dt="2023-10-24T08:10:34.187" v="422" actId="478"/>
          <ac:spMkLst>
            <pc:docMk/>
            <pc:sldMk cId="2292647086" sldId="289"/>
            <ac:spMk id="2" creationId="{814FE0E2-5CF4-1DDA-30B9-17B22EE995D4}"/>
          </ac:spMkLst>
        </pc:spChg>
        <pc:spChg chg="del">
          <ac:chgData name="Danielle Martin" userId="04f63225-1d27-46ab-9c7c-1c8b513bed32" providerId="ADAL" clId="{1C89D785-7E99-4B8E-BBAB-185CE5D5C5DF}" dt="2023-10-24T08:10:31.593" v="421" actId="478"/>
          <ac:spMkLst>
            <pc:docMk/>
            <pc:sldMk cId="2292647086" sldId="289"/>
            <ac:spMk id="6" creationId="{7EA4FA01-EB19-2125-AF57-B0C89291E031}"/>
          </ac:spMkLst>
        </pc:spChg>
        <pc:spChg chg="add mod">
          <ac:chgData name="Danielle Martin" userId="04f63225-1d27-46ab-9c7c-1c8b513bed32" providerId="ADAL" clId="{1C89D785-7E99-4B8E-BBAB-185CE5D5C5DF}" dt="2023-10-24T08:09:52.213" v="410"/>
          <ac:spMkLst>
            <pc:docMk/>
            <pc:sldMk cId="2292647086" sldId="289"/>
            <ac:spMk id="7" creationId="{5EBDC6C9-E257-67E7-F833-CAB683710A68}"/>
          </ac:spMkLst>
        </pc:spChg>
        <pc:spChg chg="mod">
          <ac:chgData name="Danielle Martin" userId="04f63225-1d27-46ab-9c7c-1c8b513bed32" providerId="ADAL" clId="{1C89D785-7E99-4B8E-BBAB-185CE5D5C5DF}" dt="2023-10-24T08:10:37.133" v="423" actId="1076"/>
          <ac:spMkLst>
            <pc:docMk/>
            <pc:sldMk cId="2292647086" sldId="289"/>
            <ac:spMk id="8" creationId="{D52D46F0-DF31-161F-75B9-25975CD1F95D}"/>
          </ac:spMkLst>
        </pc:spChg>
        <pc:spChg chg="mod">
          <ac:chgData name="Danielle Martin" userId="04f63225-1d27-46ab-9c7c-1c8b513bed32" providerId="ADAL" clId="{1C89D785-7E99-4B8E-BBAB-185CE5D5C5DF}" dt="2023-10-24T08:12:39.547" v="478" actId="255"/>
          <ac:spMkLst>
            <pc:docMk/>
            <pc:sldMk cId="2292647086" sldId="289"/>
            <ac:spMk id="9" creationId="{638B25CF-0BF9-CC89-DE0C-F7DFF8B8C2FD}"/>
          </ac:spMkLst>
        </pc:spChg>
        <pc:spChg chg="add mod">
          <ac:chgData name="Danielle Martin" userId="04f63225-1d27-46ab-9c7c-1c8b513bed32" providerId="ADAL" clId="{1C89D785-7E99-4B8E-BBAB-185CE5D5C5DF}" dt="2023-10-24T08:12:54.503" v="493" actId="1076"/>
          <ac:spMkLst>
            <pc:docMk/>
            <pc:sldMk cId="2292647086" sldId="289"/>
            <ac:spMk id="11" creationId="{DA2E0424-0DA9-C5BB-44EB-4522E2DB0E32}"/>
          </ac:spMkLst>
        </pc:spChg>
        <pc:cxnChg chg="add mod">
          <ac:chgData name="Danielle Martin" userId="04f63225-1d27-46ab-9c7c-1c8b513bed32" providerId="ADAL" clId="{1C89D785-7E99-4B8E-BBAB-185CE5D5C5DF}" dt="2023-10-24T08:11:23.581" v="439" actId="1076"/>
          <ac:cxnSpMkLst>
            <pc:docMk/>
            <pc:sldMk cId="2292647086" sldId="289"/>
            <ac:cxnSpMk id="10" creationId="{388117E6-BBFE-48F8-B812-00237346F60E}"/>
          </ac:cxnSpMkLst>
        </pc:cxnChg>
      </pc:sldChg>
      <pc:sldChg chg="addSp delSp modSp mod">
        <pc:chgData name="Danielle Martin" userId="04f63225-1d27-46ab-9c7c-1c8b513bed32" providerId="ADAL" clId="{1C89D785-7E99-4B8E-BBAB-185CE5D5C5DF}" dt="2023-10-24T08:16:42.477" v="622" actId="1076"/>
        <pc:sldMkLst>
          <pc:docMk/>
          <pc:sldMk cId="1463034576" sldId="290"/>
        </pc:sldMkLst>
        <pc:spChg chg="mod">
          <ac:chgData name="Danielle Martin" userId="04f63225-1d27-46ab-9c7c-1c8b513bed32" providerId="ADAL" clId="{1C89D785-7E99-4B8E-BBAB-185CE5D5C5DF}" dt="2023-10-24T08:15:50.163" v="609" actId="1076"/>
          <ac:spMkLst>
            <pc:docMk/>
            <pc:sldMk cId="1463034576" sldId="290"/>
            <ac:spMk id="2" creationId="{814FE0E2-5CF4-1DDA-30B9-17B22EE995D4}"/>
          </ac:spMkLst>
        </pc:spChg>
        <pc:spChg chg="mod">
          <ac:chgData name="Danielle Martin" userId="04f63225-1d27-46ab-9c7c-1c8b513bed32" providerId="ADAL" clId="{1C89D785-7E99-4B8E-BBAB-185CE5D5C5DF}" dt="2023-10-24T08:16:42.477" v="622" actId="1076"/>
          <ac:spMkLst>
            <pc:docMk/>
            <pc:sldMk cId="1463034576" sldId="290"/>
            <ac:spMk id="4" creationId="{4B226A5E-6617-7B23-ADA5-BA23919B8DF5}"/>
          </ac:spMkLst>
        </pc:spChg>
        <pc:spChg chg="add mod">
          <ac:chgData name="Danielle Martin" userId="04f63225-1d27-46ab-9c7c-1c8b513bed32" providerId="ADAL" clId="{1C89D785-7E99-4B8E-BBAB-185CE5D5C5DF}" dt="2023-10-24T08:15:41.751" v="606"/>
          <ac:spMkLst>
            <pc:docMk/>
            <pc:sldMk cId="1463034576" sldId="290"/>
            <ac:spMk id="6" creationId="{C3C6547C-D21A-24BA-2115-E1B79332A966}"/>
          </ac:spMkLst>
        </pc:spChg>
        <pc:spChg chg="del">
          <ac:chgData name="Danielle Martin" userId="04f63225-1d27-46ab-9c7c-1c8b513bed32" providerId="ADAL" clId="{1C89D785-7E99-4B8E-BBAB-185CE5D5C5DF}" dt="2023-10-24T08:15:46.980" v="608" actId="478"/>
          <ac:spMkLst>
            <pc:docMk/>
            <pc:sldMk cId="1463034576" sldId="290"/>
            <ac:spMk id="8" creationId="{D52D46F0-DF31-161F-75B9-25975CD1F95D}"/>
          </ac:spMkLst>
        </pc:spChg>
        <pc:spChg chg="del">
          <ac:chgData name="Danielle Martin" userId="04f63225-1d27-46ab-9c7c-1c8b513bed32" providerId="ADAL" clId="{1C89D785-7E99-4B8E-BBAB-185CE5D5C5DF}" dt="2023-10-24T08:15:44.645" v="607" actId="478"/>
          <ac:spMkLst>
            <pc:docMk/>
            <pc:sldMk cId="1463034576" sldId="290"/>
            <ac:spMk id="9" creationId="{638B25CF-0BF9-CC89-DE0C-F7DFF8B8C2FD}"/>
          </ac:spMkLst>
        </pc:spChg>
      </pc:sldChg>
      <pc:sldChg chg="addSp modSp mod">
        <pc:chgData name="Danielle Martin" userId="04f63225-1d27-46ab-9c7c-1c8b513bed32" providerId="ADAL" clId="{1C89D785-7E99-4B8E-BBAB-185CE5D5C5DF}" dt="2023-10-24T08:20:26.472" v="689" actId="1076"/>
        <pc:sldMkLst>
          <pc:docMk/>
          <pc:sldMk cId="2891810218" sldId="291"/>
        </pc:sldMkLst>
        <pc:spChg chg="add mod">
          <ac:chgData name="Danielle Martin" userId="04f63225-1d27-46ab-9c7c-1c8b513bed32" providerId="ADAL" clId="{1C89D785-7E99-4B8E-BBAB-185CE5D5C5DF}" dt="2023-10-24T08:18:57.159" v="681"/>
          <ac:spMkLst>
            <pc:docMk/>
            <pc:sldMk cId="2891810218" sldId="291"/>
            <ac:spMk id="5" creationId="{D43D9F60-17F4-F9C9-62E3-EB8882A60B3C}"/>
          </ac:spMkLst>
        </pc:spChg>
        <pc:spChg chg="add mod">
          <ac:chgData name="Danielle Martin" userId="04f63225-1d27-46ab-9c7c-1c8b513bed32" providerId="ADAL" clId="{1C89D785-7E99-4B8E-BBAB-185CE5D5C5DF}" dt="2023-10-24T08:20:26.472" v="689" actId="1076"/>
          <ac:spMkLst>
            <pc:docMk/>
            <pc:sldMk cId="2891810218" sldId="291"/>
            <ac:spMk id="6" creationId="{5FD05C72-3364-7B34-EFCC-465EA31B9CB2}"/>
          </ac:spMkLst>
        </pc:spChg>
      </pc:sldChg>
      <pc:sldChg chg="modSp mod">
        <pc:chgData name="Danielle Martin" userId="04f63225-1d27-46ab-9c7c-1c8b513bed32" providerId="ADAL" clId="{1C89D785-7E99-4B8E-BBAB-185CE5D5C5DF}" dt="2023-10-24T08:23:01.237" v="696" actId="20577"/>
        <pc:sldMkLst>
          <pc:docMk/>
          <pc:sldMk cId="3868046784" sldId="311"/>
        </pc:sldMkLst>
        <pc:spChg chg="mod">
          <ac:chgData name="Danielle Martin" userId="04f63225-1d27-46ab-9c7c-1c8b513bed32" providerId="ADAL" clId="{1C89D785-7E99-4B8E-BBAB-185CE5D5C5DF}" dt="2023-10-24T08:23:01.237" v="696" actId="20577"/>
          <ac:spMkLst>
            <pc:docMk/>
            <pc:sldMk cId="3868046784" sldId="311"/>
            <ac:spMk id="3" creationId="{394196A0-FA99-A3C3-328B-892E6276B1FE}"/>
          </ac:spMkLst>
        </pc:spChg>
      </pc:sldChg>
      <pc:sldChg chg="modSp mod">
        <pc:chgData name="Danielle Martin" userId="04f63225-1d27-46ab-9c7c-1c8b513bed32" providerId="ADAL" clId="{1C89D785-7E99-4B8E-BBAB-185CE5D5C5DF}" dt="2023-10-24T08:23:03.649" v="697" actId="20577"/>
        <pc:sldMkLst>
          <pc:docMk/>
          <pc:sldMk cId="3765545388" sldId="312"/>
        </pc:sldMkLst>
        <pc:spChg chg="mod">
          <ac:chgData name="Danielle Martin" userId="04f63225-1d27-46ab-9c7c-1c8b513bed32" providerId="ADAL" clId="{1C89D785-7E99-4B8E-BBAB-185CE5D5C5DF}" dt="2023-10-24T08:23:03.649" v="697" actId="20577"/>
          <ac:spMkLst>
            <pc:docMk/>
            <pc:sldMk cId="3765545388" sldId="312"/>
            <ac:spMk id="3" creationId="{394196A0-FA99-A3C3-328B-892E6276B1FE}"/>
          </ac:spMkLst>
        </pc:spChg>
      </pc:sldChg>
      <pc:sldChg chg="modSp mod">
        <pc:chgData name="Danielle Martin" userId="04f63225-1d27-46ab-9c7c-1c8b513bed32" providerId="ADAL" clId="{1C89D785-7E99-4B8E-BBAB-185CE5D5C5DF}" dt="2023-10-24T08:21:39.993" v="690" actId="20577"/>
        <pc:sldMkLst>
          <pc:docMk/>
          <pc:sldMk cId="1532862569" sldId="315"/>
        </pc:sldMkLst>
        <pc:spChg chg="mod">
          <ac:chgData name="Danielle Martin" userId="04f63225-1d27-46ab-9c7c-1c8b513bed32" providerId="ADAL" clId="{1C89D785-7E99-4B8E-BBAB-185CE5D5C5DF}" dt="2023-10-24T08:21:39.993" v="690" actId="20577"/>
          <ac:spMkLst>
            <pc:docMk/>
            <pc:sldMk cId="1532862569" sldId="315"/>
            <ac:spMk id="3" creationId="{394196A0-FA99-A3C3-328B-892E6276B1FE}"/>
          </ac:spMkLst>
        </pc:spChg>
      </pc:sldChg>
      <pc:sldChg chg="modSp mod">
        <pc:chgData name="Danielle Martin" userId="04f63225-1d27-46ab-9c7c-1c8b513bed32" providerId="ADAL" clId="{1C89D785-7E99-4B8E-BBAB-185CE5D5C5DF}" dt="2023-10-24T08:00:20.323" v="260" actId="948"/>
        <pc:sldMkLst>
          <pc:docMk/>
          <pc:sldMk cId="3300055440" sldId="338"/>
        </pc:sldMkLst>
        <pc:spChg chg="mod">
          <ac:chgData name="Danielle Martin" userId="04f63225-1d27-46ab-9c7c-1c8b513bed32" providerId="ADAL" clId="{1C89D785-7E99-4B8E-BBAB-185CE5D5C5DF}" dt="2023-10-24T08:00:20.323" v="260" actId="948"/>
          <ac:spMkLst>
            <pc:docMk/>
            <pc:sldMk cId="3300055440" sldId="338"/>
            <ac:spMk id="3" creationId="{394196A0-FA99-A3C3-328B-892E6276B1FE}"/>
          </ac:spMkLst>
        </pc:spChg>
      </pc:sldChg>
      <pc:sldChg chg="modSp mod">
        <pc:chgData name="Danielle Martin" userId="04f63225-1d27-46ab-9c7c-1c8b513bed32" providerId="ADAL" clId="{1C89D785-7E99-4B8E-BBAB-185CE5D5C5DF}" dt="2023-10-24T08:21:53.153" v="692" actId="313"/>
        <pc:sldMkLst>
          <pc:docMk/>
          <pc:sldMk cId="2761426742" sldId="342"/>
        </pc:sldMkLst>
        <pc:spChg chg="mod">
          <ac:chgData name="Danielle Martin" userId="04f63225-1d27-46ab-9c7c-1c8b513bed32" providerId="ADAL" clId="{1C89D785-7E99-4B8E-BBAB-185CE5D5C5DF}" dt="2023-10-24T08:21:53.153" v="692" actId="313"/>
          <ac:spMkLst>
            <pc:docMk/>
            <pc:sldMk cId="2761426742" sldId="342"/>
            <ac:spMk id="5" creationId="{1A57B21F-5272-A847-FEFF-61A54797E6D0}"/>
          </ac:spMkLst>
        </pc:spChg>
      </pc:sldChg>
      <pc:sldChg chg="modSp add mod">
        <pc:chgData name="Danielle Martin" userId="04f63225-1d27-46ab-9c7c-1c8b513bed32" providerId="ADAL" clId="{1C89D785-7E99-4B8E-BBAB-185CE5D5C5DF}" dt="2023-10-24T08:00:21.078" v="261" actId="948"/>
        <pc:sldMkLst>
          <pc:docMk/>
          <pc:sldMk cId="734560634" sldId="346"/>
        </pc:sldMkLst>
        <pc:spChg chg="mod">
          <ac:chgData name="Danielle Martin" userId="04f63225-1d27-46ab-9c7c-1c8b513bed32" providerId="ADAL" clId="{1C89D785-7E99-4B8E-BBAB-185CE5D5C5DF}" dt="2023-10-24T07:46:47.672" v="42"/>
          <ac:spMkLst>
            <pc:docMk/>
            <pc:sldMk cId="734560634" sldId="346"/>
            <ac:spMk id="2" creationId="{034FA3DF-3BB9-0872-8286-224F44EE6675}"/>
          </ac:spMkLst>
        </pc:spChg>
        <pc:spChg chg="mod">
          <ac:chgData name="Danielle Martin" userId="04f63225-1d27-46ab-9c7c-1c8b513bed32" providerId="ADAL" clId="{1C89D785-7E99-4B8E-BBAB-185CE5D5C5DF}" dt="2023-10-24T07:45:01.355" v="12" actId="1076"/>
          <ac:spMkLst>
            <pc:docMk/>
            <pc:sldMk cId="734560634" sldId="346"/>
            <ac:spMk id="3" creationId="{394196A0-FA99-A3C3-328B-892E6276B1FE}"/>
          </ac:spMkLst>
        </pc:spChg>
        <pc:spChg chg="mod">
          <ac:chgData name="Danielle Martin" userId="04f63225-1d27-46ab-9c7c-1c8b513bed32" providerId="ADAL" clId="{1C89D785-7E99-4B8E-BBAB-185CE5D5C5DF}" dt="2023-10-24T08:00:21.078" v="261" actId="948"/>
          <ac:spMkLst>
            <pc:docMk/>
            <pc:sldMk cId="734560634" sldId="346"/>
            <ac:spMk id="5" creationId="{1A57B21F-5272-A847-FEFF-61A54797E6D0}"/>
          </ac:spMkLst>
        </pc:spChg>
        <pc:cxnChg chg="mod">
          <ac:chgData name="Danielle Martin" userId="04f63225-1d27-46ab-9c7c-1c8b513bed32" providerId="ADAL" clId="{1C89D785-7E99-4B8E-BBAB-185CE5D5C5DF}" dt="2023-10-24T07:45:04.260" v="13" actId="1076"/>
          <ac:cxnSpMkLst>
            <pc:docMk/>
            <pc:sldMk cId="734560634" sldId="346"/>
            <ac:cxnSpMk id="7" creationId="{AC670BA0-4846-4DF7-CE96-E3426883ECFC}"/>
          </ac:cxnSpMkLst>
        </pc:cxnChg>
      </pc:sldChg>
      <pc:sldChg chg="addSp delSp modSp add mod">
        <pc:chgData name="Danielle Martin" userId="04f63225-1d27-46ab-9c7c-1c8b513bed32" providerId="ADAL" clId="{1C89D785-7E99-4B8E-BBAB-185CE5D5C5DF}" dt="2023-10-24T07:51:08.457" v="98" actId="14100"/>
        <pc:sldMkLst>
          <pc:docMk/>
          <pc:sldMk cId="1596011396" sldId="347"/>
        </pc:sldMkLst>
        <pc:spChg chg="del">
          <ac:chgData name="Danielle Martin" userId="04f63225-1d27-46ab-9c7c-1c8b513bed32" providerId="ADAL" clId="{1C89D785-7E99-4B8E-BBAB-185CE5D5C5DF}" dt="2023-10-24T07:50:31.297" v="81" actId="478"/>
          <ac:spMkLst>
            <pc:docMk/>
            <pc:sldMk cId="1596011396" sldId="347"/>
            <ac:spMk id="2" creationId="{814FE0E2-5CF4-1DDA-30B9-17B22EE995D4}"/>
          </ac:spMkLst>
        </pc:spChg>
        <pc:spChg chg="mod">
          <ac:chgData name="Danielle Martin" userId="04f63225-1d27-46ab-9c7c-1c8b513bed32" providerId="ADAL" clId="{1C89D785-7E99-4B8E-BBAB-185CE5D5C5DF}" dt="2023-10-24T07:51:08.457" v="98" actId="14100"/>
          <ac:spMkLst>
            <pc:docMk/>
            <pc:sldMk cId="1596011396" sldId="347"/>
            <ac:spMk id="3" creationId="{394196A0-FA99-A3C3-328B-892E6276B1FE}"/>
          </ac:spMkLst>
        </pc:spChg>
        <pc:spChg chg="del">
          <ac:chgData name="Danielle Martin" userId="04f63225-1d27-46ab-9c7c-1c8b513bed32" providerId="ADAL" clId="{1C89D785-7E99-4B8E-BBAB-185CE5D5C5DF}" dt="2023-10-24T07:50:28.866" v="80" actId="478"/>
          <ac:spMkLst>
            <pc:docMk/>
            <pc:sldMk cId="1596011396" sldId="347"/>
            <ac:spMk id="4" creationId="{0D9B9E8E-6A45-63E8-6A99-CA6300753A93}"/>
          </ac:spMkLst>
        </pc:spChg>
        <pc:spChg chg="mod">
          <ac:chgData name="Danielle Martin" userId="04f63225-1d27-46ab-9c7c-1c8b513bed32" providerId="ADAL" clId="{1C89D785-7E99-4B8E-BBAB-185CE5D5C5DF}" dt="2023-10-24T07:50:39.701" v="90" actId="1076"/>
          <ac:spMkLst>
            <pc:docMk/>
            <pc:sldMk cId="1596011396" sldId="347"/>
            <ac:spMk id="6" creationId="{7EA4FA01-EB19-2125-AF57-B0C89291E031}"/>
          </ac:spMkLst>
        </pc:spChg>
        <pc:spChg chg="add mod">
          <ac:chgData name="Danielle Martin" userId="04f63225-1d27-46ab-9c7c-1c8b513bed32" providerId="ADAL" clId="{1C89D785-7E99-4B8E-BBAB-185CE5D5C5DF}" dt="2023-10-24T07:50:55.845" v="95"/>
          <ac:spMkLst>
            <pc:docMk/>
            <pc:sldMk cId="1596011396" sldId="347"/>
            <ac:spMk id="7" creationId="{D99C324B-1D34-021C-940A-BFF66B9F7D96}"/>
          </ac:spMkLst>
        </pc:spChg>
      </pc:sldChg>
      <pc:sldChg chg="addSp delSp modSp add mod">
        <pc:chgData name="Danielle Martin" userId="04f63225-1d27-46ab-9c7c-1c8b513bed32" providerId="ADAL" clId="{1C89D785-7E99-4B8E-BBAB-185CE5D5C5DF}" dt="2023-10-24T08:24:16.846" v="698" actId="1076"/>
        <pc:sldMkLst>
          <pc:docMk/>
          <pc:sldMk cId="1635210025" sldId="348"/>
        </pc:sldMkLst>
        <pc:spChg chg="mod">
          <ac:chgData name="Danielle Martin" userId="04f63225-1d27-46ab-9c7c-1c8b513bed32" providerId="ADAL" clId="{1C89D785-7E99-4B8E-BBAB-185CE5D5C5DF}" dt="2023-10-24T07:51:54.543" v="110" actId="1076"/>
          <ac:spMkLst>
            <pc:docMk/>
            <pc:sldMk cId="1635210025" sldId="348"/>
            <ac:spMk id="2" creationId="{814FE0E2-5CF4-1DDA-30B9-17B22EE995D4}"/>
          </ac:spMkLst>
        </pc:spChg>
        <pc:spChg chg="del">
          <ac:chgData name="Danielle Martin" userId="04f63225-1d27-46ab-9c7c-1c8b513bed32" providerId="ADAL" clId="{1C89D785-7E99-4B8E-BBAB-185CE5D5C5DF}" dt="2023-10-24T07:51:48.548" v="108" actId="478"/>
          <ac:spMkLst>
            <pc:docMk/>
            <pc:sldMk cId="1635210025" sldId="348"/>
            <ac:spMk id="3" creationId="{394196A0-FA99-A3C3-328B-892E6276B1FE}"/>
          </ac:spMkLst>
        </pc:spChg>
        <pc:spChg chg="mod">
          <ac:chgData name="Danielle Martin" userId="04f63225-1d27-46ab-9c7c-1c8b513bed32" providerId="ADAL" clId="{1C89D785-7E99-4B8E-BBAB-185CE5D5C5DF}" dt="2023-10-24T08:24:16.846" v="698" actId="1076"/>
          <ac:spMkLst>
            <pc:docMk/>
            <pc:sldMk cId="1635210025" sldId="348"/>
            <ac:spMk id="4" creationId="{0D9B9E8E-6A45-63E8-6A99-CA6300753A93}"/>
          </ac:spMkLst>
        </pc:spChg>
        <pc:spChg chg="del">
          <ac:chgData name="Danielle Martin" userId="04f63225-1d27-46ab-9c7c-1c8b513bed32" providerId="ADAL" clId="{1C89D785-7E99-4B8E-BBAB-185CE5D5C5DF}" dt="2023-10-24T07:51:46.692" v="107" actId="478"/>
          <ac:spMkLst>
            <pc:docMk/>
            <pc:sldMk cId="1635210025" sldId="348"/>
            <ac:spMk id="6" creationId="{7EA4FA01-EB19-2125-AF57-B0C89291E031}"/>
          </ac:spMkLst>
        </pc:spChg>
        <pc:spChg chg="add del mod">
          <ac:chgData name="Danielle Martin" userId="04f63225-1d27-46ab-9c7c-1c8b513bed32" providerId="ADAL" clId="{1C89D785-7E99-4B8E-BBAB-185CE5D5C5DF}" dt="2023-10-24T07:51:51.287" v="109" actId="478"/>
          <ac:spMkLst>
            <pc:docMk/>
            <pc:sldMk cId="1635210025" sldId="348"/>
            <ac:spMk id="7" creationId="{BBD70800-F169-90BD-8F90-264DE3998EE3}"/>
          </ac:spMkLst>
        </pc:spChg>
        <pc:spChg chg="add mod">
          <ac:chgData name="Danielle Martin" userId="04f63225-1d27-46ab-9c7c-1c8b513bed32" providerId="ADAL" clId="{1C89D785-7E99-4B8E-BBAB-185CE5D5C5DF}" dt="2023-10-24T07:52:02.003" v="111"/>
          <ac:spMkLst>
            <pc:docMk/>
            <pc:sldMk cId="1635210025" sldId="348"/>
            <ac:spMk id="8" creationId="{DB22ECBB-BC26-A20F-C9D0-96AB445E6105}"/>
          </ac:spMkLst>
        </pc:spChg>
        <pc:spChg chg="add mod">
          <ac:chgData name="Danielle Martin" userId="04f63225-1d27-46ab-9c7c-1c8b513bed32" providerId="ADAL" clId="{1C89D785-7E99-4B8E-BBAB-185CE5D5C5DF}" dt="2023-10-24T07:58:30.452" v="249" actId="948"/>
          <ac:spMkLst>
            <pc:docMk/>
            <pc:sldMk cId="1635210025" sldId="348"/>
            <ac:spMk id="10" creationId="{262D074A-890D-D1C8-A314-AEA3F48446E8}"/>
          </ac:spMkLst>
        </pc:spChg>
        <pc:cxnChg chg="add mod">
          <ac:chgData name="Danielle Martin" userId="04f63225-1d27-46ab-9c7c-1c8b513bed32" providerId="ADAL" clId="{1C89D785-7E99-4B8E-BBAB-185CE5D5C5DF}" dt="2023-10-24T07:52:41.607" v="126" actId="1076"/>
          <ac:cxnSpMkLst>
            <pc:docMk/>
            <pc:sldMk cId="1635210025" sldId="348"/>
            <ac:cxnSpMk id="9" creationId="{446EE465-FF53-08E1-7E5C-1FFFE6A2B224}"/>
          </ac:cxnSpMkLst>
        </pc:cxnChg>
      </pc:sldChg>
      <pc:sldChg chg="modSp add mod ord">
        <pc:chgData name="Danielle Martin" userId="04f63225-1d27-46ab-9c7c-1c8b513bed32" providerId="ADAL" clId="{1C89D785-7E99-4B8E-BBAB-185CE5D5C5DF}" dt="2023-10-24T07:55:02.279" v="192"/>
        <pc:sldMkLst>
          <pc:docMk/>
          <pc:sldMk cId="109594217" sldId="349"/>
        </pc:sldMkLst>
        <pc:spChg chg="mod">
          <ac:chgData name="Danielle Martin" userId="04f63225-1d27-46ab-9c7c-1c8b513bed32" providerId="ADAL" clId="{1C89D785-7E99-4B8E-BBAB-185CE5D5C5DF}" dt="2023-10-24T07:54:58.379" v="190" actId="14100"/>
          <ac:spMkLst>
            <pc:docMk/>
            <pc:sldMk cId="109594217" sldId="349"/>
            <ac:spMk id="3" creationId="{394196A0-FA99-A3C3-328B-892E6276B1FE}"/>
          </ac:spMkLst>
        </pc:spChg>
        <pc:spChg chg="mod">
          <ac:chgData name="Danielle Martin" userId="04f63225-1d27-46ab-9c7c-1c8b513bed32" providerId="ADAL" clId="{1C89D785-7E99-4B8E-BBAB-185CE5D5C5DF}" dt="2023-10-24T07:54:26.522" v="164" actId="20577"/>
          <ac:spMkLst>
            <pc:docMk/>
            <pc:sldMk cId="109594217" sldId="349"/>
            <ac:spMk id="6" creationId="{7EA4FA01-EB19-2125-AF57-B0C89291E031}"/>
          </ac:spMkLst>
        </pc:spChg>
      </pc:sldChg>
      <pc:sldChg chg="modSp add mod">
        <pc:chgData name="Danielle Martin" userId="04f63225-1d27-46ab-9c7c-1c8b513bed32" providerId="ADAL" clId="{1C89D785-7E99-4B8E-BBAB-185CE5D5C5DF}" dt="2023-10-24T07:55:31.159" v="205" actId="20577"/>
        <pc:sldMkLst>
          <pc:docMk/>
          <pc:sldMk cId="2453193575" sldId="350"/>
        </pc:sldMkLst>
        <pc:spChg chg="mod">
          <ac:chgData name="Danielle Martin" userId="04f63225-1d27-46ab-9c7c-1c8b513bed32" providerId="ADAL" clId="{1C89D785-7E99-4B8E-BBAB-185CE5D5C5DF}" dt="2023-10-24T07:55:27.208" v="197" actId="20577"/>
          <ac:spMkLst>
            <pc:docMk/>
            <pc:sldMk cId="2453193575" sldId="350"/>
            <ac:spMk id="3" creationId="{394196A0-FA99-A3C3-328B-892E6276B1FE}"/>
          </ac:spMkLst>
        </pc:spChg>
        <pc:spChg chg="mod">
          <ac:chgData name="Danielle Martin" userId="04f63225-1d27-46ab-9c7c-1c8b513bed32" providerId="ADAL" clId="{1C89D785-7E99-4B8E-BBAB-185CE5D5C5DF}" dt="2023-10-24T07:55:31.159" v="205" actId="20577"/>
          <ac:spMkLst>
            <pc:docMk/>
            <pc:sldMk cId="2453193575" sldId="350"/>
            <ac:spMk id="6" creationId="{7EA4FA01-EB19-2125-AF57-B0C89291E031}"/>
          </ac:spMkLst>
        </pc:spChg>
      </pc:sldChg>
      <pc:sldChg chg="modSp add mod">
        <pc:chgData name="Danielle Martin" userId="04f63225-1d27-46ab-9c7c-1c8b513bed32" providerId="ADAL" clId="{1C89D785-7E99-4B8E-BBAB-185CE5D5C5DF}" dt="2023-10-24T07:56:01.516" v="219" actId="20577"/>
        <pc:sldMkLst>
          <pc:docMk/>
          <pc:sldMk cId="2500611236" sldId="351"/>
        </pc:sldMkLst>
        <pc:spChg chg="mod">
          <ac:chgData name="Danielle Martin" userId="04f63225-1d27-46ab-9c7c-1c8b513bed32" providerId="ADAL" clId="{1C89D785-7E99-4B8E-BBAB-185CE5D5C5DF}" dt="2023-10-24T07:55:51.214" v="209"/>
          <ac:spMkLst>
            <pc:docMk/>
            <pc:sldMk cId="2500611236" sldId="351"/>
            <ac:spMk id="3" creationId="{394196A0-FA99-A3C3-328B-892E6276B1FE}"/>
          </ac:spMkLst>
        </pc:spChg>
        <pc:spChg chg="mod">
          <ac:chgData name="Danielle Martin" userId="04f63225-1d27-46ab-9c7c-1c8b513bed32" providerId="ADAL" clId="{1C89D785-7E99-4B8E-BBAB-185CE5D5C5DF}" dt="2023-10-24T07:56:01.516" v="219" actId="20577"/>
          <ac:spMkLst>
            <pc:docMk/>
            <pc:sldMk cId="2500611236" sldId="351"/>
            <ac:spMk id="6" creationId="{7EA4FA01-EB19-2125-AF57-B0C89291E031}"/>
          </ac:spMkLst>
        </pc:spChg>
      </pc:sldChg>
      <pc:sldChg chg="modSp add mod">
        <pc:chgData name="Danielle Martin" userId="04f63225-1d27-46ab-9c7c-1c8b513bed32" providerId="ADAL" clId="{1C89D785-7E99-4B8E-BBAB-185CE5D5C5DF}" dt="2023-10-24T07:58:12.861" v="247" actId="948"/>
        <pc:sldMkLst>
          <pc:docMk/>
          <pc:sldMk cId="30365605" sldId="352"/>
        </pc:sldMkLst>
        <pc:spChg chg="mod">
          <ac:chgData name="Danielle Martin" userId="04f63225-1d27-46ab-9c7c-1c8b513bed32" providerId="ADAL" clId="{1C89D785-7E99-4B8E-BBAB-185CE5D5C5DF}" dt="2023-10-24T07:56:56.381" v="231" actId="20577"/>
          <ac:spMkLst>
            <pc:docMk/>
            <pc:sldMk cId="30365605" sldId="352"/>
            <ac:spMk id="2" creationId="{814FE0E2-5CF4-1DDA-30B9-17B22EE995D4}"/>
          </ac:spMkLst>
        </pc:spChg>
        <pc:spChg chg="mod">
          <ac:chgData name="Danielle Martin" userId="04f63225-1d27-46ab-9c7c-1c8b513bed32" providerId="ADAL" clId="{1C89D785-7E99-4B8E-BBAB-185CE5D5C5DF}" dt="2023-10-24T07:56:42.756" v="223"/>
          <ac:spMkLst>
            <pc:docMk/>
            <pc:sldMk cId="30365605" sldId="352"/>
            <ac:spMk id="4" creationId="{0D9B9E8E-6A45-63E8-6A99-CA6300753A93}"/>
          </ac:spMkLst>
        </pc:spChg>
        <pc:spChg chg="mod">
          <ac:chgData name="Danielle Martin" userId="04f63225-1d27-46ab-9c7c-1c8b513bed32" providerId="ADAL" clId="{1C89D785-7E99-4B8E-BBAB-185CE5D5C5DF}" dt="2023-10-24T07:58:12.861" v="247" actId="948"/>
          <ac:spMkLst>
            <pc:docMk/>
            <pc:sldMk cId="30365605" sldId="352"/>
            <ac:spMk id="10" creationId="{262D074A-890D-D1C8-A314-AEA3F48446E8}"/>
          </ac:spMkLst>
        </pc:spChg>
      </pc:sldChg>
      <pc:sldChg chg="modSp add mod ord">
        <pc:chgData name="Danielle Martin" userId="04f63225-1d27-46ab-9c7c-1c8b513bed32" providerId="ADAL" clId="{1C89D785-7E99-4B8E-BBAB-185CE5D5C5DF}" dt="2023-10-24T08:02:22.665" v="286"/>
        <pc:sldMkLst>
          <pc:docMk/>
          <pc:sldMk cId="2663686233" sldId="353"/>
        </pc:sldMkLst>
        <pc:spChg chg="mod">
          <ac:chgData name="Danielle Martin" userId="04f63225-1d27-46ab-9c7c-1c8b513bed32" providerId="ADAL" clId="{1C89D785-7E99-4B8E-BBAB-185CE5D5C5DF}" dt="2023-10-24T08:01:29.457" v="284"/>
          <ac:spMkLst>
            <pc:docMk/>
            <pc:sldMk cId="2663686233" sldId="353"/>
            <ac:spMk id="3" creationId="{394196A0-FA99-A3C3-328B-892E6276B1FE}"/>
          </ac:spMkLst>
        </pc:spChg>
        <pc:spChg chg="mod">
          <ac:chgData name="Danielle Martin" userId="04f63225-1d27-46ab-9c7c-1c8b513bed32" providerId="ADAL" clId="{1C89D785-7E99-4B8E-BBAB-185CE5D5C5DF}" dt="2023-10-24T08:01:11.390" v="281" actId="20577"/>
          <ac:spMkLst>
            <pc:docMk/>
            <pc:sldMk cId="2663686233" sldId="353"/>
            <ac:spMk id="6" creationId="{7EA4FA01-EB19-2125-AF57-B0C89291E031}"/>
          </ac:spMkLst>
        </pc:spChg>
      </pc:sldChg>
      <pc:sldChg chg="delSp modSp add mod">
        <pc:chgData name="Danielle Martin" userId="04f63225-1d27-46ab-9c7c-1c8b513bed32" providerId="ADAL" clId="{1C89D785-7E99-4B8E-BBAB-185CE5D5C5DF}" dt="2023-10-24T08:24:38.569" v="700" actId="403"/>
        <pc:sldMkLst>
          <pc:docMk/>
          <pc:sldMk cId="1068670048" sldId="354"/>
        </pc:sldMkLst>
        <pc:spChg chg="mod">
          <ac:chgData name="Danielle Martin" userId="04f63225-1d27-46ab-9c7c-1c8b513bed32" providerId="ADAL" clId="{1C89D785-7E99-4B8E-BBAB-185CE5D5C5DF}" dt="2023-10-24T08:03:37.273" v="299" actId="20577"/>
          <ac:spMkLst>
            <pc:docMk/>
            <pc:sldMk cId="1068670048" sldId="354"/>
            <ac:spMk id="2" creationId="{814FE0E2-5CF4-1DDA-30B9-17B22EE995D4}"/>
          </ac:spMkLst>
        </pc:spChg>
        <pc:spChg chg="del mod">
          <ac:chgData name="Danielle Martin" userId="04f63225-1d27-46ab-9c7c-1c8b513bed32" providerId="ADAL" clId="{1C89D785-7E99-4B8E-BBAB-185CE5D5C5DF}" dt="2023-10-24T08:06:42.815" v="351" actId="478"/>
          <ac:spMkLst>
            <pc:docMk/>
            <pc:sldMk cId="1068670048" sldId="354"/>
            <ac:spMk id="4" creationId="{0D9B9E8E-6A45-63E8-6A99-CA6300753A93}"/>
          </ac:spMkLst>
        </pc:spChg>
        <pc:spChg chg="mod">
          <ac:chgData name="Danielle Martin" userId="04f63225-1d27-46ab-9c7c-1c8b513bed32" providerId="ADAL" clId="{1C89D785-7E99-4B8E-BBAB-185CE5D5C5DF}" dt="2023-10-24T08:24:38.569" v="700" actId="403"/>
          <ac:spMkLst>
            <pc:docMk/>
            <pc:sldMk cId="1068670048" sldId="354"/>
            <ac:spMk id="10" creationId="{262D074A-890D-D1C8-A314-AEA3F48446E8}"/>
          </ac:spMkLst>
        </pc:spChg>
        <pc:cxnChg chg="del mod">
          <ac:chgData name="Danielle Martin" userId="04f63225-1d27-46ab-9c7c-1c8b513bed32" providerId="ADAL" clId="{1C89D785-7E99-4B8E-BBAB-185CE5D5C5DF}" dt="2023-10-24T08:06:44.532" v="352" actId="478"/>
          <ac:cxnSpMkLst>
            <pc:docMk/>
            <pc:sldMk cId="1068670048" sldId="354"/>
            <ac:cxnSpMk id="9" creationId="{446EE465-FF53-08E1-7E5C-1FFFE6A2B224}"/>
          </ac:cxnSpMkLst>
        </pc:cxnChg>
      </pc:sldChg>
      <pc:sldChg chg="delSp modSp add mod">
        <pc:chgData name="Danielle Martin" userId="04f63225-1d27-46ab-9c7c-1c8b513bed32" providerId="ADAL" clId="{1C89D785-7E99-4B8E-BBAB-185CE5D5C5DF}" dt="2023-10-24T08:21:56.643" v="694" actId="313"/>
        <pc:sldMkLst>
          <pc:docMk/>
          <pc:sldMk cId="723642266" sldId="355"/>
        </pc:sldMkLst>
        <pc:spChg chg="mod">
          <ac:chgData name="Danielle Martin" userId="04f63225-1d27-46ab-9c7c-1c8b513bed32" providerId="ADAL" clId="{1C89D785-7E99-4B8E-BBAB-185CE5D5C5DF}" dt="2023-10-24T08:21:56.643" v="694" actId="313"/>
          <ac:spMkLst>
            <pc:docMk/>
            <pc:sldMk cId="723642266" sldId="355"/>
            <ac:spMk id="4" creationId="{0D9B9E8E-6A45-63E8-6A99-CA6300753A93}"/>
          </ac:spMkLst>
        </pc:spChg>
        <pc:spChg chg="del">
          <ac:chgData name="Danielle Martin" userId="04f63225-1d27-46ab-9c7c-1c8b513bed32" providerId="ADAL" clId="{1C89D785-7E99-4B8E-BBAB-185CE5D5C5DF}" dt="2023-10-24T08:06:56.383" v="356" actId="478"/>
          <ac:spMkLst>
            <pc:docMk/>
            <pc:sldMk cId="723642266" sldId="355"/>
            <ac:spMk id="10" creationId="{262D074A-890D-D1C8-A314-AEA3F48446E8}"/>
          </ac:spMkLst>
        </pc:spChg>
        <pc:cxnChg chg="del">
          <ac:chgData name="Danielle Martin" userId="04f63225-1d27-46ab-9c7c-1c8b513bed32" providerId="ADAL" clId="{1C89D785-7E99-4B8E-BBAB-185CE5D5C5DF}" dt="2023-10-24T08:06:53.991" v="355" actId="478"/>
          <ac:cxnSpMkLst>
            <pc:docMk/>
            <pc:sldMk cId="723642266" sldId="355"/>
            <ac:cxnSpMk id="9" creationId="{446EE465-FF53-08E1-7E5C-1FFFE6A2B224}"/>
          </ac:cxnSpMkLst>
        </pc:cxnChg>
      </pc:sldChg>
      <pc:sldChg chg="modSp add mod ord">
        <pc:chgData name="Danielle Martin" userId="04f63225-1d27-46ab-9c7c-1c8b513bed32" providerId="ADAL" clId="{1C89D785-7E99-4B8E-BBAB-185CE5D5C5DF}" dt="2023-10-24T08:09:24.258" v="409" actId="20577"/>
        <pc:sldMkLst>
          <pc:docMk/>
          <pc:sldMk cId="4161949132" sldId="356"/>
        </pc:sldMkLst>
        <pc:spChg chg="mod">
          <ac:chgData name="Danielle Martin" userId="04f63225-1d27-46ab-9c7c-1c8b513bed32" providerId="ADAL" clId="{1C89D785-7E99-4B8E-BBAB-185CE5D5C5DF}" dt="2023-10-24T08:09:24.258" v="409" actId="20577"/>
          <ac:spMkLst>
            <pc:docMk/>
            <pc:sldMk cId="4161949132" sldId="356"/>
            <ac:spMk id="3" creationId="{394196A0-FA99-A3C3-328B-892E6276B1FE}"/>
          </ac:spMkLst>
        </pc:spChg>
        <pc:spChg chg="mod">
          <ac:chgData name="Danielle Martin" userId="04f63225-1d27-46ab-9c7c-1c8b513bed32" providerId="ADAL" clId="{1C89D785-7E99-4B8E-BBAB-185CE5D5C5DF}" dt="2023-10-24T08:08:24.204" v="387" actId="1076"/>
          <ac:spMkLst>
            <pc:docMk/>
            <pc:sldMk cId="4161949132" sldId="356"/>
            <ac:spMk id="6" creationId="{7EA4FA01-EB19-2125-AF57-B0C89291E031}"/>
          </ac:spMkLst>
        </pc:spChg>
      </pc:sldChg>
      <pc:sldChg chg="modSp add mod">
        <pc:chgData name="Danielle Martin" userId="04f63225-1d27-46ab-9c7c-1c8b513bed32" providerId="ADAL" clId="{1C89D785-7E99-4B8E-BBAB-185CE5D5C5DF}" dt="2023-10-24T08:15:10.276" v="599" actId="1076"/>
        <pc:sldMkLst>
          <pc:docMk/>
          <pc:sldMk cId="3910857417" sldId="357"/>
        </pc:sldMkLst>
        <pc:spChg chg="mod">
          <ac:chgData name="Danielle Martin" userId="04f63225-1d27-46ab-9c7c-1c8b513bed32" providerId="ADAL" clId="{1C89D785-7E99-4B8E-BBAB-185CE5D5C5DF}" dt="2023-10-24T08:15:10.276" v="599" actId="1076"/>
          <ac:spMkLst>
            <pc:docMk/>
            <pc:sldMk cId="3910857417" sldId="357"/>
            <ac:spMk id="3" creationId="{394196A0-FA99-A3C3-328B-892E6276B1FE}"/>
          </ac:spMkLst>
        </pc:spChg>
        <pc:spChg chg="mod">
          <ac:chgData name="Danielle Martin" userId="04f63225-1d27-46ab-9c7c-1c8b513bed32" providerId="ADAL" clId="{1C89D785-7E99-4B8E-BBAB-185CE5D5C5DF}" dt="2023-10-24T08:14:21.556" v="587" actId="20577"/>
          <ac:spMkLst>
            <pc:docMk/>
            <pc:sldMk cId="3910857417" sldId="357"/>
            <ac:spMk id="6" creationId="{7EA4FA01-EB19-2125-AF57-B0C89291E031}"/>
          </ac:spMkLst>
        </pc:spChg>
      </pc:sldChg>
      <pc:sldChg chg="modSp add mod">
        <pc:chgData name="Danielle Martin" userId="04f63225-1d27-46ab-9c7c-1c8b513bed32" providerId="ADAL" clId="{1C89D785-7E99-4B8E-BBAB-185CE5D5C5DF}" dt="2023-10-24T08:15:28.185" v="605" actId="20577"/>
        <pc:sldMkLst>
          <pc:docMk/>
          <pc:sldMk cId="2091529056" sldId="358"/>
        </pc:sldMkLst>
        <pc:spChg chg="mod">
          <ac:chgData name="Danielle Martin" userId="04f63225-1d27-46ab-9c7c-1c8b513bed32" providerId="ADAL" clId="{1C89D785-7E99-4B8E-BBAB-185CE5D5C5DF}" dt="2023-10-24T08:15:07.080" v="598" actId="1076"/>
          <ac:spMkLst>
            <pc:docMk/>
            <pc:sldMk cId="2091529056" sldId="358"/>
            <ac:spMk id="3" creationId="{394196A0-FA99-A3C3-328B-892E6276B1FE}"/>
          </ac:spMkLst>
        </pc:spChg>
        <pc:spChg chg="mod">
          <ac:chgData name="Danielle Martin" userId="04f63225-1d27-46ab-9c7c-1c8b513bed32" providerId="ADAL" clId="{1C89D785-7E99-4B8E-BBAB-185CE5D5C5DF}" dt="2023-10-24T08:15:28.185" v="605" actId="20577"/>
          <ac:spMkLst>
            <pc:docMk/>
            <pc:sldMk cId="2091529056" sldId="358"/>
            <ac:spMk id="6" creationId="{7EA4FA01-EB19-2125-AF57-B0C89291E031}"/>
          </ac:spMkLst>
        </pc:spChg>
      </pc:sldChg>
      <pc:sldChg chg="modSp add mod">
        <pc:chgData name="Danielle Martin" userId="04f63225-1d27-46ab-9c7c-1c8b513bed32" providerId="ADAL" clId="{1C89D785-7E99-4B8E-BBAB-185CE5D5C5DF}" dt="2023-10-24T08:17:59.560" v="644" actId="20577"/>
        <pc:sldMkLst>
          <pc:docMk/>
          <pc:sldMk cId="3486220248" sldId="359"/>
        </pc:sldMkLst>
        <pc:spChg chg="mod">
          <ac:chgData name="Danielle Martin" userId="04f63225-1d27-46ab-9c7c-1c8b513bed32" providerId="ADAL" clId="{1C89D785-7E99-4B8E-BBAB-185CE5D5C5DF}" dt="2023-10-24T08:17:27.247" v="630" actId="20577"/>
          <ac:spMkLst>
            <pc:docMk/>
            <pc:sldMk cId="3486220248" sldId="359"/>
            <ac:spMk id="2" creationId="{814FE0E2-5CF4-1DDA-30B9-17B22EE995D4}"/>
          </ac:spMkLst>
        </pc:spChg>
        <pc:spChg chg="mod">
          <ac:chgData name="Danielle Martin" userId="04f63225-1d27-46ab-9c7c-1c8b513bed32" providerId="ADAL" clId="{1C89D785-7E99-4B8E-BBAB-185CE5D5C5DF}" dt="2023-10-24T08:17:59.560" v="644" actId="20577"/>
          <ac:spMkLst>
            <pc:docMk/>
            <pc:sldMk cId="3486220248" sldId="359"/>
            <ac:spMk id="4" creationId="{4B226A5E-6617-7B23-ADA5-BA23919B8DF5}"/>
          </ac:spMkLst>
        </pc:spChg>
      </pc:sldChg>
      <pc:sldChg chg="modSp add mod">
        <pc:chgData name="Danielle Martin" userId="04f63225-1d27-46ab-9c7c-1c8b513bed32" providerId="ADAL" clId="{1C89D785-7E99-4B8E-BBAB-185CE5D5C5DF}" dt="2023-10-24T08:22:04.315" v="695" actId="313"/>
        <pc:sldMkLst>
          <pc:docMk/>
          <pc:sldMk cId="4178029040" sldId="360"/>
        </pc:sldMkLst>
        <pc:spChg chg="mod">
          <ac:chgData name="Danielle Martin" userId="04f63225-1d27-46ab-9c7c-1c8b513bed32" providerId="ADAL" clId="{1C89D785-7E99-4B8E-BBAB-185CE5D5C5DF}" dt="2023-10-24T08:18:11.456" v="675" actId="6549"/>
          <ac:spMkLst>
            <pc:docMk/>
            <pc:sldMk cId="4178029040" sldId="360"/>
            <ac:spMk id="2" creationId="{814FE0E2-5CF4-1DDA-30B9-17B22EE995D4}"/>
          </ac:spMkLst>
        </pc:spChg>
        <pc:spChg chg="mod">
          <ac:chgData name="Danielle Martin" userId="04f63225-1d27-46ab-9c7c-1c8b513bed32" providerId="ADAL" clId="{1C89D785-7E99-4B8E-BBAB-185CE5D5C5DF}" dt="2023-10-24T08:22:04.315" v="695" actId="313"/>
          <ac:spMkLst>
            <pc:docMk/>
            <pc:sldMk cId="4178029040" sldId="360"/>
            <ac:spMk id="4" creationId="{4B226A5E-6617-7B23-ADA5-BA23919B8DF5}"/>
          </ac:spMkLst>
        </pc:spChg>
      </pc:sldChg>
    </pc:docChg>
  </pc:docChgLst>
  <pc:docChgLst>
    <pc:chgData name="Natalie Abegesah" userId="S::nabegesah@partners.net::70dbb83d-0fd1-45c2-9802-bf372af8db90" providerId="AD" clId="Web-{DB66A4A8-EBA4-7814-0335-4B4F6A0EB7C2}"/>
    <pc:docChg chg="addSld modSld">
      <pc:chgData name="Natalie Abegesah" userId="S::nabegesah@partners.net::70dbb83d-0fd1-45c2-9802-bf372af8db90" providerId="AD" clId="Web-{DB66A4A8-EBA4-7814-0335-4B4F6A0EB7C2}" dt="2023-10-23T14:45:28.040" v="49" actId="1076"/>
      <pc:docMkLst>
        <pc:docMk/>
      </pc:docMkLst>
      <pc:sldChg chg="addSp modSp">
        <pc:chgData name="Natalie Abegesah" userId="S::nabegesah@partners.net::70dbb83d-0fd1-45c2-9802-bf372af8db90" providerId="AD" clId="Web-{DB66A4A8-EBA4-7814-0335-4B4F6A0EB7C2}" dt="2023-10-23T14:45:20.618" v="47" actId="1076"/>
        <pc:sldMkLst>
          <pc:docMk/>
          <pc:sldMk cId="2743803820" sldId="261"/>
        </pc:sldMkLst>
        <pc:spChg chg="add mod">
          <ac:chgData name="Natalie Abegesah" userId="S::nabegesah@partners.net::70dbb83d-0fd1-45c2-9802-bf372af8db90" providerId="AD" clId="Web-{DB66A4A8-EBA4-7814-0335-4B4F6A0EB7C2}" dt="2023-10-23T14:45:20.618" v="47" actId="1076"/>
          <ac:spMkLst>
            <pc:docMk/>
            <pc:sldMk cId="2743803820" sldId="261"/>
            <ac:spMk id="6" creationId="{1F190C82-42F1-6A5C-61C1-6DFD1D55775B}"/>
          </ac:spMkLst>
        </pc:spChg>
      </pc:sldChg>
      <pc:sldChg chg="addSp modSp">
        <pc:chgData name="Natalie Abegesah" userId="S::nabegesah@partners.net::70dbb83d-0fd1-45c2-9802-bf372af8db90" providerId="AD" clId="Web-{DB66A4A8-EBA4-7814-0335-4B4F6A0EB7C2}" dt="2023-10-23T14:45:28.040" v="49" actId="1076"/>
        <pc:sldMkLst>
          <pc:docMk/>
          <pc:sldMk cId="3219125589" sldId="262"/>
        </pc:sldMkLst>
        <pc:spChg chg="add mod">
          <ac:chgData name="Natalie Abegesah" userId="S::nabegesah@partners.net::70dbb83d-0fd1-45c2-9802-bf372af8db90" providerId="AD" clId="Web-{DB66A4A8-EBA4-7814-0335-4B4F6A0EB7C2}" dt="2023-10-23T14:45:28.040" v="49" actId="1076"/>
          <ac:spMkLst>
            <pc:docMk/>
            <pc:sldMk cId="3219125589" sldId="262"/>
            <ac:spMk id="6" creationId="{7EC5479A-F1DA-5AF2-D914-B8CAA92274AA}"/>
          </ac:spMkLst>
        </pc:spChg>
      </pc:sldChg>
      <pc:sldChg chg="addSp modSp add replId">
        <pc:chgData name="Natalie Abegesah" userId="S::nabegesah@partners.net::70dbb83d-0fd1-45c2-9802-bf372af8db90" providerId="AD" clId="Web-{DB66A4A8-EBA4-7814-0335-4B4F6A0EB7C2}" dt="2023-10-23T14:45:03.992" v="45"/>
        <pc:sldMkLst>
          <pc:docMk/>
          <pc:sldMk cId="4002730051" sldId="296"/>
        </pc:sldMkLst>
        <pc:spChg chg="mod">
          <ac:chgData name="Natalie Abegesah" userId="S::nabegesah@partners.net::70dbb83d-0fd1-45c2-9802-bf372af8db90" providerId="AD" clId="Web-{DB66A4A8-EBA4-7814-0335-4B4F6A0EB7C2}" dt="2023-10-23T14:44:06.741" v="9" actId="20577"/>
          <ac:spMkLst>
            <pc:docMk/>
            <pc:sldMk cId="4002730051" sldId="296"/>
            <ac:spMk id="2" creationId="{034FA3DF-3BB9-0872-8286-224F44EE6675}"/>
          </ac:spMkLst>
        </pc:spChg>
        <pc:spChg chg="mod">
          <ac:chgData name="Natalie Abegesah" userId="S::nabegesah@partners.net::70dbb83d-0fd1-45c2-9802-bf372af8db90" providerId="AD" clId="Web-{DB66A4A8-EBA4-7814-0335-4B4F6A0EB7C2}" dt="2023-10-23T14:44:56.117" v="44" actId="20577"/>
          <ac:spMkLst>
            <pc:docMk/>
            <pc:sldMk cId="4002730051" sldId="296"/>
            <ac:spMk id="3" creationId="{394196A0-FA99-A3C3-328B-892E6276B1FE}"/>
          </ac:spMkLst>
        </pc:spChg>
        <pc:spChg chg="add mod">
          <ac:chgData name="Natalie Abegesah" userId="S::nabegesah@partners.net::70dbb83d-0fd1-45c2-9802-bf372af8db90" providerId="AD" clId="Web-{DB66A4A8-EBA4-7814-0335-4B4F6A0EB7C2}" dt="2023-10-23T14:44:34.929" v="32" actId="20577"/>
          <ac:spMkLst>
            <pc:docMk/>
            <pc:sldMk cId="4002730051" sldId="296"/>
            <ac:spMk id="4" creationId="{CEBAD963-D085-1455-DC06-B089C9906053}"/>
          </ac:spMkLst>
        </pc:spChg>
        <pc:spChg chg="add mod">
          <ac:chgData name="Natalie Abegesah" userId="S::nabegesah@partners.net::70dbb83d-0fd1-45c2-9802-bf372af8db90" providerId="AD" clId="Web-{DB66A4A8-EBA4-7814-0335-4B4F6A0EB7C2}" dt="2023-10-23T14:45:03.992" v="45"/>
          <ac:spMkLst>
            <pc:docMk/>
            <pc:sldMk cId="4002730051" sldId="296"/>
            <ac:spMk id="5" creationId="{18AE981F-0AF5-A49D-C1A9-926268F8DD47}"/>
          </ac:spMkLst>
        </pc:spChg>
      </pc:sldChg>
    </pc:docChg>
  </pc:docChgLst>
  <pc:docChgLst>
    <pc:chgData name="Danielle Martin" userId="04f63225-1d27-46ab-9c7c-1c8b513bed32" providerId="ADAL" clId="{BA401913-2730-4374-95EA-13230A65DF2E}"/>
    <pc:docChg chg="undo redo custSel addSld delSld modSld sldOrd">
      <pc:chgData name="Danielle Martin" userId="04f63225-1d27-46ab-9c7c-1c8b513bed32" providerId="ADAL" clId="{BA401913-2730-4374-95EA-13230A65DF2E}" dt="2023-10-24T07:41:23.108" v="3928" actId="20577"/>
      <pc:docMkLst>
        <pc:docMk/>
      </pc:docMkLst>
      <pc:sldChg chg="modSp mod">
        <pc:chgData name="Danielle Martin" userId="04f63225-1d27-46ab-9c7c-1c8b513bed32" providerId="ADAL" clId="{BA401913-2730-4374-95EA-13230A65DF2E}" dt="2023-10-24T06:24:40.587" v="2926" actId="20577"/>
        <pc:sldMkLst>
          <pc:docMk/>
          <pc:sldMk cId="1388110270" sldId="259"/>
        </pc:sldMkLst>
        <pc:spChg chg="mod">
          <ac:chgData name="Danielle Martin" userId="04f63225-1d27-46ab-9c7c-1c8b513bed32" providerId="ADAL" clId="{BA401913-2730-4374-95EA-13230A65DF2E}" dt="2023-10-24T06:24:40.587" v="2926" actId="20577"/>
          <ac:spMkLst>
            <pc:docMk/>
            <pc:sldMk cId="1388110270" sldId="259"/>
            <ac:spMk id="3" creationId="{394196A0-FA99-A3C3-328B-892E6276B1FE}"/>
          </ac:spMkLst>
        </pc:spChg>
      </pc:sldChg>
      <pc:sldChg chg="addSp delSp modSp mod">
        <pc:chgData name="Danielle Martin" userId="04f63225-1d27-46ab-9c7c-1c8b513bed32" providerId="ADAL" clId="{BA401913-2730-4374-95EA-13230A65DF2E}" dt="2023-10-24T05:36:55.745" v="2396" actId="478"/>
        <pc:sldMkLst>
          <pc:docMk/>
          <pc:sldMk cId="2743803820" sldId="261"/>
        </pc:sldMkLst>
        <pc:spChg chg="mod">
          <ac:chgData name="Danielle Martin" userId="04f63225-1d27-46ab-9c7c-1c8b513bed32" providerId="ADAL" clId="{BA401913-2730-4374-95EA-13230A65DF2E}" dt="2023-10-24T05:36:21.313" v="2393" actId="20577"/>
          <ac:spMkLst>
            <pc:docMk/>
            <pc:sldMk cId="2743803820" sldId="261"/>
            <ac:spMk id="2" creationId="{034FA3DF-3BB9-0872-8286-224F44EE6675}"/>
          </ac:spMkLst>
        </pc:spChg>
        <pc:spChg chg="add del mod">
          <ac:chgData name="Danielle Martin" userId="04f63225-1d27-46ab-9c7c-1c8b513bed32" providerId="ADAL" clId="{BA401913-2730-4374-95EA-13230A65DF2E}" dt="2023-10-24T05:36:55.745" v="2396" actId="478"/>
          <ac:spMkLst>
            <pc:docMk/>
            <pc:sldMk cId="2743803820" sldId="261"/>
            <ac:spMk id="7" creationId="{4F74EE60-453B-A6E3-7889-CBF36E91E602}"/>
          </ac:spMkLst>
        </pc:spChg>
      </pc:sldChg>
      <pc:sldChg chg="addSp delSp modSp mod">
        <pc:chgData name="Danielle Martin" userId="04f63225-1d27-46ab-9c7c-1c8b513bed32" providerId="ADAL" clId="{BA401913-2730-4374-95EA-13230A65DF2E}" dt="2023-10-24T05:37:09.226" v="2404" actId="20577"/>
        <pc:sldMkLst>
          <pc:docMk/>
          <pc:sldMk cId="3219125589" sldId="262"/>
        </pc:sldMkLst>
        <pc:spChg chg="mod">
          <ac:chgData name="Danielle Martin" userId="04f63225-1d27-46ab-9c7c-1c8b513bed32" providerId="ADAL" clId="{BA401913-2730-4374-95EA-13230A65DF2E}" dt="2023-10-24T05:37:09.226" v="2404" actId="20577"/>
          <ac:spMkLst>
            <pc:docMk/>
            <pc:sldMk cId="3219125589" sldId="262"/>
            <ac:spMk id="2" creationId="{034FA3DF-3BB9-0872-8286-224F44EE6675}"/>
          </ac:spMkLst>
        </pc:spChg>
        <pc:spChg chg="add del mod">
          <ac:chgData name="Danielle Martin" userId="04f63225-1d27-46ab-9c7c-1c8b513bed32" providerId="ADAL" clId="{BA401913-2730-4374-95EA-13230A65DF2E}" dt="2023-10-24T05:37:06.209" v="2397" actId="478"/>
          <ac:spMkLst>
            <pc:docMk/>
            <pc:sldMk cId="3219125589" sldId="262"/>
            <ac:spMk id="7" creationId="{14A9AEA4-C68A-C451-9121-8E0A9B333E5D}"/>
          </ac:spMkLst>
        </pc:spChg>
      </pc:sldChg>
      <pc:sldChg chg="addSp modSp mod">
        <pc:chgData name="Danielle Martin" userId="04f63225-1d27-46ab-9c7c-1c8b513bed32" providerId="ADAL" clId="{BA401913-2730-4374-95EA-13230A65DF2E}" dt="2023-10-24T05:41:15.405" v="2509" actId="20577"/>
        <pc:sldMkLst>
          <pc:docMk/>
          <pc:sldMk cId="1761571551" sldId="263"/>
        </pc:sldMkLst>
        <pc:spChg chg="mod">
          <ac:chgData name="Danielle Martin" userId="04f63225-1d27-46ab-9c7c-1c8b513bed32" providerId="ADAL" clId="{BA401913-2730-4374-95EA-13230A65DF2E}" dt="2023-10-24T05:41:15.405" v="2509" actId="20577"/>
          <ac:spMkLst>
            <pc:docMk/>
            <pc:sldMk cId="1761571551" sldId="263"/>
            <ac:spMk id="2" creationId="{034FA3DF-3BB9-0872-8286-224F44EE6675}"/>
          </ac:spMkLst>
        </pc:spChg>
        <pc:spChg chg="mod">
          <ac:chgData name="Danielle Martin" userId="04f63225-1d27-46ab-9c7c-1c8b513bed32" providerId="ADAL" clId="{BA401913-2730-4374-95EA-13230A65DF2E}" dt="2023-10-24T03:07:30.841" v="60" actId="1076"/>
          <ac:spMkLst>
            <pc:docMk/>
            <pc:sldMk cId="1761571551" sldId="263"/>
            <ac:spMk id="4" creationId="{E0E6C19A-1F08-1248-E1FC-988EE276392F}"/>
          </ac:spMkLst>
        </pc:spChg>
        <pc:spChg chg="add mod">
          <ac:chgData name="Danielle Martin" userId="04f63225-1d27-46ab-9c7c-1c8b513bed32" providerId="ADAL" clId="{BA401913-2730-4374-95EA-13230A65DF2E}" dt="2023-10-24T03:04:21.270" v="16"/>
          <ac:spMkLst>
            <pc:docMk/>
            <pc:sldMk cId="1761571551" sldId="263"/>
            <ac:spMk id="5" creationId="{BE3D25A0-8BD1-796F-F8C7-3DE711269286}"/>
          </ac:spMkLst>
        </pc:spChg>
      </pc:sldChg>
      <pc:sldChg chg="addSp modSp mod">
        <pc:chgData name="Danielle Martin" userId="04f63225-1d27-46ab-9c7c-1c8b513bed32" providerId="ADAL" clId="{BA401913-2730-4374-95EA-13230A65DF2E}" dt="2023-10-24T05:41:06.477" v="2501" actId="1076"/>
        <pc:sldMkLst>
          <pc:docMk/>
          <pc:sldMk cId="3972017880" sldId="264"/>
        </pc:sldMkLst>
        <pc:spChg chg="mod">
          <ac:chgData name="Danielle Martin" userId="04f63225-1d27-46ab-9c7c-1c8b513bed32" providerId="ADAL" clId="{BA401913-2730-4374-95EA-13230A65DF2E}" dt="2023-10-24T05:41:06.477" v="2501" actId="1076"/>
          <ac:spMkLst>
            <pc:docMk/>
            <pc:sldMk cId="3972017880" sldId="264"/>
            <ac:spMk id="2" creationId="{034FA3DF-3BB9-0872-8286-224F44EE6675}"/>
          </ac:spMkLst>
        </pc:spChg>
        <pc:spChg chg="add mod">
          <ac:chgData name="Danielle Martin" userId="04f63225-1d27-46ab-9c7c-1c8b513bed32" providerId="ADAL" clId="{BA401913-2730-4374-95EA-13230A65DF2E}" dt="2023-10-24T03:04:35.495" v="18"/>
          <ac:spMkLst>
            <pc:docMk/>
            <pc:sldMk cId="3972017880" sldId="264"/>
            <ac:spMk id="5" creationId="{5726C9AD-E362-98EE-90FC-4EFE5EB1FA61}"/>
          </ac:spMkLst>
        </pc:spChg>
      </pc:sldChg>
      <pc:sldChg chg="addSp delSp modSp mod">
        <pc:chgData name="Danielle Martin" userId="04f63225-1d27-46ab-9c7c-1c8b513bed32" providerId="ADAL" clId="{BA401913-2730-4374-95EA-13230A65DF2E}" dt="2023-10-24T03:16:15.190" v="266" actId="1076"/>
        <pc:sldMkLst>
          <pc:docMk/>
          <pc:sldMk cId="2683825151" sldId="265"/>
        </pc:sldMkLst>
        <pc:spChg chg="add del mod">
          <ac:chgData name="Danielle Martin" userId="04f63225-1d27-46ab-9c7c-1c8b513bed32" providerId="ADAL" clId="{BA401913-2730-4374-95EA-13230A65DF2E}" dt="2023-10-24T03:15:22.256" v="247"/>
          <ac:spMkLst>
            <pc:docMk/>
            <pc:sldMk cId="2683825151" sldId="265"/>
            <ac:spMk id="6" creationId="{49CDCF21-4A6F-5D8A-B6BD-C65BBF2ED29D}"/>
          </ac:spMkLst>
        </pc:spChg>
        <pc:spChg chg="add mod">
          <ac:chgData name="Danielle Martin" userId="04f63225-1d27-46ab-9c7c-1c8b513bed32" providerId="ADAL" clId="{BA401913-2730-4374-95EA-13230A65DF2E}" dt="2023-10-24T03:16:15.190" v="266" actId="1076"/>
          <ac:spMkLst>
            <pc:docMk/>
            <pc:sldMk cId="2683825151" sldId="265"/>
            <ac:spMk id="10" creationId="{825FCB25-EC4C-3BDA-1A46-CDF56B9FBFEB}"/>
          </ac:spMkLst>
        </pc:spChg>
      </pc:sldChg>
      <pc:sldChg chg="addSp modSp mod ord">
        <pc:chgData name="Danielle Martin" userId="04f63225-1d27-46ab-9c7c-1c8b513bed32" providerId="ADAL" clId="{BA401913-2730-4374-95EA-13230A65DF2E}" dt="2023-10-24T03:41:35.184" v="1316" actId="1076"/>
        <pc:sldMkLst>
          <pc:docMk/>
          <pc:sldMk cId="1715544020" sldId="266"/>
        </pc:sldMkLst>
        <pc:spChg chg="mod">
          <ac:chgData name="Danielle Martin" userId="04f63225-1d27-46ab-9c7c-1c8b513bed32" providerId="ADAL" clId="{BA401913-2730-4374-95EA-13230A65DF2E}" dt="2023-10-24T03:41:35.184" v="1316" actId="1076"/>
          <ac:spMkLst>
            <pc:docMk/>
            <pc:sldMk cId="1715544020" sldId="266"/>
            <ac:spMk id="5" creationId="{B870963A-BAA6-9F3A-D6F7-7F91B67432E2}"/>
          </ac:spMkLst>
        </pc:spChg>
        <pc:spChg chg="add mod">
          <ac:chgData name="Danielle Martin" userId="04f63225-1d27-46ab-9c7c-1c8b513bed32" providerId="ADAL" clId="{BA401913-2730-4374-95EA-13230A65DF2E}" dt="2023-10-24T03:40:52.593" v="1281"/>
          <ac:spMkLst>
            <pc:docMk/>
            <pc:sldMk cId="1715544020" sldId="266"/>
            <ac:spMk id="8" creationId="{F4CED331-713B-DE6D-3F27-2B93DF94FE0C}"/>
          </ac:spMkLst>
        </pc:spChg>
      </pc:sldChg>
      <pc:sldChg chg="addSp modSp mod">
        <pc:chgData name="Danielle Martin" userId="04f63225-1d27-46ab-9c7c-1c8b513bed32" providerId="ADAL" clId="{BA401913-2730-4374-95EA-13230A65DF2E}" dt="2023-10-24T03:21:48.047" v="349" actId="20577"/>
        <pc:sldMkLst>
          <pc:docMk/>
          <pc:sldMk cId="895368897" sldId="267"/>
        </pc:sldMkLst>
        <pc:spChg chg="mod">
          <ac:chgData name="Danielle Martin" userId="04f63225-1d27-46ab-9c7c-1c8b513bed32" providerId="ADAL" clId="{BA401913-2730-4374-95EA-13230A65DF2E}" dt="2023-10-24T03:18:06.162" v="272" actId="1076"/>
          <ac:spMkLst>
            <pc:docMk/>
            <pc:sldMk cId="895368897" sldId="267"/>
            <ac:spMk id="2" creationId="{034FA3DF-3BB9-0872-8286-224F44EE6675}"/>
          </ac:spMkLst>
        </pc:spChg>
        <pc:spChg chg="mod">
          <ac:chgData name="Danielle Martin" userId="04f63225-1d27-46ab-9c7c-1c8b513bed32" providerId="ADAL" clId="{BA401913-2730-4374-95EA-13230A65DF2E}" dt="2023-10-24T03:21:05.716" v="342" actId="14100"/>
          <ac:spMkLst>
            <pc:docMk/>
            <pc:sldMk cId="895368897" sldId="267"/>
            <ac:spMk id="3" creationId="{394196A0-FA99-A3C3-328B-892E6276B1FE}"/>
          </ac:spMkLst>
        </pc:spChg>
        <pc:spChg chg="add mod">
          <ac:chgData name="Danielle Martin" userId="04f63225-1d27-46ab-9c7c-1c8b513bed32" providerId="ADAL" clId="{BA401913-2730-4374-95EA-13230A65DF2E}" dt="2023-10-24T03:18:23.111" v="274" actId="1076"/>
          <ac:spMkLst>
            <pc:docMk/>
            <pc:sldMk cId="895368897" sldId="267"/>
            <ac:spMk id="4" creationId="{0064E2BB-DC0D-1266-242A-9880CF68E5E1}"/>
          </ac:spMkLst>
        </pc:spChg>
        <pc:spChg chg="add mod">
          <ac:chgData name="Danielle Martin" userId="04f63225-1d27-46ab-9c7c-1c8b513bed32" providerId="ADAL" clId="{BA401913-2730-4374-95EA-13230A65DF2E}" dt="2023-10-24T03:21:48.047" v="349" actId="20577"/>
          <ac:spMkLst>
            <pc:docMk/>
            <pc:sldMk cId="895368897" sldId="267"/>
            <ac:spMk id="5" creationId="{1A57B21F-5272-A847-FEFF-61A54797E6D0}"/>
          </ac:spMkLst>
        </pc:spChg>
        <pc:cxnChg chg="add mod">
          <ac:chgData name="Danielle Martin" userId="04f63225-1d27-46ab-9c7c-1c8b513bed32" providerId="ADAL" clId="{BA401913-2730-4374-95EA-13230A65DF2E}" dt="2023-10-24T03:21:32.356" v="346" actId="1076"/>
          <ac:cxnSpMkLst>
            <pc:docMk/>
            <pc:sldMk cId="895368897" sldId="267"/>
            <ac:cxnSpMk id="7" creationId="{AC670BA0-4846-4DF7-CE96-E3426883ECFC}"/>
          </ac:cxnSpMkLst>
        </pc:cxnChg>
      </pc:sldChg>
      <pc:sldChg chg="addSp modSp mod">
        <pc:chgData name="Danielle Martin" userId="04f63225-1d27-46ab-9c7c-1c8b513bed32" providerId="ADAL" clId="{BA401913-2730-4374-95EA-13230A65DF2E}" dt="2023-10-24T05:43:00.853" v="2510"/>
        <pc:sldMkLst>
          <pc:docMk/>
          <pc:sldMk cId="4265997093" sldId="268"/>
        </pc:sldMkLst>
        <pc:spChg chg="add mod">
          <ac:chgData name="Danielle Martin" userId="04f63225-1d27-46ab-9c7c-1c8b513bed32" providerId="ADAL" clId="{BA401913-2730-4374-95EA-13230A65DF2E}" dt="2023-10-24T03:37:54.798" v="1255" actId="1076"/>
          <ac:spMkLst>
            <pc:docMk/>
            <pc:sldMk cId="4265997093" sldId="268"/>
            <ac:spMk id="5" creationId="{1A0B170B-4645-DB22-42B2-EFEFF147D462}"/>
          </ac:spMkLst>
        </pc:spChg>
        <pc:spChg chg="add mod">
          <ac:chgData name="Danielle Martin" userId="04f63225-1d27-46ab-9c7c-1c8b513bed32" providerId="ADAL" clId="{BA401913-2730-4374-95EA-13230A65DF2E}" dt="2023-10-24T05:43:00.853" v="2510"/>
          <ac:spMkLst>
            <pc:docMk/>
            <pc:sldMk cId="4265997093" sldId="268"/>
            <ac:spMk id="6" creationId="{B53BD88A-80CA-6422-920C-FC04464D7EC6}"/>
          </ac:spMkLst>
        </pc:spChg>
      </pc:sldChg>
      <pc:sldChg chg="addSp delSp modSp mod">
        <pc:chgData name="Danielle Martin" userId="04f63225-1d27-46ab-9c7c-1c8b513bed32" providerId="ADAL" clId="{BA401913-2730-4374-95EA-13230A65DF2E}" dt="2023-10-24T04:56:27.246" v="1749" actId="33524"/>
        <pc:sldMkLst>
          <pc:docMk/>
          <pc:sldMk cId="1124102567" sldId="269"/>
        </pc:sldMkLst>
        <pc:spChg chg="mod">
          <ac:chgData name="Danielle Martin" userId="04f63225-1d27-46ab-9c7c-1c8b513bed32" providerId="ADAL" clId="{BA401913-2730-4374-95EA-13230A65DF2E}" dt="2023-10-24T04:55:09.705" v="1703" actId="1076"/>
          <ac:spMkLst>
            <pc:docMk/>
            <pc:sldMk cId="1124102567" sldId="269"/>
            <ac:spMk id="2" creationId="{034FA3DF-3BB9-0872-8286-224F44EE6675}"/>
          </ac:spMkLst>
        </pc:spChg>
        <pc:spChg chg="mod">
          <ac:chgData name="Danielle Martin" userId="04f63225-1d27-46ab-9c7c-1c8b513bed32" providerId="ADAL" clId="{BA401913-2730-4374-95EA-13230A65DF2E}" dt="2023-10-24T04:56:27.246" v="1749" actId="33524"/>
          <ac:spMkLst>
            <pc:docMk/>
            <pc:sldMk cId="1124102567" sldId="269"/>
            <ac:spMk id="3" creationId="{394196A0-FA99-A3C3-328B-892E6276B1FE}"/>
          </ac:spMkLst>
        </pc:spChg>
        <pc:spChg chg="del mod">
          <ac:chgData name="Danielle Martin" userId="04f63225-1d27-46ab-9c7c-1c8b513bed32" providerId="ADAL" clId="{BA401913-2730-4374-95EA-13230A65DF2E}" dt="2023-10-24T04:54:59.668" v="1700" actId="478"/>
          <ac:spMkLst>
            <pc:docMk/>
            <pc:sldMk cId="1124102567" sldId="269"/>
            <ac:spMk id="4" creationId="{E87258DB-518F-C003-9AC2-7B79C1E6FF6A}"/>
          </ac:spMkLst>
        </pc:spChg>
        <pc:spChg chg="add mod">
          <ac:chgData name="Danielle Martin" userId="04f63225-1d27-46ab-9c7c-1c8b513bed32" providerId="ADAL" clId="{BA401913-2730-4374-95EA-13230A65DF2E}" dt="2023-10-24T04:53:19.609" v="1646"/>
          <ac:spMkLst>
            <pc:docMk/>
            <pc:sldMk cId="1124102567" sldId="269"/>
            <ac:spMk id="5" creationId="{00898161-6DD8-E006-E82E-B92312A05813}"/>
          </ac:spMkLst>
        </pc:spChg>
      </pc:sldChg>
      <pc:sldChg chg="addSp modSp mod">
        <pc:chgData name="Danielle Martin" userId="04f63225-1d27-46ab-9c7c-1c8b513bed32" providerId="ADAL" clId="{BA401913-2730-4374-95EA-13230A65DF2E}" dt="2023-10-24T05:14:06.280" v="2033" actId="27636"/>
        <pc:sldMkLst>
          <pc:docMk/>
          <pc:sldMk cId="2893187376" sldId="270"/>
        </pc:sldMkLst>
        <pc:spChg chg="mod">
          <ac:chgData name="Danielle Martin" userId="04f63225-1d27-46ab-9c7c-1c8b513bed32" providerId="ADAL" clId="{BA401913-2730-4374-95EA-13230A65DF2E}" dt="2023-10-24T05:14:06.280" v="2033" actId="27636"/>
          <ac:spMkLst>
            <pc:docMk/>
            <pc:sldMk cId="2893187376" sldId="270"/>
            <ac:spMk id="2" creationId="{034FA3DF-3BB9-0872-8286-224F44EE6675}"/>
          </ac:spMkLst>
        </pc:spChg>
        <pc:spChg chg="mod">
          <ac:chgData name="Danielle Martin" userId="04f63225-1d27-46ab-9c7c-1c8b513bed32" providerId="ADAL" clId="{BA401913-2730-4374-95EA-13230A65DF2E}" dt="2023-10-24T05:13:34.419" v="2019" actId="113"/>
          <ac:spMkLst>
            <pc:docMk/>
            <pc:sldMk cId="2893187376" sldId="270"/>
            <ac:spMk id="3" creationId="{394196A0-FA99-A3C3-328B-892E6276B1FE}"/>
          </ac:spMkLst>
        </pc:spChg>
        <pc:spChg chg="add mod">
          <ac:chgData name="Danielle Martin" userId="04f63225-1d27-46ab-9c7c-1c8b513bed32" providerId="ADAL" clId="{BA401913-2730-4374-95EA-13230A65DF2E}" dt="2023-10-24T05:11:15.862" v="2005"/>
          <ac:spMkLst>
            <pc:docMk/>
            <pc:sldMk cId="2893187376" sldId="270"/>
            <ac:spMk id="4" creationId="{EC94EAA6-87AC-51F4-187F-B36B86647E4A}"/>
          </ac:spMkLst>
        </pc:spChg>
      </pc:sldChg>
      <pc:sldChg chg="addSp modSp mod">
        <pc:chgData name="Danielle Martin" userId="04f63225-1d27-46ab-9c7c-1c8b513bed32" providerId="ADAL" clId="{BA401913-2730-4374-95EA-13230A65DF2E}" dt="2023-10-24T05:32:10.598" v="2277" actId="113"/>
        <pc:sldMkLst>
          <pc:docMk/>
          <pc:sldMk cId="980621301" sldId="273"/>
        </pc:sldMkLst>
        <pc:spChg chg="mod">
          <ac:chgData name="Danielle Martin" userId="04f63225-1d27-46ab-9c7c-1c8b513bed32" providerId="ADAL" clId="{BA401913-2730-4374-95EA-13230A65DF2E}" dt="2023-10-24T05:32:10.598" v="2277" actId="113"/>
          <ac:spMkLst>
            <pc:docMk/>
            <pc:sldMk cId="980621301" sldId="273"/>
            <ac:spMk id="3" creationId="{394196A0-FA99-A3C3-328B-892E6276B1FE}"/>
          </ac:spMkLst>
        </pc:spChg>
        <pc:spChg chg="add mod">
          <ac:chgData name="Danielle Martin" userId="04f63225-1d27-46ab-9c7c-1c8b513bed32" providerId="ADAL" clId="{BA401913-2730-4374-95EA-13230A65DF2E}" dt="2023-10-24T05:30:44.301" v="2256"/>
          <ac:spMkLst>
            <pc:docMk/>
            <pc:sldMk cId="980621301" sldId="273"/>
            <ac:spMk id="4" creationId="{8EA5CFEC-6C46-5443-0F8A-B2A7D93752FF}"/>
          </ac:spMkLst>
        </pc:spChg>
        <pc:spChg chg="mod">
          <ac:chgData name="Danielle Martin" userId="04f63225-1d27-46ab-9c7c-1c8b513bed32" providerId="ADAL" clId="{BA401913-2730-4374-95EA-13230A65DF2E}" dt="2023-10-24T05:30:55.404" v="2259" actId="1076"/>
          <ac:spMkLst>
            <pc:docMk/>
            <pc:sldMk cId="980621301" sldId="273"/>
            <ac:spMk id="6" creationId="{7EA4FA01-EB19-2125-AF57-B0C89291E031}"/>
          </ac:spMkLst>
        </pc:spChg>
      </pc:sldChg>
      <pc:sldChg chg="addSp modSp mod">
        <pc:chgData name="Danielle Martin" userId="04f63225-1d27-46ab-9c7c-1c8b513bed32" providerId="ADAL" clId="{BA401913-2730-4374-95EA-13230A65DF2E}" dt="2023-10-24T05:21:24.958" v="2077" actId="1076"/>
        <pc:sldMkLst>
          <pc:docMk/>
          <pc:sldMk cId="1937207559" sldId="274"/>
        </pc:sldMkLst>
        <pc:spChg chg="mod">
          <ac:chgData name="Danielle Martin" userId="04f63225-1d27-46ab-9c7c-1c8b513bed32" providerId="ADAL" clId="{BA401913-2730-4374-95EA-13230A65DF2E}" dt="2023-10-24T05:21:24.958" v="2077" actId="1076"/>
          <ac:spMkLst>
            <pc:docMk/>
            <pc:sldMk cId="1937207559" sldId="274"/>
            <ac:spMk id="3" creationId="{394196A0-FA99-A3C3-328B-892E6276B1FE}"/>
          </ac:spMkLst>
        </pc:spChg>
        <pc:spChg chg="mod">
          <ac:chgData name="Danielle Martin" userId="04f63225-1d27-46ab-9c7c-1c8b513bed32" providerId="ADAL" clId="{BA401913-2730-4374-95EA-13230A65DF2E}" dt="2023-10-24T05:19:53.026" v="2068" actId="1076"/>
          <ac:spMkLst>
            <pc:docMk/>
            <pc:sldMk cId="1937207559" sldId="274"/>
            <ac:spMk id="4" creationId="{82580944-4D43-7051-4A60-CB9307D10F42}"/>
          </ac:spMkLst>
        </pc:spChg>
        <pc:spChg chg="add mod">
          <ac:chgData name="Danielle Martin" userId="04f63225-1d27-46ab-9c7c-1c8b513bed32" providerId="ADAL" clId="{BA401913-2730-4374-95EA-13230A65DF2E}" dt="2023-10-24T05:17:40.777" v="2046"/>
          <ac:spMkLst>
            <pc:docMk/>
            <pc:sldMk cId="1937207559" sldId="274"/>
            <ac:spMk id="5" creationId="{B959A6E1-42BA-A818-7610-BCBBFFA47F80}"/>
          </ac:spMkLst>
        </pc:spChg>
      </pc:sldChg>
      <pc:sldChg chg="addSp modSp mod">
        <pc:chgData name="Danielle Martin" userId="04f63225-1d27-46ab-9c7c-1c8b513bed32" providerId="ADAL" clId="{BA401913-2730-4374-95EA-13230A65DF2E}" dt="2023-10-24T05:27:54.378" v="2202" actId="1076"/>
        <pc:sldMkLst>
          <pc:docMk/>
          <pc:sldMk cId="2150728200" sldId="275"/>
        </pc:sldMkLst>
        <pc:spChg chg="mod">
          <ac:chgData name="Danielle Martin" userId="04f63225-1d27-46ab-9c7c-1c8b513bed32" providerId="ADAL" clId="{BA401913-2730-4374-95EA-13230A65DF2E}" dt="2023-10-24T05:27:54.378" v="2202" actId="1076"/>
          <ac:spMkLst>
            <pc:docMk/>
            <pc:sldMk cId="2150728200" sldId="275"/>
            <ac:spMk id="3" creationId="{394196A0-FA99-A3C3-328B-892E6276B1FE}"/>
          </ac:spMkLst>
        </pc:spChg>
        <pc:spChg chg="add mod">
          <ac:chgData name="Danielle Martin" userId="04f63225-1d27-46ab-9c7c-1c8b513bed32" providerId="ADAL" clId="{BA401913-2730-4374-95EA-13230A65DF2E}" dt="2023-10-24T05:27:42.797" v="2198"/>
          <ac:spMkLst>
            <pc:docMk/>
            <pc:sldMk cId="2150728200" sldId="275"/>
            <ac:spMk id="4" creationId="{B2938D62-5E63-408F-B41F-6A9B9FD1BD7B}"/>
          </ac:spMkLst>
        </pc:spChg>
        <pc:spChg chg="mod">
          <ac:chgData name="Danielle Martin" userId="04f63225-1d27-46ab-9c7c-1c8b513bed32" providerId="ADAL" clId="{BA401913-2730-4374-95EA-13230A65DF2E}" dt="2023-10-24T05:27:45.868" v="2199" actId="1076"/>
          <ac:spMkLst>
            <pc:docMk/>
            <pc:sldMk cId="2150728200" sldId="275"/>
            <ac:spMk id="5" creationId="{37CC3D8F-9BA8-E0EA-83A6-C1127779E0CC}"/>
          </ac:spMkLst>
        </pc:spChg>
      </pc:sldChg>
      <pc:sldChg chg="addSp modSp">
        <pc:chgData name="Danielle Martin" userId="04f63225-1d27-46ab-9c7c-1c8b513bed32" providerId="ADAL" clId="{BA401913-2730-4374-95EA-13230A65DF2E}" dt="2023-10-24T05:36:43.496" v="2395"/>
        <pc:sldMkLst>
          <pc:docMk/>
          <pc:sldMk cId="918585025" sldId="276"/>
        </pc:sldMkLst>
        <pc:spChg chg="add mod">
          <ac:chgData name="Danielle Martin" userId="04f63225-1d27-46ab-9c7c-1c8b513bed32" providerId="ADAL" clId="{BA401913-2730-4374-95EA-13230A65DF2E}" dt="2023-10-24T05:36:37.417" v="2394"/>
          <ac:spMkLst>
            <pc:docMk/>
            <pc:sldMk cId="918585025" sldId="276"/>
            <ac:spMk id="4" creationId="{D2AC947A-EB7C-6C2A-D1F8-7EE081A4376B}"/>
          </ac:spMkLst>
        </pc:spChg>
        <pc:spChg chg="add mod">
          <ac:chgData name="Danielle Martin" userId="04f63225-1d27-46ab-9c7c-1c8b513bed32" providerId="ADAL" clId="{BA401913-2730-4374-95EA-13230A65DF2E}" dt="2023-10-24T05:36:43.496" v="2395"/>
          <ac:spMkLst>
            <pc:docMk/>
            <pc:sldMk cId="918585025" sldId="276"/>
            <ac:spMk id="6" creationId="{491431E3-A7DB-7DAB-A926-D2BB293F3180}"/>
          </ac:spMkLst>
        </pc:spChg>
      </pc:sldChg>
      <pc:sldChg chg="addSp modSp mod">
        <pc:chgData name="Danielle Martin" userId="04f63225-1d27-46ab-9c7c-1c8b513bed32" providerId="ADAL" clId="{BA401913-2730-4374-95EA-13230A65DF2E}" dt="2023-10-24T05:53:14.004" v="2610" actId="1076"/>
        <pc:sldMkLst>
          <pc:docMk/>
          <pc:sldMk cId="1190092854" sldId="277"/>
        </pc:sldMkLst>
        <pc:spChg chg="mod">
          <ac:chgData name="Danielle Martin" userId="04f63225-1d27-46ab-9c7c-1c8b513bed32" providerId="ADAL" clId="{BA401913-2730-4374-95EA-13230A65DF2E}" dt="2023-10-24T05:53:14.004" v="2610" actId="1076"/>
          <ac:spMkLst>
            <pc:docMk/>
            <pc:sldMk cId="1190092854" sldId="277"/>
            <ac:spMk id="3" creationId="{394196A0-FA99-A3C3-328B-892E6276B1FE}"/>
          </ac:spMkLst>
        </pc:spChg>
        <pc:spChg chg="add mod">
          <ac:chgData name="Danielle Martin" userId="04f63225-1d27-46ab-9c7c-1c8b513bed32" providerId="ADAL" clId="{BA401913-2730-4374-95EA-13230A65DF2E}" dt="2023-10-24T05:50:36.656" v="2596"/>
          <ac:spMkLst>
            <pc:docMk/>
            <pc:sldMk cId="1190092854" sldId="277"/>
            <ac:spMk id="4" creationId="{8E455E54-9D21-3820-1D38-B9CC939A425C}"/>
          </ac:spMkLst>
        </pc:spChg>
        <pc:spChg chg="mod">
          <ac:chgData name="Danielle Martin" userId="04f63225-1d27-46ab-9c7c-1c8b513bed32" providerId="ADAL" clId="{BA401913-2730-4374-95EA-13230A65DF2E}" dt="2023-10-24T05:50:31.855" v="2595" actId="1076"/>
          <ac:spMkLst>
            <pc:docMk/>
            <pc:sldMk cId="1190092854" sldId="277"/>
            <ac:spMk id="6" creationId="{7EA4FA01-EB19-2125-AF57-B0C89291E031}"/>
          </ac:spMkLst>
        </pc:spChg>
      </pc:sldChg>
      <pc:sldChg chg="modSp mod">
        <pc:chgData name="Danielle Martin" userId="04f63225-1d27-46ab-9c7c-1c8b513bed32" providerId="ADAL" clId="{BA401913-2730-4374-95EA-13230A65DF2E}" dt="2023-10-24T06:26:32.499" v="2989" actId="20577"/>
        <pc:sldMkLst>
          <pc:docMk/>
          <pc:sldMk cId="3825412115" sldId="278"/>
        </pc:sldMkLst>
        <pc:spChg chg="mod">
          <ac:chgData name="Danielle Martin" userId="04f63225-1d27-46ab-9c7c-1c8b513bed32" providerId="ADAL" clId="{BA401913-2730-4374-95EA-13230A65DF2E}" dt="2023-10-24T06:26:32.499" v="2989" actId="20577"/>
          <ac:spMkLst>
            <pc:docMk/>
            <pc:sldMk cId="3825412115" sldId="278"/>
            <ac:spMk id="3" creationId="{394196A0-FA99-A3C3-328B-892E6276B1FE}"/>
          </ac:spMkLst>
        </pc:spChg>
      </pc:sldChg>
      <pc:sldChg chg="addSp delSp modSp mod">
        <pc:chgData name="Danielle Martin" userId="04f63225-1d27-46ab-9c7c-1c8b513bed32" providerId="ADAL" clId="{BA401913-2730-4374-95EA-13230A65DF2E}" dt="2023-10-24T05:55:34.201" v="2632"/>
        <pc:sldMkLst>
          <pc:docMk/>
          <pc:sldMk cId="3561127487" sldId="279"/>
        </pc:sldMkLst>
        <pc:spChg chg="del">
          <ac:chgData name="Danielle Martin" userId="04f63225-1d27-46ab-9c7c-1c8b513bed32" providerId="ADAL" clId="{BA401913-2730-4374-95EA-13230A65DF2E}" dt="2023-10-24T05:54:58.742" v="2622" actId="478"/>
          <ac:spMkLst>
            <pc:docMk/>
            <pc:sldMk cId="3561127487" sldId="279"/>
            <ac:spMk id="2" creationId="{814FE0E2-5CF4-1DDA-30B9-17B22EE995D4}"/>
          </ac:spMkLst>
        </pc:spChg>
        <pc:spChg chg="del mod">
          <ac:chgData name="Danielle Martin" userId="04f63225-1d27-46ab-9c7c-1c8b513bed32" providerId="ADAL" clId="{BA401913-2730-4374-95EA-13230A65DF2E}" dt="2023-10-24T05:55:06.943" v="2624" actId="478"/>
          <ac:spMkLst>
            <pc:docMk/>
            <pc:sldMk cId="3561127487" sldId="279"/>
            <ac:spMk id="3" creationId="{394196A0-FA99-A3C3-328B-892E6276B1FE}"/>
          </ac:spMkLst>
        </pc:spChg>
        <pc:spChg chg="mod">
          <ac:chgData name="Danielle Martin" userId="04f63225-1d27-46ab-9c7c-1c8b513bed32" providerId="ADAL" clId="{BA401913-2730-4374-95EA-13230A65DF2E}" dt="2023-10-24T05:55:26.345" v="2631" actId="403"/>
          <ac:spMkLst>
            <pc:docMk/>
            <pc:sldMk cId="3561127487" sldId="279"/>
            <ac:spMk id="4" creationId="{0D9B9E8E-6A45-63E8-6A99-CA6300753A93}"/>
          </ac:spMkLst>
        </pc:spChg>
        <pc:spChg chg="add del mod">
          <ac:chgData name="Danielle Martin" userId="04f63225-1d27-46ab-9c7c-1c8b513bed32" providerId="ADAL" clId="{BA401913-2730-4374-95EA-13230A65DF2E}" dt="2023-10-24T05:55:11.748" v="2626" actId="478"/>
          <ac:spMkLst>
            <pc:docMk/>
            <pc:sldMk cId="3561127487" sldId="279"/>
            <ac:spMk id="6" creationId="{7EA4FA01-EB19-2125-AF57-B0C89291E031}"/>
          </ac:spMkLst>
        </pc:spChg>
        <pc:spChg chg="add del mod">
          <ac:chgData name="Danielle Martin" userId="04f63225-1d27-46ab-9c7c-1c8b513bed32" providerId="ADAL" clId="{BA401913-2730-4374-95EA-13230A65DF2E}" dt="2023-10-24T05:55:15.458" v="2627" actId="478"/>
          <ac:spMkLst>
            <pc:docMk/>
            <pc:sldMk cId="3561127487" sldId="279"/>
            <ac:spMk id="7" creationId="{1D761DE2-3819-F3C4-2178-C4C5A0EA939B}"/>
          </ac:spMkLst>
        </pc:spChg>
        <pc:spChg chg="add mod">
          <ac:chgData name="Danielle Martin" userId="04f63225-1d27-46ab-9c7c-1c8b513bed32" providerId="ADAL" clId="{BA401913-2730-4374-95EA-13230A65DF2E}" dt="2023-10-24T05:55:34.201" v="2632"/>
          <ac:spMkLst>
            <pc:docMk/>
            <pc:sldMk cId="3561127487" sldId="279"/>
            <ac:spMk id="8" creationId="{9AD11763-1CEF-DFDC-C6CD-2F498FA14795}"/>
          </ac:spMkLst>
        </pc:spChg>
      </pc:sldChg>
      <pc:sldChg chg="addSp delSp modSp mod">
        <pc:chgData name="Danielle Martin" userId="04f63225-1d27-46ab-9c7c-1c8b513bed32" providerId="ADAL" clId="{BA401913-2730-4374-95EA-13230A65DF2E}" dt="2023-10-24T06:05:11.188" v="2732" actId="478"/>
        <pc:sldMkLst>
          <pc:docMk/>
          <pc:sldMk cId="2366582170" sldId="280"/>
        </pc:sldMkLst>
        <pc:spChg chg="del">
          <ac:chgData name="Danielle Martin" userId="04f63225-1d27-46ab-9c7c-1c8b513bed32" providerId="ADAL" clId="{BA401913-2730-4374-95EA-13230A65DF2E}" dt="2023-10-24T06:04:07.415" v="2723" actId="478"/>
          <ac:spMkLst>
            <pc:docMk/>
            <pc:sldMk cId="2366582170" sldId="280"/>
            <ac:spMk id="2" creationId="{034FA3DF-3BB9-0872-8286-224F44EE6675}"/>
          </ac:spMkLst>
        </pc:spChg>
        <pc:spChg chg="del">
          <ac:chgData name="Danielle Martin" userId="04f63225-1d27-46ab-9c7c-1c8b513bed32" providerId="ADAL" clId="{BA401913-2730-4374-95EA-13230A65DF2E}" dt="2023-10-24T06:04:49.063" v="2727" actId="478"/>
          <ac:spMkLst>
            <pc:docMk/>
            <pc:sldMk cId="2366582170" sldId="280"/>
            <ac:spMk id="3" creationId="{08B57CE1-EF6A-1B82-EAF9-5061D7103A8B}"/>
          </ac:spMkLst>
        </pc:spChg>
        <pc:spChg chg="del mod">
          <ac:chgData name="Danielle Martin" userId="04f63225-1d27-46ab-9c7c-1c8b513bed32" providerId="ADAL" clId="{BA401913-2730-4374-95EA-13230A65DF2E}" dt="2023-10-24T06:05:07.755" v="2731" actId="478"/>
          <ac:spMkLst>
            <pc:docMk/>
            <pc:sldMk cId="2366582170" sldId="280"/>
            <ac:spMk id="4" creationId="{19D3AEB3-1043-E4EF-ECE4-5ACEA66D39BD}"/>
          </ac:spMkLst>
        </pc:spChg>
        <pc:spChg chg="del mod">
          <ac:chgData name="Danielle Martin" userId="04f63225-1d27-46ab-9c7c-1c8b513bed32" providerId="ADAL" clId="{BA401913-2730-4374-95EA-13230A65DF2E}" dt="2023-10-24T06:05:11.188" v="2732" actId="478"/>
          <ac:spMkLst>
            <pc:docMk/>
            <pc:sldMk cId="2366582170" sldId="280"/>
            <ac:spMk id="5" creationId="{4380DDDC-6FA2-54D7-69D3-A3B32F144D56}"/>
          </ac:spMkLst>
        </pc:spChg>
        <pc:spChg chg="del">
          <ac:chgData name="Danielle Martin" userId="04f63225-1d27-46ab-9c7c-1c8b513bed32" providerId="ADAL" clId="{BA401913-2730-4374-95EA-13230A65DF2E}" dt="2023-10-24T06:04:45.589" v="2726" actId="478"/>
          <ac:spMkLst>
            <pc:docMk/>
            <pc:sldMk cId="2366582170" sldId="280"/>
            <ac:spMk id="8" creationId="{948E7092-FBBA-B966-B586-5F5E5D2674AE}"/>
          </ac:spMkLst>
        </pc:spChg>
        <pc:spChg chg="add del mod">
          <ac:chgData name="Danielle Martin" userId="04f63225-1d27-46ab-9c7c-1c8b513bed32" providerId="ADAL" clId="{BA401913-2730-4374-95EA-13230A65DF2E}" dt="2023-10-24T06:04:09.360" v="2724" actId="478"/>
          <ac:spMkLst>
            <pc:docMk/>
            <pc:sldMk cId="2366582170" sldId="280"/>
            <ac:spMk id="9" creationId="{928708A8-12CB-80D5-6BDE-70FF4D7F2A79}"/>
          </ac:spMkLst>
        </pc:spChg>
        <pc:spChg chg="add mod">
          <ac:chgData name="Danielle Martin" userId="04f63225-1d27-46ab-9c7c-1c8b513bed32" providerId="ADAL" clId="{BA401913-2730-4374-95EA-13230A65DF2E}" dt="2023-10-24T06:04:37.127" v="2725"/>
          <ac:spMkLst>
            <pc:docMk/>
            <pc:sldMk cId="2366582170" sldId="280"/>
            <ac:spMk id="10" creationId="{C72662D4-A128-B7B3-5F0D-892D68C2B5BB}"/>
          </ac:spMkLst>
        </pc:spChg>
        <pc:spChg chg="add del mod">
          <ac:chgData name="Danielle Martin" userId="04f63225-1d27-46ab-9c7c-1c8b513bed32" providerId="ADAL" clId="{BA401913-2730-4374-95EA-13230A65DF2E}" dt="2023-10-24T06:04:51.700" v="2728" actId="478"/>
          <ac:spMkLst>
            <pc:docMk/>
            <pc:sldMk cId="2366582170" sldId="280"/>
            <ac:spMk id="12" creationId="{8D3817EC-D127-6C9A-752A-5ADC08B9A4F5}"/>
          </ac:spMkLst>
        </pc:spChg>
      </pc:sldChg>
      <pc:sldChg chg="addSp modSp mod ord">
        <pc:chgData name="Danielle Martin" userId="04f63225-1d27-46ab-9c7c-1c8b513bed32" providerId="ADAL" clId="{BA401913-2730-4374-95EA-13230A65DF2E}" dt="2023-10-24T06:38:28.321" v="3211"/>
        <pc:sldMkLst>
          <pc:docMk/>
          <pc:sldMk cId="1828219182" sldId="281"/>
        </pc:sldMkLst>
        <pc:spChg chg="mod">
          <ac:chgData name="Danielle Martin" userId="04f63225-1d27-46ab-9c7c-1c8b513bed32" providerId="ADAL" clId="{BA401913-2730-4374-95EA-13230A65DF2E}" dt="2023-10-24T06:38:21.636" v="3210" actId="27636"/>
          <ac:spMkLst>
            <pc:docMk/>
            <pc:sldMk cId="1828219182" sldId="281"/>
            <ac:spMk id="3" creationId="{08B57CE1-EF6A-1B82-EAF9-5061D7103A8B}"/>
          </ac:spMkLst>
        </pc:spChg>
        <pc:spChg chg="add mod">
          <ac:chgData name="Danielle Martin" userId="04f63225-1d27-46ab-9c7c-1c8b513bed32" providerId="ADAL" clId="{BA401913-2730-4374-95EA-13230A65DF2E}" dt="2023-10-24T06:38:28.321" v="3211"/>
          <ac:spMkLst>
            <pc:docMk/>
            <pc:sldMk cId="1828219182" sldId="281"/>
            <ac:spMk id="4" creationId="{E973998A-9FEA-97DC-2B03-B12FEEF83BC6}"/>
          </ac:spMkLst>
        </pc:spChg>
      </pc:sldChg>
      <pc:sldChg chg="modSp mod">
        <pc:chgData name="Danielle Martin" userId="04f63225-1d27-46ab-9c7c-1c8b513bed32" providerId="ADAL" clId="{BA401913-2730-4374-95EA-13230A65DF2E}" dt="2023-10-24T06:25:33.262" v="2931" actId="20577"/>
        <pc:sldMkLst>
          <pc:docMk/>
          <pc:sldMk cId="3512348822" sldId="282"/>
        </pc:sldMkLst>
        <pc:spChg chg="mod">
          <ac:chgData name="Danielle Martin" userId="04f63225-1d27-46ab-9c7c-1c8b513bed32" providerId="ADAL" clId="{BA401913-2730-4374-95EA-13230A65DF2E}" dt="2023-10-24T06:25:33.262" v="2931" actId="20577"/>
          <ac:spMkLst>
            <pc:docMk/>
            <pc:sldMk cId="3512348822" sldId="282"/>
            <ac:spMk id="3" creationId="{394196A0-FA99-A3C3-328B-892E6276B1FE}"/>
          </ac:spMkLst>
        </pc:spChg>
      </pc:sldChg>
      <pc:sldChg chg="addSp delSp modSp mod ord">
        <pc:chgData name="Danielle Martin" userId="04f63225-1d27-46ab-9c7c-1c8b513bed32" providerId="ADAL" clId="{BA401913-2730-4374-95EA-13230A65DF2E}" dt="2023-10-24T06:37:50.651" v="3203" actId="403"/>
        <pc:sldMkLst>
          <pc:docMk/>
          <pc:sldMk cId="3294374254" sldId="283"/>
        </pc:sldMkLst>
        <pc:spChg chg="mod">
          <ac:chgData name="Danielle Martin" userId="04f63225-1d27-46ab-9c7c-1c8b513bed32" providerId="ADAL" clId="{BA401913-2730-4374-95EA-13230A65DF2E}" dt="2023-10-24T06:37:14.191" v="3193" actId="1076"/>
          <ac:spMkLst>
            <pc:docMk/>
            <pc:sldMk cId="3294374254" sldId="283"/>
            <ac:spMk id="2" creationId="{814FE0E2-5CF4-1DDA-30B9-17B22EE995D4}"/>
          </ac:spMkLst>
        </pc:spChg>
        <pc:spChg chg="del">
          <ac:chgData name="Danielle Martin" userId="04f63225-1d27-46ab-9c7c-1c8b513bed32" providerId="ADAL" clId="{BA401913-2730-4374-95EA-13230A65DF2E}" dt="2023-10-24T06:37:08.826" v="3191" actId="478"/>
          <ac:spMkLst>
            <pc:docMk/>
            <pc:sldMk cId="3294374254" sldId="283"/>
            <ac:spMk id="3" creationId="{394196A0-FA99-A3C3-328B-892E6276B1FE}"/>
          </ac:spMkLst>
        </pc:spChg>
        <pc:spChg chg="mod">
          <ac:chgData name="Danielle Martin" userId="04f63225-1d27-46ab-9c7c-1c8b513bed32" providerId="ADAL" clId="{BA401913-2730-4374-95EA-13230A65DF2E}" dt="2023-10-24T06:37:50.651" v="3203" actId="403"/>
          <ac:spMkLst>
            <pc:docMk/>
            <pc:sldMk cId="3294374254" sldId="283"/>
            <ac:spMk id="4" creationId="{0D9B9E8E-6A45-63E8-6A99-CA6300753A93}"/>
          </ac:spMkLst>
        </pc:spChg>
        <pc:spChg chg="del">
          <ac:chgData name="Danielle Martin" userId="04f63225-1d27-46ab-9c7c-1c8b513bed32" providerId="ADAL" clId="{BA401913-2730-4374-95EA-13230A65DF2E}" dt="2023-10-24T06:37:02.932" v="3190" actId="478"/>
          <ac:spMkLst>
            <pc:docMk/>
            <pc:sldMk cId="3294374254" sldId="283"/>
            <ac:spMk id="6" creationId="{7EA4FA01-EB19-2125-AF57-B0C89291E031}"/>
          </ac:spMkLst>
        </pc:spChg>
        <pc:spChg chg="add del mod">
          <ac:chgData name="Danielle Martin" userId="04f63225-1d27-46ab-9c7c-1c8b513bed32" providerId="ADAL" clId="{BA401913-2730-4374-95EA-13230A65DF2E}" dt="2023-10-24T06:37:11.368" v="3192" actId="478"/>
          <ac:spMkLst>
            <pc:docMk/>
            <pc:sldMk cId="3294374254" sldId="283"/>
            <ac:spMk id="7" creationId="{D68DE787-6874-D5DE-0D76-67C802439128}"/>
          </ac:spMkLst>
        </pc:spChg>
        <pc:spChg chg="add mod">
          <ac:chgData name="Danielle Martin" userId="04f63225-1d27-46ab-9c7c-1c8b513bed32" providerId="ADAL" clId="{BA401913-2730-4374-95EA-13230A65DF2E}" dt="2023-10-24T06:37:25.609" v="3194"/>
          <ac:spMkLst>
            <pc:docMk/>
            <pc:sldMk cId="3294374254" sldId="283"/>
            <ac:spMk id="8" creationId="{BFF9F9A2-2CC8-7854-6B02-0024F03C3100}"/>
          </ac:spMkLst>
        </pc:spChg>
      </pc:sldChg>
      <pc:sldChg chg="delSp del mod">
        <pc:chgData name="Danielle Martin" userId="04f63225-1d27-46ab-9c7c-1c8b513bed32" providerId="ADAL" clId="{BA401913-2730-4374-95EA-13230A65DF2E}" dt="2023-10-24T06:52:56.873" v="3520" actId="47"/>
        <pc:sldMkLst>
          <pc:docMk/>
          <pc:sldMk cId="1701274857" sldId="284"/>
        </pc:sldMkLst>
        <pc:spChg chg="del">
          <ac:chgData name="Danielle Martin" userId="04f63225-1d27-46ab-9c7c-1c8b513bed32" providerId="ADAL" clId="{BA401913-2730-4374-95EA-13230A65DF2E}" dt="2023-10-24T06:49:23.527" v="3431" actId="478"/>
          <ac:spMkLst>
            <pc:docMk/>
            <pc:sldMk cId="1701274857" sldId="284"/>
            <ac:spMk id="2" creationId="{814FE0E2-5CF4-1DDA-30B9-17B22EE995D4}"/>
          </ac:spMkLst>
        </pc:spChg>
        <pc:spChg chg="del">
          <ac:chgData name="Danielle Martin" userId="04f63225-1d27-46ab-9c7c-1c8b513bed32" providerId="ADAL" clId="{BA401913-2730-4374-95EA-13230A65DF2E}" dt="2023-10-24T06:49:26.644" v="3432" actId="478"/>
          <ac:spMkLst>
            <pc:docMk/>
            <pc:sldMk cId="1701274857" sldId="284"/>
            <ac:spMk id="4" creationId="{0D9B9E8E-6A45-63E8-6A99-CA6300753A93}"/>
          </ac:spMkLst>
        </pc:spChg>
      </pc:sldChg>
      <pc:sldChg chg="addSp delSp modSp del mod">
        <pc:chgData name="Danielle Martin" userId="04f63225-1d27-46ab-9c7c-1c8b513bed32" providerId="ADAL" clId="{BA401913-2730-4374-95EA-13230A65DF2E}" dt="2023-10-24T07:28:32.221" v="3615" actId="47"/>
        <pc:sldMkLst>
          <pc:docMk/>
          <pc:sldMk cId="63661822" sldId="285"/>
        </pc:sldMkLst>
        <pc:spChg chg="mod">
          <ac:chgData name="Danielle Martin" userId="04f63225-1d27-46ab-9c7c-1c8b513bed32" providerId="ADAL" clId="{BA401913-2730-4374-95EA-13230A65DF2E}" dt="2023-10-24T07:24:57.618" v="3523" actId="1076"/>
          <ac:spMkLst>
            <pc:docMk/>
            <pc:sldMk cId="63661822" sldId="285"/>
            <ac:spMk id="2" creationId="{814FE0E2-5CF4-1DDA-30B9-17B22EE995D4}"/>
          </ac:spMkLst>
        </pc:spChg>
        <pc:spChg chg="mod">
          <ac:chgData name="Danielle Martin" userId="04f63225-1d27-46ab-9c7c-1c8b513bed32" providerId="ADAL" clId="{BA401913-2730-4374-95EA-13230A65DF2E}" dt="2023-10-24T07:25:05.227" v="3525" actId="1076"/>
          <ac:spMkLst>
            <pc:docMk/>
            <pc:sldMk cId="63661822" sldId="285"/>
            <ac:spMk id="4" creationId="{0D9B9E8E-6A45-63E8-6A99-CA6300753A93}"/>
          </ac:spMkLst>
        </pc:spChg>
        <pc:spChg chg="del">
          <ac:chgData name="Danielle Martin" userId="04f63225-1d27-46ab-9c7c-1c8b513bed32" providerId="ADAL" clId="{BA401913-2730-4374-95EA-13230A65DF2E}" dt="2023-10-24T07:25:01.816" v="3524" actId="478"/>
          <ac:spMkLst>
            <pc:docMk/>
            <pc:sldMk cId="63661822" sldId="285"/>
            <ac:spMk id="6" creationId="{7EA4FA01-EB19-2125-AF57-B0C89291E031}"/>
          </ac:spMkLst>
        </pc:spChg>
        <pc:spChg chg="add mod">
          <ac:chgData name="Danielle Martin" userId="04f63225-1d27-46ab-9c7c-1c8b513bed32" providerId="ADAL" clId="{BA401913-2730-4374-95EA-13230A65DF2E}" dt="2023-10-24T07:24:54.322" v="3522"/>
          <ac:spMkLst>
            <pc:docMk/>
            <pc:sldMk cId="63661822" sldId="285"/>
            <ac:spMk id="7" creationId="{1AEEEFA8-B57D-7441-81E1-8D2C9A05D5B5}"/>
          </ac:spMkLst>
        </pc:spChg>
      </pc:sldChg>
      <pc:sldChg chg="addSp delSp modSp mod">
        <pc:chgData name="Danielle Martin" userId="04f63225-1d27-46ab-9c7c-1c8b513bed32" providerId="ADAL" clId="{BA401913-2730-4374-95EA-13230A65DF2E}" dt="2023-10-24T06:32:22.918" v="3126" actId="403"/>
        <pc:sldMkLst>
          <pc:docMk/>
          <pc:sldMk cId="1107288407" sldId="292"/>
        </pc:sldMkLst>
        <pc:spChg chg="del">
          <ac:chgData name="Danielle Martin" userId="04f63225-1d27-46ab-9c7c-1c8b513bed32" providerId="ADAL" clId="{BA401913-2730-4374-95EA-13230A65DF2E}" dt="2023-10-24T06:29:09.943" v="3020" actId="478"/>
          <ac:spMkLst>
            <pc:docMk/>
            <pc:sldMk cId="1107288407" sldId="292"/>
            <ac:spMk id="2" creationId="{814FE0E2-5CF4-1DDA-30B9-17B22EE995D4}"/>
          </ac:spMkLst>
        </pc:spChg>
        <pc:spChg chg="mod">
          <ac:chgData name="Danielle Martin" userId="04f63225-1d27-46ab-9c7c-1c8b513bed32" providerId="ADAL" clId="{BA401913-2730-4374-95EA-13230A65DF2E}" dt="2023-10-24T06:30:23.860" v="3064" actId="20577"/>
          <ac:spMkLst>
            <pc:docMk/>
            <pc:sldMk cId="1107288407" sldId="292"/>
            <ac:spMk id="3" creationId="{F5C5F3C7-B7EB-0ECF-50A3-8D7A63E98809}"/>
          </ac:spMkLst>
        </pc:spChg>
        <pc:spChg chg="del mod">
          <ac:chgData name="Danielle Martin" userId="04f63225-1d27-46ab-9c7c-1c8b513bed32" providerId="ADAL" clId="{BA401913-2730-4374-95EA-13230A65DF2E}" dt="2023-10-24T06:29:12.173" v="3021" actId="478"/>
          <ac:spMkLst>
            <pc:docMk/>
            <pc:sldMk cId="1107288407" sldId="292"/>
            <ac:spMk id="4" creationId="{ADE53D16-165C-0711-3AD3-2DAD250851B4}"/>
          </ac:spMkLst>
        </pc:spChg>
        <pc:spChg chg="add mod">
          <ac:chgData name="Danielle Martin" userId="04f63225-1d27-46ab-9c7c-1c8b513bed32" providerId="ADAL" clId="{BA401913-2730-4374-95EA-13230A65DF2E}" dt="2023-10-24T06:27:33.680" v="2994"/>
          <ac:spMkLst>
            <pc:docMk/>
            <pc:sldMk cId="1107288407" sldId="292"/>
            <ac:spMk id="6" creationId="{0E20EB06-F9CD-7873-FEDF-4B8BA27F0731}"/>
          </ac:spMkLst>
        </pc:spChg>
        <pc:spChg chg="mod">
          <ac:chgData name="Danielle Martin" userId="04f63225-1d27-46ab-9c7c-1c8b513bed32" providerId="ADAL" clId="{BA401913-2730-4374-95EA-13230A65DF2E}" dt="2023-10-24T06:32:22.918" v="3126" actId="403"/>
          <ac:spMkLst>
            <pc:docMk/>
            <pc:sldMk cId="1107288407" sldId="292"/>
            <ac:spMk id="9" creationId="{638B25CF-0BF9-CC89-DE0C-F7DFF8B8C2FD}"/>
          </ac:spMkLst>
        </pc:spChg>
      </pc:sldChg>
      <pc:sldChg chg="modSp mod">
        <pc:chgData name="Danielle Martin" userId="04f63225-1d27-46ab-9c7c-1c8b513bed32" providerId="ADAL" clId="{BA401913-2730-4374-95EA-13230A65DF2E}" dt="2023-10-24T06:36:24.299" v="3186" actId="20577"/>
        <pc:sldMkLst>
          <pc:docMk/>
          <pc:sldMk cId="2585438252" sldId="293"/>
        </pc:sldMkLst>
        <pc:spChg chg="mod">
          <ac:chgData name="Danielle Martin" userId="04f63225-1d27-46ab-9c7c-1c8b513bed32" providerId="ADAL" clId="{BA401913-2730-4374-95EA-13230A65DF2E}" dt="2023-10-24T06:36:24.299" v="3186" actId="20577"/>
          <ac:spMkLst>
            <pc:docMk/>
            <pc:sldMk cId="2585438252" sldId="293"/>
            <ac:spMk id="3" creationId="{394196A0-FA99-A3C3-328B-892E6276B1FE}"/>
          </ac:spMkLst>
        </pc:spChg>
      </pc:sldChg>
      <pc:sldChg chg="modSp mod">
        <pc:chgData name="Danielle Martin" userId="04f63225-1d27-46ab-9c7c-1c8b513bed32" providerId="ADAL" clId="{BA401913-2730-4374-95EA-13230A65DF2E}" dt="2023-10-24T06:22:57.224" v="2910" actId="27636"/>
        <pc:sldMkLst>
          <pc:docMk/>
          <pc:sldMk cId="2453515839" sldId="294"/>
        </pc:sldMkLst>
        <pc:spChg chg="mod">
          <ac:chgData name="Danielle Martin" userId="04f63225-1d27-46ab-9c7c-1c8b513bed32" providerId="ADAL" clId="{BA401913-2730-4374-95EA-13230A65DF2E}" dt="2023-10-24T06:22:57.224" v="2910" actId="27636"/>
          <ac:spMkLst>
            <pc:docMk/>
            <pc:sldMk cId="2453515839" sldId="294"/>
            <ac:spMk id="3" creationId="{394196A0-FA99-A3C3-328B-892E6276B1FE}"/>
          </ac:spMkLst>
        </pc:spChg>
      </pc:sldChg>
      <pc:sldChg chg="addSp delSp modSp mod">
        <pc:chgData name="Danielle Martin" userId="04f63225-1d27-46ab-9c7c-1c8b513bed32" providerId="ADAL" clId="{BA401913-2730-4374-95EA-13230A65DF2E}" dt="2023-10-24T06:22:50.775" v="2908" actId="14100"/>
        <pc:sldMkLst>
          <pc:docMk/>
          <pc:sldMk cId="2282468507" sldId="295"/>
        </pc:sldMkLst>
        <pc:picChg chg="add mod">
          <ac:chgData name="Danielle Martin" userId="04f63225-1d27-46ab-9c7c-1c8b513bed32" providerId="ADAL" clId="{BA401913-2730-4374-95EA-13230A65DF2E}" dt="2023-10-24T06:22:50.775" v="2908" actId="14100"/>
          <ac:picMkLst>
            <pc:docMk/>
            <pc:sldMk cId="2282468507" sldId="295"/>
            <ac:picMk id="3" creationId="{C5D7C464-E654-61FD-3ACE-A434A9BCAB7A}"/>
          </ac:picMkLst>
        </pc:picChg>
        <pc:picChg chg="del">
          <ac:chgData name="Danielle Martin" userId="04f63225-1d27-46ab-9c7c-1c8b513bed32" providerId="ADAL" clId="{BA401913-2730-4374-95EA-13230A65DF2E}" dt="2023-10-24T06:22:32.784" v="2904" actId="478"/>
          <ac:picMkLst>
            <pc:docMk/>
            <pc:sldMk cId="2282468507" sldId="295"/>
            <ac:picMk id="9" creationId="{11E94C60-F5BB-233B-B97B-AD32A1976FE4}"/>
          </ac:picMkLst>
        </pc:picChg>
      </pc:sldChg>
      <pc:sldChg chg="addSp modSp mod ord">
        <pc:chgData name="Danielle Martin" userId="04f63225-1d27-46ab-9c7c-1c8b513bed32" providerId="ADAL" clId="{BA401913-2730-4374-95EA-13230A65DF2E}" dt="2023-10-24T06:23:25.373" v="2915"/>
        <pc:sldMkLst>
          <pc:docMk/>
          <pc:sldMk cId="4002730051" sldId="296"/>
        </pc:sldMkLst>
        <pc:spChg chg="mod">
          <ac:chgData name="Danielle Martin" userId="04f63225-1d27-46ab-9c7c-1c8b513bed32" providerId="ADAL" clId="{BA401913-2730-4374-95EA-13230A65DF2E}" dt="2023-10-24T03:15:37.710" v="262" actId="14100"/>
          <ac:spMkLst>
            <pc:docMk/>
            <pc:sldMk cId="4002730051" sldId="296"/>
            <ac:spMk id="4" creationId="{CEBAD963-D085-1455-DC06-B089C9906053}"/>
          </ac:spMkLst>
        </pc:spChg>
        <pc:spChg chg="mod">
          <ac:chgData name="Danielle Martin" userId="04f63225-1d27-46ab-9c7c-1c8b513bed32" providerId="ADAL" clId="{BA401913-2730-4374-95EA-13230A65DF2E}" dt="2023-10-24T03:15:58.082" v="264" actId="207"/>
          <ac:spMkLst>
            <pc:docMk/>
            <pc:sldMk cId="4002730051" sldId="296"/>
            <ac:spMk id="5" creationId="{18AE981F-0AF5-A49D-C1A9-926268F8DD47}"/>
          </ac:spMkLst>
        </pc:spChg>
        <pc:spChg chg="add mod">
          <ac:chgData name="Danielle Martin" userId="04f63225-1d27-46ab-9c7c-1c8b513bed32" providerId="ADAL" clId="{BA401913-2730-4374-95EA-13230A65DF2E}" dt="2023-10-24T03:15:32.240" v="260" actId="14100"/>
          <ac:spMkLst>
            <pc:docMk/>
            <pc:sldMk cId="4002730051" sldId="296"/>
            <ac:spMk id="6" creationId="{43341E13-563A-C225-B775-53771363DA6C}"/>
          </ac:spMkLst>
        </pc:spChg>
      </pc:sldChg>
      <pc:sldChg chg="addSp delSp modSp add mod">
        <pc:chgData name="Danielle Martin" userId="04f63225-1d27-46ab-9c7c-1c8b513bed32" providerId="ADAL" clId="{BA401913-2730-4374-95EA-13230A65DF2E}" dt="2023-10-24T05:48:49.107" v="2594" actId="20577"/>
        <pc:sldMkLst>
          <pc:docMk/>
          <pc:sldMk cId="1398329429" sldId="297"/>
        </pc:sldMkLst>
        <pc:spChg chg="mod">
          <ac:chgData name="Danielle Martin" userId="04f63225-1d27-46ab-9c7c-1c8b513bed32" providerId="ADAL" clId="{BA401913-2730-4374-95EA-13230A65DF2E}" dt="2023-10-24T05:48:49.107" v="2594" actId="20577"/>
          <ac:spMkLst>
            <pc:docMk/>
            <pc:sldMk cId="1398329429" sldId="297"/>
            <ac:spMk id="2" creationId="{034FA3DF-3BB9-0872-8286-224F44EE6675}"/>
          </ac:spMkLst>
        </pc:spChg>
        <pc:spChg chg="mod">
          <ac:chgData name="Danielle Martin" userId="04f63225-1d27-46ab-9c7c-1c8b513bed32" providerId="ADAL" clId="{BA401913-2730-4374-95EA-13230A65DF2E}" dt="2023-10-24T03:09:22.928" v="78" actId="27636"/>
          <ac:spMkLst>
            <pc:docMk/>
            <pc:sldMk cId="1398329429" sldId="297"/>
            <ac:spMk id="3" creationId="{394196A0-FA99-A3C3-328B-892E6276B1FE}"/>
          </ac:spMkLst>
        </pc:spChg>
        <pc:spChg chg="mod">
          <ac:chgData name="Danielle Martin" userId="04f63225-1d27-46ab-9c7c-1c8b513bed32" providerId="ADAL" clId="{BA401913-2730-4374-95EA-13230A65DF2E}" dt="2023-10-24T03:11:45.397" v="141" actId="1076"/>
          <ac:spMkLst>
            <pc:docMk/>
            <pc:sldMk cId="1398329429" sldId="297"/>
            <ac:spMk id="4" creationId="{E0E6C19A-1F08-1248-E1FC-988EE276392F}"/>
          </ac:spMkLst>
        </pc:spChg>
        <pc:spChg chg="add del mod">
          <ac:chgData name="Danielle Martin" userId="04f63225-1d27-46ab-9c7c-1c8b513bed32" providerId="ADAL" clId="{BA401913-2730-4374-95EA-13230A65DF2E}" dt="2023-10-24T05:48:41.779" v="2580" actId="478"/>
          <ac:spMkLst>
            <pc:docMk/>
            <pc:sldMk cId="1398329429" sldId="297"/>
            <ac:spMk id="6" creationId="{921C557E-6FDD-101A-2720-0DADA365C2B5}"/>
          </ac:spMkLst>
        </pc:spChg>
      </pc:sldChg>
      <pc:sldChg chg="delSp modSp add mod">
        <pc:chgData name="Danielle Martin" userId="04f63225-1d27-46ab-9c7c-1c8b513bed32" providerId="ADAL" clId="{BA401913-2730-4374-95EA-13230A65DF2E}" dt="2023-10-24T03:33:14.286" v="1096" actId="14100"/>
        <pc:sldMkLst>
          <pc:docMk/>
          <pc:sldMk cId="3844118394" sldId="298"/>
        </pc:sldMkLst>
        <pc:spChg chg="mod">
          <ac:chgData name="Danielle Martin" userId="04f63225-1d27-46ab-9c7c-1c8b513bed32" providerId="ADAL" clId="{BA401913-2730-4374-95EA-13230A65DF2E}" dt="2023-10-24T03:25:09.268" v="406" actId="20577"/>
          <ac:spMkLst>
            <pc:docMk/>
            <pc:sldMk cId="3844118394" sldId="298"/>
            <ac:spMk id="2" creationId="{034FA3DF-3BB9-0872-8286-224F44EE6675}"/>
          </ac:spMkLst>
        </pc:spChg>
        <pc:spChg chg="del mod">
          <ac:chgData name="Danielle Martin" userId="04f63225-1d27-46ab-9c7c-1c8b513bed32" providerId="ADAL" clId="{BA401913-2730-4374-95EA-13230A65DF2E}" dt="2023-10-24T03:33:06.229" v="1093" actId="478"/>
          <ac:spMkLst>
            <pc:docMk/>
            <pc:sldMk cId="3844118394" sldId="298"/>
            <ac:spMk id="3" creationId="{394196A0-FA99-A3C3-328B-892E6276B1FE}"/>
          </ac:spMkLst>
        </pc:spChg>
        <pc:spChg chg="mod">
          <ac:chgData name="Danielle Martin" userId="04f63225-1d27-46ab-9c7c-1c8b513bed32" providerId="ADAL" clId="{BA401913-2730-4374-95EA-13230A65DF2E}" dt="2023-10-24T03:33:14.286" v="1096" actId="14100"/>
          <ac:spMkLst>
            <pc:docMk/>
            <pc:sldMk cId="3844118394" sldId="298"/>
            <ac:spMk id="5" creationId="{1A57B21F-5272-A847-FEFF-61A54797E6D0}"/>
          </ac:spMkLst>
        </pc:spChg>
        <pc:cxnChg chg="del mod">
          <ac:chgData name="Danielle Martin" userId="04f63225-1d27-46ab-9c7c-1c8b513bed32" providerId="ADAL" clId="{BA401913-2730-4374-95EA-13230A65DF2E}" dt="2023-10-24T03:33:09.026" v="1094" actId="478"/>
          <ac:cxnSpMkLst>
            <pc:docMk/>
            <pc:sldMk cId="3844118394" sldId="298"/>
            <ac:cxnSpMk id="7" creationId="{AC670BA0-4846-4DF7-CE96-E3426883ECFC}"/>
          </ac:cxnSpMkLst>
        </pc:cxnChg>
      </pc:sldChg>
      <pc:sldChg chg="add del">
        <pc:chgData name="Danielle Martin" userId="04f63225-1d27-46ab-9c7c-1c8b513bed32" providerId="ADAL" clId="{BA401913-2730-4374-95EA-13230A65DF2E}" dt="2023-10-24T03:33:54.209" v="1149" actId="47"/>
        <pc:sldMkLst>
          <pc:docMk/>
          <pc:sldMk cId="1190245408" sldId="299"/>
        </pc:sldMkLst>
      </pc:sldChg>
      <pc:sldChg chg="delSp modSp add mod">
        <pc:chgData name="Danielle Martin" userId="04f63225-1d27-46ab-9c7c-1c8b513bed32" providerId="ADAL" clId="{BA401913-2730-4374-95EA-13230A65DF2E}" dt="2023-10-24T03:34:47.312" v="1186" actId="113"/>
        <pc:sldMkLst>
          <pc:docMk/>
          <pc:sldMk cId="594221559" sldId="300"/>
        </pc:sldMkLst>
        <pc:spChg chg="mod">
          <ac:chgData name="Danielle Martin" userId="04f63225-1d27-46ab-9c7c-1c8b513bed32" providerId="ADAL" clId="{BA401913-2730-4374-95EA-13230A65DF2E}" dt="2023-10-24T03:34:47.312" v="1186" actId="113"/>
          <ac:spMkLst>
            <pc:docMk/>
            <pc:sldMk cId="594221559" sldId="300"/>
            <ac:spMk id="3" creationId="{394196A0-FA99-A3C3-328B-892E6276B1FE}"/>
          </ac:spMkLst>
        </pc:spChg>
        <pc:spChg chg="del">
          <ac:chgData name="Danielle Martin" userId="04f63225-1d27-46ab-9c7c-1c8b513bed32" providerId="ADAL" clId="{BA401913-2730-4374-95EA-13230A65DF2E}" dt="2023-10-24T03:33:19.307" v="1097" actId="478"/>
          <ac:spMkLst>
            <pc:docMk/>
            <pc:sldMk cId="594221559" sldId="300"/>
            <ac:spMk id="5" creationId="{1A57B21F-5272-A847-FEFF-61A54797E6D0}"/>
          </ac:spMkLst>
        </pc:spChg>
        <pc:cxnChg chg="del">
          <ac:chgData name="Danielle Martin" userId="04f63225-1d27-46ab-9c7c-1c8b513bed32" providerId="ADAL" clId="{BA401913-2730-4374-95EA-13230A65DF2E}" dt="2023-10-24T03:33:21.368" v="1098" actId="478"/>
          <ac:cxnSpMkLst>
            <pc:docMk/>
            <pc:sldMk cId="594221559" sldId="300"/>
            <ac:cxnSpMk id="7" creationId="{AC670BA0-4846-4DF7-CE96-E3426883ECFC}"/>
          </ac:cxnSpMkLst>
        </pc:cxnChg>
      </pc:sldChg>
      <pc:sldChg chg="modSp add mod">
        <pc:chgData name="Danielle Martin" userId="04f63225-1d27-46ab-9c7c-1c8b513bed32" providerId="ADAL" clId="{BA401913-2730-4374-95EA-13230A65DF2E}" dt="2023-10-24T03:34:39.443" v="1184" actId="113"/>
        <pc:sldMkLst>
          <pc:docMk/>
          <pc:sldMk cId="3773773825" sldId="301"/>
        </pc:sldMkLst>
        <pc:spChg chg="mod">
          <ac:chgData name="Danielle Martin" userId="04f63225-1d27-46ab-9c7c-1c8b513bed32" providerId="ADAL" clId="{BA401913-2730-4374-95EA-13230A65DF2E}" dt="2023-10-24T03:34:39.443" v="1184" actId="113"/>
          <ac:spMkLst>
            <pc:docMk/>
            <pc:sldMk cId="3773773825" sldId="301"/>
            <ac:spMk id="3" creationId="{394196A0-FA99-A3C3-328B-892E6276B1FE}"/>
          </ac:spMkLst>
        </pc:spChg>
      </pc:sldChg>
      <pc:sldChg chg="modSp add mod">
        <pc:chgData name="Danielle Martin" userId="04f63225-1d27-46ab-9c7c-1c8b513bed32" providerId="ADAL" clId="{BA401913-2730-4374-95EA-13230A65DF2E}" dt="2023-10-24T03:36:31.310" v="1238" actId="113"/>
        <pc:sldMkLst>
          <pc:docMk/>
          <pc:sldMk cId="1086641147" sldId="302"/>
        </pc:sldMkLst>
        <pc:spChg chg="mod">
          <ac:chgData name="Danielle Martin" userId="04f63225-1d27-46ab-9c7c-1c8b513bed32" providerId="ADAL" clId="{BA401913-2730-4374-95EA-13230A65DF2E}" dt="2023-10-24T03:36:31.310" v="1238" actId="113"/>
          <ac:spMkLst>
            <pc:docMk/>
            <pc:sldMk cId="1086641147" sldId="302"/>
            <ac:spMk id="3" creationId="{394196A0-FA99-A3C3-328B-892E6276B1FE}"/>
          </ac:spMkLst>
        </pc:spChg>
      </pc:sldChg>
      <pc:sldChg chg="modSp add mod">
        <pc:chgData name="Danielle Martin" userId="04f63225-1d27-46ab-9c7c-1c8b513bed32" providerId="ADAL" clId="{BA401913-2730-4374-95EA-13230A65DF2E}" dt="2023-10-24T03:37:24.267" v="1253" actId="1076"/>
        <pc:sldMkLst>
          <pc:docMk/>
          <pc:sldMk cId="2118200713" sldId="303"/>
        </pc:sldMkLst>
        <pc:spChg chg="mod">
          <ac:chgData name="Danielle Martin" userId="04f63225-1d27-46ab-9c7c-1c8b513bed32" providerId="ADAL" clId="{BA401913-2730-4374-95EA-13230A65DF2E}" dt="2023-10-24T03:37:24.267" v="1253" actId="1076"/>
          <ac:spMkLst>
            <pc:docMk/>
            <pc:sldMk cId="2118200713" sldId="303"/>
            <ac:spMk id="2" creationId="{034FA3DF-3BB9-0872-8286-224F44EE6675}"/>
          </ac:spMkLst>
        </pc:spChg>
        <pc:spChg chg="mod">
          <ac:chgData name="Danielle Martin" userId="04f63225-1d27-46ab-9c7c-1c8b513bed32" providerId="ADAL" clId="{BA401913-2730-4374-95EA-13230A65DF2E}" dt="2023-10-24T03:37:21.490" v="1252" actId="1076"/>
          <ac:spMkLst>
            <pc:docMk/>
            <pc:sldMk cId="2118200713" sldId="303"/>
            <ac:spMk id="3" creationId="{394196A0-FA99-A3C3-328B-892E6276B1FE}"/>
          </ac:spMkLst>
        </pc:spChg>
      </pc:sldChg>
      <pc:sldChg chg="add del">
        <pc:chgData name="Danielle Martin" userId="04f63225-1d27-46ab-9c7c-1c8b513bed32" providerId="ADAL" clId="{BA401913-2730-4374-95EA-13230A65DF2E}" dt="2023-10-24T03:50:15.171" v="1452" actId="47"/>
        <pc:sldMkLst>
          <pc:docMk/>
          <pc:sldMk cId="416526803" sldId="304"/>
        </pc:sldMkLst>
      </pc:sldChg>
      <pc:sldChg chg="addSp delSp modSp add mod ord">
        <pc:chgData name="Danielle Martin" userId="04f63225-1d27-46ab-9c7c-1c8b513bed32" providerId="ADAL" clId="{BA401913-2730-4374-95EA-13230A65DF2E}" dt="2023-10-24T05:45:09.153" v="2513" actId="20577"/>
        <pc:sldMkLst>
          <pc:docMk/>
          <pc:sldMk cId="4188313078" sldId="305"/>
        </pc:sldMkLst>
        <pc:spChg chg="mod">
          <ac:chgData name="Danielle Martin" userId="04f63225-1d27-46ab-9c7c-1c8b513bed32" providerId="ADAL" clId="{BA401913-2730-4374-95EA-13230A65DF2E}" dt="2023-10-24T05:45:09.153" v="2513" actId="20577"/>
          <ac:spMkLst>
            <pc:docMk/>
            <pc:sldMk cId="4188313078" sldId="305"/>
            <ac:spMk id="2" creationId="{034FA3DF-3BB9-0872-8286-224F44EE6675}"/>
          </ac:spMkLst>
        </pc:spChg>
        <pc:spChg chg="del mod">
          <ac:chgData name="Danielle Martin" userId="04f63225-1d27-46ab-9c7c-1c8b513bed32" providerId="ADAL" clId="{BA401913-2730-4374-95EA-13230A65DF2E}" dt="2023-10-24T03:40:35.123" v="1278" actId="478"/>
          <ac:spMkLst>
            <pc:docMk/>
            <pc:sldMk cId="4188313078" sldId="305"/>
            <ac:spMk id="3" creationId="{394196A0-FA99-A3C3-328B-892E6276B1FE}"/>
          </ac:spMkLst>
        </pc:spChg>
        <pc:spChg chg="del">
          <ac:chgData name="Danielle Martin" userId="04f63225-1d27-46ab-9c7c-1c8b513bed32" providerId="ADAL" clId="{BA401913-2730-4374-95EA-13230A65DF2E}" dt="2023-10-24T03:39:36.586" v="1268" actId="478"/>
          <ac:spMkLst>
            <pc:docMk/>
            <pc:sldMk cId="4188313078" sldId="305"/>
            <ac:spMk id="4" creationId="{0064E2BB-DC0D-1266-242A-9880CF68E5E1}"/>
          </ac:spMkLst>
        </pc:spChg>
        <pc:spChg chg="mod">
          <ac:chgData name="Danielle Martin" userId="04f63225-1d27-46ab-9c7c-1c8b513bed32" providerId="ADAL" clId="{BA401913-2730-4374-95EA-13230A65DF2E}" dt="2023-10-24T03:43:59.408" v="1420" actId="113"/>
          <ac:spMkLst>
            <pc:docMk/>
            <pc:sldMk cId="4188313078" sldId="305"/>
            <ac:spMk id="5" creationId="{1A57B21F-5272-A847-FEFF-61A54797E6D0}"/>
          </ac:spMkLst>
        </pc:spChg>
        <pc:spChg chg="add del mod">
          <ac:chgData name="Danielle Martin" userId="04f63225-1d27-46ab-9c7c-1c8b513bed32" providerId="ADAL" clId="{BA401913-2730-4374-95EA-13230A65DF2E}" dt="2023-10-24T03:40:40.757" v="1280" actId="478"/>
          <ac:spMkLst>
            <pc:docMk/>
            <pc:sldMk cId="4188313078" sldId="305"/>
            <ac:spMk id="8" creationId="{246F9414-6D16-3959-7B53-6E0BD04D9F59}"/>
          </ac:spMkLst>
        </pc:spChg>
        <pc:spChg chg="add mod">
          <ac:chgData name="Danielle Martin" userId="04f63225-1d27-46ab-9c7c-1c8b513bed32" providerId="ADAL" clId="{BA401913-2730-4374-95EA-13230A65DF2E}" dt="2023-10-24T03:40:55.794" v="1282"/>
          <ac:spMkLst>
            <pc:docMk/>
            <pc:sldMk cId="4188313078" sldId="305"/>
            <ac:spMk id="9" creationId="{1BF46B08-EC64-528A-B947-475132D4B815}"/>
          </ac:spMkLst>
        </pc:spChg>
        <pc:cxnChg chg="del">
          <ac:chgData name="Danielle Martin" userId="04f63225-1d27-46ab-9c7c-1c8b513bed32" providerId="ADAL" clId="{BA401913-2730-4374-95EA-13230A65DF2E}" dt="2023-10-24T03:40:39.059" v="1279" actId="478"/>
          <ac:cxnSpMkLst>
            <pc:docMk/>
            <pc:sldMk cId="4188313078" sldId="305"/>
            <ac:cxnSpMk id="7" creationId="{AC670BA0-4846-4DF7-CE96-E3426883ECFC}"/>
          </ac:cxnSpMkLst>
        </pc:cxnChg>
      </pc:sldChg>
      <pc:sldChg chg="addSp delSp modSp add del mod">
        <pc:chgData name="Danielle Martin" userId="04f63225-1d27-46ab-9c7c-1c8b513bed32" providerId="ADAL" clId="{BA401913-2730-4374-95EA-13230A65DF2E}" dt="2023-10-24T03:46:29.943" v="1445" actId="47"/>
        <pc:sldMkLst>
          <pc:docMk/>
          <pc:sldMk cId="2822650115" sldId="306"/>
        </pc:sldMkLst>
        <pc:spChg chg="mod">
          <ac:chgData name="Danielle Martin" userId="04f63225-1d27-46ab-9c7c-1c8b513bed32" providerId="ADAL" clId="{BA401913-2730-4374-95EA-13230A65DF2E}" dt="2023-10-24T03:40:23.741" v="1277" actId="14100"/>
          <ac:spMkLst>
            <pc:docMk/>
            <pc:sldMk cId="2822650115" sldId="306"/>
            <ac:spMk id="3" creationId="{394196A0-FA99-A3C3-328B-892E6276B1FE}"/>
          </ac:spMkLst>
        </pc:spChg>
        <pc:spChg chg="del">
          <ac:chgData name="Danielle Martin" userId="04f63225-1d27-46ab-9c7c-1c8b513bed32" providerId="ADAL" clId="{BA401913-2730-4374-95EA-13230A65DF2E}" dt="2023-10-24T03:40:14.759" v="1275" actId="478"/>
          <ac:spMkLst>
            <pc:docMk/>
            <pc:sldMk cId="2822650115" sldId="306"/>
            <ac:spMk id="5" creationId="{1A57B21F-5272-A847-FEFF-61A54797E6D0}"/>
          </ac:spMkLst>
        </pc:spChg>
        <pc:spChg chg="add mod">
          <ac:chgData name="Danielle Martin" userId="04f63225-1d27-46ab-9c7c-1c8b513bed32" providerId="ADAL" clId="{BA401913-2730-4374-95EA-13230A65DF2E}" dt="2023-10-24T03:44:18.437" v="1422"/>
          <ac:spMkLst>
            <pc:docMk/>
            <pc:sldMk cId="2822650115" sldId="306"/>
            <ac:spMk id="6" creationId="{D16E94DC-1F57-62C0-7F5A-A798D2C10657}"/>
          </ac:spMkLst>
        </pc:spChg>
        <pc:cxnChg chg="del">
          <ac:chgData name="Danielle Martin" userId="04f63225-1d27-46ab-9c7c-1c8b513bed32" providerId="ADAL" clId="{BA401913-2730-4374-95EA-13230A65DF2E}" dt="2023-10-24T03:40:11.279" v="1274" actId="478"/>
          <ac:cxnSpMkLst>
            <pc:docMk/>
            <pc:sldMk cId="2822650115" sldId="306"/>
            <ac:cxnSpMk id="7" creationId="{AC670BA0-4846-4DF7-CE96-E3426883ECFC}"/>
          </ac:cxnSpMkLst>
        </pc:cxnChg>
      </pc:sldChg>
      <pc:sldChg chg="addSp modSp add mod">
        <pc:chgData name="Danielle Martin" userId="04f63225-1d27-46ab-9c7c-1c8b513bed32" providerId="ADAL" clId="{BA401913-2730-4374-95EA-13230A65DF2E}" dt="2023-10-24T04:47:10.096" v="1541"/>
        <pc:sldMkLst>
          <pc:docMk/>
          <pc:sldMk cId="2042105204" sldId="307"/>
        </pc:sldMkLst>
        <pc:spChg chg="mod">
          <ac:chgData name="Danielle Martin" userId="04f63225-1d27-46ab-9c7c-1c8b513bed32" providerId="ADAL" clId="{BA401913-2730-4374-95EA-13230A65DF2E}" dt="2023-10-24T03:46:51.606" v="1448"/>
          <ac:spMkLst>
            <pc:docMk/>
            <pc:sldMk cId="2042105204" sldId="307"/>
            <ac:spMk id="2" creationId="{034FA3DF-3BB9-0872-8286-224F44EE6675}"/>
          </ac:spMkLst>
        </pc:spChg>
        <pc:spChg chg="mod">
          <ac:chgData name="Danielle Martin" userId="04f63225-1d27-46ab-9c7c-1c8b513bed32" providerId="ADAL" clId="{BA401913-2730-4374-95EA-13230A65DF2E}" dt="2023-10-24T04:47:10.096" v="1541"/>
          <ac:spMkLst>
            <pc:docMk/>
            <pc:sldMk cId="2042105204" sldId="307"/>
            <ac:spMk id="3" creationId="{394196A0-FA99-A3C3-328B-892E6276B1FE}"/>
          </ac:spMkLst>
        </pc:spChg>
        <pc:spChg chg="add mod">
          <ac:chgData name="Danielle Martin" userId="04f63225-1d27-46ab-9c7c-1c8b513bed32" providerId="ADAL" clId="{BA401913-2730-4374-95EA-13230A65DF2E}" dt="2023-10-24T03:44:20.918" v="1423"/>
          <ac:spMkLst>
            <pc:docMk/>
            <pc:sldMk cId="2042105204" sldId="307"/>
            <ac:spMk id="4" creationId="{83AC61C1-4511-CC7C-FDCC-58FB334D7BBA}"/>
          </ac:spMkLst>
        </pc:spChg>
      </pc:sldChg>
      <pc:sldChg chg="add del">
        <pc:chgData name="Danielle Martin" userId="04f63225-1d27-46ab-9c7c-1c8b513bed32" providerId="ADAL" clId="{BA401913-2730-4374-95EA-13230A65DF2E}" dt="2023-10-24T03:45:34.308" v="1444" actId="47"/>
        <pc:sldMkLst>
          <pc:docMk/>
          <pc:sldMk cId="1315351278" sldId="308"/>
        </pc:sldMkLst>
      </pc:sldChg>
      <pc:sldChg chg="modSp add mod">
        <pc:chgData name="Danielle Martin" userId="04f63225-1d27-46ab-9c7c-1c8b513bed32" providerId="ADAL" clId="{BA401913-2730-4374-95EA-13230A65DF2E}" dt="2023-10-24T04:47:04.655" v="1538" actId="20577"/>
        <pc:sldMkLst>
          <pc:docMk/>
          <pc:sldMk cId="2336002564" sldId="309"/>
        </pc:sldMkLst>
        <pc:spChg chg="mod">
          <ac:chgData name="Danielle Martin" userId="04f63225-1d27-46ab-9c7c-1c8b513bed32" providerId="ADAL" clId="{BA401913-2730-4374-95EA-13230A65DF2E}" dt="2023-10-24T03:46:59.954" v="1449"/>
          <ac:spMkLst>
            <pc:docMk/>
            <pc:sldMk cId="2336002564" sldId="309"/>
            <ac:spMk id="2" creationId="{034FA3DF-3BB9-0872-8286-224F44EE6675}"/>
          </ac:spMkLst>
        </pc:spChg>
        <pc:spChg chg="mod">
          <ac:chgData name="Danielle Martin" userId="04f63225-1d27-46ab-9c7c-1c8b513bed32" providerId="ADAL" clId="{BA401913-2730-4374-95EA-13230A65DF2E}" dt="2023-10-24T04:47:04.655" v="1538" actId="20577"/>
          <ac:spMkLst>
            <pc:docMk/>
            <pc:sldMk cId="2336002564" sldId="309"/>
            <ac:spMk id="3" creationId="{394196A0-FA99-A3C3-328B-892E6276B1FE}"/>
          </ac:spMkLst>
        </pc:spChg>
      </pc:sldChg>
      <pc:sldChg chg="modSp add mod">
        <pc:chgData name="Danielle Martin" userId="04f63225-1d27-46ab-9c7c-1c8b513bed32" providerId="ADAL" clId="{BA401913-2730-4374-95EA-13230A65DF2E}" dt="2023-10-24T04:45:11.934" v="1529" actId="1076"/>
        <pc:sldMkLst>
          <pc:docMk/>
          <pc:sldMk cId="1544564268" sldId="310"/>
        </pc:sldMkLst>
        <pc:spChg chg="mod">
          <ac:chgData name="Danielle Martin" userId="04f63225-1d27-46ab-9c7c-1c8b513bed32" providerId="ADAL" clId="{BA401913-2730-4374-95EA-13230A65DF2E}" dt="2023-10-24T04:44:11.804" v="1519" actId="1076"/>
          <ac:spMkLst>
            <pc:docMk/>
            <pc:sldMk cId="1544564268" sldId="310"/>
            <ac:spMk id="2" creationId="{034FA3DF-3BB9-0872-8286-224F44EE6675}"/>
          </ac:spMkLst>
        </pc:spChg>
        <pc:spChg chg="mod">
          <ac:chgData name="Danielle Martin" userId="04f63225-1d27-46ab-9c7c-1c8b513bed32" providerId="ADAL" clId="{BA401913-2730-4374-95EA-13230A65DF2E}" dt="2023-10-24T04:45:11.934" v="1529" actId="1076"/>
          <ac:spMkLst>
            <pc:docMk/>
            <pc:sldMk cId="1544564268" sldId="310"/>
            <ac:spMk id="3" creationId="{394196A0-FA99-A3C3-328B-892E6276B1FE}"/>
          </ac:spMkLst>
        </pc:spChg>
        <pc:spChg chg="mod">
          <ac:chgData name="Danielle Martin" userId="04f63225-1d27-46ab-9c7c-1c8b513bed32" providerId="ADAL" clId="{BA401913-2730-4374-95EA-13230A65DF2E}" dt="2023-10-24T04:45:03.734" v="1527" actId="1076"/>
          <ac:spMkLst>
            <pc:docMk/>
            <pc:sldMk cId="1544564268" sldId="310"/>
            <ac:spMk id="5" creationId="{1A57B21F-5272-A847-FEFF-61A54797E6D0}"/>
          </ac:spMkLst>
        </pc:spChg>
        <pc:cxnChg chg="mod">
          <ac:chgData name="Danielle Martin" userId="04f63225-1d27-46ab-9c7c-1c8b513bed32" providerId="ADAL" clId="{BA401913-2730-4374-95EA-13230A65DF2E}" dt="2023-10-24T04:45:07.606" v="1528" actId="1076"/>
          <ac:cxnSpMkLst>
            <pc:docMk/>
            <pc:sldMk cId="1544564268" sldId="310"/>
            <ac:cxnSpMk id="7" creationId="{AC670BA0-4846-4DF7-CE96-E3426883ECFC}"/>
          </ac:cxnSpMkLst>
        </pc:cxnChg>
      </pc:sldChg>
      <pc:sldChg chg="delSp modSp add mod ord">
        <pc:chgData name="Danielle Martin" userId="04f63225-1d27-46ab-9c7c-1c8b513bed32" providerId="ADAL" clId="{BA401913-2730-4374-95EA-13230A65DF2E}" dt="2023-10-24T04:49:44.753" v="1591" actId="403"/>
        <pc:sldMkLst>
          <pc:docMk/>
          <pc:sldMk cId="3868046784" sldId="311"/>
        </pc:sldMkLst>
        <pc:spChg chg="mod">
          <ac:chgData name="Danielle Martin" userId="04f63225-1d27-46ab-9c7c-1c8b513bed32" providerId="ADAL" clId="{BA401913-2730-4374-95EA-13230A65DF2E}" dt="2023-10-24T04:49:31.046" v="1575" actId="20577"/>
          <ac:spMkLst>
            <pc:docMk/>
            <pc:sldMk cId="3868046784" sldId="311"/>
            <ac:spMk id="2" creationId="{034FA3DF-3BB9-0872-8286-224F44EE6675}"/>
          </ac:spMkLst>
        </pc:spChg>
        <pc:spChg chg="mod">
          <ac:chgData name="Danielle Martin" userId="04f63225-1d27-46ab-9c7c-1c8b513bed32" providerId="ADAL" clId="{BA401913-2730-4374-95EA-13230A65DF2E}" dt="2023-10-24T04:49:44.753" v="1591" actId="403"/>
          <ac:spMkLst>
            <pc:docMk/>
            <pc:sldMk cId="3868046784" sldId="311"/>
            <ac:spMk id="3" creationId="{394196A0-FA99-A3C3-328B-892E6276B1FE}"/>
          </ac:spMkLst>
        </pc:spChg>
        <pc:spChg chg="del">
          <ac:chgData name="Danielle Martin" userId="04f63225-1d27-46ab-9c7c-1c8b513bed32" providerId="ADAL" clId="{BA401913-2730-4374-95EA-13230A65DF2E}" dt="2023-10-24T04:49:14.640" v="1549" actId="478"/>
          <ac:spMkLst>
            <pc:docMk/>
            <pc:sldMk cId="3868046784" sldId="311"/>
            <ac:spMk id="4" creationId="{E87258DB-518F-C003-9AC2-7B79C1E6FF6A}"/>
          </ac:spMkLst>
        </pc:spChg>
      </pc:sldChg>
      <pc:sldChg chg="modSp add mod">
        <pc:chgData name="Danielle Martin" userId="04f63225-1d27-46ab-9c7c-1c8b513bed32" providerId="ADAL" clId="{BA401913-2730-4374-95EA-13230A65DF2E}" dt="2023-10-24T04:50:23.564" v="1615"/>
        <pc:sldMkLst>
          <pc:docMk/>
          <pc:sldMk cId="3765545388" sldId="312"/>
        </pc:sldMkLst>
        <pc:spChg chg="mod">
          <ac:chgData name="Danielle Martin" userId="04f63225-1d27-46ab-9c7c-1c8b513bed32" providerId="ADAL" clId="{BA401913-2730-4374-95EA-13230A65DF2E}" dt="2023-10-24T04:50:09.778" v="1612" actId="20577"/>
          <ac:spMkLst>
            <pc:docMk/>
            <pc:sldMk cId="3765545388" sldId="312"/>
            <ac:spMk id="2" creationId="{034FA3DF-3BB9-0872-8286-224F44EE6675}"/>
          </ac:spMkLst>
        </pc:spChg>
        <pc:spChg chg="mod">
          <ac:chgData name="Danielle Martin" userId="04f63225-1d27-46ab-9c7c-1c8b513bed32" providerId="ADAL" clId="{BA401913-2730-4374-95EA-13230A65DF2E}" dt="2023-10-24T04:50:23.564" v="1615"/>
          <ac:spMkLst>
            <pc:docMk/>
            <pc:sldMk cId="3765545388" sldId="312"/>
            <ac:spMk id="3" creationId="{394196A0-FA99-A3C3-328B-892E6276B1FE}"/>
          </ac:spMkLst>
        </pc:spChg>
      </pc:sldChg>
      <pc:sldChg chg="add">
        <pc:chgData name="Danielle Martin" userId="04f63225-1d27-46ab-9c7c-1c8b513bed32" providerId="ADAL" clId="{BA401913-2730-4374-95EA-13230A65DF2E}" dt="2023-10-24T04:53:23.554" v="1647" actId="2890"/>
        <pc:sldMkLst>
          <pc:docMk/>
          <pc:sldMk cId="2559789717" sldId="313"/>
        </pc:sldMkLst>
      </pc:sldChg>
      <pc:sldChg chg="modSp add del mod ord">
        <pc:chgData name="Danielle Martin" userId="04f63225-1d27-46ab-9c7c-1c8b513bed32" providerId="ADAL" clId="{BA401913-2730-4374-95EA-13230A65DF2E}" dt="2023-10-24T05:09:46.831" v="1966" actId="20577"/>
        <pc:sldMkLst>
          <pc:docMk/>
          <pc:sldMk cId="40553937" sldId="314"/>
        </pc:sldMkLst>
        <pc:spChg chg="mod">
          <ac:chgData name="Danielle Martin" userId="04f63225-1d27-46ab-9c7c-1c8b513bed32" providerId="ADAL" clId="{BA401913-2730-4374-95EA-13230A65DF2E}" dt="2023-10-24T05:09:46.831" v="1966" actId="20577"/>
          <ac:spMkLst>
            <pc:docMk/>
            <pc:sldMk cId="40553937" sldId="314"/>
            <ac:spMk id="2" creationId="{034FA3DF-3BB9-0872-8286-224F44EE6675}"/>
          </ac:spMkLst>
        </pc:spChg>
        <pc:spChg chg="mod">
          <ac:chgData name="Danielle Martin" userId="04f63225-1d27-46ab-9c7c-1c8b513bed32" providerId="ADAL" clId="{BA401913-2730-4374-95EA-13230A65DF2E}" dt="2023-10-24T05:09:27.254" v="1961" actId="1076"/>
          <ac:spMkLst>
            <pc:docMk/>
            <pc:sldMk cId="40553937" sldId="314"/>
            <ac:spMk id="3" creationId="{394196A0-FA99-A3C3-328B-892E6276B1FE}"/>
          </ac:spMkLst>
        </pc:spChg>
      </pc:sldChg>
      <pc:sldChg chg="modSp add del mod">
        <pc:chgData name="Danielle Martin" userId="04f63225-1d27-46ab-9c7c-1c8b513bed32" providerId="ADAL" clId="{BA401913-2730-4374-95EA-13230A65DF2E}" dt="2023-10-24T05:06:41.320" v="1866" actId="47"/>
        <pc:sldMkLst>
          <pc:docMk/>
          <pc:sldMk cId="1532862569" sldId="315"/>
        </pc:sldMkLst>
        <pc:spChg chg="mod">
          <ac:chgData name="Danielle Martin" userId="04f63225-1d27-46ab-9c7c-1c8b513bed32" providerId="ADAL" clId="{BA401913-2730-4374-95EA-13230A65DF2E}" dt="2023-10-24T05:05:11.510" v="1855" actId="20577"/>
          <ac:spMkLst>
            <pc:docMk/>
            <pc:sldMk cId="1532862569" sldId="315"/>
            <ac:spMk id="2" creationId="{034FA3DF-3BB9-0872-8286-224F44EE6675}"/>
          </ac:spMkLst>
        </pc:spChg>
        <pc:spChg chg="mod">
          <ac:chgData name="Danielle Martin" userId="04f63225-1d27-46ab-9c7c-1c8b513bed32" providerId="ADAL" clId="{BA401913-2730-4374-95EA-13230A65DF2E}" dt="2023-10-24T05:04:51.784" v="1829" actId="1076"/>
          <ac:spMkLst>
            <pc:docMk/>
            <pc:sldMk cId="1532862569" sldId="315"/>
            <ac:spMk id="3" creationId="{394196A0-FA99-A3C3-328B-892E6276B1FE}"/>
          </ac:spMkLst>
        </pc:spChg>
      </pc:sldChg>
      <pc:sldChg chg="add del">
        <pc:chgData name="Danielle Martin" userId="04f63225-1d27-46ab-9c7c-1c8b513bed32" providerId="ADAL" clId="{BA401913-2730-4374-95EA-13230A65DF2E}" dt="2023-10-24T05:06:42.243" v="1868"/>
        <pc:sldMkLst>
          <pc:docMk/>
          <pc:sldMk cId="101303598" sldId="316"/>
        </pc:sldMkLst>
      </pc:sldChg>
      <pc:sldChg chg="modSp add del mod ord">
        <pc:chgData name="Danielle Martin" userId="04f63225-1d27-46ab-9c7c-1c8b513bed32" providerId="ADAL" clId="{BA401913-2730-4374-95EA-13230A65DF2E}" dt="2023-10-24T05:09:14.644" v="1960" actId="1076"/>
        <pc:sldMkLst>
          <pc:docMk/>
          <pc:sldMk cId="242751840" sldId="316"/>
        </pc:sldMkLst>
        <pc:spChg chg="mod">
          <ac:chgData name="Danielle Martin" userId="04f63225-1d27-46ab-9c7c-1c8b513bed32" providerId="ADAL" clId="{BA401913-2730-4374-95EA-13230A65DF2E}" dt="2023-10-24T05:09:14.644" v="1960" actId="1076"/>
          <ac:spMkLst>
            <pc:docMk/>
            <pc:sldMk cId="242751840" sldId="316"/>
            <ac:spMk id="2" creationId="{034FA3DF-3BB9-0872-8286-224F44EE6675}"/>
          </ac:spMkLst>
        </pc:spChg>
        <pc:spChg chg="mod">
          <ac:chgData name="Danielle Martin" userId="04f63225-1d27-46ab-9c7c-1c8b513bed32" providerId="ADAL" clId="{BA401913-2730-4374-95EA-13230A65DF2E}" dt="2023-10-24T05:09:07.595" v="1958" actId="20577"/>
          <ac:spMkLst>
            <pc:docMk/>
            <pc:sldMk cId="242751840" sldId="316"/>
            <ac:spMk id="3" creationId="{394196A0-FA99-A3C3-328B-892E6276B1FE}"/>
          </ac:spMkLst>
        </pc:spChg>
      </pc:sldChg>
      <pc:sldChg chg="addSp delSp modSp add mod">
        <pc:chgData name="Danielle Martin" userId="04f63225-1d27-46ab-9c7c-1c8b513bed32" providerId="ADAL" clId="{BA401913-2730-4374-95EA-13230A65DF2E}" dt="2023-10-24T05:30:04.251" v="2255" actId="14100"/>
        <pc:sldMkLst>
          <pc:docMk/>
          <pc:sldMk cId="2826561494" sldId="317"/>
        </pc:sldMkLst>
        <pc:spChg chg="mod">
          <ac:chgData name="Danielle Martin" userId="04f63225-1d27-46ab-9c7c-1c8b513bed32" providerId="ADAL" clId="{BA401913-2730-4374-95EA-13230A65DF2E}" dt="2023-10-24T05:29:59.108" v="2254" actId="20577"/>
          <ac:spMkLst>
            <pc:docMk/>
            <pc:sldMk cId="2826561494" sldId="317"/>
            <ac:spMk id="3" creationId="{394196A0-FA99-A3C3-328B-892E6276B1FE}"/>
          </ac:spMkLst>
        </pc:spChg>
        <pc:spChg chg="mod">
          <ac:chgData name="Danielle Martin" userId="04f63225-1d27-46ab-9c7c-1c8b513bed32" providerId="ADAL" clId="{BA401913-2730-4374-95EA-13230A65DF2E}" dt="2023-10-24T05:29:17.793" v="2243" actId="1076"/>
          <ac:spMkLst>
            <pc:docMk/>
            <pc:sldMk cId="2826561494" sldId="317"/>
            <ac:spMk id="5" creationId="{37CC3D8F-9BA8-E0EA-83A6-C1127779E0CC}"/>
          </ac:spMkLst>
        </pc:spChg>
        <pc:spChg chg="add del mod">
          <ac:chgData name="Danielle Martin" userId="04f63225-1d27-46ab-9c7c-1c8b513bed32" providerId="ADAL" clId="{BA401913-2730-4374-95EA-13230A65DF2E}" dt="2023-10-24T05:28:21.535" v="2205"/>
          <ac:spMkLst>
            <pc:docMk/>
            <pc:sldMk cId="2826561494" sldId="317"/>
            <ac:spMk id="6" creationId="{C88962EB-BD19-503A-10A8-63AA9C39B312}"/>
          </ac:spMkLst>
        </pc:spChg>
        <pc:graphicFrameChg chg="add del mod">
          <ac:chgData name="Danielle Martin" userId="04f63225-1d27-46ab-9c7c-1c8b513bed32" providerId="ADAL" clId="{BA401913-2730-4374-95EA-13230A65DF2E}" dt="2023-10-24T05:28:21.535" v="2205"/>
          <ac:graphicFrameMkLst>
            <pc:docMk/>
            <pc:sldMk cId="2826561494" sldId="317"/>
            <ac:graphicFrameMk id="2" creationId="{96186A6B-D1DF-A09E-D3DF-F17DC9C016E8}"/>
          </ac:graphicFrameMkLst>
        </pc:graphicFrameChg>
        <pc:picChg chg="add mod">
          <ac:chgData name="Danielle Martin" userId="04f63225-1d27-46ab-9c7c-1c8b513bed32" providerId="ADAL" clId="{BA401913-2730-4374-95EA-13230A65DF2E}" dt="2023-10-24T05:30:04.251" v="2255" actId="14100"/>
          <ac:picMkLst>
            <pc:docMk/>
            <pc:sldMk cId="2826561494" sldId="317"/>
            <ac:picMk id="8" creationId="{389121B3-90DA-B447-8C60-B5A514719D8C}"/>
          </ac:picMkLst>
        </pc:picChg>
      </pc:sldChg>
      <pc:sldChg chg="delSp modSp add mod">
        <pc:chgData name="Danielle Martin" userId="04f63225-1d27-46ab-9c7c-1c8b513bed32" providerId="ADAL" clId="{BA401913-2730-4374-95EA-13230A65DF2E}" dt="2023-10-24T05:36:12.501" v="2377" actId="20577"/>
        <pc:sldMkLst>
          <pc:docMk/>
          <pc:sldMk cId="2293993194" sldId="318"/>
        </pc:sldMkLst>
        <pc:spChg chg="mod">
          <ac:chgData name="Danielle Martin" userId="04f63225-1d27-46ab-9c7c-1c8b513bed32" providerId="ADAL" clId="{BA401913-2730-4374-95EA-13230A65DF2E}" dt="2023-10-24T05:36:12.501" v="2377" actId="20577"/>
          <ac:spMkLst>
            <pc:docMk/>
            <pc:sldMk cId="2293993194" sldId="318"/>
            <ac:spMk id="3" creationId="{394196A0-FA99-A3C3-328B-892E6276B1FE}"/>
          </ac:spMkLst>
        </pc:spChg>
        <pc:spChg chg="del">
          <ac:chgData name="Danielle Martin" userId="04f63225-1d27-46ab-9c7c-1c8b513bed32" providerId="ADAL" clId="{BA401913-2730-4374-95EA-13230A65DF2E}" dt="2023-10-24T05:35:20.008" v="2342" actId="478"/>
          <ac:spMkLst>
            <pc:docMk/>
            <pc:sldMk cId="2293993194" sldId="318"/>
            <ac:spMk id="4" creationId="{E0E6C19A-1F08-1248-E1FC-988EE276392F}"/>
          </ac:spMkLst>
        </pc:spChg>
        <pc:spChg chg="del">
          <ac:chgData name="Danielle Martin" userId="04f63225-1d27-46ab-9c7c-1c8b513bed32" providerId="ADAL" clId="{BA401913-2730-4374-95EA-13230A65DF2E}" dt="2023-10-24T05:35:23.351" v="2343" actId="478"/>
          <ac:spMkLst>
            <pc:docMk/>
            <pc:sldMk cId="2293993194" sldId="318"/>
            <ac:spMk id="7" creationId="{4F74EE60-453B-A6E3-7889-CBF36E91E602}"/>
          </ac:spMkLst>
        </pc:spChg>
      </pc:sldChg>
      <pc:sldChg chg="delSp modSp add mod">
        <pc:chgData name="Danielle Martin" userId="04f63225-1d27-46ab-9c7c-1c8b513bed32" providerId="ADAL" clId="{BA401913-2730-4374-95EA-13230A65DF2E}" dt="2023-10-24T05:38:48.032" v="2448" actId="14100"/>
        <pc:sldMkLst>
          <pc:docMk/>
          <pc:sldMk cId="633847774" sldId="319"/>
        </pc:sldMkLst>
        <pc:spChg chg="mod">
          <ac:chgData name="Danielle Martin" userId="04f63225-1d27-46ab-9c7c-1c8b513bed32" providerId="ADAL" clId="{BA401913-2730-4374-95EA-13230A65DF2E}" dt="2023-10-24T05:38:33.111" v="2446" actId="1076"/>
          <ac:spMkLst>
            <pc:docMk/>
            <pc:sldMk cId="633847774" sldId="319"/>
            <ac:spMk id="2" creationId="{034FA3DF-3BB9-0872-8286-224F44EE6675}"/>
          </ac:spMkLst>
        </pc:spChg>
        <pc:spChg chg="mod">
          <ac:chgData name="Danielle Martin" userId="04f63225-1d27-46ab-9c7c-1c8b513bed32" providerId="ADAL" clId="{BA401913-2730-4374-95EA-13230A65DF2E}" dt="2023-10-24T05:38:48.032" v="2448" actId="14100"/>
          <ac:spMkLst>
            <pc:docMk/>
            <pc:sldMk cId="633847774" sldId="319"/>
            <ac:spMk id="3" creationId="{394196A0-FA99-A3C3-328B-892E6276B1FE}"/>
          </ac:spMkLst>
        </pc:spChg>
        <pc:spChg chg="del">
          <ac:chgData name="Danielle Martin" userId="04f63225-1d27-46ab-9c7c-1c8b513bed32" providerId="ADAL" clId="{BA401913-2730-4374-95EA-13230A65DF2E}" dt="2023-10-24T05:37:39.604" v="2412" actId="478"/>
          <ac:spMkLst>
            <pc:docMk/>
            <pc:sldMk cId="633847774" sldId="319"/>
            <ac:spMk id="4" creationId="{E0E6C19A-1F08-1248-E1FC-988EE276392F}"/>
          </ac:spMkLst>
        </pc:spChg>
      </pc:sldChg>
      <pc:sldChg chg="delSp modSp add mod">
        <pc:chgData name="Danielle Martin" userId="04f63225-1d27-46ab-9c7c-1c8b513bed32" providerId="ADAL" clId="{BA401913-2730-4374-95EA-13230A65DF2E}" dt="2023-10-24T05:39:41.405" v="2462" actId="1076"/>
        <pc:sldMkLst>
          <pc:docMk/>
          <pc:sldMk cId="3142146613" sldId="320"/>
        </pc:sldMkLst>
        <pc:spChg chg="mod">
          <ac:chgData name="Danielle Martin" userId="04f63225-1d27-46ab-9c7c-1c8b513bed32" providerId="ADAL" clId="{BA401913-2730-4374-95EA-13230A65DF2E}" dt="2023-10-24T05:39:31.289" v="2460" actId="1076"/>
          <ac:spMkLst>
            <pc:docMk/>
            <pc:sldMk cId="3142146613" sldId="320"/>
            <ac:spMk id="2" creationId="{034FA3DF-3BB9-0872-8286-224F44EE6675}"/>
          </ac:spMkLst>
        </pc:spChg>
        <pc:spChg chg="mod">
          <ac:chgData name="Danielle Martin" userId="04f63225-1d27-46ab-9c7c-1c8b513bed32" providerId="ADAL" clId="{BA401913-2730-4374-95EA-13230A65DF2E}" dt="2023-10-24T05:39:41.405" v="2462" actId="1076"/>
          <ac:spMkLst>
            <pc:docMk/>
            <pc:sldMk cId="3142146613" sldId="320"/>
            <ac:spMk id="3" creationId="{394196A0-FA99-A3C3-328B-892E6276B1FE}"/>
          </ac:spMkLst>
        </pc:spChg>
        <pc:spChg chg="del">
          <ac:chgData name="Danielle Martin" userId="04f63225-1d27-46ab-9c7c-1c8b513bed32" providerId="ADAL" clId="{BA401913-2730-4374-95EA-13230A65DF2E}" dt="2023-10-24T05:39:17.341" v="2455" actId="478"/>
          <ac:spMkLst>
            <pc:docMk/>
            <pc:sldMk cId="3142146613" sldId="320"/>
            <ac:spMk id="4" creationId="{E0E6C19A-1F08-1248-E1FC-988EE276392F}"/>
          </ac:spMkLst>
        </pc:spChg>
      </pc:sldChg>
      <pc:sldChg chg="delSp modSp add mod">
        <pc:chgData name="Danielle Martin" userId="04f63225-1d27-46ab-9c7c-1c8b513bed32" providerId="ADAL" clId="{BA401913-2730-4374-95EA-13230A65DF2E}" dt="2023-10-24T05:40:43.047" v="2492" actId="403"/>
        <pc:sldMkLst>
          <pc:docMk/>
          <pc:sldMk cId="133281324" sldId="321"/>
        </pc:sldMkLst>
        <pc:spChg chg="mod">
          <ac:chgData name="Danielle Martin" userId="04f63225-1d27-46ab-9c7c-1c8b513bed32" providerId="ADAL" clId="{BA401913-2730-4374-95EA-13230A65DF2E}" dt="2023-10-24T05:40:43.047" v="2492" actId="403"/>
          <ac:spMkLst>
            <pc:docMk/>
            <pc:sldMk cId="133281324" sldId="321"/>
            <ac:spMk id="3" creationId="{394196A0-FA99-A3C3-328B-892E6276B1FE}"/>
          </ac:spMkLst>
        </pc:spChg>
        <pc:spChg chg="del">
          <ac:chgData name="Danielle Martin" userId="04f63225-1d27-46ab-9c7c-1c8b513bed32" providerId="ADAL" clId="{BA401913-2730-4374-95EA-13230A65DF2E}" dt="2023-10-24T05:40:14.148" v="2469" actId="478"/>
          <ac:spMkLst>
            <pc:docMk/>
            <pc:sldMk cId="133281324" sldId="321"/>
            <ac:spMk id="4" creationId="{E0E6C19A-1F08-1248-E1FC-988EE276392F}"/>
          </ac:spMkLst>
        </pc:spChg>
      </pc:sldChg>
      <pc:sldChg chg="delSp modSp add mod">
        <pc:chgData name="Danielle Martin" userId="04f63225-1d27-46ab-9c7c-1c8b513bed32" providerId="ADAL" clId="{BA401913-2730-4374-95EA-13230A65DF2E}" dt="2023-10-24T05:48:30.923" v="2579" actId="1076"/>
        <pc:sldMkLst>
          <pc:docMk/>
          <pc:sldMk cId="2087126805" sldId="322"/>
        </pc:sldMkLst>
        <pc:spChg chg="mod">
          <ac:chgData name="Danielle Martin" userId="04f63225-1d27-46ab-9c7c-1c8b513bed32" providerId="ADAL" clId="{BA401913-2730-4374-95EA-13230A65DF2E}" dt="2023-10-24T05:48:30.923" v="2579" actId="1076"/>
          <ac:spMkLst>
            <pc:docMk/>
            <pc:sldMk cId="2087126805" sldId="322"/>
            <ac:spMk id="2" creationId="{034FA3DF-3BB9-0872-8286-224F44EE6675}"/>
          </ac:spMkLst>
        </pc:spChg>
        <pc:spChg chg="mod">
          <ac:chgData name="Danielle Martin" userId="04f63225-1d27-46ab-9c7c-1c8b513bed32" providerId="ADAL" clId="{BA401913-2730-4374-95EA-13230A65DF2E}" dt="2023-10-24T05:47:59.905" v="2573" actId="403"/>
          <ac:spMkLst>
            <pc:docMk/>
            <pc:sldMk cId="2087126805" sldId="322"/>
            <ac:spMk id="3" creationId="{394196A0-FA99-A3C3-328B-892E6276B1FE}"/>
          </ac:spMkLst>
        </pc:spChg>
        <pc:spChg chg="del">
          <ac:chgData name="Danielle Martin" userId="04f63225-1d27-46ab-9c7c-1c8b513bed32" providerId="ADAL" clId="{BA401913-2730-4374-95EA-13230A65DF2E}" dt="2023-10-24T05:45:57.034" v="2520" actId="478"/>
          <ac:spMkLst>
            <pc:docMk/>
            <pc:sldMk cId="2087126805" sldId="322"/>
            <ac:spMk id="4" creationId="{E0E6C19A-1F08-1248-E1FC-988EE276392F}"/>
          </ac:spMkLst>
        </pc:spChg>
        <pc:spChg chg="del">
          <ac:chgData name="Danielle Martin" userId="04f63225-1d27-46ab-9c7c-1c8b513bed32" providerId="ADAL" clId="{BA401913-2730-4374-95EA-13230A65DF2E}" dt="2023-10-24T05:46:00.397" v="2521" actId="478"/>
          <ac:spMkLst>
            <pc:docMk/>
            <pc:sldMk cId="2087126805" sldId="322"/>
            <ac:spMk id="6" creationId="{921C557E-6FDD-101A-2720-0DADA365C2B5}"/>
          </ac:spMkLst>
        </pc:spChg>
      </pc:sldChg>
      <pc:sldChg chg="modSp add mod">
        <pc:chgData name="Danielle Martin" userId="04f63225-1d27-46ab-9c7c-1c8b513bed32" providerId="ADAL" clId="{BA401913-2730-4374-95EA-13230A65DF2E}" dt="2023-10-24T05:48:23.934" v="2578" actId="1076"/>
        <pc:sldMkLst>
          <pc:docMk/>
          <pc:sldMk cId="945185149" sldId="323"/>
        </pc:sldMkLst>
        <pc:spChg chg="mod">
          <ac:chgData name="Danielle Martin" userId="04f63225-1d27-46ab-9c7c-1c8b513bed32" providerId="ADAL" clId="{BA401913-2730-4374-95EA-13230A65DF2E}" dt="2023-10-24T05:48:23.934" v="2578" actId="1076"/>
          <ac:spMkLst>
            <pc:docMk/>
            <pc:sldMk cId="945185149" sldId="323"/>
            <ac:spMk id="2" creationId="{034FA3DF-3BB9-0872-8286-224F44EE6675}"/>
          </ac:spMkLst>
        </pc:spChg>
        <pc:spChg chg="mod">
          <ac:chgData name="Danielle Martin" userId="04f63225-1d27-46ab-9c7c-1c8b513bed32" providerId="ADAL" clId="{BA401913-2730-4374-95EA-13230A65DF2E}" dt="2023-10-24T05:48:16.758" v="2577" actId="403"/>
          <ac:spMkLst>
            <pc:docMk/>
            <pc:sldMk cId="945185149" sldId="323"/>
            <ac:spMk id="3" creationId="{394196A0-FA99-A3C3-328B-892E6276B1FE}"/>
          </ac:spMkLst>
        </pc:spChg>
      </pc:sldChg>
      <pc:sldChg chg="modSp add mod">
        <pc:chgData name="Danielle Martin" userId="04f63225-1d27-46ab-9c7c-1c8b513bed32" providerId="ADAL" clId="{BA401913-2730-4374-95EA-13230A65DF2E}" dt="2023-10-24T05:59:27.291" v="2680" actId="1076"/>
        <pc:sldMkLst>
          <pc:docMk/>
          <pc:sldMk cId="1873103918" sldId="324"/>
        </pc:sldMkLst>
        <pc:spChg chg="mod">
          <ac:chgData name="Danielle Martin" userId="04f63225-1d27-46ab-9c7c-1c8b513bed32" providerId="ADAL" clId="{BA401913-2730-4374-95EA-13230A65DF2E}" dt="2023-10-24T05:57:40.456" v="2653" actId="20577"/>
          <ac:spMkLst>
            <pc:docMk/>
            <pc:sldMk cId="1873103918" sldId="324"/>
            <ac:spMk id="2" creationId="{034FA3DF-3BB9-0872-8286-224F44EE6675}"/>
          </ac:spMkLst>
        </pc:spChg>
        <pc:spChg chg="mod">
          <ac:chgData name="Danielle Martin" userId="04f63225-1d27-46ab-9c7c-1c8b513bed32" providerId="ADAL" clId="{BA401913-2730-4374-95EA-13230A65DF2E}" dt="2023-10-24T05:59:20.803" v="2679" actId="1076"/>
          <ac:spMkLst>
            <pc:docMk/>
            <pc:sldMk cId="1873103918" sldId="324"/>
            <ac:spMk id="3" creationId="{394196A0-FA99-A3C3-328B-892E6276B1FE}"/>
          </ac:spMkLst>
        </pc:spChg>
        <pc:spChg chg="mod">
          <ac:chgData name="Danielle Martin" userId="04f63225-1d27-46ab-9c7c-1c8b513bed32" providerId="ADAL" clId="{BA401913-2730-4374-95EA-13230A65DF2E}" dt="2023-10-24T05:59:27.291" v="2680" actId="1076"/>
          <ac:spMkLst>
            <pc:docMk/>
            <pc:sldMk cId="1873103918" sldId="324"/>
            <ac:spMk id="5" creationId="{1A57B21F-5272-A847-FEFF-61A54797E6D0}"/>
          </ac:spMkLst>
        </pc:spChg>
        <pc:cxnChg chg="mod">
          <ac:chgData name="Danielle Martin" userId="04f63225-1d27-46ab-9c7c-1c8b513bed32" providerId="ADAL" clId="{BA401913-2730-4374-95EA-13230A65DF2E}" dt="2023-10-24T05:57:24.386" v="2640" actId="1076"/>
          <ac:cxnSpMkLst>
            <pc:docMk/>
            <pc:sldMk cId="1873103918" sldId="324"/>
            <ac:cxnSpMk id="7" creationId="{AC670BA0-4846-4DF7-CE96-E3426883ECFC}"/>
          </ac:cxnSpMkLst>
        </pc:cxnChg>
      </pc:sldChg>
      <pc:sldChg chg="modSp add mod">
        <pc:chgData name="Danielle Martin" userId="04f63225-1d27-46ab-9c7c-1c8b513bed32" providerId="ADAL" clId="{BA401913-2730-4374-95EA-13230A65DF2E}" dt="2023-10-24T06:04:00.047" v="2722" actId="20577"/>
        <pc:sldMkLst>
          <pc:docMk/>
          <pc:sldMk cId="3351916623" sldId="325"/>
        </pc:sldMkLst>
        <pc:spChg chg="mod">
          <ac:chgData name="Danielle Martin" userId="04f63225-1d27-46ab-9c7c-1c8b513bed32" providerId="ADAL" clId="{BA401913-2730-4374-95EA-13230A65DF2E}" dt="2023-10-24T06:04:00.047" v="2722" actId="20577"/>
          <ac:spMkLst>
            <pc:docMk/>
            <pc:sldMk cId="3351916623" sldId="325"/>
            <ac:spMk id="2" creationId="{034FA3DF-3BB9-0872-8286-224F44EE6675}"/>
          </ac:spMkLst>
        </pc:spChg>
        <pc:spChg chg="mod">
          <ac:chgData name="Danielle Martin" userId="04f63225-1d27-46ab-9c7c-1c8b513bed32" providerId="ADAL" clId="{BA401913-2730-4374-95EA-13230A65DF2E}" dt="2023-10-24T06:03:32.841" v="2715" actId="108"/>
          <ac:spMkLst>
            <pc:docMk/>
            <pc:sldMk cId="3351916623" sldId="325"/>
            <ac:spMk id="3" creationId="{394196A0-FA99-A3C3-328B-892E6276B1FE}"/>
          </ac:spMkLst>
        </pc:spChg>
        <pc:spChg chg="mod">
          <ac:chgData name="Danielle Martin" userId="04f63225-1d27-46ab-9c7c-1c8b513bed32" providerId="ADAL" clId="{BA401913-2730-4374-95EA-13230A65DF2E}" dt="2023-10-24T06:03:44.248" v="2716" actId="1076"/>
          <ac:spMkLst>
            <pc:docMk/>
            <pc:sldMk cId="3351916623" sldId="325"/>
            <ac:spMk id="5" creationId="{1A57B21F-5272-A847-FEFF-61A54797E6D0}"/>
          </ac:spMkLst>
        </pc:spChg>
      </pc:sldChg>
      <pc:sldChg chg="modSp add mod">
        <pc:chgData name="Danielle Martin" userId="04f63225-1d27-46ab-9c7c-1c8b513bed32" providerId="ADAL" clId="{BA401913-2730-4374-95EA-13230A65DF2E}" dt="2023-10-24T06:14:22.432" v="2898" actId="1076"/>
        <pc:sldMkLst>
          <pc:docMk/>
          <pc:sldMk cId="2352517596" sldId="326"/>
        </pc:sldMkLst>
        <pc:spChg chg="mod">
          <ac:chgData name="Danielle Martin" userId="04f63225-1d27-46ab-9c7c-1c8b513bed32" providerId="ADAL" clId="{BA401913-2730-4374-95EA-13230A65DF2E}" dt="2023-10-24T06:13:05.420" v="2878" actId="6549"/>
          <ac:spMkLst>
            <pc:docMk/>
            <pc:sldMk cId="2352517596" sldId="326"/>
            <ac:spMk id="2" creationId="{034FA3DF-3BB9-0872-8286-224F44EE6675}"/>
          </ac:spMkLst>
        </pc:spChg>
        <pc:spChg chg="mod">
          <ac:chgData name="Danielle Martin" userId="04f63225-1d27-46ab-9c7c-1c8b513bed32" providerId="ADAL" clId="{BA401913-2730-4374-95EA-13230A65DF2E}" dt="2023-10-24T06:14:22.432" v="2898" actId="1076"/>
          <ac:spMkLst>
            <pc:docMk/>
            <pc:sldMk cId="2352517596" sldId="326"/>
            <ac:spMk id="3" creationId="{394196A0-FA99-A3C3-328B-892E6276B1FE}"/>
          </ac:spMkLst>
        </pc:spChg>
        <pc:spChg chg="mod">
          <ac:chgData name="Danielle Martin" userId="04f63225-1d27-46ab-9c7c-1c8b513bed32" providerId="ADAL" clId="{BA401913-2730-4374-95EA-13230A65DF2E}" dt="2023-10-24T06:14:07.775" v="2894" actId="403"/>
          <ac:spMkLst>
            <pc:docMk/>
            <pc:sldMk cId="2352517596" sldId="326"/>
            <ac:spMk id="5" creationId="{1A57B21F-5272-A847-FEFF-61A54797E6D0}"/>
          </ac:spMkLst>
        </pc:spChg>
        <pc:cxnChg chg="mod">
          <ac:chgData name="Danielle Martin" userId="04f63225-1d27-46ab-9c7c-1c8b513bed32" providerId="ADAL" clId="{BA401913-2730-4374-95EA-13230A65DF2E}" dt="2023-10-24T06:09:14.286" v="2804" actId="1076"/>
          <ac:cxnSpMkLst>
            <pc:docMk/>
            <pc:sldMk cId="2352517596" sldId="326"/>
            <ac:cxnSpMk id="7" creationId="{AC670BA0-4846-4DF7-CE96-E3426883ECFC}"/>
          </ac:cxnSpMkLst>
        </pc:cxnChg>
      </pc:sldChg>
      <pc:sldChg chg="modSp add mod">
        <pc:chgData name="Danielle Martin" userId="04f63225-1d27-46ab-9c7c-1c8b513bed32" providerId="ADAL" clId="{BA401913-2730-4374-95EA-13230A65DF2E}" dt="2023-10-24T06:12:20.617" v="2850" actId="20577"/>
        <pc:sldMkLst>
          <pc:docMk/>
          <pc:sldMk cId="3101322480" sldId="327"/>
        </pc:sldMkLst>
        <pc:spChg chg="mod">
          <ac:chgData name="Danielle Martin" userId="04f63225-1d27-46ab-9c7c-1c8b513bed32" providerId="ADAL" clId="{BA401913-2730-4374-95EA-13230A65DF2E}" dt="2023-10-24T06:12:20.617" v="2850" actId="20577"/>
          <ac:spMkLst>
            <pc:docMk/>
            <pc:sldMk cId="3101322480" sldId="327"/>
            <ac:spMk id="2" creationId="{034FA3DF-3BB9-0872-8286-224F44EE6675}"/>
          </ac:spMkLst>
        </pc:spChg>
        <pc:spChg chg="mod">
          <ac:chgData name="Danielle Martin" userId="04f63225-1d27-46ab-9c7c-1c8b513bed32" providerId="ADAL" clId="{BA401913-2730-4374-95EA-13230A65DF2E}" dt="2023-10-24T06:12:07.879" v="2846" actId="1076"/>
          <ac:spMkLst>
            <pc:docMk/>
            <pc:sldMk cId="3101322480" sldId="327"/>
            <ac:spMk id="3" creationId="{394196A0-FA99-A3C3-328B-892E6276B1FE}"/>
          </ac:spMkLst>
        </pc:spChg>
        <pc:spChg chg="mod">
          <ac:chgData name="Danielle Martin" userId="04f63225-1d27-46ab-9c7c-1c8b513bed32" providerId="ADAL" clId="{BA401913-2730-4374-95EA-13230A65DF2E}" dt="2023-10-24T06:11:58.250" v="2844" actId="1076"/>
          <ac:spMkLst>
            <pc:docMk/>
            <pc:sldMk cId="3101322480" sldId="327"/>
            <ac:spMk id="5" creationId="{1A57B21F-5272-A847-FEFF-61A54797E6D0}"/>
          </ac:spMkLst>
        </pc:spChg>
      </pc:sldChg>
      <pc:sldChg chg="add">
        <pc:chgData name="Danielle Martin" userId="04f63225-1d27-46ab-9c7c-1c8b513bed32" providerId="ADAL" clId="{BA401913-2730-4374-95EA-13230A65DF2E}" dt="2023-10-24T06:12:57.247" v="2851" actId="2890"/>
        <pc:sldMkLst>
          <pc:docMk/>
          <pc:sldMk cId="1315514421" sldId="328"/>
        </pc:sldMkLst>
      </pc:sldChg>
      <pc:sldChg chg="modSp add del mod">
        <pc:chgData name="Danielle Martin" userId="04f63225-1d27-46ab-9c7c-1c8b513bed32" providerId="ADAL" clId="{BA401913-2730-4374-95EA-13230A65DF2E}" dt="2023-10-24T06:24:50.088" v="2930" actId="27636"/>
        <pc:sldMkLst>
          <pc:docMk/>
          <pc:sldMk cId="1709231484" sldId="329"/>
        </pc:sldMkLst>
        <pc:spChg chg="mod">
          <ac:chgData name="Danielle Martin" userId="04f63225-1d27-46ab-9c7c-1c8b513bed32" providerId="ADAL" clId="{BA401913-2730-4374-95EA-13230A65DF2E}" dt="2023-10-24T06:24:50.088" v="2930" actId="27636"/>
          <ac:spMkLst>
            <pc:docMk/>
            <pc:sldMk cId="1709231484" sldId="329"/>
            <ac:spMk id="3" creationId="{394196A0-FA99-A3C3-328B-892E6276B1FE}"/>
          </ac:spMkLst>
        </pc:spChg>
      </pc:sldChg>
      <pc:sldChg chg="modSp add mod">
        <pc:chgData name="Danielle Martin" userId="04f63225-1d27-46ab-9c7c-1c8b513bed32" providerId="ADAL" clId="{BA401913-2730-4374-95EA-13230A65DF2E}" dt="2023-10-24T06:26:20.575" v="2986" actId="20577"/>
        <pc:sldMkLst>
          <pc:docMk/>
          <pc:sldMk cId="845081421" sldId="330"/>
        </pc:sldMkLst>
        <pc:spChg chg="mod">
          <ac:chgData name="Danielle Martin" userId="04f63225-1d27-46ab-9c7c-1c8b513bed32" providerId="ADAL" clId="{BA401913-2730-4374-95EA-13230A65DF2E}" dt="2023-10-24T06:26:20.575" v="2986" actId="20577"/>
          <ac:spMkLst>
            <pc:docMk/>
            <pc:sldMk cId="845081421" sldId="330"/>
            <ac:spMk id="3" creationId="{394196A0-FA99-A3C3-328B-892E6276B1FE}"/>
          </ac:spMkLst>
        </pc:spChg>
      </pc:sldChg>
      <pc:sldChg chg="add del">
        <pc:chgData name="Danielle Martin" userId="04f63225-1d27-46ab-9c7c-1c8b513bed32" providerId="ADAL" clId="{BA401913-2730-4374-95EA-13230A65DF2E}" dt="2023-10-24T06:24:40.065" v="2925"/>
        <pc:sldMkLst>
          <pc:docMk/>
          <pc:sldMk cId="3587228600" sldId="330"/>
        </pc:sldMkLst>
      </pc:sldChg>
      <pc:sldChg chg="delSp modSp add mod">
        <pc:chgData name="Danielle Martin" userId="04f63225-1d27-46ab-9c7c-1c8b513bed32" providerId="ADAL" clId="{BA401913-2730-4374-95EA-13230A65DF2E}" dt="2023-10-24T06:31:15.098" v="3096" actId="20577"/>
        <pc:sldMkLst>
          <pc:docMk/>
          <pc:sldMk cId="973002382" sldId="331"/>
        </pc:sldMkLst>
        <pc:spChg chg="mod">
          <ac:chgData name="Danielle Martin" userId="04f63225-1d27-46ab-9c7c-1c8b513bed32" providerId="ADAL" clId="{BA401913-2730-4374-95EA-13230A65DF2E}" dt="2023-10-24T06:31:15.098" v="3096" actId="20577"/>
          <ac:spMkLst>
            <pc:docMk/>
            <pc:sldMk cId="973002382" sldId="331"/>
            <ac:spMk id="2" creationId="{814FE0E2-5CF4-1DDA-30B9-17B22EE995D4}"/>
          </ac:spMkLst>
        </pc:spChg>
        <pc:spChg chg="del">
          <ac:chgData name="Danielle Martin" userId="04f63225-1d27-46ab-9c7c-1c8b513bed32" providerId="ADAL" clId="{BA401913-2730-4374-95EA-13230A65DF2E}" dt="2023-10-24T06:28:33.002" v="3003" actId="478"/>
          <ac:spMkLst>
            <pc:docMk/>
            <pc:sldMk cId="973002382" sldId="331"/>
            <ac:spMk id="3" creationId="{F5C5F3C7-B7EB-0ECF-50A3-8D7A63E98809}"/>
          </ac:spMkLst>
        </pc:spChg>
        <pc:spChg chg="mod">
          <ac:chgData name="Danielle Martin" userId="04f63225-1d27-46ab-9c7c-1c8b513bed32" providerId="ADAL" clId="{BA401913-2730-4374-95EA-13230A65DF2E}" dt="2023-10-24T06:29:01.985" v="3019" actId="113"/>
          <ac:spMkLst>
            <pc:docMk/>
            <pc:sldMk cId="973002382" sldId="331"/>
            <ac:spMk id="4" creationId="{ADE53D16-165C-0711-3AD3-2DAD250851B4}"/>
          </ac:spMkLst>
        </pc:spChg>
        <pc:spChg chg="del">
          <ac:chgData name="Danielle Martin" userId="04f63225-1d27-46ab-9c7c-1c8b513bed32" providerId="ADAL" clId="{BA401913-2730-4374-95EA-13230A65DF2E}" dt="2023-10-24T06:28:29.659" v="3002" actId="478"/>
          <ac:spMkLst>
            <pc:docMk/>
            <pc:sldMk cId="973002382" sldId="331"/>
            <ac:spMk id="9" creationId="{638B25CF-0BF9-CC89-DE0C-F7DFF8B8C2FD}"/>
          </ac:spMkLst>
        </pc:spChg>
      </pc:sldChg>
      <pc:sldChg chg="add del">
        <pc:chgData name="Danielle Martin" userId="04f63225-1d27-46ab-9c7c-1c8b513bed32" providerId="ADAL" clId="{BA401913-2730-4374-95EA-13230A65DF2E}" dt="2023-10-24T06:24:39.562" v="2924"/>
        <pc:sldMkLst>
          <pc:docMk/>
          <pc:sldMk cId="3127137641" sldId="331"/>
        </pc:sldMkLst>
      </pc:sldChg>
      <pc:sldChg chg="add del">
        <pc:chgData name="Danielle Martin" userId="04f63225-1d27-46ab-9c7c-1c8b513bed32" providerId="ADAL" clId="{BA401913-2730-4374-95EA-13230A65DF2E}" dt="2023-10-24T06:31:07.329" v="3076" actId="47"/>
        <pc:sldMkLst>
          <pc:docMk/>
          <pc:sldMk cId="3361976899" sldId="332"/>
        </pc:sldMkLst>
      </pc:sldChg>
      <pc:sldChg chg="modSp add mod">
        <pc:chgData name="Danielle Martin" userId="04f63225-1d27-46ab-9c7c-1c8b513bed32" providerId="ADAL" clId="{BA401913-2730-4374-95EA-13230A65DF2E}" dt="2023-10-24T06:32:17.600" v="3125" actId="1076"/>
        <pc:sldMkLst>
          <pc:docMk/>
          <pc:sldMk cId="1027126411" sldId="333"/>
        </pc:sldMkLst>
        <pc:spChg chg="mod">
          <ac:chgData name="Danielle Martin" userId="04f63225-1d27-46ab-9c7c-1c8b513bed32" providerId="ADAL" clId="{BA401913-2730-4374-95EA-13230A65DF2E}" dt="2023-10-24T06:32:17.600" v="3125" actId="1076"/>
          <ac:spMkLst>
            <pc:docMk/>
            <pc:sldMk cId="1027126411" sldId="333"/>
            <ac:spMk id="9" creationId="{638B25CF-0BF9-CC89-DE0C-F7DFF8B8C2FD}"/>
          </ac:spMkLst>
        </pc:spChg>
      </pc:sldChg>
      <pc:sldChg chg="modSp add mod">
        <pc:chgData name="Danielle Martin" userId="04f63225-1d27-46ab-9c7c-1c8b513bed32" providerId="ADAL" clId="{BA401913-2730-4374-95EA-13230A65DF2E}" dt="2023-10-24T06:36:10.724" v="3185" actId="255"/>
        <pc:sldMkLst>
          <pc:docMk/>
          <pc:sldMk cId="4050811289" sldId="334"/>
        </pc:sldMkLst>
        <pc:spChg chg="mod">
          <ac:chgData name="Danielle Martin" userId="04f63225-1d27-46ab-9c7c-1c8b513bed32" providerId="ADAL" clId="{BA401913-2730-4374-95EA-13230A65DF2E}" dt="2023-10-24T06:35:58.375" v="3183" actId="1076"/>
          <ac:spMkLst>
            <pc:docMk/>
            <pc:sldMk cId="4050811289" sldId="334"/>
            <ac:spMk id="3" creationId="{F5C5F3C7-B7EB-0ECF-50A3-8D7A63E98809}"/>
          </ac:spMkLst>
        </pc:spChg>
        <pc:spChg chg="mod">
          <ac:chgData name="Danielle Martin" userId="04f63225-1d27-46ab-9c7c-1c8b513bed32" providerId="ADAL" clId="{BA401913-2730-4374-95EA-13230A65DF2E}" dt="2023-10-24T06:36:10.724" v="3185" actId="255"/>
          <ac:spMkLst>
            <pc:docMk/>
            <pc:sldMk cId="4050811289" sldId="334"/>
            <ac:spMk id="9" creationId="{638B25CF-0BF9-CC89-DE0C-F7DFF8B8C2FD}"/>
          </ac:spMkLst>
        </pc:spChg>
      </pc:sldChg>
      <pc:sldChg chg="modSp add mod">
        <pc:chgData name="Danielle Martin" userId="04f63225-1d27-46ab-9c7c-1c8b513bed32" providerId="ADAL" clId="{BA401913-2730-4374-95EA-13230A65DF2E}" dt="2023-10-24T06:35:54.408" v="3182" actId="20577"/>
        <pc:sldMkLst>
          <pc:docMk/>
          <pc:sldMk cId="1796049974" sldId="335"/>
        </pc:sldMkLst>
        <pc:spChg chg="mod">
          <ac:chgData name="Danielle Martin" userId="04f63225-1d27-46ab-9c7c-1c8b513bed32" providerId="ADAL" clId="{BA401913-2730-4374-95EA-13230A65DF2E}" dt="2023-10-24T06:35:54.408" v="3182" actId="20577"/>
          <ac:spMkLst>
            <pc:docMk/>
            <pc:sldMk cId="1796049974" sldId="335"/>
            <ac:spMk id="3" creationId="{F5C5F3C7-B7EB-0ECF-50A3-8D7A63E98809}"/>
          </ac:spMkLst>
        </pc:spChg>
        <pc:spChg chg="mod">
          <ac:chgData name="Danielle Martin" userId="04f63225-1d27-46ab-9c7c-1c8b513bed32" providerId="ADAL" clId="{BA401913-2730-4374-95EA-13230A65DF2E}" dt="2023-10-24T06:35:50.710" v="3180" actId="1076"/>
          <ac:spMkLst>
            <pc:docMk/>
            <pc:sldMk cId="1796049974" sldId="335"/>
            <ac:spMk id="9" creationId="{638B25CF-0BF9-CC89-DE0C-F7DFF8B8C2FD}"/>
          </ac:spMkLst>
        </pc:spChg>
      </pc:sldChg>
      <pc:sldChg chg="delSp add del mod">
        <pc:chgData name="Danielle Martin" userId="04f63225-1d27-46ab-9c7c-1c8b513bed32" providerId="ADAL" clId="{BA401913-2730-4374-95EA-13230A65DF2E}" dt="2023-10-24T06:45:42.382" v="3377" actId="47"/>
        <pc:sldMkLst>
          <pc:docMk/>
          <pc:sldMk cId="647374790" sldId="336"/>
        </pc:sldMkLst>
        <pc:spChg chg="del">
          <ac:chgData name="Danielle Martin" userId="04f63225-1d27-46ab-9c7c-1c8b513bed32" providerId="ADAL" clId="{BA401913-2730-4374-95EA-13230A65DF2E}" dt="2023-10-24T06:38:02.066" v="3205" actId="478"/>
          <ac:spMkLst>
            <pc:docMk/>
            <pc:sldMk cId="647374790" sldId="336"/>
            <ac:spMk id="2" creationId="{814FE0E2-5CF4-1DDA-30B9-17B22EE995D4}"/>
          </ac:spMkLst>
        </pc:spChg>
        <pc:spChg chg="del">
          <ac:chgData name="Danielle Martin" userId="04f63225-1d27-46ab-9c7c-1c8b513bed32" providerId="ADAL" clId="{BA401913-2730-4374-95EA-13230A65DF2E}" dt="2023-10-24T06:37:58.252" v="3204" actId="478"/>
          <ac:spMkLst>
            <pc:docMk/>
            <pc:sldMk cId="647374790" sldId="336"/>
            <ac:spMk id="4" creationId="{0D9B9E8E-6A45-63E8-6A99-CA6300753A93}"/>
          </ac:spMkLst>
        </pc:spChg>
      </pc:sldChg>
      <pc:sldChg chg="modSp add mod ord">
        <pc:chgData name="Danielle Martin" userId="04f63225-1d27-46ab-9c7c-1c8b513bed32" providerId="ADAL" clId="{BA401913-2730-4374-95EA-13230A65DF2E}" dt="2023-10-24T06:45:18.176" v="3376" actId="14100"/>
        <pc:sldMkLst>
          <pc:docMk/>
          <pc:sldMk cId="3130166634" sldId="337"/>
        </pc:sldMkLst>
        <pc:spChg chg="mod">
          <ac:chgData name="Danielle Martin" userId="04f63225-1d27-46ab-9c7c-1c8b513bed32" providerId="ADAL" clId="{BA401913-2730-4374-95EA-13230A65DF2E}" dt="2023-10-24T06:41:24.675" v="3306" actId="1076"/>
          <ac:spMkLst>
            <pc:docMk/>
            <pc:sldMk cId="3130166634" sldId="337"/>
            <ac:spMk id="2" creationId="{034FA3DF-3BB9-0872-8286-224F44EE6675}"/>
          </ac:spMkLst>
        </pc:spChg>
        <pc:spChg chg="mod">
          <ac:chgData name="Danielle Martin" userId="04f63225-1d27-46ab-9c7c-1c8b513bed32" providerId="ADAL" clId="{BA401913-2730-4374-95EA-13230A65DF2E}" dt="2023-10-24T06:44:41.355" v="3368" actId="14100"/>
          <ac:spMkLst>
            <pc:docMk/>
            <pc:sldMk cId="3130166634" sldId="337"/>
            <ac:spMk id="3" creationId="{394196A0-FA99-A3C3-328B-892E6276B1FE}"/>
          </ac:spMkLst>
        </pc:spChg>
        <pc:spChg chg="mod">
          <ac:chgData name="Danielle Martin" userId="04f63225-1d27-46ab-9c7c-1c8b513bed32" providerId="ADAL" clId="{BA401913-2730-4374-95EA-13230A65DF2E}" dt="2023-10-24T06:45:18.176" v="3376" actId="14100"/>
          <ac:spMkLst>
            <pc:docMk/>
            <pc:sldMk cId="3130166634" sldId="337"/>
            <ac:spMk id="5" creationId="{1A57B21F-5272-A847-FEFF-61A54797E6D0}"/>
          </ac:spMkLst>
        </pc:spChg>
        <pc:cxnChg chg="mod">
          <ac:chgData name="Danielle Martin" userId="04f63225-1d27-46ab-9c7c-1c8b513bed32" providerId="ADAL" clId="{BA401913-2730-4374-95EA-13230A65DF2E}" dt="2023-10-24T06:45:14.319" v="3375" actId="1076"/>
          <ac:cxnSpMkLst>
            <pc:docMk/>
            <pc:sldMk cId="3130166634" sldId="337"/>
            <ac:cxnSpMk id="7" creationId="{AC670BA0-4846-4DF7-CE96-E3426883ECFC}"/>
          </ac:cxnSpMkLst>
        </pc:cxnChg>
      </pc:sldChg>
      <pc:sldChg chg="modSp add mod">
        <pc:chgData name="Danielle Martin" userId="04f63225-1d27-46ab-9c7c-1c8b513bed32" providerId="ADAL" clId="{BA401913-2730-4374-95EA-13230A65DF2E}" dt="2023-10-24T06:49:17.686" v="3430" actId="108"/>
        <pc:sldMkLst>
          <pc:docMk/>
          <pc:sldMk cId="3300055440" sldId="338"/>
        </pc:sldMkLst>
        <pc:spChg chg="mod">
          <ac:chgData name="Danielle Martin" userId="04f63225-1d27-46ab-9c7c-1c8b513bed32" providerId="ADAL" clId="{BA401913-2730-4374-95EA-13230A65DF2E}" dt="2023-10-24T06:48:41.456" v="3422" actId="1076"/>
          <ac:spMkLst>
            <pc:docMk/>
            <pc:sldMk cId="3300055440" sldId="338"/>
            <ac:spMk id="2" creationId="{034FA3DF-3BB9-0872-8286-224F44EE6675}"/>
          </ac:spMkLst>
        </pc:spChg>
        <pc:spChg chg="mod">
          <ac:chgData name="Danielle Martin" userId="04f63225-1d27-46ab-9c7c-1c8b513bed32" providerId="ADAL" clId="{BA401913-2730-4374-95EA-13230A65DF2E}" dt="2023-10-24T06:49:17.686" v="3430" actId="108"/>
          <ac:spMkLst>
            <pc:docMk/>
            <pc:sldMk cId="3300055440" sldId="338"/>
            <ac:spMk id="3" creationId="{394196A0-FA99-A3C3-328B-892E6276B1FE}"/>
          </ac:spMkLst>
        </pc:spChg>
        <pc:spChg chg="mod">
          <ac:chgData name="Danielle Martin" userId="04f63225-1d27-46ab-9c7c-1c8b513bed32" providerId="ADAL" clId="{BA401913-2730-4374-95EA-13230A65DF2E}" dt="2023-10-24T06:48:56.264" v="3427" actId="255"/>
          <ac:spMkLst>
            <pc:docMk/>
            <pc:sldMk cId="3300055440" sldId="338"/>
            <ac:spMk id="5" creationId="{1A57B21F-5272-A847-FEFF-61A54797E6D0}"/>
          </ac:spMkLst>
        </pc:spChg>
      </pc:sldChg>
      <pc:sldChg chg="modSp add mod ord">
        <pc:chgData name="Danielle Martin" userId="04f63225-1d27-46ab-9c7c-1c8b513bed32" providerId="ADAL" clId="{BA401913-2730-4374-95EA-13230A65DF2E}" dt="2023-10-24T06:52:53.421" v="3519" actId="1076"/>
        <pc:sldMkLst>
          <pc:docMk/>
          <pc:sldMk cId="1864478804" sldId="339"/>
        </pc:sldMkLst>
        <pc:spChg chg="mod">
          <ac:chgData name="Danielle Martin" userId="04f63225-1d27-46ab-9c7c-1c8b513bed32" providerId="ADAL" clId="{BA401913-2730-4374-95EA-13230A65DF2E}" dt="2023-10-24T06:50:54.042" v="3485" actId="20577"/>
          <ac:spMkLst>
            <pc:docMk/>
            <pc:sldMk cId="1864478804" sldId="339"/>
            <ac:spMk id="2" creationId="{034FA3DF-3BB9-0872-8286-224F44EE6675}"/>
          </ac:spMkLst>
        </pc:spChg>
        <pc:spChg chg="mod">
          <ac:chgData name="Danielle Martin" userId="04f63225-1d27-46ab-9c7c-1c8b513bed32" providerId="ADAL" clId="{BA401913-2730-4374-95EA-13230A65DF2E}" dt="2023-10-24T06:52:53.421" v="3519" actId="1076"/>
          <ac:spMkLst>
            <pc:docMk/>
            <pc:sldMk cId="1864478804" sldId="339"/>
            <ac:spMk id="3" creationId="{394196A0-FA99-A3C3-328B-892E6276B1FE}"/>
          </ac:spMkLst>
        </pc:spChg>
        <pc:spChg chg="mod">
          <ac:chgData name="Danielle Martin" userId="04f63225-1d27-46ab-9c7c-1c8b513bed32" providerId="ADAL" clId="{BA401913-2730-4374-95EA-13230A65DF2E}" dt="2023-10-24T06:52:42.818" v="3517" actId="255"/>
          <ac:spMkLst>
            <pc:docMk/>
            <pc:sldMk cId="1864478804" sldId="339"/>
            <ac:spMk id="5" creationId="{1A57B21F-5272-A847-FEFF-61A54797E6D0}"/>
          </ac:spMkLst>
        </pc:spChg>
        <pc:cxnChg chg="mod">
          <ac:chgData name="Danielle Martin" userId="04f63225-1d27-46ab-9c7c-1c8b513bed32" providerId="ADAL" clId="{BA401913-2730-4374-95EA-13230A65DF2E}" dt="2023-10-24T06:52:47.842" v="3518" actId="1076"/>
          <ac:cxnSpMkLst>
            <pc:docMk/>
            <pc:sldMk cId="1864478804" sldId="339"/>
            <ac:cxnSpMk id="7" creationId="{AC670BA0-4846-4DF7-CE96-E3426883ECFC}"/>
          </ac:cxnSpMkLst>
        </pc:cxnChg>
      </pc:sldChg>
      <pc:sldChg chg="add del">
        <pc:chgData name="Danielle Martin" userId="04f63225-1d27-46ab-9c7c-1c8b513bed32" providerId="ADAL" clId="{BA401913-2730-4374-95EA-13230A65DF2E}" dt="2023-10-24T07:35:44.994" v="3791" actId="47"/>
        <pc:sldMkLst>
          <pc:docMk/>
          <pc:sldMk cId="2633872226" sldId="340"/>
        </pc:sldMkLst>
      </pc:sldChg>
      <pc:sldChg chg="modSp add mod ord">
        <pc:chgData name="Danielle Martin" userId="04f63225-1d27-46ab-9c7c-1c8b513bed32" providerId="ADAL" clId="{BA401913-2730-4374-95EA-13230A65DF2E}" dt="2023-10-24T07:35:26.974" v="3790" actId="20577"/>
        <pc:sldMkLst>
          <pc:docMk/>
          <pc:sldMk cId="1601385512" sldId="341"/>
        </pc:sldMkLst>
        <pc:spChg chg="mod">
          <ac:chgData name="Danielle Martin" userId="04f63225-1d27-46ab-9c7c-1c8b513bed32" providerId="ADAL" clId="{BA401913-2730-4374-95EA-13230A65DF2E}" dt="2023-10-24T07:25:25.654" v="3563" actId="6549"/>
          <ac:spMkLst>
            <pc:docMk/>
            <pc:sldMk cId="1601385512" sldId="341"/>
            <ac:spMk id="2" creationId="{034FA3DF-3BB9-0872-8286-224F44EE6675}"/>
          </ac:spMkLst>
        </pc:spChg>
        <pc:spChg chg="mod">
          <ac:chgData name="Danielle Martin" userId="04f63225-1d27-46ab-9c7c-1c8b513bed32" providerId="ADAL" clId="{BA401913-2730-4374-95EA-13230A65DF2E}" dt="2023-10-24T07:35:25.618" v="3789" actId="20577"/>
          <ac:spMkLst>
            <pc:docMk/>
            <pc:sldMk cId="1601385512" sldId="341"/>
            <ac:spMk id="3" creationId="{394196A0-FA99-A3C3-328B-892E6276B1FE}"/>
          </ac:spMkLst>
        </pc:spChg>
        <pc:spChg chg="mod">
          <ac:chgData name="Danielle Martin" userId="04f63225-1d27-46ab-9c7c-1c8b513bed32" providerId="ADAL" clId="{BA401913-2730-4374-95EA-13230A65DF2E}" dt="2023-10-24T07:35:26.974" v="3790" actId="20577"/>
          <ac:spMkLst>
            <pc:docMk/>
            <pc:sldMk cId="1601385512" sldId="341"/>
            <ac:spMk id="5" creationId="{1A57B21F-5272-A847-FEFF-61A54797E6D0}"/>
          </ac:spMkLst>
        </pc:spChg>
      </pc:sldChg>
      <pc:sldChg chg="modSp add mod">
        <pc:chgData name="Danielle Martin" userId="04f63225-1d27-46ab-9c7c-1c8b513bed32" providerId="ADAL" clId="{BA401913-2730-4374-95EA-13230A65DF2E}" dt="2023-10-24T07:37:59.636" v="3858" actId="20577"/>
        <pc:sldMkLst>
          <pc:docMk/>
          <pc:sldMk cId="2761426742" sldId="342"/>
        </pc:sldMkLst>
        <pc:spChg chg="mod">
          <ac:chgData name="Danielle Martin" userId="04f63225-1d27-46ab-9c7c-1c8b513bed32" providerId="ADAL" clId="{BA401913-2730-4374-95EA-13230A65DF2E}" dt="2023-10-24T07:28:35.561" v="3619" actId="20577"/>
          <ac:spMkLst>
            <pc:docMk/>
            <pc:sldMk cId="2761426742" sldId="342"/>
            <ac:spMk id="2" creationId="{034FA3DF-3BB9-0872-8286-224F44EE6675}"/>
          </ac:spMkLst>
        </pc:spChg>
        <pc:spChg chg="mod">
          <ac:chgData name="Danielle Martin" userId="04f63225-1d27-46ab-9c7c-1c8b513bed32" providerId="ADAL" clId="{BA401913-2730-4374-95EA-13230A65DF2E}" dt="2023-10-24T07:37:59.636" v="3858" actId="20577"/>
          <ac:spMkLst>
            <pc:docMk/>
            <pc:sldMk cId="2761426742" sldId="342"/>
            <ac:spMk id="3" creationId="{394196A0-FA99-A3C3-328B-892E6276B1FE}"/>
          </ac:spMkLst>
        </pc:spChg>
        <pc:spChg chg="mod">
          <ac:chgData name="Danielle Martin" userId="04f63225-1d27-46ab-9c7c-1c8b513bed32" providerId="ADAL" clId="{BA401913-2730-4374-95EA-13230A65DF2E}" dt="2023-10-24T07:37:36.229" v="3853" actId="20577"/>
          <ac:spMkLst>
            <pc:docMk/>
            <pc:sldMk cId="2761426742" sldId="342"/>
            <ac:spMk id="5" creationId="{1A57B21F-5272-A847-FEFF-61A54797E6D0}"/>
          </ac:spMkLst>
        </pc:spChg>
      </pc:sldChg>
      <pc:sldChg chg="modSp add del mod">
        <pc:chgData name="Danielle Martin" userId="04f63225-1d27-46ab-9c7c-1c8b513bed32" providerId="ADAL" clId="{BA401913-2730-4374-95EA-13230A65DF2E}" dt="2023-10-24T07:33:55.052" v="3761" actId="47"/>
        <pc:sldMkLst>
          <pc:docMk/>
          <pc:sldMk cId="3149805498" sldId="343"/>
        </pc:sldMkLst>
        <pc:spChg chg="mod">
          <ac:chgData name="Danielle Martin" userId="04f63225-1d27-46ab-9c7c-1c8b513bed32" providerId="ADAL" clId="{BA401913-2730-4374-95EA-13230A65DF2E}" dt="2023-10-24T07:31:17.392" v="3670" actId="20577"/>
          <ac:spMkLst>
            <pc:docMk/>
            <pc:sldMk cId="3149805498" sldId="343"/>
            <ac:spMk id="2" creationId="{034FA3DF-3BB9-0872-8286-224F44EE6675}"/>
          </ac:spMkLst>
        </pc:spChg>
      </pc:sldChg>
      <pc:sldChg chg="modSp add mod">
        <pc:chgData name="Danielle Martin" userId="04f63225-1d27-46ab-9c7c-1c8b513bed32" providerId="ADAL" clId="{BA401913-2730-4374-95EA-13230A65DF2E}" dt="2023-10-24T07:34:35.845" v="3782" actId="1076"/>
        <pc:sldMkLst>
          <pc:docMk/>
          <pc:sldMk cId="1809630443" sldId="344"/>
        </pc:sldMkLst>
        <pc:spChg chg="mod">
          <ac:chgData name="Danielle Martin" userId="04f63225-1d27-46ab-9c7c-1c8b513bed32" providerId="ADAL" clId="{BA401913-2730-4374-95EA-13230A65DF2E}" dt="2023-10-24T07:33:59.870" v="3771" actId="20577"/>
          <ac:spMkLst>
            <pc:docMk/>
            <pc:sldMk cId="1809630443" sldId="344"/>
            <ac:spMk id="2" creationId="{034FA3DF-3BB9-0872-8286-224F44EE6675}"/>
          </ac:spMkLst>
        </pc:spChg>
        <pc:spChg chg="mod">
          <ac:chgData name="Danielle Martin" userId="04f63225-1d27-46ab-9c7c-1c8b513bed32" providerId="ADAL" clId="{BA401913-2730-4374-95EA-13230A65DF2E}" dt="2023-10-24T07:34:18.384" v="3777" actId="20577"/>
          <ac:spMkLst>
            <pc:docMk/>
            <pc:sldMk cId="1809630443" sldId="344"/>
            <ac:spMk id="3" creationId="{394196A0-FA99-A3C3-328B-892E6276B1FE}"/>
          </ac:spMkLst>
        </pc:spChg>
        <pc:spChg chg="mod">
          <ac:chgData name="Danielle Martin" userId="04f63225-1d27-46ab-9c7c-1c8b513bed32" providerId="ADAL" clId="{BA401913-2730-4374-95EA-13230A65DF2E}" dt="2023-10-24T07:34:35.845" v="3782" actId="1076"/>
          <ac:spMkLst>
            <pc:docMk/>
            <pc:sldMk cId="1809630443" sldId="344"/>
            <ac:spMk id="5" creationId="{1A57B21F-5272-A847-FEFF-61A54797E6D0}"/>
          </ac:spMkLst>
        </pc:spChg>
      </pc:sldChg>
      <pc:sldChg chg="modSp add mod">
        <pc:chgData name="Danielle Martin" userId="04f63225-1d27-46ab-9c7c-1c8b513bed32" providerId="ADAL" clId="{BA401913-2730-4374-95EA-13230A65DF2E}" dt="2023-10-24T07:41:23.108" v="3928" actId="20577"/>
        <pc:sldMkLst>
          <pc:docMk/>
          <pc:sldMk cId="1665580305" sldId="345"/>
        </pc:sldMkLst>
        <pc:spChg chg="mod">
          <ac:chgData name="Danielle Martin" userId="04f63225-1d27-46ab-9c7c-1c8b513bed32" providerId="ADAL" clId="{BA401913-2730-4374-95EA-13230A65DF2E}" dt="2023-10-24T07:39:02.595" v="3881" actId="20577"/>
          <ac:spMkLst>
            <pc:docMk/>
            <pc:sldMk cId="1665580305" sldId="345"/>
            <ac:spMk id="2" creationId="{034FA3DF-3BB9-0872-8286-224F44EE6675}"/>
          </ac:spMkLst>
        </pc:spChg>
        <pc:spChg chg="mod">
          <ac:chgData name="Danielle Martin" userId="04f63225-1d27-46ab-9c7c-1c8b513bed32" providerId="ADAL" clId="{BA401913-2730-4374-95EA-13230A65DF2E}" dt="2023-10-24T07:41:13.292" v="3926" actId="1076"/>
          <ac:spMkLst>
            <pc:docMk/>
            <pc:sldMk cId="1665580305" sldId="345"/>
            <ac:spMk id="3" creationId="{394196A0-FA99-A3C3-328B-892E6276B1FE}"/>
          </ac:spMkLst>
        </pc:spChg>
        <pc:spChg chg="mod">
          <ac:chgData name="Danielle Martin" userId="04f63225-1d27-46ab-9c7c-1c8b513bed32" providerId="ADAL" clId="{BA401913-2730-4374-95EA-13230A65DF2E}" dt="2023-10-24T07:41:23.108" v="3928" actId="20577"/>
          <ac:spMkLst>
            <pc:docMk/>
            <pc:sldMk cId="1665580305" sldId="345"/>
            <ac:spMk id="5" creationId="{1A57B21F-5272-A847-FEFF-61A54797E6D0}"/>
          </ac:spMkLst>
        </pc:spChg>
        <pc:cxnChg chg="mod">
          <ac:chgData name="Danielle Martin" userId="04f63225-1d27-46ab-9c7c-1c8b513bed32" providerId="ADAL" clId="{BA401913-2730-4374-95EA-13230A65DF2E}" dt="2023-10-24T07:41:08.976" v="3925" actId="1076"/>
          <ac:cxnSpMkLst>
            <pc:docMk/>
            <pc:sldMk cId="1665580305" sldId="345"/>
            <ac:cxnSpMk id="7" creationId="{AC670BA0-4846-4DF7-CE96-E3426883ECFC}"/>
          </ac:cxnSpMkLst>
        </pc:cxnChg>
      </pc:sldChg>
    </pc:docChg>
  </pc:docChgLst>
  <pc:docChgLst>
    <pc:chgData name="Danielle Martin" userId="04f63225-1d27-46ab-9c7c-1c8b513bed32" providerId="ADAL" clId="{C38873E8-E117-42A6-8134-C1F08C153A91}"/>
    <pc:docChg chg="undo custSel delSld modSld">
      <pc:chgData name="Danielle Martin" userId="04f63225-1d27-46ab-9c7c-1c8b513bed32" providerId="ADAL" clId="{C38873E8-E117-42A6-8134-C1F08C153A91}" dt="2024-03-20T14:21:49.047" v="175" actId="47"/>
      <pc:docMkLst>
        <pc:docMk/>
      </pc:docMkLst>
      <pc:sldChg chg="modSp mod">
        <pc:chgData name="Danielle Martin" userId="04f63225-1d27-46ab-9c7c-1c8b513bed32" providerId="ADAL" clId="{C38873E8-E117-42A6-8134-C1F08C153A91}" dt="2024-02-04T03:30:24.916" v="3" actId="20577"/>
        <pc:sldMkLst>
          <pc:docMk/>
          <pc:sldMk cId="980621301" sldId="273"/>
        </pc:sldMkLst>
        <pc:spChg chg="mod">
          <ac:chgData name="Danielle Martin" userId="04f63225-1d27-46ab-9c7c-1c8b513bed32" providerId="ADAL" clId="{C38873E8-E117-42A6-8134-C1F08C153A91}" dt="2024-02-04T03:30:24.916" v="3" actId="20577"/>
          <ac:spMkLst>
            <pc:docMk/>
            <pc:sldMk cId="980621301" sldId="273"/>
            <ac:spMk id="3" creationId="{394196A0-FA99-A3C3-328B-892E6276B1FE}"/>
          </ac:spMkLst>
        </pc:spChg>
        <pc:spChg chg="mod">
          <ac:chgData name="Danielle Martin" userId="04f63225-1d27-46ab-9c7c-1c8b513bed32" providerId="ADAL" clId="{C38873E8-E117-42A6-8134-C1F08C153A91}" dt="2024-02-04T03:30:15.892" v="2" actId="20577"/>
          <ac:spMkLst>
            <pc:docMk/>
            <pc:sldMk cId="980621301" sldId="273"/>
            <ac:spMk id="6" creationId="{7EA4FA01-EB19-2125-AF57-B0C89291E031}"/>
          </ac:spMkLst>
        </pc:spChg>
      </pc:sldChg>
      <pc:sldChg chg="del">
        <pc:chgData name="Danielle Martin" userId="04f63225-1d27-46ab-9c7c-1c8b513bed32" providerId="ADAL" clId="{C38873E8-E117-42A6-8134-C1F08C153A91}" dt="2024-03-20T14:21:49.047" v="175" actId="47"/>
        <pc:sldMkLst>
          <pc:docMk/>
          <pc:sldMk cId="4188313078" sldId="305"/>
        </pc:sldMkLst>
      </pc:sldChg>
      <pc:sldChg chg="modSp mod">
        <pc:chgData name="Danielle Martin" userId="04f63225-1d27-46ab-9c7c-1c8b513bed32" providerId="ADAL" clId="{C38873E8-E117-42A6-8134-C1F08C153A91}" dt="2024-02-04T03:39:13.820" v="136" actId="403"/>
        <pc:sldMkLst>
          <pc:docMk/>
          <pc:sldMk cId="1315514421" sldId="328"/>
        </pc:sldMkLst>
        <pc:spChg chg="mod">
          <ac:chgData name="Danielle Martin" userId="04f63225-1d27-46ab-9c7c-1c8b513bed32" providerId="ADAL" clId="{C38873E8-E117-42A6-8134-C1F08C153A91}" dt="2024-02-04T03:39:13.820" v="136" actId="403"/>
          <ac:spMkLst>
            <pc:docMk/>
            <pc:sldMk cId="1315514421" sldId="328"/>
            <ac:spMk id="5" creationId="{1A57B21F-5272-A847-FEFF-61A54797E6D0}"/>
          </ac:spMkLst>
        </pc:spChg>
      </pc:sldChg>
      <pc:sldChg chg="modSp mod">
        <pc:chgData name="Danielle Martin" userId="04f63225-1d27-46ab-9c7c-1c8b513bed32" providerId="ADAL" clId="{C38873E8-E117-42A6-8134-C1F08C153A91}" dt="2024-02-04T03:40:48.722" v="154" actId="20577"/>
        <pc:sldMkLst>
          <pc:docMk/>
          <pc:sldMk cId="3072806496" sldId="363"/>
        </pc:sldMkLst>
        <pc:spChg chg="mod">
          <ac:chgData name="Danielle Martin" userId="04f63225-1d27-46ab-9c7c-1c8b513bed32" providerId="ADAL" clId="{C38873E8-E117-42A6-8134-C1F08C153A91}" dt="2024-02-04T03:40:48.722" v="154" actId="20577"/>
          <ac:spMkLst>
            <pc:docMk/>
            <pc:sldMk cId="3072806496" sldId="363"/>
            <ac:spMk id="3" creationId="{394196A0-FA99-A3C3-328B-892E6276B1FE}"/>
          </ac:spMkLst>
        </pc:spChg>
      </pc:sldChg>
      <pc:sldChg chg="modSp mod">
        <pc:chgData name="Danielle Martin" userId="04f63225-1d27-46ab-9c7c-1c8b513bed32" providerId="ADAL" clId="{C38873E8-E117-42A6-8134-C1F08C153A91}" dt="2024-02-04T03:41:58.891" v="174" actId="20577"/>
        <pc:sldMkLst>
          <pc:docMk/>
          <pc:sldMk cId="2225317724" sldId="364"/>
        </pc:sldMkLst>
        <pc:spChg chg="mod">
          <ac:chgData name="Danielle Martin" userId="04f63225-1d27-46ab-9c7c-1c8b513bed32" providerId="ADAL" clId="{C38873E8-E117-42A6-8134-C1F08C153A91}" dt="2024-02-04T03:41:58.891" v="174" actId="20577"/>
          <ac:spMkLst>
            <pc:docMk/>
            <pc:sldMk cId="2225317724" sldId="364"/>
            <ac:spMk id="3" creationId="{394196A0-FA99-A3C3-328B-892E6276B1FE}"/>
          </ac:spMkLst>
        </pc:spChg>
      </pc:sldChg>
      <pc:sldChg chg="modSp mod">
        <pc:chgData name="Danielle Martin" userId="04f63225-1d27-46ab-9c7c-1c8b513bed32" providerId="ADAL" clId="{C38873E8-E117-42A6-8134-C1F08C153A91}" dt="2024-02-04T03:34:25.164" v="6" actId="1076"/>
        <pc:sldMkLst>
          <pc:docMk/>
          <pc:sldMk cId="811660420" sldId="379"/>
        </pc:sldMkLst>
        <pc:spChg chg="mod">
          <ac:chgData name="Danielle Martin" userId="04f63225-1d27-46ab-9c7c-1c8b513bed32" providerId="ADAL" clId="{C38873E8-E117-42A6-8134-C1F08C153A91}" dt="2024-02-04T03:34:25.164" v="6" actId="1076"/>
          <ac:spMkLst>
            <pc:docMk/>
            <pc:sldMk cId="811660420" sldId="379"/>
            <ac:spMk id="5" creationId="{FCFE9934-8379-8533-2AEE-793D3F8E3992}"/>
          </ac:spMkLst>
        </pc:spChg>
      </pc:sldChg>
      <pc:sldChg chg="modSp mod">
        <pc:chgData name="Danielle Martin" userId="04f63225-1d27-46ab-9c7c-1c8b513bed32" providerId="ADAL" clId="{C38873E8-E117-42A6-8134-C1F08C153A91}" dt="2024-02-04T03:34:36.151" v="7"/>
        <pc:sldMkLst>
          <pc:docMk/>
          <pc:sldMk cId="40085862" sldId="380"/>
        </pc:sldMkLst>
        <pc:spChg chg="mod">
          <ac:chgData name="Danielle Martin" userId="04f63225-1d27-46ab-9c7c-1c8b513bed32" providerId="ADAL" clId="{C38873E8-E117-42A6-8134-C1F08C153A91}" dt="2024-02-04T03:34:36.151" v="7"/>
          <ac:spMkLst>
            <pc:docMk/>
            <pc:sldMk cId="40085862" sldId="380"/>
            <ac:spMk id="5" creationId="{56601609-B35A-75EE-F48B-94D8A71B5010}"/>
          </ac:spMkLst>
        </pc:spChg>
      </pc:sldChg>
      <pc:sldChg chg="modSp mod">
        <pc:chgData name="Danielle Martin" userId="04f63225-1d27-46ab-9c7c-1c8b513bed32" providerId="ADAL" clId="{C38873E8-E117-42A6-8134-C1F08C153A91}" dt="2024-02-04T03:36:27.300" v="9" actId="20577"/>
        <pc:sldMkLst>
          <pc:docMk/>
          <pc:sldMk cId="3751959105" sldId="384"/>
        </pc:sldMkLst>
        <pc:spChg chg="mod">
          <ac:chgData name="Danielle Martin" userId="04f63225-1d27-46ab-9c7c-1c8b513bed32" providerId="ADAL" clId="{C38873E8-E117-42A6-8134-C1F08C153A91}" dt="2024-02-04T03:36:27.300" v="9" actId="20577"/>
          <ac:spMkLst>
            <pc:docMk/>
            <pc:sldMk cId="3751959105" sldId="384"/>
            <ac:spMk id="3" creationId="{394196A0-FA99-A3C3-328B-892E6276B1FE}"/>
          </ac:spMkLst>
        </pc:spChg>
      </pc:sldChg>
      <pc:sldChg chg="modSp mod">
        <pc:chgData name="Danielle Martin" userId="04f63225-1d27-46ab-9c7c-1c8b513bed32" providerId="ADAL" clId="{C38873E8-E117-42A6-8134-C1F08C153A91}" dt="2024-02-04T03:37:01.769" v="132" actId="20577"/>
        <pc:sldMkLst>
          <pc:docMk/>
          <pc:sldMk cId="4215446013" sldId="385"/>
        </pc:sldMkLst>
        <pc:spChg chg="mod">
          <ac:chgData name="Danielle Martin" userId="04f63225-1d27-46ab-9c7c-1c8b513bed32" providerId="ADAL" clId="{C38873E8-E117-42A6-8134-C1F08C153A91}" dt="2024-02-04T03:37:01.769" v="132" actId="20577"/>
          <ac:spMkLst>
            <pc:docMk/>
            <pc:sldMk cId="4215446013" sldId="385"/>
            <ac:spMk id="3" creationId="{394196A0-FA99-A3C3-328B-892E6276B1FE}"/>
          </ac:spMkLst>
        </pc:spChg>
      </pc:sldChg>
    </pc:docChg>
  </pc:docChgLst>
  <pc:docChgLst>
    <pc:chgData name="Danielle Martin" userId="04f63225-1d27-46ab-9c7c-1c8b513bed32" providerId="ADAL" clId="{29B8EAB1-7794-4034-AE6C-B3818B3EFB5A}"/>
    <pc:docChg chg="undo redo custSel addSld delSld modSld sldOrd">
      <pc:chgData name="Danielle Martin" userId="04f63225-1d27-46ab-9c7c-1c8b513bed32" providerId="ADAL" clId="{29B8EAB1-7794-4034-AE6C-B3818B3EFB5A}" dt="2024-04-03T17:25:17.949" v="1281" actId="1076"/>
      <pc:docMkLst>
        <pc:docMk/>
      </pc:docMkLst>
      <pc:sldChg chg="modSp mod">
        <pc:chgData name="Danielle Martin" userId="04f63225-1d27-46ab-9c7c-1c8b513bed32" providerId="ADAL" clId="{29B8EAB1-7794-4034-AE6C-B3818B3EFB5A}" dt="2024-03-20T14:24:11.682" v="16" actId="20577"/>
        <pc:sldMkLst>
          <pc:docMk/>
          <pc:sldMk cId="2205003747" sldId="256"/>
        </pc:sldMkLst>
        <pc:spChg chg="mod">
          <ac:chgData name="Danielle Martin" userId="04f63225-1d27-46ab-9c7c-1c8b513bed32" providerId="ADAL" clId="{29B8EAB1-7794-4034-AE6C-B3818B3EFB5A}" dt="2024-03-20T14:24:11.682" v="16" actId="20577"/>
          <ac:spMkLst>
            <pc:docMk/>
            <pc:sldMk cId="2205003747" sldId="256"/>
            <ac:spMk id="3" creationId="{413FDD54-E535-6863-B0E7-19B2D292B06F}"/>
          </ac:spMkLst>
        </pc:spChg>
      </pc:sldChg>
      <pc:sldChg chg="delSp modSp mod">
        <pc:chgData name="Danielle Martin" userId="04f63225-1d27-46ab-9c7c-1c8b513bed32" providerId="ADAL" clId="{29B8EAB1-7794-4034-AE6C-B3818B3EFB5A}" dt="2024-03-20T16:40:49.671" v="888" actId="403"/>
        <pc:sldMkLst>
          <pc:docMk/>
          <pc:sldMk cId="895368897" sldId="267"/>
        </pc:sldMkLst>
        <pc:spChg chg="mod">
          <ac:chgData name="Danielle Martin" userId="04f63225-1d27-46ab-9c7c-1c8b513bed32" providerId="ADAL" clId="{29B8EAB1-7794-4034-AE6C-B3818B3EFB5A}" dt="2024-03-20T16:40:49.671" v="888" actId="403"/>
          <ac:spMkLst>
            <pc:docMk/>
            <pc:sldMk cId="895368897" sldId="267"/>
            <ac:spMk id="3" creationId="{394196A0-FA99-A3C3-328B-892E6276B1FE}"/>
          </ac:spMkLst>
        </pc:spChg>
        <pc:spChg chg="del">
          <ac:chgData name="Danielle Martin" userId="04f63225-1d27-46ab-9c7c-1c8b513bed32" providerId="ADAL" clId="{29B8EAB1-7794-4034-AE6C-B3818B3EFB5A}" dt="2024-03-20T16:40:37.951" v="882" actId="478"/>
          <ac:spMkLst>
            <pc:docMk/>
            <pc:sldMk cId="895368897" sldId="267"/>
            <ac:spMk id="5" creationId="{1A57B21F-5272-A847-FEFF-61A54797E6D0}"/>
          </ac:spMkLst>
        </pc:spChg>
        <pc:cxnChg chg="del">
          <ac:chgData name="Danielle Martin" userId="04f63225-1d27-46ab-9c7c-1c8b513bed32" providerId="ADAL" clId="{29B8EAB1-7794-4034-AE6C-B3818B3EFB5A}" dt="2024-03-20T16:40:39.418" v="883" actId="478"/>
          <ac:cxnSpMkLst>
            <pc:docMk/>
            <pc:sldMk cId="895368897" sldId="267"/>
            <ac:cxnSpMk id="7" creationId="{AC670BA0-4846-4DF7-CE96-E3426883ECFC}"/>
          </ac:cxnSpMkLst>
        </pc:cxnChg>
      </pc:sldChg>
      <pc:sldChg chg="modSp mod">
        <pc:chgData name="Danielle Martin" userId="04f63225-1d27-46ab-9c7c-1c8b513bed32" providerId="ADAL" clId="{29B8EAB1-7794-4034-AE6C-B3818B3EFB5A}" dt="2024-03-20T14:32:41.455" v="140" actId="1076"/>
        <pc:sldMkLst>
          <pc:docMk/>
          <pc:sldMk cId="4265997093" sldId="268"/>
        </pc:sldMkLst>
        <pc:spChg chg="mod">
          <ac:chgData name="Danielle Martin" userId="04f63225-1d27-46ab-9c7c-1c8b513bed32" providerId="ADAL" clId="{29B8EAB1-7794-4034-AE6C-B3818B3EFB5A}" dt="2024-03-20T14:32:38.917" v="139" actId="1076"/>
          <ac:spMkLst>
            <pc:docMk/>
            <pc:sldMk cId="4265997093" sldId="268"/>
            <ac:spMk id="3" creationId="{394196A0-FA99-A3C3-328B-892E6276B1FE}"/>
          </ac:spMkLst>
        </pc:spChg>
        <pc:spChg chg="mod">
          <ac:chgData name="Danielle Martin" userId="04f63225-1d27-46ab-9c7c-1c8b513bed32" providerId="ADAL" clId="{29B8EAB1-7794-4034-AE6C-B3818B3EFB5A}" dt="2024-03-20T14:32:41.455" v="140" actId="1076"/>
          <ac:spMkLst>
            <pc:docMk/>
            <pc:sldMk cId="4265997093" sldId="268"/>
            <ac:spMk id="4" creationId="{E87258DB-518F-C003-9AC2-7B79C1E6FF6A}"/>
          </ac:spMkLst>
        </pc:spChg>
        <pc:spChg chg="mod">
          <ac:chgData name="Danielle Martin" userId="04f63225-1d27-46ab-9c7c-1c8b513bed32" providerId="ADAL" clId="{29B8EAB1-7794-4034-AE6C-B3818B3EFB5A}" dt="2024-03-20T14:25:13.984" v="17" actId="20577"/>
          <ac:spMkLst>
            <pc:docMk/>
            <pc:sldMk cId="4265997093" sldId="268"/>
            <ac:spMk id="6" creationId="{B53BD88A-80CA-6422-920C-FC04464D7EC6}"/>
          </ac:spMkLst>
        </pc:spChg>
      </pc:sldChg>
      <pc:sldChg chg="del">
        <pc:chgData name="Danielle Martin" userId="04f63225-1d27-46ab-9c7c-1c8b513bed32" providerId="ADAL" clId="{29B8EAB1-7794-4034-AE6C-B3818B3EFB5A}" dt="2024-03-20T16:42:40.455" v="926" actId="47"/>
        <pc:sldMkLst>
          <pc:docMk/>
          <pc:sldMk cId="1124102567" sldId="269"/>
        </pc:sldMkLst>
      </pc:sldChg>
      <pc:sldChg chg="modSp mod">
        <pc:chgData name="Danielle Martin" userId="04f63225-1d27-46ab-9c7c-1c8b513bed32" providerId="ADAL" clId="{29B8EAB1-7794-4034-AE6C-B3818B3EFB5A}" dt="2024-03-20T14:50:09.534" v="299" actId="20577"/>
        <pc:sldMkLst>
          <pc:docMk/>
          <pc:sldMk cId="980621301" sldId="273"/>
        </pc:sldMkLst>
        <pc:spChg chg="mod">
          <ac:chgData name="Danielle Martin" userId="04f63225-1d27-46ab-9c7c-1c8b513bed32" providerId="ADAL" clId="{29B8EAB1-7794-4034-AE6C-B3818B3EFB5A}" dt="2024-03-20T14:50:09.534" v="299" actId="20577"/>
          <ac:spMkLst>
            <pc:docMk/>
            <pc:sldMk cId="980621301" sldId="273"/>
            <ac:spMk id="3" creationId="{394196A0-FA99-A3C3-328B-892E6276B1FE}"/>
          </ac:spMkLst>
        </pc:spChg>
      </pc:sldChg>
      <pc:sldChg chg="modSp mod">
        <pc:chgData name="Danielle Martin" userId="04f63225-1d27-46ab-9c7c-1c8b513bed32" providerId="ADAL" clId="{29B8EAB1-7794-4034-AE6C-B3818B3EFB5A}" dt="2024-03-20T14:49:34.199" v="294" actId="20577"/>
        <pc:sldMkLst>
          <pc:docMk/>
          <pc:sldMk cId="2150728200" sldId="275"/>
        </pc:sldMkLst>
        <pc:spChg chg="mod">
          <ac:chgData name="Danielle Martin" userId="04f63225-1d27-46ab-9c7c-1c8b513bed32" providerId="ADAL" clId="{29B8EAB1-7794-4034-AE6C-B3818B3EFB5A}" dt="2024-03-20T14:49:34.199" v="294" actId="20577"/>
          <ac:spMkLst>
            <pc:docMk/>
            <pc:sldMk cId="2150728200" sldId="275"/>
            <ac:spMk id="3" creationId="{394196A0-FA99-A3C3-328B-892E6276B1FE}"/>
          </ac:spMkLst>
        </pc:spChg>
      </pc:sldChg>
      <pc:sldChg chg="modSp mod">
        <pc:chgData name="Danielle Martin" userId="04f63225-1d27-46ab-9c7c-1c8b513bed32" providerId="ADAL" clId="{29B8EAB1-7794-4034-AE6C-B3818B3EFB5A}" dt="2024-03-20T17:00:12.750" v="1176" actId="27636"/>
        <pc:sldMkLst>
          <pc:docMk/>
          <pc:sldMk cId="3561127487" sldId="279"/>
        </pc:sldMkLst>
        <pc:spChg chg="mod">
          <ac:chgData name="Danielle Martin" userId="04f63225-1d27-46ab-9c7c-1c8b513bed32" providerId="ADAL" clId="{29B8EAB1-7794-4034-AE6C-B3818B3EFB5A}" dt="2024-03-20T17:00:12.750" v="1176" actId="27636"/>
          <ac:spMkLst>
            <pc:docMk/>
            <pc:sldMk cId="3561127487" sldId="279"/>
            <ac:spMk id="4" creationId="{0D9B9E8E-6A45-63E8-6A99-CA6300753A93}"/>
          </ac:spMkLst>
        </pc:spChg>
        <pc:spChg chg="mod">
          <ac:chgData name="Danielle Martin" userId="04f63225-1d27-46ab-9c7c-1c8b513bed32" providerId="ADAL" clId="{29B8EAB1-7794-4034-AE6C-B3818B3EFB5A}" dt="2024-03-20T16:59:46.632" v="1158" actId="20577"/>
          <ac:spMkLst>
            <pc:docMk/>
            <pc:sldMk cId="3561127487" sldId="279"/>
            <ac:spMk id="6" creationId="{7EA4FA01-EB19-2125-AF57-B0C89291E031}"/>
          </ac:spMkLst>
        </pc:spChg>
      </pc:sldChg>
      <pc:sldChg chg="modSp mod">
        <pc:chgData name="Danielle Martin" userId="04f63225-1d27-46ab-9c7c-1c8b513bed32" providerId="ADAL" clId="{29B8EAB1-7794-4034-AE6C-B3818B3EFB5A}" dt="2024-03-20T16:27:24.493" v="651" actId="20577"/>
        <pc:sldMkLst>
          <pc:docMk/>
          <pc:sldMk cId="2366582170" sldId="280"/>
        </pc:sldMkLst>
        <pc:spChg chg="mod">
          <ac:chgData name="Danielle Martin" userId="04f63225-1d27-46ab-9c7c-1c8b513bed32" providerId="ADAL" clId="{29B8EAB1-7794-4034-AE6C-B3818B3EFB5A}" dt="2024-03-20T16:27:24.493" v="651" actId="20577"/>
          <ac:spMkLst>
            <pc:docMk/>
            <pc:sldMk cId="2366582170" sldId="280"/>
            <ac:spMk id="5" creationId="{D6334D6F-3FCB-C020-90F9-DAE5FF7508E9}"/>
          </ac:spMkLst>
        </pc:spChg>
      </pc:sldChg>
      <pc:sldChg chg="modSp mod">
        <pc:chgData name="Danielle Martin" userId="04f63225-1d27-46ab-9c7c-1c8b513bed32" providerId="ADAL" clId="{29B8EAB1-7794-4034-AE6C-B3818B3EFB5A}" dt="2024-03-20T16:37:27.720" v="832" actId="20577"/>
        <pc:sldMkLst>
          <pc:docMk/>
          <pc:sldMk cId="1828219182" sldId="281"/>
        </pc:sldMkLst>
        <pc:spChg chg="mod">
          <ac:chgData name="Danielle Martin" userId="04f63225-1d27-46ab-9c7c-1c8b513bed32" providerId="ADAL" clId="{29B8EAB1-7794-4034-AE6C-B3818B3EFB5A}" dt="2024-03-20T16:37:27.720" v="832" actId="20577"/>
          <ac:spMkLst>
            <pc:docMk/>
            <pc:sldMk cId="1828219182" sldId="281"/>
            <ac:spMk id="3" creationId="{08B57CE1-EF6A-1B82-EAF9-5061D7103A8B}"/>
          </ac:spMkLst>
        </pc:spChg>
      </pc:sldChg>
      <pc:sldChg chg="modSp mod">
        <pc:chgData name="Danielle Martin" userId="04f63225-1d27-46ab-9c7c-1c8b513bed32" providerId="ADAL" clId="{29B8EAB1-7794-4034-AE6C-B3818B3EFB5A}" dt="2024-03-20T16:37:58.894" v="862" actId="2711"/>
        <pc:sldMkLst>
          <pc:docMk/>
          <pc:sldMk cId="3294374254" sldId="283"/>
        </pc:sldMkLst>
        <pc:spChg chg="mod">
          <ac:chgData name="Danielle Martin" userId="04f63225-1d27-46ab-9c7c-1c8b513bed32" providerId="ADAL" clId="{29B8EAB1-7794-4034-AE6C-B3818B3EFB5A}" dt="2024-03-20T16:37:48.452" v="859" actId="20577"/>
          <ac:spMkLst>
            <pc:docMk/>
            <pc:sldMk cId="3294374254" sldId="283"/>
            <ac:spMk id="2" creationId="{814FE0E2-5CF4-1DDA-30B9-17B22EE995D4}"/>
          </ac:spMkLst>
        </pc:spChg>
        <pc:spChg chg="mod">
          <ac:chgData name="Danielle Martin" userId="04f63225-1d27-46ab-9c7c-1c8b513bed32" providerId="ADAL" clId="{29B8EAB1-7794-4034-AE6C-B3818B3EFB5A}" dt="2024-03-20T16:37:58.894" v="862" actId="2711"/>
          <ac:spMkLst>
            <pc:docMk/>
            <pc:sldMk cId="3294374254" sldId="283"/>
            <ac:spMk id="4" creationId="{0D9B9E8E-6A45-63E8-6A99-CA6300753A93}"/>
          </ac:spMkLst>
        </pc:spChg>
      </pc:sldChg>
      <pc:sldChg chg="delSp modSp mod">
        <pc:chgData name="Danielle Martin" userId="04f63225-1d27-46ab-9c7c-1c8b513bed32" providerId="ADAL" clId="{29B8EAB1-7794-4034-AE6C-B3818B3EFB5A}" dt="2024-03-20T16:55:52.937" v="1131" actId="14100"/>
        <pc:sldMkLst>
          <pc:docMk/>
          <pc:sldMk cId="2292647086" sldId="289"/>
        </pc:sldMkLst>
        <pc:spChg chg="mod">
          <ac:chgData name="Danielle Martin" userId="04f63225-1d27-46ab-9c7c-1c8b513bed32" providerId="ADAL" clId="{29B8EAB1-7794-4034-AE6C-B3818B3EFB5A}" dt="2024-03-20T16:55:52.937" v="1131" actId="14100"/>
          <ac:spMkLst>
            <pc:docMk/>
            <pc:sldMk cId="2292647086" sldId="289"/>
            <ac:spMk id="9" creationId="{638B25CF-0BF9-CC89-DE0C-F7DFF8B8C2FD}"/>
          </ac:spMkLst>
        </pc:spChg>
        <pc:spChg chg="del">
          <ac:chgData name="Danielle Martin" userId="04f63225-1d27-46ab-9c7c-1c8b513bed32" providerId="ADAL" clId="{29B8EAB1-7794-4034-AE6C-B3818B3EFB5A}" dt="2024-03-20T16:55:34.703" v="1120" actId="478"/>
          <ac:spMkLst>
            <pc:docMk/>
            <pc:sldMk cId="2292647086" sldId="289"/>
            <ac:spMk id="11" creationId="{DA2E0424-0DA9-C5BB-44EB-4522E2DB0E32}"/>
          </ac:spMkLst>
        </pc:spChg>
        <pc:cxnChg chg="del">
          <ac:chgData name="Danielle Martin" userId="04f63225-1d27-46ab-9c7c-1c8b513bed32" providerId="ADAL" clId="{29B8EAB1-7794-4034-AE6C-B3818B3EFB5A}" dt="2024-03-20T16:55:36.994" v="1121" actId="478"/>
          <ac:cxnSpMkLst>
            <pc:docMk/>
            <pc:sldMk cId="2292647086" sldId="289"/>
            <ac:cxnSpMk id="10" creationId="{388117E6-BBFE-48F8-B812-00237346F60E}"/>
          </ac:cxnSpMkLst>
        </pc:cxnChg>
      </pc:sldChg>
      <pc:sldChg chg="addSp delSp modSp mod">
        <pc:chgData name="Danielle Martin" userId="04f63225-1d27-46ab-9c7c-1c8b513bed32" providerId="ADAL" clId="{29B8EAB1-7794-4034-AE6C-B3818B3EFB5A}" dt="2024-03-20T16:52:57.294" v="1079" actId="14100"/>
        <pc:sldMkLst>
          <pc:docMk/>
          <pc:sldMk cId="2891810218" sldId="291"/>
        </pc:sldMkLst>
        <pc:spChg chg="mod">
          <ac:chgData name="Danielle Martin" userId="04f63225-1d27-46ab-9c7c-1c8b513bed32" providerId="ADAL" clId="{29B8EAB1-7794-4034-AE6C-B3818B3EFB5A}" dt="2024-03-20T16:52:49.869" v="1077" actId="1076"/>
          <ac:spMkLst>
            <pc:docMk/>
            <pc:sldMk cId="2891810218" sldId="291"/>
            <ac:spMk id="2" creationId="{814FE0E2-5CF4-1DDA-30B9-17B22EE995D4}"/>
          </ac:spMkLst>
        </pc:spChg>
        <pc:spChg chg="del">
          <ac:chgData name="Danielle Martin" userId="04f63225-1d27-46ab-9c7c-1c8b513bed32" providerId="ADAL" clId="{29B8EAB1-7794-4034-AE6C-B3818B3EFB5A}" dt="2024-03-20T16:51:52.255" v="1072" actId="478"/>
          <ac:spMkLst>
            <pc:docMk/>
            <pc:sldMk cId="2891810218" sldId="291"/>
            <ac:spMk id="6" creationId="{5FD05C72-3364-7B34-EFCC-465EA31B9CB2}"/>
          </ac:spMkLst>
        </pc:spChg>
        <pc:spChg chg="add mod">
          <ac:chgData name="Danielle Martin" userId="04f63225-1d27-46ab-9c7c-1c8b513bed32" providerId="ADAL" clId="{29B8EAB1-7794-4034-AE6C-B3818B3EFB5A}" dt="2024-03-20T16:52:57.294" v="1079" actId="14100"/>
          <ac:spMkLst>
            <pc:docMk/>
            <pc:sldMk cId="2891810218" sldId="291"/>
            <ac:spMk id="7" creationId="{64294D11-144B-8ED5-3C9E-63DBF39A83F7}"/>
          </ac:spMkLst>
        </pc:spChg>
        <pc:spChg chg="del">
          <ac:chgData name="Danielle Martin" userId="04f63225-1d27-46ab-9c7c-1c8b513bed32" providerId="ADAL" clId="{29B8EAB1-7794-4034-AE6C-B3818B3EFB5A}" dt="2024-03-20T16:51:47.804" v="1070" actId="478"/>
          <ac:spMkLst>
            <pc:docMk/>
            <pc:sldMk cId="2891810218" sldId="291"/>
            <ac:spMk id="8" creationId="{D52D46F0-DF31-161F-75B9-25975CD1F95D}"/>
          </ac:spMkLst>
        </pc:spChg>
        <pc:spChg chg="del">
          <ac:chgData name="Danielle Martin" userId="04f63225-1d27-46ab-9c7c-1c8b513bed32" providerId="ADAL" clId="{29B8EAB1-7794-4034-AE6C-B3818B3EFB5A}" dt="2024-03-20T16:51:49.967" v="1071" actId="478"/>
          <ac:spMkLst>
            <pc:docMk/>
            <pc:sldMk cId="2891810218" sldId="291"/>
            <ac:spMk id="9" creationId="{638B25CF-0BF9-CC89-DE0C-F7DFF8B8C2FD}"/>
          </ac:spMkLst>
        </pc:spChg>
      </pc:sldChg>
      <pc:sldChg chg="del">
        <pc:chgData name="Danielle Martin" userId="04f63225-1d27-46ab-9c7c-1c8b513bed32" providerId="ADAL" clId="{29B8EAB1-7794-4034-AE6C-B3818B3EFB5A}" dt="2024-03-20T16:56:17.233" v="1133" actId="47"/>
        <pc:sldMkLst>
          <pc:docMk/>
          <pc:sldMk cId="2453515839" sldId="294"/>
        </pc:sldMkLst>
      </pc:sldChg>
      <pc:sldChg chg="del">
        <pc:chgData name="Danielle Martin" userId="04f63225-1d27-46ab-9c7c-1c8b513bed32" providerId="ADAL" clId="{29B8EAB1-7794-4034-AE6C-B3818B3EFB5A}" dt="2024-03-20T16:56:15.838" v="1132" actId="47"/>
        <pc:sldMkLst>
          <pc:docMk/>
          <pc:sldMk cId="2282468507" sldId="295"/>
        </pc:sldMkLst>
      </pc:sldChg>
      <pc:sldChg chg="del">
        <pc:chgData name="Danielle Martin" userId="04f63225-1d27-46ab-9c7c-1c8b513bed32" providerId="ADAL" clId="{29B8EAB1-7794-4034-AE6C-B3818B3EFB5A}" dt="2024-03-20T16:40:56.313" v="889" actId="47"/>
        <pc:sldMkLst>
          <pc:docMk/>
          <pc:sldMk cId="3844118394" sldId="298"/>
        </pc:sldMkLst>
      </pc:sldChg>
      <pc:sldChg chg="modSp mod">
        <pc:chgData name="Danielle Martin" userId="04f63225-1d27-46ab-9c7c-1c8b513bed32" providerId="ADAL" clId="{29B8EAB1-7794-4034-AE6C-B3818B3EFB5A}" dt="2024-03-20T16:41:04.354" v="892" actId="403"/>
        <pc:sldMkLst>
          <pc:docMk/>
          <pc:sldMk cId="594221559" sldId="300"/>
        </pc:sldMkLst>
        <pc:spChg chg="mod">
          <ac:chgData name="Danielle Martin" userId="04f63225-1d27-46ab-9c7c-1c8b513bed32" providerId="ADAL" clId="{29B8EAB1-7794-4034-AE6C-B3818B3EFB5A}" dt="2024-03-20T16:41:04.354" v="892" actId="403"/>
          <ac:spMkLst>
            <pc:docMk/>
            <pc:sldMk cId="594221559" sldId="300"/>
            <ac:spMk id="3" creationId="{394196A0-FA99-A3C3-328B-892E6276B1FE}"/>
          </ac:spMkLst>
        </pc:spChg>
      </pc:sldChg>
      <pc:sldChg chg="modSp mod">
        <pc:chgData name="Danielle Martin" userId="04f63225-1d27-46ab-9c7c-1c8b513bed32" providerId="ADAL" clId="{29B8EAB1-7794-4034-AE6C-B3818B3EFB5A}" dt="2024-03-20T16:41:14.126" v="901" actId="6549"/>
        <pc:sldMkLst>
          <pc:docMk/>
          <pc:sldMk cId="3773773825" sldId="301"/>
        </pc:sldMkLst>
        <pc:spChg chg="mod">
          <ac:chgData name="Danielle Martin" userId="04f63225-1d27-46ab-9c7c-1c8b513bed32" providerId="ADAL" clId="{29B8EAB1-7794-4034-AE6C-B3818B3EFB5A}" dt="2024-03-20T16:41:14.126" v="901" actId="6549"/>
          <ac:spMkLst>
            <pc:docMk/>
            <pc:sldMk cId="3773773825" sldId="301"/>
            <ac:spMk id="3" creationId="{394196A0-FA99-A3C3-328B-892E6276B1FE}"/>
          </ac:spMkLst>
        </pc:spChg>
      </pc:sldChg>
      <pc:sldChg chg="modSp mod">
        <pc:chgData name="Danielle Martin" userId="04f63225-1d27-46ab-9c7c-1c8b513bed32" providerId="ADAL" clId="{29B8EAB1-7794-4034-AE6C-B3818B3EFB5A}" dt="2024-03-20T16:41:17.904" v="902" actId="20577"/>
        <pc:sldMkLst>
          <pc:docMk/>
          <pc:sldMk cId="1086641147" sldId="302"/>
        </pc:sldMkLst>
        <pc:spChg chg="mod">
          <ac:chgData name="Danielle Martin" userId="04f63225-1d27-46ab-9c7c-1c8b513bed32" providerId="ADAL" clId="{29B8EAB1-7794-4034-AE6C-B3818B3EFB5A}" dt="2024-03-20T16:41:17.904" v="902" actId="20577"/>
          <ac:spMkLst>
            <pc:docMk/>
            <pc:sldMk cId="1086641147" sldId="302"/>
            <ac:spMk id="3" creationId="{394196A0-FA99-A3C3-328B-892E6276B1FE}"/>
          </ac:spMkLst>
        </pc:spChg>
      </pc:sldChg>
      <pc:sldChg chg="modSp mod">
        <pc:chgData name="Danielle Martin" userId="04f63225-1d27-46ab-9c7c-1c8b513bed32" providerId="ADAL" clId="{29B8EAB1-7794-4034-AE6C-B3818B3EFB5A}" dt="2024-03-20T16:41:22.862" v="903" actId="20577"/>
        <pc:sldMkLst>
          <pc:docMk/>
          <pc:sldMk cId="2118200713" sldId="303"/>
        </pc:sldMkLst>
        <pc:spChg chg="mod">
          <ac:chgData name="Danielle Martin" userId="04f63225-1d27-46ab-9c7c-1c8b513bed32" providerId="ADAL" clId="{29B8EAB1-7794-4034-AE6C-B3818B3EFB5A}" dt="2024-03-20T16:41:22.862" v="903" actId="20577"/>
          <ac:spMkLst>
            <pc:docMk/>
            <pc:sldMk cId="2118200713" sldId="303"/>
            <ac:spMk id="3" creationId="{394196A0-FA99-A3C3-328B-892E6276B1FE}"/>
          </ac:spMkLst>
        </pc:spChg>
      </pc:sldChg>
      <pc:sldChg chg="modSp mod">
        <pc:chgData name="Danielle Martin" userId="04f63225-1d27-46ab-9c7c-1c8b513bed32" providerId="ADAL" clId="{29B8EAB1-7794-4034-AE6C-B3818B3EFB5A}" dt="2024-03-20T16:41:47.308" v="912" actId="20577"/>
        <pc:sldMkLst>
          <pc:docMk/>
          <pc:sldMk cId="2042105204" sldId="307"/>
        </pc:sldMkLst>
        <pc:spChg chg="mod">
          <ac:chgData name="Danielle Martin" userId="04f63225-1d27-46ab-9c7c-1c8b513bed32" providerId="ADAL" clId="{29B8EAB1-7794-4034-AE6C-B3818B3EFB5A}" dt="2024-03-20T16:41:47.308" v="912" actId="20577"/>
          <ac:spMkLst>
            <pc:docMk/>
            <pc:sldMk cId="2042105204" sldId="307"/>
            <ac:spMk id="3" creationId="{394196A0-FA99-A3C3-328B-892E6276B1FE}"/>
          </ac:spMkLst>
        </pc:spChg>
      </pc:sldChg>
      <pc:sldChg chg="modSp mod">
        <pc:chgData name="Danielle Martin" userId="04f63225-1d27-46ab-9c7c-1c8b513bed32" providerId="ADAL" clId="{29B8EAB1-7794-4034-AE6C-B3818B3EFB5A}" dt="2024-03-20T16:42:08.724" v="916" actId="20577"/>
        <pc:sldMkLst>
          <pc:docMk/>
          <pc:sldMk cId="2336002564" sldId="309"/>
        </pc:sldMkLst>
        <pc:spChg chg="mod">
          <ac:chgData name="Danielle Martin" userId="04f63225-1d27-46ab-9c7c-1c8b513bed32" providerId="ADAL" clId="{29B8EAB1-7794-4034-AE6C-B3818B3EFB5A}" dt="2024-03-20T16:42:08.724" v="916" actId="20577"/>
          <ac:spMkLst>
            <pc:docMk/>
            <pc:sldMk cId="2336002564" sldId="309"/>
            <ac:spMk id="3" creationId="{394196A0-FA99-A3C3-328B-892E6276B1FE}"/>
          </ac:spMkLst>
        </pc:spChg>
      </pc:sldChg>
      <pc:sldChg chg="delSp modSp mod">
        <pc:chgData name="Danielle Martin" userId="04f63225-1d27-46ab-9c7c-1c8b513bed32" providerId="ADAL" clId="{29B8EAB1-7794-4034-AE6C-B3818B3EFB5A}" dt="2024-03-20T16:42:31.712" v="925" actId="1076"/>
        <pc:sldMkLst>
          <pc:docMk/>
          <pc:sldMk cId="1544564268" sldId="310"/>
        </pc:sldMkLst>
        <pc:spChg chg="mod">
          <ac:chgData name="Danielle Martin" userId="04f63225-1d27-46ab-9c7c-1c8b513bed32" providerId="ADAL" clId="{29B8EAB1-7794-4034-AE6C-B3818B3EFB5A}" dt="2024-03-20T16:42:23.599" v="921" actId="404"/>
          <ac:spMkLst>
            <pc:docMk/>
            <pc:sldMk cId="1544564268" sldId="310"/>
            <ac:spMk id="2" creationId="{034FA3DF-3BB9-0872-8286-224F44EE6675}"/>
          </ac:spMkLst>
        </pc:spChg>
        <pc:spChg chg="mod">
          <ac:chgData name="Danielle Martin" userId="04f63225-1d27-46ab-9c7c-1c8b513bed32" providerId="ADAL" clId="{29B8EAB1-7794-4034-AE6C-B3818B3EFB5A}" dt="2024-03-20T16:42:31.712" v="925" actId="1076"/>
          <ac:spMkLst>
            <pc:docMk/>
            <pc:sldMk cId="1544564268" sldId="310"/>
            <ac:spMk id="3" creationId="{394196A0-FA99-A3C3-328B-892E6276B1FE}"/>
          </ac:spMkLst>
        </pc:spChg>
        <pc:spChg chg="del">
          <ac:chgData name="Danielle Martin" userId="04f63225-1d27-46ab-9c7c-1c8b513bed32" providerId="ADAL" clId="{29B8EAB1-7794-4034-AE6C-B3818B3EFB5A}" dt="2024-03-20T16:42:16.848" v="917" actId="478"/>
          <ac:spMkLst>
            <pc:docMk/>
            <pc:sldMk cId="1544564268" sldId="310"/>
            <ac:spMk id="5" creationId="{1A57B21F-5272-A847-FEFF-61A54797E6D0}"/>
          </ac:spMkLst>
        </pc:spChg>
        <pc:cxnChg chg="del">
          <ac:chgData name="Danielle Martin" userId="04f63225-1d27-46ab-9c7c-1c8b513bed32" providerId="ADAL" clId="{29B8EAB1-7794-4034-AE6C-B3818B3EFB5A}" dt="2024-03-20T16:42:18.316" v="918" actId="478"/>
          <ac:cxnSpMkLst>
            <pc:docMk/>
            <pc:sldMk cId="1544564268" sldId="310"/>
            <ac:cxnSpMk id="7" creationId="{AC670BA0-4846-4DF7-CE96-E3426883ECFC}"/>
          </ac:cxnSpMkLst>
        </pc:cxnChg>
      </pc:sldChg>
      <pc:sldChg chg="delSp modSp mod">
        <pc:chgData name="Danielle Martin" userId="04f63225-1d27-46ab-9c7c-1c8b513bed32" providerId="ADAL" clId="{29B8EAB1-7794-4034-AE6C-B3818B3EFB5A}" dt="2024-03-20T16:43:10.227" v="947" actId="108"/>
        <pc:sldMkLst>
          <pc:docMk/>
          <pc:sldMk cId="2559789717" sldId="313"/>
        </pc:sldMkLst>
        <pc:spChg chg="mod">
          <ac:chgData name="Danielle Martin" userId="04f63225-1d27-46ab-9c7c-1c8b513bed32" providerId="ADAL" clId="{29B8EAB1-7794-4034-AE6C-B3818B3EFB5A}" dt="2024-03-20T16:43:10.227" v="947" actId="108"/>
          <ac:spMkLst>
            <pc:docMk/>
            <pc:sldMk cId="2559789717" sldId="313"/>
            <ac:spMk id="3" creationId="{394196A0-FA99-A3C3-328B-892E6276B1FE}"/>
          </ac:spMkLst>
        </pc:spChg>
        <pc:spChg chg="del">
          <ac:chgData name="Danielle Martin" userId="04f63225-1d27-46ab-9c7c-1c8b513bed32" providerId="ADAL" clId="{29B8EAB1-7794-4034-AE6C-B3818B3EFB5A}" dt="2024-03-20T14:39:46.728" v="197" actId="478"/>
          <ac:spMkLst>
            <pc:docMk/>
            <pc:sldMk cId="2559789717" sldId="313"/>
            <ac:spMk id="4" creationId="{E87258DB-518F-C003-9AC2-7B79C1E6FF6A}"/>
          </ac:spMkLst>
        </pc:spChg>
      </pc:sldChg>
      <pc:sldChg chg="modSp mod">
        <pc:chgData name="Danielle Martin" userId="04f63225-1d27-46ab-9c7c-1c8b513bed32" providerId="ADAL" clId="{29B8EAB1-7794-4034-AE6C-B3818B3EFB5A}" dt="2024-03-20T16:43:46.568" v="961" actId="14100"/>
        <pc:sldMkLst>
          <pc:docMk/>
          <pc:sldMk cId="40553937" sldId="314"/>
        </pc:sldMkLst>
        <pc:spChg chg="mod">
          <ac:chgData name="Danielle Martin" userId="04f63225-1d27-46ab-9c7c-1c8b513bed32" providerId="ADAL" clId="{29B8EAB1-7794-4034-AE6C-B3818B3EFB5A}" dt="2024-03-20T16:43:46.568" v="961" actId="14100"/>
          <ac:spMkLst>
            <pc:docMk/>
            <pc:sldMk cId="40553937" sldId="314"/>
            <ac:spMk id="3" creationId="{394196A0-FA99-A3C3-328B-892E6276B1FE}"/>
          </ac:spMkLst>
        </pc:spChg>
      </pc:sldChg>
      <pc:sldChg chg="modSp mod">
        <pc:chgData name="Danielle Martin" userId="04f63225-1d27-46ab-9c7c-1c8b513bed32" providerId="ADAL" clId="{29B8EAB1-7794-4034-AE6C-B3818B3EFB5A}" dt="2024-03-20T16:44:59.970" v="973" actId="6549"/>
        <pc:sldMkLst>
          <pc:docMk/>
          <pc:sldMk cId="1532862569" sldId="315"/>
        </pc:sldMkLst>
        <pc:spChg chg="mod">
          <ac:chgData name="Danielle Martin" userId="04f63225-1d27-46ab-9c7c-1c8b513bed32" providerId="ADAL" clId="{29B8EAB1-7794-4034-AE6C-B3818B3EFB5A}" dt="2024-03-20T16:44:59.970" v="973" actId="6549"/>
          <ac:spMkLst>
            <pc:docMk/>
            <pc:sldMk cId="1532862569" sldId="315"/>
            <ac:spMk id="3" creationId="{394196A0-FA99-A3C3-328B-892E6276B1FE}"/>
          </ac:spMkLst>
        </pc:spChg>
      </pc:sldChg>
      <pc:sldChg chg="del">
        <pc:chgData name="Danielle Martin" userId="04f63225-1d27-46ab-9c7c-1c8b513bed32" providerId="ADAL" clId="{29B8EAB1-7794-4034-AE6C-B3818B3EFB5A}" dt="2024-03-20T16:43:13.934" v="948" actId="47"/>
        <pc:sldMkLst>
          <pc:docMk/>
          <pc:sldMk cId="242751840" sldId="316"/>
        </pc:sldMkLst>
      </pc:sldChg>
      <pc:sldChg chg="addSp delSp modSp mod">
        <pc:chgData name="Danielle Martin" userId="04f63225-1d27-46ab-9c7c-1c8b513bed32" providerId="ADAL" clId="{29B8EAB1-7794-4034-AE6C-B3818B3EFB5A}" dt="2024-03-20T14:48:40.099" v="252" actId="1076"/>
        <pc:sldMkLst>
          <pc:docMk/>
          <pc:sldMk cId="2826561494" sldId="317"/>
        </pc:sldMkLst>
        <pc:spChg chg="mod">
          <ac:chgData name="Danielle Martin" userId="04f63225-1d27-46ab-9c7c-1c8b513bed32" providerId="ADAL" clId="{29B8EAB1-7794-4034-AE6C-B3818B3EFB5A}" dt="2024-03-20T14:47:38.927" v="249" actId="1076"/>
          <ac:spMkLst>
            <pc:docMk/>
            <pc:sldMk cId="2826561494" sldId="317"/>
            <ac:spMk id="3" creationId="{394196A0-FA99-A3C3-328B-892E6276B1FE}"/>
          </ac:spMkLst>
        </pc:spChg>
        <pc:picChg chg="add mod">
          <ac:chgData name="Danielle Martin" userId="04f63225-1d27-46ab-9c7c-1c8b513bed32" providerId="ADAL" clId="{29B8EAB1-7794-4034-AE6C-B3818B3EFB5A}" dt="2024-03-20T14:48:40.099" v="252" actId="1076"/>
          <ac:picMkLst>
            <pc:docMk/>
            <pc:sldMk cId="2826561494" sldId="317"/>
            <ac:picMk id="6" creationId="{3BCB7854-0B50-4E29-16B9-5DE298FBB7A0}"/>
          </ac:picMkLst>
        </pc:picChg>
        <pc:picChg chg="del">
          <ac:chgData name="Danielle Martin" userId="04f63225-1d27-46ab-9c7c-1c8b513bed32" providerId="ADAL" clId="{29B8EAB1-7794-4034-AE6C-B3818B3EFB5A}" dt="2024-03-20T14:47:20.732" v="232" actId="478"/>
          <ac:picMkLst>
            <pc:docMk/>
            <pc:sldMk cId="2826561494" sldId="317"/>
            <ac:picMk id="8" creationId="{389121B3-90DA-B447-8C60-B5A514719D8C}"/>
          </ac:picMkLst>
        </pc:picChg>
      </pc:sldChg>
      <pc:sldChg chg="delSp modSp mod">
        <pc:chgData name="Danielle Martin" userId="04f63225-1d27-46ab-9c7c-1c8b513bed32" providerId="ADAL" clId="{29B8EAB1-7794-4034-AE6C-B3818B3EFB5A}" dt="2024-03-20T16:46:25.367" v="993" actId="20577"/>
        <pc:sldMkLst>
          <pc:docMk/>
          <pc:sldMk cId="1873103918" sldId="324"/>
        </pc:sldMkLst>
        <pc:spChg chg="mod">
          <ac:chgData name="Danielle Martin" userId="04f63225-1d27-46ab-9c7c-1c8b513bed32" providerId="ADAL" clId="{29B8EAB1-7794-4034-AE6C-B3818B3EFB5A}" dt="2024-03-20T16:46:25.367" v="993" actId="20577"/>
          <ac:spMkLst>
            <pc:docMk/>
            <pc:sldMk cId="1873103918" sldId="324"/>
            <ac:spMk id="3" creationId="{394196A0-FA99-A3C3-328B-892E6276B1FE}"/>
          </ac:spMkLst>
        </pc:spChg>
        <pc:spChg chg="del mod">
          <ac:chgData name="Danielle Martin" userId="04f63225-1d27-46ab-9c7c-1c8b513bed32" providerId="ADAL" clId="{29B8EAB1-7794-4034-AE6C-B3818B3EFB5A}" dt="2024-03-20T16:46:09.018" v="986" actId="478"/>
          <ac:spMkLst>
            <pc:docMk/>
            <pc:sldMk cId="1873103918" sldId="324"/>
            <ac:spMk id="5" creationId="{1A57B21F-5272-A847-FEFF-61A54797E6D0}"/>
          </ac:spMkLst>
        </pc:spChg>
        <pc:cxnChg chg="del mod">
          <ac:chgData name="Danielle Martin" userId="04f63225-1d27-46ab-9c7c-1c8b513bed32" providerId="ADAL" clId="{29B8EAB1-7794-4034-AE6C-B3818B3EFB5A}" dt="2024-03-20T16:46:06.414" v="985" actId="478"/>
          <ac:cxnSpMkLst>
            <pc:docMk/>
            <pc:sldMk cId="1873103918" sldId="324"/>
            <ac:cxnSpMk id="7" creationId="{AC670BA0-4846-4DF7-CE96-E3426883ECFC}"/>
          </ac:cxnSpMkLst>
        </pc:cxnChg>
      </pc:sldChg>
      <pc:sldChg chg="delSp modSp mod">
        <pc:chgData name="Danielle Martin" userId="04f63225-1d27-46ab-9c7c-1c8b513bed32" providerId="ADAL" clId="{29B8EAB1-7794-4034-AE6C-B3818B3EFB5A}" dt="2024-03-20T16:46:48.364" v="1000" actId="14100"/>
        <pc:sldMkLst>
          <pc:docMk/>
          <pc:sldMk cId="3351916623" sldId="325"/>
        </pc:sldMkLst>
        <pc:spChg chg="mod">
          <ac:chgData name="Danielle Martin" userId="04f63225-1d27-46ab-9c7c-1c8b513bed32" providerId="ADAL" clId="{29B8EAB1-7794-4034-AE6C-B3818B3EFB5A}" dt="2024-03-20T16:46:48.364" v="1000" actId="14100"/>
          <ac:spMkLst>
            <pc:docMk/>
            <pc:sldMk cId="3351916623" sldId="325"/>
            <ac:spMk id="3" creationId="{394196A0-FA99-A3C3-328B-892E6276B1FE}"/>
          </ac:spMkLst>
        </pc:spChg>
        <pc:spChg chg="del">
          <ac:chgData name="Danielle Martin" userId="04f63225-1d27-46ab-9c7c-1c8b513bed32" providerId="ADAL" clId="{29B8EAB1-7794-4034-AE6C-B3818B3EFB5A}" dt="2024-03-20T16:46:35.525" v="994" actId="478"/>
          <ac:spMkLst>
            <pc:docMk/>
            <pc:sldMk cId="3351916623" sldId="325"/>
            <ac:spMk id="5" creationId="{1A57B21F-5272-A847-FEFF-61A54797E6D0}"/>
          </ac:spMkLst>
        </pc:spChg>
        <pc:cxnChg chg="del">
          <ac:chgData name="Danielle Martin" userId="04f63225-1d27-46ab-9c7c-1c8b513bed32" providerId="ADAL" clId="{29B8EAB1-7794-4034-AE6C-B3818B3EFB5A}" dt="2024-03-20T16:46:37.059" v="995" actId="478"/>
          <ac:cxnSpMkLst>
            <pc:docMk/>
            <pc:sldMk cId="3351916623" sldId="325"/>
            <ac:cxnSpMk id="7" creationId="{AC670BA0-4846-4DF7-CE96-E3426883ECFC}"/>
          </ac:cxnSpMkLst>
        </pc:cxnChg>
      </pc:sldChg>
      <pc:sldChg chg="delSp modSp mod">
        <pc:chgData name="Danielle Martin" userId="04f63225-1d27-46ab-9c7c-1c8b513bed32" providerId="ADAL" clId="{29B8EAB1-7794-4034-AE6C-B3818B3EFB5A}" dt="2024-03-20T16:47:14.938" v="1007" actId="20577"/>
        <pc:sldMkLst>
          <pc:docMk/>
          <pc:sldMk cId="2352517596" sldId="326"/>
        </pc:sldMkLst>
        <pc:spChg chg="mod">
          <ac:chgData name="Danielle Martin" userId="04f63225-1d27-46ab-9c7c-1c8b513bed32" providerId="ADAL" clId="{29B8EAB1-7794-4034-AE6C-B3818B3EFB5A}" dt="2024-03-20T16:47:14.938" v="1007" actId="20577"/>
          <ac:spMkLst>
            <pc:docMk/>
            <pc:sldMk cId="2352517596" sldId="326"/>
            <ac:spMk id="3" creationId="{394196A0-FA99-A3C3-328B-892E6276B1FE}"/>
          </ac:spMkLst>
        </pc:spChg>
        <pc:spChg chg="del mod">
          <ac:chgData name="Danielle Martin" userId="04f63225-1d27-46ab-9c7c-1c8b513bed32" providerId="ADAL" clId="{29B8EAB1-7794-4034-AE6C-B3818B3EFB5A}" dt="2024-03-20T16:47:03.007" v="1001" actId="478"/>
          <ac:spMkLst>
            <pc:docMk/>
            <pc:sldMk cId="2352517596" sldId="326"/>
            <ac:spMk id="5" creationId="{1A57B21F-5272-A847-FEFF-61A54797E6D0}"/>
          </ac:spMkLst>
        </pc:spChg>
        <pc:cxnChg chg="del mod">
          <ac:chgData name="Danielle Martin" userId="04f63225-1d27-46ab-9c7c-1c8b513bed32" providerId="ADAL" clId="{29B8EAB1-7794-4034-AE6C-B3818B3EFB5A}" dt="2024-03-20T16:47:04.513" v="1002" actId="478"/>
          <ac:cxnSpMkLst>
            <pc:docMk/>
            <pc:sldMk cId="2352517596" sldId="326"/>
            <ac:cxnSpMk id="7" creationId="{AC670BA0-4846-4DF7-CE96-E3426883ECFC}"/>
          </ac:cxnSpMkLst>
        </pc:cxnChg>
      </pc:sldChg>
      <pc:sldChg chg="delSp modSp mod">
        <pc:chgData name="Danielle Martin" userId="04f63225-1d27-46ab-9c7c-1c8b513bed32" providerId="ADAL" clId="{29B8EAB1-7794-4034-AE6C-B3818B3EFB5A}" dt="2024-03-20T16:47:42.609" v="1017" actId="403"/>
        <pc:sldMkLst>
          <pc:docMk/>
          <pc:sldMk cId="3101322480" sldId="327"/>
        </pc:sldMkLst>
        <pc:spChg chg="mod">
          <ac:chgData name="Danielle Martin" userId="04f63225-1d27-46ab-9c7c-1c8b513bed32" providerId="ADAL" clId="{29B8EAB1-7794-4034-AE6C-B3818B3EFB5A}" dt="2024-03-20T16:47:42.609" v="1017" actId="403"/>
          <ac:spMkLst>
            <pc:docMk/>
            <pc:sldMk cId="3101322480" sldId="327"/>
            <ac:spMk id="3" creationId="{394196A0-FA99-A3C3-328B-892E6276B1FE}"/>
          </ac:spMkLst>
        </pc:spChg>
        <pc:spChg chg="del">
          <ac:chgData name="Danielle Martin" userId="04f63225-1d27-46ab-9c7c-1c8b513bed32" providerId="ADAL" clId="{29B8EAB1-7794-4034-AE6C-B3818B3EFB5A}" dt="2024-03-20T16:47:30.457" v="1009" actId="478"/>
          <ac:spMkLst>
            <pc:docMk/>
            <pc:sldMk cId="3101322480" sldId="327"/>
            <ac:spMk id="5" creationId="{1A57B21F-5272-A847-FEFF-61A54797E6D0}"/>
          </ac:spMkLst>
        </pc:spChg>
        <pc:cxnChg chg="del">
          <ac:chgData name="Danielle Martin" userId="04f63225-1d27-46ab-9c7c-1c8b513bed32" providerId="ADAL" clId="{29B8EAB1-7794-4034-AE6C-B3818B3EFB5A}" dt="2024-03-20T16:47:27.205" v="1008" actId="478"/>
          <ac:cxnSpMkLst>
            <pc:docMk/>
            <pc:sldMk cId="3101322480" sldId="327"/>
            <ac:cxnSpMk id="7" creationId="{AC670BA0-4846-4DF7-CE96-E3426883ECFC}"/>
          </ac:cxnSpMkLst>
        </pc:cxnChg>
      </pc:sldChg>
      <pc:sldChg chg="modSp mod">
        <pc:chgData name="Danielle Martin" userId="04f63225-1d27-46ab-9c7c-1c8b513bed32" providerId="ADAL" clId="{29B8EAB1-7794-4034-AE6C-B3818B3EFB5A}" dt="2024-03-20T16:34:09.136" v="759" actId="1076"/>
        <pc:sldMkLst>
          <pc:docMk/>
          <pc:sldMk cId="1315514421" sldId="328"/>
        </pc:sldMkLst>
        <pc:spChg chg="mod">
          <ac:chgData name="Danielle Martin" userId="04f63225-1d27-46ab-9c7c-1c8b513bed32" providerId="ADAL" clId="{29B8EAB1-7794-4034-AE6C-B3818B3EFB5A}" dt="2024-03-20T16:34:05.632" v="758" actId="1076"/>
          <ac:spMkLst>
            <pc:docMk/>
            <pc:sldMk cId="1315514421" sldId="328"/>
            <ac:spMk id="2" creationId="{034FA3DF-3BB9-0872-8286-224F44EE6675}"/>
          </ac:spMkLst>
        </pc:spChg>
        <pc:spChg chg="mod">
          <ac:chgData name="Danielle Martin" userId="04f63225-1d27-46ab-9c7c-1c8b513bed32" providerId="ADAL" clId="{29B8EAB1-7794-4034-AE6C-B3818B3EFB5A}" dt="2024-03-20T16:34:09.136" v="759" actId="1076"/>
          <ac:spMkLst>
            <pc:docMk/>
            <pc:sldMk cId="1315514421" sldId="328"/>
            <ac:spMk id="5" creationId="{1A57B21F-5272-A847-FEFF-61A54797E6D0}"/>
          </ac:spMkLst>
        </pc:spChg>
      </pc:sldChg>
      <pc:sldChg chg="addSp delSp modSp mod">
        <pc:chgData name="Danielle Martin" userId="04f63225-1d27-46ab-9c7c-1c8b513bed32" providerId="ADAL" clId="{29B8EAB1-7794-4034-AE6C-B3818B3EFB5A}" dt="2024-04-03T17:25:17.949" v="1281" actId="1076"/>
        <pc:sldMkLst>
          <pc:docMk/>
          <pc:sldMk cId="3130166634" sldId="337"/>
        </pc:sldMkLst>
        <pc:spChg chg="mod">
          <ac:chgData name="Danielle Martin" userId="04f63225-1d27-46ab-9c7c-1c8b513bed32" providerId="ADAL" clId="{29B8EAB1-7794-4034-AE6C-B3818B3EFB5A}" dt="2024-03-20T16:39:36.887" v="881" actId="1076"/>
          <ac:spMkLst>
            <pc:docMk/>
            <pc:sldMk cId="3130166634" sldId="337"/>
            <ac:spMk id="2" creationId="{034FA3DF-3BB9-0872-8286-224F44EE6675}"/>
          </ac:spMkLst>
        </pc:spChg>
        <pc:spChg chg="mod">
          <ac:chgData name="Danielle Martin" userId="04f63225-1d27-46ab-9c7c-1c8b513bed32" providerId="ADAL" clId="{29B8EAB1-7794-4034-AE6C-B3818B3EFB5A}" dt="2024-04-03T17:25:17.949" v="1281" actId="1076"/>
          <ac:spMkLst>
            <pc:docMk/>
            <pc:sldMk cId="3130166634" sldId="337"/>
            <ac:spMk id="3" creationId="{394196A0-FA99-A3C3-328B-892E6276B1FE}"/>
          </ac:spMkLst>
        </pc:spChg>
        <pc:spChg chg="add del">
          <ac:chgData name="Danielle Martin" userId="04f63225-1d27-46ab-9c7c-1c8b513bed32" providerId="ADAL" clId="{29B8EAB1-7794-4034-AE6C-B3818B3EFB5A}" dt="2024-03-20T16:38:45.871" v="868" actId="478"/>
          <ac:spMkLst>
            <pc:docMk/>
            <pc:sldMk cId="3130166634" sldId="337"/>
            <ac:spMk id="5" creationId="{1A57B21F-5272-A847-FEFF-61A54797E6D0}"/>
          </ac:spMkLst>
        </pc:spChg>
        <pc:cxnChg chg="del">
          <ac:chgData name="Danielle Martin" userId="04f63225-1d27-46ab-9c7c-1c8b513bed32" providerId="ADAL" clId="{29B8EAB1-7794-4034-AE6C-B3818B3EFB5A}" dt="2024-03-20T16:38:51.365" v="869" actId="478"/>
          <ac:cxnSpMkLst>
            <pc:docMk/>
            <pc:sldMk cId="3130166634" sldId="337"/>
            <ac:cxnSpMk id="7" creationId="{AC670BA0-4846-4DF7-CE96-E3426883ECFC}"/>
          </ac:cxnSpMkLst>
        </pc:cxnChg>
      </pc:sldChg>
      <pc:sldChg chg="delSp modSp mod">
        <pc:chgData name="Danielle Martin" userId="04f63225-1d27-46ab-9c7c-1c8b513bed32" providerId="ADAL" clId="{29B8EAB1-7794-4034-AE6C-B3818B3EFB5A}" dt="2024-03-20T16:48:04.025" v="1024" actId="403"/>
        <pc:sldMkLst>
          <pc:docMk/>
          <pc:sldMk cId="3300055440" sldId="338"/>
        </pc:sldMkLst>
        <pc:spChg chg="mod">
          <ac:chgData name="Danielle Martin" userId="04f63225-1d27-46ab-9c7c-1c8b513bed32" providerId="ADAL" clId="{29B8EAB1-7794-4034-AE6C-B3818B3EFB5A}" dt="2024-03-20T16:48:04.025" v="1024" actId="403"/>
          <ac:spMkLst>
            <pc:docMk/>
            <pc:sldMk cId="3300055440" sldId="338"/>
            <ac:spMk id="3" creationId="{394196A0-FA99-A3C3-328B-892E6276B1FE}"/>
          </ac:spMkLst>
        </pc:spChg>
        <pc:spChg chg="del">
          <ac:chgData name="Danielle Martin" userId="04f63225-1d27-46ab-9c7c-1c8b513bed32" providerId="ADAL" clId="{29B8EAB1-7794-4034-AE6C-B3818B3EFB5A}" dt="2024-03-20T16:47:54.457" v="1018" actId="478"/>
          <ac:spMkLst>
            <pc:docMk/>
            <pc:sldMk cId="3300055440" sldId="338"/>
            <ac:spMk id="5" creationId="{1A57B21F-5272-A847-FEFF-61A54797E6D0}"/>
          </ac:spMkLst>
        </pc:spChg>
        <pc:cxnChg chg="del">
          <ac:chgData name="Danielle Martin" userId="04f63225-1d27-46ab-9c7c-1c8b513bed32" providerId="ADAL" clId="{29B8EAB1-7794-4034-AE6C-B3818B3EFB5A}" dt="2024-03-20T16:47:55.869" v="1019" actId="478"/>
          <ac:cxnSpMkLst>
            <pc:docMk/>
            <pc:sldMk cId="3300055440" sldId="338"/>
            <ac:cxnSpMk id="7" creationId="{AC670BA0-4846-4DF7-CE96-E3426883ECFC}"/>
          </ac:cxnSpMkLst>
        </pc:cxnChg>
      </pc:sldChg>
      <pc:sldChg chg="delSp modSp mod">
        <pc:chgData name="Danielle Martin" userId="04f63225-1d27-46ab-9c7c-1c8b513bed32" providerId="ADAL" clId="{29B8EAB1-7794-4034-AE6C-B3818B3EFB5A}" dt="2024-03-20T16:48:27.930" v="1032" actId="20577"/>
        <pc:sldMkLst>
          <pc:docMk/>
          <pc:sldMk cId="1864478804" sldId="339"/>
        </pc:sldMkLst>
        <pc:spChg chg="mod">
          <ac:chgData name="Danielle Martin" userId="04f63225-1d27-46ab-9c7c-1c8b513bed32" providerId="ADAL" clId="{29B8EAB1-7794-4034-AE6C-B3818B3EFB5A}" dt="2024-03-20T16:48:27.930" v="1032" actId="20577"/>
          <ac:spMkLst>
            <pc:docMk/>
            <pc:sldMk cId="1864478804" sldId="339"/>
            <ac:spMk id="3" creationId="{394196A0-FA99-A3C3-328B-892E6276B1FE}"/>
          </ac:spMkLst>
        </pc:spChg>
        <pc:spChg chg="del">
          <ac:chgData name="Danielle Martin" userId="04f63225-1d27-46ab-9c7c-1c8b513bed32" providerId="ADAL" clId="{29B8EAB1-7794-4034-AE6C-B3818B3EFB5A}" dt="2024-03-20T16:48:11.475" v="1025" actId="478"/>
          <ac:spMkLst>
            <pc:docMk/>
            <pc:sldMk cId="1864478804" sldId="339"/>
            <ac:spMk id="5" creationId="{1A57B21F-5272-A847-FEFF-61A54797E6D0}"/>
          </ac:spMkLst>
        </pc:spChg>
        <pc:cxnChg chg="del">
          <ac:chgData name="Danielle Martin" userId="04f63225-1d27-46ab-9c7c-1c8b513bed32" providerId="ADAL" clId="{29B8EAB1-7794-4034-AE6C-B3818B3EFB5A}" dt="2024-03-20T16:48:12.986" v="1026" actId="478"/>
          <ac:cxnSpMkLst>
            <pc:docMk/>
            <pc:sldMk cId="1864478804" sldId="339"/>
            <ac:cxnSpMk id="7" creationId="{AC670BA0-4846-4DF7-CE96-E3426883ECFC}"/>
          </ac:cxnSpMkLst>
        </pc:cxnChg>
      </pc:sldChg>
      <pc:sldChg chg="delSp modSp mod">
        <pc:chgData name="Danielle Martin" userId="04f63225-1d27-46ab-9c7c-1c8b513bed32" providerId="ADAL" clId="{29B8EAB1-7794-4034-AE6C-B3818B3EFB5A}" dt="2024-03-20T16:48:52.604" v="1040" actId="14100"/>
        <pc:sldMkLst>
          <pc:docMk/>
          <pc:sldMk cId="1601385512" sldId="341"/>
        </pc:sldMkLst>
        <pc:spChg chg="mod">
          <ac:chgData name="Danielle Martin" userId="04f63225-1d27-46ab-9c7c-1c8b513bed32" providerId="ADAL" clId="{29B8EAB1-7794-4034-AE6C-B3818B3EFB5A}" dt="2024-03-20T16:48:52.604" v="1040" actId="14100"/>
          <ac:spMkLst>
            <pc:docMk/>
            <pc:sldMk cId="1601385512" sldId="341"/>
            <ac:spMk id="3" creationId="{394196A0-FA99-A3C3-328B-892E6276B1FE}"/>
          </ac:spMkLst>
        </pc:spChg>
        <pc:spChg chg="del">
          <ac:chgData name="Danielle Martin" userId="04f63225-1d27-46ab-9c7c-1c8b513bed32" providerId="ADAL" clId="{29B8EAB1-7794-4034-AE6C-B3818B3EFB5A}" dt="2024-03-20T16:48:34.484" v="1033" actId="478"/>
          <ac:spMkLst>
            <pc:docMk/>
            <pc:sldMk cId="1601385512" sldId="341"/>
            <ac:spMk id="5" creationId="{1A57B21F-5272-A847-FEFF-61A54797E6D0}"/>
          </ac:spMkLst>
        </pc:spChg>
        <pc:cxnChg chg="del">
          <ac:chgData name="Danielle Martin" userId="04f63225-1d27-46ab-9c7c-1c8b513bed32" providerId="ADAL" clId="{29B8EAB1-7794-4034-AE6C-B3818B3EFB5A}" dt="2024-03-20T16:48:36.346" v="1034" actId="478"/>
          <ac:cxnSpMkLst>
            <pc:docMk/>
            <pc:sldMk cId="1601385512" sldId="341"/>
            <ac:cxnSpMk id="7" creationId="{AC670BA0-4846-4DF7-CE96-E3426883ECFC}"/>
          </ac:cxnSpMkLst>
        </pc:cxnChg>
      </pc:sldChg>
      <pc:sldChg chg="delSp modSp mod">
        <pc:chgData name="Danielle Martin" userId="04f63225-1d27-46ab-9c7c-1c8b513bed32" providerId="ADAL" clId="{29B8EAB1-7794-4034-AE6C-B3818B3EFB5A}" dt="2024-03-20T16:49:41.266" v="1058" actId="14100"/>
        <pc:sldMkLst>
          <pc:docMk/>
          <pc:sldMk cId="2761426742" sldId="342"/>
        </pc:sldMkLst>
        <pc:spChg chg="mod">
          <ac:chgData name="Danielle Martin" userId="04f63225-1d27-46ab-9c7c-1c8b513bed32" providerId="ADAL" clId="{29B8EAB1-7794-4034-AE6C-B3818B3EFB5A}" dt="2024-03-20T16:49:41.266" v="1058" actId="14100"/>
          <ac:spMkLst>
            <pc:docMk/>
            <pc:sldMk cId="2761426742" sldId="342"/>
            <ac:spMk id="3" creationId="{394196A0-FA99-A3C3-328B-892E6276B1FE}"/>
          </ac:spMkLst>
        </pc:spChg>
        <pc:spChg chg="del">
          <ac:chgData name="Danielle Martin" userId="04f63225-1d27-46ab-9c7c-1c8b513bed32" providerId="ADAL" clId="{29B8EAB1-7794-4034-AE6C-B3818B3EFB5A}" dt="2024-03-20T16:49:12.923" v="1048" actId="478"/>
          <ac:spMkLst>
            <pc:docMk/>
            <pc:sldMk cId="2761426742" sldId="342"/>
            <ac:spMk id="5" creationId="{1A57B21F-5272-A847-FEFF-61A54797E6D0}"/>
          </ac:spMkLst>
        </pc:spChg>
        <pc:cxnChg chg="del">
          <ac:chgData name="Danielle Martin" userId="04f63225-1d27-46ab-9c7c-1c8b513bed32" providerId="ADAL" clId="{29B8EAB1-7794-4034-AE6C-B3818B3EFB5A}" dt="2024-03-20T16:49:14.172" v="1049" actId="478"/>
          <ac:cxnSpMkLst>
            <pc:docMk/>
            <pc:sldMk cId="2761426742" sldId="342"/>
            <ac:cxnSpMk id="7" creationId="{AC670BA0-4846-4DF7-CE96-E3426883ECFC}"/>
          </ac:cxnSpMkLst>
        </pc:cxnChg>
      </pc:sldChg>
      <pc:sldChg chg="delSp modSp mod">
        <pc:chgData name="Danielle Martin" userId="04f63225-1d27-46ab-9c7c-1c8b513bed32" providerId="ADAL" clId="{29B8EAB1-7794-4034-AE6C-B3818B3EFB5A}" dt="2024-03-20T16:49:08.062" v="1047" actId="403"/>
        <pc:sldMkLst>
          <pc:docMk/>
          <pc:sldMk cId="1809630443" sldId="344"/>
        </pc:sldMkLst>
        <pc:spChg chg="mod">
          <ac:chgData name="Danielle Martin" userId="04f63225-1d27-46ab-9c7c-1c8b513bed32" providerId="ADAL" clId="{29B8EAB1-7794-4034-AE6C-B3818B3EFB5A}" dt="2024-03-20T16:49:08.062" v="1047" actId="403"/>
          <ac:spMkLst>
            <pc:docMk/>
            <pc:sldMk cId="1809630443" sldId="344"/>
            <ac:spMk id="3" creationId="{394196A0-FA99-A3C3-328B-892E6276B1FE}"/>
          </ac:spMkLst>
        </pc:spChg>
        <pc:spChg chg="del">
          <ac:chgData name="Danielle Martin" userId="04f63225-1d27-46ab-9c7c-1c8b513bed32" providerId="ADAL" clId="{29B8EAB1-7794-4034-AE6C-B3818B3EFB5A}" dt="2024-03-20T16:48:55.929" v="1041" actId="478"/>
          <ac:spMkLst>
            <pc:docMk/>
            <pc:sldMk cId="1809630443" sldId="344"/>
            <ac:spMk id="5" creationId="{1A57B21F-5272-A847-FEFF-61A54797E6D0}"/>
          </ac:spMkLst>
        </pc:spChg>
        <pc:cxnChg chg="del">
          <ac:chgData name="Danielle Martin" userId="04f63225-1d27-46ab-9c7c-1c8b513bed32" providerId="ADAL" clId="{29B8EAB1-7794-4034-AE6C-B3818B3EFB5A}" dt="2024-03-20T16:48:58.011" v="1042" actId="478"/>
          <ac:cxnSpMkLst>
            <pc:docMk/>
            <pc:sldMk cId="1809630443" sldId="344"/>
            <ac:cxnSpMk id="7" creationId="{AC670BA0-4846-4DF7-CE96-E3426883ECFC}"/>
          </ac:cxnSpMkLst>
        </pc:cxnChg>
      </pc:sldChg>
      <pc:sldChg chg="del">
        <pc:chgData name="Danielle Martin" userId="04f63225-1d27-46ab-9c7c-1c8b513bed32" providerId="ADAL" clId="{29B8EAB1-7794-4034-AE6C-B3818B3EFB5A}" dt="2024-03-20T16:51:00.121" v="1064" actId="47"/>
        <pc:sldMkLst>
          <pc:docMk/>
          <pc:sldMk cId="1665580305" sldId="345"/>
        </pc:sldMkLst>
      </pc:sldChg>
      <pc:sldChg chg="del">
        <pc:chgData name="Danielle Martin" userId="04f63225-1d27-46ab-9c7c-1c8b513bed32" providerId="ADAL" clId="{29B8EAB1-7794-4034-AE6C-B3818B3EFB5A}" dt="2024-03-20T16:51:11.891" v="1067" actId="47"/>
        <pc:sldMkLst>
          <pc:docMk/>
          <pc:sldMk cId="734560634" sldId="346"/>
        </pc:sldMkLst>
      </pc:sldChg>
      <pc:sldChg chg="del">
        <pc:chgData name="Danielle Martin" userId="04f63225-1d27-46ab-9c7c-1c8b513bed32" providerId="ADAL" clId="{29B8EAB1-7794-4034-AE6C-B3818B3EFB5A}" dt="2024-03-20T16:50:32.752" v="1061" actId="47"/>
        <pc:sldMkLst>
          <pc:docMk/>
          <pc:sldMk cId="1596011396" sldId="347"/>
        </pc:sldMkLst>
      </pc:sldChg>
      <pc:sldChg chg="delSp modSp mod">
        <pc:chgData name="Danielle Martin" userId="04f63225-1d27-46ab-9c7c-1c8b513bed32" providerId="ADAL" clId="{29B8EAB1-7794-4034-AE6C-B3818B3EFB5A}" dt="2024-03-20T16:54:24.571" v="1101" actId="404"/>
        <pc:sldMkLst>
          <pc:docMk/>
          <pc:sldMk cId="1635210025" sldId="348"/>
        </pc:sldMkLst>
        <pc:spChg chg="mod">
          <ac:chgData name="Danielle Martin" userId="04f63225-1d27-46ab-9c7c-1c8b513bed32" providerId="ADAL" clId="{29B8EAB1-7794-4034-AE6C-B3818B3EFB5A}" dt="2024-03-20T16:54:24.571" v="1101" actId="404"/>
          <ac:spMkLst>
            <pc:docMk/>
            <pc:sldMk cId="1635210025" sldId="348"/>
            <ac:spMk id="4" creationId="{0D9B9E8E-6A45-63E8-6A99-CA6300753A93}"/>
          </ac:spMkLst>
        </pc:spChg>
        <pc:spChg chg="del">
          <ac:chgData name="Danielle Martin" userId="04f63225-1d27-46ab-9c7c-1c8b513bed32" providerId="ADAL" clId="{29B8EAB1-7794-4034-AE6C-B3818B3EFB5A}" dt="2024-03-20T16:53:38.719" v="1087" actId="478"/>
          <ac:spMkLst>
            <pc:docMk/>
            <pc:sldMk cId="1635210025" sldId="348"/>
            <ac:spMk id="10" creationId="{262D074A-890D-D1C8-A314-AEA3F48446E8}"/>
          </ac:spMkLst>
        </pc:spChg>
        <pc:cxnChg chg="del">
          <ac:chgData name="Danielle Martin" userId="04f63225-1d27-46ab-9c7c-1c8b513bed32" providerId="ADAL" clId="{29B8EAB1-7794-4034-AE6C-B3818B3EFB5A}" dt="2024-03-20T16:53:36.263" v="1086" actId="478"/>
          <ac:cxnSpMkLst>
            <pc:docMk/>
            <pc:sldMk cId="1635210025" sldId="348"/>
            <ac:cxnSpMk id="9" creationId="{446EE465-FF53-08E1-7E5C-1FFFE6A2B224}"/>
          </ac:cxnSpMkLst>
        </pc:cxnChg>
      </pc:sldChg>
      <pc:sldChg chg="delSp modSp mod">
        <pc:chgData name="Danielle Martin" userId="04f63225-1d27-46ab-9c7c-1c8b513bed32" providerId="ADAL" clId="{29B8EAB1-7794-4034-AE6C-B3818B3EFB5A}" dt="2024-03-20T16:54:46.085" v="1110" actId="1076"/>
        <pc:sldMkLst>
          <pc:docMk/>
          <pc:sldMk cId="30365605" sldId="352"/>
        </pc:sldMkLst>
        <pc:spChg chg="mod">
          <ac:chgData name="Danielle Martin" userId="04f63225-1d27-46ab-9c7c-1c8b513bed32" providerId="ADAL" clId="{29B8EAB1-7794-4034-AE6C-B3818B3EFB5A}" dt="2024-03-20T16:54:46.085" v="1110" actId="1076"/>
          <ac:spMkLst>
            <pc:docMk/>
            <pc:sldMk cId="30365605" sldId="352"/>
            <ac:spMk id="4" creationId="{0D9B9E8E-6A45-63E8-6A99-CA6300753A93}"/>
          </ac:spMkLst>
        </pc:spChg>
        <pc:spChg chg="del">
          <ac:chgData name="Danielle Martin" userId="04f63225-1d27-46ab-9c7c-1c8b513bed32" providerId="ADAL" clId="{29B8EAB1-7794-4034-AE6C-B3818B3EFB5A}" dt="2024-03-20T16:54:33.899" v="1102" actId="478"/>
          <ac:spMkLst>
            <pc:docMk/>
            <pc:sldMk cId="30365605" sldId="352"/>
            <ac:spMk id="10" creationId="{262D074A-890D-D1C8-A314-AEA3F48446E8}"/>
          </ac:spMkLst>
        </pc:spChg>
        <pc:cxnChg chg="del">
          <ac:chgData name="Danielle Martin" userId="04f63225-1d27-46ab-9c7c-1c8b513bed32" providerId="ADAL" clId="{29B8EAB1-7794-4034-AE6C-B3818B3EFB5A}" dt="2024-03-20T16:54:35.875" v="1103" actId="478"/>
          <ac:cxnSpMkLst>
            <pc:docMk/>
            <pc:sldMk cId="30365605" sldId="352"/>
            <ac:cxnSpMk id="9" creationId="{446EE465-FF53-08E1-7E5C-1FFFE6A2B224}"/>
          </ac:cxnSpMkLst>
        </pc:cxnChg>
      </pc:sldChg>
      <pc:sldChg chg="modSp del mod">
        <pc:chgData name="Danielle Martin" userId="04f63225-1d27-46ab-9c7c-1c8b513bed32" providerId="ADAL" clId="{29B8EAB1-7794-4034-AE6C-B3818B3EFB5A}" dt="2024-03-20T16:55:23.172" v="1117" actId="47"/>
        <pc:sldMkLst>
          <pc:docMk/>
          <pc:sldMk cId="1068670048" sldId="354"/>
        </pc:sldMkLst>
        <pc:spChg chg="mod">
          <ac:chgData name="Danielle Martin" userId="04f63225-1d27-46ab-9c7c-1c8b513bed32" providerId="ADAL" clId="{29B8EAB1-7794-4034-AE6C-B3818B3EFB5A}" dt="2024-03-20T16:55:13.473" v="1116" actId="20577"/>
          <ac:spMkLst>
            <pc:docMk/>
            <pc:sldMk cId="1068670048" sldId="354"/>
            <ac:spMk id="10" creationId="{262D074A-890D-D1C8-A314-AEA3F48446E8}"/>
          </ac:spMkLst>
        </pc:spChg>
      </pc:sldChg>
      <pc:sldChg chg="modSp mod">
        <pc:chgData name="Danielle Martin" userId="04f63225-1d27-46ab-9c7c-1c8b513bed32" providerId="ADAL" clId="{29B8EAB1-7794-4034-AE6C-B3818B3EFB5A}" dt="2024-03-20T16:55:25.473" v="1119" actId="6549"/>
        <pc:sldMkLst>
          <pc:docMk/>
          <pc:sldMk cId="723642266" sldId="355"/>
        </pc:sldMkLst>
        <pc:spChg chg="mod">
          <ac:chgData name="Danielle Martin" userId="04f63225-1d27-46ab-9c7c-1c8b513bed32" providerId="ADAL" clId="{29B8EAB1-7794-4034-AE6C-B3818B3EFB5A}" dt="2024-03-20T16:55:25.473" v="1119" actId="6549"/>
          <ac:spMkLst>
            <pc:docMk/>
            <pc:sldMk cId="723642266" sldId="355"/>
            <ac:spMk id="4" creationId="{0D9B9E8E-6A45-63E8-6A99-CA6300753A93}"/>
          </ac:spMkLst>
        </pc:spChg>
      </pc:sldChg>
      <pc:sldChg chg="del">
        <pc:chgData name="Danielle Martin" userId="04f63225-1d27-46ab-9c7c-1c8b513bed32" providerId="ADAL" clId="{29B8EAB1-7794-4034-AE6C-B3818B3EFB5A}" dt="2024-03-20T16:53:26.169" v="1085" actId="47"/>
        <pc:sldMkLst>
          <pc:docMk/>
          <pc:sldMk cId="2091529056" sldId="358"/>
        </pc:sldMkLst>
      </pc:sldChg>
      <pc:sldChg chg="modSp mod">
        <pc:chgData name="Danielle Martin" userId="04f63225-1d27-46ab-9c7c-1c8b513bed32" providerId="ADAL" clId="{29B8EAB1-7794-4034-AE6C-B3818B3EFB5A}" dt="2024-03-20T15:24:59.818" v="574" actId="14100"/>
        <pc:sldMkLst>
          <pc:docMk/>
          <pc:sldMk cId="715038110" sldId="361"/>
        </pc:sldMkLst>
        <pc:spChg chg="mod">
          <ac:chgData name="Danielle Martin" userId="04f63225-1d27-46ab-9c7c-1c8b513bed32" providerId="ADAL" clId="{29B8EAB1-7794-4034-AE6C-B3818B3EFB5A}" dt="2024-03-20T15:24:59.818" v="574" actId="14100"/>
          <ac:spMkLst>
            <pc:docMk/>
            <pc:sldMk cId="715038110" sldId="361"/>
            <ac:spMk id="4" creationId="{0D9B9E8E-6A45-63E8-6A99-CA6300753A93}"/>
          </ac:spMkLst>
        </pc:spChg>
      </pc:sldChg>
      <pc:sldChg chg="modSp mod">
        <pc:chgData name="Danielle Martin" userId="04f63225-1d27-46ab-9c7c-1c8b513bed32" providerId="ADAL" clId="{29B8EAB1-7794-4034-AE6C-B3818B3EFB5A}" dt="2024-03-20T16:27:46.196" v="655" actId="6549"/>
        <pc:sldMkLst>
          <pc:docMk/>
          <pc:sldMk cId="2581101372" sldId="362"/>
        </pc:sldMkLst>
        <pc:spChg chg="mod">
          <ac:chgData name="Danielle Martin" userId="04f63225-1d27-46ab-9c7c-1c8b513bed32" providerId="ADAL" clId="{29B8EAB1-7794-4034-AE6C-B3818B3EFB5A}" dt="2024-03-20T16:27:46.196" v="655" actId="6549"/>
          <ac:spMkLst>
            <pc:docMk/>
            <pc:sldMk cId="2581101372" sldId="362"/>
            <ac:spMk id="5" creationId="{D6334D6F-3FCB-C020-90F9-DAE5FF7508E9}"/>
          </ac:spMkLst>
        </pc:spChg>
      </pc:sldChg>
      <pc:sldChg chg="modSp mod">
        <pc:chgData name="Danielle Martin" userId="04f63225-1d27-46ab-9c7c-1c8b513bed32" providerId="ADAL" clId="{29B8EAB1-7794-4034-AE6C-B3818B3EFB5A}" dt="2024-03-20T16:36:30.081" v="784" actId="20577"/>
        <pc:sldMkLst>
          <pc:docMk/>
          <pc:sldMk cId="3072806496" sldId="363"/>
        </pc:sldMkLst>
        <pc:spChg chg="mod">
          <ac:chgData name="Danielle Martin" userId="04f63225-1d27-46ab-9c7c-1c8b513bed32" providerId="ADAL" clId="{29B8EAB1-7794-4034-AE6C-B3818B3EFB5A}" dt="2024-03-20T16:36:30.081" v="784" actId="20577"/>
          <ac:spMkLst>
            <pc:docMk/>
            <pc:sldMk cId="3072806496" sldId="363"/>
            <ac:spMk id="3" creationId="{394196A0-FA99-A3C3-328B-892E6276B1FE}"/>
          </ac:spMkLst>
        </pc:spChg>
      </pc:sldChg>
      <pc:sldChg chg="del">
        <pc:chgData name="Danielle Martin" userId="04f63225-1d27-46ab-9c7c-1c8b513bed32" providerId="ADAL" clId="{29B8EAB1-7794-4034-AE6C-B3818B3EFB5A}" dt="2024-03-20T16:36:44.444" v="785" actId="47"/>
        <pc:sldMkLst>
          <pc:docMk/>
          <pc:sldMk cId="2225317724" sldId="364"/>
        </pc:sldMkLst>
      </pc:sldChg>
      <pc:sldChg chg="addSp delSp modSp mod">
        <pc:chgData name="Danielle Martin" userId="04f63225-1d27-46ab-9c7c-1c8b513bed32" providerId="ADAL" clId="{29B8EAB1-7794-4034-AE6C-B3818B3EFB5A}" dt="2024-03-20T16:37:06.507" v="788" actId="478"/>
        <pc:sldMkLst>
          <pc:docMk/>
          <pc:sldMk cId="2299861465" sldId="365"/>
        </pc:sldMkLst>
        <pc:spChg chg="mod">
          <ac:chgData name="Danielle Martin" userId="04f63225-1d27-46ab-9c7c-1c8b513bed32" providerId="ADAL" clId="{29B8EAB1-7794-4034-AE6C-B3818B3EFB5A}" dt="2024-03-20T16:36:58.704" v="786"/>
          <ac:spMkLst>
            <pc:docMk/>
            <pc:sldMk cId="2299861465" sldId="365"/>
            <ac:spMk id="2" creationId="{034FA3DF-3BB9-0872-8286-224F44EE6675}"/>
          </ac:spMkLst>
        </pc:spChg>
        <pc:spChg chg="del">
          <ac:chgData name="Danielle Martin" userId="04f63225-1d27-46ab-9c7c-1c8b513bed32" providerId="ADAL" clId="{29B8EAB1-7794-4034-AE6C-B3818B3EFB5A}" dt="2024-03-20T16:37:02.334" v="787" actId="478"/>
          <ac:spMkLst>
            <pc:docMk/>
            <pc:sldMk cId="2299861465" sldId="365"/>
            <ac:spMk id="3" creationId="{394196A0-FA99-A3C3-328B-892E6276B1FE}"/>
          </ac:spMkLst>
        </pc:spChg>
        <pc:spChg chg="add del mod">
          <ac:chgData name="Danielle Martin" userId="04f63225-1d27-46ab-9c7c-1c8b513bed32" providerId="ADAL" clId="{29B8EAB1-7794-4034-AE6C-B3818B3EFB5A}" dt="2024-03-20T16:37:06.507" v="788" actId="478"/>
          <ac:spMkLst>
            <pc:docMk/>
            <pc:sldMk cId="2299861465" sldId="365"/>
            <ac:spMk id="5" creationId="{30ACD45A-269A-DFF1-2651-5C98433629F4}"/>
          </ac:spMkLst>
        </pc:spChg>
      </pc:sldChg>
      <pc:sldChg chg="delSp modSp mod">
        <pc:chgData name="Danielle Martin" userId="04f63225-1d27-46ab-9c7c-1c8b513bed32" providerId="ADAL" clId="{29B8EAB1-7794-4034-AE6C-B3818B3EFB5A}" dt="2024-03-20T16:45:39.127" v="984" actId="20577"/>
        <pc:sldMkLst>
          <pc:docMk/>
          <pc:sldMk cId="324758619" sldId="367"/>
        </pc:sldMkLst>
        <pc:spChg chg="mod">
          <ac:chgData name="Danielle Martin" userId="04f63225-1d27-46ab-9c7c-1c8b513bed32" providerId="ADAL" clId="{29B8EAB1-7794-4034-AE6C-B3818B3EFB5A}" dt="2024-03-20T16:45:39.127" v="984" actId="20577"/>
          <ac:spMkLst>
            <pc:docMk/>
            <pc:sldMk cId="324758619" sldId="367"/>
            <ac:spMk id="3" creationId="{394196A0-FA99-A3C3-328B-892E6276B1FE}"/>
          </ac:spMkLst>
        </pc:spChg>
        <pc:spChg chg="del mod">
          <ac:chgData name="Danielle Martin" userId="04f63225-1d27-46ab-9c7c-1c8b513bed32" providerId="ADAL" clId="{29B8EAB1-7794-4034-AE6C-B3818B3EFB5A}" dt="2024-03-20T16:45:11.003" v="974" actId="478"/>
          <ac:spMkLst>
            <pc:docMk/>
            <pc:sldMk cId="324758619" sldId="367"/>
            <ac:spMk id="5" creationId="{1A57B21F-5272-A847-FEFF-61A54797E6D0}"/>
          </ac:spMkLst>
        </pc:spChg>
        <pc:cxnChg chg="del mod">
          <ac:chgData name="Danielle Martin" userId="04f63225-1d27-46ab-9c7c-1c8b513bed32" providerId="ADAL" clId="{29B8EAB1-7794-4034-AE6C-B3818B3EFB5A}" dt="2024-03-20T16:45:12.792" v="975" actId="478"/>
          <ac:cxnSpMkLst>
            <pc:docMk/>
            <pc:sldMk cId="324758619" sldId="367"/>
            <ac:cxnSpMk id="7" creationId="{AC670BA0-4846-4DF7-CE96-E3426883ECFC}"/>
          </ac:cxnSpMkLst>
        </pc:cxnChg>
      </pc:sldChg>
      <pc:sldChg chg="modSp mod">
        <pc:chgData name="Danielle Martin" userId="04f63225-1d27-46ab-9c7c-1c8b513bed32" providerId="ADAL" clId="{29B8EAB1-7794-4034-AE6C-B3818B3EFB5A}" dt="2024-03-20T15:00:35.592" v="415" actId="403"/>
        <pc:sldMkLst>
          <pc:docMk/>
          <pc:sldMk cId="1651707452" sldId="378"/>
        </pc:sldMkLst>
        <pc:spChg chg="mod">
          <ac:chgData name="Danielle Martin" userId="04f63225-1d27-46ab-9c7c-1c8b513bed32" providerId="ADAL" clId="{29B8EAB1-7794-4034-AE6C-B3818B3EFB5A}" dt="2024-03-20T15:00:35.592" v="415" actId="403"/>
          <ac:spMkLst>
            <pc:docMk/>
            <pc:sldMk cId="1651707452" sldId="378"/>
            <ac:spMk id="5" creationId="{3B88F133-3629-1589-AAC8-8480E5A2325F}"/>
          </ac:spMkLst>
        </pc:spChg>
        <pc:spChg chg="mod">
          <ac:chgData name="Danielle Martin" userId="04f63225-1d27-46ab-9c7c-1c8b513bed32" providerId="ADAL" clId="{29B8EAB1-7794-4034-AE6C-B3818B3EFB5A}" dt="2024-03-20T15:00:26.278" v="412" actId="1076"/>
          <ac:spMkLst>
            <pc:docMk/>
            <pc:sldMk cId="1651707452" sldId="378"/>
            <ac:spMk id="6" creationId="{7EA4FA01-EB19-2125-AF57-B0C89291E031}"/>
          </ac:spMkLst>
        </pc:spChg>
      </pc:sldChg>
      <pc:sldChg chg="modSp mod">
        <pc:chgData name="Danielle Martin" userId="04f63225-1d27-46ab-9c7c-1c8b513bed32" providerId="ADAL" clId="{29B8EAB1-7794-4034-AE6C-B3818B3EFB5A}" dt="2024-03-20T15:00:17.750" v="411" actId="404"/>
        <pc:sldMkLst>
          <pc:docMk/>
          <pc:sldMk cId="811660420" sldId="379"/>
        </pc:sldMkLst>
        <pc:spChg chg="mod">
          <ac:chgData name="Danielle Martin" userId="04f63225-1d27-46ab-9c7c-1c8b513bed32" providerId="ADAL" clId="{29B8EAB1-7794-4034-AE6C-B3818B3EFB5A}" dt="2024-03-20T14:57:49.959" v="371"/>
          <ac:spMkLst>
            <pc:docMk/>
            <pc:sldMk cId="811660420" sldId="379"/>
            <ac:spMk id="5" creationId="{FCFE9934-8379-8533-2AEE-793D3F8E3992}"/>
          </ac:spMkLst>
        </pc:spChg>
        <pc:spChg chg="mod">
          <ac:chgData name="Danielle Martin" userId="04f63225-1d27-46ab-9c7c-1c8b513bed32" providerId="ADAL" clId="{29B8EAB1-7794-4034-AE6C-B3818B3EFB5A}" dt="2024-03-20T15:00:17.750" v="411" actId="404"/>
          <ac:spMkLst>
            <pc:docMk/>
            <pc:sldMk cId="811660420" sldId="379"/>
            <ac:spMk id="6" creationId="{7EA4FA01-EB19-2125-AF57-B0C89291E031}"/>
          </ac:spMkLst>
        </pc:spChg>
      </pc:sldChg>
      <pc:sldChg chg="modSp mod">
        <pc:chgData name="Danielle Martin" userId="04f63225-1d27-46ab-9c7c-1c8b513bed32" providerId="ADAL" clId="{29B8EAB1-7794-4034-AE6C-B3818B3EFB5A}" dt="2024-03-20T15:01:55.818" v="426" actId="20577"/>
        <pc:sldMkLst>
          <pc:docMk/>
          <pc:sldMk cId="40085862" sldId="380"/>
        </pc:sldMkLst>
        <pc:spChg chg="mod">
          <ac:chgData name="Danielle Martin" userId="04f63225-1d27-46ab-9c7c-1c8b513bed32" providerId="ADAL" clId="{29B8EAB1-7794-4034-AE6C-B3818B3EFB5A}" dt="2024-03-20T15:01:55.818" v="426" actId="20577"/>
          <ac:spMkLst>
            <pc:docMk/>
            <pc:sldMk cId="40085862" sldId="380"/>
            <ac:spMk id="5" creationId="{56601609-B35A-75EE-F48B-94D8A71B5010}"/>
          </ac:spMkLst>
        </pc:spChg>
        <pc:spChg chg="mod">
          <ac:chgData name="Danielle Martin" userId="04f63225-1d27-46ab-9c7c-1c8b513bed32" providerId="ADAL" clId="{29B8EAB1-7794-4034-AE6C-B3818B3EFB5A}" dt="2024-03-20T15:00:09.730" v="408" actId="1076"/>
          <ac:spMkLst>
            <pc:docMk/>
            <pc:sldMk cId="40085862" sldId="380"/>
            <ac:spMk id="6" creationId="{7EA4FA01-EB19-2125-AF57-B0C89291E031}"/>
          </ac:spMkLst>
        </pc:spChg>
      </pc:sldChg>
      <pc:sldChg chg="modSp mod">
        <pc:chgData name="Danielle Martin" userId="04f63225-1d27-46ab-9c7c-1c8b513bed32" providerId="ADAL" clId="{29B8EAB1-7794-4034-AE6C-B3818B3EFB5A}" dt="2024-03-20T15:02:05.994" v="432" actId="27636"/>
        <pc:sldMkLst>
          <pc:docMk/>
          <pc:sldMk cId="1158259739" sldId="381"/>
        </pc:sldMkLst>
        <pc:spChg chg="mod">
          <ac:chgData name="Danielle Martin" userId="04f63225-1d27-46ab-9c7c-1c8b513bed32" providerId="ADAL" clId="{29B8EAB1-7794-4034-AE6C-B3818B3EFB5A}" dt="2024-03-20T15:02:05.994" v="432" actId="27636"/>
          <ac:spMkLst>
            <pc:docMk/>
            <pc:sldMk cId="1158259739" sldId="381"/>
            <ac:spMk id="3" creationId="{394196A0-FA99-A3C3-328B-892E6276B1FE}"/>
          </ac:spMkLst>
        </pc:spChg>
      </pc:sldChg>
      <pc:sldChg chg="modSp mod">
        <pc:chgData name="Danielle Martin" userId="04f63225-1d27-46ab-9c7c-1c8b513bed32" providerId="ADAL" clId="{29B8EAB1-7794-4034-AE6C-B3818B3EFB5A}" dt="2024-03-20T15:02:52.162" v="444" actId="27636"/>
        <pc:sldMkLst>
          <pc:docMk/>
          <pc:sldMk cId="513567415" sldId="382"/>
        </pc:sldMkLst>
        <pc:spChg chg="mod">
          <ac:chgData name="Danielle Martin" userId="04f63225-1d27-46ab-9c7c-1c8b513bed32" providerId="ADAL" clId="{29B8EAB1-7794-4034-AE6C-B3818B3EFB5A}" dt="2024-03-20T15:02:52.162" v="444" actId="27636"/>
          <ac:spMkLst>
            <pc:docMk/>
            <pc:sldMk cId="513567415" sldId="382"/>
            <ac:spMk id="3" creationId="{394196A0-FA99-A3C3-328B-892E6276B1FE}"/>
          </ac:spMkLst>
        </pc:spChg>
      </pc:sldChg>
      <pc:sldChg chg="modSp mod">
        <pc:chgData name="Danielle Martin" userId="04f63225-1d27-46ab-9c7c-1c8b513bed32" providerId="ADAL" clId="{29B8EAB1-7794-4034-AE6C-B3818B3EFB5A}" dt="2024-03-20T15:14:13.007" v="460" actId="1076"/>
        <pc:sldMkLst>
          <pc:docMk/>
          <pc:sldMk cId="3841714679" sldId="383"/>
        </pc:sldMkLst>
        <pc:spChg chg="mod">
          <ac:chgData name="Danielle Martin" userId="04f63225-1d27-46ab-9c7c-1c8b513bed32" providerId="ADAL" clId="{29B8EAB1-7794-4034-AE6C-B3818B3EFB5A}" dt="2024-03-20T15:14:13.007" v="460" actId="1076"/>
          <ac:spMkLst>
            <pc:docMk/>
            <pc:sldMk cId="3841714679" sldId="383"/>
            <ac:spMk id="3" creationId="{394196A0-FA99-A3C3-328B-892E6276B1FE}"/>
          </ac:spMkLst>
        </pc:spChg>
      </pc:sldChg>
      <pc:sldChg chg="delSp modSp add mod">
        <pc:chgData name="Danielle Martin" userId="04f63225-1d27-46ab-9c7c-1c8b513bed32" providerId="ADAL" clId="{29B8EAB1-7794-4034-AE6C-B3818B3EFB5A}" dt="2024-03-20T14:32:11.423" v="135" actId="14100"/>
        <pc:sldMkLst>
          <pc:docMk/>
          <pc:sldMk cId="1349541348" sldId="387"/>
        </pc:sldMkLst>
        <pc:spChg chg="mod">
          <ac:chgData name="Danielle Martin" userId="04f63225-1d27-46ab-9c7c-1c8b513bed32" providerId="ADAL" clId="{29B8EAB1-7794-4034-AE6C-B3818B3EFB5A}" dt="2024-03-20T14:30:03.597" v="63" actId="20577"/>
          <ac:spMkLst>
            <pc:docMk/>
            <pc:sldMk cId="1349541348" sldId="387"/>
            <ac:spMk id="2" creationId="{034FA3DF-3BB9-0872-8286-224F44EE6675}"/>
          </ac:spMkLst>
        </pc:spChg>
        <pc:spChg chg="mod">
          <ac:chgData name="Danielle Martin" userId="04f63225-1d27-46ab-9c7c-1c8b513bed32" providerId="ADAL" clId="{29B8EAB1-7794-4034-AE6C-B3818B3EFB5A}" dt="2024-03-20T14:32:11.423" v="135" actId="14100"/>
          <ac:spMkLst>
            <pc:docMk/>
            <pc:sldMk cId="1349541348" sldId="387"/>
            <ac:spMk id="3" creationId="{394196A0-FA99-A3C3-328B-892E6276B1FE}"/>
          </ac:spMkLst>
        </pc:spChg>
        <pc:spChg chg="del">
          <ac:chgData name="Danielle Martin" userId="04f63225-1d27-46ab-9c7c-1c8b513bed32" providerId="ADAL" clId="{29B8EAB1-7794-4034-AE6C-B3818B3EFB5A}" dt="2024-03-20T14:29:48.198" v="38" actId="478"/>
          <ac:spMkLst>
            <pc:docMk/>
            <pc:sldMk cId="1349541348" sldId="387"/>
            <ac:spMk id="4" creationId="{E87258DB-518F-C003-9AC2-7B79C1E6FF6A}"/>
          </ac:spMkLst>
        </pc:spChg>
        <pc:spChg chg="del">
          <ac:chgData name="Danielle Martin" userId="04f63225-1d27-46ab-9c7c-1c8b513bed32" providerId="ADAL" clId="{29B8EAB1-7794-4034-AE6C-B3818B3EFB5A}" dt="2024-03-20T14:30:30.311" v="70" actId="478"/>
          <ac:spMkLst>
            <pc:docMk/>
            <pc:sldMk cId="1349541348" sldId="387"/>
            <ac:spMk id="6" creationId="{B53BD88A-80CA-6422-920C-FC04464D7EC6}"/>
          </ac:spMkLst>
        </pc:spChg>
      </pc:sldChg>
      <pc:sldChg chg="delSp modSp add mod ord">
        <pc:chgData name="Danielle Martin" userId="04f63225-1d27-46ab-9c7c-1c8b513bed32" providerId="ADAL" clId="{29B8EAB1-7794-4034-AE6C-B3818B3EFB5A}" dt="2024-03-20T16:42:55.297" v="941" actId="403"/>
        <pc:sldMkLst>
          <pc:docMk/>
          <pc:sldMk cId="1468636173" sldId="388"/>
        </pc:sldMkLst>
        <pc:spChg chg="mod">
          <ac:chgData name="Danielle Martin" userId="04f63225-1d27-46ab-9c7c-1c8b513bed32" providerId="ADAL" clId="{29B8EAB1-7794-4034-AE6C-B3818B3EFB5A}" dt="2024-03-20T16:42:55.297" v="941" actId="403"/>
          <ac:spMkLst>
            <pc:docMk/>
            <pc:sldMk cId="1468636173" sldId="388"/>
            <ac:spMk id="3" creationId="{394196A0-FA99-A3C3-328B-892E6276B1FE}"/>
          </ac:spMkLst>
        </pc:spChg>
        <pc:spChg chg="del">
          <ac:chgData name="Danielle Martin" userId="04f63225-1d27-46ab-9c7c-1c8b513bed32" providerId="ADAL" clId="{29B8EAB1-7794-4034-AE6C-B3818B3EFB5A}" dt="2024-03-20T14:38:55.345" v="186" actId="478"/>
          <ac:spMkLst>
            <pc:docMk/>
            <pc:sldMk cId="1468636173" sldId="388"/>
            <ac:spMk id="4" creationId="{E87258DB-518F-C003-9AC2-7B79C1E6FF6A}"/>
          </ac:spMkLst>
        </pc:spChg>
      </pc:sldChg>
      <pc:sldChg chg="modSp add mod">
        <pc:chgData name="Danielle Martin" userId="04f63225-1d27-46ab-9c7c-1c8b513bed32" providerId="ADAL" clId="{29B8EAB1-7794-4034-AE6C-B3818B3EFB5A}" dt="2024-03-20T15:16:38.333" v="514" actId="12"/>
        <pc:sldMkLst>
          <pc:docMk/>
          <pc:sldMk cId="3331534420" sldId="389"/>
        </pc:sldMkLst>
        <pc:spChg chg="mod">
          <ac:chgData name="Danielle Martin" userId="04f63225-1d27-46ab-9c7c-1c8b513bed32" providerId="ADAL" clId="{29B8EAB1-7794-4034-AE6C-B3818B3EFB5A}" dt="2024-03-20T15:16:38.333" v="514" actId="12"/>
          <ac:spMkLst>
            <pc:docMk/>
            <pc:sldMk cId="3331534420" sldId="389"/>
            <ac:spMk id="3" creationId="{394196A0-FA99-A3C3-328B-892E6276B1FE}"/>
          </ac:spMkLst>
        </pc:spChg>
      </pc:sldChg>
      <pc:sldChg chg="modSp add mod">
        <pc:chgData name="Danielle Martin" userId="04f63225-1d27-46ab-9c7c-1c8b513bed32" providerId="ADAL" clId="{29B8EAB1-7794-4034-AE6C-B3818B3EFB5A}" dt="2024-03-20T16:28:00.707" v="656" actId="33524"/>
        <pc:sldMkLst>
          <pc:docMk/>
          <pc:sldMk cId="1595445919" sldId="390"/>
        </pc:sldMkLst>
        <pc:spChg chg="mod">
          <ac:chgData name="Danielle Martin" userId="04f63225-1d27-46ab-9c7c-1c8b513bed32" providerId="ADAL" clId="{29B8EAB1-7794-4034-AE6C-B3818B3EFB5A}" dt="2024-03-20T16:28:00.707" v="656" actId="33524"/>
          <ac:spMkLst>
            <pc:docMk/>
            <pc:sldMk cId="1595445919" sldId="390"/>
            <ac:spMk id="5" creationId="{D6334D6F-3FCB-C020-90F9-DAE5FF7508E9}"/>
          </ac:spMkLst>
        </pc:spChg>
      </pc:sldChg>
      <pc:sldChg chg="addSp delSp modSp add setBg delDesignElem">
        <pc:chgData name="Danielle Martin" userId="04f63225-1d27-46ab-9c7c-1c8b513bed32" providerId="ADAL" clId="{29B8EAB1-7794-4034-AE6C-B3818B3EFB5A}" dt="2024-03-20T16:52:12.484" v="1074"/>
        <pc:sldMkLst>
          <pc:docMk/>
          <pc:sldMk cId="299198225" sldId="391"/>
        </pc:sldMkLst>
        <pc:spChg chg="add mod">
          <ac:chgData name="Danielle Martin" userId="04f63225-1d27-46ab-9c7c-1c8b513bed32" providerId="ADAL" clId="{29B8EAB1-7794-4034-AE6C-B3818B3EFB5A}" dt="2024-03-20T16:52:12.484" v="1074"/>
          <ac:spMkLst>
            <pc:docMk/>
            <pc:sldMk cId="299198225" sldId="391"/>
            <ac:spMk id="7" creationId="{84E50B75-8F15-C33D-C6A4-50276B717E1D}"/>
          </ac:spMkLst>
        </pc:spChg>
        <pc:spChg chg="del">
          <ac:chgData name="Danielle Martin" userId="04f63225-1d27-46ab-9c7c-1c8b513bed32" providerId="ADAL" clId="{29B8EAB1-7794-4034-AE6C-B3818B3EFB5A}" dt="2024-03-20T16:50:30.258" v="1060"/>
          <ac:spMkLst>
            <pc:docMk/>
            <pc:sldMk cId="299198225" sldId="391"/>
            <ac:spMk id="12" creationId="{2C61293E-6EBE-43EF-A52C-9BEBFD7679D4}"/>
          </ac:spMkLst>
        </pc:spChg>
        <pc:spChg chg="del">
          <ac:chgData name="Danielle Martin" userId="04f63225-1d27-46ab-9c7c-1c8b513bed32" providerId="ADAL" clId="{29B8EAB1-7794-4034-AE6C-B3818B3EFB5A}" dt="2024-03-20T16:50:30.258" v="1060"/>
          <ac:spMkLst>
            <pc:docMk/>
            <pc:sldMk cId="299198225" sldId="391"/>
            <ac:spMk id="14" creationId="{3FCFB1DE-0B7E-48CC-BA90-B2AB0889F9D6}"/>
          </ac:spMkLst>
        </pc:spChg>
      </pc:sldChg>
      <pc:sldChg chg="delSp add setBg delDesignElem">
        <pc:chgData name="Danielle Martin" userId="04f63225-1d27-46ab-9c7c-1c8b513bed32" providerId="ADAL" clId="{29B8EAB1-7794-4034-AE6C-B3818B3EFB5A}" dt="2024-03-20T16:50:58.241" v="1063"/>
        <pc:sldMkLst>
          <pc:docMk/>
          <pc:sldMk cId="3335163010" sldId="392"/>
        </pc:sldMkLst>
        <pc:spChg chg="del">
          <ac:chgData name="Danielle Martin" userId="04f63225-1d27-46ab-9c7c-1c8b513bed32" providerId="ADAL" clId="{29B8EAB1-7794-4034-AE6C-B3818B3EFB5A}" dt="2024-03-20T16:50:58.241" v="1063"/>
          <ac:spMkLst>
            <pc:docMk/>
            <pc:sldMk cId="3335163010" sldId="392"/>
            <ac:spMk id="10" creationId="{955A2079-FA98-4876-80F0-72364A7D2EA4}"/>
          </ac:spMkLst>
        </pc:spChg>
      </pc:sldChg>
      <pc:sldChg chg="delSp add setBg delDesignElem">
        <pc:chgData name="Danielle Martin" userId="04f63225-1d27-46ab-9c7c-1c8b513bed32" providerId="ADAL" clId="{29B8EAB1-7794-4034-AE6C-B3818B3EFB5A}" dt="2024-03-20T16:51:10.027" v="1066"/>
        <pc:sldMkLst>
          <pc:docMk/>
          <pc:sldMk cId="3006217531" sldId="393"/>
        </pc:sldMkLst>
        <pc:spChg chg="del">
          <ac:chgData name="Danielle Martin" userId="04f63225-1d27-46ab-9c7c-1c8b513bed32" providerId="ADAL" clId="{29B8EAB1-7794-4034-AE6C-B3818B3EFB5A}" dt="2024-03-20T16:51:10.027" v="1066"/>
          <ac:spMkLst>
            <pc:docMk/>
            <pc:sldMk cId="3006217531" sldId="393"/>
            <ac:spMk id="9" creationId="{2C61293E-6EBE-43EF-A52C-9BEBFD7679D4}"/>
          </ac:spMkLst>
        </pc:spChg>
        <pc:spChg chg="del">
          <ac:chgData name="Danielle Martin" userId="04f63225-1d27-46ab-9c7c-1c8b513bed32" providerId="ADAL" clId="{29B8EAB1-7794-4034-AE6C-B3818B3EFB5A}" dt="2024-03-20T16:51:10.027" v="1066"/>
          <ac:spMkLst>
            <pc:docMk/>
            <pc:sldMk cId="3006217531" sldId="393"/>
            <ac:spMk id="11" creationId="{21540236-BFD5-4A9D-8840-4703E7F76825}"/>
          </ac:spMkLst>
        </pc:spChg>
      </pc:sldChg>
      <pc:sldChg chg="delSp add setBg delDesignElem">
        <pc:chgData name="Danielle Martin" userId="04f63225-1d27-46ab-9c7c-1c8b513bed32" providerId="ADAL" clId="{29B8EAB1-7794-4034-AE6C-B3818B3EFB5A}" dt="2024-03-20T16:51:40.714" v="1069"/>
        <pc:sldMkLst>
          <pc:docMk/>
          <pc:sldMk cId="3335009123" sldId="394"/>
        </pc:sldMkLst>
        <pc:spChg chg="del">
          <ac:chgData name="Danielle Martin" userId="04f63225-1d27-46ab-9c7c-1c8b513bed32" providerId="ADAL" clId="{29B8EAB1-7794-4034-AE6C-B3818B3EFB5A}" dt="2024-03-20T16:51:40.714" v="1069"/>
          <ac:spMkLst>
            <pc:docMk/>
            <pc:sldMk cId="3335009123" sldId="394"/>
            <ac:spMk id="16" creationId="{77C59BEC-C4CC-4741-B975-08C543178D3D}"/>
          </ac:spMkLst>
        </pc:spChg>
        <pc:spChg chg="del">
          <ac:chgData name="Danielle Martin" userId="04f63225-1d27-46ab-9c7c-1c8b513bed32" providerId="ADAL" clId="{29B8EAB1-7794-4034-AE6C-B3818B3EFB5A}" dt="2024-03-20T16:51:40.714" v="1069"/>
          <ac:spMkLst>
            <pc:docMk/>
            <pc:sldMk cId="3335009123" sldId="394"/>
            <ac:spMk id="18" creationId="{72DEF309-605D-4117-9340-6D589B6C3A34}"/>
          </ac:spMkLst>
        </pc:spChg>
        <pc:spChg chg="del">
          <ac:chgData name="Danielle Martin" userId="04f63225-1d27-46ab-9c7c-1c8b513bed32" providerId="ADAL" clId="{29B8EAB1-7794-4034-AE6C-B3818B3EFB5A}" dt="2024-03-20T16:51:40.714" v="1069"/>
          <ac:spMkLst>
            <pc:docMk/>
            <pc:sldMk cId="3335009123" sldId="394"/>
            <ac:spMk id="20" creationId="{A7B99495-F43F-4D80-A44F-2CB4764EB90B}"/>
          </ac:spMkLst>
        </pc:spChg>
      </pc:sldChg>
      <pc:sldChg chg="delSp add del setBg delDesignElem">
        <pc:chgData name="Danielle Martin" userId="04f63225-1d27-46ab-9c7c-1c8b513bed32" providerId="ADAL" clId="{29B8EAB1-7794-4034-AE6C-B3818B3EFB5A}" dt="2024-03-20T16:52:58.877" v="1080" actId="47"/>
        <pc:sldMkLst>
          <pc:docMk/>
          <pc:sldMk cId="3158504266" sldId="395"/>
        </pc:sldMkLst>
        <pc:spChg chg="del">
          <ac:chgData name="Danielle Martin" userId="04f63225-1d27-46ab-9c7c-1c8b513bed32" providerId="ADAL" clId="{29B8EAB1-7794-4034-AE6C-B3818B3EFB5A}" dt="2024-03-20T16:52:40.227" v="1076"/>
          <ac:spMkLst>
            <pc:docMk/>
            <pc:sldMk cId="3158504266" sldId="395"/>
            <ac:spMk id="14" creationId="{907EF6B7-1338-4443-8C46-6A318D952DFD}"/>
          </ac:spMkLst>
        </pc:spChg>
        <pc:spChg chg="del">
          <ac:chgData name="Danielle Martin" userId="04f63225-1d27-46ab-9c7c-1c8b513bed32" providerId="ADAL" clId="{29B8EAB1-7794-4034-AE6C-B3818B3EFB5A}" dt="2024-03-20T16:52:40.227" v="1076"/>
          <ac:spMkLst>
            <pc:docMk/>
            <pc:sldMk cId="3158504266" sldId="395"/>
            <ac:spMk id="16" creationId="{DAAE4CDD-124C-4DCF-9584-B6033B545DD5}"/>
          </ac:spMkLst>
        </pc:spChg>
        <pc:spChg chg="del">
          <ac:chgData name="Danielle Martin" userId="04f63225-1d27-46ab-9c7c-1c8b513bed32" providerId="ADAL" clId="{29B8EAB1-7794-4034-AE6C-B3818B3EFB5A}" dt="2024-03-20T16:52:40.227" v="1076"/>
          <ac:spMkLst>
            <pc:docMk/>
            <pc:sldMk cId="3158504266" sldId="395"/>
            <ac:spMk id="18" creationId="{081E4A58-353D-44AE-B2FC-2A74E2E400F7}"/>
          </ac:spMkLst>
        </pc:spChg>
      </pc:sldChg>
      <pc:sldChg chg="addSp delSp modSp add mod setBg delDesignElem">
        <pc:chgData name="Danielle Martin" userId="04f63225-1d27-46ab-9c7c-1c8b513bed32" providerId="ADAL" clId="{29B8EAB1-7794-4034-AE6C-B3818B3EFB5A}" dt="2024-03-20T16:53:24.760" v="1084" actId="1076"/>
        <pc:sldMkLst>
          <pc:docMk/>
          <pc:sldMk cId="627536808" sldId="403"/>
        </pc:sldMkLst>
        <pc:spChg chg="add mod">
          <ac:chgData name="Danielle Martin" userId="04f63225-1d27-46ab-9c7c-1c8b513bed32" providerId="ADAL" clId="{29B8EAB1-7794-4034-AE6C-B3818B3EFB5A}" dt="2024-03-20T16:53:24.760" v="1084" actId="1076"/>
          <ac:spMkLst>
            <pc:docMk/>
            <pc:sldMk cId="627536808" sldId="403"/>
            <ac:spMk id="7" creationId="{928C021A-1D8C-8694-C374-AB6DAC5DEE9D}"/>
          </ac:spMkLst>
        </pc:spChg>
        <pc:spChg chg="del">
          <ac:chgData name="Danielle Martin" userId="04f63225-1d27-46ab-9c7c-1c8b513bed32" providerId="ADAL" clId="{29B8EAB1-7794-4034-AE6C-B3818B3EFB5A}" dt="2024-03-20T16:53:12.440" v="1082"/>
          <ac:spMkLst>
            <pc:docMk/>
            <pc:sldMk cId="627536808" sldId="403"/>
            <ac:spMk id="11" creationId="{777A147A-9ED8-46B4-8660-1B3C2AA880B5}"/>
          </ac:spMkLst>
        </pc:spChg>
        <pc:spChg chg="del">
          <ac:chgData name="Danielle Martin" userId="04f63225-1d27-46ab-9c7c-1c8b513bed32" providerId="ADAL" clId="{29B8EAB1-7794-4034-AE6C-B3818B3EFB5A}" dt="2024-03-20T16:53:12.440" v="1082"/>
          <ac:spMkLst>
            <pc:docMk/>
            <pc:sldMk cId="627536808" sldId="403"/>
            <ac:spMk id="13" creationId="{5D6C15A0-C087-4593-8414-2B4EC1CDC3DE}"/>
          </ac:spMkLst>
        </pc:spChg>
      </pc:sldChg>
      <pc:sldChg chg="add">
        <pc:chgData name="Danielle Martin" userId="04f63225-1d27-46ab-9c7c-1c8b513bed32" providerId="ADAL" clId="{29B8EAB1-7794-4034-AE6C-B3818B3EFB5A}" dt="2024-03-20T16:59:21.071" v="1134" actId="2890"/>
        <pc:sldMkLst>
          <pc:docMk/>
          <pc:sldMk cId="1239357307" sldId="404"/>
        </pc:sldMkLst>
      </pc:sldChg>
      <pc:sldChg chg="modSp add mod">
        <pc:chgData name="Danielle Martin" userId="04f63225-1d27-46ab-9c7c-1c8b513bed32" providerId="ADAL" clId="{29B8EAB1-7794-4034-AE6C-B3818B3EFB5A}" dt="2024-03-20T17:00:30.009" v="1214" actId="5793"/>
        <pc:sldMkLst>
          <pc:docMk/>
          <pc:sldMk cId="3108373083" sldId="405"/>
        </pc:sldMkLst>
        <pc:spChg chg="mod">
          <ac:chgData name="Danielle Martin" userId="04f63225-1d27-46ab-9c7c-1c8b513bed32" providerId="ADAL" clId="{29B8EAB1-7794-4034-AE6C-B3818B3EFB5A}" dt="2024-03-20T17:00:30.009" v="1214" actId="5793"/>
          <ac:spMkLst>
            <pc:docMk/>
            <pc:sldMk cId="3108373083" sldId="405"/>
            <ac:spMk id="4" creationId="{0D9B9E8E-6A45-63E8-6A99-CA6300753A93}"/>
          </ac:spMkLst>
        </pc:spChg>
        <pc:spChg chg="mod">
          <ac:chgData name="Danielle Martin" userId="04f63225-1d27-46ab-9c7c-1c8b513bed32" providerId="ADAL" clId="{29B8EAB1-7794-4034-AE6C-B3818B3EFB5A}" dt="2024-03-20T17:00:26.414" v="1211" actId="20577"/>
          <ac:spMkLst>
            <pc:docMk/>
            <pc:sldMk cId="3108373083" sldId="405"/>
            <ac:spMk id="6" creationId="{7EA4FA01-EB19-2125-AF57-B0C89291E031}"/>
          </ac:spMkLst>
        </pc:spChg>
      </pc:sldChg>
      <pc:sldChg chg="modSp add mod">
        <pc:chgData name="Danielle Martin" userId="04f63225-1d27-46ab-9c7c-1c8b513bed32" providerId="ADAL" clId="{29B8EAB1-7794-4034-AE6C-B3818B3EFB5A}" dt="2024-04-03T17:24:34.926" v="1249" actId="14100"/>
        <pc:sldMkLst>
          <pc:docMk/>
          <pc:sldMk cId="781772030" sldId="406"/>
        </pc:sldMkLst>
        <pc:spChg chg="mod">
          <ac:chgData name="Danielle Martin" userId="04f63225-1d27-46ab-9c7c-1c8b513bed32" providerId="ADAL" clId="{29B8EAB1-7794-4034-AE6C-B3818B3EFB5A}" dt="2024-04-03T17:24:23.554" v="1242"/>
          <ac:spMkLst>
            <pc:docMk/>
            <pc:sldMk cId="781772030" sldId="406"/>
            <ac:spMk id="2" creationId="{034FA3DF-3BB9-0872-8286-224F44EE6675}"/>
          </ac:spMkLst>
        </pc:spChg>
        <pc:spChg chg="mod">
          <ac:chgData name="Danielle Martin" userId="04f63225-1d27-46ab-9c7c-1c8b513bed32" providerId="ADAL" clId="{29B8EAB1-7794-4034-AE6C-B3818B3EFB5A}" dt="2024-04-03T17:24:34.926" v="1249" actId="14100"/>
          <ac:spMkLst>
            <pc:docMk/>
            <pc:sldMk cId="781772030" sldId="406"/>
            <ac:spMk id="3" creationId="{394196A0-FA99-A3C3-328B-892E6276B1FE}"/>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A2FE6D-39FC-4546-A2DD-B0E24A7DEA2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BDB9DEB-977A-4B05-986E-3DE31F7EFE67}">
      <dgm:prSet/>
      <dgm:spPr/>
      <dgm:t>
        <a:bodyPr/>
        <a:lstStyle/>
        <a:p>
          <a:pPr>
            <a:lnSpc>
              <a:spcPct val="100000"/>
            </a:lnSpc>
          </a:pPr>
          <a:r>
            <a:rPr lang="en-US"/>
            <a:t>Add all employees will be required to sign acknowledgement of receipt and all policies </a:t>
          </a:r>
        </a:p>
      </dgm:t>
    </dgm:pt>
    <dgm:pt modelId="{E98D1C13-7CC9-41F4-B41F-ED1D6A6EDD1F}" type="parTrans" cxnId="{8F3C4009-6211-48F7-9FA9-DE7E3CEF533A}">
      <dgm:prSet/>
      <dgm:spPr/>
      <dgm:t>
        <a:bodyPr/>
        <a:lstStyle/>
        <a:p>
          <a:endParaRPr lang="en-US"/>
        </a:p>
      </dgm:t>
    </dgm:pt>
    <dgm:pt modelId="{CD44EB57-7578-4E53-90D2-94899BBA26EB}" type="sibTrans" cxnId="{8F3C4009-6211-48F7-9FA9-DE7E3CEF533A}">
      <dgm:prSet/>
      <dgm:spPr/>
      <dgm:t>
        <a:bodyPr/>
        <a:lstStyle/>
        <a:p>
          <a:endParaRPr lang="en-US"/>
        </a:p>
      </dgm:t>
    </dgm:pt>
    <dgm:pt modelId="{CEFA2476-F2C7-4BAA-A295-F585D1242CC5}">
      <dgm:prSet/>
      <dgm:spPr/>
      <dgm:t>
        <a:bodyPr/>
        <a:lstStyle/>
        <a:p>
          <a:pPr>
            <a:lnSpc>
              <a:spcPct val="100000"/>
            </a:lnSpc>
          </a:pPr>
          <a:r>
            <a:rPr lang="en-US"/>
            <a:t>Add a deadline to sign acknowledgement annually by Q1</a:t>
          </a:r>
        </a:p>
      </dgm:t>
    </dgm:pt>
    <dgm:pt modelId="{7EC017E3-38A0-40D9-9389-6231A141B7CC}" type="parTrans" cxnId="{08E8254D-53A2-4D4F-AE7A-1BFDCFE0E35D}">
      <dgm:prSet/>
      <dgm:spPr/>
      <dgm:t>
        <a:bodyPr/>
        <a:lstStyle/>
        <a:p>
          <a:endParaRPr lang="en-US"/>
        </a:p>
      </dgm:t>
    </dgm:pt>
    <dgm:pt modelId="{A2608A6C-E750-4941-B02A-90F722A3518F}" type="sibTrans" cxnId="{08E8254D-53A2-4D4F-AE7A-1BFDCFE0E35D}">
      <dgm:prSet/>
      <dgm:spPr/>
      <dgm:t>
        <a:bodyPr/>
        <a:lstStyle/>
        <a:p>
          <a:endParaRPr lang="en-US"/>
        </a:p>
      </dgm:t>
    </dgm:pt>
    <dgm:pt modelId="{13D6A5BA-ECC5-486E-A09D-B299A41C834B}" type="pres">
      <dgm:prSet presAssocID="{2EA2FE6D-39FC-4546-A2DD-B0E24A7DEA2C}" presName="root" presStyleCnt="0">
        <dgm:presLayoutVars>
          <dgm:dir/>
          <dgm:resizeHandles val="exact"/>
        </dgm:presLayoutVars>
      </dgm:prSet>
      <dgm:spPr/>
    </dgm:pt>
    <dgm:pt modelId="{7677F319-1D4D-4179-AC44-A3D53307B11B}" type="pres">
      <dgm:prSet presAssocID="{EBDB9DEB-977A-4B05-986E-3DE31F7EFE67}" presName="compNode" presStyleCnt="0"/>
      <dgm:spPr/>
    </dgm:pt>
    <dgm:pt modelId="{484C047C-4E7E-4A15-8A19-ACBFBC63B91B}" type="pres">
      <dgm:prSet presAssocID="{EBDB9DEB-977A-4B05-986E-3DE31F7EFE6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 List"/>
        </a:ext>
      </dgm:extLst>
    </dgm:pt>
    <dgm:pt modelId="{E2D80404-79E7-453A-98C1-591AF89D1E58}" type="pres">
      <dgm:prSet presAssocID="{EBDB9DEB-977A-4B05-986E-3DE31F7EFE67}" presName="spaceRect" presStyleCnt="0"/>
      <dgm:spPr/>
    </dgm:pt>
    <dgm:pt modelId="{085FAE98-F776-496E-84E6-C7FD5F6C8992}" type="pres">
      <dgm:prSet presAssocID="{EBDB9DEB-977A-4B05-986E-3DE31F7EFE67}" presName="textRect" presStyleLbl="revTx" presStyleIdx="0" presStyleCnt="2">
        <dgm:presLayoutVars>
          <dgm:chMax val="1"/>
          <dgm:chPref val="1"/>
        </dgm:presLayoutVars>
      </dgm:prSet>
      <dgm:spPr/>
    </dgm:pt>
    <dgm:pt modelId="{76CBD376-B573-4BC1-920C-086BB1BC8778}" type="pres">
      <dgm:prSet presAssocID="{CD44EB57-7578-4E53-90D2-94899BBA26EB}" presName="sibTrans" presStyleCnt="0"/>
      <dgm:spPr/>
    </dgm:pt>
    <dgm:pt modelId="{D920EDDB-9DBA-4E57-8D9C-C6368B1478E3}" type="pres">
      <dgm:prSet presAssocID="{CEFA2476-F2C7-4BAA-A295-F585D1242CC5}" presName="compNode" presStyleCnt="0"/>
      <dgm:spPr/>
    </dgm:pt>
    <dgm:pt modelId="{04790258-1FAD-4D72-A7CF-BC95E359FCBE}" type="pres">
      <dgm:prSet presAssocID="{CEFA2476-F2C7-4BAA-A295-F585D1242CC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0998DAC8-6E23-4A35-A3B5-2063028996EA}" type="pres">
      <dgm:prSet presAssocID="{CEFA2476-F2C7-4BAA-A295-F585D1242CC5}" presName="spaceRect" presStyleCnt="0"/>
      <dgm:spPr/>
    </dgm:pt>
    <dgm:pt modelId="{0B7E878B-B858-42CF-BA62-5583CFD83307}" type="pres">
      <dgm:prSet presAssocID="{CEFA2476-F2C7-4BAA-A295-F585D1242CC5}" presName="textRect" presStyleLbl="revTx" presStyleIdx="1" presStyleCnt="2">
        <dgm:presLayoutVars>
          <dgm:chMax val="1"/>
          <dgm:chPref val="1"/>
        </dgm:presLayoutVars>
      </dgm:prSet>
      <dgm:spPr/>
    </dgm:pt>
  </dgm:ptLst>
  <dgm:cxnLst>
    <dgm:cxn modelId="{8F3C4009-6211-48F7-9FA9-DE7E3CEF533A}" srcId="{2EA2FE6D-39FC-4546-A2DD-B0E24A7DEA2C}" destId="{EBDB9DEB-977A-4B05-986E-3DE31F7EFE67}" srcOrd="0" destOrd="0" parTransId="{E98D1C13-7CC9-41F4-B41F-ED1D6A6EDD1F}" sibTransId="{CD44EB57-7578-4E53-90D2-94899BBA26EB}"/>
    <dgm:cxn modelId="{6D350265-CC9E-428F-AD10-55CAD4D4C550}" type="presOf" srcId="{CEFA2476-F2C7-4BAA-A295-F585D1242CC5}" destId="{0B7E878B-B858-42CF-BA62-5583CFD83307}" srcOrd="0" destOrd="0" presId="urn:microsoft.com/office/officeart/2018/2/layout/IconLabelList"/>
    <dgm:cxn modelId="{08E8254D-53A2-4D4F-AE7A-1BFDCFE0E35D}" srcId="{2EA2FE6D-39FC-4546-A2DD-B0E24A7DEA2C}" destId="{CEFA2476-F2C7-4BAA-A295-F585D1242CC5}" srcOrd="1" destOrd="0" parTransId="{7EC017E3-38A0-40D9-9389-6231A141B7CC}" sibTransId="{A2608A6C-E750-4941-B02A-90F722A3518F}"/>
    <dgm:cxn modelId="{33A3294E-24AB-47C5-8590-E3EE8474DC66}" type="presOf" srcId="{EBDB9DEB-977A-4B05-986E-3DE31F7EFE67}" destId="{085FAE98-F776-496E-84E6-C7FD5F6C8992}" srcOrd="0" destOrd="0" presId="urn:microsoft.com/office/officeart/2018/2/layout/IconLabelList"/>
    <dgm:cxn modelId="{C50FA9C3-9521-49EE-8F30-13F08A152999}" type="presOf" srcId="{2EA2FE6D-39FC-4546-A2DD-B0E24A7DEA2C}" destId="{13D6A5BA-ECC5-486E-A09D-B299A41C834B}" srcOrd="0" destOrd="0" presId="urn:microsoft.com/office/officeart/2018/2/layout/IconLabelList"/>
    <dgm:cxn modelId="{8BEC6DAF-8BC9-4918-B91D-FBA69BCF9E0A}" type="presParOf" srcId="{13D6A5BA-ECC5-486E-A09D-B299A41C834B}" destId="{7677F319-1D4D-4179-AC44-A3D53307B11B}" srcOrd="0" destOrd="0" presId="urn:microsoft.com/office/officeart/2018/2/layout/IconLabelList"/>
    <dgm:cxn modelId="{73CC2F0D-3A25-49D4-A16C-575DB7B6598F}" type="presParOf" srcId="{7677F319-1D4D-4179-AC44-A3D53307B11B}" destId="{484C047C-4E7E-4A15-8A19-ACBFBC63B91B}" srcOrd="0" destOrd="0" presId="urn:microsoft.com/office/officeart/2018/2/layout/IconLabelList"/>
    <dgm:cxn modelId="{27C6B3C9-0DE7-4607-8D74-06AA7BD8322A}" type="presParOf" srcId="{7677F319-1D4D-4179-AC44-A3D53307B11B}" destId="{E2D80404-79E7-453A-98C1-591AF89D1E58}" srcOrd="1" destOrd="0" presId="urn:microsoft.com/office/officeart/2018/2/layout/IconLabelList"/>
    <dgm:cxn modelId="{23CED754-EF90-48F7-AE7C-DF21DE55ED1D}" type="presParOf" srcId="{7677F319-1D4D-4179-AC44-A3D53307B11B}" destId="{085FAE98-F776-496E-84E6-C7FD5F6C8992}" srcOrd="2" destOrd="0" presId="urn:microsoft.com/office/officeart/2018/2/layout/IconLabelList"/>
    <dgm:cxn modelId="{DDB4956C-347B-4B51-9D30-73F17DA00FF1}" type="presParOf" srcId="{13D6A5BA-ECC5-486E-A09D-B299A41C834B}" destId="{76CBD376-B573-4BC1-920C-086BB1BC8778}" srcOrd="1" destOrd="0" presId="urn:microsoft.com/office/officeart/2018/2/layout/IconLabelList"/>
    <dgm:cxn modelId="{84B8F42C-769D-4A81-8875-1256FB8EF950}" type="presParOf" srcId="{13D6A5BA-ECC5-486E-A09D-B299A41C834B}" destId="{D920EDDB-9DBA-4E57-8D9C-C6368B1478E3}" srcOrd="2" destOrd="0" presId="urn:microsoft.com/office/officeart/2018/2/layout/IconLabelList"/>
    <dgm:cxn modelId="{F68D1ACD-C4B5-4800-950B-9C11E8F108EF}" type="presParOf" srcId="{D920EDDB-9DBA-4E57-8D9C-C6368B1478E3}" destId="{04790258-1FAD-4D72-A7CF-BC95E359FCBE}" srcOrd="0" destOrd="0" presId="urn:microsoft.com/office/officeart/2018/2/layout/IconLabelList"/>
    <dgm:cxn modelId="{0077D966-6865-4065-94C4-E152139C5B65}" type="presParOf" srcId="{D920EDDB-9DBA-4E57-8D9C-C6368B1478E3}" destId="{0998DAC8-6E23-4A35-A3B5-2063028996EA}" srcOrd="1" destOrd="0" presId="urn:microsoft.com/office/officeart/2018/2/layout/IconLabelList"/>
    <dgm:cxn modelId="{B281CB1C-AFAC-4265-9A05-9FB68117E9B3}" type="presParOf" srcId="{D920EDDB-9DBA-4E57-8D9C-C6368B1478E3}" destId="{0B7E878B-B858-42CF-BA62-5583CFD8330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0CE40A-15C5-4E61-84E6-98A1A71876C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9F9F84F-53EC-4ED2-A8D1-026C2C0DBB92}">
      <dgm:prSet/>
      <dgm:spPr/>
      <dgm:t>
        <a:bodyPr/>
        <a:lstStyle/>
        <a:p>
          <a:r>
            <a:rPr lang="en-US" b="1"/>
            <a:t>Reasons for Leave</a:t>
          </a:r>
          <a:endParaRPr lang="en-US"/>
        </a:p>
      </dgm:t>
    </dgm:pt>
    <dgm:pt modelId="{031B0F16-0DF0-418C-BD69-1771639C322E}" type="parTrans" cxnId="{92479040-32EF-4060-B208-90F88ED3A736}">
      <dgm:prSet/>
      <dgm:spPr/>
      <dgm:t>
        <a:bodyPr/>
        <a:lstStyle/>
        <a:p>
          <a:endParaRPr lang="en-US"/>
        </a:p>
      </dgm:t>
    </dgm:pt>
    <dgm:pt modelId="{2215202D-C67B-4DDA-86CA-8557CC0D3E4A}" type="sibTrans" cxnId="{92479040-32EF-4060-B208-90F88ED3A736}">
      <dgm:prSet/>
      <dgm:spPr/>
      <dgm:t>
        <a:bodyPr/>
        <a:lstStyle/>
        <a:p>
          <a:endParaRPr lang="en-US"/>
        </a:p>
      </dgm:t>
    </dgm:pt>
    <dgm:pt modelId="{CF5DC3EE-BA6C-4224-9D62-BDC8192E4EEE}">
      <dgm:prSet/>
      <dgm:spPr/>
      <dgm:t>
        <a:bodyPr/>
        <a:lstStyle/>
        <a:p>
          <a:r>
            <a:rPr lang="en-US"/>
            <a:t>Paid leave Sick leave may be used by an employee for any of the following reasons: </a:t>
          </a:r>
        </a:p>
      </dgm:t>
    </dgm:pt>
    <dgm:pt modelId="{DC758FD8-B52B-4579-9926-B13065F8252F}" type="parTrans" cxnId="{093501CE-DE93-480D-917C-0DC869039EFA}">
      <dgm:prSet/>
      <dgm:spPr/>
      <dgm:t>
        <a:bodyPr/>
        <a:lstStyle/>
        <a:p>
          <a:endParaRPr lang="en-US"/>
        </a:p>
      </dgm:t>
    </dgm:pt>
    <dgm:pt modelId="{49DA5659-8C64-4DAA-B79F-CF1FB44DC7AE}" type="sibTrans" cxnId="{093501CE-DE93-480D-917C-0DC869039EFA}">
      <dgm:prSet/>
      <dgm:spPr/>
      <dgm:t>
        <a:bodyPr/>
        <a:lstStyle/>
        <a:p>
          <a:endParaRPr lang="en-US"/>
        </a:p>
      </dgm:t>
    </dgm:pt>
    <dgm:pt modelId="{000A94E4-1571-469F-A8FC-43ABB43F2107}">
      <dgm:prSet/>
      <dgm:spPr/>
      <dgm:t>
        <a:bodyPr/>
        <a:lstStyle/>
        <a:p>
          <a:r>
            <a:rPr lang="en-US" u="sng"/>
            <a:t>Personal Illness or Injury:</a:t>
          </a:r>
          <a:r>
            <a:rPr lang="en-US"/>
            <a:t> Employees can use sick and safe leave when they need to address their own physical or mental health conditions, including medical appointments, menstruation, recovery from illness or injury, or preventive care.</a:t>
          </a:r>
        </a:p>
      </dgm:t>
    </dgm:pt>
    <dgm:pt modelId="{11D8EC0D-9628-4632-85AD-2D605AA95941}" type="parTrans" cxnId="{EA67F05F-4C8B-4B76-BCCA-F00190765E93}">
      <dgm:prSet/>
      <dgm:spPr/>
      <dgm:t>
        <a:bodyPr/>
        <a:lstStyle/>
        <a:p>
          <a:endParaRPr lang="en-US"/>
        </a:p>
      </dgm:t>
    </dgm:pt>
    <dgm:pt modelId="{1AE32818-4FFE-4D26-B04F-4FAC3EE29F3F}" type="sibTrans" cxnId="{EA67F05F-4C8B-4B76-BCCA-F00190765E93}">
      <dgm:prSet/>
      <dgm:spPr/>
      <dgm:t>
        <a:bodyPr/>
        <a:lstStyle/>
        <a:p>
          <a:endParaRPr lang="en-US"/>
        </a:p>
      </dgm:t>
    </dgm:pt>
    <dgm:pt modelId="{836C34C2-26A0-419B-934C-6F375C35C349}">
      <dgm:prSet/>
      <dgm:spPr/>
      <dgm:t>
        <a:bodyPr/>
        <a:lstStyle/>
        <a:p>
          <a:r>
            <a:rPr lang="en-US" u="sng"/>
            <a:t>Family Member's Illness:</a:t>
          </a:r>
          <a:r>
            <a:rPr lang="en-US"/>
            <a:t> Sick and safe leave can be used to care for a family member who is ill or injured, and whose health condition requires care.</a:t>
          </a:r>
        </a:p>
      </dgm:t>
    </dgm:pt>
    <dgm:pt modelId="{8C4E07CC-9413-4742-AF6D-5451A2399B61}" type="parTrans" cxnId="{025BBDBD-647C-48EF-BD7E-1F64BDA27235}">
      <dgm:prSet/>
      <dgm:spPr/>
      <dgm:t>
        <a:bodyPr/>
        <a:lstStyle/>
        <a:p>
          <a:endParaRPr lang="en-US"/>
        </a:p>
      </dgm:t>
    </dgm:pt>
    <dgm:pt modelId="{8693F092-A5DB-48B9-9400-F12AC54482FC}" type="sibTrans" cxnId="{025BBDBD-647C-48EF-BD7E-1F64BDA27235}">
      <dgm:prSet/>
      <dgm:spPr/>
      <dgm:t>
        <a:bodyPr/>
        <a:lstStyle/>
        <a:p>
          <a:endParaRPr lang="en-US"/>
        </a:p>
      </dgm:t>
    </dgm:pt>
    <dgm:pt modelId="{88BD92FF-13D9-4747-9C4A-DEB33117B936}">
      <dgm:prSet/>
      <dgm:spPr/>
      <dgm:t>
        <a:bodyPr/>
        <a:lstStyle/>
        <a:p>
          <a:r>
            <a:rPr lang="en-US" u="sng"/>
            <a:t>Medical Appointments:</a:t>
          </a:r>
          <a:r>
            <a:rPr lang="en-US"/>
            <a:t> Sick and safe leave can be used for medical, dental, or optical appointments for the employee or their family members.</a:t>
          </a:r>
        </a:p>
      </dgm:t>
    </dgm:pt>
    <dgm:pt modelId="{12309318-199C-4776-ADB5-C7A83476E80C}" type="parTrans" cxnId="{D8FAA594-B094-40C5-99C7-E6AEF60C52CD}">
      <dgm:prSet/>
      <dgm:spPr/>
      <dgm:t>
        <a:bodyPr/>
        <a:lstStyle/>
        <a:p>
          <a:endParaRPr lang="en-US"/>
        </a:p>
      </dgm:t>
    </dgm:pt>
    <dgm:pt modelId="{68CF7107-8A5E-445F-8AC8-7167FF2FE903}" type="sibTrans" cxnId="{D8FAA594-B094-40C5-99C7-E6AEF60C52CD}">
      <dgm:prSet/>
      <dgm:spPr/>
      <dgm:t>
        <a:bodyPr/>
        <a:lstStyle/>
        <a:p>
          <a:endParaRPr lang="en-US"/>
        </a:p>
      </dgm:t>
    </dgm:pt>
    <dgm:pt modelId="{12D5F587-E327-495D-B63C-1C8EF28DFE0D}">
      <dgm:prSet/>
      <dgm:spPr/>
      <dgm:t>
        <a:bodyPr/>
        <a:lstStyle/>
        <a:p>
          <a:r>
            <a:rPr lang="en-US" u="sng"/>
            <a:t>Domestic Violence or Sexual Abuse:</a:t>
          </a:r>
          <a:r>
            <a:rPr lang="en-US"/>
            <a:t> Employees can use sick and safe leave to seek medical attention, legal assistance, or counseling related to domestic violence, sexual abuse, or stalking for themselves or the employee’s family member.</a:t>
          </a:r>
        </a:p>
      </dgm:t>
    </dgm:pt>
    <dgm:pt modelId="{5CFDF306-E99A-46BB-8649-F84904E114DA}" type="parTrans" cxnId="{133EEEB9-6BBB-4827-AF2D-8A429C2B9136}">
      <dgm:prSet/>
      <dgm:spPr/>
      <dgm:t>
        <a:bodyPr/>
        <a:lstStyle/>
        <a:p>
          <a:endParaRPr lang="en-US"/>
        </a:p>
      </dgm:t>
    </dgm:pt>
    <dgm:pt modelId="{DCDE0744-AC9A-4627-9FF6-2FE44D00F5F4}" type="sibTrans" cxnId="{133EEEB9-6BBB-4827-AF2D-8A429C2B9136}">
      <dgm:prSet/>
      <dgm:spPr/>
      <dgm:t>
        <a:bodyPr/>
        <a:lstStyle/>
        <a:p>
          <a:endParaRPr lang="en-US"/>
        </a:p>
      </dgm:t>
    </dgm:pt>
    <dgm:pt modelId="{03AA34E9-146B-40AA-98D8-0733B942DEB0}">
      <dgm:prSet/>
      <dgm:spPr/>
      <dgm:t>
        <a:bodyPr/>
        <a:lstStyle/>
        <a:p>
          <a:r>
            <a:rPr lang="en-US" u="sng"/>
            <a:t>Mental or Physical Health:</a:t>
          </a:r>
          <a:r>
            <a:rPr lang="en-US"/>
            <a:t> Employee can use leave for mental health days, counseling, and other health-related reasons. </a:t>
          </a:r>
        </a:p>
      </dgm:t>
    </dgm:pt>
    <dgm:pt modelId="{2B79F060-6174-4300-BBEA-81CD8FCA8190}" type="parTrans" cxnId="{99EA7E15-13C3-417A-98A2-DB1B906F863C}">
      <dgm:prSet/>
      <dgm:spPr/>
      <dgm:t>
        <a:bodyPr/>
        <a:lstStyle/>
        <a:p>
          <a:endParaRPr lang="en-US"/>
        </a:p>
      </dgm:t>
    </dgm:pt>
    <dgm:pt modelId="{42DF70CF-3F09-4422-BD66-EBC5429089AB}" type="sibTrans" cxnId="{99EA7E15-13C3-417A-98A2-DB1B906F863C}">
      <dgm:prSet/>
      <dgm:spPr/>
      <dgm:t>
        <a:bodyPr/>
        <a:lstStyle/>
        <a:p>
          <a:endParaRPr lang="en-US"/>
        </a:p>
      </dgm:t>
    </dgm:pt>
    <dgm:pt modelId="{C00F3AD9-C1F5-49B5-AF72-D8C95266147B}">
      <dgm:prSet/>
      <dgm:spPr/>
      <dgm:t>
        <a:bodyPr/>
        <a:lstStyle/>
        <a:p>
          <a:r>
            <a:rPr lang="en-US" u="sng"/>
            <a:t>Grieving:</a:t>
          </a:r>
          <a:r>
            <a:rPr lang="en-US"/>
            <a:t> Employee can use leave for mental health day for grieving the loss of friends/family.</a:t>
          </a:r>
        </a:p>
      </dgm:t>
    </dgm:pt>
    <dgm:pt modelId="{F6423C80-6E56-42EC-B2A2-368EA96DE87C}" type="parTrans" cxnId="{8F82D3D8-8FFA-4461-8C62-DD56FC8E12B4}">
      <dgm:prSet/>
      <dgm:spPr/>
      <dgm:t>
        <a:bodyPr/>
        <a:lstStyle/>
        <a:p>
          <a:endParaRPr lang="en-US"/>
        </a:p>
      </dgm:t>
    </dgm:pt>
    <dgm:pt modelId="{3D2C35F8-C110-45E2-A4B4-7065A2581C87}" type="sibTrans" cxnId="{8F82D3D8-8FFA-4461-8C62-DD56FC8E12B4}">
      <dgm:prSet/>
      <dgm:spPr/>
      <dgm:t>
        <a:bodyPr/>
        <a:lstStyle/>
        <a:p>
          <a:endParaRPr lang="en-US"/>
        </a:p>
      </dgm:t>
    </dgm:pt>
    <dgm:pt modelId="{D772B277-84E4-42FA-9C4E-D639B012C065}">
      <dgm:prSet/>
      <dgm:spPr/>
      <dgm:t>
        <a:bodyPr/>
        <a:lstStyle/>
        <a:p>
          <a:r>
            <a:rPr lang="en-US" u="sng"/>
            <a:t>Child's Immunization:</a:t>
          </a:r>
          <a:r>
            <a:rPr lang="en-US"/>
            <a:t> Employees can use sick and safe leave to take their child to receive immunization shots.</a:t>
          </a:r>
        </a:p>
      </dgm:t>
    </dgm:pt>
    <dgm:pt modelId="{41D7D983-3982-4E09-AD78-548F0ACF7391}" type="parTrans" cxnId="{CF7CC34C-C5DA-4806-8B57-CA6B41468F08}">
      <dgm:prSet/>
      <dgm:spPr/>
      <dgm:t>
        <a:bodyPr/>
        <a:lstStyle/>
        <a:p>
          <a:endParaRPr lang="en-US"/>
        </a:p>
      </dgm:t>
    </dgm:pt>
    <dgm:pt modelId="{F9EB31E1-9FD3-4C94-BA73-1454DE0F4936}" type="sibTrans" cxnId="{CF7CC34C-C5DA-4806-8B57-CA6B41468F08}">
      <dgm:prSet/>
      <dgm:spPr/>
      <dgm:t>
        <a:bodyPr/>
        <a:lstStyle/>
        <a:p>
          <a:endParaRPr lang="en-US"/>
        </a:p>
      </dgm:t>
    </dgm:pt>
    <dgm:pt modelId="{A159F116-FE42-417C-96BA-22687B01078A}">
      <dgm:prSet/>
      <dgm:spPr/>
      <dgm:t>
        <a:bodyPr/>
        <a:lstStyle/>
        <a:p>
          <a:r>
            <a:rPr lang="en-US" u="sng"/>
            <a:t>Pregnancy and Postpartum Recovery:</a:t>
          </a:r>
          <a:r>
            <a:rPr lang="en-US"/>
            <a:t> Sick and safe leave can be used for pregnancy-related medical appointments and recovery from childbirth.  </a:t>
          </a:r>
        </a:p>
      </dgm:t>
    </dgm:pt>
    <dgm:pt modelId="{C000CF63-BC43-41F4-9E85-0D64C267FC9A}" type="parTrans" cxnId="{82E4926E-678F-42C1-B6C2-AE7331971C5E}">
      <dgm:prSet/>
      <dgm:spPr/>
      <dgm:t>
        <a:bodyPr/>
        <a:lstStyle/>
        <a:p>
          <a:endParaRPr lang="en-US"/>
        </a:p>
      </dgm:t>
    </dgm:pt>
    <dgm:pt modelId="{83BF4BA0-618B-4EA1-B988-05541BA2A553}" type="sibTrans" cxnId="{82E4926E-678F-42C1-B6C2-AE7331971C5E}">
      <dgm:prSet/>
      <dgm:spPr/>
      <dgm:t>
        <a:bodyPr/>
        <a:lstStyle/>
        <a:p>
          <a:endParaRPr lang="en-US"/>
        </a:p>
      </dgm:t>
    </dgm:pt>
    <dgm:pt modelId="{83E1853A-7D1C-4237-85F2-2AB882673418}" type="pres">
      <dgm:prSet presAssocID="{250CE40A-15C5-4E61-84E6-98A1A71876CD}" presName="linear" presStyleCnt="0">
        <dgm:presLayoutVars>
          <dgm:animLvl val="lvl"/>
          <dgm:resizeHandles val="exact"/>
        </dgm:presLayoutVars>
      </dgm:prSet>
      <dgm:spPr/>
    </dgm:pt>
    <dgm:pt modelId="{4B3D6FB3-E7C6-49C7-B594-4761BE73AEA7}" type="pres">
      <dgm:prSet presAssocID="{C9F9F84F-53EC-4ED2-A8D1-026C2C0DBB92}" presName="parentText" presStyleLbl="node1" presStyleIdx="0" presStyleCnt="2">
        <dgm:presLayoutVars>
          <dgm:chMax val="0"/>
          <dgm:bulletEnabled val="1"/>
        </dgm:presLayoutVars>
      </dgm:prSet>
      <dgm:spPr/>
    </dgm:pt>
    <dgm:pt modelId="{D78AB944-586E-4EB6-BF95-5DBE13C44B65}" type="pres">
      <dgm:prSet presAssocID="{2215202D-C67B-4DDA-86CA-8557CC0D3E4A}" presName="spacer" presStyleCnt="0"/>
      <dgm:spPr/>
    </dgm:pt>
    <dgm:pt modelId="{37A9C901-166F-440A-B641-BB1A3B06603D}" type="pres">
      <dgm:prSet presAssocID="{CF5DC3EE-BA6C-4224-9D62-BDC8192E4EEE}" presName="parentText" presStyleLbl="node1" presStyleIdx="1" presStyleCnt="2">
        <dgm:presLayoutVars>
          <dgm:chMax val="0"/>
          <dgm:bulletEnabled val="1"/>
        </dgm:presLayoutVars>
      </dgm:prSet>
      <dgm:spPr/>
    </dgm:pt>
    <dgm:pt modelId="{0DB27FAE-10C0-4E5E-B0C7-C066DFA53E40}" type="pres">
      <dgm:prSet presAssocID="{CF5DC3EE-BA6C-4224-9D62-BDC8192E4EEE}" presName="childText" presStyleLbl="revTx" presStyleIdx="0" presStyleCnt="1">
        <dgm:presLayoutVars>
          <dgm:bulletEnabled val="1"/>
        </dgm:presLayoutVars>
      </dgm:prSet>
      <dgm:spPr/>
    </dgm:pt>
  </dgm:ptLst>
  <dgm:cxnLst>
    <dgm:cxn modelId="{A5540112-7E3A-4AD3-B656-D4B05B0C6E55}" type="presOf" srcId="{A159F116-FE42-417C-96BA-22687B01078A}" destId="{0DB27FAE-10C0-4E5E-B0C7-C066DFA53E40}" srcOrd="0" destOrd="7" presId="urn:microsoft.com/office/officeart/2005/8/layout/vList2"/>
    <dgm:cxn modelId="{445A4414-B0AB-470E-A609-3C95A7511D86}" type="presOf" srcId="{000A94E4-1571-469F-A8FC-43ABB43F2107}" destId="{0DB27FAE-10C0-4E5E-B0C7-C066DFA53E40}" srcOrd="0" destOrd="0" presId="urn:microsoft.com/office/officeart/2005/8/layout/vList2"/>
    <dgm:cxn modelId="{99EA7E15-13C3-417A-98A2-DB1B906F863C}" srcId="{CF5DC3EE-BA6C-4224-9D62-BDC8192E4EEE}" destId="{03AA34E9-146B-40AA-98D8-0733B942DEB0}" srcOrd="4" destOrd="0" parTransId="{2B79F060-6174-4300-BBEA-81CD8FCA8190}" sibTransId="{42DF70CF-3F09-4422-BD66-EBC5429089AB}"/>
    <dgm:cxn modelId="{B743601B-B5F5-4AC7-820B-7A3B07BEDA7C}" type="presOf" srcId="{CF5DC3EE-BA6C-4224-9D62-BDC8192E4EEE}" destId="{37A9C901-166F-440A-B641-BB1A3B06603D}" srcOrd="0" destOrd="0" presId="urn:microsoft.com/office/officeart/2005/8/layout/vList2"/>
    <dgm:cxn modelId="{52614C20-62E0-46A0-A464-4D16B343A540}" type="presOf" srcId="{03AA34E9-146B-40AA-98D8-0733B942DEB0}" destId="{0DB27FAE-10C0-4E5E-B0C7-C066DFA53E40}" srcOrd="0" destOrd="4" presId="urn:microsoft.com/office/officeart/2005/8/layout/vList2"/>
    <dgm:cxn modelId="{72285320-D773-451F-A536-6D9F2CEC5304}" type="presOf" srcId="{D772B277-84E4-42FA-9C4E-D639B012C065}" destId="{0DB27FAE-10C0-4E5E-B0C7-C066DFA53E40}" srcOrd="0" destOrd="6" presId="urn:microsoft.com/office/officeart/2005/8/layout/vList2"/>
    <dgm:cxn modelId="{92479040-32EF-4060-B208-90F88ED3A736}" srcId="{250CE40A-15C5-4E61-84E6-98A1A71876CD}" destId="{C9F9F84F-53EC-4ED2-A8D1-026C2C0DBB92}" srcOrd="0" destOrd="0" parTransId="{031B0F16-0DF0-418C-BD69-1771639C322E}" sibTransId="{2215202D-C67B-4DDA-86CA-8557CC0D3E4A}"/>
    <dgm:cxn modelId="{D80A0E5C-56AA-484E-A659-42F01086C251}" type="presOf" srcId="{836C34C2-26A0-419B-934C-6F375C35C349}" destId="{0DB27FAE-10C0-4E5E-B0C7-C066DFA53E40}" srcOrd="0" destOrd="1" presId="urn:microsoft.com/office/officeart/2005/8/layout/vList2"/>
    <dgm:cxn modelId="{F007235C-1DF6-4B73-AC43-107150F3F556}" type="presOf" srcId="{C9F9F84F-53EC-4ED2-A8D1-026C2C0DBB92}" destId="{4B3D6FB3-E7C6-49C7-B594-4761BE73AEA7}" srcOrd="0" destOrd="0" presId="urn:microsoft.com/office/officeart/2005/8/layout/vList2"/>
    <dgm:cxn modelId="{EA67F05F-4C8B-4B76-BCCA-F00190765E93}" srcId="{CF5DC3EE-BA6C-4224-9D62-BDC8192E4EEE}" destId="{000A94E4-1571-469F-A8FC-43ABB43F2107}" srcOrd="0" destOrd="0" parTransId="{11D8EC0D-9628-4632-85AD-2D605AA95941}" sibTransId="{1AE32818-4FFE-4D26-B04F-4FAC3EE29F3F}"/>
    <dgm:cxn modelId="{CF7CC34C-C5DA-4806-8B57-CA6B41468F08}" srcId="{CF5DC3EE-BA6C-4224-9D62-BDC8192E4EEE}" destId="{D772B277-84E4-42FA-9C4E-D639B012C065}" srcOrd="6" destOrd="0" parTransId="{41D7D983-3982-4E09-AD78-548F0ACF7391}" sibTransId="{F9EB31E1-9FD3-4C94-BA73-1454DE0F4936}"/>
    <dgm:cxn modelId="{82E4926E-678F-42C1-B6C2-AE7331971C5E}" srcId="{CF5DC3EE-BA6C-4224-9D62-BDC8192E4EEE}" destId="{A159F116-FE42-417C-96BA-22687B01078A}" srcOrd="7" destOrd="0" parTransId="{C000CF63-BC43-41F4-9E85-0D64C267FC9A}" sibTransId="{83BF4BA0-618B-4EA1-B988-05541BA2A553}"/>
    <dgm:cxn modelId="{848BB153-C51F-4ACF-8DCD-235EB16D6EFE}" type="presOf" srcId="{88BD92FF-13D9-4747-9C4A-DEB33117B936}" destId="{0DB27FAE-10C0-4E5E-B0C7-C066DFA53E40}" srcOrd="0" destOrd="2" presId="urn:microsoft.com/office/officeart/2005/8/layout/vList2"/>
    <dgm:cxn modelId="{E7BEB859-98F5-421E-9FCB-8413B7150C87}" type="presOf" srcId="{12D5F587-E327-495D-B63C-1C8EF28DFE0D}" destId="{0DB27FAE-10C0-4E5E-B0C7-C066DFA53E40}" srcOrd="0" destOrd="3" presId="urn:microsoft.com/office/officeart/2005/8/layout/vList2"/>
    <dgm:cxn modelId="{5AB6108D-C6A6-4BDD-92B0-ED5474253102}" type="presOf" srcId="{C00F3AD9-C1F5-49B5-AF72-D8C95266147B}" destId="{0DB27FAE-10C0-4E5E-B0C7-C066DFA53E40}" srcOrd="0" destOrd="5" presId="urn:microsoft.com/office/officeart/2005/8/layout/vList2"/>
    <dgm:cxn modelId="{D8FAA594-B094-40C5-99C7-E6AEF60C52CD}" srcId="{CF5DC3EE-BA6C-4224-9D62-BDC8192E4EEE}" destId="{88BD92FF-13D9-4747-9C4A-DEB33117B936}" srcOrd="2" destOrd="0" parTransId="{12309318-199C-4776-ADB5-C7A83476E80C}" sibTransId="{68CF7107-8A5E-445F-8AC8-7167FF2FE903}"/>
    <dgm:cxn modelId="{133EEEB9-6BBB-4827-AF2D-8A429C2B9136}" srcId="{CF5DC3EE-BA6C-4224-9D62-BDC8192E4EEE}" destId="{12D5F587-E327-495D-B63C-1C8EF28DFE0D}" srcOrd="3" destOrd="0" parTransId="{5CFDF306-E99A-46BB-8649-F84904E114DA}" sibTransId="{DCDE0744-AC9A-4627-9FF6-2FE44D00F5F4}"/>
    <dgm:cxn modelId="{025BBDBD-647C-48EF-BD7E-1F64BDA27235}" srcId="{CF5DC3EE-BA6C-4224-9D62-BDC8192E4EEE}" destId="{836C34C2-26A0-419B-934C-6F375C35C349}" srcOrd="1" destOrd="0" parTransId="{8C4E07CC-9413-4742-AF6D-5451A2399B61}" sibTransId="{8693F092-A5DB-48B9-9400-F12AC54482FC}"/>
    <dgm:cxn modelId="{093501CE-DE93-480D-917C-0DC869039EFA}" srcId="{250CE40A-15C5-4E61-84E6-98A1A71876CD}" destId="{CF5DC3EE-BA6C-4224-9D62-BDC8192E4EEE}" srcOrd="1" destOrd="0" parTransId="{DC758FD8-B52B-4579-9926-B13065F8252F}" sibTransId="{49DA5659-8C64-4DAA-B79F-CF1FB44DC7AE}"/>
    <dgm:cxn modelId="{8F82D3D8-8FFA-4461-8C62-DD56FC8E12B4}" srcId="{CF5DC3EE-BA6C-4224-9D62-BDC8192E4EEE}" destId="{C00F3AD9-C1F5-49B5-AF72-D8C95266147B}" srcOrd="5" destOrd="0" parTransId="{F6423C80-6E56-42EC-B2A2-368EA96DE87C}" sibTransId="{3D2C35F8-C110-45E2-A4B4-7065A2581C87}"/>
    <dgm:cxn modelId="{75E115F0-F8AA-43AF-BD55-243AB066891D}" type="presOf" srcId="{250CE40A-15C5-4E61-84E6-98A1A71876CD}" destId="{83E1853A-7D1C-4237-85F2-2AB882673418}" srcOrd="0" destOrd="0" presId="urn:microsoft.com/office/officeart/2005/8/layout/vList2"/>
    <dgm:cxn modelId="{F439C901-E734-424C-AB44-3E5263521423}" type="presParOf" srcId="{83E1853A-7D1C-4237-85F2-2AB882673418}" destId="{4B3D6FB3-E7C6-49C7-B594-4761BE73AEA7}" srcOrd="0" destOrd="0" presId="urn:microsoft.com/office/officeart/2005/8/layout/vList2"/>
    <dgm:cxn modelId="{9592BB20-A6B6-46B6-BF6A-794B92CAB73A}" type="presParOf" srcId="{83E1853A-7D1C-4237-85F2-2AB882673418}" destId="{D78AB944-586E-4EB6-BF95-5DBE13C44B65}" srcOrd="1" destOrd="0" presId="urn:microsoft.com/office/officeart/2005/8/layout/vList2"/>
    <dgm:cxn modelId="{50BA995F-A572-42FC-99DA-7AF23E6557DD}" type="presParOf" srcId="{83E1853A-7D1C-4237-85F2-2AB882673418}" destId="{37A9C901-166F-440A-B641-BB1A3B06603D}" srcOrd="2" destOrd="0" presId="urn:microsoft.com/office/officeart/2005/8/layout/vList2"/>
    <dgm:cxn modelId="{184C5985-3BA5-4C24-8FF3-67AD4ACD3DAD}" type="presParOf" srcId="{83E1853A-7D1C-4237-85F2-2AB882673418}" destId="{0DB27FAE-10C0-4E5E-B0C7-C066DFA53E4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4C047C-4E7E-4A15-8A19-ACBFBC63B91B}">
      <dsp:nvSpPr>
        <dsp:cNvPr id="0" name=""/>
        <dsp:cNvSpPr/>
      </dsp:nvSpPr>
      <dsp:spPr>
        <a:xfrm>
          <a:off x="1747800" y="6085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5FAE98-F776-496E-84E6-C7FD5F6C8992}">
      <dsp:nvSpPr>
        <dsp:cNvPr id="0" name=""/>
        <dsp:cNvSpPr/>
      </dsp:nvSpPr>
      <dsp:spPr>
        <a:xfrm>
          <a:off x="559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Add all employees will be required to sign acknowledgement of receipt and all policies </a:t>
          </a:r>
        </a:p>
      </dsp:txBody>
      <dsp:txXfrm>
        <a:off x="559800" y="3022743"/>
        <a:ext cx="4320000" cy="720000"/>
      </dsp:txXfrm>
    </dsp:sp>
    <dsp:sp modelId="{04790258-1FAD-4D72-A7CF-BC95E359FCBE}">
      <dsp:nvSpPr>
        <dsp:cNvPr id="0" name=""/>
        <dsp:cNvSpPr/>
      </dsp:nvSpPr>
      <dsp:spPr>
        <a:xfrm>
          <a:off x="6823800" y="6085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7E878B-B858-42CF-BA62-5583CFD83307}">
      <dsp:nvSpPr>
        <dsp:cNvPr id="0" name=""/>
        <dsp:cNvSpPr/>
      </dsp:nvSpPr>
      <dsp:spPr>
        <a:xfrm>
          <a:off x="5635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Add a deadline to sign acknowledgement annually by Q1</a:t>
          </a:r>
        </a:p>
      </dsp:txBody>
      <dsp:txXfrm>
        <a:off x="5635800" y="3022743"/>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3D6FB3-E7C6-49C7-B594-4761BE73AEA7}">
      <dsp:nvSpPr>
        <dsp:cNvPr id="0" name=""/>
        <dsp:cNvSpPr/>
      </dsp:nvSpPr>
      <dsp:spPr>
        <a:xfrm>
          <a:off x="0" y="229920"/>
          <a:ext cx="11778762" cy="55165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Reasons for Leave</a:t>
          </a:r>
          <a:endParaRPr lang="en-US" sz="2300" kern="1200"/>
        </a:p>
      </dsp:txBody>
      <dsp:txXfrm>
        <a:off x="26930" y="256850"/>
        <a:ext cx="11724902" cy="497795"/>
      </dsp:txXfrm>
    </dsp:sp>
    <dsp:sp modelId="{37A9C901-166F-440A-B641-BB1A3B06603D}">
      <dsp:nvSpPr>
        <dsp:cNvPr id="0" name=""/>
        <dsp:cNvSpPr/>
      </dsp:nvSpPr>
      <dsp:spPr>
        <a:xfrm>
          <a:off x="0" y="847815"/>
          <a:ext cx="11778762" cy="55165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Paid leave Sick leave may be used by an employee for any of the following reasons: </a:t>
          </a:r>
        </a:p>
      </dsp:txBody>
      <dsp:txXfrm>
        <a:off x="26930" y="874745"/>
        <a:ext cx="11724902" cy="497795"/>
      </dsp:txXfrm>
    </dsp:sp>
    <dsp:sp modelId="{0DB27FAE-10C0-4E5E-B0C7-C066DFA53E40}">
      <dsp:nvSpPr>
        <dsp:cNvPr id="0" name=""/>
        <dsp:cNvSpPr/>
      </dsp:nvSpPr>
      <dsp:spPr>
        <a:xfrm>
          <a:off x="0" y="1399470"/>
          <a:ext cx="11778762" cy="4284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976"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u="sng" kern="1200"/>
            <a:t>Personal Illness or Injury:</a:t>
          </a:r>
          <a:r>
            <a:rPr lang="en-US" sz="1800" kern="1200"/>
            <a:t> Employees can use sick and safe leave when they need to address their own physical or mental health conditions, including medical appointments, menstruation, recovery from illness or injury, or preventive care.</a:t>
          </a:r>
        </a:p>
        <a:p>
          <a:pPr marL="171450" lvl="1" indent="-171450" algn="l" defTabSz="800100">
            <a:lnSpc>
              <a:spcPct val="90000"/>
            </a:lnSpc>
            <a:spcBef>
              <a:spcPct val="0"/>
            </a:spcBef>
            <a:spcAft>
              <a:spcPct val="20000"/>
            </a:spcAft>
            <a:buChar char="•"/>
          </a:pPr>
          <a:r>
            <a:rPr lang="en-US" sz="1800" u="sng" kern="1200"/>
            <a:t>Family Member's Illness:</a:t>
          </a:r>
          <a:r>
            <a:rPr lang="en-US" sz="1800" kern="1200"/>
            <a:t> Sick and safe leave can be used to care for a family member who is ill or injured, and whose health condition requires care.</a:t>
          </a:r>
        </a:p>
        <a:p>
          <a:pPr marL="171450" lvl="1" indent="-171450" algn="l" defTabSz="800100">
            <a:lnSpc>
              <a:spcPct val="90000"/>
            </a:lnSpc>
            <a:spcBef>
              <a:spcPct val="0"/>
            </a:spcBef>
            <a:spcAft>
              <a:spcPct val="20000"/>
            </a:spcAft>
            <a:buChar char="•"/>
          </a:pPr>
          <a:r>
            <a:rPr lang="en-US" sz="1800" u="sng" kern="1200"/>
            <a:t>Medical Appointments:</a:t>
          </a:r>
          <a:r>
            <a:rPr lang="en-US" sz="1800" kern="1200"/>
            <a:t> Sick and safe leave can be used for medical, dental, or optical appointments for the employee or their family members.</a:t>
          </a:r>
        </a:p>
        <a:p>
          <a:pPr marL="171450" lvl="1" indent="-171450" algn="l" defTabSz="800100">
            <a:lnSpc>
              <a:spcPct val="90000"/>
            </a:lnSpc>
            <a:spcBef>
              <a:spcPct val="0"/>
            </a:spcBef>
            <a:spcAft>
              <a:spcPct val="20000"/>
            </a:spcAft>
            <a:buChar char="•"/>
          </a:pPr>
          <a:r>
            <a:rPr lang="en-US" sz="1800" u="sng" kern="1200"/>
            <a:t>Domestic Violence or Sexual Abuse:</a:t>
          </a:r>
          <a:r>
            <a:rPr lang="en-US" sz="1800" kern="1200"/>
            <a:t> Employees can use sick and safe leave to seek medical attention, legal assistance, or counseling related to domestic violence, sexual abuse, or stalking for themselves or the employee’s family member.</a:t>
          </a:r>
        </a:p>
        <a:p>
          <a:pPr marL="171450" lvl="1" indent="-171450" algn="l" defTabSz="800100">
            <a:lnSpc>
              <a:spcPct val="90000"/>
            </a:lnSpc>
            <a:spcBef>
              <a:spcPct val="0"/>
            </a:spcBef>
            <a:spcAft>
              <a:spcPct val="20000"/>
            </a:spcAft>
            <a:buChar char="•"/>
          </a:pPr>
          <a:r>
            <a:rPr lang="en-US" sz="1800" u="sng" kern="1200"/>
            <a:t>Mental or Physical Health:</a:t>
          </a:r>
          <a:r>
            <a:rPr lang="en-US" sz="1800" kern="1200"/>
            <a:t> Employee can use leave for mental health days, counseling, and other health-related reasons. </a:t>
          </a:r>
        </a:p>
        <a:p>
          <a:pPr marL="171450" lvl="1" indent="-171450" algn="l" defTabSz="800100">
            <a:lnSpc>
              <a:spcPct val="90000"/>
            </a:lnSpc>
            <a:spcBef>
              <a:spcPct val="0"/>
            </a:spcBef>
            <a:spcAft>
              <a:spcPct val="20000"/>
            </a:spcAft>
            <a:buChar char="•"/>
          </a:pPr>
          <a:r>
            <a:rPr lang="en-US" sz="1800" u="sng" kern="1200"/>
            <a:t>Grieving:</a:t>
          </a:r>
          <a:r>
            <a:rPr lang="en-US" sz="1800" kern="1200"/>
            <a:t> Employee can use leave for mental health day for grieving the loss of friends/family.</a:t>
          </a:r>
        </a:p>
        <a:p>
          <a:pPr marL="171450" lvl="1" indent="-171450" algn="l" defTabSz="800100">
            <a:lnSpc>
              <a:spcPct val="90000"/>
            </a:lnSpc>
            <a:spcBef>
              <a:spcPct val="0"/>
            </a:spcBef>
            <a:spcAft>
              <a:spcPct val="20000"/>
            </a:spcAft>
            <a:buChar char="•"/>
          </a:pPr>
          <a:r>
            <a:rPr lang="en-US" sz="1800" u="sng" kern="1200"/>
            <a:t>Child's Immunization:</a:t>
          </a:r>
          <a:r>
            <a:rPr lang="en-US" sz="1800" kern="1200"/>
            <a:t> Employees can use sick and safe leave to take their child to receive immunization shots.</a:t>
          </a:r>
        </a:p>
        <a:p>
          <a:pPr marL="171450" lvl="1" indent="-171450" algn="l" defTabSz="800100">
            <a:lnSpc>
              <a:spcPct val="90000"/>
            </a:lnSpc>
            <a:spcBef>
              <a:spcPct val="0"/>
            </a:spcBef>
            <a:spcAft>
              <a:spcPct val="20000"/>
            </a:spcAft>
            <a:buChar char="•"/>
          </a:pPr>
          <a:r>
            <a:rPr lang="en-US" sz="1800" u="sng" kern="1200"/>
            <a:t>Pregnancy and Postpartum Recovery:</a:t>
          </a:r>
          <a:r>
            <a:rPr lang="en-US" sz="1800" kern="1200"/>
            <a:t> Sick and safe leave can be used for pregnancy-related medical appointments and recovery from childbirth.  </a:t>
          </a:r>
        </a:p>
      </dsp:txBody>
      <dsp:txXfrm>
        <a:off x="0" y="1399470"/>
        <a:ext cx="11778762" cy="42849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8DD9BC-2872-4C68-B474-897C816B4B47}" type="datetimeFigureOut">
              <a:rPr lang="en-US" smtClean="0"/>
              <a:t>4/3/2024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B8F48-A438-4A13-94E5-DAB78177FBAA}" type="slidenum">
              <a:rPr lang="en-US" smtClean="0"/>
              <a:t>‹#›</a:t>
            </a:fld>
            <a:endParaRPr lang="en-US"/>
          </a:p>
        </p:txBody>
      </p:sp>
    </p:spTree>
    <p:extLst>
      <p:ext uri="{BB962C8B-B14F-4D97-AF65-F5344CB8AC3E}">
        <p14:creationId xmlns:p14="http://schemas.microsoft.com/office/powerpoint/2010/main" val="2156221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20</a:t>
            </a:fld>
            <a:endParaRPr lang="en-US"/>
          </a:p>
        </p:txBody>
      </p:sp>
    </p:spTree>
    <p:extLst>
      <p:ext uri="{BB962C8B-B14F-4D97-AF65-F5344CB8AC3E}">
        <p14:creationId xmlns:p14="http://schemas.microsoft.com/office/powerpoint/2010/main" val="3926313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21</a:t>
            </a:fld>
            <a:endParaRPr lang="en-US"/>
          </a:p>
        </p:txBody>
      </p:sp>
    </p:spTree>
    <p:extLst>
      <p:ext uri="{BB962C8B-B14F-4D97-AF65-F5344CB8AC3E}">
        <p14:creationId xmlns:p14="http://schemas.microsoft.com/office/powerpoint/2010/main" val="851219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22</a:t>
            </a:fld>
            <a:endParaRPr lang="en-US"/>
          </a:p>
        </p:txBody>
      </p:sp>
    </p:spTree>
    <p:extLst>
      <p:ext uri="{BB962C8B-B14F-4D97-AF65-F5344CB8AC3E}">
        <p14:creationId xmlns:p14="http://schemas.microsoft.com/office/powerpoint/2010/main" val="966183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23</a:t>
            </a:fld>
            <a:endParaRPr lang="en-US"/>
          </a:p>
        </p:txBody>
      </p:sp>
    </p:spTree>
    <p:extLst>
      <p:ext uri="{BB962C8B-B14F-4D97-AF65-F5344CB8AC3E}">
        <p14:creationId xmlns:p14="http://schemas.microsoft.com/office/powerpoint/2010/main" val="3743017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24</a:t>
            </a:fld>
            <a:endParaRPr lang="en-US"/>
          </a:p>
        </p:txBody>
      </p:sp>
    </p:spTree>
    <p:extLst>
      <p:ext uri="{BB962C8B-B14F-4D97-AF65-F5344CB8AC3E}">
        <p14:creationId xmlns:p14="http://schemas.microsoft.com/office/powerpoint/2010/main" val="1738405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26</a:t>
            </a:fld>
            <a:endParaRPr lang="en-US"/>
          </a:p>
        </p:txBody>
      </p:sp>
    </p:spTree>
    <p:extLst>
      <p:ext uri="{BB962C8B-B14F-4D97-AF65-F5344CB8AC3E}">
        <p14:creationId xmlns:p14="http://schemas.microsoft.com/office/powerpoint/2010/main" val="2702304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27</a:t>
            </a:fld>
            <a:endParaRPr lang="en-US"/>
          </a:p>
        </p:txBody>
      </p:sp>
    </p:spTree>
    <p:extLst>
      <p:ext uri="{BB962C8B-B14F-4D97-AF65-F5344CB8AC3E}">
        <p14:creationId xmlns:p14="http://schemas.microsoft.com/office/powerpoint/2010/main" val="3635081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30</a:t>
            </a:fld>
            <a:endParaRPr lang="en-US"/>
          </a:p>
        </p:txBody>
      </p:sp>
    </p:spTree>
    <p:extLst>
      <p:ext uri="{BB962C8B-B14F-4D97-AF65-F5344CB8AC3E}">
        <p14:creationId xmlns:p14="http://schemas.microsoft.com/office/powerpoint/2010/main" val="4077007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40</a:t>
            </a:fld>
            <a:endParaRPr lang="en-US"/>
          </a:p>
        </p:txBody>
      </p:sp>
    </p:spTree>
    <p:extLst>
      <p:ext uri="{BB962C8B-B14F-4D97-AF65-F5344CB8AC3E}">
        <p14:creationId xmlns:p14="http://schemas.microsoft.com/office/powerpoint/2010/main" val="4089397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62</a:t>
            </a:fld>
            <a:endParaRPr lang="en-US"/>
          </a:p>
        </p:txBody>
      </p:sp>
    </p:spTree>
    <p:extLst>
      <p:ext uri="{BB962C8B-B14F-4D97-AF65-F5344CB8AC3E}">
        <p14:creationId xmlns:p14="http://schemas.microsoft.com/office/powerpoint/2010/main" val="1159614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63</a:t>
            </a:fld>
            <a:endParaRPr lang="en-US"/>
          </a:p>
        </p:txBody>
      </p:sp>
    </p:spTree>
    <p:extLst>
      <p:ext uri="{BB962C8B-B14F-4D97-AF65-F5344CB8AC3E}">
        <p14:creationId xmlns:p14="http://schemas.microsoft.com/office/powerpoint/2010/main" val="4139513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67</a:t>
            </a:fld>
            <a:endParaRPr lang="en-US"/>
          </a:p>
        </p:txBody>
      </p:sp>
    </p:spTree>
    <p:extLst>
      <p:ext uri="{BB962C8B-B14F-4D97-AF65-F5344CB8AC3E}">
        <p14:creationId xmlns:p14="http://schemas.microsoft.com/office/powerpoint/2010/main" val="2139527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68</a:t>
            </a:fld>
            <a:endParaRPr lang="en-US"/>
          </a:p>
        </p:txBody>
      </p:sp>
    </p:spTree>
    <p:extLst>
      <p:ext uri="{BB962C8B-B14F-4D97-AF65-F5344CB8AC3E}">
        <p14:creationId xmlns:p14="http://schemas.microsoft.com/office/powerpoint/2010/main" val="2717058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69</a:t>
            </a:fld>
            <a:endParaRPr lang="en-US"/>
          </a:p>
        </p:txBody>
      </p:sp>
    </p:spTree>
    <p:extLst>
      <p:ext uri="{BB962C8B-B14F-4D97-AF65-F5344CB8AC3E}">
        <p14:creationId xmlns:p14="http://schemas.microsoft.com/office/powerpoint/2010/main" val="4213401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70</a:t>
            </a:fld>
            <a:endParaRPr lang="en-US"/>
          </a:p>
        </p:txBody>
      </p:sp>
    </p:spTree>
    <p:extLst>
      <p:ext uri="{BB962C8B-B14F-4D97-AF65-F5344CB8AC3E}">
        <p14:creationId xmlns:p14="http://schemas.microsoft.com/office/powerpoint/2010/main" val="2091356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74</a:t>
            </a:fld>
            <a:endParaRPr lang="en-US"/>
          </a:p>
        </p:txBody>
      </p:sp>
    </p:spTree>
    <p:extLst>
      <p:ext uri="{BB962C8B-B14F-4D97-AF65-F5344CB8AC3E}">
        <p14:creationId xmlns:p14="http://schemas.microsoft.com/office/powerpoint/2010/main" val="2982498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75</a:t>
            </a:fld>
            <a:endParaRPr lang="en-US"/>
          </a:p>
        </p:txBody>
      </p:sp>
    </p:spTree>
    <p:extLst>
      <p:ext uri="{BB962C8B-B14F-4D97-AF65-F5344CB8AC3E}">
        <p14:creationId xmlns:p14="http://schemas.microsoft.com/office/powerpoint/2010/main" val="1594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76</a:t>
            </a:fld>
            <a:endParaRPr lang="en-US"/>
          </a:p>
        </p:txBody>
      </p:sp>
    </p:spTree>
    <p:extLst>
      <p:ext uri="{BB962C8B-B14F-4D97-AF65-F5344CB8AC3E}">
        <p14:creationId xmlns:p14="http://schemas.microsoft.com/office/powerpoint/2010/main" val="5162238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77</a:t>
            </a:fld>
            <a:endParaRPr lang="en-US"/>
          </a:p>
        </p:txBody>
      </p:sp>
    </p:spTree>
    <p:extLst>
      <p:ext uri="{BB962C8B-B14F-4D97-AF65-F5344CB8AC3E}">
        <p14:creationId xmlns:p14="http://schemas.microsoft.com/office/powerpoint/2010/main" val="2344708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78</a:t>
            </a:fld>
            <a:endParaRPr lang="en-US"/>
          </a:p>
        </p:txBody>
      </p:sp>
    </p:spTree>
    <p:extLst>
      <p:ext uri="{BB962C8B-B14F-4D97-AF65-F5344CB8AC3E}">
        <p14:creationId xmlns:p14="http://schemas.microsoft.com/office/powerpoint/2010/main" val="1541911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79</a:t>
            </a:fld>
            <a:endParaRPr lang="en-US"/>
          </a:p>
        </p:txBody>
      </p:sp>
    </p:spTree>
    <p:extLst>
      <p:ext uri="{BB962C8B-B14F-4D97-AF65-F5344CB8AC3E}">
        <p14:creationId xmlns:p14="http://schemas.microsoft.com/office/powerpoint/2010/main" val="2603489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80</a:t>
            </a:fld>
            <a:endParaRPr lang="en-US"/>
          </a:p>
        </p:txBody>
      </p:sp>
    </p:spTree>
    <p:extLst>
      <p:ext uri="{BB962C8B-B14F-4D97-AF65-F5344CB8AC3E}">
        <p14:creationId xmlns:p14="http://schemas.microsoft.com/office/powerpoint/2010/main" val="23402917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EB8F48-A438-4A13-94E5-DAB78177FBAA}" type="slidenum">
              <a:rPr lang="en-US" smtClean="0"/>
              <a:t>81</a:t>
            </a:fld>
            <a:endParaRPr lang="en-US"/>
          </a:p>
        </p:txBody>
      </p:sp>
    </p:spTree>
    <p:extLst>
      <p:ext uri="{BB962C8B-B14F-4D97-AF65-F5344CB8AC3E}">
        <p14:creationId xmlns:p14="http://schemas.microsoft.com/office/powerpoint/2010/main" val="2752160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51FC2-47C0-AAB1-8C7D-D72A5BA939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0B5842-380E-F74D-CBD1-BF9FCB077A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C17747-BE23-DDF5-7C0B-88DB7D51175A}"/>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5" name="Footer Placeholder 4">
            <a:extLst>
              <a:ext uri="{FF2B5EF4-FFF2-40B4-BE49-F238E27FC236}">
                <a16:creationId xmlns:a16="http://schemas.microsoft.com/office/drawing/2014/main" id="{ADE0BB3A-7E03-80DF-79ED-6A89292685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BC581A-61B5-2B59-020B-6BCE67E530D5}"/>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1909382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F6D7-293D-BC51-814A-091203A01F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2C9084-067B-3ACC-0022-2A00847F4B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2D0103-D9FE-84F9-BD1F-04AA1E0749D4}"/>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5" name="Footer Placeholder 4">
            <a:extLst>
              <a:ext uri="{FF2B5EF4-FFF2-40B4-BE49-F238E27FC236}">
                <a16:creationId xmlns:a16="http://schemas.microsoft.com/office/drawing/2014/main" id="{91CD30AE-0B07-7E83-8B64-05B44C899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12631-FDE7-FD3A-30B7-AA7DA5C00B7A}"/>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1976385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18505-EE43-DA79-76BC-A24BAEC7F6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911185-1683-3595-8C0E-1F7BB84871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B6899-0B20-CEEE-DDC5-9C4973B46073}"/>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5" name="Footer Placeholder 4">
            <a:extLst>
              <a:ext uri="{FF2B5EF4-FFF2-40B4-BE49-F238E27FC236}">
                <a16:creationId xmlns:a16="http://schemas.microsoft.com/office/drawing/2014/main" id="{92E3DC0D-5045-19E1-01CB-2EC725A8A7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732A6-0BDF-0F97-C34C-0F70DF3FB6AA}"/>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2268333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DE55A-CFF0-3055-3110-D95791514D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24C378-9EB8-BF73-F1DB-DA7741C64D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F881EF-8FEF-85B5-BEBF-1D17E0E09E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7DA64E-6D84-5958-84EF-910B496835BC}"/>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6" name="Footer Placeholder 5">
            <a:extLst>
              <a:ext uri="{FF2B5EF4-FFF2-40B4-BE49-F238E27FC236}">
                <a16:creationId xmlns:a16="http://schemas.microsoft.com/office/drawing/2014/main" id="{8FE9D30B-5C74-5AF7-1FD4-609EF6D0F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2E7C84-A621-7702-156D-A1466894812E}"/>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228113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9C0C6-6566-5B36-B336-C18D29CEB7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13AD9B-47A8-EBEE-192A-230E21C595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0C9C38-EBC2-E403-63AD-0CBF5C6D00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1ABD66-AE86-9270-4A2C-B6A9C469D5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9C0C3B-0FCA-A9A2-61F0-FE5EA22B9D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3A5F5D-06DA-96B5-19E2-C4C8499AC516}"/>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8" name="Footer Placeholder 7">
            <a:extLst>
              <a:ext uri="{FF2B5EF4-FFF2-40B4-BE49-F238E27FC236}">
                <a16:creationId xmlns:a16="http://schemas.microsoft.com/office/drawing/2014/main" id="{D023BB42-50B1-F872-5198-779B2FBF6F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10CBDE-D992-5E0C-A9B3-61F37606FB67}"/>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3732788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1CAB-F683-155B-1D6F-64E9D62970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90F8EC-093B-EF06-1CC9-1187C721077F}"/>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4" name="Footer Placeholder 3">
            <a:extLst>
              <a:ext uri="{FF2B5EF4-FFF2-40B4-BE49-F238E27FC236}">
                <a16:creationId xmlns:a16="http://schemas.microsoft.com/office/drawing/2014/main" id="{11C128AD-6C34-0FA0-7F99-89214FF113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2D6C13-E3E7-08E0-17BC-624E0F1DCE94}"/>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407130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F6169E-177E-D60F-CD60-AD5C88F29B45}"/>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3" name="Footer Placeholder 2">
            <a:extLst>
              <a:ext uri="{FF2B5EF4-FFF2-40B4-BE49-F238E27FC236}">
                <a16:creationId xmlns:a16="http://schemas.microsoft.com/office/drawing/2014/main" id="{4DDF98CD-0B53-1A9A-10F5-4BB718F161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A96E82-DFB3-E835-FC51-A3A28A1CF5F1}"/>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927878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4A050-66CD-6B91-89C2-62BB9938C7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E50BD1-3298-5225-3ABC-3693CD12B1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94338-2B71-5123-93BB-A927EF54FC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1D03C7-0AF2-BA1F-202E-987D910BB56E}"/>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6" name="Footer Placeholder 5">
            <a:extLst>
              <a:ext uri="{FF2B5EF4-FFF2-40B4-BE49-F238E27FC236}">
                <a16:creationId xmlns:a16="http://schemas.microsoft.com/office/drawing/2014/main" id="{4BAA29B9-CDB6-32D4-F2FF-7F6EB0CEBC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8C96A0-E573-4684-6843-45E9307B960C}"/>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3158834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0636-6219-83E0-9C7C-C2B18341DF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173ADE-92B3-E2A9-39DF-06408E6698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5AAAED-832A-3D7E-71A9-03AFD97388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130CE-FA92-B674-0131-1E524ADF3928}"/>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6" name="Footer Placeholder 5">
            <a:extLst>
              <a:ext uri="{FF2B5EF4-FFF2-40B4-BE49-F238E27FC236}">
                <a16:creationId xmlns:a16="http://schemas.microsoft.com/office/drawing/2014/main" id="{A0567FE6-56E3-B4B5-4262-0576FC4EA1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309E28-E2DD-B96C-9BAD-EC82EDB346CC}"/>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2536823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47C5-1DE0-75E2-C76C-0773310FA2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0AFA7E-B801-20CD-B957-F84BEC563F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8EC43-F710-DB6D-F85E-6446AD78FDFC}"/>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5" name="Footer Placeholder 4">
            <a:extLst>
              <a:ext uri="{FF2B5EF4-FFF2-40B4-BE49-F238E27FC236}">
                <a16:creationId xmlns:a16="http://schemas.microsoft.com/office/drawing/2014/main" id="{80741743-F467-9ADA-44D5-13D041FA89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B97AC-F0E4-0B25-5C5B-E66F5268A9E9}"/>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1653619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7974A1-14C4-5842-0588-CFAA4D72CB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05C0A8-2A80-D899-04E3-D71157A1B2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5705F9-958E-E676-125F-71C62F94F017}"/>
              </a:ext>
            </a:extLst>
          </p:cNvPr>
          <p:cNvSpPr>
            <a:spLocks noGrp="1"/>
          </p:cNvSpPr>
          <p:nvPr>
            <p:ph type="dt" sz="half" idx="10"/>
          </p:nvPr>
        </p:nvSpPr>
        <p:spPr/>
        <p:txBody>
          <a:bodyPr/>
          <a:lstStyle/>
          <a:p>
            <a:fld id="{1C8B11F7-F47A-4F14-AC81-09BC56E3524F}" type="datetimeFigureOut">
              <a:rPr lang="en-US" smtClean="0"/>
              <a:t>4/3/2024</a:t>
            </a:fld>
            <a:endParaRPr lang="en-US"/>
          </a:p>
        </p:txBody>
      </p:sp>
      <p:sp>
        <p:nvSpPr>
          <p:cNvPr id="5" name="Footer Placeholder 4">
            <a:extLst>
              <a:ext uri="{FF2B5EF4-FFF2-40B4-BE49-F238E27FC236}">
                <a16:creationId xmlns:a16="http://schemas.microsoft.com/office/drawing/2014/main" id="{C4D4DB95-4B79-30B2-2476-45115A8E2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06F01-075E-31BF-1E96-18C7DEF327CE}"/>
              </a:ext>
            </a:extLst>
          </p:cNvPr>
          <p:cNvSpPr>
            <a:spLocks noGrp="1"/>
          </p:cNvSpPr>
          <p:nvPr>
            <p:ph type="sldNum" sz="quarter" idx="12"/>
          </p:nvPr>
        </p:nvSpPr>
        <p:spPr/>
        <p:txBody>
          <a:bodyPr/>
          <a:lstStyle/>
          <a:p>
            <a:fld id="{2A67BE81-EC66-47FC-9C84-ABAA1172EF4E}" type="slidenum">
              <a:rPr lang="en-US" smtClean="0"/>
              <a:t>‹#›</a:t>
            </a:fld>
            <a:endParaRPr lang="en-US"/>
          </a:p>
        </p:txBody>
      </p:sp>
    </p:spTree>
    <p:extLst>
      <p:ext uri="{BB962C8B-B14F-4D97-AF65-F5344CB8AC3E}">
        <p14:creationId xmlns:p14="http://schemas.microsoft.com/office/powerpoint/2010/main" val="283982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56B62E-D3F6-A04D-2529-0D1049BA60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9FAA31-FC8E-FF51-6744-F794CB0C2A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3FD2E-AD7E-D019-B4DF-5454FBB10E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B11F7-F47A-4F14-AC81-09BC56E3524F}" type="datetimeFigureOut">
              <a:rPr lang="en-US" smtClean="0"/>
              <a:t>4/3/2024</a:t>
            </a:fld>
            <a:endParaRPr lang="en-US"/>
          </a:p>
        </p:txBody>
      </p:sp>
      <p:sp>
        <p:nvSpPr>
          <p:cNvPr id="5" name="Footer Placeholder 4">
            <a:extLst>
              <a:ext uri="{FF2B5EF4-FFF2-40B4-BE49-F238E27FC236}">
                <a16:creationId xmlns:a16="http://schemas.microsoft.com/office/drawing/2014/main" id="{82BCC1C5-624F-B085-9DBB-25974A1153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EA2D7F-8FB6-BFDD-817B-3389DD45D9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67BE81-EC66-47FC-9C84-ABAA1172EF4E}" type="slidenum">
              <a:rPr lang="en-US" smtClean="0"/>
              <a:t>‹#›</a:t>
            </a:fld>
            <a:endParaRPr lang="en-US"/>
          </a:p>
        </p:txBody>
      </p:sp>
    </p:spTree>
    <p:extLst>
      <p:ext uri="{BB962C8B-B14F-4D97-AF65-F5344CB8AC3E}">
        <p14:creationId xmlns:p14="http://schemas.microsoft.com/office/powerpoint/2010/main" val="3022807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mailto:compliance@partners.ne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partnersnet107.sharepoint.com/:w:/s/FA/EaULPFovUnBMuX7yykffiQEB3fIHaXNcD4MMPPVyRk4new?e=hnWQ5X"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federalregister.gov/documents/2024/01/10/2024-00067/employee-or-independent-contractor-classification-under-the-fair-labor-standards-a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app.pandadoc.com/a/#/templates-next?sortBy=name&amp;direction=asc&amp;displayMode=folders_first&amp;mainFilter=all&amp;folderId=5c3agmGGcjKYkGBE9YHPeS" TargetMode="External"/><Relationship Id="rId2" Type="http://schemas.openxmlformats.org/officeDocument/2006/relationships/hyperlink" Target="https://partnersnet107.sharepoint.com/:f:/s/FA/EiHzrKr6ciNLqgURW7HUkeABRQ0ma29EN-jGDDABs_LdSw?e=59yiqE"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app.pandadoc.com/a/#/templates-next?sortBy=name&amp;direction=asc&amp;displayMode=folders_first&amp;mainFilter=all&amp;folderId=5c3agmGGcjKYkGBE9YHPe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app.pandadoc.com/a/#/templates-next?sortBy=name&amp;direction=asc&amp;displayMode=folders_first&amp;mainFilter=all&amp;folderId=5c3agmGGcjKYkGBE9YHPe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app.pandadoc.com/a/#/templates-next?sortBy=name&amp;direction=asc&amp;displayMode=folders_first&amp;mainFilter=all&amp;folderId=5c3agmGGcjKYkGBE9YHPeS" TargetMode="External"/><Relationship Id="rId2" Type="http://schemas.openxmlformats.org/officeDocument/2006/relationships/hyperlink" Target="https://partnersnet107.sharepoint.com/:w:/s/FA/Ech44yYsZNBIkEwkg7GpPAEBMOwGfyI4LwIEsxMEEYPwnw?e=gMWiZc"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_30-60-90_Performance_Review"/><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_30-60-90_Performance_Review"/><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partnersnet107.sharepoint.com/:f:/s/FA/Ej3-fi_nbRtCpEc8t6ceRdcBExIdYa-9Kvm3z-rhS0Sreg?e=rYvbs5"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_Flex_Work_Arrangement"/><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app.pandadoc.com/a/#/templates/smjCZRPgBZiEfbph4RUJV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partnersnet107.sharepoint.com/:f:/s/FA/EoswyhCz3bxUqyVMWb3wk-kBYCSXECd91WA05jdYtsFehg?e=SbbOfT"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partnersnet107.sharepoint.com/:f:/s/FA/EnCGXAUKJkZJn_w5Q8XSvjgBLGPp68pyAy3XFBjTTKs2DA?e=izO5bg"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_Toc142639978"/><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mailto:poahr@partners.net.T"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partnersnet107.sharepoint.com/:f:/s/FA/ElQ4GmDawWZUuP_4vUrGDMUBZ4BnY0Hbg8dq2i9TK2xdNQ?e=DBbkz2"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fam.state.gov/fam/03fam/03fam3720.html"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partnersnet107.sharepoint.com/:f:/s/FA/Egd5QMndl7ROj5S-CmjZ7okBiiNV4LSrEq5IWPNOz8LKJg?e=OOPgGo"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dcpaidfamilyleave.dc.gov/"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_Sick_Leave"/><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www.healthcare.gov/glossary/medical-underwriting/" TargetMode="External"/><Relationship Id="rId2" Type="http://schemas.openxmlformats.org/officeDocument/2006/relationships/hyperlink" Target="https://www.healthcare.gov/glossary/health-coverage/" TargetMode="External"/><Relationship Id="rId1" Type="http://schemas.openxmlformats.org/officeDocument/2006/relationships/slideLayout" Target="../slideLayouts/slideLayout2.xml"/><Relationship Id="rId5" Type="http://schemas.openxmlformats.org/officeDocument/2006/relationships/hyperlink" Target="https://www.genome.gov/about-genomics/policy-issues/Genome-Statute-Legislation-Database" TargetMode="External"/><Relationship Id="rId4" Type="http://schemas.openxmlformats.org/officeDocument/2006/relationships/hyperlink" Target="https://www.healthcare.gov/glossary/premium/"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24F84B2-B435-1626-948E-B971C7645F50}"/>
              </a:ext>
            </a:extLst>
          </p:cNvPr>
          <p:cNvSpPr>
            <a:spLocks noGrp="1"/>
          </p:cNvSpPr>
          <p:nvPr>
            <p:ph type="ctrTitle"/>
          </p:nvPr>
        </p:nvSpPr>
        <p:spPr>
          <a:xfrm>
            <a:off x="3315031" y="1380754"/>
            <a:ext cx="5561938" cy="2513516"/>
          </a:xfrm>
        </p:spPr>
        <p:txBody>
          <a:bodyPr>
            <a:normAutofit/>
          </a:bodyPr>
          <a:lstStyle/>
          <a:p>
            <a:r>
              <a:rPr lang="en-US" sz="5100"/>
              <a:t>Overview of the Major Employee Handbook Changes</a:t>
            </a:r>
          </a:p>
        </p:txBody>
      </p:sp>
      <p:sp>
        <p:nvSpPr>
          <p:cNvPr id="3" name="Subtitle 2">
            <a:extLst>
              <a:ext uri="{FF2B5EF4-FFF2-40B4-BE49-F238E27FC236}">
                <a16:creationId xmlns:a16="http://schemas.microsoft.com/office/drawing/2014/main" id="{413FDD54-E535-6863-B0E7-19B2D292B06F}"/>
              </a:ext>
            </a:extLst>
          </p:cNvPr>
          <p:cNvSpPr>
            <a:spLocks noGrp="1"/>
          </p:cNvSpPr>
          <p:nvPr>
            <p:ph type="subTitle" idx="1"/>
          </p:nvPr>
        </p:nvSpPr>
        <p:spPr>
          <a:xfrm>
            <a:off x="3315031" y="4076802"/>
            <a:ext cx="5561938" cy="1534587"/>
          </a:xfrm>
        </p:spPr>
        <p:txBody>
          <a:bodyPr>
            <a:normAutofit/>
          </a:bodyPr>
          <a:lstStyle/>
          <a:p>
            <a:r>
              <a:rPr lang="en-US"/>
              <a:t>Effective March 1, 2024</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5003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838200" y="365125"/>
            <a:ext cx="5393361" cy="1325563"/>
          </a:xfrm>
        </p:spPr>
        <p:txBody>
          <a:bodyPr>
            <a:normAutofit/>
          </a:bodyPr>
          <a:lstStyle/>
          <a:p>
            <a:r>
              <a:rPr lang="en-US"/>
              <a:t>Purpose </a:t>
            </a:r>
          </a:p>
        </p:txBody>
      </p:sp>
      <p:sp>
        <p:nvSpPr>
          <p:cNvPr id="12" name="Freeform: Shape 11">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838200" y="1466850"/>
            <a:ext cx="5393361" cy="4710113"/>
          </a:xfrm>
        </p:spPr>
        <p:txBody>
          <a:bodyPr>
            <a:normAutofit fontScale="92500" lnSpcReduction="10000"/>
          </a:bodyPr>
          <a:lstStyle/>
          <a:p>
            <a:r>
              <a:rPr lang="en-US"/>
              <a:t>Needed an update, last one was 2021 </a:t>
            </a:r>
          </a:p>
          <a:p>
            <a:r>
              <a:rPr lang="en-US"/>
              <a:t>Simplified verbiage (word-smith)</a:t>
            </a:r>
          </a:p>
          <a:p>
            <a:r>
              <a:rPr lang="en-US"/>
              <a:t>Incorporated Contract language requirements</a:t>
            </a:r>
          </a:p>
          <a:p>
            <a:r>
              <a:rPr lang="en-US"/>
              <a:t>Adhere to State Laws &amp; Regulations </a:t>
            </a:r>
          </a:p>
          <a:p>
            <a:r>
              <a:rPr lang="en-US"/>
              <a:t>Add missing policies to address recent issues or lack of clarity </a:t>
            </a:r>
          </a:p>
          <a:p>
            <a:r>
              <a:rPr lang="en-US"/>
              <a:t>Flow down as many policies and benefits as possible to the field</a:t>
            </a:r>
          </a:p>
          <a:p>
            <a:r>
              <a:rPr lang="en-US"/>
              <a:t>Have a more harmonious handbook between HO and FO</a:t>
            </a:r>
          </a:p>
          <a:p>
            <a:endParaRPr lang="en-US"/>
          </a:p>
          <a:p>
            <a:endParaRPr lang="en-US"/>
          </a:p>
        </p:txBody>
      </p:sp>
      <p:sp>
        <p:nvSpPr>
          <p:cNvPr id="14" name="Oval 13">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ommitments">
            <a:extLst>
              <a:ext uri="{FF2B5EF4-FFF2-40B4-BE49-F238E27FC236}">
                <a16:creationId xmlns:a16="http://schemas.microsoft.com/office/drawing/2014/main" id="{7C218A17-2A7A-DEAD-99DB-9BEE7E0DD7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6" name="Freeform: Shape 15">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667472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841248" y="334644"/>
            <a:ext cx="10509504" cy="1076914"/>
          </a:xfrm>
        </p:spPr>
        <p:txBody>
          <a:bodyPr anchor="ctr">
            <a:normAutofit/>
          </a:bodyPr>
          <a:lstStyle/>
          <a:p>
            <a:r>
              <a:rPr lang="en-US" sz="4000"/>
              <a:t>Key Legend: </a:t>
            </a:r>
          </a:p>
        </p:txBody>
      </p:sp>
      <p:sp>
        <p:nvSpPr>
          <p:cNvPr id="14" name="Rectangle 13">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94196A0-FA99-A3C3-328B-892E6276B1FE}"/>
              </a:ext>
            </a:extLst>
          </p:cNvPr>
          <p:cNvSpPr>
            <a:spLocks/>
          </p:cNvSpPr>
          <p:nvPr/>
        </p:nvSpPr>
        <p:spPr>
          <a:xfrm>
            <a:off x="838200" y="1890091"/>
            <a:ext cx="10506456" cy="4347554"/>
          </a:xfrm>
          <a:prstGeom prst="rect">
            <a:avLst/>
          </a:prstGeom>
        </p:spPr>
        <p:txBody>
          <a:bodyPr vert="horz" lIns="91440" tIns="45720" rIns="91440" bIns="45720" rtlCol="0" anchor="t">
            <a:normAutofit/>
          </a:bodyPr>
          <a:lstStyle/>
          <a:p>
            <a:pPr defTabSz="905256"/>
            <a:endParaRPr lang="en-US" sz="1782" kern="1200">
              <a:solidFill>
                <a:schemeClr val="tx1"/>
              </a:solidFill>
              <a:latin typeface="+mn-lt"/>
              <a:ea typeface="+mn-ea"/>
              <a:cs typeface="Calibri"/>
            </a:endParaRPr>
          </a:p>
          <a:p>
            <a:pPr defTabSz="905256"/>
            <a:endParaRPr lang="en-US" sz="1782" kern="1200">
              <a:solidFill>
                <a:schemeClr val="tx1"/>
              </a:solidFill>
              <a:latin typeface="+mn-lt"/>
              <a:ea typeface="+mn-ea"/>
              <a:cs typeface="Calibri"/>
            </a:endParaRPr>
          </a:p>
          <a:p>
            <a:pPr defTabSz="905256"/>
            <a:endParaRPr lang="en-US" sz="1782" kern="1200">
              <a:solidFill>
                <a:schemeClr val="tx1"/>
              </a:solidFill>
              <a:latin typeface="+mn-lt"/>
              <a:ea typeface="+mn-ea"/>
              <a:cs typeface="Calibri"/>
            </a:endParaRPr>
          </a:p>
          <a:p>
            <a:endParaRPr lang="en-US">
              <a:cs typeface="Calibri"/>
            </a:endParaRPr>
          </a:p>
        </p:txBody>
      </p:sp>
      <p:sp>
        <p:nvSpPr>
          <p:cNvPr id="4" name="Rectangle 3">
            <a:extLst>
              <a:ext uri="{FF2B5EF4-FFF2-40B4-BE49-F238E27FC236}">
                <a16:creationId xmlns:a16="http://schemas.microsoft.com/office/drawing/2014/main" id="{CEBAD963-D085-1455-DC06-B089C9906053}"/>
              </a:ext>
            </a:extLst>
          </p:cNvPr>
          <p:cNvSpPr/>
          <p:nvPr/>
        </p:nvSpPr>
        <p:spPr>
          <a:xfrm>
            <a:off x="4463741" y="1772499"/>
            <a:ext cx="2039431" cy="656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05256"/>
            <a:r>
              <a:rPr lang="en-US" sz="1782" kern="1200">
                <a:solidFill>
                  <a:schemeClr val="lt1"/>
                </a:solidFill>
                <a:latin typeface="+mn-lt"/>
                <a:ea typeface="+mn-ea"/>
                <a:cs typeface="Calibri"/>
              </a:rPr>
              <a:t>NEW</a:t>
            </a:r>
            <a:endParaRPr lang="en-US">
              <a:cs typeface="Calibri"/>
            </a:endParaRPr>
          </a:p>
        </p:txBody>
      </p:sp>
      <p:sp>
        <p:nvSpPr>
          <p:cNvPr id="5" name="Rectangle 4">
            <a:extLst>
              <a:ext uri="{FF2B5EF4-FFF2-40B4-BE49-F238E27FC236}">
                <a16:creationId xmlns:a16="http://schemas.microsoft.com/office/drawing/2014/main" id="{18AE981F-0AF5-A49D-C1A9-926268F8DD47}"/>
              </a:ext>
            </a:extLst>
          </p:cNvPr>
          <p:cNvSpPr/>
          <p:nvPr/>
        </p:nvSpPr>
        <p:spPr>
          <a:xfrm>
            <a:off x="4463740" y="2647598"/>
            <a:ext cx="2039432" cy="656325"/>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05256"/>
            <a:r>
              <a:rPr lang="en-US" sz="1782" kern="1200">
                <a:solidFill>
                  <a:schemeClr val="lt1"/>
                </a:solidFill>
                <a:latin typeface="+mn-lt"/>
                <a:ea typeface="+mn-ea"/>
                <a:cs typeface="Calibri"/>
              </a:rPr>
              <a:t>REVISED</a:t>
            </a:r>
            <a:endParaRPr lang="en-US"/>
          </a:p>
        </p:txBody>
      </p:sp>
      <p:sp>
        <p:nvSpPr>
          <p:cNvPr id="6" name="Rectangle 5">
            <a:extLst>
              <a:ext uri="{FF2B5EF4-FFF2-40B4-BE49-F238E27FC236}">
                <a16:creationId xmlns:a16="http://schemas.microsoft.com/office/drawing/2014/main" id="{43341E13-563A-C225-B775-53771363DA6C}"/>
              </a:ext>
            </a:extLst>
          </p:cNvPr>
          <p:cNvSpPr/>
          <p:nvPr/>
        </p:nvSpPr>
        <p:spPr>
          <a:xfrm>
            <a:off x="4463739" y="3572182"/>
            <a:ext cx="2039433" cy="82883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05256"/>
            <a:r>
              <a:rPr lang="en-US" sz="1782" kern="1200">
                <a:solidFill>
                  <a:schemeClr val="lt1"/>
                </a:solidFill>
                <a:latin typeface="+mn-lt"/>
                <a:ea typeface="+mn-ea"/>
                <a:cs typeface="Calibri"/>
              </a:rPr>
              <a:t>No CHANGE - Policy added for reference to handbook</a:t>
            </a:r>
            <a:endParaRPr lang="en-US"/>
          </a:p>
        </p:txBody>
      </p:sp>
    </p:spTree>
    <p:extLst>
      <p:ext uri="{BB962C8B-B14F-4D97-AF65-F5344CB8AC3E}">
        <p14:creationId xmlns:p14="http://schemas.microsoft.com/office/powerpoint/2010/main" val="4002730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1936159" y="1090366"/>
            <a:ext cx="3240506" cy="4064628"/>
          </a:xfrm>
        </p:spPr>
        <p:txBody>
          <a:bodyPr>
            <a:normAutofit/>
          </a:bodyPr>
          <a:lstStyle/>
          <a:p>
            <a:r>
              <a:rPr lang="en-US">
                <a:solidFill>
                  <a:srgbClr val="FFFFFF"/>
                </a:solidFill>
              </a:rPr>
              <a:t>Table of Content</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6096000" y="820880"/>
            <a:ext cx="5257799" cy="4889350"/>
          </a:xfrm>
        </p:spPr>
        <p:txBody>
          <a:bodyPr anchor="t">
            <a:normAutofit/>
          </a:bodyPr>
          <a:lstStyle/>
          <a:p>
            <a:r>
              <a:rPr lang="en-US" sz="2400"/>
              <a:t>Welcome &amp; Handbook Disclaimer</a:t>
            </a:r>
          </a:p>
          <a:p>
            <a:r>
              <a:rPr lang="en-US" sz="2400"/>
              <a:t>Organizational Principles</a:t>
            </a:r>
          </a:p>
          <a:p>
            <a:r>
              <a:rPr lang="en-US" sz="2400"/>
              <a:t>Hiring, Employment, and Termination </a:t>
            </a:r>
          </a:p>
          <a:p>
            <a:r>
              <a:rPr lang="en-US" sz="2400"/>
              <a:t>Performance and Salary </a:t>
            </a:r>
          </a:p>
          <a:p>
            <a:r>
              <a:rPr lang="en-US" sz="2400"/>
              <a:t>Work Schedule </a:t>
            </a:r>
          </a:p>
          <a:p>
            <a:r>
              <a:rPr lang="en-US" sz="2400"/>
              <a:t>Leave and Benefits</a:t>
            </a:r>
          </a:p>
          <a:p>
            <a:r>
              <a:rPr lang="en-US" sz="2400"/>
              <a:t>Other Benefits </a:t>
            </a:r>
          </a:p>
          <a:p>
            <a:r>
              <a:rPr lang="en-US" sz="2400"/>
              <a:t>State Specific Requirements </a:t>
            </a:r>
          </a:p>
          <a:p>
            <a:r>
              <a:rPr lang="en-US" sz="2400"/>
              <a:t>Acknowledgement of Receipt of Employee Manual (ANNEX) </a:t>
            </a:r>
          </a:p>
          <a:p>
            <a:endParaRPr lang="en-US" sz="240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8811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a:t>Welcome &amp; Handbook Disclaimer </a:t>
            </a:r>
          </a:p>
        </p:txBody>
      </p:sp>
      <p:graphicFrame>
        <p:nvGraphicFramePr>
          <p:cNvPr id="17" name="Content Placeholder 2">
            <a:extLst>
              <a:ext uri="{FF2B5EF4-FFF2-40B4-BE49-F238E27FC236}">
                <a16:creationId xmlns:a16="http://schemas.microsoft.com/office/drawing/2014/main" id="{C456D81B-22BC-10FD-D702-91C46D7AD01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179E1E2E-4A99-EC7E-D4CD-C5586CF2CE77}"/>
              </a:ext>
            </a:extLst>
          </p:cNvPr>
          <p:cNvSpPr/>
          <p:nvPr/>
        </p:nvSpPr>
        <p:spPr>
          <a:xfrm>
            <a:off x="9374797" y="484405"/>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52749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686834" y="1153572"/>
            <a:ext cx="3200400" cy="4461163"/>
          </a:xfrm>
        </p:spPr>
        <p:txBody>
          <a:bodyPr>
            <a:normAutofit/>
          </a:bodyPr>
          <a:lstStyle/>
          <a:p>
            <a:r>
              <a:rPr lang="en-US">
                <a:solidFill>
                  <a:srgbClr val="FFFFFF"/>
                </a:solidFill>
              </a:rPr>
              <a:t>Table of Content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F3D8F08D-3EB1-A1B2-92DF-88902E93A707}"/>
              </a:ext>
            </a:extLst>
          </p:cNvPr>
          <p:cNvSpPr>
            <a:spLocks noGrp="1"/>
          </p:cNvSpPr>
          <p:nvPr>
            <p:ph idx="1"/>
          </p:nvPr>
        </p:nvSpPr>
        <p:spPr>
          <a:xfrm>
            <a:off x="5491162" y="1825625"/>
            <a:ext cx="5862637" cy="4351338"/>
          </a:xfrm>
        </p:spPr>
        <p:txBody>
          <a:bodyPr>
            <a:normAutofit/>
          </a:bodyPr>
          <a:lstStyle/>
          <a:p>
            <a:pPr marL="0" indent="0">
              <a:buNone/>
            </a:pPr>
            <a:r>
              <a:rPr lang="en-US" sz="4400"/>
              <a:t>Updates to Organizational Principals section</a:t>
            </a:r>
          </a:p>
        </p:txBody>
      </p:sp>
    </p:spTree>
    <p:extLst>
      <p:ext uri="{BB962C8B-B14F-4D97-AF65-F5344CB8AC3E}">
        <p14:creationId xmlns:p14="http://schemas.microsoft.com/office/powerpoint/2010/main" val="1709231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b="1" i="0">
                <a:effectLst/>
              </a:rPr>
              <a:t>Anti-Corruption and Anti-Bribery Policy</a:t>
            </a:r>
            <a:br>
              <a:rPr lang="en-US" b="1" i="0">
                <a:effectLst/>
              </a:rPr>
            </a:br>
            <a:r>
              <a:rPr lang="en-US" b="1" i="0">
                <a:effectLst/>
              </a:rPr>
              <a:t>Summary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313212" y="2633148"/>
            <a:ext cx="3187536" cy="2099170"/>
          </a:xfrm>
        </p:spPr>
        <p:txBody>
          <a:bodyPr>
            <a:normAutofit/>
          </a:bodyPr>
          <a:lstStyle/>
          <a:p>
            <a:pPr marL="0" indent="0" algn="l">
              <a:buNone/>
            </a:pPr>
            <a:r>
              <a:rPr lang="en-US" sz="1400" b="1" i="0">
                <a:solidFill>
                  <a:srgbClr val="374151"/>
                </a:solidFill>
                <a:effectLst/>
                <a:latin typeface="+mj-lt"/>
              </a:rPr>
              <a:t>Key Points: </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Clear prohibition of corruption, bribery, and unethical behavior.</a:t>
            </a:r>
          </a:p>
          <a:p>
            <a:pPr algn="l">
              <a:buFont typeface="Arial" panose="020B0604020202020204" pitchFamily="34" charset="0"/>
              <a:buChar char="•"/>
            </a:pPr>
            <a:r>
              <a:rPr lang="en-US" sz="1400" b="0" i="0">
                <a:solidFill>
                  <a:srgbClr val="374151"/>
                </a:solidFill>
                <a:effectLst/>
                <a:latin typeface="+mj-lt"/>
              </a:rPr>
              <a:t>Emphasis on conducting business with honesty, transparency, and integrity.</a:t>
            </a:r>
          </a:p>
          <a:p>
            <a:r>
              <a:rPr lang="en-US" sz="1400" b="0" i="0">
                <a:solidFill>
                  <a:srgbClr val="374151"/>
                </a:solidFill>
                <a:effectLst/>
                <a:latin typeface="+mj-lt"/>
              </a:rPr>
              <a:t>Alignment with anti-corruption laws: FCPA, UK Bribery Act, and other relevant laws.</a:t>
            </a:r>
          </a:p>
          <a:p>
            <a:endParaRPr lang="en-US">
              <a:latin typeface="+mj-lt"/>
            </a:endParaRPr>
          </a:p>
        </p:txBody>
      </p:sp>
      <p:sp>
        <p:nvSpPr>
          <p:cNvPr id="4" name="Content Placeholder 2">
            <a:extLst>
              <a:ext uri="{FF2B5EF4-FFF2-40B4-BE49-F238E27FC236}">
                <a16:creationId xmlns:a16="http://schemas.microsoft.com/office/drawing/2014/main" id="{E0E6C19A-1F08-1248-E1FC-988EE276392F}"/>
              </a:ext>
            </a:extLst>
          </p:cNvPr>
          <p:cNvSpPr txBox="1">
            <a:spLocks/>
          </p:cNvSpPr>
          <p:nvPr/>
        </p:nvSpPr>
        <p:spPr>
          <a:xfrm>
            <a:off x="5831773" y="1651887"/>
            <a:ext cx="4827321" cy="466651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solidFill>
                  <a:srgbClr val="374151"/>
                </a:solidFill>
                <a:latin typeface="+mj-lt"/>
              </a:rPr>
              <a:t>Prohibited Activities</a:t>
            </a:r>
            <a:endParaRPr lang="en-US" sz="1400">
              <a:solidFill>
                <a:srgbClr val="374151"/>
              </a:solidFill>
              <a:latin typeface="+mj-lt"/>
            </a:endParaRPr>
          </a:p>
          <a:p>
            <a:r>
              <a:rPr lang="en-US" sz="1400">
                <a:solidFill>
                  <a:srgbClr val="374151"/>
                </a:solidFill>
                <a:latin typeface="+mj-lt"/>
              </a:rPr>
              <a:t>Explanation of prohibited activities related to gifts, entertainment, money, and hospitality.</a:t>
            </a:r>
          </a:p>
          <a:p>
            <a:r>
              <a:rPr lang="en-US" sz="1400">
                <a:solidFill>
                  <a:srgbClr val="374151"/>
                </a:solidFill>
                <a:latin typeface="+mj-lt"/>
              </a:rPr>
              <a:t>Special provision for accepting gifts without compromising integrity.</a:t>
            </a:r>
          </a:p>
          <a:p>
            <a:pPr marL="0" indent="0">
              <a:buNone/>
            </a:pPr>
            <a:r>
              <a:rPr lang="en-US" sz="1400" b="1">
                <a:solidFill>
                  <a:srgbClr val="374151"/>
                </a:solidFill>
                <a:latin typeface="+mj-lt"/>
              </a:rPr>
              <a:t>Gifts, Entertainment, and Hospitality</a:t>
            </a:r>
            <a:endParaRPr lang="en-US" sz="1400">
              <a:solidFill>
                <a:srgbClr val="374151"/>
              </a:solidFill>
              <a:latin typeface="+mj-lt"/>
            </a:endParaRPr>
          </a:p>
          <a:p>
            <a:r>
              <a:rPr lang="en-US" sz="1400">
                <a:solidFill>
                  <a:srgbClr val="374151"/>
                </a:solidFill>
                <a:latin typeface="+mj-lt"/>
              </a:rPr>
              <a:t>Guidelines for soliciting or accepting gifts, entertainment, and hospitality.</a:t>
            </a:r>
          </a:p>
          <a:p>
            <a:r>
              <a:rPr lang="en-US" sz="1400">
                <a:solidFill>
                  <a:srgbClr val="374151"/>
                </a:solidFill>
                <a:latin typeface="+mj-lt"/>
              </a:rPr>
              <a:t>Importance of transparency, reasonableness, and compliance with U.S. laws.</a:t>
            </a:r>
          </a:p>
          <a:p>
            <a:pPr marL="0" indent="0">
              <a:buNone/>
            </a:pPr>
            <a:r>
              <a:rPr lang="en-US" sz="1400" b="1">
                <a:solidFill>
                  <a:srgbClr val="374151"/>
                </a:solidFill>
                <a:latin typeface="+mj-lt"/>
              </a:rPr>
              <a:t>Donations and Contributions</a:t>
            </a:r>
            <a:endParaRPr lang="en-US" sz="1400">
              <a:solidFill>
                <a:srgbClr val="374151"/>
              </a:solidFill>
              <a:latin typeface="+mj-lt"/>
            </a:endParaRPr>
          </a:p>
          <a:p>
            <a:r>
              <a:rPr lang="en-US" sz="1400">
                <a:solidFill>
                  <a:srgbClr val="374151"/>
                </a:solidFill>
                <a:latin typeface="+mj-lt"/>
              </a:rPr>
              <a:t>Transparent approach to making donations or contributions.</a:t>
            </a:r>
          </a:p>
          <a:p>
            <a:r>
              <a:rPr lang="en-US" sz="1400">
                <a:solidFill>
                  <a:srgbClr val="374151"/>
                </a:solidFill>
                <a:latin typeface="+mj-lt"/>
              </a:rPr>
              <a:t>Emphasis on avoiding improper influence through donations.</a:t>
            </a:r>
          </a:p>
          <a:p>
            <a:pPr marL="0" indent="0">
              <a:buNone/>
            </a:pPr>
            <a:r>
              <a:rPr lang="en-US" sz="1400" b="1">
                <a:solidFill>
                  <a:srgbClr val="374151"/>
                </a:solidFill>
                <a:latin typeface="+mj-lt"/>
              </a:rPr>
              <a:t>Third-Party Engagement</a:t>
            </a:r>
            <a:endParaRPr lang="en-US" sz="1400">
              <a:solidFill>
                <a:srgbClr val="374151"/>
              </a:solidFill>
              <a:latin typeface="+mj-lt"/>
            </a:endParaRPr>
          </a:p>
          <a:p>
            <a:r>
              <a:rPr lang="en-US" sz="1400">
                <a:solidFill>
                  <a:srgbClr val="374151"/>
                </a:solidFill>
                <a:latin typeface="+mj-lt"/>
              </a:rPr>
              <a:t>Explanation of due diligence before engaging with third parties.</a:t>
            </a:r>
          </a:p>
          <a:p>
            <a:r>
              <a:rPr lang="en-US" sz="1400">
                <a:solidFill>
                  <a:srgbClr val="374151"/>
                </a:solidFill>
                <a:latin typeface="+mj-lt"/>
              </a:rPr>
              <a:t>Requirement for third-party contracts to include anti-corruption and anti-bribery clauses. </a:t>
            </a:r>
          </a:p>
        </p:txBody>
      </p:sp>
      <p:sp>
        <p:nvSpPr>
          <p:cNvPr id="6" name="Rectangle 5">
            <a:extLst>
              <a:ext uri="{FF2B5EF4-FFF2-40B4-BE49-F238E27FC236}">
                <a16:creationId xmlns:a16="http://schemas.microsoft.com/office/drawing/2014/main" id="{1F190C82-42F1-6A5C-61C1-6DFD1D55775B}"/>
              </a:ext>
            </a:extLst>
          </p:cNvPr>
          <p:cNvSpPr/>
          <p:nvPr/>
        </p:nvSpPr>
        <p:spPr>
          <a:xfrm>
            <a:off x="10133724" y="210207"/>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74380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b="1" i="0">
                <a:effectLst/>
              </a:rPr>
              <a:t>Anti-Corruption and Anti-Bribery Policy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91887" y="1604865"/>
            <a:ext cx="11624940" cy="5178490"/>
          </a:xfrm>
        </p:spPr>
        <p:txBody>
          <a:bodyPr>
            <a:normAutofit/>
          </a:bodyPr>
          <a:lstStyle/>
          <a:p>
            <a:pPr marL="0" indent="0" algn="l">
              <a:buNone/>
            </a:pPr>
            <a:r>
              <a:rPr lang="en-US" sz="1600" b="1" i="0">
                <a:solidFill>
                  <a:srgbClr val="374151"/>
                </a:solidFill>
                <a:effectLst/>
                <a:latin typeface="+mj-lt"/>
              </a:rPr>
              <a:t>Partners is commitment to preventing corruption and bribery in all aspects of our business operations. It applies to all employees and representatives acting on behalf of Partners. This policy is designed to ensure compliance with anti-corruption laws and regulations, including the Foreign Corrupt Practices Act (FCPA), the UK Bribery Act, and other applicable laws.</a:t>
            </a:r>
          </a:p>
          <a:p>
            <a:pPr marL="0" indent="0" algn="l">
              <a:buNone/>
            </a:pPr>
            <a:r>
              <a:rPr lang="en-US" sz="1600" b="1" i="0">
                <a:solidFill>
                  <a:srgbClr val="374151"/>
                </a:solidFill>
                <a:effectLst/>
                <a:latin typeface="+mj-lt"/>
              </a:rPr>
              <a:t>Partners strictly prohibits any form of corruption, bribery, or unethical behavior in its business dealings, and all business activities and interactions must be conducted with honesty, transparency, and integrity. No representative of Partners is permitted to offer, promise, give, request, or receive any improper payment, benefit, or advantage to or from any person, including government officials, in order to gain an unfair business advantage. The following requirements apply:</a:t>
            </a:r>
          </a:p>
          <a:p>
            <a:r>
              <a:rPr lang="en-US" sz="1600" b="1" i="0">
                <a:solidFill>
                  <a:srgbClr val="374151"/>
                </a:solidFill>
                <a:effectLst/>
                <a:latin typeface="+mj-lt"/>
              </a:rPr>
              <a:t>Gifts, Entertainment, Money and Hospitality: Employee and representatives are prohibited from soliciting or accepting money, loans, credits, entertainment, favors, services, gifts, or other incentives, regardless of their amount, that could induce, or be perceived to induce, the individual to take any action that is other than independent or impartial.</a:t>
            </a:r>
          </a:p>
          <a:p>
            <a:pPr lvl="1"/>
            <a:r>
              <a:rPr lang="en-US" sz="1600" b="1" i="0">
                <a:solidFill>
                  <a:srgbClr val="374151"/>
                </a:solidFill>
                <a:effectLst/>
                <a:latin typeface="+mj-lt"/>
              </a:rPr>
              <a:t>If refusal of honor or gift will cause embarrassment to the giver or Partners, then the representative should have the CFO accept on behalf of the organization.</a:t>
            </a:r>
          </a:p>
          <a:p>
            <a:pPr lvl="1"/>
            <a:r>
              <a:rPr lang="en-US" sz="1600" b="1" i="0">
                <a:solidFill>
                  <a:srgbClr val="374151"/>
                </a:solidFill>
                <a:effectLst/>
                <a:latin typeface="+mj-lt"/>
              </a:rPr>
              <a:t>Gifts, entertainment, and hospitality offered or received in the course of business interactions must be transparent, reasonable, and in compliance with U.S. laws. </a:t>
            </a:r>
          </a:p>
          <a:p>
            <a:r>
              <a:rPr lang="en-US" sz="1600" b="1">
                <a:solidFill>
                  <a:srgbClr val="374151"/>
                </a:solidFill>
                <a:latin typeface="+mj-lt"/>
              </a:rPr>
              <a:t>Donation and Contributions: If donations or contributions are made on behalf of Partners, they must be made transparently, without any intent to improperly influence any decision or action.</a:t>
            </a:r>
          </a:p>
          <a:p>
            <a:r>
              <a:rPr lang="en-US" sz="1600" b="1" i="0">
                <a:solidFill>
                  <a:srgbClr val="374151"/>
                </a:solidFill>
                <a:effectLst/>
                <a:latin typeface="+mj-lt"/>
              </a:rPr>
              <a:t>Third-Party Vetting: Before engaging with third parties, Partners will conduct thorough due diligence on Visual Compliance to assess their integrity and compliance with anti-corruption and anti-bribery standards. All Partners contracts and agreements with third parties will include anti-corruption and anti-bribery clauses.</a:t>
            </a:r>
          </a:p>
        </p:txBody>
      </p:sp>
      <p:sp>
        <p:nvSpPr>
          <p:cNvPr id="6" name="Rectangle 5">
            <a:extLst>
              <a:ext uri="{FF2B5EF4-FFF2-40B4-BE49-F238E27FC236}">
                <a16:creationId xmlns:a16="http://schemas.microsoft.com/office/drawing/2014/main" id="{1F190C82-42F1-6A5C-61C1-6DFD1D55775B}"/>
              </a:ext>
            </a:extLst>
          </p:cNvPr>
          <p:cNvSpPr/>
          <p:nvPr/>
        </p:nvSpPr>
        <p:spPr>
          <a:xfrm>
            <a:off x="10133724" y="210207"/>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293993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b="1"/>
              <a:t>Prevention of Money Laundering &amp; </a:t>
            </a:r>
            <a:br>
              <a:rPr lang="en-US" b="1"/>
            </a:br>
            <a:r>
              <a:rPr lang="en-US" b="1"/>
              <a:t>Financing of Terrorism</a:t>
            </a:r>
            <a:r>
              <a:rPr lang="en-US" b="1" i="0">
                <a:effectLst/>
              </a:rPr>
              <a:t> Summary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739809" y="2711406"/>
            <a:ext cx="3187536" cy="2099170"/>
          </a:xfrm>
        </p:spPr>
        <p:txBody>
          <a:bodyPr>
            <a:normAutofit/>
          </a:bodyPr>
          <a:lstStyle/>
          <a:p>
            <a:pPr marL="0" indent="0" algn="l">
              <a:buNone/>
            </a:pPr>
            <a:r>
              <a:rPr lang="en-US" sz="1400" b="1" i="0">
                <a:solidFill>
                  <a:srgbClr val="374151"/>
                </a:solidFill>
                <a:effectLst/>
                <a:latin typeface="+mj-lt"/>
              </a:rPr>
              <a:t>Key Points: </a:t>
            </a:r>
            <a:endParaRPr lang="en-US" sz="1400" b="0" i="0">
              <a:solidFill>
                <a:srgbClr val="374151"/>
              </a:solidFill>
              <a:effectLst/>
              <a:latin typeface="+mj-lt"/>
            </a:endParaRPr>
          </a:p>
          <a:p>
            <a:pPr algn="l">
              <a:buFont typeface="Arial" panose="020B0604020202020204" pitchFamily="34" charset="0"/>
              <a:buChar char="•"/>
            </a:pPr>
            <a:r>
              <a:rPr lang="en-US" sz="1400">
                <a:solidFill>
                  <a:srgbClr val="374151"/>
                </a:solidFill>
                <a:latin typeface="+mj-lt"/>
              </a:rPr>
              <a:t>P</a:t>
            </a:r>
            <a:r>
              <a:rPr lang="en-US" sz="1400" b="0" i="0">
                <a:solidFill>
                  <a:srgbClr val="374151"/>
                </a:solidFill>
                <a:effectLst/>
                <a:latin typeface="+mj-lt"/>
              </a:rPr>
              <a:t>olicy's focus on preventing money laundering and terrorism financing in all business operations.</a:t>
            </a:r>
          </a:p>
          <a:p>
            <a:pPr algn="l">
              <a:buFont typeface="Arial" panose="020B0604020202020204" pitchFamily="34" charset="0"/>
              <a:buChar char="•"/>
            </a:pPr>
            <a:r>
              <a:rPr lang="en-US" sz="1400" b="0" i="0">
                <a:solidFill>
                  <a:srgbClr val="374151"/>
                </a:solidFill>
                <a:effectLst/>
                <a:latin typeface="+mj-lt"/>
              </a:rPr>
              <a:t>Goal of ensuring adherence to anti-money laundering laws, regulations, and international standards.</a:t>
            </a:r>
          </a:p>
        </p:txBody>
      </p:sp>
      <p:sp>
        <p:nvSpPr>
          <p:cNvPr id="4" name="Content Placeholder 2">
            <a:extLst>
              <a:ext uri="{FF2B5EF4-FFF2-40B4-BE49-F238E27FC236}">
                <a16:creationId xmlns:a16="http://schemas.microsoft.com/office/drawing/2014/main" id="{E0E6C19A-1F08-1248-E1FC-988EE276392F}"/>
              </a:ext>
            </a:extLst>
          </p:cNvPr>
          <p:cNvSpPr txBox="1">
            <a:spLocks/>
          </p:cNvSpPr>
          <p:nvPr/>
        </p:nvSpPr>
        <p:spPr>
          <a:xfrm>
            <a:off x="5813989" y="1993719"/>
            <a:ext cx="4827321" cy="33474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1400" b="1" i="0">
                <a:solidFill>
                  <a:srgbClr val="374151"/>
                </a:solidFill>
                <a:effectLst/>
                <a:latin typeface="+mj-lt"/>
              </a:rPr>
              <a:t>Due Diligence Measures</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Overview of actions implemented for vendor compliance:</a:t>
            </a:r>
          </a:p>
          <a:p>
            <a:pPr marL="742950" lvl="1" indent="-285750" algn="l">
              <a:buFont typeface="Arial" panose="020B0604020202020204" pitchFamily="34" charset="0"/>
              <a:buChar char="•"/>
            </a:pPr>
            <a:r>
              <a:rPr lang="en-US" sz="1400" b="0" i="0">
                <a:solidFill>
                  <a:srgbClr val="374151"/>
                </a:solidFill>
                <a:effectLst/>
                <a:latin typeface="+mj-lt"/>
              </a:rPr>
              <a:t>Annual vendor vetting using Visual Compliance.</a:t>
            </a:r>
          </a:p>
          <a:p>
            <a:pPr marL="742950" lvl="1" indent="-285750" algn="l">
              <a:buFont typeface="Arial" panose="020B0604020202020204" pitchFamily="34" charset="0"/>
              <a:buChar char="•"/>
            </a:pPr>
            <a:r>
              <a:rPr lang="en-US" sz="1400" b="0" i="0">
                <a:solidFill>
                  <a:srgbClr val="374151"/>
                </a:solidFill>
                <a:effectLst/>
                <a:latin typeface="+mj-lt"/>
              </a:rPr>
              <a:t>Initial and annual risk assessments for subawards/subcontracts over $100,000 USD.</a:t>
            </a:r>
          </a:p>
          <a:p>
            <a:pPr marL="742950" lvl="1" indent="-285750" algn="l">
              <a:buFont typeface="Arial" panose="020B0604020202020204" pitchFamily="34" charset="0"/>
              <a:buChar char="•"/>
            </a:pPr>
            <a:r>
              <a:rPr lang="en-US" sz="1400" b="0" i="0">
                <a:solidFill>
                  <a:srgbClr val="374151"/>
                </a:solidFill>
                <a:effectLst/>
                <a:latin typeface="+mj-lt"/>
              </a:rPr>
              <a:t>Reference to detailed Risk Assessment policy on SharePoint.</a:t>
            </a:r>
          </a:p>
          <a:p>
            <a:pPr marL="742950" lvl="1" indent="-285750" algn="l">
              <a:buFont typeface="Arial" panose="020B0604020202020204" pitchFamily="34" charset="0"/>
              <a:buChar char="•"/>
            </a:pPr>
            <a:r>
              <a:rPr lang="en-US" sz="1400" b="0" i="0">
                <a:solidFill>
                  <a:srgbClr val="374151"/>
                </a:solidFill>
                <a:effectLst/>
                <a:latin typeface="+mj-lt"/>
              </a:rPr>
              <a:t>Customer &amp; Vendor Identification and Verification process for home office payments on Bill.com.</a:t>
            </a:r>
          </a:p>
          <a:p>
            <a:pPr marL="0" indent="0" algn="l">
              <a:buNone/>
            </a:pPr>
            <a:r>
              <a:rPr lang="en-US" sz="1400" b="1" i="0">
                <a:solidFill>
                  <a:srgbClr val="374151"/>
                </a:solidFill>
                <a:effectLst/>
                <a:latin typeface="+mj-lt"/>
              </a:rPr>
              <a:t>Suspicious Activity Reporting</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Requirement for employees and representatives to report suspicious transactions to </a:t>
            </a:r>
            <a:r>
              <a:rPr lang="en-US" sz="1400" b="0" i="0" u="sng">
                <a:solidFill>
                  <a:srgbClr val="374151"/>
                </a:solidFill>
                <a:effectLst/>
                <a:latin typeface="+mj-lt"/>
                <a:hlinkClick r:id="rId2"/>
              </a:rPr>
              <a:t>compliance@partners.net</a:t>
            </a:r>
            <a:r>
              <a:rPr lang="en-US" sz="1400" b="0" i="0">
                <a:solidFill>
                  <a:srgbClr val="374151"/>
                </a:solidFill>
                <a:effectLst/>
                <a:latin typeface="+mj-lt"/>
              </a:rPr>
              <a:t>.</a:t>
            </a:r>
          </a:p>
        </p:txBody>
      </p:sp>
      <p:sp>
        <p:nvSpPr>
          <p:cNvPr id="6" name="Rectangle 5">
            <a:extLst>
              <a:ext uri="{FF2B5EF4-FFF2-40B4-BE49-F238E27FC236}">
                <a16:creationId xmlns:a16="http://schemas.microsoft.com/office/drawing/2014/main" id="{7EC5479A-F1DA-5AF2-D914-B8CAA92274AA}"/>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219125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53616" y="122530"/>
            <a:ext cx="10515600" cy="1325563"/>
          </a:xfrm>
        </p:spPr>
        <p:txBody>
          <a:bodyPr/>
          <a:lstStyle/>
          <a:p>
            <a:r>
              <a:rPr lang="en-US" b="1"/>
              <a:t>Prevention of Money Laundering &amp; </a:t>
            </a:r>
            <a:br>
              <a:rPr lang="en-US" b="1"/>
            </a:br>
            <a:r>
              <a:rPr lang="en-US" b="1"/>
              <a:t>Financing of Terrorism</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54214" y="1395789"/>
            <a:ext cx="11588970" cy="4958357"/>
          </a:xfrm>
        </p:spPr>
        <p:txBody>
          <a:bodyPr>
            <a:noAutofit/>
          </a:bodyPr>
          <a:lstStyle/>
          <a:p>
            <a:pPr marL="0" indent="0" algn="l">
              <a:buNone/>
            </a:pPr>
            <a:r>
              <a:rPr lang="en-US" sz="1500" i="0" dirty="0">
                <a:solidFill>
                  <a:srgbClr val="374151"/>
                </a:solidFill>
                <a:effectLst/>
                <a:latin typeface="+mj-lt"/>
              </a:rPr>
              <a:t>Partners is commitment to preventing money laundering and the financing of terrorism in all aspects of our business operations. The Policy applies to all employees and representative acting on behalf of Partners. The goal is to ensure compliance with relevant anti-money laundering and counter-financing of terrorism laws, regulations, and international standards.</a:t>
            </a:r>
          </a:p>
          <a:p>
            <a:pPr marL="0" indent="0" algn="l">
              <a:buNone/>
            </a:pPr>
            <a:r>
              <a:rPr lang="en-US" sz="1500" b="1" i="0" dirty="0">
                <a:solidFill>
                  <a:srgbClr val="374151"/>
                </a:solidFill>
                <a:effectLst/>
                <a:latin typeface="+mj-lt"/>
              </a:rPr>
              <a:t>Definitions</a:t>
            </a:r>
          </a:p>
          <a:p>
            <a:r>
              <a:rPr lang="en-US" sz="1500" i="0" dirty="0">
                <a:solidFill>
                  <a:srgbClr val="374151"/>
                </a:solidFill>
                <a:effectLst/>
                <a:latin typeface="+mj-lt"/>
              </a:rPr>
              <a:t>Money Laundering: The process of making illegally obtained proceeds appear legitimate by disguising their origins.</a:t>
            </a:r>
          </a:p>
          <a:p>
            <a:r>
              <a:rPr lang="en-US" sz="1500" i="0" dirty="0">
                <a:solidFill>
                  <a:srgbClr val="374151"/>
                </a:solidFill>
                <a:effectLst/>
                <a:latin typeface="+mj-lt"/>
              </a:rPr>
              <a:t>Financing of Terrorism: Providing funds or financial support, directly or indirectly, to individuals, groups, or entities engaged in terrorist activities.</a:t>
            </a:r>
          </a:p>
          <a:p>
            <a:pPr marL="0" indent="0" algn="l">
              <a:buNone/>
            </a:pPr>
            <a:r>
              <a:rPr lang="en-US" sz="1500" b="1" i="0" dirty="0">
                <a:solidFill>
                  <a:srgbClr val="374151"/>
                </a:solidFill>
                <a:effectLst/>
                <a:latin typeface="+mj-lt"/>
              </a:rPr>
              <a:t>Due Diligence</a:t>
            </a:r>
          </a:p>
          <a:p>
            <a:pPr marL="0" indent="0" algn="l">
              <a:buNone/>
            </a:pPr>
            <a:r>
              <a:rPr lang="en-US" sz="1500" i="0" dirty="0">
                <a:solidFill>
                  <a:srgbClr val="374151"/>
                </a:solidFill>
                <a:effectLst/>
                <a:latin typeface="+mj-lt"/>
              </a:rPr>
              <a:t>In order to ensure that Partners complies with this policy, the following actions will be implemented for all vendors:</a:t>
            </a:r>
          </a:p>
          <a:p>
            <a:r>
              <a:rPr lang="en-US" sz="1500" i="0" dirty="0">
                <a:solidFill>
                  <a:srgbClr val="374151"/>
                </a:solidFill>
                <a:effectLst/>
                <a:latin typeface="+mj-lt"/>
              </a:rPr>
              <a:t>Vendor Vetting: All vendors will be checked in Visual Compliance annually.</a:t>
            </a:r>
          </a:p>
          <a:p>
            <a:r>
              <a:rPr lang="en-US" sz="1500" i="0" dirty="0">
                <a:solidFill>
                  <a:srgbClr val="374151"/>
                </a:solidFill>
                <a:effectLst/>
                <a:latin typeface="+mj-lt"/>
              </a:rPr>
              <a:t>Risk Assessments: For any subawards or subcontracts over $100,000 USD, Partners will initial and annual risk assessments to identify and evaluate money laundering and terrorism financing risks associated with its business activities, clients, and transactions. Full information on the Risk Assessment policy is found on SharePoint.</a:t>
            </a:r>
          </a:p>
          <a:p>
            <a:r>
              <a:rPr lang="en-US" sz="1500" i="0" dirty="0">
                <a:solidFill>
                  <a:srgbClr val="374151"/>
                </a:solidFill>
                <a:effectLst/>
                <a:latin typeface="+mj-lt"/>
              </a:rPr>
              <a:t>Customer &amp; Vendor Identification and Verification: For all home office payments on Bill.com, customers and vendors will have to register themselves and following </a:t>
            </a:r>
            <a:r>
              <a:rPr lang="en-US" sz="1500" i="0" dirty="0" err="1">
                <a:solidFill>
                  <a:srgbClr val="374151"/>
                </a:solidFill>
                <a:effectLst/>
                <a:latin typeface="+mj-lt"/>
              </a:rPr>
              <a:t>Bill.com’s</a:t>
            </a:r>
            <a:r>
              <a:rPr lang="en-US" sz="1500" i="0" dirty="0">
                <a:solidFill>
                  <a:srgbClr val="374151"/>
                </a:solidFill>
                <a:effectLst/>
                <a:latin typeface="+mj-lt"/>
              </a:rPr>
              <a:t> procedures for identifying and verifying themselves and their bank information prior to payment, including providing tax identification information.</a:t>
            </a:r>
          </a:p>
          <a:p>
            <a:pPr marL="0" indent="0" algn="l">
              <a:buNone/>
            </a:pPr>
            <a:r>
              <a:rPr lang="en-US" sz="1500" b="1" i="0" dirty="0">
                <a:solidFill>
                  <a:srgbClr val="374151"/>
                </a:solidFill>
                <a:effectLst/>
                <a:latin typeface="+mj-lt"/>
              </a:rPr>
              <a:t>Suspicious Activity Reporting</a:t>
            </a:r>
          </a:p>
          <a:p>
            <a:pPr marL="0" indent="0" algn="l">
              <a:buNone/>
            </a:pPr>
            <a:r>
              <a:rPr lang="en-US" sz="1500" i="0" dirty="0">
                <a:solidFill>
                  <a:srgbClr val="374151"/>
                </a:solidFill>
                <a:effectLst/>
                <a:latin typeface="+mj-lt"/>
              </a:rPr>
              <a:t>Employees and representatives are required to promptly report to compliance@partners.net any transactions or activities that appear suspicious or unusual and could be indicative of money laundering or financing of terrorism. The Compliance Team will be responsible for further investigation of the situation and/or transaction. If applicable, any violations or concerns will be reported to the appropriate government agencies as required by law.</a:t>
            </a:r>
          </a:p>
        </p:txBody>
      </p:sp>
      <p:sp>
        <p:nvSpPr>
          <p:cNvPr id="6" name="Rectangle 5">
            <a:extLst>
              <a:ext uri="{FF2B5EF4-FFF2-40B4-BE49-F238E27FC236}">
                <a16:creationId xmlns:a16="http://schemas.microsoft.com/office/drawing/2014/main" id="{7EC5479A-F1DA-5AF2-D914-B8CAA92274AA}"/>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633847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53616" y="122530"/>
            <a:ext cx="10515600" cy="1325563"/>
          </a:xfrm>
        </p:spPr>
        <p:txBody>
          <a:bodyPr/>
          <a:lstStyle/>
          <a:p>
            <a:r>
              <a:rPr lang="en-US" sz="4400" b="1" i="0" u="none" strike="noStrike" baseline="0" dirty="0">
                <a:solidFill>
                  <a:srgbClr val="000000"/>
                </a:solidFill>
                <a:latin typeface="Calibri Light (Headings)"/>
              </a:rPr>
              <a:t>CROWN Act Nondiscrimination</a:t>
            </a:r>
            <a:endParaRPr lang="en-US" dirty="0"/>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601824" y="1712167"/>
            <a:ext cx="11341360" cy="4641979"/>
          </a:xfrm>
        </p:spPr>
        <p:txBody>
          <a:bodyPr>
            <a:noAutofit/>
          </a:bodyPr>
          <a:lstStyle/>
          <a:p>
            <a:pPr marL="0" indent="0">
              <a:buNone/>
            </a:pPr>
            <a:r>
              <a:rPr lang="en-US" sz="2400" b="0" i="0" u="none" strike="noStrike" baseline="0" dirty="0">
                <a:solidFill>
                  <a:srgbClr val="000000"/>
                </a:solidFill>
                <a:latin typeface="Calibri Light (Headings)"/>
              </a:rPr>
              <a:t>Partners will comply with the CROWN Act, or Creating a Respectful and Open World for Natural Hair Act, which prevents discrimination based on hairstyles in the workplace and educational settings. The Act prohibits race-based hair discrimination by explicitly stating that traits historically associated with race, such as hair texture and protective hairstyles like braids, locks, twists, and knots, are protected characteristics. All individuals at Partners have the right to wear their hair in its natural state or in a manner reflective of their cultural or racial identity without fear of adverse employment or educational consequences. </a:t>
            </a:r>
            <a:endParaRPr lang="en-US" sz="1800" i="0" dirty="0">
              <a:solidFill>
                <a:srgbClr val="374151"/>
              </a:solidFill>
              <a:effectLst/>
              <a:latin typeface="Calibri Light (Headings)"/>
            </a:endParaRPr>
          </a:p>
        </p:txBody>
      </p:sp>
      <p:sp>
        <p:nvSpPr>
          <p:cNvPr id="6" name="Rectangle 5">
            <a:extLst>
              <a:ext uri="{FF2B5EF4-FFF2-40B4-BE49-F238E27FC236}">
                <a16:creationId xmlns:a16="http://schemas.microsoft.com/office/drawing/2014/main" id="{7EC5479A-F1DA-5AF2-D914-B8CAA92274AA}"/>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781772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b="1"/>
              <a:t>Affirmation Action</a:t>
            </a:r>
            <a:br>
              <a:rPr lang="en-US" b="1"/>
            </a:br>
            <a:r>
              <a:rPr lang="en-US" b="1"/>
              <a:t>Summary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739809" y="2711406"/>
            <a:ext cx="3187536" cy="2099170"/>
          </a:xfrm>
        </p:spPr>
        <p:txBody>
          <a:bodyPr>
            <a:normAutofit/>
          </a:bodyPr>
          <a:lstStyle/>
          <a:p>
            <a:pPr marL="0" indent="0" algn="l">
              <a:buNone/>
            </a:pPr>
            <a:r>
              <a:rPr lang="en-US" sz="1400" b="1" i="0">
                <a:solidFill>
                  <a:srgbClr val="374151"/>
                </a:solidFill>
                <a:effectLst/>
                <a:latin typeface="+mj-lt"/>
              </a:rPr>
              <a:t>Key Points: </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Explanation of affirmative action as a tool for ensuring equal employment opportunity.</a:t>
            </a:r>
          </a:p>
          <a:p>
            <a:pPr algn="l">
              <a:buFont typeface="Arial" panose="020B0604020202020204" pitchFamily="34" charset="0"/>
              <a:buChar char="•"/>
            </a:pPr>
            <a:r>
              <a:rPr lang="en-US" sz="1400" b="0" i="0">
                <a:solidFill>
                  <a:srgbClr val="374151"/>
                </a:solidFill>
                <a:effectLst/>
                <a:latin typeface="+mj-lt"/>
              </a:rPr>
              <a:t>Relevance of affirmative action in promoting diversity and inclusion</a:t>
            </a:r>
          </a:p>
          <a:p>
            <a:pPr algn="l">
              <a:buFont typeface="Arial" panose="020B0604020202020204" pitchFamily="34" charset="0"/>
              <a:buChar char="•"/>
            </a:pPr>
            <a:endParaRPr lang="en-US" sz="1400" b="0" i="0">
              <a:solidFill>
                <a:srgbClr val="374151"/>
              </a:solidFill>
              <a:effectLst/>
              <a:latin typeface="+mj-lt"/>
            </a:endParaRPr>
          </a:p>
        </p:txBody>
      </p:sp>
      <p:sp>
        <p:nvSpPr>
          <p:cNvPr id="4" name="Content Placeholder 2">
            <a:extLst>
              <a:ext uri="{FF2B5EF4-FFF2-40B4-BE49-F238E27FC236}">
                <a16:creationId xmlns:a16="http://schemas.microsoft.com/office/drawing/2014/main" id="{E0E6C19A-1F08-1248-E1FC-988EE276392F}"/>
              </a:ext>
            </a:extLst>
          </p:cNvPr>
          <p:cNvSpPr txBox="1">
            <a:spLocks/>
          </p:cNvSpPr>
          <p:nvPr/>
        </p:nvSpPr>
        <p:spPr>
          <a:xfrm>
            <a:off x="5590753" y="731268"/>
            <a:ext cx="5862574" cy="4247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1400" b="1" i="0">
                <a:solidFill>
                  <a:srgbClr val="374151"/>
                </a:solidFill>
                <a:effectLst/>
                <a:latin typeface="+mj-lt"/>
              </a:rPr>
              <a:t>Action Plan</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Partners' commitment to compliance with 40 CFR 60.2.10(b) standards.</a:t>
            </a:r>
          </a:p>
          <a:p>
            <a:pPr algn="l">
              <a:buFont typeface="Arial" panose="020B0604020202020204" pitchFamily="34" charset="0"/>
              <a:buChar char="•"/>
            </a:pPr>
            <a:r>
              <a:rPr lang="en-US" sz="1400" b="0" i="0">
                <a:solidFill>
                  <a:srgbClr val="374151"/>
                </a:solidFill>
                <a:effectLst/>
                <a:latin typeface="+mj-lt"/>
              </a:rPr>
              <a:t>Scope of policy application across employment phases and activities.</a:t>
            </a:r>
          </a:p>
          <a:p>
            <a:pPr marL="0" indent="0" algn="l">
              <a:buNone/>
            </a:pPr>
            <a:r>
              <a:rPr lang="en-US" sz="1400" b="1" i="0">
                <a:solidFill>
                  <a:srgbClr val="374151"/>
                </a:solidFill>
                <a:effectLst/>
                <a:latin typeface="+mj-lt"/>
              </a:rPr>
              <a:t>Promotion of Diversity</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Affirmative action steps for introducing and promoting diversity:</a:t>
            </a:r>
          </a:p>
          <a:p>
            <a:pPr marL="742950" lvl="1" indent="-285750" algn="l">
              <a:buFont typeface="Arial" panose="020B0604020202020204" pitchFamily="34" charset="0"/>
              <a:buChar char="•"/>
            </a:pPr>
            <a:r>
              <a:rPr lang="en-US" sz="1400" b="0" i="0">
                <a:solidFill>
                  <a:srgbClr val="374151"/>
                </a:solidFill>
                <a:effectLst/>
                <a:latin typeface="+mj-lt"/>
              </a:rPr>
              <a:t>Minority group individuals.</a:t>
            </a:r>
          </a:p>
          <a:p>
            <a:pPr marL="742950" lvl="1" indent="-285750" algn="l">
              <a:buFont typeface="Arial" panose="020B0604020202020204" pitchFamily="34" charset="0"/>
              <a:buChar char="•"/>
            </a:pPr>
            <a:r>
              <a:rPr lang="en-US" sz="1400" b="0" i="0">
                <a:solidFill>
                  <a:srgbClr val="374151"/>
                </a:solidFill>
                <a:effectLst/>
                <a:latin typeface="+mj-lt"/>
              </a:rPr>
              <a:t>Females.</a:t>
            </a:r>
          </a:p>
          <a:p>
            <a:pPr marL="742950" lvl="1" indent="-285750" algn="l">
              <a:buFont typeface="Arial" panose="020B0604020202020204" pitchFamily="34" charset="0"/>
              <a:buChar char="•"/>
            </a:pPr>
            <a:r>
              <a:rPr lang="en-US" sz="1400" b="0" i="0">
                <a:solidFill>
                  <a:srgbClr val="374151"/>
                </a:solidFill>
                <a:effectLst/>
                <a:latin typeface="+mj-lt"/>
              </a:rPr>
              <a:t>Disabled veterans.</a:t>
            </a:r>
          </a:p>
          <a:p>
            <a:pPr marL="742950" lvl="1" indent="-285750" algn="l">
              <a:buFont typeface="Arial" panose="020B0604020202020204" pitchFamily="34" charset="0"/>
              <a:buChar char="•"/>
            </a:pPr>
            <a:r>
              <a:rPr lang="en-US" sz="1400" b="0" i="0">
                <a:solidFill>
                  <a:srgbClr val="374151"/>
                </a:solidFill>
                <a:effectLst/>
                <a:latin typeface="+mj-lt"/>
              </a:rPr>
              <a:t>Recently separated veterans.</a:t>
            </a:r>
          </a:p>
          <a:p>
            <a:pPr marL="742950" lvl="1" indent="-285750" algn="l">
              <a:buFont typeface="Arial" panose="020B0604020202020204" pitchFamily="34" charset="0"/>
              <a:buChar char="•"/>
            </a:pPr>
            <a:r>
              <a:rPr lang="en-US" sz="1400" b="0" i="0">
                <a:solidFill>
                  <a:srgbClr val="374151"/>
                </a:solidFill>
                <a:effectLst/>
                <a:latin typeface="+mj-lt"/>
              </a:rPr>
              <a:t>Other protected veterans.</a:t>
            </a:r>
          </a:p>
          <a:p>
            <a:pPr marL="742950" lvl="1" indent="-285750" algn="l">
              <a:buFont typeface="Arial" panose="020B0604020202020204" pitchFamily="34" charset="0"/>
              <a:buChar char="•"/>
            </a:pPr>
            <a:r>
              <a:rPr lang="en-US" sz="1400" b="0" i="0">
                <a:solidFill>
                  <a:srgbClr val="374151"/>
                </a:solidFill>
                <a:effectLst/>
                <a:latin typeface="+mj-lt"/>
              </a:rPr>
              <a:t>Armed Forces service medal veterans.</a:t>
            </a:r>
          </a:p>
          <a:p>
            <a:pPr marL="742950" lvl="1" indent="-285750" algn="l">
              <a:buFont typeface="Arial" panose="020B0604020202020204" pitchFamily="34" charset="0"/>
              <a:buChar char="•"/>
            </a:pPr>
            <a:r>
              <a:rPr lang="en-US" sz="1400" b="0" i="0">
                <a:solidFill>
                  <a:srgbClr val="374151"/>
                </a:solidFill>
                <a:effectLst/>
                <a:latin typeface="+mj-lt"/>
              </a:rPr>
              <a:t>Qualified disabled persons.</a:t>
            </a:r>
          </a:p>
          <a:p>
            <a:pPr marL="0" indent="0" algn="l">
              <a:buNone/>
            </a:pPr>
            <a:r>
              <a:rPr lang="en-US" sz="1400" b="1" i="0">
                <a:solidFill>
                  <a:srgbClr val="374151"/>
                </a:solidFill>
                <a:effectLst/>
                <a:latin typeface="+mj-lt"/>
              </a:rPr>
              <a:t>Non-Retaliation and Protection</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Assurance of protection against retaliation for:</a:t>
            </a:r>
          </a:p>
          <a:p>
            <a:pPr marL="742950" lvl="1" indent="-285750" algn="l">
              <a:buFont typeface="Arial" panose="020B0604020202020204" pitchFamily="34" charset="0"/>
              <a:buChar char="•"/>
            </a:pPr>
            <a:r>
              <a:rPr lang="en-US" sz="1400" b="0" i="0">
                <a:solidFill>
                  <a:srgbClr val="374151"/>
                </a:solidFill>
                <a:effectLst/>
                <a:latin typeface="+mj-lt"/>
              </a:rPr>
              <a:t>Filing complaints.</a:t>
            </a:r>
          </a:p>
          <a:p>
            <a:pPr marL="742950" lvl="1" indent="-285750" algn="l">
              <a:buFont typeface="Arial" panose="020B0604020202020204" pitchFamily="34" charset="0"/>
              <a:buChar char="•"/>
            </a:pPr>
            <a:r>
              <a:rPr lang="en-US" sz="1400" b="0" i="0">
                <a:solidFill>
                  <a:srgbClr val="374151"/>
                </a:solidFill>
                <a:effectLst/>
                <a:latin typeface="+mj-lt"/>
              </a:rPr>
              <a:t>Assisting or participating in investigations.</a:t>
            </a:r>
          </a:p>
          <a:p>
            <a:pPr marL="742950" lvl="1" indent="-285750" algn="l">
              <a:buFont typeface="Arial" panose="020B0604020202020204" pitchFamily="34" charset="0"/>
              <a:buChar char="•"/>
            </a:pPr>
            <a:r>
              <a:rPr lang="en-US" sz="1400" b="0" i="0">
                <a:solidFill>
                  <a:srgbClr val="374151"/>
                </a:solidFill>
                <a:effectLst/>
                <a:latin typeface="+mj-lt"/>
              </a:rPr>
              <a:t>Opposing unlawful acts or practices.</a:t>
            </a:r>
          </a:p>
          <a:p>
            <a:pPr marL="742950" lvl="1" indent="-285750" algn="l">
              <a:buFont typeface="Arial" panose="020B0604020202020204" pitchFamily="34" charset="0"/>
              <a:buChar char="•"/>
            </a:pPr>
            <a:r>
              <a:rPr lang="en-US" sz="1400" b="0" i="0">
                <a:solidFill>
                  <a:srgbClr val="374151"/>
                </a:solidFill>
                <a:effectLst/>
                <a:latin typeface="+mj-lt"/>
              </a:rPr>
              <a:t>Exercising legal rights related to equal opportunity.</a:t>
            </a:r>
          </a:p>
          <a:p>
            <a:pPr marL="0" indent="0" algn="l">
              <a:buNone/>
            </a:pPr>
            <a:r>
              <a:rPr lang="en-US" sz="1400" b="1" i="0">
                <a:solidFill>
                  <a:srgbClr val="374151"/>
                </a:solidFill>
                <a:effectLst/>
                <a:latin typeface="+mj-lt"/>
              </a:rPr>
              <a:t>Oversight and Responsibility</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HR's role in overseeing Partners' Affirmative Action Program.</a:t>
            </a:r>
          </a:p>
          <a:p>
            <a:pPr marL="0" indent="0" algn="l">
              <a:buNone/>
            </a:pPr>
            <a:endParaRPr lang="en-US" sz="1400" b="0" i="0">
              <a:solidFill>
                <a:srgbClr val="374151"/>
              </a:solidFill>
              <a:effectLst/>
              <a:latin typeface="+mj-lt"/>
            </a:endParaRPr>
          </a:p>
        </p:txBody>
      </p:sp>
      <p:sp>
        <p:nvSpPr>
          <p:cNvPr id="5" name="Rectangle 4">
            <a:extLst>
              <a:ext uri="{FF2B5EF4-FFF2-40B4-BE49-F238E27FC236}">
                <a16:creationId xmlns:a16="http://schemas.microsoft.com/office/drawing/2014/main" id="{BE3D25A0-8BD1-796F-F8C7-3DE711269286}"/>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761571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794955" y="141190"/>
            <a:ext cx="10515600" cy="1325563"/>
          </a:xfrm>
        </p:spPr>
        <p:txBody>
          <a:bodyPr/>
          <a:lstStyle/>
          <a:p>
            <a:r>
              <a:rPr lang="en-US" b="1"/>
              <a:t>Affirmation Action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657458" y="1335140"/>
            <a:ext cx="11304387" cy="5280264"/>
          </a:xfrm>
        </p:spPr>
        <p:txBody>
          <a:bodyPr>
            <a:normAutofit/>
          </a:bodyPr>
          <a:lstStyle/>
          <a:p>
            <a:pPr marL="0" indent="0" algn="l">
              <a:buNone/>
            </a:pPr>
            <a:r>
              <a:rPr lang="en-US" sz="1600" b="1" i="0">
                <a:solidFill>
                  <a:srgbClr val="374151"/>
                </a:solidFill>
                <a:effectLst/>
                <a:latin typeface="+mj-lt"/>
              </a:rPr>
              <a:t>An affirmative action program is a management tool designed to ensure equal employment opportunity. Affirmative action programs contain a diagnostic component which includes a number of quantitative analyses designed to evaluate the composition of the workforce of the contractor and compare it to the composition of the relevant labor pools.  Partners has an affirmation action plan to comply with the standards set forth in 40 CFR 60.2.10(b). </a:t>
            </a:r>
          </a:p>
          <a:p>
            <a:pPr marL="0" indent="0" algn="l">
              <a:buNone/>
            </a:pPr>
            <a:r>
              <a:rPr lang="en-US" sz="1600" b="1" i="0">
                <a:solidFill>
                  <a:srgbClr val="374151"/>
                </a:solidFill>
                <a:effectLst/>
                <a:latin typeface="+mj-lt"/>
              </a:rPr>
              <a:t>This policy applies to all phases of employment, including, but not limited to, recruiting, employment, placement, promotion, transfer, demotion, reduction of workforce and termination, rates of pay or other forms of compensation, selection for training, the use of all facilities, and participation in all company-sponsored employee activities. Provisions in applicable laws providing for bona fide occupational qualifications, business necessity or age limitations will be adhered to by Partners where appropriate.</a:t>
            </a:r>
          </a:p>
          <a:p>
            <a:pPr marL="0" indent="0" algn="l">
              <a:buNone/>
            </a:pPr>
            <a:r>
              <a:rPr lang="en-US" sz="1600" b="1" i="0">
                <a:solidFill>
                  <a:srgbClr val="374151"/>
                </a:solidFill>
                <a:effectLst/>
                <a:latin typeface="+mj-lt"/>
              </a:rPr>
              <a:t>Partners will also take affirmative action as called for by applicable laws and Executive Orders to ensure that minority group individuals, females, disabled veterans, recently separated veterans, other protected veterans, Armed Forces service medal veterans, and qualified disabled persons are introduced into our workforce and considered for promotional opportunities.</a:t>
            </a:r>
          </a:p>
          <a:p>
            <a:pPr marL="0" indent="0" algn="l">
              <a:buNone/>
            </a:pPr>
            <a:r>
              <a:rPr lang="en-US" sz="1600" b="1" i="0">
                <a:solidFill>
                  <a:srgbClr val="374151"/>
                </a:solidFill>
                <a:effectLst/>
                <a:latin typeface="+mj-lt"/>
              </a:rPr>
              <a:t>Employees and applicants shall not be subjected to harassment, intimidation or any type of retaliation because they have (1) filed a complaint; (2) assisted or participated in an investigation, compliance review, hearing or any other activity related to the administration of any federal, state or local law requiring equal employment opportunity; (3) opposed any act or practice made unlawful by any federal, state or local law requiring equal opportunity; or (4) exercised any other legal right protected by federal, state or local law requiring equal opportunity.</a:t>
            </a:r>
          </a:p>
          <a:p>
            <a:pPr marL="0" indent="0" algn="l">
              <a:buNone/>
            </a:pPr>
            <a:r>
              <a:rPr lang="en-US" sz="1600" b="1" i="0">
                <a:solidFill>
                  <a:srgbClr val="374151"/>
                </a:solidFill>
                <a:effectLst/>
                <a:latin typeface="+mj-lt"/>
              </a:rPr>
              <a:t>HR will be responsible for overseeing Partners Affirmative Action Program.</a:t>
            </a:r>
          </a:p>
        </p:txBody>
      </p:sp>
      <p:sp>
        <p:nvSpPr>
          <p:cNvPr id="5" name="Rectangle 4">
            <a:extLst>
              <a:ext uri="{FF2B5EF4-FFF2-40B4-BE49-F238E27FC236}">
                <a16:creationId xmlns:a16="http://schemas.microsoft.com/office/drawing/2014/main" id="{BE3D25A0-8BD1-796F-F8C7-3DE711269286}"/>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142146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838200" y="512379"/>
            <a:ext cx="10515600" cy="1325563"/>
          </a:xfrm>
        </p:spPr>
        <p:txBody>
          <a:bodyPr/>
          <a:lstStyle/>
          <a:p>
            <a:r>
              <a:rPr lang="en-US" b="1"/>
              <a:t>Voluntary Self-Identification Forms Summary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739809" y="2711406"/>
            <a:ext cx="3187536" cy="2099170"/>
          </a:xfrm>
        </p:spPr>
        <p:txBody>
          <a:bodyPr>
            <a:normAutofit/>
          </a:bodyPr>
          <a:lstStyle/>
          <a:p>
            <a:pPr marL="0" indent="0" algn="l">
              <a:buNone/>
            </a:pPr>
            <a:r>
              <a:rPr lang="en-US" sz="1400" b="1" i="0">
                <a:solidFill>
                  <a:srgbClr val="374151"/>
                </a:solidFill>
                <a:effectLst/>
                <a:latin typeface="+mj-lt"/>
              </a:rPr>
              <a:t>Key Points: </a:t>
            </a:r>
            <a:endParaRPr lang="en-US" sz="1400" b="0" i="0">
              <a:solidFill>
                <a:srgbClr val="374151"/>
              </a:solidFill>
              <a:effectLst/>
              <a:latin typeface="+mj-lt"/>
            </a:endParaRPr>
          </a:p>
          <a:p>
            <a:pPr algn="l">
              <a:buFont typeface="Arial" panose="020B0604020202020204" pitchFamily="34" charset="0"/>
              <a:buChar char="•"/>
            </a:pPr>
            <a:r>
              <a:rPr lang="en-US" sz="1400">
                <a:solidFill>
                  <a:srgbClr val="374151"/>
                </a:solidFill>
                <a:latin typeface="+mj-lt"/>
              </a:rPr>
              <a:t>Voluntary self-identification process for employees, applicants, and new hires</a:t>
            </a:r>
            <a:endParaRPr lang="en-US" sz="1400" b="0" i="0">
              <a:solidFill>
                <a:srgbClr val="374151"/>
              </a:solidFill>
              <a:effectLst/>
              <a:latin typeface="+mj-lt"/>
            </a:endParaRPr>
          </a:p>
          <a:p>
            <a:pPr algn="l">
              <a:buFont typeface="Arial" panose="020B0604020202020204" pitchFamily="34" charset="0"/>
              <a:buChar char="•"/>
            </a:pPr>
            <a:endParaRPr lang="en-US" sz="1400" b="0" i="0">
              <a:solidFill>
                <a:srgbClr val="374151"/>
              </a:solidFill>
              <a:effectLst/>
              <a:latin typeface="+mj-lt"/>
            </a:endParaRPr>
          </a:p>
        </p:txBody>
      </p:sp>
      <p:sp>
        <p:nvSpPr>
          <p:cNvPr id="4" name="Content Placeholder 2">
            <a:extLst>
              <a:ext uri="{FF2B5EF4-FFF2-40B4-BE49-F238E27FC236}">
                <a16:creationId xmlns:a16="http://schemas.microsoft.com/office/drawing/2014/main" id="{E0E6C19A-1F08-1248-E1FC-988EE276392F}"/>
              </a:ext>
            </a:extLst>
          </p:cNvPr>
          <p:cNvSpPr txBox="1">
            <a:spLocks/>
          </p:cNvSpPr>
          <p:nvPr/>
        </p:nvSpPr>
        <p:spPr>
          <a:xfrm>
            <a:off x="5984905" y="1521152"/>
            <a:ext cx="4827321" cy="4247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1400" b="1">
                <a:solidFill>
                  <a:srgbClr val="374151"/>
                </a:solidFill>
                <a:latin typeface="+mj-lt"/>
              </a:rPr>
              <a:t>Self Identification </a:t>
            </a:r>
            <a:endParaRPr lang="en-US" sz="1400" b="0" i="0">
              <a:solidFill>
                <a:srgbClr val="374151"/>
              </a:solidFill>
              <a:effectLst/>
              <a:latin typeface="+mj-lt"/>
            </a:endParaRPr>
          </a:p>
          <a:p>
            <a:pPr algn="l">
              <a:buFont typeface="Arial" panose="020B0604020202020204" pitchFamily="34" charset="0"/>
              <a:buChar char="•"/>
            </a:pPr>
            <a:r>
              <a:rPr lang="en-US" sz="1400" b="0" i="0">
                <a:solidFill>
                  <a:srgbClr val="374151"/>
                </a:solidFill>
                <a:effectLst/>
                <a:latin typeface="+mj-lt"/>
              </a:rPr>
              <a:t>Affirmative action steps for introducing and promoting diversity:</a:t>
            </a:r>
          </a:p>
          <a:p>
            <a:pPr marL="742950" lvl="1" indent="-285750" algn="l">
              <a:buFont typeface="Arial" panose="020B0604020202020204" pitchFamily="34" charset="0"/>
              <a:buChar char="•"/>
            </a:pPr>
            <a:r>
              <a:rPr lang="en-US" sz="1400">
                <a:solidFill>
                  <a:srgbClr val="374151"/>
                </a:solidFill>
                <a:latin typeface="+mj-lt"/>
              </a:rPr>
              <a:t>Disability </a:t>
            </a:r>
          </a:p>
          <a:p>
            <a:pPr marL="742950" lvl="1" indent="-285750" algn="l">
              <a:buFont typeface="Arial" panose="020B0604020202020204" pitchFamily="34" charset="0"/>
              <a:buChar char="•"/>
            </a:pPr>
            <a:r>
              <a:rPr lang="en-US" sz="1400" b="0" i="0">
                <a:solidFill>
                  <a:srgbClr val="374151"/>
                </a:solidFill>
                <a:effectLst/>
                <a:latin typeface="+mj-lt"/>
              </a:rPr>
              <a:t>Gender and Race/Ethnicity</a:t>
            </a:r>
          </a:p>
          <a:p>
            <a:pPr marL="742950" lvl="1" indent="-285750" algn="l">
              <a:buFont typeface="Arial" panose="020B0604020202020204" pitchFamily="34" charset="0"/>
              <a:buChar char="•"/>
            </a:pPr>
            <a:r>
              <a:rPr lang="en-US" sz="1400" b="0" i="0">
                <a:solidFill>
                  <a:srgbClr val="374151"/>
                </a:solidFill>
                <a:effectLst/>
                <a:latin typeface="+mj-lt"/>
              </a:rPr>
              <a:t>Veterans </a:t>
            </a:r>
            <a:endParaRPr lang="en-US" sz="1400">
              <a:solidFill>
                <a:srgbClr val="374151"/>
              </a:solidFill>
              <a:latin typeface="+mj-lt"/>
            </a:endParaRPr>
          </a:p>
          <a:p>
            <a:pPr marL="0" indent="0">
              <a:buNone/>
            </a:pPr>
            <a:r>
              <a:rPr lang="en-US" sz="1400" b="1">
                <a:solidFill>
                  <a:srgbClr val="374151"/>
                </a:solidFill>
                <a:latin typeface="+mj-lt"/>
              </a:rPr>
              <a:t>Data Handling and Access</a:t>
            </a:r>
          </a:p>
          <a:p>
            <a:r>
              <a:rPr lang="en-US" sz="1400">
                <a:solidFill>
                  <a:srgbClr val="374151"/>
                </a:solidFill>
                <a:latin typeface="+mj-lt"/>
              </a:rPr>
              <a:t>Assurance that collected data will be used solely for compliance reporting to the U.S. Government.</a:t>
            </a:r>
          </a:p>
          <a:p>
            <a:r>
              <a:rPr lang="en-US" sz="1400">
                <a:solidFill>
                  <a:srgbClr val="374151"/>
                </a:solidFill>
                <a:latin typeface="+mj-lt"/>
              </a:rPr>
              <a:t>Mention of data separation from other personnel records.</a:t>
            </a:r>
          </a:p>
          <a:p>
            <a:r>
              <a:rPr lang="en-US" sz="1400">
                <a:solidFill>
                  <a:srgbClr val="374151"/>
                </a:solidFill>
                <a:latin typeface="+mj-lt"/>
              </a:rPr>
              <a:t>Indication that only HR will have access to the information.</a:t>
            </a:r>
          </a:p>
          <a:p>
            <a:pPr marL="0" indent="0" algn="l">
              <a:buNone/>
            </a:pPr>
            <a:r>
              <a:rPr lang="en-US" sz="1400" b="1">
                <a:solidFill>
                  <a:srgbClr val="374151"/>
                </a:solidFill>
                <a:latin typeface="+mj-lt"/>
              </a:rPr>
              <a:t>Periodic Resurveying</a:t>
            </a:r>
          </a:p>
          <a:p>
            <a:r>
              <a:rPr lang="en-US" sz="1400">
                <a:solidFill>
                  <a:srgbClr val="374151"/>
                </a:solidFill>
                <a:latin typeface="+mj-lt"/>
              </a:rPr>
              <a:t>Explanation of Partners' practice to resurvey the workforce every five (5) years.</a:t>
            </a:r>
          </a:p>
          <a:p>
            <a:pPr marL="742950" lvl="1" indent="-285750" algn="l">
              <a:buFont typeface="Arial" panose="020B0604020202020204" pitchFamily="34" charset="0"/>
              <a:buChar char="•"/>
            </a:pPr>
            <a:endParaRPr lang="en-US" sz="1400" b="0" i="0">
              <a:solidFill>
                <a:srgbClr val="374151"/>
              </a:solidFill>
              <a:effectLst/>
              <a:latin typeface="+mj-lt"/>
            </a:endParaRPr>
          </a:p>
          <a:p>
            <a:pPr marL="0" indent="0" algn="l">
              <a:buNone/>
            </a:pPr>
            <a:endParaRPr lang="en-US" sz="1400" b="0" i="0">
              <a:solidFill>
                <a:srgbClr val="374151"/>
              </a:solidFill>
              <a:effectLst/>
              <a:latin typeface="+mj-lt"/>
            </a:endParaRPr>
          </a:p>
        </p:txBody>
      </p:sp>
      <p:sp>
        <p:nvSpPr>
          <p:cNvPr id="5" name="Rectangle 4">
            <a:extLst>
              <a:ext uri="{FF2B5EF4-FFF2-40B4-BE49-F238E27FC236}">
                <a16:creationId xmlns:a16="http://schemas.microsoft.com/office/drawing/2014/main" id="{5726C9AD-E362-98EE-90FC-4EFE5EB1FA61}"/>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972017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b="1"/>
              <a:t>Voluntary Self-Identification Forms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838200" y="1690687"/>
            <a:ext cx="10283890" cy="3991655"/>
          </a:xfrm>
        </p:spPr>
        <p:txBody>
          <a:bodyPr>
            <a:normAutofit/>
          </a:bodyPr>
          <a:lstStyle/>
          <a:p>
            <a:pPr marL="0" indent="0" algn="l">
              <a:buNone/>
            </a:pPr>
            <a:r>
              <a:rPr lang="en-US" sz="1800" b="1" i="0">
                <a:solidFill>
                  <a:srgbClr val="374151"/>
                </a:solidFill>
                <a:effectLst/>
                <a:latin typeface="+mj-lt"/>
              </a:rPr>
              <a:t>Partners invites employees, applicants, and new hires to self-identify as individuals with a disability, by gender and race/ ethnicity and veteran status. Completion of this data is VOLUNTARY and will not affect your opportunity for employment, or terms or conditions of employment. This form will be used for compliance reporting purposes to the U.S. Government only and will be kept separate from all other personnel records only accessed by HR. The forms for each type of reporting are listed below:</a:t>
            </a:r>
          </a:p>
          <a:p>
            <a:pPr marL="342900" indent="-342900" algn="l">
              <a:buFont typeface="+mj-lt"/>
              <a:buAutoNum type="arabicPeriod"/>
            </a:pPr>
            <a:r>
              <a:rPr lang="en-US" sz="1800" b="1" i="0">
                <a:solidFill>
                  <a:srgbClr val="374151"/>
                </a:solidFill>
                <a:effectLst/>
                <a:latin typeface="+mj-lt"/>
              </a:rPr>
              <a:t>Identification of Disability: Office of Federal Contract Compliance Program’s mandated form Voluntary Self-Identification of Disability Form (CC-305)</a:t>
            </a:r>
          </a:p>
          <a:p>
            <a:pPr marL="342900" indent="-342900" algn="l">
              <a:buFont typeface="+mj-lt"/>
              <a:buAutoNum type="arabicPeriod"/>
            </a:pPr>
            <a:r>
              <a:rPr lang="en-US" sz="1800" b="1" i="0">
                <a:solidFill>
                  <a:srgbClr val="374151"/>
                </a:solidFill>
                <a:effectLst/>
                <a:latin typeface="+mj-lt"/>
              </a:rPr>
              <a:t>Identification of gender and race/ethnicity: Equal Employment Opportunity Commission (EEOC) Identification Form.</a:t>
            </a:r>
          </a:p>
          <a:p>
            <a:pPr marL="342900" indent="-342900" algn="l">
              <a:buFont typeface="+mj-lt"/>
              <a:buAutoNum type="arabicPeriod"/>
            </a:pPr>
            <a:r>
              <a:rPr lang="en-US" sz="1800" b="1" i="0">
                <a:solidFill>
                  <a:srgbClr val="374151"/>
                </a:solidFill>
                <a:effectLst/>
                <a:latin typeface="+mj-lt"/>
              </a:rPr>
              <a:t>Identification of Veteran Status: Department of Labor Reporting VETS-4212 Identification Form.</a:t>
            </a:r>
          </a:p>
          <a:p>
            <a:pPr marL="0" indent="0" algn="l">
              <a:buNone/>
            </a:pPr>
            <a:r>
              <a:rPr lang="en-US" sz="1800" b="1" i="0">
                <a:solidFill>
                  <a:srgbClr val="374151"/>
                </a:solidFill>
                <a:effectLst/>
                <a:latin typeface="+mj-lt"/>
              </a:rPr>
              <a:t>Partners will resurvey their workforce once every five (5) years.</a:t>
            </a:r>
          </a:p>
        </p:txBody>
      </p:sp>
      <p:sp>
        <p:nvSpPr>
          <p:cNvPr id="5" name="Rectangle 4">
            <a:extLst>
              <a:ext uri="{FF2B5EF4-FFF2-40B4-BE49-F238E27FC236}">
                <a16:creationId xmlns:a16="http://schemas.microsoft.com/office/drawing/2014/main" id="{5726C9AD-E362-98EE-90FC-4EFE5EB1FA61}"/>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33281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normAutofit/>
          </a:bodyPr>
          <a:lstStyle/>
          <a:p>
            <a:r>
              <a:rPr lang="en-US" b="1"/>
              <a:t>Accommodation for Persons with </a:t>
            </a:r>
            <a:br>
              <a:rPr lang="en-US" b="1"/>
            </a:br>
            <a:r>
              <a:rPr lang="en-US" b="1"/>
              <a:t>Disabilities and Interactive Dialogue Summary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739809" y="2711406"/>
            <a:ext cx="3187536" cy="2099170"/>
          </a:xfrm>
        </p:spPr>
        <p:txBody>
          <a:bodyPr>
            <a:normAutofit fontScale="92500" lnSpcReduction="20000"/>
          </a:bodyPr>
          <a:lstStyle/>
          <a:p>
            <a:pPr marL="0" indent="0" algn="l">
              <a:lnSpc>
                <a:spcPct val="150000"/>
              </a:lnSpc>
              <a:buNone/>
            </a:pPr>
            <a:r>
              <a:rPr lang="en-US" sz="1400" b="1" i="0">
                <a:solidFill>
                  <a:srgbClr val="374151"/>
                </a:solidFill>
                <a:effectLst/>
                <a:latin typeface="+mj-lt"/>
              </a:rPr>
              <a:t>Key Points: </a:t>
            </a:r>
            <a:endParaRPr lang="en-US" sz="1400" b="0" i="0">
              <a:solidFill>
                <a:srgbClr val="374151"/>
              </a:solidFill>
              <a:effectLst/>
              <a:latin typeface="+mj-lt"/>
            </a:endParaRPr>
          </a:p>
          <a:p>
            <a:pPr algn="l">
              <a:lnSpc>
                <a:spcPct val="150000"/>
              </a:lnSpc>
              <a:buFont typeface="Arial" panose="020B0604020202020204" pitchFamily="34" charset="0"/>
              <a:buChar char="•"/>
            </a:pPr>
            <a:r>
              <a:rPr lang="en-US" sz="1400">
                <a:solidFill>
                  <a:srgbClr val="374151"/>
                </a:solidFill>
                <a:latin typeface="+mj-lt"/>
              </a:rPr>
              <a:t>Partners does not discriminate in its hiring or employment practices against qualified individuals with disabilities who can perform the essential job functions with or without reasonable accommodation</a:t>
            </a:r>
            <a:endParaRPr lang="en-US" sz="1400" b="0" i="0">
              <a:solidFill>
                <a:srgbClr val="374151"/>
              </a:solidFill>
              <a:effectLst/>
              <a:latin typeface="+mj-lt"/>
            </a:endParaRPr>
          </a:p>
        </p:txBody>
      </p:sp>
      <p:sp>
        <p:nvSpPr>
          <p:cNvPr id="4" name="Content Placeholder 2">
            <a:extLst>
              <a:ext uri="{FF2B5EF4-FFF2-40B4-BE49-F238E27FC236}">
                <a16:creationId xmlns:a16="http://schemas.microsoft.com/office/drawing/2014/main" id="{E0E6C19A-1F08-1248-E1FC-988EE276392F}"/>
              </a:ext>
            </a:extLst>
          </p:cNvPr>
          <p:cNvSpPr txBox="1">
            <a:spLocks/>
          </p:cNvSpPr>
          <p:nvPr/>
        </p:nvSpPr>
        <p:spPr>
          <a:xfrm>
            <a:off x="5631025" y="1690688"/>
            <a:ext cx="6032241" cy="4247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sz="1400" b="1">
                <a:solidFill>
                  <a:srgbClr val="374151"/>
                </a:solidFill>
                <a:latin typeface="+mj-lt"/>
              </a:rPr>
              <a:t>Reasonable Accommodation </a:t>
            </a:r>
            <a:endParaRPr lang="en-US" sz="1400" b="0" i="0">
              <a:solidFill>
                <a:srgbClr val="374151"/>
              </a:solidFill>
              <a:effectLst/>
              <a:latin typeface="+mj-lt"/>
            </a:endParaRPr>
          </a:p>
          <a:p>
            <a:pPr algn="l">
              <a:lnSpc>
                <a:spcPct val="150000"/>
              </a:lnSpc>
              <a:buFont typeface="Arial" panose="020B0604020202020204" pitchFamily="34" charset="0"/>
              <a:buChar char="•"/>
            </a:pPr>
            <a:r>
              <a:rPr lang="en-US" sz="1400" b="0" i="0">
                <a:solidFill>
                  <a:srgbClr val="374151"/>
                </a:solidFill>
                <a:effectLst/>
                <a:latin typeface="+mj-lt"/>
              </a:rPr>
              <a:t>Partners will make a reasonable accommodation to applicants and employees who have requested an accommodation or for whom Partners has notice may require it</a:t>
            </a:r>
          </a:p>
          <a:p>
            <a:pPr algn="l">
              <a:lnSpc>
                <a:spcPct val="150000"/>
              </a:lnSpc>
              <a:buFont typeface="Arial" panose="020B0604020202020204" pitchFamily="34" charset="0"/>
              <a:buChar char="•"/>
            </a:pPr>
            <a:r>
              <a:rPr lang="en-US" sz="1400" b="0" i="0">
                <a:solidFill>
                  <a:srgbClr val="374151"/>
                </a:solidFill>
                <a:effectLst/>
                <a:latin typeface="+mj-lt"/>
              </a:rPr>
              <a:t>Application process is used solely to determine whether a candidate’s qualifications and abilities reasonably match job requirements</a:t>
            </a:r>
          </a:p>
          <a:p>
            <a:pPr algn="l">
              <a:lnSpc>
                <a:spcPct val="150000"/>
              </a:lnSpc>
              <a:buFont typeface="Arial" panose="020B0604020202020204" pitchFamily="34" charset="0"/>
              <a:buChar char="•"/>
            </a:pPr>
            <a:r>
              <a:rPr lang="en-US" sz="1400">
                <a:solidFill>
                  <a:srgbClr val="374151"/>
                </a:solidFill>
                <a:latin typeface="+mj-lt"/>
              </a:rPr>
              <a:t>W</a:t>
            </a:r>
            <a:r>
              <a:rPr lang="en-US" sz="1400" b="0" i="0">
                <a:solidFill>
                  <a:srgbClr val="374151"/>
                </a:solidFill>
                <a:effectLst/>
                <a:latin typeface="+mj-lt"/>
              </a:rPr>
              <a:t>ill make reasonable accommodations to enable a qualified individual with a disability to perform essential job functions, unless doing so will create an undue hardship</a:t>
            </a:r>
          </a:p>
          <a:p>
            <a:pPr marL="0" indent="0" algn="l">
              <a:lnSpc>
                <a:spcPct val="150000"/>
              </a:lnSpc>
              <a:buNone/>
            </a:pPr>
            <a:r>
              <a:rPr lang="en-US" sz="1400" b="1">
                <a:solidFill>
                  <a:srgbClr val="374151"/>
                </a:solidFill>
                <a:latin typeface="+mj-lt"/>
              </a:rPr>
              <a:t>Interactive Dialogue  </a:t>
            </a:r>
            <a:endParaRPr lang="en-US" sz="1400" b="0" i="0">
              <a:solidFill>
                <a:srgbClr val="374151"/>
              </a:solidFill>
              <a:effectLst/>
              <a:latin typeface="+mj-lt"/>
            </a:endParaRPr>
          </a:p>
          <a:p>
            <a:pPr algn="l">
              <a:lnSpc>
                <a:spcPct val="150000"/>
              </a:lnSpc>
              <a:buFont typeface="Arial" panose="020B0604020202020204" pitchFamily="34" charset="0"/>
              <a:buChar char="•"/>
            </a:pPr>
            <a:r>
              <a:rPr lang="en-US" sz="1400" b="0" i="0">
                <a:solidFill>
                  <a:srgbClr val="374151"/>
                </a:solidFill>
                <a:effectLst/>
                <a:latin typeface="+mj-lt"/>
              </a:rPr>
              <a:t>Partners will communicate openly and in good faith with the employee in a timely manner in order to determine whether and how Partners may be able to provide a reasonable accommodation</a:t>
            </a:r>
          </a:p>
        </p:txBody>
      </p:sp>
      <p:sp>
        <p:nvSpPr>
          <p:cNvPr id="5" name="Rectangle 4">
            <a:extLst>
              <a:ext uri="{FF2B5EF4-FFF2-40B4-BE49-F238E27FC236}">
                <a16:creationId xmlns:a16="http://schemas.microsoft.com/office/drawing/2014/main" id="{5726C9AD-E362-98EE-90FC-4EFE5EB1FA61}"/>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398329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74307" y="65006"/>
            <a:ext cx="10515600" cy="1325563"/>
          </a:xfrm>
        </p:spPr>
        <p:txBody>
          <a:bodyPr>
            <a:normAutofit/>
          </a:bodyPr>
          <a:lstStyle/>
          <a:p>
            <a:r>
              <a:rPr lang="en-US" b="1"/>
              <a:t>Accommodation for Persons with </a:t>
            </a:r>
            <a:br>
              <a:rPr lang="en-US" b="1"/>
            </a:br>
            <a:r>
              <a:rPr lang="en-US" b="1"/>
              <a:t>Disabilities and Interactive Dialogue</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96078" y="1424766"/>
            <a:ext cx="11773069" cy="5176642"/>
          </a:xfrm>
        </p:spPr>
        <p:txBody>
          <a:bodyPr>
            <a:noAutofit/>
          </a:bodyPr>
          <a:lstStyle/>
          <a:p>
            <a:pPr marL="0" indent="0" algn="l">
              <a:lnSpc>
                <a:spcPct val="150000"/>
              </a:lnSpc>
              <a:buNone/>
            </a:pPr>
            <a:r>
              <a:rPr lang="en-US" sz="1400" b="1" i="0">
                <a:solidFill>
                  <a:srgbClr val="374151"/>
                </a:solidFill>
                <a:effectLst/>
                <a:latin typeface="+mj-lt"/>
              </a:rPr>
              <a:t>As part of its commitment to a diverse workforce, Partners does not discriminate in its hiring or employment practices against qualified individuals with disabilities who can perform the essential job functions with or without reasonable accommodation. Partners is committed to complying with applicable federal, state, and local laws governing reasonable accommodations of individuals, including, but not limited to, the Americans with Disabilities Act (ADA). To that end, Partners will make a reasonable accommodation to applicants and employees who have requested an accommodation or for whom Partners has notice may require such an accommodation, without regard to any protected classifications, related to an individual's:</a:t>
            </a:r>
          </a:p>
          <a:p>
            <a:pPr>
              <a:lnSpc>
                <a:spcPct val="100000"/>
              </a:lnSpc>
            </a:pPr>
            <a:r>
              <a:rPr lang="en-US" sz="1400" b="1" i="0">
                <a:solidFill>
                  <a:srgbClr val="374151"/>
                </a:solidFill>
                <a:effectLst/>
                <a:latin typeface="+mj-lt"/>
              </a:rPr>
              <a:t>Disability, meaning any physical, medical, mental, or psychological impairment, or a history or record of such impairment;</a:t>
            </a:r>
          </a:p>
          <a:p>
            <a:pPr>
              <a:lnSpc>
                <a:spcPct val="100000"/>
              </a:lnSpc>
            </a:pPr>
            <a:r>
              <a:rPr lang="en-US" sz="1400" b="1" i="0">
                <a:solidFill>
                  <a:srgbClr val="374151"/>
                </a:solidFill>
                <a:effectLst/>
                <a:latin typeface="+mj-lt"/>
              </a:rPr>
              <a:t>Sincerely held religious beliefs and practices;</a:t>
            </a:r>
          </a:p>
          <a:p>
            <a:pPr>
              <a:lnSpc>
                <a:spcPct val="100000"/>
              </a:lnSpc>
            </a:pPr>
            <a:r>
              <a:rPr lang="en-US" sz="1400" b="1" i="0">
                <a:solidFill>
                  <a:srgbClr val="374151"/>
                </a:solidFill>
                <a:effectLst/>
                <a:latin typeface="+mj-lt"/>
              </a:rPr>
              <a:t>Needs as a victim of domestic violence, sex offenses, or stalking;</a:t>
            </a:r>
          </a:p>
          <a:p>
            <a:pPr>
              <a:lnSpc>
                <a:spcPct val="100000"/>
              </a:lnSpc>
            </a:pPr>
            <a:r>
              <a:rPr lang="en-US" sz="1400" b="1" i="0">
                <a:solidFill>
                  <a:srgbClr val="374151"/>
                </a:solidFill>
                <a:effectLst/>
                <a:latin typeface="+mj-lt"/>
              </a:rPr>
              <a:t>Needs related to pregnancy, childbirth, or related medical conditions; and/or</a:t>
            </a:r>
          </a:p>
          <a:p>
            <a:pPr>
              <a:lnSpc>
                <a:spcPct val="100000"/>
              </a:lnSpc>
            </a:pPr>
            <a:r>
              <a:rPr lang="en-US" sz="1400" b="1" i="0">
                <a:solidFill>
                  <a:srgbClr val="374151"/>
                </a:solidFill>
                <a:effectLst/>
                <a:latin typeface="+mj-lt"/>
              </a:rPr>
              <a:t>Any other reason required by applicable law, unless the accommodation would impose an undue hardship on the operation of our business.</a:t>
            </a:r>
          </a:p>
          <a:p>
            <a:pPr marL="0" indent="0" algn="l">
              <a:lnSpc>
                <a:spcPct val="150000"/>
              </a:lnSpc>
              <a:buNone/>
            </a:pPr>
            <a:r>
              <a:rPr lang="en-US" sz="1400" b="1" i="0">
                <a:solidFill>
                  <a:srgbClr val="374151"/>
                </a:solidFill>
                <a:effectLst/>
                <a:latin typeface="+mj-lt"/>
              </a:rPr>
              <a:t>Furthermore, Partners commits to the following hiring standards relating to accommodation: </a:t>
            </a:r>
          </a:p>
          <a:p>
            <a:pPr>
              <a:lnSpc>
                <a:spcPct val="100000"/>
              </a:lnSpc>
            </a:pPr>
            <a:r>
              <a:rPr lang="en-US" sz="1400" b="1" i="0">
                <a:solidFill>
                  <a:srgbClr val="374151"/>
                </a:solidFill>
                <a:effectLst/>
                <a:latin typeface="+mj-lt"/>
              </a:rPr>
              <a:t>The application process is used solely to determine whether a candidate’s qualifications and abilities reasonably match job requirements. Therefore, applicants are not queried about their physical condition or medical history </a:t>
            </a:r>
          </a:p>
          <a:p>
            <a:pPr>
              <a:lnSpc>
                <a:spcPct val="100000"/>
              </a:lnSpc>
            </a:pPr>
            <a:r>
              <a:rPr lang="en-US" sz="1400" b="1" i="0">
                <a:solidFill>
                  <a:srgbClr val="374151"/>
                </a:solidFill>
                <a:effectLst/>
                <a:latin typeface="+mj-lt"/>
              </a:rPr>
              <a:t>Partners will make reasonable accommodations to enable a qualified individual with a disability to perform essential job functions, unless doing so will create an undue hardship. </a:t>
            </a:r>
          </a:p>
        </p:txBody>
      </p:sp>
      <p:sp>
        <p:nvSpPr>
          <p:cNvPr id="5" name="Rectangle 4">
            <a:extLst>
              <a:ext uri="{FF2B5EF4-FFF2-40B4-BE49-F238E27FC236}">
                <a16:creationId xmlns:a16="http://schemas.microsoft.com/office/drawing/2014/main" id="{5726C9AD-E362-98EE-90FC-4EFE5EB1FA61}"/>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087126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92968" y="178045"/>
            <a:ext cx="10515600" cy="1325563"/>
          </a:xfrm>
        </p:spPr>
        <p:txBody>
          <a:bodyPr>
            <a:normAutofit/>
          </a:bodyPr>
          <a:lstStyle/>
          <a:p>
            <a:r>
              <a:rPr lang="en-US" b="1"/>
              <a:t>Accommodation for Persons with </a:t>
            </a:r>
            <a:br>
              <a:rPr lang="en-US" b="1"/>
            </a:br>
            <a:r>
              <a:rPr lang="en-US" b="1"/>
              <a:t>Disabilities and Interactive Dialogue</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28735" y="1737342"/>
            <a:ext cx="11773069" cy="5176642"/>
          </a:xfrm>
        </p:spPr>
        <p:txBody>
          <a:bodyPr>
            <a:noAutofit/>
          </a:bodyPr>
          <a:lstStyle/>
          <a:p>
            <a:pPr marL="0" indent="0" algn="l">
              <a:lnSpc>
                <a:spcPct val="150000"/>
              </a:lnSpc>
              <a:buNone/>
            </a:pPr>
            <a:r>
              <a:rPr lang="en-US" sz="1400" b="1" i="0">
                <a:solidFill>
                  <a:srgbClr val="374151"/>
                </a:solidFill>
                <a:effectLst/>
                <a:latin typeface="+mj-lt"/>
              </a:rPr>
              <a:t>Any individual who would like to request an accommodation based on any of the reasons set forth above should contact the HR Department. Accommodation requests can be made in writing via email. To the extent possible, Partners will keep confidential all communications regarding requests for reasonable accommodations and all circumstances surrounding the underlying reason for needing an accommodation.</a:t>
            </a:r>
          </a:p>
          <a:p>
            <a:pPr marL="0" indent="0" algn="l">
              <a:lnSpc>
                <a:spcPct val="150000"/>
              </a:lnSpc>
              <a:buNone/>
            </a:pPr>
            <a:r>
              <a:rPr lang="en-US" sz="1400" b="1" i="0">
                <a:solidFill>
                  <a:srgbClr val="374151"/>
                </a:solidFill>
                <a:effectLst/>
                <a:latin typeface="+mj-lt"/>
              </a:rPr>
              <a:t>After receiving a request for an accommodation or learning indirectly that the employee may require such an accommodation, Partners will engage in an interactive dialogue with the employee. Even if employee has not formally requested an accommodation, Partners may initiate an interactive dialogue under certain circumstances, such as when Partners has knowledge that employee's performance at work has been negatively affected and a reasonable basis to believe that the issue is related to any of the protected classifications set forth above. In the event Partners initiates an interactive dialogue with an employee, it should not be construed as Partners’ belief an individual requires an accommodation, but will serve as an invitation for the employee to share any information, desires to share, or to request an accommodation. The interactive dialogue may take place in person, by telephone, or by electronic means.  As part of the interactive dialogue, Partners will communicate openly and in good faith with the employee in a timely manner in order to determine whether and how Partners may be able to provide a reasonable accommodation.</a:t>
            </a:r>
          </a:p>
        </p:txBody>
      </p:sp>
      <p:sp>
        <p:nvSpPr>
          <p:cNvPr id="5" name="Rectangle 4">
            <a:extLst>
              <a:ext uri="{FF2B5EF4-FFF2-40B4-BE49-F238E27FC236}">
                <a16:creationId xmlns:a16="http://schemas.microsoft.com/office/drawing/2014/main" id="{5726C9AD-E362-98EE-90FC-4EFE5EB1FA61}"/>
              </a:ext>
            </a:extLst>
          </p:cNvPr>
          <p:cNvSpPr/>
          <p:nvPr/>
        </p:nvSpPr>
        <p:spPr>
          <a:xfrm>
            <a:off x="9984827" y="183931"/>
            <a:ext cx="1883103"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945185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b="1"/>
              <a:t>Gender Identity Policy </a:t>
            </a:r>
            <a:endParaRPr lang="en-US"/>
          </a:p>
        </p:txBody>
      </p:sp>
      <p:sp>
        <p:nvSpPr>
          <p:cNvPr id="7" name="Title 1">
            <a:extLst>
              <a:ext uri="{FF2B5EF4-FFF2-40B4-BE49-F238E27FC236}">
                <a16:creationId xmlns:a16="http://schemas.microsoft.com/office/drawing/2014/main" id="{C2BA71D3-54AF-446B-2965-E0173E421151}"/>
              </a:ext>
            </a:extLst>
          </p:cNvPr>
          <p:cNvSpPr txBox="1">
            <a:spLocks/>
          </p:cNvSpPr>
          <p:nvPr/>
        </p:nvSpPr>
        <p:spPr>
          <a:xfrm>
            <a:off x="838200" y="175471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Sexual Exploitation and Abuse Prevention Policy</a:t>
            </a:r>
            <a:endParaRPr lang="en-US"/>
          </a:p>
        </p:txBody>
      </p:sp>
      <p:sp>
        <p:nvSpPr>
          <p:cNvPr id="8" name="Title 1">
            <a:extLst>
              <a:ext uri="{FF2B5EF4-FFF2-40B4-BE49-F238E27FC236}">
                <a16:creationId xmlns:a16="http://schemas.microsoft.com/office/drawing/2014/main" id="{948E7092-FBBA-B966-B586-5F5E5D2674AE}"/>
              </a:ext>
            </a:extLst>
          </p:cNvPr>
          <p:cNvSpPr txBox="1">
            <a:spLocks/>
          </p:cNvSpPr>
          <p:nvPr/>
        </p:nvSpPr>
        <p:spPr>
          <a:xfrm>
            <a:off x="905142" y="3114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Child Safeguarding Policy </a:t>
            </a:r>
            <a:endParaRPr lang="en-US"/>
          </a:p>
        </p:txBody>
      </p:sp>
      <p:sp>
        <p:nvSpPr>
          <p:cNvPr id="9" name="Title 1">
            <a:extLst>
              <a:ext uri="{FF2B5EF4-FFF2-40B4-BE49-F238E27FC236}">
                <a16:creationId xmlns:a16="http://schemas.microsoft.com/office/drawing/2014/main" id="{3A8A1639-4E57-D10E-771A-DB880828DF93}"/>
              </a:ext>
            </a:extLst>
          </p:cNvPr>
          <p:cNvSpPr txBox="1">
            <a:spLocks/>
          </p:cNvSpPr>
          <p:nvPr/>
        </p:nvSpPr>
        <p:spPr>
          <a:xfrm>
            <a:off x="905142" y="444050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Trafficking in Person (TIP) Policy </a:t>
            </a:r>
            <a:endParaRPr lang="en-US"/>
          </a:p>
        </p:txBody>
      </p:sp>
      <p:sp>
        <p:nvSpPr>
          <p:cNvPr id="10" name="Rectangle 9">
            <a:extLst>
              <a:ext uri="{FF2B5EF4-FFF2-40B4-BE49-F238E27FC236}">
                <a16:creationId xmlns:a16="http://schemas.microsoft.com/office/drawing/2014/main" id="{825FCB25-EC4C-3BDA-1A46-CDF56B9FBFEB}"/>
              </a:ext>
            </a:extLst>
          </p:cNvPr>
          <p:cNvSpPr/>
          <p:nvPr/>
        </p:nvSpPr>
        <p:spPr>
          <a:xfrm>
            <a:off x="9561409" y="198351"/>
            <a:ext cx="2041208" cy="82955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No CHANGE - Policy added for reference to handbook</a:t>
            </a:r>
            <a:endParaRPr lang="en-US"/>
          </a:p>
        </p:txBody>
      </p:sp>
    </p:spTree>
    <p:extLst>
      <p:ext uri="{BB962C8B-B14F-4D97-AF65-F5344CB8AC3E}">
        <p14:creationId xmlns:p14="http://schemas.microsoft.com/office/powerpoint/2010/main" val="2683825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63493" y="209472"/>
            <a:ext cx="10515600" cy="1325563"/>
          </a:xfrm>
        </p:spPr>
        <p:txBody>
          <a:bodyPr/>
          <a:lstStyle/>
          <a:p>
            <a:r>
              <a:rPr lang="en-US" b="1"/>
              <a:t>Smoke and Vape-Free Workplace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679579" y="1595363"/>
            <a:ext cx="10832842" cy="3010432"/>
          </a:xfrm>
        </p:spPr>
        <p:txBody>
          <a:bodyPr>
            <a:noAutofit/>
          </a:bodyPr>
          <a:lstStyle/>
          <a:p>
            <a:pPr marL="0" marR="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Smoke and Vape-Free Workplace Policy</a:t>
            </a:r>
          </a:p>
          <a:p>
            <a:pPr marL="0" marR="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Partners’ prohibit  smoking and vaping on all company premises to provide a safe and healthy work environment for all employees. Smoking is defined as the "act of lighting, smoking or carrying a lighted or smoldering cigar, cigarette or pipe of any kind." Vaping refers to the use of electronic nicotine delivery systems or electronic smoking devices such as e-cigarettes, e-pipes, e-hookahs and e-cigars. </a:t>
            </a:r>
          </a:p>
          <a:p>
            <a:pPr marL="0" marR="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The smoke-free workplace policy applies as follows:</a:t>
            </a:r>
          </a:p>
          <a:p>
            <a:pPr algn="just">
              <a:lnSpc>
                <a:spcPct val="115000"/>
              </a:lnSpc>
              <a:spcBef>
                <a:spcPts val="0"/>
              </a:spcBef>
              <a:spcAft>
                <a:spcPts val="1000"/>
              </a:spcAft>
            </a:pPr>
            <a:r>
              <a:rPr lang="en-US" sz="1600">
                <a:effectLst/>
                <a:latin typeface="+mj-lt"/>
                <a:ea typeface="HGMinchoB"/>
                <a:cs typeface="Times New Roman" panose="02020603050405020304" pitchFamily="18" charset="0"/>
              </a:rPr>
              <a:t>Smoking and vaping are strictly prohibited on Partners property, including indoor and outdoor areas (except where designated), parking lots, company-owned or leased vehicles, and all company-sponsored offsite conferences and meetings.</a:t>
            </a:r>
          </a:p>
          <a:p>
            <a:pPr algn="just">
              <a:lnSpc>
                <a:spcPct val="115000"/>
              </a:lnSpc>
              <a:spcBef>
                <a:spcPts val="0"/>
              </a:spcBef>
              <a:spcAft>
                <a:spcPts val="1000"/>
              </a:spcAft>
            </a:pPr>
            <a:r>
              <a:rPr lang="en-US" sz="1600">
                <a:effectLst/>
                <a:latin typeface="+mj-lt"/>
                <a:ea typeface="HGMinchoB"/>
                <a:cs typeface="Times New Roman" panose="02020603050405020304" pitchFamily="18" charset="0"/>
              </a:rPr>
              <a:t>All employees, interns, contractors, and consultants and/or their employees working on company premises, and visitors (customers and vendors) to Partners premises are expected to comply with this policy and promote a smoke-free and vape-free environment.</a:t>
            </a:r>
          </a:p>
          <a:p>
            <a:pPr marL="0" marR="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Smoking and vaping is permitted behind or in front of the building where designated. </a:t>
            </a:r>
          </a:p>
          <a:p>
            <a:pPr marL="0" marR="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Employees who violate the smoking policy will be subject to disciplinary action. Visitors and contractors who violate this policy may be asked to leave the premises.</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895368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63493" y="209472"/>
            <a:ext cx="10515600" cy="1325563"/>
          </a:xfrm>
        </p:spPr>
        <p:txBody>
          <a:bodyPr/>
          <a:lstStyle/>
          <a:p>
            <a:r>
              <a:rPr lang="en-US" b="1"/>
              <a:t>Drug and Alcohol Policy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89249" y="1236134"/>
            <a:ext cx="11523307" cy="5528559"/>
          </a:xfrm>
        </p:spPr>
        <p:txBody>
          <a:bodyPr>
            <a:noAutofit/>
          </a:bodyPr>
          <a:lstStyle/>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Drug and Alcohol Policy</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In compliance with the Drug-Free Workplace Act of 1988, Partners has a longstanding commitment to provide a safe, quality-oriented, and productive work environment. Alcohol and drug misuse poses a threat to the health and safety of Partners employees and to the security of the company’s equipment and facilities. For these reasons, Partners is committed to the elimination of drug and alcohol use and misuse in the workplace.</a:t>
            </a:r>
          </a:p>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Definitions</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•“Company premises” includes all buildings, offices, facilities, grounds, parking lots, lockers, places and vehicles owned, leased or managed by Partners or any site on which the company is conducting business which includes external meetings, and work travel. Work travel is defined as starting the moment you leave your home-of-record (or work location) and ends the moment you returned to your home-of-record (or work location). If personal days are included on your travel authorization, these days are not considered work travel and therefore, exempt from the policy. </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•“Illegal drug” means a substance whose use or possession is controlled by federal law but that is not being used or possessed under the supervision of a licensed health care professional. (Controlled substances are listed in Schedules I-V of section 202 of the Controlled Substances Act ( 21 U.S.C.812) and as further defined in regulation at 21 CFR 1308.)</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•“Refuse to cooperate” means to obstruct the collection or testing process; to submit an altered, adulterated or substitute sample; to fail to show up for a scheduled test; to refuse to complete the requested drug testing forms; or to fail to promptly provide specimen(s) </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•“Under the influence of alcohol” means an alcohol concentration equal to or greater than .08, or actions, appearance, speech or bodily odors that reasonably cause a supervisor to conclude that an employee is impaired because of alcohol use.</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•“Under the influence of drugs” means a confirmed positive test result for illegal drug use per this policy. In addition, it means the misuse of legal drugs (prescription and possibly OTC) when there is not a valid prescription from a physician for the lawful use of a drug in the course of medical treatment </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594221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63493" y="209472"/>
            <a:ext cx="10515600" cy="1325563"/>
          </a:xfrm>
        </p:spPr>
        <p:txBody>
          <a:bodyPr/>
          <a:lstStyle/>
          <a:p>
            <a:r>
              <a:rPr lang="en-US" b="1"/>
              <a:t>Drug and Alcohol Policy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89249" y="1236134"/>
            <a:ext cx="11523307" cy="5528559"/>
          </a:xfrm>
        </p:spPr>
        <p:txBody>
          <a:bodyPr>
            <a:noAutofit/>
          </a:bodyPr>
          <a:lstStyle/>
          <a:p>
            <a:pPr marL="0" marR="0" indent="0" algn="just">
              <a:lnSpc>
                <a:spcPct val="115000"/>
              </a:lnSpc>
              <a:spcBef>
                <a:spcPts val="0"/>
              </a:spcBef>
              <a:spcAft>
                <a:spcPts val="1000"/>
              </a:spcAft>
              <a:buNone/>
            </a:pPr>
            <a:r>
              <a:rPr lang="en-US" sz="1200" b="1">
                <a:effectLst/>
                <a:latin typeface="+mj-lt"/>
                <a:ea typeface="HGMinchoB"/>
                <a:cs typeface="Times New Roman" panose="02020603050405020304" pitchFamily="18" charset="0"/>
              </a:rPr>
              <a:t>Work Rules</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Whenever employees are working, are operating any Partners vehicle, are present on Partners premises or are conducting company-related work offsite, they are prohibited from: </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 Using, possessing, buying, selling, manufacturing, or dispensing an illegal drug (to include possession of drug paraphernalia).</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 Being under the influence of alcohol or an illegal drug as defined in this policy.</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Partners recognizes that some work-related social events may serve alcohol with the permission of a Director position or above.  Everyone on the team is expected to behave responsibly at such events.</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Partners will also not allow employees to perform their duties while taking prescribed drugs that are adversely affecting their ability to perform their job duties safely and effectively. Employees taking a prescribed medication must carry it in a container labeled by a licensed pharmacist or be prepared to produce the container if asked.</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Any illegal drugs or drug paraphernalia may turned over to an appropriate law enforcement agency and may result in criminal prosecution.</a:t>
            </a:r>
          </a:p>
          <a:p>
            <a:pPr marL="0" marR="0" indent="0" algn="just">
              <a:lnSpc>
                <a:spcPct val="115000"/>
              </a:lnSpc>
              <a:spcBef>
                <a:spcPts val="0"/>
              </a:spcBef>
              <a:spcAft>
                <a:spcPts val="1000"/>
              </a:spcAft>
              <a:buNone/>
            </a:pPr>
            <a:r>
              <a:rPr lang="en-US" sz="1200" b="1">
                <a:effectLst/>
                <a:latin typeface="+mj-lt"/>
                <a:ea typeface="HGMinchoB"/>
                <a:cs typeface="Times New Roman" panose="02020603050405020304" pitchFamily="18" charset="0"/>
              </a:rPr>
              <a:t>Employee Support </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Partners will assist and support employees who voluntarily seek help for drug or alcohol addiction before becoming subject to discipline or termination under this or other Partners policies. Such employees will be allowed to use accrued paid time off, placed on leaves of absence, referred to treatment providers and otherwise accommodated as required by law. However, employees will be responsible for the cost of such treatment. Employees may be required to document that they are successfully following prescribed treatment and to take and pass follow-up tests if they hold jobs that are safety-sensitive or require driving, or if they have violated this policy previously. Once a drug test has been initiated under this policy, unless otherwise required by the Family and Medical Leave Act or the Americans with Disabilities Act, the employee will have forfeited the opportunity to be granted a leave of absence for treatment, and will face possible discipline, up to and including discharge.</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Employees should report to work fit for duty and free of any adverse effects of illegal drugs or alcohol. This policy does not prohibit employees from the lawful use and possession of prescribed medications. Employees must, however, consult with their doctors about the medications’ effect on their fitness for duty and ability to work safely, and they must promptly disclose any work restrictions to their supervisor. </a:t>
            </a:r>
          </a:p>
          <a:p>
            <a:pPr marL="0" marR="0" indent="0" algn="just">
              <a:lnSpc>
                <a:spcPct val="115000"/>
              </a:lnSpc>
              <a:spcBef>
                <a:spcPts val="0"/>
              </a:spcBef>
              <a:spcAft>
                <a:spcPts val="1000"/>
              </a:spcAft>
              <a:buNone/>
            </a:pPr>
            <a:endParaRPr lang="en-US" sz="1200">
              <a:effectLst/>
              <a:latin typeface="+mj-lt"/>
              <a:ea typeface="HGMinchoB"/>
              <a:cs typeface="Times New Roman" panose="02020603050405020304" pitchFamily="18" charset="0"/>
            </a:endParaRP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773773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63493" y="209472"/>
            <a:ext cx="10515600" cy="1325563"/>
          </a:xfrm>
        </p:spPr>
        <p:txBody>
          <a:bodyPr/>
          <a:lstStyle/>
          <a:p>
            <a:r>
              <a:rPr lang="en-US" b="1"/>
              <a:t>Drug and Alcohol Policy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89249" y="1236134"/>
            <a:ext cx="11523307" cy="5528559"/>
          </a:xfrm>
        </p:spPr>
        <p:txBody>
          <a:bodyPr>
            <a:noAutofit/>
          </a:bodyPr>
          <a:lstStyle/>
          <a:p>
            <a:pPr marL="0" marR="0" indent="0" algn="just">
              <a:lnSpc>
                <a:spcPct val="115000"/>
              </a:lnSpc>
              <a:spcBef>
                <a:spcPts val="0"/>
              </a:spcBef>
              <a:spcAft>
                <a:spcPts val="1000"/>
              </a:spcAft>
              <a:buNone/>
            </a:pPr>
            <a:r>
              <a:rPr lang="en-US" sz="1200" b="1">
                <a:effectLst/>
                <a:latin typeface="+mj-lt"/>
                <a:ea typeface="HGMinchoB"/>
                <a:cs typeface="Times New Roman" panose="02020603050405020304" pitchFamily="18" charset="0"/>
              </a:rPr>
              <a:t>Drug Testing </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Employees are subject to testing based on, but not limited to, observations of apparent workplace use, possession, or impairment by at least two members of management, HR, or the Executive Leadership Team should be consulted before sending an employee for testing. Management must use the observations below to determine if there is a reasonable suspicion that an employee is under the influence of illegal drugs or alcohol. Examples include:</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 Odors (smell of alcohol, body odor or urine), Movements (unsteady, fidgety, dizzy), Eyes (dilated, constricted or watery eyes, or involuntary eye movements), Face (flushed, sweating, confused or blank look), Speech (slurred, slow, distracted mid-thought, inability to verbalize thoughts), Emotions (argumentative, agitated, irritable, drowsy),Actions (yawning, twitching), Inactions (sleeping, unconscious, no reaction to questions) or When employees cause or contribute to accidents that seriously damage a Partners vehicle, machinery, equipment or property or that result in an injury to themselves or another employee requiring offsite medical attention.</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When reasonable suspicion testing is warranted, both management and HR will meet with the employee to explain the observations and the requirement to undergo a drug and/or alcohol test within two hours. Refusal by an employee will be treated as a positive drug test result and will result in immediate termination of employment.*</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Employees subject to alcohol testing will be transported to a Partners-designated facility and directed to provide breath specimens. Breath specimens will be tested by trained technicians using federally approved breath alcohol testing devices capable of producing printed results that identify the employee. </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Applicants and employees subject to drug testing will be transported to a Partners-designated testing facility and directed to provide urine specimens. Applicants and employees may provide specimens in private unless they appear to be submitting altered, adulterated or substitute specimens. Collected specimens will be sent to a federally certified laboratory and tested for evidence illegal drugs.</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The laboratory will transmit all alcohol and drug test results to HR.</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*Under no circumstances will the employee be allowed to drive himself or herself to the testing facility. A member of management must transport the employee or arrange for a taxi and arrange for the employee to be transported home.</a:t>
            </a:r>
          </a:p>
          <a:p>
            <a:pPr marL="0" marR="0" indent="0" algn="just">
              <a:lnSpc>
                <a:spcPct val="115000"/>
              </a:lnSpc>
              <a:spcBef>
                <a:spcPts val="0"/>
              </a:spcBef>
              <a:spcAft>
                <a:spcPts val="1000"/>
              </a:spcAft>
              <a:buNone/>
            </a:pPr>
            <a:endParaRPr lang="en-US" sz="1200">
              <a:effectLst/>
              <a:latin typeface="+mj-lt"/>
              <a:ea typeface="HGMinchoB"/>
              <a:cs typeface="Times New Roman" panose="02020603050405020304" pitchFamily="18" charset="0"/>
            </a:endParaRP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086641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6191" y="41521"/>
            <a:ext cx="10515600" cy="1325563"/>
          </a:xfrm>
        </p:spPr>
        <p:txBody>
          <a:bodyPr/>
          <a:lstStyle/>
          <a:p>
            <a:r>
              <a:rPr lang="en-US" b="1"/>
              <a:t>Drug and Alcohol Policy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48039" y="1026195"/>
            <a:ext cx="11695922" cy="5528559"/>
          </a:xfrm>
        </p:spPr>
        <p:txBody>
          <a:bodyPr>
            <a:noAutofit/>
          </a:bodyPr>
          <a:lstStyle/>
          <a:p>
            <a:pPr marL="0" marR="0" indent="0" algn="just">
              <a:lnSpc>
                <a:spcPct val="115000"/>
              </a:lnSpc>
              <a:spcBef>
                <a:spcPts val="0"/>
              </a:spcBef>
              <a:spcAft>
                <a:spcPts val="1000"/>
              </a:spcAft>
              <a:buNone/>
            </a:pPr>
            <a:r>
              <a:rPr lang="en-US" sz="1200" b="1">
                <a:effectLst/>
                <a:latin typeface="+mj-lt"/>
                <a:ea typeface="HGMinchoB"/>
                <a:cs typeface="Times New Roman" panose="02020603050405020304" pitchFamily="18" charset="0"/>
              </a:rPr>
              <a:t>Consequences</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Employees who refuse to cooperate in required tests or who use, possess, buy, sell, manufacture, or dispense an illegal drug in violation of this policy will be terminated. Employees who test positive, or otherwise violate this policy, will be subject to discipline, up to and including termination. Depending on the circumstances, the employee’s work history/record and any state law requirements, Partners may offer an employee who violates this policy or tests positive the opportunity to return to work on a last-chance basis pursuant to mutually agreeable terms, which could include follow-up drug testing at times and frequencies determined by Partners.</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Employees will be paid for time spent in alcohol or drug testing and then suspended pending the results of the drug or alcohol test. After the results of the test are received, a date and time will be scheduled to discuss the results of the test with the employee’s supervisor and HR. If the results are negative, the employee will receive back pay for the times/days of suspension.</a:t>
            </a:r>
          </a:p>
          <a:p>
            <a:pPr marL="0" marR="0" indent="0" algn="just">
              <a:lnSpc>
                <a:spcPct val="115000"/>
              </a:lnSpc>
              <a:spcBef>
                <a:spcPts val="0"/>
              </a:spcBef>
              <a:spcAft>
                <a:spcPts val="1000"/>
              </a:spcAft>
              <a:buNone/>
            </a:pPr>
            <a:r>
              <a:rPr lang="en-US" sz="1200" b="1">
                <a:effectLst/>
                <a:latin typeface="+mj-lt"/>
                <a:ea typeface="HGMinchoB"/>
                <a:cs typeface="Times New Roman" panose="02020603050405020304" pitchFamily="18" charset="0"/>
              </a:rPr>
              <a:t>Confidentiality</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Information and records relating to positive test results, drug and alcohol dependencies, and legitimate medical explanations provided to the HR will be kept confidential to the extent required by law and maintained in secure files separate from normal personnel files. Such records and information may be disclosed among managers and supervisors on a need-to-know basis and may also be disclosed when relevant to a grievance, charge, claim or other legal proceeding initiated by or on behalf of an employee or applicant.</a:t>
            </a:r>
          </a:p>
          <a:p>
            <a:pPr marL="0" marR="0" indent="0" algn="just">
              <a:lnSpc>
                <a:spcPct val="115000"/>
              </a:lnSpc>
              <a:spcBef>
                <a:spcPts val="0"/>
              </a:spcBef>
              <a:spcAft>
                <a:spcPts val="1000"/>
              </a:spcAft>
              <a:buNone/>
            </a:pPr>
            <a:r>
              <a:rPr lang="en-US" sz="1200" b="1">
                <a:effectLst/>
                <a:latin typeface="+mj-lt"/>
                <a:ea typeface="HGMinchoB"/>
                <a:cs typeface="Times New Roman" panose="02020603050405020304" pitchFamily="18" charset="0"/>
              </a:rPr>
              <a:t>Inspections</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Partners reserves the right to inspect all portions of its premises for drugs, alcohol, or other contraband; affected employees may have union representation involved in this process. All employees, contract employees and visitors may be asked to cooperate in inspections of their persons, work areas and property that might conceal a drug, alcohol, or other contraband. Employees who possess such contraband or refuse to cooperate in such inspections are subject to appropriate discipline, up to and including termination.</a:t>
            </a:r>
          </a:p>
          <a:p>
            <a:pPr marL="0" marR="0" indent="0" algn="just">
              <a:lnSpc>
                <a:spcPct val="115000"/>
              </a:lnSpc>
              <a:spcBef>
                <a:spcPts val="0"/>
              </a:spcBef>
              <a:spcAft>
                <a:spcPts val="1000"/>
              </a:spcAft>
              <a:buNone/>
            </a:pPr>
            <a:r>
              <a:rPr lang="en-US" sz="1200" b="1">
                <a:effectLst/>
                <a:latin typeface="+mj-lt"/>
                <a:ea typeface="HGMinchoB"/>
                <a:cs typeface="Times New Roman" panose="02020603050405020304" pitchFamily="18" charset="0"/>
              </a:rPr>
              <a:t>Crimes Involving Drugs</a:t>
            </a:r>
          </a:p>
          <a:p>
            <a:pPr marL="0" marR="0" indent="0" algn="just">
              <a:lnSpc>
                <a:spcPct val="115000"/>
              </a:lnSpc>
              <a:spcBef>
                <a:spcPts val="0"/>
              </a:spcBef>
              <a:spcAft>
                <a:spcPts val="1000"/>
              </a:spcAft>
              <a:buNone/>
            </a:pPr>
            <a:r>
              <a:rPr lang="en-US" sz="1200">
                <a:effectLst/>
                <a:latin typeface="+mj-lt"/>
                <a:ea typeface="HGMinchoB"/>
                <a:cs typeface="Times New Roman" panose="02020603050405020304" pitchFamily="18" charset="0"/>
              </a:rPr>
              <a:t>Partners does not desire to intrude into the private lives of its employees but recognizes that employees’ off-the-job involvement with drugs and alcohol may have an impact on the workplace. Therefore, Partners reserves the right to take appropriate disciplinary action for drug use, sale, or distribution while off company premises. All employees who are convicted of, plead guilty to or are sentenced for a crime involving an illegal drug are required to report the conviction, plea or sentence to HR within five (5) days. Failure to comply may result in termination. Reporting of drug crimes may result in suspension without pay to allow management to review the nature of the charges and the employee’s past record with Partners</a:t>
            </a:r>
          </a:p>
          <a:p>
            <a:pPr marL="0" marR="0" indent="0" algn="just">
              <a:lnSpc>
                <a:spcPct val="115000"/>
              </a:lnSpc>
              <a:spcBef>
                <a:spcPts val="0"/>
              </a:spcBef>
              <a:spcAft>
                <a:spcPts val="1000"/>
              </a:spcAft>
              <a:buNone/>
            </a:pPr>
            <a:endParaRPr lang="en-US" sz="1200">
              <a:effectLst/>
              <a:latin typeface="+mj-lt"/>
              <a:ea typeface="HGMinchoB"/>
              <a:cs typeface="Times New Roman" panose="02020603050405020304" pitchFamily="18" charset="0"/>
            </a:endParaRP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118200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870963A-BAA6-9F3A-D6F7-7F91B67432E2}"/>
              </a:ext>
            </a:extLst>
          </p:cNvPr>
          <p:cNvSpPr txBox="1">
            <a:spLocks/>
          </p:cNvSpPr>
          <p:nvPr/>
        </p:nvSpPr>
        <p:spPr>
          <a:xfrm>
            <a:off x="180266" y="26391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Duty of Care – Safety &amp; Security Summary  </a:t>
            </a:r>
            <a:endParaRPr lang="en-US"/>
          </a:p>
        </p:txBody>
      </p:sp>
      <p:sp>
        <p:nvSpPr>
          <p:cNvPr id="6" name="Content Placeholder 2">
            <a:extLst>
              <a:ext uri="{FF2B5EF4-FFF2-40B4-BE49-F238E27FC236}">
                <a16:creationId xmlns:a16="http://schemas.microsoft.com/office/drawing/2014/main" id="{8F7BF76A-8A59-E852-7B50-336092727965}"/>
              </a:ext>
            </a:extLst>
          </p:cNvPr>
          <p:cNvSpPr txBox="1">
            <a:spLocks/>
          </p:cNvSpPr>
          <p:nvPr/>
        </p:nvSpPr>
        <p:spPr>
          <a:xfrm>
            <a:off x="674789" y="2285791"/>
            <a:ext cx="4934703" cy="2954423"/>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5600" b="1" i="0">
                <a:solidFill>
                  <a:srgbClr val="374151"/>
                </a:solidFill>
                <a:effectLst/>
                <a:latin typeface="+mj-lt"/>
              </a:rPr>
              <a:t>Incident Reporting</a:t>
            </a:r>
            <a:endParaRPr lang="en-US" sz="5600" b="0" i="0">
              <a:solidFill>
                <a:srgbClr val="374151"/>
              </a:solidFill>
              <a:effectLst/>
              <a:latin typeface="+mj-lt"/>
            </a:endParaRPr>
          </a:p>
          <a:p>
            <a:pPr algn="l">
              <a:buFont typeface="Arial" panose="020B0604020202020204" pitchFamily="34" charset="0"/>
              <a:buChar char="•"/>
            </a:pPr>
            <a:r>
              <a:rPr lang="en-US" sz="5600" b="0" i="0">
                <a:solidFill>
                  <a:srgbClr val="374151"/>
                </a:solidFill>
                <a:effectLst/>
                <a:latin typeface="+mj-lt"/>
              </a:rPr>
              <a:t>Expectation for employees to report security and safety incidents in line with Partners' Global Safety and Security Policies.</a:t>
            </a:r>
          </a:p>
          <a:p>
            <a:pPr algn="l">
              <a:buFont typeface="Arial" panose="020B0604020202020204" pitchFamily="34" charset="0"/>
              <a:buChar char="•"/>
            </a:pPr>
            <a:r>
              <a:rPr lang="en-US" sz="5600" b="0" i="0">
                <a:solidFill>
                  <a:srgbClr val="374151"/>
                </a:solidFill>
                <a:effectLst/>
                <a:latin typeface="+mj-lt"/>
              </a:rPr>
              <a:t>Reference to contacting supervisor or Chief Operating Officer for protocol-related inquiries.</a:t>
            </a:r>
          </a:p>
          <a:p>
            <a:pPr algn="l">
              <a:buFont typeface="Arial" panose="020B0604020202020204" pitchFamily="34" charset="0"/>
              <a:buChar char="•"/>
            </a:pPr>
            <a:endParaRPr lang="en-US" sz="5600">
              <a:solidFill>
                <a:srgbClr val="374151"/>
              </a:solidFill>
              <a:latin typeface="+mj-lt"/>
            </a:endParaRPr>
          </a:p>
          <a:p>
            <a:pPr marL="0" indent="0" algn="l">
              <a:buNone/>
            </a:pPr>
            <a:r>
              <a:rPr lang="en-US" sz="5600" b="1" i="0">
                <a:solidFill>
                  <a:srgbClr val="374151"/>
                </a:solidFill>
                <a:effectLst/>
                <a:latin typeface="+mj-lt"/>
              </a:rPr>
              <a:t>Emergency Hotline</a:t>
            </a:r>
            <a:endParaRPr lang="en-US" sz="5600" b="0" i="0">
              <a:solidFill>
                <a:srgbClr val="374151"/>
              </a:solidFill>
              <a:effectLst/>
              <a:latin typeface="+mj-lt"/>
            </a:endParaRPr>
          </a:p>
          <a:p>
            <a:pPr algn="l">
              <a:buFont typeface="Arial" panose="020B0604020202020204" pitchFamily="34" charset="0"/>
              <a:buChar char="•"/>
            </a:pPr>
            <a:r>
              <a:rPr lang="en-US" sz="5600" b="0" i="0">
                <a:solidFill>
                  <a:srgbClr val="374151"/>
                </a:solidFill>
                <a:effectLst/>
                <a:latin typeface="+mj-lt"/>
              </a:rPr>
              <a:t>Reference to Partners' third-party security provider RSM.</a:t>
            </a:r>
          </a:p>
          <a:p>
            <a:pPr algn="l">
              <a:buFont typeface="Arial" panose="020B0604020202020204" pitchFamily="34" charset="0"/>
              <a:buChar char="•"/>
            </a:pPr>
            <a:r>
              <a:rPr lang="en-US" sz="5600" b="0" i="0">
                <a:solidFill>
                  <a:srgbClr val="374151"/>
                </a:solidFill>
                <a:effectLst/>
                <a:latin typeface="+mj-lt"/>
              </a:rPr>
              <a:t>Availability of 24/7 assistance in multiple languages.</a:t>
            </a:r>
          </a:p>
          <a:p>
            <a:pPr algn="l">
              <a:buFont typeface="Arial" panose="020B0604020202020204" pitchFamily="34" charset="0"/>
              <a:buChar char="•"/>
            </a:pPr>
            <a:r>
              <a:rPr lang="en-US" sz="5600" b="0" i="0">
                <a:solidFill>
                  <a:srgbClr val="374151"/>
                </a:solidFill>
                <a:effectLst/>
                <a:latin typeface="+mj-lt"/>
              </a:rPr>
              <a:t>Emergency hotline number: +1 855-969-3949.</a:t>
            </a:r>
          </a:p>
          <a:p>
            <a:pPr marL="0" indent="0">
              <a:buFont typeface="Arial" panose="020B0604020202020204" pitchFamily="34" charset="0"/>
              <a:buNone/>
            </a:pPr>
            <a:r>
              <a:rPr lang="en-US" sz="1400">
                <a:solidFill>
                  <a:srgbClr val="374151"/>
                </a:solidFill>
                <a:latin typeface="+mj-lt"/>
              </a:rPr>
              <a:t> </a:t>
            </a:r>
          </a:p>
          <a:p>
            <a:pPr algn="l">
              <a:buFont typeface="Arial" panose="020B0604020202020204" pitchFamily="34" charset="0"/>
              <a:buChar char="•"/>
            </a:pPr>
            <a:endParaRPr lang="en-US" sz="5600" b="0" i="0">
              <a:solidFill>
                <a:srgbClr val="374151"/>
              </a:solidFill>
              <a:effectLst/>
              <a:latin typeface="+mj-lt"/>
            </a:endParaRPr>
          </a:p>
          <a:p>
            <a:endParaRPr lang="en-US" sz="1400">
              <a:solidFill>
                <a:srgbClr val="374151"/>
              </a:solidFill>
              <a:latin typeface="+mj-lt"/>
            </a:endParaRPr>
          </a:p>
        </p:txBody>
      </p:sp>
      <p:sp>
        <p:nvSpPr>
          <p:cNvPr id="7" name="Content Placeholder 2">
            <a:extLst>
              <a:ext uri="{FF2B5EF4-FFF2-40B4-BE49-F238E27FC236}">
                <a16:creationId xmlns:a16="http://schemas.microsoft.com/office/drawing/2014/main" id="{BA1660F2-2ED7-040A-F2B3-674737A7BF61}"/>
              </a:ext>
            </a:extLst>
          </p:cNvPr>
          <p:cNvSpPr txBox="1">
            <a:spLocks/>
          </p:cNvSpPr>
          <p:nvPr/>
        </p:nvSpPr>
        <p:spPr>
          <a:xfrm>
            <a:off x="6001667" y="1671941"/>
            <a:ext cx="6122322" cy="1055842"/>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5600" b="1" i="0">
                <a:solidFill>
                  <a:srgbClr val="374151"/>
                </a:solidFill>
                <a:effectLst/>
                <a:latin typeface="+mj-lt"/>
              </a:rPr>
              <a:t>Safety Protocols on Business Travel</a:t>
            </a:r>
            <a:endParaRPr lang="en-US" sz="5600" b="0" i="0">
              <a:solidFill>
                <a:srgbClr val="374151"/>
              </a:solidFill>
              <a:effectLst/>
              <a:latin typeface="+mj-lt"/>
            </a:endParaRPr>
          </a:p>
          <a:p>
            <a:pPr algn="l">
              <a:buFont typeface="+mj-lt"/>
              <a:buAutoNum type="arabicPeriod"/>
            </a:pPr>
            <a:r>
              <a:rPr lang="en-US" sz="5600" b="1" i="0">
                <a:solidFill>
                  <a:srgbClr val="374151"/>
                </a:solidFill>
                <a:effectLst/>
                <a:latin typeface="+mj-lt"/>
              </a:rPr>
              <a:t>Pre-travel Planning</a:t>
            </a:r>
            <a:endParaRPr lang="en-US" sz="5600" b="0" i="0">
              <a:solidFill>
                <a:srgbClr val="374151"/>
              </a:solidFill>
              <a:effectLst/>
              <a:latin typeface="+mj-lt"/>
            </a:endParaRPr>
          </a:p>
          <a:p>
            <a:pPr marL="742950" lvl="1" indent="-285750" algn="l">
              <a:buFont typeface="+mj-lt"/>
              <a:buAutoNum type="arabicPeriod"/>
            </a:pPr>
            <a:r>
              <a:rPr lang="en-US" sz="5600" b="0" i="0">
                <a:solidFill>
                  <a:srgbClr val="374151"/>
                </a:solidFill>
                <a:effectLst/>
                <a:latin typeface="+mj-lt"/>
              </a:rPr>
              <a:t>Checking travel advisory warnings and security conditions.</a:t>
            </a:r>
          </a:p>
          <a:p>
            <a:pPr marL="742950" lvl="1" indent="-285750" algn="l">
              <a:buFont typeface="+mj-lt"/>
              <a:buAutoNum type="arabicPeriod"/>
            </a:pPr>
            <a:r>
              <a:rPr lang="en-US" sz="5600" b="0" i="0">
                <a:solidFill>
                  <a:srgbClr val="374151"/>
                </a:solidFill>
                <a:effectLst/>
                <a:latin typeface="+mj-lt"/>
              </a:rPr>
              <a:t>High-risk destinations require supervisor and Chief Operating Officer approval.</a:t>
            </a:r>
          </a:p>
          <a:p>
            <a:pPr algn="l">
              <a:buFont typeface="+mj-lt"/>
              <a:buAutoNum type="arabicPeriod"/>
            </a:pPr>
            <a:r>
              <a:rPr lang="en-US" sz="5600" b="1" i="0">
                <a:solidFill>
                  <a:srgbClr val="374151"/>
                </a:solidFill>
                <a:effectLst/>
                <a:latin typeface="+mj-lt"/>
              </a:rPr>
              <a:t>Booking Travel and Accommodation</a:t>
            </a:r>
            <a:endParaRPr lang="en-US" sz="5600" b="0" i="0">
              <a:solidFill>
                <a:srgbClr val="374151"/>
              </a:solidFill>
              <a:effectLst/>
              <a:latin typeface="+mj-lt"/>
            </a:endParaRPr>
          </a:p>
          <a:p>
            <a:pPr marL="742950" lvl="1" indent="-285750" algn="l">
              <a:buFont typeface="+mj-lt"/>
              <a:buAutoNum type="arabicPeriod"/>
            </a:pPr>
            <a:r>
              <a:rPr lang="en-US" sz="5600" b="0" i="0">
                <a:solidFill>
                  <a:srgbClr val="374151"/>
                </a:solidFill>
                <a:effectLst/>
                <a:latin typeface="+mj-lt"/>
              </a:rPr>
              <a:t>Use of Partners' travel provider or supervisor-approved arrangements.</a:t>
            </a:r>
          </a:p>
          <a:p>
            <a:pPr algn="l">
              <a:buFont typeface="+mj-lt"/>
              <a:buAutoNum type="arabicPeriod"/>
            </a:pPr>
            <a:r>
              <a:rPr lang="en-US" sz="5600" b="1" i="0">
                <a:solidFill>
                  <a:srgbClr val="374151"/>
                </a:solidFill>
                <a:effectLst/>
                <a:latin typeface="+mj-lt"/>
              </a:rPr>
              <a:t>Communication and Check-In</a:t>
            </a:r>
            <a:endParaRPr lang="en-US" sz="5600" b="0" i="0">
              <a:solidFill>
                <a:srgbClr val="374151"/>
              </a:solidFill>
              <a:effectLst/>
              <a:latin typeface="+mj-lt"/>
            </a:endParaRPr>
          </a:p>
          <a:p>
            <a:pPr marL="742950" lvl="1" indent="-285750" algn="l">
              <a:buFont typeface="+mj-lt"/>
              <a:buAutoNum type="arabicPeriod"/>
            </a:pPr>
            <a:r>
              <a:rPr lang="en-US" sz="5600" b="0" i="0">
                <a:solidFill>
                  <a:srgbClr val="374151"/>
                </a:solidFill>
                <a:effectLst/>
                <a:latin typeface="+mj-lt"/>
              </a:rPr>
              <a:t>Regular check-ins with supervisor and emergency contacts.</a:t>
            </a:r>
          </a:p>
          <a:p>
            <a:pPr marL="742950" lvl="1" indent="-285750" algn="l">
              <a:buFont typeface="+mj-lt"/>
              <a:buAutoNum type="arabicPeriod"/>
            </a:pPr>
            <a:r>
              <a:rPr lang="en-US" sz="5600" b="0" i="0">
                <a:solidFill>
                  <a:srgbClr val="374151"/>
                </a:solidFill>
                <a:effectLst/>
                <a:latin typeface="+mj-lt"/>
              </a:rPr>
              <a:t>Detailed itinerary sharing and immediate notification of changes.</a:t>
            </a:r>
          </a:p>
          <a:p>
            <a:pPr algn="l">
              <a:buFont typeface="+mj-lt"/>
              <a:buAutoNum type="arabicPeriod"/>
            </a:pPr>
            <a:r>
              <a:rPr lang="en-US" sz="5600" b="1" i="0">
                <a:solidFill>
                  <a:srgbClr val="374151"/>
                </a:solidFill>
                <a:effectLst/>
                <a:latin typeface="+mj-lt"/>
              </a:rPr>
              <a:t>Health and Safety</a:t>
            </a:r>
            <a:endParaRPr lang="en-US" sz="5600" b="0" i="0">
              <a:solidFill>
                <a:srgbClr val="374151"/>
              </a:solidFill>
              <a:effectLst/>
              <a:latin typeface="+mj-lt"/>
            </a:endParaRPr>
          </a:p>
          <a:p>
            <a:pPr marL="742950" lvl="1" indent="-285750" algn="l">
              <a:buFont typeface="+mj-lt"/>
              <a:buAutoNum type="arabicPeriod"/>
            </a:pPr>
            <a:r>
              <a:rPr lang="en-US" sz="5600" b="0" i="0">
                <a:solidFill>
                  <a:srgbClr val="374151"/>
                </a:solidFill>
                <a:effectLst/>
                <a:latin typeface="+mj-lt"/>
              </a:rPr>
              <a:t>Adherence to local health regulations, including mask-wearing and distancing.</a:t>
            </a:r>
          </a:p>
          <a:p>
            <a:pPr marL="742950" lvl="1" indent="-285750" algn="l">
              <a:buFont typeface="+mj-lt"/>
              <a:buAutoNum type="arabicPeriod"/>
            </a:pPr>
            <a:r>
              <a:rPr lang="en-US" sz="5600" b="0" i="0">
                <a:solidFill>
                  <a:srgbClr val="374151"/>
                </a:solidFill>
                <a:effectLst/>
                <a:latin typeface="+mj-lt"/>
              </a:rPr>
              <a:t>Provision of personal protective equipment (PPE) as required.</a:t>
            </a:r>
          </a:p>
          <a:p>
            <a:pPr algn="l">
              <a:buFont typeface="+mj-lt"/>
              <a:buAutoNum type="arabicPeriod"/>
            </a:pPr>
            <a:r>
              <a:rPr lang="en-US" sz="5600" b="1" i="0">
                <a:solidFill>
                  <a:srgbClr val="374151"/>
                </a:solidFill>
                <a:effectLst/>
                <a:latin typeface="+mj-lt"/>
              </a:rPr>
              <a:t>Security</a:t>
            </a:r>
            <a:endParaRPr lang="en-US" sz="5600" b="0" i="0">
              <a:solidFill>
                <a:srgbClr val="374151"/>
              </a:solidFill>
              <a:effectLst/>
              <a:latin typeface="+mj-lt"/>
            </a:endParaRPr>
          </a:p>
          <a:p>
            <a:pPr marL="742950" lvl="1" indent="-285750" algn="l">
              <a:buFont typeface="+mj-lt"/>
              <a:buAutoNum type="arabicPeriod"/>
            </a:pPr>
            <a:r>
              <a:rPr lang="en-US" sz="5600" b="0" i="0">
                <a:solidFill>
                  <a:srgbClr val="374151"/>
                </a:solidFill>
                <a:effectLst/>
                <a:latin typeface="+mj-lt"/>
              </a:rPr>
              <a:t>Taking precautions to ensure personal security.</a:t>
            </a:r>
          </a:p>
          <a:p>
            <a:pPr marL="742950" lvl="1" indent="-285750" algn="l">
              <a:buFont typeface="+mj-lt"/>
              <a:buAutoNum type="arabicPeriod"/>
            </a:pPr>
            <a:r>
              <a:rPr lang="en-US" sz="5600" b="0" i="0">
                <a:solidFill>
                  <a:srgbClr val="374151"/>
                </a:solidFill>
                <a:effectLst/>
                <a:latin typeface="+mj-lt"/>
              </a:rPr>
              <a:t>Receipt of relevant security information from the company.</a:t>
            </a:r>
          </a:p>
          <a:p>
            <a:pPr algn="l">
              <a:buFont typeface="+mj-lt"/>
              <a:buAutoNum type="arabicPeriod"/>
            </a:pPr>
            <a:r>
              <a:rPr lang="en-US" sz="5600" b="1" i="0">
                <a:solidFill>
                  <a:srgbClr val="374151"/>
                </a:solidFill>
                <a:effectLst/>
                <a:latin typeface="+mj-lt"/>
              </a:rPr>
              <a:t>Crisis Management</a:t>
            </a:r>
            <a:endParaRPr lang="en-US" sz="5600" b="0" i="0">
              <a:solidFill>
                <a:srgbClr val="374151"/>
              </a:solidFill>
              <a:effectLst/>
              <a:latin typeface="+mj-lt"/>
            </a:endParaRPr>
          </a:p>
          <a:p>
            <a:pPr marL="742950" lvl="1" indent="-285750" algn="l">
              <a:buFont typeface="+mj-lt"/>
              <a:buAutoNum type="arabicPeriod"/>
            </a:pPr>
            <a:r>
              <a:rPr lang="en-US" sz="5600" b="0" i="0">
                <a:solidFill>
                  <a:srgbClr val="374151"/>
                </a:solidFill>
                <a:effectLst/>
                <a:latin typeface="+mj-lt"/>
              </a:rPr>
              <a:t>Contacting the third-party emergency hotline in case of crisis.</a:t>
            </a:r>
          </a:p>
          <a:p>
            <a:pPr marL="742950" lvl="1" indent="-285750" algn="l">
              <a:buFont typeface="+mj-lt"/>
              <a:buAutoNum type="arabicPeriod"/>
            </a:pPr>
            <a:r>
              <a:rPr lang="en-US" sz="5600" b="0" i="0">
                <a:solidFill>
                  <a:srgbClr val="374151"/>
                </a:solidFill>
                <a:effectLst/>
                <a:latin typeface="+mj-lt"/>
              </a:rPr>
              <a:t>Assistance with evacuation, medical support, and safety measures.</a:t>
            </a:r>
          </a:p>
          <a:p>
            <a:endParaRPr lang="en-US" sz="1400">
              <a:solidFill>
                <a:srgbClr val="374151"/>
              </a:solidFill>
              <a:latin typeface="+mj-lt"/>
            </a:endParaRPr>
          </a:p>
        </p:txBody>
      </p:sp>
      <p:sp>
        <p:nvSpPr>
          <p:cNvPr id="8" name="Rectangle 7">
            <a:extLst>
              <a:ext uri="{FF2B5EF4-FFF2-40B4-BE49-F238E27FC236}">
                <a16:creationId xmlns:a16="http://schemas.microsoft.com/office/drawing/2014/main" id="{F4CED331-713B-DE6D-3F27-2B93DF94FE0C}"/>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715544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63493" y="209472"/>
            <a:ext cx="10515600" cy="1325563"/>
          </a:xfrm>
        </p:spPr>
        <p:txBody>
          <a:bodyPr/>
          <a:lstStyle/>
          <a:p>
            <a:r>
              <a:rPr lang="en-US" b="1"/>
              <a:t>Duty of Care – Safety &amp; Security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33266" y="1236135"/>
            <a:ext cx="11443996" cy="5495902"/>
          </a:xfrm>
        </p:spPr>
        <p:txBody>
          <a:bodyPr>
            <a:noAutofit/>
          </a:bodyPr>
          <a:lstStyle/>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Duty of Care – Safety &amp; Security</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are expected to report all security and safety incidents in accordance with Partners’ Global Safety and Security Policies. Please speak with your supervisor or Chief Operating Officer should you have any questions regarding Partners’ security and safety protocols. Violations of Partners’ global safety and security policies or standard operating procedures may result in disciplinary action. </a:t>
            </a:r>
          </a:p>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Safety Protocols on Business Travel</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Any employee traveling for Partners business purposes must comply with Partners Travel Policy and the basic safety protocols below:</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1. Pre-travel Planning: Before any business trip, employees should review the current travel advisory warnings and security conditions of their intended destination. If the advisory is rated high risk, the employee must seek approval from their supervisor and the Chief Operating Officer before the trip can be authorized.</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2. Booking Travel and Accommodation: All travel arrangements, including airfare, ground transportation, and lodging, should be made through the Partners’ travel provider. If an employee chooses to make their own travel arrangements, it must be approved by the supervisor.</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3. Communication and Check-In: Employees must regularly check-in with their supervisor and emergency contacts during their trip. They should provide a detailed itinerary with contact information and emergency procedures. If there are any changes to the itinerary, the employee must inform the supervisor and emergency contacts immediately.</a:t>
            </a:r>
          </a:p>
          <a:p>
            <a:pPr marL="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4. Health and Safety: Employees are required to follow all local health and safety regulations, including wearing masks and practicing social distancing. The company will provide employees with personal protective equipment (PPE) as required. Employees are also expected to familiarize themselves with the location of the nearest medical facilities and emergency services. Employees should be advised to seek medical attention immediately if they experience any health issues while traveling.</a:t>
            </a:r>
          </a:p>
          <a:p>
            <a:pPr marL="0" marR="0" indent="0" algn="just">
              <a:lnSpc>
                <a:spcPct val="115000"/>
              </a:lnSpc>
              <a:spcBef>
                <a:spcPts val="0"/>
              </a:spcBef>
              <a:spcAft>
                <a:spcPts val="1000"/>
              </a:spcAft>
              <a:buNone/>
            </a:pPr>
            <a:endParaRPr lang="en-US" sz="1400">
              <a:effectLst/>
              <a:latin typeface="+mj-lt"/>
              <a:ea typeface="HGMinchoB"/>
              <a:cs typeface="Times New Roman" panose="02020603050405020304" pitchFamily="18" charset="0"/>
            </a:endParaRPr>
          </a:p>
        </p:txBody>
      </p:sp>
      <p:sp>
        <p:nvSpPr>
          <p:cNvPr id="4" name="Rectangle 3">
            <a:extLst>
              <a:ext uri="{FF2B5EF4-FFF2-40B4-BE49-F238E27FC236}">
                <a16:creationId xmlns:a16="http://schemas.microsoft.com/office/drawing/2014/main" id="{83AC61C1-4511-CC7C-FDCC-58FB334D7BBA}"/>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042105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63493" y="209472"/>
            <a:ext cx="10515600" cy="1325563"/>
          </a:xfrm>
        </p:spPr>
        <p:txBody>
          <a:bodyPr/>
          <a:lstStyle/>
          <a:p>
            <a:r>
              <a:rPr lang="en-US" b="1"/>
              <a:t>Duty of Care – Safety &amp; Security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33265" y="1236135"/>
            <a:ext cx="11737911" cy="5495902"/>
          </a:xfrm>
        </p:spPr>
        <p:txBody>
          <a:bodyPr>
            <a:noAutofit/>
          </a:bodyPr>
          <a:lstStyle/>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5. Security: Employees must take necessary precautions to ensure their own security, including avoiding unsafe areas and situations. The company will provide employees with relevant security information, including crime statistics, terrorism threats, and other relevant safety concerns. Please reference Partners’ pre-arrival travel briefs.</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6. Crisis Management: In case of an emergency or crisis situation, employees should contact the emergency hotline below. The hotline is managed by a third party firm that is able to provide immediate assistance to the employee. The assistance may include evacuation, medical support, or other necessary measures to ensure the employee's safety.</a:t>
            </a:r>
          </a:p>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Emergency Hotline</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In event of an immediate life-threatening situation while travelling internationally for work, employees, consultants, volunteers, and other travelers should contact Partners’ third party security provider RSM, who handles emergency and crisis response. RSM will assist with security, political, medical, natural disaster, and other crises and evacuations. The emergency hotline is: +1 855-969-3949, which is available 24/7 and in multiple languages.</a:t>
            </a:r>
          </a:p>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Health &amp; Safety</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Partners is committed to providing a safe and healthy workplace for all its employees and visitors. Accordingly, Partners complies with all applicable requirements issued by State and Federal agencies such as the Occupational Safety and Health Administration (OSHA) and the Environmental Protection Agency (EPA). </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are encouraged to be alert to unsafe conditions and report them promptly to their supervisor.   All reports can be made without fear of reprisal.</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are required to adhere to all policies on safety procedures. All equipment and tools should be used safely. Employees should limit their work activities to those outlined in their job description. Partners may not be liable for injuries incurred in any other circumstances and compensation may not be given.</a:t>
            </a:r>
          </a:p>
          <a:p>
            <a:pPr marL="0" marR="0" indent="0" algn="just">
              <a:lnSpc>
                <a:spcPct val="115000"/>
              </a:lnSpc>
              <a:spcBef>
                <a:spcPts val="0"/>
              </a:spcBef>
              <a:spcAft>
                <a:spcPts val="1000"/>
              </a:spcAft>
              <a:buNone/>
            </a:pPr>
            <a:endParaRPr lang="en-US" sz="14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a:t>
            </a:r>
          </a:p>
        </p:txBody>
      </p:sp>
      <p:sp>
        <p:nvSpPr>
          <p:cNvPr id="4" name="Rectangle 3">
            <a:extLst>
              <a:ext uri="{FF2B5EF4-FFF2-40B4-BE49-F238E27FC236}">
                <a16:creationId xmlns:a16="http://schemas.microsoft.com/office/drawing/2014/main" id="{83AC61C1-4511-CC7C-FDCC-58FB334D7BBA}"/>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336002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90372" y="219064"/>
            <a:ext cx="10515600" cy="1325563"/>
          </a:xfrm>
        </p:spPr>
        <p:txBody>
          <a:bodyPr/>
          <a:lstStyle/>
          <a:p>
            <a:r>
              <a:rPr lang="en-US" b="1"/>
              <a:t>Vehicle Policy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69524" y="1661886"/>
            <a:ext cx="5516851" cy="5189459"/>
          </a:xfrm>
        </p:spPr>
        <p:txBody>
          <a:bodyPr>
            <a:normAutofit/>
          </a:bodyPr>
          <a:lstStyle/>
          <a:p>
            <a:pPr marL="0" indent="0" algn="l">
              <a:lnSpc>
                <a:spcPct val="100000"/>
              </a:lnSpc>
              <a:buNone/>
            </a:pPr>
            <a:r>
              <a:rPr lang="en-US" sz="1400" b="1" i="0">
                <a:solidFill>
                  <a:srgbClr val="374151"/>
                </a:solidFill>
                <a:effectLst/>
                <a:latin typeface="+mj-lt"/>
              </a:rPr>
              <a:t>Authorization for Use</a:t>
            </a:r>
            <a:endParaRPr lang="en-US" sz="1400" b="0" i="0">
              <a:solidFill>
                <a:srgbClr val="374151"/>
              </a:solidFill>
              <a:effectLst/>
              <a:latin typeface="+mj-lt"/>
            </a:endParaRPr>
          </a:p>
          <a:p>
            <a:pPr algn="l">
              <a:lnSpc>
                <a:spcPct val="100000"/>
              </a:lnSpc>
              <a:buFont typeface="Arial" panose="020B0604020202020204" pitchFamily="34" charset="0"/>
              <a:buChar char="•"/>
            </a:pPr>
            <a:r>
              <a:rPr lang="en-US" sz="1400" b="0" i="0">
                <a:solidFill>
                  <a:srgbClr val="374151"/>
                </a:solidFill>
                <a:effectLst/>
                <a:latin typeface="+mj-lt"/>
              </a:rPr>
              <a:t>Only authorized employees or approved external drivers can operate Partners vehicles.</a:t>
            </a:r>
          </a:p>
          <a:p>
            <a:pPr algn="l">
              <a:lnSpc>
                <a:spcPct val="100000"/>
              </a:lnSpc>
              <a:buFont typeface="Arial" panose="020B0604020202020204" pitchFamily="34" charset="0"/>
              <a:buChar char="•"/>
            </a:pPr>
            <a:r>
              <a:rPr lang="en-US" sz="1400" b="0" i="0">
                <a:solidFill>
                  <a:srgbClr val="374151"/>
                </a:solidFill>
                <a:effectLst/>
                <a:latin typeface="+mj-lt"/>
              </a:rPr>
              <a:t>Insurance coverage requirement for authorized personnel.</a:t>
            </a:r>
          </a:p>
          <a:p>
            <a:pPr algn="l">
              <a:lnSpc>
                <a:spcPct val="100000"/>
              </a:lnSpc>
              <a:buFont typeface="Arial" panose="020B0604020202020204" pitchFamily="34" charset="0"/>
              <a:buChar char="•"/>
            </a:pPr>
            <a:r>
              <a:rPr lang="en-US" sz="1400" b="0" i="0">
                <a:solidFill>
                  <a:srgbClr val="374151"/>
                </a:solidFill>
                <a:effectLst/>
                <a:latin typeface="+mj-lt"/>
              </a:rPr>
              <a:t>Flexibility in granting short-term or long-term authorization.</a:t>
            </a:r>
          </a:p>
          <a:p>
            <a:pPr marL="0" indent="0" algn="l">
              <a:lnSpc>
                <a:spcPct val="100000"/>
              </a:lnSpc>
              <a:buNone/>
            </a:pPr>
            <a:r>
              <a:rPr lang="en-US" sz="1400" b="1" i="0">
                <a:solidFill>
                  <a:srgbClr val="374151"/>
                </a:solidFill>
                <a:effectLst/>
                <a:latin typeface="+mj-lt"/>
              </a:rPr>
              <a:t>General Requirements for Use</a:t>
            </a:r>
            <a:endParaRPr lang="en-US" sz="1400" b="0" i="0">
              <a:solidFill>
                <a:srgbClr val="374151"/>
              </a:solidFill>
              <a:effectLst/>
              <a:latin typeface="+mj-lt"/>
            </a:endParaRPr>
          </a:p>
          <a:p>
            <a:pPr algn="l">
              <a:lnSpc>
                <a:spcPct val="100000"/>
              </a:lnSpc>
              <a:buFont typeface="Arial" panose="020B0604020202020204" pitchFamily="34" charset="0"/>
              <a:buChar char="•"/>
            </a:pPr>
            <a:r>
              <a:rPr lang="en-US" sz="1400" b="0" i="0">
                <a:solidFill>
                  <a:srgbClr val="374151"/>
                </a:solidFill>
                <a:effectLst/>
                <a:latin typeface="+mj-lt"/>
              </a:rPr>
              <a:t>Overview of key requirements for employees using company vehicles.</a:t>
            </a:r>
          </a:p>
          <a:p>
            <a:pPr algn="l">
              <a:lnSpc>
                <a:spcPct val="100000"/>
              </a:lnSpc>
              <a:buFont typeface="Arial" panose="020B0604020202020204" pitchFamily="34" charset="0"/>
              <a:buChar char="•"/>
            </a:pPr>
            <a:r>
              <a:rPr lang="en-US" sz="1400" b="0" i="0">
                <a:solidFill>
                  <a:srgbClr val="374151"/>
                </a:solidFill>
                <a:effectLst/>
                <a:latin typeface="+mj-lt"/>
              </a:rPr>
              <a:t>Guidelines on use, safety, security, and maintenance.</a:t>
            </a:r>
          </a:p>
          <a:p>
            <a:pPr marL="0" indent="0" algn="l">
              <a:lnSpc>
                <a:spcPct val="100000"/>
              </a:lnSpc>
              <a:buNone/>
            </a:pPr>
            <a:r>
              <a:rPr lang="en-US" sz="1400" b="1" i="0">
                <a:solidFill>
                  <a:srgbClr val="374151"/>
                </a:solidFill>
                <a:effectLst/>
                <a:latin typeface="+mj-lt"/>
              </a:rPr>
              <a:t>Safety and Security Measures</a:t>
            </a:r>
            <a:endParaRPr lang="en-US" sz="1400" b="0" i="0">
              <a:solidFill>
                <a:srgbClr val="374151"/>
              </a:solidFill>
              <a:effectLst/>
              <a:latin typeface="+mj-lt"/>
            </a:endParaRPr>
          </a:p>
          <a:p>
            <a:pPr algn="l">
              <a:lnSpc>
                <a:spcPct val="100000"/>
              </a:lnSpc>
              <a:buFont typeface="Arial" panose="020B0604020202020204" pitchFamily="34" charset="0"/>
              <a:buChar char="•"/>
            </a:pPr>
            <a:r>
              <a:rPr lang="en-US" sz="1400" b="0" i="0">
                <a:solidFill>
                  <a:srgbClr val="374151"/>
                </a:solidFill>
                <a:effectLst/>
                <a:latin typeface="+mj-lt"/>
              </a:rPr>
              <a:t>Emphasis on driving responsibly and following traffic regulations.</a:t>
            </a:r>
          </a:p>
          <a:p>
            <a:pPr algn="l">
              <a:lnSpc>
                <a:spcPct val="100000"/>
              </a:lnSpc>
              <a:buFont typeface="Arial" panose="020B0604020202020204" pitchFamily="34" charset="0"/>
              <a:buChar char="•"/>
            </a:pPr>
            <a:r>
              <a:rPr lang="en-US" sz="1400" b="0" i="0">
                <a:solidFill>
                  <a:srgbClr val="374151"/>
                </a:solidFill>
                <a:effectLst/>
                <a:latin typeface="+mj-lt"/>
              </a:rPr>
              <a:t>Restriction on using handheld cell phones while driving.</a:t>
            </a:r>
          </a:p>
          <a:p>
            <a:pPr algn="l">
              <a:lnSpc>
                <a:spcPct val="100000"/>
              </a:lnSpc>
              <a:buFont typeface="Arial" panose="020B0604020202020204" pitchFamily="34" charset="0"/>
              <a:buChar char="•"/>
            </a:pPr>
            <a:r>
              <a:rPr lang="en-US" sz="1400" b="0" i="0">
                <a:solidFill>
                  <a:srgbClr val="374151"/>
                </a:solidFill>
                <a:effectLst/>
                <a:latin typeface="+mj-lt"/>
              </a:rPr>
              <a:t>Prohibition of alcohol, illegal drugs, or impairing medications.</a:t>
            </a:r>
          </a:p>
          <a:p>
            <a:pPr marL="0" indent="0" algn="l">
              <a:lnSpc>
                <a:spcPct val="100000"/>
              </a:lnSpc>
              <a:buNone/>
            </a:pPr>
            <a:endParaRPr lang="en-US" sz="5600" b="0" i="0">
              <a:solidFill>
                <a:srgbClr val="374151"/>
              </a:solidFill>
              <a:effectLst/>
              <a:latin typeface="+mj-lt"/>
            </a:endParaRPr>
          </a:p>
        </p:txBody>
      </p:sp>
      <p:sp>
        <p:nvSpPr>
          <p:cNvPr id="4" name="Content Placeholder 2">
            <a:extLst>
              <a:ext uri="{FF2B5EF4-FFF2-40B4-BE49-F238E27FC236}">
                <a16:creationId xmlns:a16="http://schemas.microsoft.com/office/drawing/2014/main" id="{E87258DB-518F-C003-9AC2-7B79C1E6FF6A}"/>
              </a:ext>
            </a:extLst>
          </p:cNvPr>
          <p:cNvSpPr txBox="1">
            <a:spLocks/>
          </p:cNvSpPr>
          <p:nvPr/>
        </p:nvSpPr>
        <p:spPr>
          <a:xfrm>
            <a:off x="6562152" y="1544627"/>
            <a:ext cx="5167898" cy="4725823"/>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5600" b="1">
                <a:solidFill>
                  <a:srgbClr val="374151"/>
                </a:solidFill>
                <a:latin typeface="+mj-lt"/>
              </a:rPr>
              <a:t>Reporting Accidents</a:t>
            </a:r>
            <a:endParaRPr lang="en-US" sz="5600">
              <a:solidFill>
                <a:srgbClr val="374151"/>
              </a:solidFill>
              <a:latin typeface="+mj-lt"/>
            </a:endParaRPr>
          </a:p>
          <a:p>
            <a:pPr>
              <a:lnSpc>
                <a:spcPct val="120000"/>
              </a:lnSpc>
            </a:pPr>
            <a:r>
              <a:rPr lang="en-US" sz="5600">
                <a:solidFill>
                  <a:srgbClr val="374151"/>
                </a:solidFill>
                <a:latin typeface="+mj-lt"/>
              </a:rPr>
              <a:t>Steps to follow in case of an accident.</a:t>
            </a:r>
          </a:p>
          <a:p>
            <a:pPr>
              <a:lnSpc>
                <a:spcPct val="120000"/>
              </a:lnSpc>
            </a:pPr>
            <a:r>
              <a:rPr lang="en-US" sz="5600">
                <a:solidFill>
                  <a:srgbClr val="374151"/>
                </a:solidFill>
                <a:latin typeface="+mj-lt"/>
              </a:rPr>
              <a:t>Responsibilities in obtaining information and contacting relevant parties.</a:t>
            </a:r>
          </a:p>
          <a:p>
            <a:pPr>
              <a:lnSpc>
                <a:spcPct val="120000"/>
              </a:lnSpc>
            </a:pPr>
            <a:r>
              <a:rPr lang="en-US" sz="5600">
                <a:solidFill>
                  <a:srgbClr val="374151"/>
                </a:solidFill>
                <a:latin typeface="+mj-lt"/>
              </a:rPr>
              <a:t>Completion of the Employee Accident Report Form.</a:t>
            </a:r>
          </a:p>
          <a:p>
            <a:pPr marL="0" indent="0">
              <a:lnSpc>
                <a:spcPct val="120000"/>
              </a:lnSpc>
              <a:buFont typeface="Arial" panose="020B0604020202020204" pitchFamily="34" charset="0"/>
              <a:buNone/>
            </a:pPr>
            <a:r>
              <a:rPr lang="en-US" sz="5600" b="1">
                <a:solidFill>
                  <a:srgbClr val="374151"/>
                </a:solidFill>
                <a:latin typeface="+mj-lt"/>
              </a:rPr>
              <a:t>Vehicle Repairs and Maintenance</a:t>
            </a:r>
            <a:endParaRPr lang="en-US" sz="5600">
              <a:solidFill>
                <a:srgbClr val="374151"/>
              </a:solidFill>
              <a:latin typeface="+mj-lt"/>
            </a:endParaRPr>
          </a:p>
          <a:p>
            <a:pPr>
              <a:lnSpc>
                <a:spcPct val="120000"/>
              </a:lnSpc>
            </a:pPr>
            <a:r>
              <a:rPr lang="en-US" sz="5600">
                <a:solidFill>
                  <a:srgbClr val="374151"/>
                </a:solidFill>
                <a:latin typeface="+mj-lt"/>
              </a:rPr>
              <a:t>Differentiation between normal and major vehicle repairs.</a:t>
            </a:r>
          </a:p>
          <a:p>
            <a:pPr>
              <a:lnSpc>
                <a:spcPct val="120000"/>
              </a:lnSpc>
            </a:pPr>
            <a:r>
              <a:rPr lang="en-US" sz="5600">
                <a:solidFill>
                  <a:srgbClr val="374151"/>
                </a:solidFill>
                <a:latin typeface="+mj-lt"/>
              </a:rPr>
              <a:t>Procurement standards and documentation for major repairs.</a:t>
            </a:r>
          </a:p>
          <a:p>
            <a:pPr>
              <a:lnSpc>
                <a:spcPct val="120000"/>
              </a:lnSpc>
            </a:pPr>
            <a:r>
              <a:rPr lang="en-US" sz="5600">
                <a:solidFill>
                  <a:srgbClr val="374151"/>
                </a:solidFill>
                <a:latin typeface="+mj-lt"/>
              </a:rPr>
              <a:t>Maintenance schedule adherence and warranty review.</a:t>
            </a:r>
          </a:p>
          <a:p>
            <a:pPr marL="0" indent="0">
              <a:lnSpc>
                <a:spcPct val="120000"/>
              </a:lnSpc>
              <a:buFont typeface="Arial" panose="020B0604020202020204" pitchFamily="34" charset="0"/>
              <a:buNone/>
            </a:pPr>
            <a:r>
              <a:rPr lang="en-US" sz="5600" b="1">
                <a:solidFill>
                  <a:srgbClr val="374151"/>
                </a:solidFill>
                <a:latin typeface="+mj-lt"/>
              </a:rPr>
              <a:t>Vehicle Insurance and Registration</a:t>
            </a:r>
            <a:endParaRPr lang="en-US" sz="5600">
              <a:solidFill>
                <a:srgbClr val="374151"/>
              </a:solidFill>
              <a:latin typeface="+mj-lt"/>
            </a:endParaRPr>
          </a:p>
          <a:p>
            <a:pPr>
              <a:lnSpc>
                <a:spcPct val="120000"/>
              </a:lnSpc>
            </a:pPr>
            <a:r>
              <a:rPr lang="en-US" sz="5600">
                <a:solidFill>
                  <a:srgbClr val="374151"/>
                </a:solidFill>
                <a:latin typeface="+mj-lt"/>
              </a:rPr>
              <a:t>Vehicle registration requirements for proper legality.</a:t>
            </a:r>
          </a:p>
          <a:p>
            <a:pPr>
              <a:lnSpc>
                <a:spcPct val="120000"/>
              </a:lnSpc>
            </a:pPr>
            <a:r>
              <a:rPr lang="en-US" sz="5600">
                <a:solidFill>
                  <a:srgbClr val="374151"/>
                </a:solidFill>
                <a:latin typeface="+mj-lt"/>
              </a:rPr>
              <a:t>Importance of vehicle insurance coverage.</a:t>
            </a:r>
          </a:p>
          <a:p>
            <a:pPr>
              <a:lnSpc>
                <a:spcPct val="120000"/>
              </a:lnSpc>
            </a:pPr>
            <a:r>
              <a:rPr lang="en-US" sz="5600">
                <a:solidFill>
                  <a:srgbClr val="374151"/>
                </a:solidFill>
                <a:latin typeface="+mj-lt"/>
              </a:rPr>
              <a:t>Explanation of insurance coverage and deductible for authorized drivers.</a:t>
            </a:r>
          </a:p>
          <a:p>
            <a:pPr>
              <a:lnSpc>
                <a:spcPct val="120000"/>
              </a:lnSpc>
            </a:pPr>
            <a:endParaRPr lang="en-US" sz="5600">
              <a:solidFill>
                <a:srgbClr val="374151"/>
              </a:solidFill>
              <a:latin typeface="+mj-lt"/>
            </a:endParaRPr>
          </a:p>
        </p:txBody>
      </p:sp>
      <p:sp>
        <p:nvSpPr>
          <p:cNvPr id="6" name="Title 1">
            <a:extLst>
              <a:ext uri="{FF2B5EF4-FFF2-40B4-BE49-F238E27FC236}">
                <a16:creationId xmlns:a16="http://schemas.microsoft.com/office/drawing/2014/main" id="{B53BD88A-80CA-6422-920C-FC04464D7EC6}"/>
              </a:ext>
            </a:extLst>
          </p:cNvPr>
          <p:cNvSpPr txBox="1">
            <a:spLocks/>
          </p:cNvSpPr>
          <p:nvPr/>
        </p:nvSpPr>
        <p:spPr>
          <a:xfrm>
            <a:off x="738673" y="54654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200" b="1" u="sng">
                <a:highlight>
                  <a:srgbClr val="FFFF00"/>
                </a:highlight>
                <a:hlinkClick r:id="rId2"/>
              </a:rPr>
              <a:t>See Full Policy</a:t>
            </a:r>
            <a:endParaRPr lang="en-US" sz="2200" u="sng">
              <a:highlight>
                <a:srgbClr val="FFFF00"/>
              </a:highlight>
            </a:endParaRPr>
          </a:p>
        </p:txBody>
      </p:sp>
      <p:sp>
        <p:nvSpPr>
          <p:cNvPr id="8" name="Rectangle 7">
            <a:extLst>
              <a:ext uri="{FF2B5EF4-FFF2-40B4-BE49-F238E27FC236}">
                <a16:creationId xmlns:a16="http://schemas.microsoft.com/office/drawing/2014/main" id="{F5CBE089-F5DB-0C09-AADA-C01EB971D2E6}"/>
              </a:ext>
            </a:extLst>
          </p:cNvPr>
          <p:cNvSpPr/>
          <p:nvPr/>
        </p:nvSpPr>
        <p:spPr>
          <a:xfrm>
            <a:off x="9388792" y="405094"/>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4265997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90372" y="219064"/>
            <a:ext cx="10515600" cy="1325563"/>
          </a:xfrm>
        </p:spPr>
        <p:txBody>
          <a:bodyPr/>
          <a:lstStyle/>
          <a:p>
            <a:r>
              <a:rPr lang="en-US" b="1"/>
              <a:t>Vehicle Policy – Authorization Forms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63774" y="1668541"/>
            <a:ext cx="9993002" cy="5189459"/>
          </a:xfrm>
        </p:spPr>
        <p:txBody>
          <a:bodyPr>
            <a:normAutofit/>
          </a:bodyPr>
          <a:lstStyle/>
          <a:p>
            <a:pPr marL="0" indent="0" algn="l">
              <a:buNone/>
            </a:pPr>
            <a:r>
              <a:rPr lang="en-US" sz="2000" b="1" i="0">
                <a:solidFill>
                  <a:srgbClr val="374151"/>
                </a:solidFill>
                <a:effectLst/>
                <a:latin typeface="+mj-lt"/>
              </a:rPr>
              <a:t>Authorization for Use</a:t>
            </a:r>
            <a:endParaRPr lang="en-US" sz="2000" b="0" i="0">
              <a:solidFill>
                <a:srgbClr val="374151"/>
              </a:solidFill>
              <a:effectLst/>
              <a:latin typeface="+mj-lt"/>
            </a:endParaRPr>
          </a:p>
          <a:p>
            <a:pPr algn="l">
              <a:buFont typeface="Arial" panose="020B0604020202020204" pitchFamily="34" charset="0"/>
              <a:buChar char="•"/>
            </a:pPr>
            <a:r>
              <a:rPr lang="en-US" sz="2000" b="0" i="0">
                <a:solidFill>
                  <a:srgbClr val="374151"/>
                </a:solidFill>
                <a:effectLst/>
                <a:latin typeface="+mj-lt"/>
              </a:rPr>
              <a:t>Attachment 1 – Authorization Form: Employee Business Use of Vehicle </a:t>
            </a:r>
          </a:p>
          <a:p>
            <a:pPr marL="0" indent="0" algn="l">
              <a:buNone/>
            </a:pPr>
            <a:endParaRPr lang="en-US" sz="2000" b="0" i="0">
              <a:solidFill>
                <a:srgbClr val="374151"/>
              </a:solidFill>
              <a:effectLst/>
              <a:latin typeface="+mj-lt"/>
            </a:endParaRPr>
          </a:p>
          <a:p>
            <a:pPr algn="l">
              <a:buFont typeface="Arial" panose="020B0604020202020204" pitchFamily="34" charset="0"/>
              <a:buChar char="•"/>
            </a:pPr>
            <a:r>
              <a:rPr lang="en-US" sz="2000" b="0" i="0">
                <a:solidFill>
                  <a:srgbClr val="374151"/>
                </a:solidFill>
                <a:effectLst/>
                <a:latin typeface="+mj-lt"/>
              </a:rPr>
              <a:t>Attachment 2 – Authorization for Use of Personnel Vehicles for Official Business </a:t>
            </a:r>
          </a:p>
          <a:p>
            <a:pPr lvl="1"/>
            <a:r>
              <a:rPr lang="en-US" sz="2000" b="0" i="0">
                <a:solidFill>
                  <a:srgbClr val="374151"/>
                </a:solidFill>
                <a:effectLst/>
                <a:latin typeface="+mj-lt"/>
              </a:rPr>
              <a:t>New minimum requirements for insurance</a:t>
            </a:r>
          </a:p>
          <a:p>
            <a:pPr lvl="1"/>
            <a:endParaRPr lang="en-US" sz="2000" b="0" i="0">
              <a:solidFill>
                <a:srgbClr val="374151"/>
              </a:solidFill>
              <a:effectLst/>
              <a:latin typeface="+mj-lt"/>
            </a:endParaRPr>
          </a:p>
          <a:p>
            <a:pPr algn="l">
              <a:buFont typeface="Arial" panose="020B0604020202020204" pitchFamily="34" charset="0"/>
              <a:buChar char="•"/>
            </a:pPr>
            <a:r>
              <a:rPr lang="en-US" sz="2000" b="0" i="0">
                <a:solidFill>
                  <a:srgbClr val="374151"/>
                </a:solidFill>
                <a:effectLst/>
                <a:latin typeface="+mj-lt"/>
              </a:rPr>
              <a:t>Attachment 3 - Authorization for Non-business-Related Passengers</a:t>
            </a:r>
            <a:endParaRPr lang="en-US" sz="7200" b="0" i="0">
              <a:solidFill>
                <a:srgbClr val="374151"/>
              </a:solidFill>
              <a:effectLst/>
              <a:latin typeface="+mj-lt"/>
            </a:endParaRPr>
          </a:p>
        </p:txBody>
      </p:sp>
      <p:sp>
        <p:nvSpPr>
          <p:cNvPr id="8" name="Rectangle 7">
            <a:extLst>
              <a:ext uri="{FF2B5EF4-FFF2-40B4-BE49-F238E27FC236}">
                <a16:creationId xmlns:a16="http://schemas.microsoft.com/office/drawing/2014/main" id="{F5CBE089-F5DB-0C09-AADA-C01EB971D2E6}"/>
              </a:ext>
            </a:extLst>
          </p:cNvPr>
          <p:cNvSpPr/>
          <p:nvPr/>
        </p:nvSpPr>
        <p:spPr>
          <a:xfrm>
            <a:off x="9388792" y="405094"/>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349541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50840"/>
            <a:ext cx="10515600" cy="1325563"/>
          </a:xfrm>
        </p:spPr>
        <p:txBody>
          <a:bodyPr>
            <a:normAutofit/>
          </a:bodyPr>
          <a:lstStyle/>
          <a:p>
            <a:r>
              <a:rPr lang="en-US" sz="3600" b="1"/>
              <a:t>Confidentiality and Intellectual </a:t>
            </a:r>
            <a:br>
              <a:rPr lang="en-US" sz="3600" b="1"/>
            </a:br>
            <a:r>
              <a:rPr lang="en-US" sz="3600" b="1"/>
              <a:t>Property &amp; Proprietary Information</a:t>
            </a:r>
            <a:endParaRPr lang="en-US" sz="3600"/>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01216" y="1413416"/>
            <a:ext cx="11611946" cy="5519228"/>
          </a:xfrm>
        </p:spPr>
        <p:txBody>
          <a:bodyPr>
            <a:noAutofit/>
          </a:bodyPr>
          <a:lstStyle/>
          <a:p>
            <a:pPr marL="0" indent="0">
              <a:buNone/>
            </a:pPr>
            <a:r>
              <a:rPr lang="en-US" sz="1600">
                <a:latin typeface="+mj-lt"/>
                <a:cs typeface="Times New Roman" panose="02020603050405020304" pitchFamily="18" charset="0"/>
              </a:rPr>
              <a:t>Partners develops specific proprietary processes and strategies that are unique to our organization. Protecting such information is vital to the interests and success of Partners. Such confidential information includes, but is not limited to, the following examples: </a:t>
            </a:r>
          </a:p>
          <a:p>
            <a:pPr lvl="1"/>
            <a:r>
              <a:rPr lang="en-US" sz="1600">
                <a:latin typeface="+mj-lt"/>
                <a:cs typeface="Times New Roman" panose="02020603050405020304" pitchFamily="18" charset="0"/>
              </a:rPr>
              <a:t>Contact lists (includes donors, members, prospective donors/vendors, vendors, volunteers, organizations, employees, etc.) </a:t>
            </a:r>
          </a:p>
          <a:p>
            <a:pPr lvl="1"/>
            <a:r>
              <a:rPr lang="en-US" sz="1600">
                <a:latin typeface="+mj-lt"/>
                <a:cs typeface="Times New Roman" panose="02020603050405020304" pitchFamily="18" charset="0"/>
              </a:rPr>
              <a:t>Financial information relating to our funding and programs </a:t>
            </a:r>
          </a:p>
          <a:p>
            <a:pPr lvl="1"/>
            <a:r>
              <a:rPr lang="en-US" sz="1600">
                <a:latin typeface="+mj-lt"/>
                <a:cs typeface="Times New Roman" panose="02020603050405020304" pitchFamily="18" charset="0"/>
              </a:rPr>
              <a:t>Employee information or records </a:t>
            </a:r>
          </a:p>
          <a:p>
            <a:pPr lvl="1"/>
            <a:r>
              <a:rPr lang="en-US" sz="1600">
                <a:latin typeface="+mj-lt"/>
                <a:cs typeface="Times New Roman" panose="02020603050405020304" pitchFamily="18" charset="0"/>
              </a:rPr>
              <a:t>Marketing strategies (includes guidelines, standard operating procedures, designs, and any marketing report or indicator, campaign information, or any organizational announcement.) </a:t>
            </a:r>
          </a:p>
          <a:p>
            <a:pPr lvl="1"/>
            <a:r>
              <a:rPr lang="en-US" sz="1600">
                <a:latin typeface="+mj-lt"/>
                <a:cs typeface="Times New Roman" panose="02020603050405020304" pitchFamily="18" charset="0"/>
              </a:rPr>
              <a:t>Research and development strategies (includes proprietary products, information on donors or their employees, information about the beneficiaries of our programs) </a:t>
            </a:r>
          </a:p>
          <a:p>
            <a:pPr marL="0" indent="0">
              <a:buNone/>
            </a:pPr>
            <a:r>
              <a:rPr lang="en-US" sz="1600">
                <a:latin typeface="+mj-lt"/>
                <a:cs typeface="Times New Roman" panose="02020603050405020304" pitchFamily="18" charset="0"/>
              </a:rPr>
              <a:t>It is extremely important that all such information remain confidential, and particularly not be disclosed to Partners’ competitors. As such, employee should not upload proprietary information onto any public online platforms including in generative artificial intelligence (AI), such as ChatGPT, Bard, Bing, or other similar tools. For more information, review Partners’ policy on Generative Artificial Intelligence Usage Policy. </a:t>
            </a:r>
          </a:p>
          <a:p>
            <a:pPr marL="0" indent="0">
              <a:buNone/>
            </a:pPr>
            <a:r>
              <a:rPr lang="en-US" sz="1600">
                <a:latin typeface="+mj-lt"/>
                <a:cs typeface="Times New Roman" panose="02020603050405020304" pitchFamily="18" charset="0"/>
              </a:rPr>
              <a:t>Any employees who improperly copies, removes (whether physically or electronically), uses, or discloses confidential information to anyone outside of Partners may be subject to disciplinary action up to and including termination. </a:t>
            </a:r>
          </a:p>
          <a:p>
            <a:pPr marL="0" indent="0">
              <a:buNone/>
            </a:pPr>
            <a:r>
              <a:rPr lang="en-US" sz="1600">
                <a:latin typeface="+mj-lt"/>
                <a:cs typeface="Times New Roman" panose="02020603050405020304" pitchFamily="18" charset="0"/>
              </a:rPr>
              <a:t>As required by FAR 52.203-18, FAR 52.203-19, and FAR 3.909, Partners does not require employees, representatives, and contractors to sign internal confidentiality agreements that could prevent or impede the reporting of fraud, waste, or abuse to appropriate authorities. Employees, representatives, and contractors are encouraged to report concerns, suspicions, or allegations of fraud, waste, abuse, or other misconduct to their supervisor, any member of management, HR, or to Foster Thomas at bbulger@fosterthomas.com. Anonymous reporting options are available and will be treated confidentially to the extent permitted by law. </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544564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90372" y="219064"/>
            <a:ext cx="10515600" cy="1325563"/>
          </a:xfrm>
        </p:spPr>
        <p:txBody>
          <a:bodyPr/>
          <a:lstStyle/>
          <a:p>
            <a:r>
              <a:rPr lang="en-US" b="1"/>
              <a:t>Employment of Relatives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03293" y="1544627"/>
            <a:ext cx="9689757" cy="5189459"/>
          </a:xfrm>
        </p:spPr>
        <p:txBody>
          <a:bodyPr>
            <a:normAutofit/>
          </a:bodyPr>
          <a:lstStyle/>
          <a:p>
            <a:pPr marL="0" indent="0" algn="l">
              <a:lnSpc>
                <a:spcPct val="150000"/>
              </a:lnSpc>
              <a:buNone/>
            </a:pPr>
            <a:r>
              <a:rPr lang="en-US" sz="1400" b="1" i="0">
                <a:solidFill>
                  <a:srgbClr val="374151"/>
                </a:solidFill>
                <a:effectLst/>
                <a:latin typeface="+mj-lt"/>
              </a:rPr>
              <a:t>Partners ordinarily will not hire in any capacity a close relative of any employee, including directors or of any Independent Contractor of Partners. The President &amp; CEO may make exceptions to this policy for temporary, short-term employment.</a:t>
            </a:r>
          </a:p>
          <a:p>
            <a:pPr marL="0" indent="0" algn="l">
              <a:lnSpc>
                <a:spcPct val="150000"/>
              </a:lnSpc>
              <a:buNone/>
            </a:pPr>
            <a:r>
              <a:rPr lang="en-US" sz="1400" b="1" i="0">
                <a:solidFill>
                  <a:srgbClr val="374151"/>
                </a:solidFill>
                <a:effectLst/>
                <a:latin typeface="+mj-lt"/>
              </a:rPr>
              <a:t>A person’s “close relatives” are their parents, children, brothers and sisters, spouse, and the close relatives. Persons who become close relatives by marriage after both have been initially associated with Partners (as employees, directors, independent contractors, or volunteers) generally will not be affected by this policy.</a:t>
            </a:r>
          </a:p>
        </p:txBody>
      </p:sp>
      <p:sp>
        <p:nvSpPr>
          <p:cNvPr id="5" name="Rectangle 4">
            <a:extLst>
              <a:ext uri="{FF2B5EF4-FFF2-40B4-BE49-F238E27FC236}">
                <a16:creationId xmlns:a16="http://schemas.microsoft.com/office/drawing/2014/main" id="{1A0B170B-4645-DB22-42B2-EFEFF147D462}"/>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868046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90372" y="219064"/>
            <a:ext cx="10515600" cy="1325563"/>
          </a:xfrm>
        </p:spPr>
        <p:txBody>
          <a:bodyPr/>
          <a:lstStyle/>
          <a:p>
            <a:r>
              <a:rPr lang="en-US" b="1"/>
              <a:t>Freedom of Association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03293" y="1544627"/>
            <a:ext cx="9689757" cy="5189459"/>
          </a:xfrm>
        </p:spPr>
        <p:txBody>
          <a:bodyPr>
            <a:normAutofit/>
          </a:bodyPr>
          <a:lstStyle/>
          <a:p>
            <a:pPr marL="0" indent="0" algn="l">
              <a:lnSpc>
                <a:spcPct val="150000"/>
              </a:lnSpc>
              <a:buNone/>
            </a:pPr>
            <a:r>
              <a:rPr lang="en-US" sz="1400" b="1" i="0">
                <a:solidFill>
                  <a:srgbClr val="374151"/>
                </a:solidFill>
                <a:effectLst/>
                <a:latin typeface="+mj-lt"/>
              </a:rPr>
              <a:t>Partners in accordance with the National Labor Relations Act (NLRA) recognizes and protects freedom of association and the rights of employees to engage in concerted activities for the purpose of collective bargaining and to address working conditions, wages, and other employment-related matters. Employees may exercise this right without discrimination and without being subject to prior authorization. Employees may not be fired for participating in the formation of a union.</a:t>
            </a:r>
          </a:p>
        </p:txBody>
      </p:sp>
      <p:sp>
        <p:nvSpPr>
          <p:cNvPr id="5" name="Rectangle 4">
            <a:extLst>
              <a:ext uri="{FF2B5EF4-FFF2-40B4-BE49-F238E27FC236}">
                <a16:creationId xmlns:a16="http://schemas.microsoft.com/office/drawing/2014/main" id="{1A0B170B-4645-DB22-42B2-EFEFF147D462}"/>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765545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38623" y="-196149"/>
            <a:ext cx="10515600" cy="1325563"/>
          </a:xfrm>
        </p:spPr>
        <p:txBody>
          <a:bodyPr/>
          <a:lstStyle/>
          <a:p>
            <a:r>
              <a:rPr lang="en-US" b="1"/>
              <a:t>Code of Conduct</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14739" y="926696"/>
            <a:ext cx="11103344" cy="5419917"/>
          </a:xfrm>
        </p:spPr>
        <p:txBody>
          <a:bodyPr>
            <a:noAutofit/>
          </a:bodyPr>
          <a:lstStyle/>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Partners endeavors to maintain a positive work environment. Each employee plays a role in fostering this environment. Accordingly, we all must abide by certain rules of conduct, based on honesty, common sense, and fair play. Unacceptable conduct may subject the offender to disciplinary action, up to and including termination, in Partners sole discretion. </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The following are examples of some, but not all, conduct which can be considered </a:t>
            </a:r>
            <a:r>
              <a:rPr lang="en-US" sz="1400" b="1">
                <a:effectLst/>
                <a:latin typeface="+mj-lt"/>
                <a:ea typeface="HGMinchoB"/>
                <a:cs typeface="Times New Roman" panose="02020603050405020304" pitchFamily="18" charset="0"/>
              </a:rPr>
              <a:t>UNACCEPTABLE:</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Obtaining employment on the basis of false or misleading information.</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Stealing, removing, or defacing Partners property or a co-worker's property, and/or disclosure of confidential information.</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Completing or editing another employee’s time sheet without approval.</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Sharing of passwords for your work accounts.</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Violation of Partners’ code of conduct, including but not limited to policies on Equal Employment Opportunity, harassment, confidentiality, conflict of interest, trafficking in persons, sexual exploitation and abuse, and child safeguarding.</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Violation of safety and security rules and policies.</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Violation of Partners' Drug and Alcohol-Free Workplace and Smoking Policy.</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Fighting, threatening, or disrupting the work of others or other violations of Partners’ Workplace Violence Policy.</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Failure to follow lawful instructions of a supervisor.</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Failure to perform assigned job duties.</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Violation of the attendance policy, including but not limited to irregular attendance, habitual lateness, or unexcused absences.</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Gambling on Partners property.</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Willful, careless, or wasteful destruction or damage to Partners assets or to the equipment or possessions of another employee. Performing work of a personal nature during working time.</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Violation of Partners IT policies.</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Unsatisfactory job performance.</a:t>
            </a:r>
          </a:p>
          <a:p>
            <a:pPr marL="800100" lvl="1" indent="-342900" algn="just">
              <a:lnSpc>
                <a:spcPct val="115000"/>
              </a:lnSpc>
              <a:spcBef>
                <a:spcPts val="0"/>
              </a:spcBef>
              <a:spcAft>
                <a:spcPts val="1000"/>
              </a:spcAft>
              <a:buFont typeface="Symbol" panose="05050102010706020507" pitchFamily="18" charset="2"/>
              <a:buChar char=""/>
            </a:pPr>
            <a:r>
              <a:rPr lang="en-US" sz="1400">
                <a:effectLst/>
                <a:latin typeface="+mj-lt"/>
                <a:ea typeface="HGMinchoB"/>
                <a:cs typeface="Times New Roman" panose="02020603050405020304" pitchFamily="18" charset="0"/>
              </a:rPr>
              <a:t>Any other violation </a:t>
            </a:r>
            <a:r>
              <a:rPr lang="en-US" sz="1000">
                <a:effectLst/>
                <a:latin typeface="+mj-lt"/>
                <a:ea typeface="HGMinchoB"/>
                <a:cs typeface="Times New Roman" panose="02020603050405020304" pitchFamily="18" charset="0"/>
              </a:rPr>
              <a:t>of Partners policy.</a:t>
            </a:r>
          </a:p>
          <a:p>
            <a:pPr marL="0" indent="0" algn="l">
              <a:buNone/>
            </a:pPr>
            <a:endParaRPr lang="en-US" sz="1400" b="0" i="0">
              <a:solidFill>
                <a:srgbClr val="374151"/>
              </a:solidFill>
              <a:effectLst/>
              <a:latin typeface="+mj-lt"/>
            </a:endParaRPr>
          </a:p>
        </p:txBody>
      </p:sp>
      <p:sp>
        <p:nvSpPr>
          <p:cNvPr id="5" name="Rectangle 4">
            <a:extLst>
              <a:ext uri="{FF2B5EF4-FFF2-40B4-BE49-F238E27FC236}">
                <a16:creationId xmlns:a16="http://schemas.microsoft.com/office/drawing/2014/main" id="{00898161-6DD8-E006-E82E-B92312A05813}"/>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468636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38623" y="-196149"/>
            <a:ext cx="10515600" cy="1325563"/>
          </a:xfrm>
        </p:spPr>
        <p:txBody>
          <a:bodyPr/>
          <a:lstStyle/>
          <a:p>
            <a:r>
              <a:rPr lang="en-US" b="1"/>
              <a:t>Code of Conduct</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79317" y="1091681"/>
            <a:ext cx="11033365" cy="5419917"/>
          </a:xfrm>
        </p:spPr>
        <p:txBody>
          <a:bodyPr>
            <a:noAutofit/>
          </a:bodyPr>
          <a:lstStyle/>
          <a:p>
            <a:pPr marL="0" marR="0" indent="0" algn="just">
              <a:lnSpc>
                <a:spcPct val="115000"/>
              </a:lnSpc>
              <a:spcBef>
                <a:spcPts val="0"/>
              </a:spcBef>
              <a:spcAft>
                <a:spcPts val="1000"/>
              </a:spcAft>
              <a:buNone/>
            </a:pPr>
            <a:endParaRPr lang="en-US" sz="16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The following are examples of some, but not all, conduct which is </a:t>
            </a:r>
            <a:r>
              <a:rPr lang="en-US" sz="1600" b="1">
                <a:effectLst/>
                <a:latin typeface="+mj-lt"/>
                <a:ea typeface="HGMinchoB"/>
                <a:cs typeface="Times New Roman" panose="02020603050405020304" pitchFamily="18" charset="0"/>
              </a:rPr>
              <a:t>EXPECTED</a:t>
            </a:r>
            <a:r>
              <a:rPr lang="en-US" sz="1600">
                <a:effectLst/>
                <a:latin typeface="+mj-lt"/>
                <a:ea typeface="HGMinchoB"/>
                <a:cs typeface="Times New Roman" panose="02020603050405020304" pitchFamily="18" charset="0"/>
              </a:rPr>
              <a:t> of all employees:</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Conduct all aspects of company business honestly and ethically and obey the laws of the United States and every state and locality where we conduct business.</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Conduct work on behalf of Partners with customers, suppliers, fellow employees, and the public with the highest standards of honesty, integrity, and fairness.</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Be responsible for their actions and the consequences. No one will be excused from misconduct because another person ordered or asked the employee to participate in wrongdoing.</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Alert their supervisor or a senior manager whenever they observe, learn of, or suspect any dishonest, destructive, or illegal activity.</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Ensure that all financial transactions and other documentation are handled honestly and recorded accurately. This commitment extends to the reporting and charging of time.</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Avoid conflicts of interest, both real and perceived. Conflicts of interest are those outside activities or personal interests that could influence </a:t>
            </a:r>
            <a:r>
              <a:rPr lang="en-US" sz="1600">
                <a:latin typeface="+mj-lt"/>
                <a:cs typeface="Times New Roman" panose="02020603050405020304" pitchFamily="18" charset="0"/>
              </a:rPr>
              <a:t>objective decisions in performing your responsibilities.</a:t>
            </a:r>
          </a:p>
          <a:p>
            <a:pPr marL="800100" lvl="1" indent="-342900" algn="just">
              <a:lnSpc>
                <a:spcPct val="115000"/>
              </a:lnSpc>
              <a:spcBef>
                <a:spcPts val="0"/>
              </a:spcBef>
              <a:buFont typeface="Symbol" panose="05050102010706020507" pitchFamily="18" charset="2"/>
              <a:buChar char=""/>
            </a:pPr>
            <a:r>
              <a:rPr lang="en-US" sz="1600">
                <a:latin typeface="+mj-lt"/>
                <a:cs typeface="Times New Roman" panose="02020603050405020304" pitchFamily="18" charset="0"/>
              </a:rPr>
              <a:t>Recognize that even the appearance of misconduct or improper behavior can damage our reputation and you will act to prevent such appearances.</a:t>
            </a:r>
          </a:p>
          <a:p>
            <a:pPr marL="800100" lvl="1" indent="-342900" algn="just">
              <a:lnSpc>
                <a:spcPct val="115000"/>
              </a:lnSpc>
              <a:spcBef>
                <a:spcPts val="0"/>
              </a:spcBef>
              <a:buFont typeface="Symbol" panose="05050102010706020507" pitchFamily="18" charset="2"/>
              <a:buChar char=""/>
            </a:pPr>
            <a:r>
              <a:rPr lang="en-US" sz="1600">
                <a:latin typeface="+mj-lt"/>
                <a:cs typeface="Times New Roman" panose="02020603050405020304" pitchFamily="18" charset="0"/>
              </a:rPr>
              <a:t>Cooperate fully in any investigation of misconduct.</a:t>
            </a:r>
          </a:p>
        </p:txBody>
      </p:sp>
      <p:sp>
        <p:nvSpPr>
          <p:cNvPr id="5" name="Rectangle 4">
            <a:extLst>
              <a:ext uri="{FF2B5EF4-FFF2-40B4-BE49-F238E27FC236}">
                <a16:creationId xmlns:a16="http://schemas.microsoft.com/office/drawing/2014/main" id="{00898161-6DD8-E006-E82E-B92312A05813}"/>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559789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14739" y="122078"/>
            <a:ext cx="10515600" cy="1325563"/>
          </a:xfrm>
        </p:spPr>
        <p:txBody>
          <a:bodyPr/>
          <a:lstStyle/>
          <a:p>
            <a:r>
              <a:rPr lang="en-US" sz="4400" b="1"/>
              <a:t>Outside Consultancies and Conflict </a:t>
            </a:r>
            <a:br>
              <a:rPr lang="en-US" sz="4400" b="1"/>
            </a:br>
            <a:r>
              <a:rPr lang="en-US" sz="4400" b="1"/>
              <a:t>of Interest</a:t>
            </a:r>
            <a:endParaRPr lang="en-US" b="1"/>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64627" y="1595363"/>
            <a:ext cx="11061316" cy="5419917"/>
          </a:xfrm>
        </p:spPr>
        <p:txBody>
          <a:bodyPr>
            <a:noAutofit/>
          </a:bodyPr>
          <a:lstStyle/>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Partners respects the right of employees to engage in private activities and personal business outside of their employment with the company, providing such activities do not conflict with the company’s interests. An outside consultancy is any work that is performed outside of the staff member's regular employment for which the staff member receives compensation, whether in the form of money, goods, or services.</a:t>
            </a:r>
          </a:p>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The following are guidelines for outside consultancies to ensure that staff members do not engage in activities that create conflicts of interest with their employment:</a:t>
            </a:r>
          </a:p>
          <a:p>
            <a:pPr marL="457200" lvl="1"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1. Notification: Staff members must notify their supervisor before engaging in any outside consultancy work. The notification must include the nature of the work, and the estimated time commitment.</a:t>
            </a:r>
          </a:p>
          <a:p>
            <a:pPr marL="457200" lvl="1"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2. Approval: Staff members may engage in outside consultancy work only with the approval of their supervisor. Approval will be based on a determination that the work will not interfere with the staff member's employment obligations and will not create a conflict of interest.</a:t>
            </a:r>
          </a:p>
          <a:p>
            <a:pPr marL="457200" lvl="1"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3. Disclosure: Staff members must disclose any actual or potential conflicts of interest to their supervisor. The disclosure must include the nature of the conflict and any steps the staff member will take to mitigate the conflict.</a:t>
            </a:r>
          </a:p>
          <a:p>
            <a:pPr marL="457200" lvl="1"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4. Consequences: Violations of this policy may result in disciplinary action, up to and including termination of employment.</a:t>
            </a:r>
          </a:p>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By requiring notification and approval, staff members can engage in outside work while maintaining their responsibilities to their employer. The disclosure requirement also promotes transparency and can help identify potential conflicts before they become an issue.</a:t>
            </a:r>
          </a:p>
          <a:p>
            <a:pPr marL="0" marR="0" indent="0" algn="just">
              <a:lnSpc>
                <a:spcPct val="115000"/>
              </a:lnSpc>
              <a:spcBef>
                <a:spcPts val="0"/>
              </a:spcBef>
              <a:spcAft>
                <a:spcPts val="1000"/>
              </a:spcAft>
              <a:buNone/>
            </a:pPr>
            <a:endParaRPr lang="en-US" sz="1500">
              <a:effectLst/>
              <a:latin typeface="+mj-lt"/>
              <a:ea typeface="HGMinchoB"/>
              <a:cs typeface="Times New Roman" panose="02020603050405020304" pitchFamily="18" charset="0"/>
            </a:endParaRPr>
          </a:p>
        </p:txBody>
      </p:sp>
      <p:sp>
        <p:nvSpPr>
          <p:cNvPr id="5" name="Rectangle 4">
            <a:extLst>
              <a:ext uri="{FF2B5EF4-FFF2-40B4-BE49-F238E27FC236}">
                <a16:creationId xmlns:a16="http://schemas.microsoft.com/office/drawing/2014/main" id="{00898161-6DD8-E006-E82E-B92312A05813}"/>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40553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61949" y="-64534"/>
            <a:ext cx="10515600" cy="1325563"/>
          </a:xfrm>
        </p:spPr>
        <p:txBody>
          <a:bodyPr>
            <a:normAutofit/>
          </a:bodyPr>
          <a:lstStyle/>
          <a:p>
            <a:r>
              <a:rPr lang="en-US" sz="3900" b="1"/>
              <a:t>Outside Consultancies and Conflict of Interest</a:t>
            </a:r>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60068" y="856717"/>
            <a:ext cx="11471863" cy="5419917"/>
          </a:xfrm>
        </p:spPr>
        <p:txBody>
          <a:bodyPr>
            <a:noAutofit/>
          </a:bodyPr>
          <a:lstStyle/>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may have outside business interests and employment so long as if these do not interfere with job performance.</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at all levels have a duty and an obligation to Partners to be entirely free from any conflict of interest.   Some particular situations where conflicts of interest are most likely to arise are:</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In relationships with suppliers, contractors, or competitors of Partners or any of its subsidiaries;</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Acceptance of loans, excessive entertainment, business gifts, or favors from any party that may supply or seek to supply goods and services to Partners or any of its subsidiaries; </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Disclosure of proprietary or other confidential information; and </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Is related to the same or similar work that the staff member performs in their employment;</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Competes with the organization’s business or interests;</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Impacts the staff member's judgment, loyalty, or impartiality in their employment;</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Holding an interest in or accepting free or discounted goods from any organization that does, or is seeking to do, business with Partners;</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Being employed by (including as a consultant), serving on the board, or having family work for any organization which does, or is seeking to do, business with Partners or which competes with Partners; and/or</a:t>
            </a:r>
          </a:p>
          <a:p>
            <a:pPr marL="457200" lvl="1"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a:t>
            </a:r>
            <a:r>
              <a:rPr lang="en-US" sz="1400">
                <a:latin typeface="+mj-lt"/>
                <a:ea typeface="HGMinchoB"/>
                <a:cs typeface="Times New Roman" panose="02020603050405020304" pitchFamily="18" charset="0"/>
              </a:rPr>
              <a:t> </a:t>
            </a:r>
            <a:r>
              <a:rPr lang="en-US" sz="1400">
                <a:effectLst/>
                <a:latin typeface="+mj-lt"/>
                <a:ea typeface="HGMinchoB"/>
                <a:cs typeface="Times New Roman" panose="02020603050405020304" pitchFamily="18" charset="0"/>
              </a:rPr>
              <a:t>Use of the assets and resources, or intellectual property  of Partners or any of its subsidiaries for personal convenience or profit.   </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No employee shall directly or indirectly engage in any outside business or financial activity that will in any way conflict with the interests of Partners’ the operations of the Company or that interferes operations or interfere with an employee's ability to fully perform his or her duties. Such activity may result in disciplinary action, up to and including termination of employment. Employees should report any such possible conflict to their supervisor/manager and Human Resources to avoid any future problems.</a:t>
            </a:r>
          </a:p>
        </p:txBody>
      </p:sp>
      <p:sp>
        <p:nvSpPr>
          <p:cNvPr id="5" name="Rectangle 4">
            <a:extLst>
              <a:ext uri="{FF2B5EF4-FFF2-40B4-BE49-F238E27FC236}">
                <a16:creationId xmlns:a16="http://schemas.microsoft.com/office/drawing/2014/main" id="{00898161-6DD8-E006-E82E-B92312A05813}"/>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532862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752742" y="526713"/>
            <a:ext cx="10515600" cy="1325563"/>
          </a:xfrm>
        </p:spPr>
        <p:txBody>
          <a:bodyPr>
            <a:normAutofit/>
          </a:bodyPr>
          <a:lstStyle/>
          <a:p>
            <a:r>
              <a:rPr lang="en-US" b="1"/>
              <a:t>Solicitation, Workplace Gambling &amp; </a:t>
            </a:r>
            <a:br>
              <a:rPr lang="en-US" b="1"/>
            </a:br>
            <a:r>
              <a:rPr lang="en-US" b="1"/>
              <a:t>Gym and Fitness Center Waiver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919065" y="1953453"/>
            <a:ext cx="10464281" cy="3980816"/>
          </a:xfrm>
        </p:spPr>
        <p:txBody>
          <a:bodyPr>
            <a:normAutofit fontScale="92500" lnSpcReduction="20000"/>
          </a:bodyPr>
          <a:lstStyle/>
          <a:p>
            <a:pPr marL="0" indent="0" algn="just">
              <a:lnSpc>
                <a:spcPct val="115000"/>
              </a:lnSpc>
              <a:spcBef>
                <a:spcPts val="0"/>
              </a:spcBef>
              <a:spcAft>
                <a:spcPts val="1000"/>
              </a:spcAft>
              <a:buNone/>
            </a:pPr>
            <a:r>
              <a:rPr lang="en-US" sz="1600" b="1">
                <a:effectLst/>
                <a:latin typeface="+mj-lt"/>
                <a:ea typeface="HGMinchoB"/>
                <a:cs typeface="Times New Roman" panose="02020603050405020304" pitchFamily="18" charset="0"/>
              </a:rPr>
              <a:t>Solicitation</a:t>
            </a:r>
          </a:p>
          <a:p>
            <a:pPr marL="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Partners prohibits the solicitation, distribution and posting of materials on or at company property by any employee.</a:t>
            </a:r>
          </a:p>
          <a:p>
            <a:pPr marL="0" indent="0" algn="just">
              <a:lnSpc>
                <a:spcPct val="115000"/>
              </a:lnSpc>
              <a:spcBef>
                <a:spcPts val="0"/>
              </a:spcBef>
              <a:spcAft>
                <a:spcPts val="1000"/>
              </a:spcAft>
              <a:buNone/>
            </a:pPr>
            <a:endParaRPr lang="en-US" sz="1600">
              <a:effectLst/>
              <a:latin typeface="+mj-lt"/>
              <a:ea typeface="HGMinchoB"/>
              <a:cs typeface="Times New Roman" panose="02020603050405020304" pitchFamily="18" charset="0"/>
            </a:endParaRPr>
          </a:p>
          <a:p>
            <a:pPr marL="0" indent="0" algn="just">
              <a:lnSpc>
                <a:spcPct val="115000"/>
              </a:lnSpc>
              <a:spcBef>
                <a:spcPts val="0"/>
              </a:spcBef>
              <a:spcAft>
                <a:spcPts val="1000"/>
              </a:spcAft>
              <a:buNone/>
            </a:pPr>
            <a:r>
              <a:rPr lang="en-US" sz="1600" b="1">
                <a:effectLst/>
                <a:latin typeface="+mj-lt"/>
                <a:ea typeface="HGMinchoB"/>
                <a:cs typeface="Times New Roman" panose="02020603050405020304" pitchFamily="18" charset="0"/>
              </a:rPr>
              <a:t>Workplace Gambling</a:t>
            </a:r>
          </a:p>
          <a:p>
            <a:pPr marL="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Partners prohibits most forms of gambling in the workplace, including professional or organized gambling activities. Partners will allow exceptions to this policy for Partners-sponsored events supporting a charitable or fundraising cause. Employees must seek the approval of HR prior to engaging in any gambling activities. Failure to comply with this policy may result in disciplinary action, including possible termination of employment.</a:t>
            </a:r>
          </a:p>
          <a:p>
            <a:pPr marL="0" indent="0" algn="just">
              <a:lnSpc>
                <a:spcPct val="115000"/>
              </a:lnSpc>
              <a:spcBef>
                <a:spcPts val="0"/>
              </a:spcBef>
              <a:spcAft>
                <a:spcPts val="1000"/>
              </a:spcAft>
              <a:buNone/>
            </a:pPr>
            <a:endParaRPr lang="en-US" sz="1600">
              <a:latin typeface="+mj-lt"/>
              <a:ea typeface="HGMinchoB"/>
              <a:cs typeface="Times New Roman" panose="02020603050405020304" pitchFamily="18" charset="0"/>
            </a:endParaRPr>
          </a:p>
          <a:p>
            <a:pPr marL="0" indent="0" algn="just">
              <a:lnSpc>
                <a:spcPct val="115000"/>
              </a:lnSpc>
              <a:spcBef>
                <a:spcPts val="0"/>
              </a:spcBef>
              <a:spcAft>
                <a:spcPts val="1000"/>
              </a:spcAft>
              <a:buNone/>
            </a:pPr>
            <a:r>
              <a:rPr lang="en-US" sz="1600" b="1">
                <a:effectLst/>
                <a:latin typeface="+mj-lt"/>
                <a:ea typeface="HGMinchoB"/>
                <a:cs typeface="Times New Roman" panose="02020603050405020304" pitchFamily="18" charset="0"/>
              </a:rPr>
              <a:t>Gym and Fitness Center Waiver</a:t>
            </a:r>
          </a:p>
          <a:p>
            <a:pPr marL="0" indent="0" algn="just">
              <a:lnSpc>
                <a:spcPct val="115000"/>
              </a:lnSpc>
              <a:spcBef>
                <a:spcPts val="0"/>
              </a:spcBef>
              <a:spcAft>
                <a:spcPts val="1000"/>
              </a:spcAft>
              <a:buNone/>
            </a:pPr>
            <a:r>
              <a:rPr lang="en-US" sz="1600">
                <a:effectLst/>
                <a:latin typeface="+mj-lt"/>
                <a:ea typeface="HGMinchoB"/>
                <a:cs typeface="Times New Roman" panose="02020603050405020304" pitchFamily="18" charset="0"/>
              </a:rPr>
              <a:t>All employees who use exercise equipment, gym, shower, and facilities provided by Partners whether in the hotel and/or at the office will be required to sign the wavier found on PandaDoc.</a:t>
            </a:r>
          </a:p>
          <a:p>
            <a:pPr marL="0" indent="0" algn="just">
              <a:lnSpc>
                <a:spcPct val="115000"/>
              </a:lnSpc>
              <a:spcBef>
                <a:spcPts val="0"/>
              </a:spcBef>
              <a:spcAft>
                <a:spcPts val="1000"/>
              </a:spcAft>
              <a:buNone/>
            </a:pPr>
            <a:endParaRPr lang="en-US" sz="1600">
              <a:effectLst/>
              <a:latin typeface="+mj-lt"/>
              <a:ea typeface="HGMinchoB"/>
              <a:cs typeface="Times New Roman" panose="02020603050405020304" pitchFamily="18" charset="0"/>
            </a:endParaRPr>
          </a:p>
        </p:txBody>
      </p:sp>
      <p:sp>
        <p:nvSpPr>
          <p:cNvPr id="4" name="Rectangle 3">
            <a:extLst>
              <a:ext uri="{FF2B5EF4-FFF2-40B4-BE49-F238E27FC236}">
                <a16:creationId xmlns:a16="http://schemas.microsoft.com/office/drawing/2014/main" id="{EC94EAA6-87AC-51F4-187F-B36B86647E4A}"/>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8931873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686834" y="1153572"/>
            <a:ext cx="3200400" cy="4461163"/>
          </a:xfrm>
        </p:spPr>
        <p:txBody>
          <a:bodyPr>
            <a:normAutofit/>
          </a:bodyPr>
          <a:lstStyle/>
          <a:p>
            <a:r>
              <a:rPr lang="en-US">
                <a:solidFill>
                  <a:srgbClr val="FFFFFF"/>
                </a:solidFill>
              </a:rPr>
              <a:t>Table of Content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447308" y="591344"/>
            <a:ext cx="6906491" cy="5585619"/>
          </a:xfrm>
        </p:spPr>
        <p:txBody>
          <a:bodyPr anchor="ctr">
            <a:normAutofit/>
          </a:bodyPr>
          <a:lstStyle/>
          <a:p>
            <a:pPr marL="0" indent="0">
              <a:buNone/>
            </a:pPr>
            <a:r>
              <a:rPr lang="en-US" sz="3600"/>
              <a:t>Updates to Hiring, Employment, and Termination Section</a:t>
            </a:r>
          </a:p>
          <a:p>
            <a:endParaRPr lang="en-US" sz="3600"/>
          </a:p>
        </p:txBody>
      </p:sp>
    </p:spTree>
    <p:extLst>
      <p:ext uri="{BB962C8B-B14F-4D97-AF65-F5344CB8AC3E}">
        <p14:creationId xmlns:p14="http://schemas.microsoft.com/office/powerpoint/2010/main" val="1480121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15212" y="1020379"/>
            <a:ext cx="11532637" cy="5473714"/>
          </a:xfrm>
        </p:spPr>
        <p:txBody>
          <a:bodyPr>
            <a:noAutofit/>
          </a:bodyPr>
          <a:lstStyle/>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Partners complies with the Immigration Reform and Control Act of 1986 by employing only U.S. citizens and non-citizens who are authorized to work in the United States. All employees are asked on their first day of work to provide original documents verifying the right to work in the United States and to sign a verification form required by federal law (Form I-9). If you cannot verify your right to work in the United States within three (3) days of hire, the Partners is required by law to terminate your employment. employees are classified as either exempt, non-exempt, full-time, or part time.</a:t>
            </a:r>
          </a:p>
          <a:p>
            <a:pPr marL="0" marR="0" indent="0" algn="just">
              <a:lnSpc>
                <a:spcPct val="115000"/>
              </a:lnSpc>
              <a:spcBef>
                <a:spcPts val="0"/>
              </a:spcBef>
              <a:spcAft>
                <a:spcPts val="1000"/>
              </a:spcAft>
              <a:buNone/>
            </a:pPr>
            <a:r>
              <a:rPr lang="en-US" sz="1150" b="1">
                <a:effectLst/>
                <a:latin typeface="+mj-lt"/>
                <a:ea typeface="HGMinchoB"/>
                <a:cs typeface="Times New Roman" panose="02020603050405020304" pitchFamily="18" charset="0"/>
              </a:rPr>
              <a:t>E-Verify</a:t>
            </a:r>
          </a:p>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Partners complies with E-Verify requirements established by the Federal Acquisition Regulation (FAR). Partners ensures that all employees are verified through the E-Verify system to confirm their eligibility for employment in the United States. For all employees Partners will adhered to the following: </a:t>
            </a:r>
          </a:p>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1. Completion of Form I-9: All new employees must complete Form I-9, Employment Eligibility Verification, no later than the first day of work.</a:t>
            </a:r>
          </a:p>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2. Submission to E-Verify: HR will electronically submit the information from Form I-9 to the E-Verify system within three business days of the employee's start date.</a:t>
            </a:r>
          </a:p>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3. E-Verify Case Results: HR will receive an E-Verify case result, indicating either "Employment Authorized" or "Tentative Nonconfirmation" (TNC). a. Resolution of TNC: In the event of a TNC, HR will provide the affected employee with a referral notice containing instructions for resolving the discrepancy with the appropriate government agencies. b. No Further Employment Without Confirmation: If the employee receives a TNC and chooses to contest the result, no adverse employment action will be taken until the TNC is resolved and employment eligibility is confirmed.</a:t>
            </a:r>
          </a:p>
          <a:p>
            <a:pPr marL="0" marR="0" indent="0" algn="just">
              <a:lnSpc>
                <a:spcPct val="115000"/>
              </a:lnSpc>
              <a:spcBef>
                <a:spcPts val="0"/>
              </a:spcBef>
              <a:spcAft>
                <a:spcPts val="1000"/>
              </a:spcAft>
              <a:buNone/>
            </a:pPr>
            <a:r>
              <a:rPr lang="en-US" sz="1150" b="1">
                <a:effectLst/>
                <a:latin typeface="+mj-lt"/>
                <a:ea typeface="HGMinchoB"/>
                <a:cs typeface="Times New Roman" panose="02020603050405020304" pitchFamily="18" charset="0"/>
              </a:rPr>
              <a:t>Non-Discrimination and Fair Treatment</a:t>
            </a:r>
          </a:p>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Partners prohibits discrimination or retaliation against individuals based on their immigration status, national origin, or citizenship. Employment decisions, including hiring, termination, promotion, and compensation, will be made without regard to an individual's immigration status, except as required by law.</a:t>
            </a:r>
          </a:p>
          <a:p>
            <a:pPr marL="0" marR="0" indent="0" algn="just">
              <a:lnSpc>
                <a:spcPct val="115000"/>
              </a:lnSpc>
              <a:spcBef>
                <a:spcPts val="0"/>
              </a:spcBef>
              <a:spcAft>
                <a:spcPts val="1000"/>
              </a:spcAft>
              <a:buNone/>
            </a:pPr>
            <a:r>
              <a:rPr lang="en-US" sz="1150" b="1">
                <a:effectLst/>
                <a:latin typeface="+mj-lt"/>
                <a:ea typeface="HGMinchoB"/>
                <a:cs typeface="Times New Roman" panose="02020603050405020304" pitchFamily="18" charset="0"/>
              </a:rPr>
              <a:t>Compliance with Visa and Work Authorization Requirements</a:t>
            </a:r>
          </a:p>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Non-U.S. citizens working under specific visas (e.g., H-1B, L-1, etc.) must comply with the terms and conditions of their visa status, including any restrictions on work location, duration, and job responsibilities. HR will closely monitor visa expiration dates and work authorization documentation to ensure compliance. Sponsorships for visas are not done by Partners, unless an exception is approved by the President &amp; CEO.</a:t>
            </a:r>
          </a:p>
          <a:p>
            <a:pPr marL="0" marR="0" indent="0" algn="just">
              <a:lnSpc>
                <a:spcPct val="115000"/>
              </a:lnSpc>
              <a:spcBef>
                <a:spcPts val="0"/>
              </a:spcBef>
              <a:spcAft>
                <a:spcPts val="1000"/>
              </a:spcAft>
              <a:buNone/>
            </a:pPr>
            <a:r>
              <a:rPr lang="en-US" sz="1150" b="1">
                <a:effectLst/>
                <a:latin typeface="+mj-lt"/>
                <a:ea typeface="HGMinchoB"/>
                <a:cs typeface="Times New Roman" panose="02020603050405020304" pitchFamily="18" charset="0"/>
              </a:rPr>
              <a:t>H-1B Public Access Files</a:t>
            </a:r>
          </a:p>
          <a:p>
            <a:pPr marL="0" marR="0" indent="0" algn="just">
              <a:lnSpc>
                <a:spcPct val="115000"/>
              </a:lnSpc>
              <a:spcBef>
                <a:spcPts val="0"/>
              </a:spcBef>
              <a:spcAft>
                <a:spcPts val="1000"/>
              </a:spcAft>
              <a:buNone/>
            </a:pPr>
            <a:r>
              <a:rPr lang="en-US" sz="1150">
                <a:effectLst/>
                <a:latin typeface="+mj-lt"/>
                <a:ea typeface="HGMinchoB"/>
                <a:cs typeface="Times New Roman" panose="02020603050405020304" pitchFamily="18" charset="0"/>
              </a:rPr>
              <a:t>For H-1B visa holders, Partners will maintain public access files that include relevant documentation as required by the U.S. Citizenship and Immigration Services (USCIS).</a:t>
            </a:r>
          </a:p>
        </p:txBody>
      </p:sp>
      <p:sp>
        <p:nvSpPr>
          <p:cNvPr id="4" name="Title 1">
            <a:extLst>
              <a:ext uri="{FF2B5EF4-FFF2-40B4-BE49-F238E27FC236}">
                <a16:creationId xmlns:a16="http://schemas.microsoft.com/office/drawing/2014/main" id="{82580944-4D43-7051-4A60-CB9307D10F42}"/>
              </a:ext>
            </a:extLst>
          </p:cNvPr>
          <p:cNvSpPr txBox="1">
            <a:spLocks/>
          </p:cNvSpPr>
          <p:nvPr/>
        </p:nvSpPr>
        <p:spPr>
          <a:xfrm>
            <a:off x="53658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Immigration Compliance</a:t>
            </a:r>
            <a:endParaRPr lang="en-US"/>
          </a:p>
        </p:txBody>
      </p:sp>
      <p:sp>
        <p:nvSpPr>
          <p:cNvPr id="5" name="Rectangle 4">
            <a:extLst>
              <a:ext uri="{FF2B5EF4-FFF2-40B4-BE49-F238E27FC236}">
                <a16:creationId xmlns:a16="http://schemas.microsoft.com/office/drawing/2014/main" id="{B959A6E1-42BA-A818-7610-BCBBFFA47F80}"/>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937207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50840"/>
            <a:ext cx="10515600" cy="1325563"/>
          </a:xfrm>
        </p:spPr>
        <p:txBody>
          <a:bodyPr/>
          <a:lstStyle/>
          <a:p>
            <a:r>
              <a:rPr lang="en-US" b="1"/>
              <a:t>Independent Contractors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51525" y="1201778"/>
            <a:ext cx="11527972" cy="5684352"/>
          </a:xfrm>
        </p:spPr>
        <p:txBody>
          <a:bodyPr>
            <a:noAutofit/>
          </a:bodyPr>
          <a:lstStyle/>
          <a:p>
            <a:pPr marL="0" marR="0" indent="0" algn="just">
              <a:lnSpc>
                <a:spcPct val="115000"/>
              </a:lnSpc>
              <a:spcBef>
                <a:spcPts val="0"/>
              </a:spcBef>
              <a:spcAft>
                <a:spcPts val="1000"/>
              </a:spcAft>
              <a:buNone/>
            </a:pPr>
            <a:r>
              <a:rPr lang="en-US" sz="1400">
                <a:effectLst/>
                <a:latin typeface="Calibri Light (Headings)"/>
                <a:ea typeface="HGMinchoB"/>
                <a:cs typeface="Times New Roman" panose="02020603050405020304" pitchFamily="18" charset="0"/>
              </a:rPr>
              <a:t>Independent Contractors (which includes all compensated consultants) are those who undertake a specific task or project on behalf of Partners on a non-employee, contractual basis. Independent Contractors are not employees of Partners and thus are ineligible for the benefits of employment described in this manual. They are required to carry their own liability and health insurance. When determining a consultancy or employee status, the </a:t>
            </a:r>
            <a:r>
              <a:rPr lang="en-US" sz="1400" u="sng">
                <a:solidFill>
                  <a:srgbClr val="00A3D6"/>
                </a:solidFill>
                <a:effectLst/>
                <a:latin typeface="Calibri Light (Headings)"/>
                <a:ea typeface="HGMinchoB"/>
                <a:cs typeface="Times New Roman" panose="02020603050405020304" pitchFamily="18" charset="0"/>
                <a:hlinkClick r:id="rId3"/>
              </a:rPr>
              <a:t>U.S. Department of Labor Independent Contractor Rule</a:t>
            </a:r>
            <a:r>
              <a:rPr lang="en-US" sz="1400">
                <a:effectLst/>
                <a:latin typeface="Calibri Light (Headings)"/>
                <a:ea typeface="HGMinchoB"/>
                <a:cs typeface="Times New Roman" panose="02020603050405020304" pitchFamily="18" charset="0"/>
              </a:rPr>
              <a:t> must be followed.</a:t>
            </a:r>
          </a:p>
          <a:p>
            <a:pPr marL="0" marR="0" indent="0" algn="just">
              <a:lnSpc>
                <a:spcPct val="115000"/>
              </a:lnSpc>
              <a:spcBef>
                <a:spcPts val="0"/>
              </a:spcBef>
              <a:spcAft>
                <a:spcPts val="1000"/>
              </a:spcAft>
              <a:buNone/>
            </a:pPr>
            <a:r>
              <a:rPr lang="en-US" sz="1400">
                <a:effectLst/>
                <a:latin typeface="Calibri Light (Headings)"/>
                <a:ea typeface="HGMinchoB"/>
                <a:cs typeface="Times New Roman" panose="02020603050405020304" pitchFamily="18" charset="0"/>
              </a:rPr>
              <a:t>The rule includes six (6) factors (with equal weight) when determining the worker relationship: </a:t>
            </a:r>
          </a:p>
          <a:p>
            <a:pPr marL="342900" marR="0" lvl="0" indent="-342900" algn="just">
              <a:lnSpc>
                <a:spcPct val="115000"/>
              </a:lnSpc>
              <a:spcBef>
                <a:spcPts val="0"/>
              </a:spcBef>
              <a:spcAft>
                <a:spcPts val="0"/>
              </a:spcAft>
              <a:buFont typeface="+mj-lt"/>
              <a:buAutoNum type="arabicPeriod"/>
            </a:pPr>
            <a:r>
              <a:rPr lang="en-US" sz="1400">
                <a:effectLst/>
                <a:latin typeface="Calibri Light (Headings)"/>
                <a:ea typeface="HGMinchoB"/>
                <a:cs typeface="Times New Roman" panose="02020603050405020304" pitchFamily="18" charset="0"/>
              </a:rPr>
              <a:t>Whether the work is an integral part of the employer’s business (e.g., this factor weighs in favor of the worker being an employee if the work is critical, necessary or central to the employer’s principal business);</a:t>
            </a:r>
          </a:p>
          <a:p>
            <a:pPr marL="342900" marR="0" lvl="0" indent="-342900" algn="just">
              <a:lnSpc>
                <a:spcPct val="115000"/>
              </a:lnSpc>
              <a:spcBef>
                <a:spcPts val="0"/>
              </a:spcBef>
              <a:spcAft>
                <a:spcPts val="0"/>
              </a:spcAft>
              <a:buFont typeface="+mj-lt"/>
              <a:buAutoNum type="arabicPeriod"/>
            </a:pPr>
            <a:r>
              <a:rPr lang="en-US" sz="1400">
                <a:effectLst/>
                <a:latin typeface="Calibri Light (Headings)"/>
                <a:ea typeface="HGMinchoB"/>
                <a:cs typeface="Times New Roman" panose="02020603050405020304" pitchFamily="18" charset="0"/>
              </a:rPr>
              <a:t>The worker’s opportunity for profit or loss depending on managerial skill (e.g., whether the worker engages in marketing or other efforts to expand the business, makes decisions to hire others, purchases materials and equipment. If a worker has no opportunity for a profit or loss, then this factor suggests that the worker is an employee);    </a:t>
            </a:r>
          </a:p>
          <a:p>
            <a:pPr marL="342900" marR="0" lvl="0" indent="-342900" algn="just">
              <a:lnSpc>
                <a:spcPct val="115000"/>
              </a:lnSpc>
              <a:spcBef>
                <a:spcPts val="0"/>
              </a:spcBef>
              <a:spcAft>
                <a:spcPts val="0"/>
              </a:spcAft>
              <a:buFont typeface="+mj-lt"/>
              <a:buAutoNum type="arabicPeriod"/>
            </a:pPr>
            <a:r>
              <a:rPr lang="en-US" sz="1400">
                <a:effectLst/>
                <a:latin typeface="Calibri Light (Headings)"/>
                <a:ea typeface="HGMinchoB"/>
                <a:cs typeface="Times New Roman" panose="02020603050405020304" pitchFamily="18" charset="0"/>
              </a:rPr>
              <a:t>The extent of the relative investments of the worker and the employer (e.g., is the worker making similar types of investments as the employer (even if on a smaller scale) which would suggest that the worker is operating independently and would indicate independent contractor status);  </a:t>
            </a:r>
          </a:p>
          <a:p>
            <a:pPr marL="342900" marR="0" lvl="0" indent="-342900" algn="just">
              <a:lnSpc>
                <a:spcPct val="115000"/>
              </a:lnSpc>
              <a:spcBef>
                <a:spcPts val="0"/>
              </a:spcBef>
              <a:spcAft>
                <a:spcPts val="0"/>
              </a:spcAft>
              <a:buFont typeface="+mj-lt"/>
              <a:buAutoNum type="arabicPeriod"/>
            </a:pPr>
            <a:r>
              <a:rPr lang="en-US" sz="1400">
                <a:effectLst/>
                <a:latin typeface="Calibri Light (Headings)"/>
                <a:ea typeface="HGMinchoB"/>
                <a:cs typeface="Times New Roman" panose="02020603050405020304" pitchFamily="18" charset="0"/>
              </a:rPr>
              <a:t>Skill and initiative (this factor indicates employee status where the workers does not use specialized skill in performing the work or where the worker is dependent on training from the employer to perform the work). </a:t>
            </a:r>
          </a:p>
          <a:p>
            <a:pPr marL="342900" marR="0" lvl="0" indent="-342900" algn="just">
              <a:lnSpc>
                <a:spcPct val="115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The permanency of the work relationship (the worker is most likely an employee if the work relationship is indefinite in duration, continuous or exclusive of work for other employers); and </a:t>
            </a:r>
          </a:p>
          <a:p>
            <a:pPr marL="0" indent="0">
              <a:buNone/>
            </a:pPr>
            <a:r>
              <a:rPr lang="en-US" sz="1400">
                <a:effectLst/>
                <a:latin typeface="Calibri Light (Headings)"/>
                <a:ea typeface="HGMinchoB"/>
                <a:cs typeface="Times New Roman" panose="02020603050405020304" pitchFamily="18" charset="0"/>
              </a:rPr>
              <a:t>The nature and degree of control exercised or retained by the employer (the employer’s degree of control over the performance of the work, e.g., sets work schedule, supervises the performance of the work or limits the worker’s ability to work for others. </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24758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00743" y="996958"/>
            <a:ext cx="11377126" cy="5861042"/>
          </a:xfrm>
        </p:spPr>
        <p:txBody>
          <a:bodyPr>
            <a:normAutofit fontScale="92500" lnSpcReduction="10000"/>
          </a:bodyPr>
          <a:lstStyle/>
          <a:p>
            <a:pPr marL="0" marR="0" lvl="0" indent="0" algn="just">
              <a:lnSpc>
                <a:spcPct val="115000"/>
              </a:lnSpc>
              <a:spcBef>
                <a:spcPts val="0"/>
              </a:spcBef>
              <a:spcAft>
                <a:spcPts val="0"/>
              </a:spcAft>
              <a:buNone/>
            </a:pPr>
            <a:r>
              <a:rPr lang="en-US" sz="1600">
                <a:effectLst/>
                <a:latin typeface="+mj-lt"/>
                <a:ea typeface="HGMinchoB"/>
                <a:cs typeface="Times New Roman" panose="02020603050405020304" pitchFamily="18" charset="0"/>
              </a:rPr>
              <a:t>Interns perform various duties for Partners and may receive monetary compensation as independent contractors. All interns must comply with Partners code of conduct. </a:t>
            </a:r>
            <a:r>
              <a:rPr lang="en-US" sz="1600" b="1">
                <a:effectLst/>
                <a:latin typeface="+mj-lt"/>
                <a:ea typeface="HGMinchoB"/>
                <a:cs typeface="Times New Roman" panose="02020603050405020304" pitchFamily="18" charset="0"/>
              </a:rPr>
              <a:t>Eligibility</a:t>
            </a:r>
            <a:r>
              <a:rPr lang="en-US" sz="1600">
                <a:effectLst/>
                <a:latin typeface="+mj-lt"/>
                <a:ea typeface="HGMinchoB"/>
                <a:cs typeface="Times New Roman" panose="02020603050405020304" pitchFamily="18" charset="0"/>
              </a:rPr>
              <a:t>: All interns who meet the following criteria are eligible for a stipend:</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The internship is at least 6 weeks in duration but cannot exceed 9 months (academic year).</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The intern is performing work that is related to their field of study or career interests.</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The intern is enrolled in an accredited educational institution or who is a recent graduate (within the last two years). </a:t>
            </a:r>
          </a:p>
          <a:p>
            <a:pPr marL="800100" lvl="1" indent="-342900" algn="just">
              <a:lnSpc>
                <a:spcPct val="115000"/>
              </a:lnSpc>
              <a:spcBef>
                <a:spcPts val="0"/>
              </a:spcBef>
              <a:buFont typeface="Symbol" panose="05050102010706020507" pitchFamily="18" charset="2"/>
              <a:buChar char=""/>
            </a:pPr>
            <a:r>
              <a:rPr lang="en-US" sz="1600">
                <a:effectLst/>
                <a:latin typeface="+mj-lt"/>
                <a:ea typeface="HGMinchoB"/>
                <a:cs typeface="Times New Roman" panose="02020603050405020304" pitchFamily="18" charset="0"/>
              </a:rPr>
              <a:t>The internship program must have a strong educational component. </a:t>
            </a:r>
          </a:p>
          <a:p>
            <a:pPr marL="342900" indent="-342900" algn="just">
              <a:lnSpc>
                <a:spcPct val="115000"/>
              </a:lnSpc>
              <a:spcBef>
                <a:spcPts val="0"/>
              </a:spcBef>
              <a:buFont typeface="Symbol" panose="05050102010706020507" pitchFamily="18" charset="2"/>
              <a:buChar char=""/>
            </a:pPr>
            <a:endParaRPr lang="en-US" sz="1600" b="1">
              <a:effectLst/>
              <a:latin typeface="+mj-lt"/>
              <a:ea typeface="HGMinchoB"/>
              <a:cs typeface="Times New Roman" panose="02020603050405020304" pitchFamily="18" charset="0"/>
            </a:endParaRPr>
          </a:p>
          <a:p>
            <a:pPr marL="342900" indent="-342900" algn="just">
              <a:lnSpc>
                <a:spcPct val="115000"/>
              </a:lnSpc>
              <a:spcBef>
                <a:spcPts val="0"/>
              </a:spcBef>
              <a:buFont typeface="Symbol" panose="05050102010706020507" pitchFamily="18" charset="2"/>
              <a:buChar char=""/>
            </a:pPr>
            <a:r>
              <a:rPr lang="en-US" sz="1600" b="1">
                <a:effectLst/>
                <a:latin typeface="+mj-lt"/>
                <a:ea typeface="HGMinchoB"/>
                <a:cs typeface="Times New Roman" panose="02020603050405020304" pitchFamily="18" charset="0"/>
              </a:rPr>
              <a:t>Payment Schedule</a:t>
            </a:r>
            <a:r>
              <a:rPr lang="en-US" sz="1600">
                <a:effectLst/>
                <a:latin typeface="+mj-lt"/>
                <a:ea typeface="HGMinchoB"/>
                <a:cs typeface="Times New Roman" panose="02020603050405020304" pitchFamily="18" charset="0"/>
              </a:rPr>
              <a:t>: Stipends will be paid month upon submission of an intern stipend timesheet.</a:t>
            </a:r>
          </a:p>
          <a:p>
            <a:pPr marL="342900" indent="-342900" algn="just">
              <a:lnSpc>
                <a:spcPct val="115000"/>
              </a:lnSpc>
              <a:spcBef>
                <a:spcPts val="0"/>
              </a:spcBef>
              <a:buFont typeface="Symbol" panose="05050102010706020507" pitchFamily="18" charset="2"/>
              <a:buChar char=""/>
            </a:pPr>
            <a:endParaRPr lang="en-US" sz="1600" b="1">
              <a:effectLst/>
              <a:latin typeface="+mj-lt"/>
              <a:ea typeface="HGMinchoB"/>
              <a:cs typeface="Times New Roman" panose="02020603050405020304" pitchFamily="18" charset="0"/>
            </a:endParaRPr>
          </a:p>
          <a:p>
            <a:pPr marL="342900" indent="-342900" algn="just">
              <a:lnSpc>
                <a:spcPct val="115000"/>
              </a:lnSpc>
              <a:spcBef>
                <a:spcPts val="0"/>
              </a:spcBef>
              <a:buFont typeface="Symbol" panose="05050102010706020507" pitchFamily="18" charset="2"/>
              <a:buChar char=""/>
            </a:pPr>
            <a:r>
              <a:rPr lang="en-US" sz="1600" b="1">
                <a:effectLst/>
                <a:latin typeface="+mj-lt"/>
                <a:ea typeface="HGMinchoB"/>
                <a:cs typeface="Times New Roman" panose="02020603050405020304" pitchFamily="18" charset="0"/>
              </a:rPr>
              <a:t>Taxation</a:t>
            </a:r>
            <a:r>
              <a:rPr lang="en-US" sz="1600">
                <a:effectLst/>
                <a:latin typeface="+mj-lt"/>
                <a:ea typeface="HGMinchoB"/>
                <a:cs typeface="Times New Roman" panose="02020603050405020304" pitchFamily="18" charset="0"/>
              </a:rPr>
              <a:t>: Interns are responsible for paying any applicable taxes on their stipend. Partners will provide interns with a 1099-NEC form at the end of the calendar year.</a:t>
            </a:r>
          </a:p>
          <a:p>
            <a:pPr marL="342900" indent="-342900" algn="just">
              <a:lnSpc>
                <a:spcPct val="115000"/>
              </a:lnSpc>
              <a:spcBef>
                <a:spcPts val="0"/>
              </a:spcBef>
              <a:buFont typeface="Symbol" panose="05050102010706020507" pitchFamily="18" charset="2"/>
              <a:buChar char=""/>
            </a:pPr>
            <a:endParaRPr lang="en-US" sz="1600">
              <a:effectLst/>
              <a:latin typeface="+mj-lt"/>
              <a:ea typeface="HGMinchoB"/>
              <a:cs typeface="Times New Roman" panose="02020603050405020304" pitchFamily="18" charset="0"/>
            </a:endParaRPr>
          </a:p>
          <a:p>
            <a:pPr marL="342900" indent="-342900" algn="just">
              <a:lnSpc>
                <a:spcPct val="115000"/>
              </a:lnSpc>
              <a:spcBef>
                <a:spcPts val="0"/>
              </a:spcBef>
              <a:buFont typeface="Symbol" panose="05050102010706020507" pitchFamily="18" charset="2"/>
              <a:buChar char=""/>
            </a:pPr>
            <a:r>
              <a:rPr lang="en-US" sz="1600" b="1">
                <a:effectLst/>
                <a:latin typeface="+mj-lt"/>
                <a:ea typeface="HGMinchoB"/>
                <a:cs typeface="Times New Roman" panose="02020603050405020304" pitchFamily="18" charset="0"/>
              </a:rPr>
              <a:t>Work Hours</a:t>
            </a:r>
            <a:r>
              <a:rPr lang="en-US" sz="1600">
                <a:effectLst/>
                <a:latin typeface="+mj-lt"/>
                <a:ea typeface="HGMinchoB"/>
                <a:cs typeface="Times New Roman" panose="02020603050405020304" pitchFamily="18" charset="0"/>
              </a:rPr>
              <a:t>: Interns are expected to work a minimum of 12 hours per week, but no more than 40 hours per week. Overtime is not allowed.</a:t>
            </a:r>
          </a:p>
          <a:p>
            <a:pPr marL="342900" indent="-342900" algn="just">
              <a:lnSpc>
                <a:spcPct val="115000"/>
              </a:lnSpc>
              <a:spcBef>
                <a:spcPts val="0"/>
              </a:spcBef>
              <a:buFont typeface="Symbol" panose="05050102010706020507" pitchFamily="18" charset="2"/>
              <a:buChar char=""/>
            </a:pPr>
            <a:endParaRPr lang="en-US" sz="1600" b="1">
              <a:effectLst/>
              <a:latin typeface="+mj-lt"/>
              <a:ea typeface="HGMinchoB"/>
              <a:cs typeface="Times New Roman" panose="02020603050405020304" pitchFamily="18" charset="0"/>
            </a:endParaRPr>
          </a:p>
          <a:p>
            <a:pPr marL="342900" indent="-342900" algn="just">
              <a:lnSpc>
                <a:spcPct val="115000"/>
              </a:lnSpc>
              <a:spcBef>
                <a:spcPts val="0"/>
              </a:spcBef>
              <a:buFont typeface="Symbol" panose="05050102010706020507" pitchFamily="18" charset="2"/>
              <a:buChar char=""/>
            </a:pPr>
            <a:r>
              <a:rPr lang="en-US" sz="1600" b="1">
                <a:effectLst/>
                <a:latin typeface="+mj-lt"/>
                <a:ea typeface="HGMinchoB"/>
                <a:cs typeface="Times New Roman" panose="02020603050405020304" pitchFamily="18" charset="0"/>
              </a:rPr>
              <a:t>Performance Expectations</a:t>
            </a:r>
            <a:r>
              <a:rPr lang="en-US" sz="1600">
                <a:effectLst/>
                <a:latin typeface="+mj-lt"/>
                <a:ea typeface="HGMinchoB"/>
                <a:cs typeface="Times New Roman" panose="02020603050405020304" pitchFamily="18" charset="0"/>
              </a:rPr>
              <a:t>: Interns are expected to meet the same performance standards as regular employees, including attendance, punctuality, and work quality. Failure to meet these expectations may result in a reduction or revocation of the stipend.</a:t>
            </a:r>
          </a:p>
          <a:p>
            <a:pPr marL="342900" indent="-342900" algn="just">
              <a:lnSpc>
                <a:spcPct val="115000"/>
              </a:lnSpc>
              <a:spcBef>
                <a:spcPts val="0"/>
              </a:spcBef>
              <a:buFont typeface="Symbol" panose="05050102010706020507" pitchFamily="18" charset="2"/>
              <a:buChar char=""/>
            </a:pPr>
            <a:endParaRPr lang="en-US" sz="1600" b="1">
              <a:effectLst/>
              <a:latin typeface="+mj-lt"/>
              <a:ea typeface="HGMinchoB"/>
              <a:cs typeface="Times New Roman" panose="02020603050405020304" pitchFamily="18" charset="0"/>
            </a:endParaRPr>
          </a:p>
          <a:p>
            <a:pPr marL="342900" indent="-342900" algn="just">
              <a:lnSpc>
                <a:spcPct val="115000"/>
              </a:lnSpc>
              <a:spcBef>
                <a:spcPts val="0"/>
              </a:spcBef>
              <a:buFont typeface="Symbol" panose="05050102010706020507" pitchFamily="18" charset="2"/>
              <a:buChar char=""/>
            </a:pPr>
            <a:r>
              <a:rPr lang="en-US" sz="1600" b="1">
                <a:effectLst/>
                <a:latin typeface="+mj-lt"/>
                <a:ea typeface="HGMinchoB"/>
                <a:cs typeface="Times New Roman" panose="02020603050405020304" pitchFamily="18" charset="0"/>
              </a:rPr>
              <a:t>Benefits</a:t>
            </a:r>
            <a:r>
              <a:rPr lang="en-US" sz="1600">
                <a:effectLst/>
                <a:latin typeface="+mj-lt"/>
                <a:ea typeface="HGMinchoB"/>
                <a:cs typeface="Times New Roman" panose="02020603050405020304" pitchFamily="18" charset="0"/>
              </a:rPr>
              <a:t>: Interns are not eligible for any benefits, including health insurance, retirement plans, or paid time off.</a:t>
            </a:r>
          </a:p>
          <a:p>
            <a:pPr marL="342900" indent="-342900" algn="just">
              <a:lnSpc>
                <a:spcPct val="115000"/>
              </a:lnSpc>
              <a:spcBef>
                <a:spcPts val="0"/>
              </a:spcBef>
              <a:buFont typeface="Symbol" panose="05050102010706020507" pitchFamily="18" charset="2"/>
              <a:buChar char=""/>
            </a:pPr>
            <a:endParaRPr lang="en-US" sz="1600" b="1">
              <a:effectLst/>
              <a:latin typeface="+mj-lt"/>
              <a:ea typeface="HGMinchoB"/>
              <a:cs typeface="Times New Roman" panose="02020603050405020304" pitchFamily="18" charset="0"/>
            </a:endParaRPr>
          </a:p>
          <a:p>
            <a:pPr marL="342900" indent="-342900" algn="just">
              <a:lnSpc>
                <a:spcPct val="115000"/>
              </a:lnSpc>
              <a:spcBef>
                <a:spcPts val="0"/>
              </a:spcBef>
              <a:buFont typeface="Symbol" panose="05050102010706020507" pitchFamily="18" charset="2"/>
              <a:buChar char=""/>
            </a:pPr>
            <a:r>
              <a:rPr lang="en-US" sz="1600" b="1">
                <a:effectLst/>
                <a:latin typeface="+mj-lt"/>
                <a:ea typeface="HGMinchoB"/>
                <a:cs typeface="Times New Roman" panose="02020603050405020304" pitchFamily="18" charset="0"/>
              </a:rPr>
              <a:t>Termination</a:t>
            </a:r>
            <a:r>
              <a:rPr lang="en-US" sz="1600">
                <a:effectLst/>
                <a:latin typeface="+mj-lt"/>
                <a:ea typeface="HGMinchoB"/>
                <a:cs typeface="Times New Roman" panose="02020603050405020304" pitchFamily="18" charset="0"/>
              </a:rPr>
              <a:t>: The organization reserves the right to terminate an intern's compensation at any time for any reason, including but not limited to poor performance, misconduct, or violation of company policies.</a:t>
            </a:r>
          </a:p>
          <a:p>
            <a:pPr marL="342900" indent="-342900" algn="just">
              <a:lnSpc>
                <a:spcPct val="115000"/>
              </a:lnSpc>
              <a:spcBef>
                <a:spcPts val="0"/>
              </a:spcBef>
              <a:buFont typeface="Symbol" panose="05050102010706020507" pitchFamily="18" charset="2"/>
              <a:buChar char=""/>
            </a:pPr>
            <a:endParaRPr lang="en-US" sz="1600">
              <a:effectLst/>
              <a:latin typeface="+mj-lt"/>
              <a:ea typeface="HGMinchoB"/>
              <a:cs typeface="Times New Roman" panose="02020603050405020304" pitchFamily="18" charset="0"/>
            </a:endParaRPr>
          </a:p>
          <a:p>
            <a:pPr marL="342900" indent="-342900" algn="just">
              <a:lnSpc>
                <a:spcPct val="115000"/>
              </a:lnSpc>
              <a:spcBef>
                <a:spcPts val="0"/>
              </a:spcBef>
              <a:buFont typeface="Symbol" panose="05050102010706020507" pitchFamily="18" charset="2"/>
              <a:buChar char=""/>
            </a:pPr>
            <a:r>
              <a:rPr lang="en-US" sz="1600" b="1">
                <a:effectLst/>
                <a:latin typeface="+mj-lt"/>
                <a:ea typeface="HGMinchoB"/>
                <a:cs typeface="Times New Roman" panose="02020603050405020304" pitchFamily="18" charset="0"/>
              </a:rPr>
              <a:t>Hiring &amp; Recruitment of Interns: </a:t>
            </a:r>
            <a:r>
              <a:rPr lang="en-US" sz="1600">
                <a:effectLst/>
                <a:latin typeface="+mj-lt"/>
                <a:ea typeface="HGMinchoB"/>
                <a:cs typeface="Times New Roman" panose="02020603050405020304" pitchFamily="18" charset="0"/>
              </a:rPr>
              <a:t>The recruitment and hiring of interns must follow Partners internship recruitment procedure.</a:t>
            </a:r>
            <a:endParaRPr lang="en-US" sz="3600">
              <a:effectLst/>
              <a:latin typeface="+mj-lt"/>
              <a:ea typeface="HGMinchoB"/>
              <a:cs typeface="Times New Roman" panose="02020603050405020304" pitchFamily="18" charset="0"/>
            </a:endParaRPr>
          </a:p>
          <a:p>
            <a:pPr marL="0" indent="0" algn="l">
              <a:buNone/>
            </a:pPr>
            <a:endParaRPr lang="en-US" sz="1600" i="0">
              <a:solidFill>
                <a:srgbClr val="374151"/>
              </a:solidFill>
              <a:effectLst/>
              <a:latin typeface="+mj-lt"/>
            </a:endParaRPr>
          </a:p>
        </p:txBody>
      </p:sp>
      <p:sp>
        <p:nvSpPr>
          <p:cNvPr id="5" name="Title 1">
            <a:extLst>
              <a:ext uri="{FF2B5EF4-FFF2-40B4-BE49-F238E27FC236}">
                <a16:creationId xmlns:a16="http://schemas.microsoft.com/office/drawing/2014/main" id="{37CC3D8F-9BA8-E0EA-83A6-C1127779E0CC}"/>
              </a:ext>
            </a:extLst>
          </p:cNvPr>
          <p:cNvSpPr txBox="1">
            <a:spLocks/>
          </p:cNvSpPr>
          <p:nvPr/>
        </p:nvSpPr>
        <p:spPr>
          <a:xfrm>
            <a:off x="492968"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Interns</a:t>
            </a:r>
            <a:endParaRPr lang="en-US"/>
          </a:p>
        </p:txBody>
      </p:sp>
      <p:sp>
        <p:nvSpPr>
          <p:cNvPr id="4" name="Rectangle 3">
            <a:extLst>
              <a:ext uri="{FF2B5EF4-FFF2-40B4-BE49-F238E27FC236}">
                <a16:creationId xmlns:a16="http://schemas.microsoft.com/office/drawing/2014/main" id="{B2938D62-5E63-408F-B41F-6A9B9FD1BD7B}"/>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150728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688360" y="1245637"/>
            <a:ext cx="10557587" cy="6023005"/>
          </a:xfrm>
        </p:spPr>
        <p:txBody>
          <a:bodyPr>
            <a:normAutofit/>
          </a:bodyPr>
          <a:lstStyle/>
          <a:p>
            <a:pPr marL="0" marR="0" lvl="0" indent="0" algn="just">
              <a:lnSpc>
                <a:spcPct val="115000"/>
              </a:lnSpc>
              <a:spcBef>
                <a:spcPts val="0"/>
              </a:spcBef>
              <a:spcAft>
                <a:spcPts val="0"/>
              </a:spcAft>
              <a:buNone/>
            </a:pPr>
            <a:r>
              <a:rPr lang="en-US" sz="1800">
                <a:effectLst/>
                <a:latin typeface="+mj-lt"/>
                <a:ea typeface="HGMinchoB"/>
                <a:cs typeface="Times New Roman" panose="02020603050405020304" pitchFamily="18" charset="0"/>
              </a:rPr>
              <a:t>As a guideline for an internship stipend, Partners will utilize the following scale which takes into consideration education and years of experience. Placement in the below categories is based on current educational enrollment, or if not in school, most recent degree. All internship stipends are subject to availability of funds, among other factors:</a:t>
            </a:r>
            <a:endParaRPr lang="en-US" sz="1800">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effectLst/>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effectLst/>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effectLst/>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effectLst/>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effectLst/>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endParaRPr lang="en-US" sz="1800">
              <a:effectLst/>
              <a:latin typeface="+mj-lt"/>
              <a:ea typeface="HGMinchoB"/>
              <a:cs typeface="Times New Roman" panose="02020603050405020304" pitchFamily="18" charset="0"/>
            </a:endParaRPr>
          </a:p>
          <a:p>
            <a:pPr marL="0" marR="0" lvl="0" indent="0" algn="just">
              <a:lnSpc>
                <a:spcPct val="115000"/>
              </a:lnSpc>
              <a:spcBef>
                <a:spcPts val="0"/>
              </a:spcBef>
              <a:spcAft>
                <a:spcPts val="0"/>
              </a:spcAft>
              <a:buNone/>
            </a:pPr>
            <a:r>
              <a:rPr lang="en-US" sz="1800">
                <a:effectLst/>
                <a:latin typeface="+mj-lt"/>
                <a:ea typeface="HGMinchoB"/>
                <a:cs typeface="Times New Roman" panose="02020603050405020304" pitchFamily="18" charset="0"/>
              </a:rPr>
              <a:t>Stipend values based on a minimum of 12hr/week internship and minimum of 3hr/day. Exceptions must be evaluated and approved by the President &amp; CEO</a:t>
            </a:r>
          </a:p>
        </p:txBody>
      </p:sp>
      <p:sp>
        <p:nvSpPr>
          <p:cNvPr id="5" name="Title 1">
            <a:extLst>
              <a:ext uri="{FF2B5EF4-FFF2-40B4-BE49-F238E27FC236}">
                <a16:creationId xmlns:a16="http://schemas.microsoft.com/office/drawing/2014/main" id="{37CC3D8F-9BA8-E0EA-83A6-C1127779E0CC}"/>
              </a:ext>
            </a:extLst>
          </p:cNvPr>
          <p:cNvSpPr txBox="1">
            <a:spLocks/>
          </p:cNvSpPr>
          <p:nvPr/>
        </p:nvSpPr>
        <p:spPr>
          <a:xfrm>
            <a:off x="492968"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Intern Stipend Matrix</a:t>
            </a:r>
            <a:endParaRPr lang="en-US"/>
          </a:p>
        </p:txBody>
      </p:sp>
      <p:sp>
        <p:nvSpPr>
          <p:cNvPr id="4" name="Rectangle 3">
            <a:extLst>
              <a:ext uri="{FF2B5EF4-FFF2-40B4-BE49-F238E27FC236}">
                <a16:creationId xmlns:a16="http://schemas.microsoft.com/office/drawing/2014/main" id="{B2938D62-5E63-408F-B41F-6A9B9FD1BD7B}"/>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pic>
        <p:nvPicPr>
          <p:cNvPr id="6" name="Picture 5">
            <a:extLst>
              <a:ext uri="{FF2B5EF4-FFF2-40B4-BE49-F238E27FC236}">
                <a16:creationId xmlns:a16="http://schemas.microsoft.com/office/drawing/2014/main" id="{3BCB7854-0B50-4E29-16B9-5DE298FBB7A0}"/>
              </a:ext>
            </a:extLst>
          </p:cNvPr>
          <p:cNvPicPr>
            <a:picLocks noChangeAspect="1"/>
          </p:cNvPicPr>
          <p:nvPr/>
        </p:nvPicPr>
        <p:blipFill>
          <a:blip r:embed="rId2"/>
          <a:stretch>
            <a:fillRect/>
          </a:stretch>
        </p:blipFill>
        <p:spPr>
          <a:xfrm>
            <a:off x="1931437" y="2571200"/>
            <a:ext cx="7716416" cy="2991892"/>
          </a:xfrm>
          <a:prstGeom prst="rect">
            <a:avLst/>
          </a:prstGeom>
        </p:spPr>
      </p:pic>
    </p:spTree>
    <p:extLst>
      <p:ext uri="{BB962C8B-B14F-4D97-AF65-F5344CB8AC3E}">
        <p14:creationId xmlns:p14="http://schemas.microsoft.com/office/powerpoint/2010/main" val="2826561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79400" y="1693507"/>
            <a:ext cx="11493803" cy="4912566"/>
          </a:xfrm>
        </p:spPr>
        <p:txBody>
          <a:bodyPr>
            <a:normAutofit/>
          </a:bodyPr>
          <a:lstStyle/>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Partners will ensure that potential new hires with prior United States Government (USG) employment are thoroughly evaluated and cleared of any conflicts that could prevent them from effectively performing their hired-for positions within Partners.</a:t>
            </a:r>
          </a:p>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Conflict of Interest Clearance</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Prior to finalizing the hiring decision, all potential new hires with prior USG employment will undergo a thorough clearance process to assess any conflicts of interest, including potential restrictions or obligations that could impact the candidate's ability to fulfill their duties. The assessment will consider factors such as the candidate's prior role, responsibilities, access to sensitive information, and any applicable post-employment restrictions imposed by the USG.</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The potential new hire will be required to disclose their prior USG employment and provide relevant details about their roles, responsibilities, and any post-employment restrictions they are aware of. HR will collaborate with the Compliance Team, and if necessary, legal counsel, to review the potential conflicts of interest. In cases where potential conflicts are identified, the candidate will be informed and additional steps may be taken to mitigate or address these conflicts.</a:t>
            </a:r>
          </a:p>
          <a:p>
            <a:pPr marL="0" marR="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Mitigation and Resolution</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If conflicts of interest are identified, Partners will work with the candidate to develop appropriate mitigation measures or seek necessary waivers. Mitigation measures could include modifications to job responsibilities, recusals from certain activities, or other actions to prevent conflicts from arising.</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The conflict of interest clearance process and its outcomes will be documented for each potential new hire with prior USG employment. Transparency and open communication will be maintained throughout the process to ensure that candidates are aware of the assessment and any actions taken.</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379401" y="31863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Clearing Potential New Hires with Prior </a:t>
            </a:r>
          </a:p>
          <a:p>
            <a:r>
              <a:rPr lang="en-US" b="1"/>
              <a:t>USG Employment</a:t>
            </a:r>
            <a:endParaRPr lang="en-US"/>
          </a:p>
        </p:txBody>
      </p:sp>
      <p:sp>
        <p:nvSpPr>
          <p:cNvPr id="4" name="Rectangle 3">
            <a:extLst>
              <a:ext uri="{FF2B5EF4-FFF2-40B4-BE49-F238E27FC236}">
                <a16:creationId xmlns:a16="http://schemas.microsoft.com/office/drawing/2014/main" id="{8EA5CFEC-6C46-5443-0F8A-B2A7D93752FF}"/>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980621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763880" y="2062359"/>
            <a:ext cx="7849853" cy="3090755"/>
          </a:xfrm>
        </p:spPr>
        <p:txBody>
          <a:bodyPr>
            <a:normAutofit/>
          </a:bodyPr>
          <a:lstStyle/>
          <a:p>
            <a:pPr marL="342900" marR="0" lvl="0" indent="-342900" algn="just">
              <a:lnSpc>
                <a:spcPct val="115000"/>
              </a:lnSpc>
              <a:spcBef>
                <a:spcPts val="0"/>
              </a:spcBef>
              <a:spcAft>
                <a:spcPts val="0"/>
              </a:spcAft>
              <a:buFont typeface="Symbol" panose="05050102010706020507" pitchFamily="18" charset="2"/>
              <a:buChar char=""/>
            </a:pPr>
            <a:r>
              <a:rPr lang="en-US" sz="1400">
                <a:effectLst/>
                <a:latin typeface="+mj-lt"/>
                <a:ea typeface="HGMinchoB"/>
                <a:cs typeface="Times New Roman" panose="02020603050405020304" pitchFamily="18" charset="0"/>
              </a:rPr>
              <a:t>Internal Recruitment with Internal Job Posting</a:t>
            </a:r>
          </a:p>
          <a:p>
            <a:pPr marL="342900" marR="0" lvl="0" indent="-342900" algn="just">
              <a:lnSpc>
                <a:spcPct val="115000"/>
              </a:lnSpc>
              <a:spcBef>
                <a:spcPts val="0"/>
              </a:spcBef>
              <a:spcAft>
                <a:spcPts val="0"/>
              </a:spcAft>
              <a:buFont typeface="Symbol" panose="05050102010706020507" pitchFamily="18" charset="2"/>
              <a:buChar char=""/>
            </a:pPr>
            <a:r>
              <a:rPr lang="en-US" sz="1400">
                <a:latin typeface="+mj-lt"/>
                <a:ea typeface="HGMinchoB"/>
                <a:cs typeface="Times New Roman" panose="02020603050405020304" pitchFamily="18" charset="0"/>
              </a:rPr>
              <a:t>Internal Recruitment without Internal Job Posting</a:t>
            </a:r>
          </a:p>
          <a:p>
            <a:pPr marL="342900" marR="0" lvl="0" indent="-342900" algn="just">
              <a:lnSpc>
                <a:spcPct val="115000"/>
              </a:lnSpc>
              <a:spcBef>
                <a:spcPts val="0"/>
              </a:spcBef>
              <a:spcAft>
                <a:spcPts val="0"/>
              </a:spcAft>
              <a:buFont typeface="Symbol" panose="05050102010706020507" pitchFamily="18" charset="2"/>
              <a:buChar char=""/>
            </a:pPr>
            <a:r>
              <a:rPr lang="en-US" sz="1400">
                <a:effectLst/>
                <a:latin typeface="+mj-lt"/>
                <a:ea typeface="HGMinchoB"/>
                <a:cs typeface="Times New Roman" panose="02020603050405020304" pitchFamily="18" charset="0"/>
              </a:rPr>
              <a:t>External Recruitment </a:t>
            </a:r>
          </a:p>
          <a:p>
            <a:pPr marL="342900" marR="0" lvl="0" indent="-342900" algn="just">
              <a:lnSpc>
                <a:spcPct val="115000"/>
              </a:lnSpc>
              <a:spcBef>
                <a:spcPts val="0"/>
              </a:spcBef>
              <a:spcAft>
                <a:spcPts val="0"/>
              </a:spcAft>
              <a:buFont typeface="Symbol" panose="05050102010706020507" pitchFamily="18" charset="2"/>
              <a:buChar char=""/>
            </a:pPr>
            <a:r>
              <a:rPr lang="en-US" sz="1400">
                <a:latin typeface="+mj-lt"/>
                <a:ea typeface="HGMinchoB"/>
                <a:cs typeface="Times New Roman" panose="02020603050405020304" pitchFamily="18" charset="0"/>
              </a:rPr>
              <a:t>Hiring Spouses or Family Members</a:t>
            </a:r>
          </a:p>
          <a:p>
            <a:pPr marL="342900" marR="0" lvl="0" indent="-342900" algn="just">
              <a:lnSpc>
                <a:spcPct val="115000"/>
              </a:lnSpc>
              <a:spcBef>
                <a:spcPts val="0"/>
              </a:spcBef>
              <a:spcAft>
                <a:spcPts val="0"/>
              </a:spcAft>
              <a:buFont typeface="Symbol" panose="05050102010706020507" pitchFamily="18" charset="2"/>
              <a:buChar char=""/>
            </a:pPr>
            <a:r>
              <a:rPr lang="en-US" sz="1400">
                <a:effectLst/>
                <a:latin typeface="+mj-lt"/>
                <a:ea typeface="HGMinchoB"/>
                <a:cs typeface="Times New Roman" panose="02020603050405020304" pitchFamily="18" charset="0"/>
              </a:rPr>
              <a:t>Transfer within Partners</a:t>
            </a:r>
          </a:p>
          <a:p>
            <a:pPr marL="342900" marR="0" lvl="0" indent="-342900" algn="just">
              <a:lnSpc>
                <a:spcPct val="115000"/>
              </a:lnSpc>
              <a:spcBef>
                <a:spcPts val="0"/>
              </a:spcBef>
              <a:spcAft>
                <a:spcPts val="0"/>
              </a:spcAft>
              <a:buFont typeface="Symbol" panose="05050102010706020507" pitchFamily="18" charset="2"/>
              <a:buChar char=""/>
            </a:pPr>
            <a:r>
              <a:rPr lang="en-US" sz="1400">
                <a:latin typeface="+mj-lt"/>
                <a:ea typeface="HGMinchoB"/>
                <a:cs typeface="Times New Roman" panose="02020603050405020304" pitchFamily="18" charset="0"/>
              </a:rPr>
              <a:t>Promotions </a:t>
            </a:r>
          </a:p>
          <a:p>
            <a:pPr marL="342900" marR="0" lvl="0" indent="-342900" algn="just">
              <a:lnSpc>
                <a:spcPct val="115000"/>
              </a:lnSpc>
              <a:spcBef>
                <a:spcPts val="0"/>
              </a:spcBef>
              <a:spcAft>
                <a:spcPts val="0"/>
              </a:spcAft>
              <a:buFont typeface="Symbol" panose="05050102010706020507" pitchFamily="18" charset="2"/>
              <a:buChar char=""/>
            </a:pPr>
            <a:r>
              <a:rPr lang="en-US" sz="1400">
                <a:effectLst/>
                <a:latin typeface="+mj-lt"/>
                <a:ea typeface="HGMinchoB"/>
                <a:cs typeface="Times New Roman" panose="02020603050405020304" pitchFamily="18" charset="0"/>
              </a:rPr>
              <a:t>Interim Promotions </a:t>
            </a:r>
          </a:p>
          <a:p>
            <a:pPr marL="342900" marR="0" lvl="0" indent="-342900" algn="just">
              <a:lnSpc>
                <a:spcPct val="115000"/>
              </a:lnSpc>
              <a:spcBef>
                <a:spcPts val="0"/>
              </a:spcBef>
              <a:spcAft>
                <a:spcPts val="0"/>
              </a:spcAft>
              <a:buFont typeface="Symbol" panose="05050102010706020507" pitchFamily="18" charset="2"/>
              <a:buChar char=""/>
            </a:pPr>
            <a:r>
              <a:rPr lang="en-US" sz="1400">
                <a:latin typeface="+mj-lt"/>
                <a:ea typeface="HGMinchoB"/>
                <a:cs typeface="Times New Roman" panose="02020603050405020304" pitchFamily="18" charset="0"/>
              </a:rPr>
              <a:t>Interim Positions Remuneration </a:t>
            </a:r>
          </a:p>
          <a:p>
            <a:pPr marL="342900" marR="0" lvl="0" indent="-342900" algn="just">
              <a:lnSpc>
                <a:spcPct val="115000"/>
              </a:lnSpc>
              <a:spcBef>
                <a:spcPts val="0"/>
              </a:spcBef>
              <a:spcAft>
                <a:spcPts val="0"/>
              </a:spcAft>
              <a:buFont typeface="Symbol" panose="05050102010706020507" pitchFamily="18" charset="2"/>
              <a:buChar char=""/>
            </a:pPr>
            <a:r>
              <a:rPr lang="en-US" sz="1400">
                <a:effectLst/>
                <a:latin typeface="+mj-lt"/>
                <a:ea typeface="HGMinchoB"/>
                <a:cs typeface="Times New Roman" panose="02020603050405020304" pitchFamily="18" charset="0"/>
              </a:rPr>
              <a:t>Temporary Coverage of Positions </a:t>
            </a:r>
          </a:p>
          <a:p>
            <a:pPr marL="342900" marR="0" lvl="0" indent="-342900" algn="just">
              <a:lnSpc>
                <a:spcPct val="115000"/>
              </a:lnSpc>
              <a:spcBef>
                <a:spcPts val="0"/>
              </a:spcBef>
              <a:spcAft>
                <a:spcPts val="0"/>
              </a:spcAft>
              <a:buFont typeface="Symbol" panose="05050102010706020507" pitchFamily="18" charset="2"/>
              <a:buChar char=""/>
            </a:pPr>
            <a:r>
              <a:rPr lang="en-US" sz="1400">
                <a:latin typeface="+mj-lt"/>
                <a:ea typeface="HGMinchoB"/>
                <a:cs typeface="Times New Roman" panose="02020603050405020304" pitchFamily="18" charset="0"/>
              </a:rPr>
              <a:t>Temporary Coverage of Positions Remunerations </a:t>
            </a:r>
          </a:p>
          <a:p>
            <a:pPr marL="342900" marR="0" lvl="0" indent="-342900" algn="just">
              <a:lnSpc>
                <a:spcPct val="115000"/>
              </a:lnSpc>
              <a:spcBef>
                <a:spcPts val="0"/>
              </a:spcBef>
              <a:spcAft>
                <a:spcPts val="0"/>
              </a:spcAft>
              <a:buFont typeface="Symbol" panose="05050102010706020507" pitchFamily="18" charset="2"/>
              <a:buChar char=""/>
            </a:pPr>
            <a:r>
              <a:rPr lang="en-US" sz="1400">
                <a:effectLst/>
                <a:latin typeface="+mj-lt"/>
                <a:ea typeface="HGMinchoB"/>
                <a:cs typeface="Times New Roman" panose="02020603050405020304" pitchFamily="18" charset="0"/>
              </a:rPr>
              <a:t>Rehiring of </a:t>
            </a:r>
            <a:r>
              <a:rPr lang="en-US" sz="1400">
                <a:latin typeface="+mj-lt"/>
                <a:ea typeface="HGMinchoB"/>
                <a:cs typeface="Times New Roman" panose="02020603050405020304" pitchFamily="18" charset="0"/>
              </a:rPr>
              <a:t>Former Employees</a:t>
            </a:r>
          </a:p>
          <a:p>
            <a:pPr marL="342900" marR="0" lvl="0" indent="-342900" algn="just">
              <a:lnSpc>
                <a:spcPct val="115000"/>
              </a:lnSpc>
              <a:spcBef>
                <a:spcPts val="0"/>
              </a:spcBef>
              <a:spcAft>
                <a:spcPts val="0"/>
              </a:spcAft>
              <a:buFont typeface="Symbol" panose="05050102010706020507" pitchFamily="18" charset="2"/>
              <a:buChar char=""/>
            </a:pPr>
            <a:endParaRPr lang="en-US" sz="14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endParaRPr lang="en-US" sz="3500">
              <a:effectLst/>
              <a:latin typeface="+mj-lt"/>
              <a:ea typeface="HGMinchoB"/>
              <a:cs typeface="Times New Roman" panose="02020603050405020304" pitchFamily="18" charset="0"/>
            </a:endParaRPr>
          </a:p>
          <a:p>
            <a:pPr algn="l">
              <a:buFont typeface="Arial" panose="020B0604020202020204" pitchFamily="34" charset="0"/>
              <a:buChar char="•"/>
            </a:pPr>
            <a:endParaRPr lang="en-US" sz="1400" b="0" i="0">
              <a:solidFill>
                <a:srgbClr val="374151"/>
              </a:solidFill>
              <a:effectLst/>
              <a:latin typeface="+mj-lt"/>
            </a:endParaRPr>
          </a:p>
        </p:txBody>
      </p:sp>
      <p:sp>
        <p:nvSpPr>
          <p:cNvPr id="5" name="Title 1">
            <a:extLst>
              <a:ext uri="{FF2B5EF4-FFF2-40B4-BE49-F238E27FC236}">
                <a16:creationId xmlns:a16="http://schemas.microsoft.com/office/drawing/2014/main" id="{37CC3D8F-9BA8-E0EA-83A6-C1127779E0CC}"/>
              </a:ext>
            </a:extLst>
          </p:cNvPr>
          <p:cNvSpPr txBox="1">
            <a:spLocks/>
          </p:cNvSpPr>
          <p:nvPr/>
        </p:nvSpPr>
        <p:spPr>
          <a:xfrm>
            <a:off x="838200" y="49847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Recruitment</a:t>
            </a:r>
            <a:endParaRPr lang="en-US"/>
          </a:p>
        </p:txBody>
      </p:sp>
      <p:sp>
        <p:nvSpPr>
          <p:cNvPr id="6" name="Rectangle 5">
            <a:extLst>
              <a:ext uri="{FF2B5EF4-FFF2-40B4-BE49-F238E27FC236}">
                <a16:creationId xmlns:a16="http://schemas.microsoft.com/office/drawing/2014/main" id="{491431E3-A7DB-7DAB-A926-D2BB293F3180}"/>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667462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379401" y="21927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Recruitment</a:t>
            </a:r>
          </a:p>
        </p:txBody>
      </p:sp>
      <p:sp>
        <p:nvSpPr>
          <p:cNvPr id="4" name="Rectangle 3">
            <a:extLst>
              <a:ext uri="{FF2B5EF4-FFF2-40B4-BE49-F238E27FC236}">
                <a16:creationId xmlns:a16="http://schemas.microsoft.com/office/drawing/2014/main" id="{8EA5CFEC-6C46-5443-0F8A-B2A7D93752FF}"/>
              </a:ext>
            </a:extLst>
          </p:cNvPr>
          <p:cNvSpPr/>
          <p:nvPr/>
        </p:nvSpPr>
        <p:spPr>
          <a:xfrm>
            <a:off x="9426444" y="433295"/>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
        <p:nvSpPr>
          <p:cNvPr id="5" name="Content Placeholder 2">
            <a:extLst>
              <a:ext uri="{FF2B5EF4-FFF2-40B4-BE49-F238E27FC236}">
                <a16:creationId xmlns:a16="http://schemas.microsoft.com/office/drawing/2014/main" id="{3B88F133-3629-1589-AAC8-8480E5A2325F}"/>
              </a:ext>
            </a:extLst>
          </p:cNvPr>
          <p:cNvSpPr txBox="1">
            <a:spLocks/>
          </p:cNvSpPr>
          <p:nvPr/>
        </p:nvSpPr>
        <p:spPr>
          <a:xfrm>
            <a:off x="608190" y="1376800"/>
            <a:ext cx="11055119" cy="51639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b="1">
                <a:solidFill>
                  <a:srgbClr val="374151"/>
                </a:solidFill>
                <a:latin typeface="Calibri Light (Headings)"/>
              </a:rPr>
              <a:t>Key Points: </a:t>
            </a:r>
            <a:r>
              <a:rPr lang="en-US" sz="1800">
                <a:solidFill>
                  <a:srgbClr val="374151"/>
                </a:solidFill>
                <a:latin typeface="Calibri Light (Headings)"/>
              </a:rPr>
              <a:t>Recruitment covers both internal and external </a:t>
            </a:r>
          </a:p>
          <a:p>
            <a:pPr>
              <a:lnSpc>
                <a:spcPct val="100000"/>
              </a:lnSpc>
            </a:pPr>
            <a:r>
              <a:rPr lang="en-US" sz="1800">
                <a:solidFill>
                  <a:srgbClr val="374151"/>
                </a:solidFill>
                <a:latin typeface="Calibri Light (Headings)"/>
              </a:rPr>
              <a:t>EEO verbiage must be used on all job ads</a:t>
            </a:r>
          </a:p>
          <a:p>
            <a:pPr>
              <a:lnSpc>
                <a:spcPct val="100000"/>
              </a:lnSpc>
            </a:pPr>
            <a:r>
              <a:rPr lang="en-US" sz="1800">
                <a:solidFill>
                  <a:srgbClr val="374151"/>
                </a:solidFill>
                <a:latin typeface="Calibri Light (Headings)"/>
                <a:ea typeface="Times New Roman" panose="02020603050405020304" pitchFamily="18" charset="0"/>
                <a:cs typeface="Times New Roman" panose="02020603050405020304" pitchFamily="18" charset="0"/>
              </a:rPr>
              <a:t>Applicants must submit an applicant with a copy of CV/resume and cover letter</a:t>
            </a:r>
          </a:p>
          <a:p>
            <a:pPr>
              <a:lnSpc>
                <a:spcPct val="100000"/>
              </a:lnSpc>
            </a:pPr>
            <a:r>
              <a:rPr lang="en-US" sz="1800">
                <a:solidFill>
                  <a:srgbClr val="374151"/>
                </a:solidFill>
                <a:latin typeface="Calibri Light (Headings)"/>
              </a:rPr>
              <a:t>Key personnel must be approved by donor under Cooperative Agreements</a:t>
            </a:r>
          </a:p>
          <a:p>
            <a:pPr>
              <a:lnSpc>
                <a:spcPct val="100000"/>
              </a:lnSpc>
            </a:pPr>
            <a:r>
              <a:rPr lang="en-US" sz="1800">
                <a:solidFill>
                  <a:srgbClr val="374151"/>
                </a:solidFill>
                <a:latin typeface="Calibri Light (Headings)"/>
              </a:rPr>
              <a:t>Positions and salary ranges must be approved for Federal Contracts</a:t>
            </a:r>
          </a:p>
          <a:p>
            <a:pPr>
              <a:lnSpc>
                <a:spcPct val="100000"/>
              </a:lnSpc>
            </a:pPr>
            <a:r>
              <a:rPr lang="en-US" sz="1800">
                <a:effectLst/>
                <a:latin typeface="Calibri Light (Headings)"/>
                <a:ea typeface="HGMinchoB"/>
                <a:cs typeface="Times New Roman" panose="02020603050405020304" pitchFamily="18" charset="0"/>
              </a:rPr>
              <a:t>The recruitment and hiring of employees must follow </a:t>
            </a:r>
            <a:r>
              <a:rPr lang="en-US" sz="1800" u="sng">
                <a:solidFill>
                  <a:srgbClr val="00A3D6"/>
                </a:solidFill>
                <a:effectLst/>
                <a:latin typeface="Calibri Light (Headings)"/>
                <a:ea typeface="HGMinchoB"/>
                <a:cs typeface="Times New Roman" panose="02020603050405020304" pitchFamily="18" charset="0"/>
                <a:hlinkClick r:id="rId2"/>
              </a:rPr>
              <a:t>Partners’ employee recruitment procedure and the checklist</a:t>
            </a:r>
            <a:r>
              <a:rPr lang="en-US" sz="1800">
                <a:effectLst/>
                <a:latin typeface="Calibri Light (Headings)"/>
                <a:ea typeface="HGMinchoB"/>
                <a:cs typeface="Times New Roman" panose="02020603050405020304" pitchFamily="18" charset="0"/>
              </a:rPr>
              <a:t>.</a:t>
            </a:r>
            <a:endParaRPr lang="en-US" sz="1800">
              <a:solidFill>
                <a:srgbClr val="374151"/>
              </a:solidFill>
              <a:latin typeface="Calibri Light (Headings)"/>
            </a:endParaRPr>
          </a:p>
          <a:p>
            <a:pPr>
              <a:lnSpc>
                <a:spcPct val="100000"/>
              </a:lnSpc>
            </a:pPr>
            <a:r>
              <a:rPr lang="en-US" sz="1800">
                <a:effectLst/>
                <a:latin typeface="Calibri Light (Headings)"/>
                <a:ea typeface="HGMinchoB"/>
                <a:cs typeface="Times New Roman" panose="02020603050405020304" pitchFamily="18" charset="0"/>
              </a:rPr>
              <a:t>For Home Office staff: the </a:t>
            </a:r>
            <a:r>
              <a:rPr lang="en-US" sz="1800" u="sng">
                <a:solidFill>
                  <a:srgbClr val="00A3D6"/>
                </a:solidFill>
                <a:effectLst/>
                <a:latin typeface="Calibri Light (Headings)"/>
                <a:ea typeface="HGMinchoB"/>
                <a:cs typeface="Times New Roman" panose="02020603050405020304" pitchFamily="18" charset="0"/>
                <a:hlinkClick r:id="rId3"/>
              </a:rPr>
              <a:t>Selection Memo</a:t>
            </a:r>
            <a:r>
              <a:rPr lang="en-US" sz="1800">
                <a:effectLst/>
                <a:latin typeface="Calibri Light (Headings)"/>
                <a:ea typeface="HGMinchoB"/>
                <a:cs typeface="Times New Roman" panose="02020603050405020304" pitchFamily="18" charset="0"/>
              </a:rPr>
              <a:t> must be signed by:</a:t>
            </a:r>
          </a:p>
          <a:p>
            <a:pPr marL="800100" lvl="1" indent="-342900" algn="just">
              <a:lnSpc>
                <a:spcPct val="100000"/>
              </a:lnSpc>
              <a:spcBef>
                <a:spcPts val="0"/>
              </a:spcBef>
              <a:buFont typeface="+mj-lt"/>
              <a:buAutoNum type="arabicPeriod"/>
            </a:pPr>
            <a:r>
              <a:rPr lang="en-US" sz="1600">
                <a:effectLst/>
                <a:latin typeface="Calibri Light (Headings)"/>
                <a:ea typeface="HGMinchoB"/>
                <a:cs typeface="Times New Roman" panose="02020603050405020304" pitchFamily="18" charset="0"/>
              </a:rPr>
              <a:t>Employee’s new supervisor</a:t>
            </a:r>
          </a:p>
          <a:p>
            <a:pPr marL="800100" lvl="1" indent="-342900" algn="just">
              <a:lnSpc>
                <a:spcPct val="100000"/>
              </a:lnSpc>
              <a:spcBef>
                <a:spcPts val="0"/>
              </a:spcBef>
              <a:buFont typeface="+mj-lt"/>
              <a:buAutoNum type="arabicPeriod"/>
            </a:pPr>
            <a:r>
              <a:rPr lang="en-US" sz="1600">
                <a:effectLst/>
                <a:latin typeface="Calibri Light (Headings)"/>
                <a:ea typeface="HGMinchoB"/>
                <a:cs typeface="Times New Roman" panose="02020603050405020304" pitchFamily="18" charset="0"/>
              </a:rPr>
              <a:t>Home Office Project/Unit Director</a:t>
            </a:r>
          </a:p>
          <a:p>
            <a:pPr marL="800100" lvl="1" indent="-342900" algn="just">
              <a:lnSpc>
                <a:spcPct val="100000"/>
              </a:lnSpc>
              <a:spcBef>
                <a:spcPts val="0"/>
              </a:spcBef>
              <a:buFont typeface="+mj-lt"/>
              <a:buAutoNum type="arabicPeriod"/>
            </a:pPr>
            <a:r>
              <a:rPr lang="en-US" sz="1600">
                <a:effectLst/>
                <a:latin typeface="Calibri Light (Headings)"/>
                <a:ea typeface="HGMinchoB"/>
                <a:cs typeface="Times New Roman" panose="02020603050405020304" pitchFamily="18" charset="0"/>
              </a:rPr>
              <a:t>Home Office HR, and</a:t>
            </a:r>
          </a:p>
          <a:p>
            <a:pPr marL="800100" lvl="1" indent="-342900" algn="just">
              <a:lnSpc>
                <a:spcPct val="100000"/>
              </a:lnSpc>
              <a:spcBef>
                <a:spcPts val="0"/>
              </a:spcBef>
              <a:buFont typeface="+mj-lt"/>
              <a:buAutoNum type="arabicPeriod"/>
            </a:pPr>
            <a:r>
              <a:rPr lang="en-US" sz="1600">
                <a:effectLst/>
                <a:latin typeface="Calibri Light (Headings)"/>
                <a:ea typeface="HGMinchoB"/>
                <a:cs typeface="Times New Roman" panose="02020603050405020304" pitchFamily="18" charset="0"/>
              </a:rPr>
              <a:t>President &amp; CEO. </a:t>
            </a:r>
          </a:p>
          <a:p>
            <a:pPr marL="457200" lvl="1" indent="0" algn="just">
              <a:lnSpc>
                <a:spcPct val="100000"/>
              </a:lnSpc>
              <a:spcBef>
                <a:spcPts val="0"/>
              </a:spcBef>
              <a:buNone/>
            </a:pPr>
            <a:r>
              <a:rPr lang="en-US" sz="2000">
                <a:effectLst/>
                <a:latin typeface="Calibri Light (Headings)"/>
                <a:ea typeface="HGMinchoB"/>
                <a:cs typeface="Times New Roman" panose="02020603050405020304" pitchFamily="18" charset="0"/>
              </a:rPr>
              <a:t> </a:t>
            </a:r>
          </a:p>
          <a:p>
            <a:pPr algn="just">
              <a:lnSpc>
                <a:spcPct val="100000"/>
              </a:lnSpc>
              <a:spcBef>
                <a:spcPts val="0"/>
              </a:spcBef>
            </a:pPr>
            <a:r>
              <a:rPr lang="en-US" sz="1800">
                <a:effectLst/>
                <a:latin typeface="Calibri Light (Headings)"/>
                <a:ea typeface="HGMinchoB"/>
                <a:cs typeface="Times New Roman" panose="02020603050405020304" pitchFamily="18" charset="0"/>
              </a:rPr>
              <a:t>For Field Office staff: the </a:t>
            </a:r>
            <a:r>
              <a:rPr lang="en-US" sz="1800" u="sng">
                <a:solidFill>
                  <a:srgbClr val="00A3D6"/>
                </a:solidFill>
                <a:effectLst/>
                <a:latin typeface="Calibri Light (Headings)"/>
                <a:ea typeface="HGMinchoB"/>
                <a:cs typeface="Times New Roman" panose="02020603050405020304" pitchFamily="18" charset="0"/>
                <a:hlinkClick r:id="rId3"/>
              </a:rPr>
              <a:t>Selection Memo</a:t>
            </a:r>
            <a:r>
              <a:rPr lang="en-US" sz="1800">
                <a:effectLst/>
                <a:latin typeface="Calibri Light (Headings)"/>
                <a:ea typeface="HGMinchoB"/>
                <a:cs typeface="Times New Roman" panose="02020603050405020304" pitchFamily="18" charset="0"/>
              </a:rPr>
              <a:t> must be signed by: </a:t>
            </a:r>
          </a:p>
          <a:p>
            <a:pPr marL="800100" lvl="1" indent="-342900" algn="just">
              <a:lnSpc>
                <a:spcPct val="100000"/>
              </a:lnSpc>
              <a:spcBef>
                <a:spcPts val="0"/>
              </a:spcBef>
              <a:buFont typeface="+mj-lt"/>
              <a:buAutoNum type="arabicPeriod"/>
            </a:pPr>
            <a:r>
              <a:rPr lang="en-US" sz="1600">
                <a:effectLst/>
                <a:latin typeface="Calibri Light (Headings)"/>
                <a:ea typeface="HGMinchoB"/>
                <a:cs typeface="Times New Roman" panose="02020603050405020304" pitchFamily="18" charset="0"/>
              </a:rPr>
              <a:t>Employee’s new supervisor</a:t>
            </a:r>
          </a:p>
          <a:p>
            <a:pPr marL="800100" lvl="1" indent="-342900" algn="just">
              <a:lnSpc>
                <a:spcPct val="100000"/>
              </a:lnSpc>
              <a:spcBef>
                <a:spcPts val="0"/>
              </a:spcBef>
              <a:buFont typeface="+mj-lt"/>
              <a:buAutoNum type="arabicPeriod"/>
            </a:pPr>
            <a:r>
              <a:rPr lang="en-US" sz="1600">
                <a:effectLst/>
                <a:latin typeface="Calibri Light (Headings)"/>
                <a:ea typeface="HGMinchoB"/>
                <a:cs typeface="Times New Roman" panose="02020603050405020304" pitchFamily="18" charset="0"/>
              </a:rPr>
              <a:t>Project Director/Chief of Party</a:t>
            </a:r>
          </a:p>
          <a:p>
            <a:pPr marL="800100" lvl="1" indent="-342900" algn="just">
              <a:lnSpc>
                <a:spcPct val="100000"/>
              </a:lnSpc>
              <a:spcBef>
                <a:spcPts val="0"/>
              </a:spcBef>
              <a:buFont typeface="+mj-lt"/>
              <a:buAutoNum type="arabicPeriod"/>
            </a:pPr>
            <a:r>
              <a:rPr lang="en-US" sz="1600">
                <a:effectLst/>
                <a:latin typeface="Calibri Light (Headings)"/>
                <a:ea typeface="HGMinchoB"/>
                <a:cs typeface="Times New Roman" panose="02020603050405020304" pitchFamily="18" charset="0"/>
              </a:rPr>
              <a:t>Home Office Senior Director, and </a:t>
            </a:r>
          </a:p>
          <a:p>
            <a:pPr marL="800100" lvl="1" indent="-342900" algn="just">
              <a:lnSpc>
                <a:spcPct val="100000"/>
              </a:lnSpc>
              <a:spcBef>
                <a:spcPts val="0"/>
              </a:spcBef>
              <a:spcAft>
                <a:spcPts val="1000"/>
              </a:spcAft>
              <a:buFont typeface="+mj-lt"/>
              <a:buAutoNum type="arabicPeriod"/>
            </a:pPr>
            <a:r>
              <a:rPr lang="en-US" sz="1600">
                <a:effectLst/>
                <a:latin typeface="Calibri Light (Headings)"/>
                <a:ea typeface="HGMinchoB"/>
                <a:cs typeface="Times New Roman" panose="02020603050405020304" pitchFamily="18" charset="0"/>
              </a:rPr>
              <a:t>Field Office HR</a:t>
            </a:r>
            <a:endParaRPr lang="en-US">
              <a:solidFill>
                <a:srgbClr val="374151"/>
              </a:solidFill>
              <a:latin typeface="Calibri Light (Heading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707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379401" y="31863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t>Internal recruitment </a:t>
            </a:r>
            <a:r>
              <a:rPr lang="en-US" sz="3600" b="1" u="sng"/>
              <a:t>with</a:t>
            </a:r>
            <a:r>
              <a:rPr lang="en-US" sz="3600" b="1"/>
              <a:t> Internal </a:t>
            </a:r>
          </a:p>
          <a:p>
            <a:r>
              <a:rPr lang="en-US" sz="3600" b="1"/>
              <a:t>Job Posting</a:t>
            </a:r>
          </a:p>
        </p:txBody>
      </p:sp>
      <p:sp>
        <p:nvSpPr>
          <p:cNvPr id="4" name="Rectangle 3">
            <a:extLst>
              <a:ext uri="{FF2B5EF4-FFF2-40B4-BE49-F238E27FC236}">
                <a16:creationId xmlns:a16="http://schemas.microsoft.com/office/drawing/2014/main" id="{8EA5CFEC-6C46-5443-0F8A-B2A7D93752FF}"/>
              </a:ext>
            </a:extLst>
          </p:cNvPr>
          <p:cNvSpPr/>
          <p:nvPr/>
        </p:nvSpPr>
        <p:spPr>
          <a:xfrm>
            <a:off x="9410769" y="506446"/>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
        <p:nvSpPr>
          <p:cNvPr id="5" name="Content Placeholder 2">
            <a:extLst>
              <a:ext uri="{FF2B5EF4-FFF2-40B4-BE49-F238E27FC236}">
                <a16:creationId xmlns:a16="http://schemas.microsoft.com/office/drawing/2014/main" id="{FCFE9934-8379-8533-2AEE-793D3F8E3992}"/>
              </a:ext>
            </a:extLst>
          </p:cNvPr>
          <p:cNvSpPr txBox="1">
            <a:spLocks/>
          </p:cNvSpPr>
          <p:nvPr/>
        </p:nvSpPr>
        <p:spPr>
          <a:xfrm>
            <a:off x="606904" y="1488394"/>
            <a:ext cx="10978191" cy="53022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800">
                <a:solidFill>
                  <a:srgbClr val="374151"/>
                </a:solidFill>
                <a:latin typeface="+mj-lt"/>
              </a:rPr>
              <a:t>Internal recruitment with job posting when:</a:t>
            </a:r>
          </a:p>
          <a:p>
            <a:pPr lvl="1">
              <a:lnSpc>
                <a:spcPct val="150000"/>
              </a:lnSpc>
            </a:pPr>
            <a:r>
              <a:rPr lang="en-US" sz="1600">
                <a:solidFill>
                  <a:srgbClr val="374151"/>
                </a:solidFill>
                <a:latin typeface="+mj-lt"/>
              </a:rPr>
              <a:t>Vacancy and there are several qualified employees who have already been identified within the team or unit; or</a:t>
            </a:r>
          </a:p>
          <a:p>
            <a:pPr lvl="1">
              <a:lnSpc>
                <a:spcPct val="150000"/>
              </a:lnSpc>
            </a:pPr>
            <a:r>
              <a:rPr lang="en-US" sz="1600">
                <a:solidFill>
                  <a:srgbClr val="374151"/>
                </a:solidFill>
                <a:latin typeface="+mj-lt"/>
              </a:rPr>
              <a:t>Urgency to occupy the position and it is likely that there is experience within Partners.</a:t>
            </a:r>
          </a:p>
          <a:p>
            <a:pPr>
              <a:lnSpc>
                <a:spcPct val="150000"/>
              </a:lnSpc>
            </a:pPr>
            <a:r>
              <a:rPr lang="en-US" sz="1800">
                <a:latin typeface="Calibri Light (Headings)"/>
                <a:ea typeface="Times New Roman" panose="02020603050405020304" pitchFamily="18" charset="0"/>
                <a:cs typeface="Times New Roman" panose="02020603050405020304" pitchFamily="18" charset="0"/>
              </a:rPr>
              <a:t>M</a:t>
            </a:r>
            <a:r>
              <a:rPr lang="en-US" sz="1800">
                <a:effectLst/>
                <a:latin typeface="Calibri Light (Headings)"/>
                <a:ea typeface="Times New Roman" panose="02020603050405020304" pitchFamily="18" charset="0"/>
                <a:cs typeface="Times New Roman" panose="02020603050405020304" pitchFamily="18" charset="0"/>
              </a:rPr>
              <a:t>aximize promotion - the  vacant position may be filled by any employee who is interested and who, after competitive evaluation, meets the requirements to fill the vacancy. </a:t>
            </a:r>
          </a:p>
          <a:p>
            <a:pPr>
              <a:lnSpc>
                <a:spcPct val="150000"/>
              </a:lnSpc>
            </a:pPr>
            <a:r>
              <a:rPr lang="en-US" sz="1800">
                <a:effectLst/>
                <a:latin typeface="Calibri Light (Headings)"/>
                <a:ea typeface="Times New Roman" panose="02020603050405020304" pitchFamily="18" charset="0"/>
                <a:cs typeface="Times New Roman" panose="02020603050405020304" pitchFamily="18" charset="0"/>
              </a:rPr>
              <a:t>Must be advertised for a minimum of three business (3) days via a branch office distribution email</a:t>
            </a:r>
          </a:p>
          <a:p>
            <a:pPr>
              <a:lnSpc>
                <a:spcPct val="150000"/>
              </a:lnSpc>
            </a:pPr>
            <a:r>
              <a:rPr lang="en-US" sz="1800">
                <a:effectLst/>
                <a:latin typeface="Calibri Light (Headings)"/>
                <a:ea typeface="Times New Roman" panose="02020603050405020304" pitchFamily="18" charset="0"/>
                <a:cs typeface="Times New Roman" panose="02020603050405020304" pitchFamily="18" charset="0"/>
              </a:rPr>
              <a:t>After, HR will review and evaluate the candidates, with finalists being selected for an interview. </a:t>
            </a:r>
          </a:p>
          <a:p>
            <a:pPr>
              <a:lnSpc>
                <a:spcPct val="150000"/>
              </a:lnSpc>
            </a:pPr>
            <a:r>
              <a:rPr lang="en-US" sz="1800">
                <a:latin typeface="Calibri Light (Headings)"/>
                <a:ea typeface="Times New Roman" panose="02020603050405020304" pitchFamily="18" charset="0"/>
                <a:cs typeface="Times New Roman" panose="02020603050405020304" pitchFamily="18" charset="0"/>
              </a:rPr>
              <a:t>Final </a:t>
            </a:r>
            <a:r>
              <a:rPr lang="en-US" sz="1800">
                <a:effectLst/>
                <a:latin typeface="Calibri Light (Headings)"/>
                <a:ea typeface="Times New Roman" panose="02020603050405020304" pitchFamily="18" charset="0"/>
                <a:cs typeface="Times New Roman" panose="02020603050405020304" pitchFamily="18" charset="0"/>
              </a:rPr>
              <a:t>selection will be made and </a:t>
            </a:r>
            <a:r>
              <a:rPr lang="en-US" sz="1800">
                <a:latin typeface="Calibri Light (Headings)"/>
                <a:ea typeface="Times New Roman" panose="02020603050405020304" pitchFamily="18" charset="0"/>
                <a:cs typeface="Times New Roman" panose="02020603050405020304" pitchFamily="18" charset="0"/>
              </a:rPr>
              <a:t>a </a:t>
            </a:r>
            <a:r>
              <a:rPr lang="en-US" sz="1800" u="sng">
                <a:solidFill>
                  <a:srgbClr val="00A3D6"/>
                </a:solidFill>
                <a:effectLst/>
                <a:latin typeface="Calibri Light (Headings)"/>
                <a:ea typeface="HGMinchoB"/>
                <a:cs typeface="Times New Roman" panose="02020603050405020304" pitchFamily="18" charset="0"/>
                <a:hlinkClick r:id="rId2"/>
              </a:rPr>
              <a:t>Selection Memo</a:t>
            </a:r>
            <a:r>
              <a:rPr lang="en-US" sz="1800">
                <a:effectLst/>
                <a:latin typeface="Calibri Light (Headings)"/>
                <a:ea typeface="HGMinchoB"/>
                <a:cs typeface="Times New Roman" panose="02020603050405020304" pitchFamily="18" charset="0"/>
              </a:rPr>
              <a:t> </a:t>
            </a:r>
            <a:r>
              <a:rPr lang="en-US" sz="1800">
                <a:effectLst/>
                <a:latin typeface="Calibri Light (Headings)"/>
                <a:ea typeface="Times New Roman" panose="02020603050405020304" pitchFamily="18" charset="0"/>
                <a:cs typeface="Times New Roman" panose="02020603050405020304" pitchFamily="18" charset="0"/>
              </a:rPr>
              <a:t>drafted. </a:t>
            </a:r>
          </a:p>
          <a:p>
            <a:pPr>
              <a:lnSpc>
                <a:spcPct val="150000"/>
              </a:lnSpc>
            </a:pPr>
            <a:r>
              <a:rPr lang="en-US" sz="1800">
                <a:latin typeface="Calibri Light (Headings)"/>
                <a:ea typeface="Times New Roman" panose="02020603050405020304" pitchFamily="18" charset="0"/>
                <a:cs typeface="Times New Roman" panose="02020603050405020304" pitchFamily="18" charset="0"/>
              </a:rPr>
              <a:t>E</a:t>
            </a:r>
            <a:r>
              <a:rPr lang="en-US" sz="1800">
                <a:effectLst/>
                <a:latin typeface="Calibri Light (Headings)"/>
                <a:ea typeface="Times New Roman" panose="02020603050405020304" pitchFamily="18" charset="0"/>
                <a:cs typeface="Times New Roman" panose="02020603050405020304" pitchFamily="18" charset="0"/>
              </a:rPr>
              <a:t>mployee may be entitled to a </a:t>
            </a:r>
            <a:r>
              <a:rPr lang="en-US" sz="1800" b="1" u="sng">
                <a:effectLst/>
                <a:latin typeface="Calibri Light (Headings)"/>
                <a:ea typeface="Times New Roman" panose="02020603050405020304" pitchFamily="18" charset="0"/>
                <a:cs typeface="Times New Roman" panose="02020603050405020304" pitchFamily="18" charset="0"/>
              </a:rPr>
              <a:t>maximum 15% pay raise, </a:t>
            </a:r>
            <a:r>
              <a:rPr lang="en-US" sz="1800">
                <a:latin typeface="Calibri Light (Headings)"/>
                <a:ea typeface="Times New Roman" panose="02020603050405020304" pitchFamily="18" charset="0"/>
                <a:cs typeface="Times New Roman" panose="02020603050405020304" pitchFamily="18" charset="0"/>
              </a:rPr>
              <a:t>for horizonal moves or if remaining in same position with additional responsibilities added. New salary for vertical changes will be based on the new position and salary matrix. </a:t>
            </a:r>
            <a:endParaRPr lang="en-US" sz="1400">
              <a:solidFill>
                <a:srgbClr val="374151"/>
              </a:solidFill>
              <a:latin typeface="+mj-lt"/>
            </a:endParaRPr>
          </a:p>
        </p:txBody>
      </p:sp>
    </p:spTree>
    <p:extLst>
      <p:ext uri="{BB962C8B-B14F-4D97-AF65-F5344CB8AC3E}">
        <p14:creationId xmlns:p14="http://schemas.microsoft.com/office/powerpoint/2010/main" val="811660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425868" y="3245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t>Internal recruitment </a:t>
            </a:r>
            <a:r>
              <a:rPr lang="en-US" sz="3600" b="1" u="sng"/>
              <a:t>without</a:t>
            </a:r>
            <a:r>
              <a:rPr lang="en-US" sz="3600" b="1"/>
              <a:t> Internal </a:t>
            </a:r>
          </a:p>
          <a:p>
            <a:r>
              <a:rPr lang="en-US" sz="3600" b="1"/>
              <a:t>Job Posting</a:t>
            </a:r>
          </a:p>
          <a:p>
            <a:endParaRPr lang="en-US" sz="3600" b="1"/>
          </a:p>
        </p:txBody>
      </p:sp>
      <p:sp>
        <p:nvSpPr>
          <p:cNvPr id="4" name="Rectangle 3">
            <a:extLst>
              <a:ext uri="{FF2B5EF4-FFF2-40B4-BE49-F238E27FC236}">
                <a16:creationId xmlns:a16="http://schemas.microsoft.com/office/drawing/2014/main" id="{8EA5CFEC-6C46-5443-0F8A-B2A7D93752FF}"/>
              </a:ext>
            </a:extLst>
          </p:cNvPr>
          <p:cNvSpPr/>
          <p:nvPr/>
        </p:nvSpPr>
        <p:spPr>
          <a:xfrm>
            <a:off x="9431670" y="324523"/>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
        <p:nvSpPr>
          <p:cNvPr id="5" name="Content Placeholder 2">
            <a:extLst>
              <a:ext uri="{FF2B5EF4-FFF2-40B4-BE49-F238E27FC236}">
                <a16:creationId xmlns:a16="http://schemas.microsoft.com/office/drawing/2014/main" id="{56601609-B35A-75EE-F48B-94D8A71B5010}"/>
              </a:ext>
            </a:extLst>
          </p:cNvPr>
          <p:cNvSpPr txBox="1">
            <a:spLocks/>
          </p:cNvSpPr>
          <p:nvPr/>
        </p:nvSpPr>
        <p:spPr>
          <a:xfrm>
            <a:off x="550363" y="1174513"/>
            <a:ext cx="11313511" cy="53022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800">
                <a:solidFill>
                  <a:srgbClr val="374151"/>
                </a:solidFill>
                <a:latin typeface="Calibri Light (Headings)"/>
              </a:rPr>
              <a:t>Internal recruitment without job posting only when:</a:t>
            </a:r>
          </a:p>
          <a:p>
            <a:pPr lvl="1">
              <a:lnSpc>
                <a:spcPct val="150000"/>
              </a:lnSpc>
            </a:pPr>
            <a:r>
              <a:rPr lang="en-US" sz="1400">
                <a:solidFill>
                  <a:srgbClr val="374151"/>
                </a:solidFill>
                <a:latin typeface="Calibri Light (Headings)"/>
              </a:rPr>
              <a:t>As part of a project closeout or elimination of a position, in an effort to retain staff.</a:t>
            </a:r>
          </a:p>
          <a:p>
            <a:pPr lvl="1">
              <a:lnSpc>
                <a:spcPct val="150000"/>
              </a:lnSpc>
            </a:pPr>
            <a:r>
              <a:rPr lang="en-US" sz="1400">
                <a:solidFill>
                  <a:srgbClr val="374151"/>
                </a:solidFill>
                <a:latin typeface="Calibri Light (Headings)"/>
              </a:rPr>
              <a:t>For business necessity or continuity purposes, such as for succession planning or where internal candidates are identified for strategic purposes.</a:t>
            </a:r>
          </a:p>
          <a:p>
            <a:pPr lvl="1">
              <a:lnSpc>
                <a:spcPct val="150000"/>
              </a:lnSpc>
            </a:pPr>
            <a:r>
              <a:rPr lang="en-US" sz="1400">
                <a:solidFill>
                  <a:srgbClr val="374151"/>
                </a:solidFill>
                <a:latin typeface="Calibri Light (Headings)"/>
              </a:rPr>
              <a:t>If there is a need to maintain strict confidentiality for security reasons.</a:t>
            </a:r>
          </a:p>
          <a:p>
            <a:pPr lvl="1">
              <a:lnSpc>
                <a:spcPct val="150000"/>
              </a:lnSpc>
            </a:pPr>
            <a:r>
              <a:rPr lang="en-US" sz="1400">
                <a:solidFill>
                  <a:srgbClr val="374151"/>
                </a:solidFill>
                <a:latin typeface="Calibri Light (Headings)"/>
              </a:rPr>
              <a:t>For highly specialized or niche roles, there might be a limited number of suitable candidates. Note must justify no other individual internally is qualified. </a:t>
            </a:r>
          </a:p>
          <a:p>
            <a:pPr lvl="1">
              <a:lnSpc>
                <a:spcPct val="150000"/>
              </a:lnSpc>
            </a:pPr>
            <a:r>
              <a:rPr lang="en-US" sz="1400">
                <a:solidFill>
                  <a:srgbClr val="374151"/>
                </a:solidFill>
                <a:latin typeface="Calibri Light (Headings)"/>
              </a:rPr>
              <a:t>For employee development, Partners may proactively identify high-potential employees and create growth opportunities for them. This scenario requires a performance evaluation to justify the high-potential employees.</a:t>
            </a:r>
          </a:p>
          <a:p>
            <a:pPr>
              <a:lnSpc>
                <a:spcPct val="150000"/>
              </a:lnSpc>
            </a:pPr>
            <a:r>
              <a:rPr lang="en-US" sz="1800">
                <a:effectLst/>
                <a:latin typeface="Calibri Light (Headings)"/>
                <a:ea typeface="Times New Roman" panose="02020603050405020304" pitchFamily="18" charset="0"/>
                <a:cs typeface="Times New Roman" panose="02020603050405020304" pitchFamily="18" charset="0"/>
              </a:rPr>
              <a:t>Employee must undergo a formal interview process. </a:t>
            </a:r>
          </a:p>
          <a:p>
            <a:pPr>
              <a:lnSpc>
                <a:spcPct val="150000"/>
              </a:lnSpc>
            </a:pPr>
            <a:r>
              <a:rPr lang="en-US" sz="1800">
                <a:effectLst/>
                <a:latin typeface="Calibri Light (Headings)"/>
                <a:ea typeface="Times New Roman" panose="02020603050405020304" pitchFamily="18" charset="0"/>
                <a:cs typeface="Times New Roman" panose="02020603050405020304" pitchFamily="18" charset="0"/>
              </a:rPr>
              <a:t>Must draft a </a:t>
            </a:r>
            <a:r>
              <a:rPr lang="en-US" sz="1800" u="sng">
                <a:solidFill>
                  <a:srgbClr val="00A3D6"/>
                </a:solidFill>
                <a:effectLst/>
                <a:latin typeface="Calibri Light (Headings)"/>
                <a:ea typeface="HGMinchoB"/>
                <a:cs typeface="Times New Roman" panose="02020603050405020304" pitchFamily="18" charset="0"/>
                <a:hlinkClick r:id="rId2"/>
              </a:rPr>
              <a:t>Selection Memo</a:t>
            </a:r>
            <a:r>
              <a:rPr lang="en-US" sz="1800">
                <a:effectLst/>
                <a:latin typeface="Calibri Light (Headings)"/>
                <a:ea typeface="Times New Roman" panose="02020603050405020304" pitchFamily="18" charset="0"/>
                <a:cs typeface="Times New Roman" panose="02020603050405020304" pitchFamily="18" charset="0"/>
              </a:rPr>
              <a:t> </a:t>
            </a:r>
            <a:r>
              <a:rPr lang="en-US" sz="1800">
                <a:effectLst/>
                <a:latin typeface="Calibri Light (Headings)"/>
                <a:ea typeface="HGMinchoB"/>
                <a:cs typeface="Times New Roman" panose="02020603050405020304" pitchFamily="18" charset="0"/>
              </a:rPr>
              <a:t>and </a:t>
            </a:r>
            <a:r>
              <a:rPr lang="en-US" sz="1800" u="sng">
                <a:effectLst/>
                <a:latin typeface="Calibri Light (Headings)"/>
                <a:ea typeface="HGMinchoB"/>
                <a:cs typeface="Times New Roman" panose="02020603050405020304" pitchFamily="18" charset="0"/>
              </a:rPr>
              <a:t>supporting documentation</a:t>
            </a:r>
            <a:r>
              <a:rPr lang="en-US" sz="1800">
                <a:effectLst/>
                <a:latin typeface="Calibri Light (Headings)"/>
                <a:ea typeface="HGMinchoB"/>
                <a:cs typeface="Times New Roman" panose="02020603050405020304" pitchFamily="18" charset="0"/>
              </a:rPr>
              <a:t> to justify one (or more) of the points above. </a:t>
            </a:r>
            <a:r>
              <a:rPr lang="en-US" sz="1800" u="sng">
                <a:effectLst/>
                <a:latin typeface="Calibri Light (Headings)"/>
                <a:ea typeface="HGMinchoB"/>
                <a:cs typeface="Times New Roman" panose="02020603050405020304" pitchFamily="18" charset="0"/>
              </a:rPr>
              <a:t>Internal recruitment without an internal job posting should be an exception and rarely used.</a:t>
            </a:r>
            <a:endParaRPr lang="en-US" sz="1800">
              <a:effectLst/>
              <a:latin typeface="Calibri Light (Headings)"/>
              <a:ea typeface="Times New Roman" panose="02020603050405020304" pitchFamily="18" charset="0"/>
              <a:cs typeface="Times New Roman" panose="02020603050405020304" pitchFamily="18" charset="0"/>
            </a:endParaRPr>
          </a:p>
          <a:p>
            <a:pPr>
              <a:lnSpc>
                <a:spcPct val="150000"/>
              </a:lnSpc>
            </a:pPr>
            <a:r>
              <a:rPr lang="en-US" sz="1800">
                <a:latin typeface="Calibri Light (Headings)"/>
                <a:ea typeface="Times New Roman" panose="02020603050405020304" pitchFamily="18" charset="0"/>
                <a:cs typeface="Times New Roman" panose="02020603050405020304" pitchFamily="18" charset="0"/>
              </a:rPr>
              <a:t>E</a:t>
            </a:r>
            <a:r>
              <a:rPr lang="en-US" sz="1800">
                <a:effectLst/>
                <a:latin typeface="Calibri Light (Headings)"/>
                <a:ea typeface="Times New Roman" panose="02020603050405020304" pitchFamily="18" charset="0"/>
                <a:cs typeface="Times New Roman" panose="02020603050405020304" pitchFamily="18" charset="0"/>
              </a:rPr>
              <a:t>mployee may be entitled to a </a:t>
            </a:r>
            <a:r>
              <a:rPr lang="en-US" sz="1800" b="1" u="sng">
                <a:effectLst/>
                <a:latin typeface="Calibri Light (Headings)"/>
                <a:ea typeface="Times New Roman" panose="02020603050405020304" pitchFamily="18" charset="0"/>
                <a:cs typeface="Times New Roman" panose="02020603050405020304" pitchFamily="18" charset="0"/>
              </a:rPr>
              <a:t>maximum 15% pay raise, </a:t>
            </a:r>
            <a:r>
              <a:rPr lang="en-US" sz="1800">
                <a:latin typeface="Calibri Light (Headings)"/>
                <a:ea typeface="Times New Roman" panose="02020603050405020304" pitchFamily="18" charset="0"/>
                <a:cs typeface="Times New Roman" panose="02020603050405020304" pitchFamily="18" charset="0"/>
              </a:rPr>
              <a:t>for horizonal moves or if remaining in same position with additional responsibilities added. New salary for vertical changes will be based on the new position and salary matrix. </a:t>
            </a:r>
            <a:endParaRPr lang="en-US" sz="1400">
              <a:solidFill>
                <a:srgbClr val="374151"/>
              </a:solidFill>
              <a:latin typeface="Calibri Light (Headings)"/>
            </a:endParaRPr>
          </a:p>
          <a:p>
            <a:pPr lvl="1">
              <a:lnSpc>
                <a:spcPct val="150000"/>
              </a:lnSpc>
            </a:pPr>
            <a:endParaRPr lang="en-US" sz="1400">
              <a:solidFill>
                <a:srgbClr val="374151"/>
              </a:solidFill>
              <a:latin typeface="Calibri Light (Headings)"/>
            </a:endParaRPr>
          </a:p>
        </p:txBody>
      </p:sp>
    </p:spTree>
    <p:extLst>
      <p:ext uri="{BB962C8B-B14F-4D97-AF65-F5344CB8AC3E}">
        <p14:creationId xmlns:p14="http://schemas.microsoft.com/office/powerpoint/2010/main" val="40085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49098" y="1539551"/>
            <a:ext cx="11493803" cy="4993926"/>
          </a:xfrm>
        </p:spPr>
        <p:txBody>
          <a:bodyPr>
            <a:normAutofit/>
          </a:bodyPr>
          <a:lstStyle/>
          <a:p>
            <a:pPr algn="just">
              <a:lnSpc>
                <a:spcPct val="115000"/>
              </a:lnSpc>
              <a:spcBef>
                <a:spcPts val="0"/>
              </a:spcBef>
            </a:pPr>
            <a:r>
              <a:rPr lang="en-US" sz="1800">
                <a:latin typeface="Calibri Light (Headings)"/>
                <a:ea typeface="Times New Roman" panose="02020603050405020304" pitchFamily="18" charset="0"/>
                <a:cs typeface="Times New Roman" panose="02020603050405020304" pitchFamily="18" charset="0"/>
              </a:rPr>
              <a:t>O</a:t>
            </a:r>
            <a:r>
              <a:rPr lang="en-US" sz="1800">
                <a:effectLst/>
                <a:latin typeface="Calibri Light (Headings)"/>
                <a:ea typeface="Times New Roman" panose="02020603050405020304" pitchFamily="18" charset="0"/>
                <a:cs typeface="Times New Roman" panose="02020603050405020304" pitchFamily="18" charset="0"/>
              </a:rPr>
              <a:t>ffer should be actively advertised and promoted locally and internationally, as appropriate. </a:t>
            </a:r>
          </a:p>
          <a:p>
            <a:pPr algn="just">
              <a:lnSpc>
                <a:spcPct val="115000"/>
              </a:lnSpc>
              <a:spcBef>
                <a:spcPts val="0"/>
              </a:spcBef>
            </a:pPr>
            <a:endParaRPr lang="en-US" sz="1800">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pPr>
            <a:r>
              <a:rPr lang="en-US" sz="1800">
                <a:latin typeface="Calibri Light (Headings)"/>
                <a:ea typeface="Times New Roman" panose="02020603050405020304" pitchFamily="18" charset="0"/>
                <a:cs typeface="Times New Roman" panose="02020603050405020304" pitchFamily="18" charset="0"/>
              </a:rPr>
              <a:t>A</a:t>
            </a:r>
            <a:r>
              <a:rPr lang="en-US" sz="1800">
                <a:effectLst/>
                <a:latin typeface="Calibri Light (Headings)"/>
                <a:ea typeface="Times New Roman" panose="02020603050405020304" pitchFamily="18" charset="0"/>
                <a:cs typeface="Times New Roman" panose="02020603050405020304" pitchFamily="18" charset="0"/>
              </a:rPr>
              <a:t>nnouncement should be clear, precise, and brief, but it should also provide the necessary conditions, training, and experience, and how to apply. At a minimum, ads must include:</a:t>
            </a:r>
          </a:p>
          <a:p>
            <a:pPr algn="just">
              <a:lnSpc>
                <a:spcPct val="115000"/>
              </a:lnSpc>
              <a:spcBef>
                <a:spcPts val="0"/>
              </a:spcBef>
            </a:pPr>
            <a:endParaRPr lang="en-US" sz="1600">
              <a:latin typeface="Calibri Light (Headings)"/>
              <a:ea typeface="Times New Roman" panose="02020603050405020304" pitchFamily="18" charset="0"/>
              <a:cs typeface="Times New Roman" panose="02020603050405020304" pitchFamily="18" charset="0"/>
            </a:endParaRPr>
          </a:p>
          <a:p>
            <a:pPr marL="800100" lvl="1" indent="-342900" algn="just">
              <a:lnSpc>
                <a:spcPct val="115000"/>
              </a:lnSpc>
              <a:spcBef>
                <a:spcPts val="0"/>
              </a:spcBef>
              <a:spcAft>
                <a:spcPts val="1000"/>
              </a:spcAft>
              <a:buFont typeface="+mj-lt"/>
              <a:buAutoNum type="arabicPeriod"/>
            </a:pPr>
            <a:r>
              <a:rPr lang="en-US" sz="1600">
                <a:effectLst/>
                <a:latin typeface="Calibri Light (Headings)"/>
                <a:ea typeface="Times New Roman" panose="02020603050405020304" pitchFamily="18" charset="0"/>
                <a:cs typeface="Times New Roman" panose="02020603050405020304" pitchFamily="18" charset="0"/>
              </a:rPr>
              <a:t>Job description;</a:t>
            </a:r>
            <a:endParaRPr lang="en-US" sz="1600">
              <a:latin typeface="Calibri Light (Headings)"/>
              <a:ea typeface="Times New Roman" panose="02020603050405020304" pitchFamily="18" charset="0"/>
              <a:cs typeface="Times New Roman" panose="02020603050405020304" pitchFamily="18" charset="0"/>
            </a:endParaRPr>
          </a:p>
          <a:p>
            <a:pPr marL="800100" lvl="1" indent="-342900" algn="just">
              <a:lnSpc>
                <a:spcPct val="115000"/>
              </a:lnSpc>
              <a:spcBef>
                <a:spcPts val="0"/>
              </a:spcBef>
              <a:spcAft>
                <a:spcPts val="1000"/>
              </a:spcAft>
              <a:buFont typeface="+mj-lt"/>
              <a:buAutoNum type="arabicPeriod"/>
            </a:pPr>
            <a:r>
              <a:rPr lang="en-US" sz="1600">
                <a:effectLst/>
                <a:latin typeface="Calibri Light (Headings)"/>
                <a:ea typeface="Times New Roman" panose="02020603050405020304" pitchFamily="18" charset="0"/>
                <a:cs typeface="Times New Roman" panose="02020603050405020304" pitchFamily="18" charset="0"/>
              </a:rPr>
              <a:t>Information on the candidate's necessary training and experience;</a:t>
            </a:r>
          </a:p>
          <a:p>
            <a:pPr marL="800100" lvl="1" indent="-342900" algn="just">
              <a:lnSpc>
                <a:spcPct val="115000"/>
              </a:lnSpc>
              <a:spcBef>
                <a:spcPts val="0"/>
              </a:spcBef>
              <a:spcAft>
                <a:spcPts val="1000"/>
              </a:spcAft>
              <a:buFont typeface="+mj-lt"/>
              <a:buAutoNum type="arabicPeriod"/>
            </a:pPr>
            <a:r>
              <a:rPr lang="en-US" sz="1600">
                <a:effectLst/>
                <a:latin typeface="Calibri Light (Headings)"/>
                <a:ea typeface="Times New Roman" panose="02020603050405020304" pitchFamily="18" charset="0"/>
                <a:cs typeface="Times New Roman" panose="02020603050405020304" pitchFamily="18" charset="0"/>
              </a:rPr>
              <a:t>Place and deadline for submission of applications.</a:t>
            </a:r>
            <a:endParaRPr lang="en-US" sz="1800">
              <a:effectLst/>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All job postings must be created using </a:t>
            </a:r>
            <a:r>
              <a:rPr lang="en-US" sz="1800" u="sng">
                <a:solidFill>
                  <a:srgbClr val="0563C1"/>
                </a:solidFill>
                <a:effectLst/>
                <a:latin typeface="Calibri Light (Headings)"/>
                <a:ea typeface="Times New Roman" panose="02020603050405020304" pitchFamily="18" charset="0"/>
                <a:cs typeface="Times New Roman" panose="02020603050405020304" pitchFamily="18" charset="0"/>
                <a:hlinkClick r:id="rId2"/>
              </a:rPr>
              <a:t>Partners standard job posting template</a:t>
            </a:r>
            <a:r>
              <a:rPr lang="en-US" sz="1800">
                <a:effectLst/>
                <a:latin typeface="Calibri Light (Headings)"/>
                <a:ea typeface="Times New Roman" panose="02020603050405020304" pitchFamily="18" charset="0"/>
                <a:cs typeface="Times New Roman" panose="02020603050405020304" pitchFamily="18" charset="0"/>
              </a:rPr>
              <a:t>.</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All postings must be advertised for a minimum of five business (5) days with active recruitment.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Active recruitment means minimum posting on Partners’ website and one other highly traffic job website. Proof of posting must be retained as part of the recruitment documentation package.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Must draft a </a:t>
            </a:r>
            <a:r>
              <a:rPr lang="en-US" sz="1800" u="sng">
                <a:solidFill>
                  <a:srgbClr val="00A3D6"/>
                </a:solidFill>
                <a:effectLst/>
                <a:latin typeface="Calibri Light (Headings)"/>
                <a:ea typeface="HGMinchoB"/>
                <a:cs typeface="Times New Roman" panose="02020603050405020304" pitchFamily="18" charset="0"/>
                <a:hlinkClick r:id="rId3"/>
              </a:rPr>
              <a:t>Selection Memo</a:t>
            </a:r>
            <a:endParaRPr lang="en-US" sz="1800">
              <a:effectLst/>
              <a:latin typeface="Calibri Light (Headings)"/>
              <a:ea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421203" y="37733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External Recruitment </a:t>
            </a:r>
          </a:p>
        </p:txBody>
      </p:sp>
      <p:sp>
        <p:nvSpPr>
          <p:cNvPr id="4" name="Rectangle 3">
            <a:extLst>
              <a:ext uri="{FF2B5EF4-FFF2-40B4-BE49-F238E27FC236}">
                <a16:creationId xmlns:a16="http://schemas.microsoft.com/office/drawing/2014/main" id="{8EA5CFEC-6C46-5443-0F8A-B2A7D93752FF}"/>
              </a:ext>
            </a:extLst>
          </p:cNvPr>
          <p:cNvSpPr/>
          <p:nvPr/>
        </p:nvSpPr>
        <p:spPr>
          <a:xfrm>
            <a:off x="9186088" y="601455"/>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1582597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49098" y="1620911"/>
            <a:ext cx="11493803" cy="4912566"/>
          </a:xfrm>
        </p:spPr>
        <p:txBody>
          <a:bodyPr>
            <a:normAutofit/>
          </a:bodyPr>
          <a:lstStyle/>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Means moving from one department or program to  another, to a </a:t>
            </a:r>
            <a:r>
              <a:rPr lang="en-US" sz="1800" u="sng">
                <a:effectLst/>
                <a:latin typeface="Calibri Light (Headings)"/>
                <a:ea typeface="Times New Roman" panose="02020603050405020304" pitchFamily="18" charset="0"/>
                <a:cs typeface="Times New Roman" panose="02020603050405020304" pitchFamily="18" charset="0"/>
              </a:rPr>
              <a:t>similar position, </a:t>
            </a:r>
            <a:r>
              <a:rPr lang="en-US" sz="1800">
                <a:effectLst/>
                <a:latin typeface="Calibri Light (Headings)"/>
                <a:ea typeface="Times New Roman" panose="02020603050405020304" pitchFamily="18" charset="0"/>
                <a:cs typeface="Times New Roman" panose="02020603050405020304" pitchFamily="18" charset="0"/>
              </a:rPr>
              <a:t>not a disciplinary measure</a:t>
            </a:r>
            <a:endParaRPr lang="en-US" sz="1800" u="sng">
              <a:effectLst/>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spcAft>
                <a:spcPts val="1000"/>
              </a:spcAft>
            </a:pPr>
            <a:r>
              <a:rPr lang="en-US" sz="1800" u="sng">
                <a:latin typeface="Calibri Light (Headings)"/>
                <a:ea typeface="Times New Roman" panose="02020603050405020304" pitchFamily="18" charset="0"/>
                <a:cs typeface="Times New Roman" panose="02020603050405020304" pitchFamily="18" charset="0"/>
              </a:rPr>
              <a:t>S</a:t>
            </a:r>
            <a:r>
              <a:rPr lang="en-US" sz="1800" u="sng">
                <a:effectLst/>
                <a:latin typeface="Calibri Light (Headings)"/>
                <a:ea typeface="Times New Roman" panose="02020603050405020304" pitchFamily="18" charset="0"/>
                <a:cs typeface="Times New Roman" panose="02020603050405020304" pitchFamily="18" charset="0"/>
              </a:rPr>
              <a:t>alary remains unchanged</a:t>
            </a:r>
            <a:r>
              <a:rPr lang="en-US" sz="1800">
                <a:effectLst/>
                <a:latin typeface="Calibri Light (Headings)"/>
                <a:ea typeface="Times New Roman" panose="02020603050405020304" pitchFamily="18" charset="0"/>
                <a:cs typeface="Times New Roman" panose="02020603050405020304" pitchFamily="18" charset="0"/>
              </a:rPr>
              <a:t>.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The transfer of an employee is made:</a:t>
            </a:r>
          </a:p>
          <a:p>
            <a:pPr marL="800100" lvl="1" indent="-342900" algn="just">
              <a:lnSpc>
                <a:spcPct val="115000"/>
              </a:lnSpc>
              <a:spcBef>
                <a:spcPts val="0"/>
              </a:spcBef>
              <a:spcAft>
                <a:spcPts val="1000"/>
              </a:spcAft>
              <a:buFont typeface="+mj-lt"/>
              <a:buAutoNum type="arabicPeriod"/>
            </a:pPr>
            <a:r>
              <a:rPr lang="en-US" sz="1700">
                <a:effectLst/>
                <a:latin typeface="Calibri Light (Headings)"/>
                <a:ea typeface="Times New Roman" panose="02020603050405020304" pitchFamily="18" charset="0"/>
                <a:cs typeface="Times New Roman" panose="02020603050405020304" pitchFamily="18" charset="0"/>
              </a:rPr>
              <a:t>By decision of the Project/Unit Director when it is in the interest  of Partners;</a:t>
            </a:r>
          </a:p>
          <a:p>
            <a:pPr marL="800100" lvl="1" indent="-342900" algn="just">
              <a:lnSpc>
                <a:spcPct val="115000"/>
              </a:lnSpc>
              <a:spcBef>
                <a:spcPts val="0"/>
              </a:spcBef>
              <a:spcAft>
                <a:spcPts val="1000"/>
              </a:spcAft>
              <a:buFont typeface="+mj-lt"/>
              <a:buAutoNum type="arabicPeriod"/>
            </a:pPr>
            <a:r>
              <a:rPr lang="en-US" sz="1700">
                <a:effectLst/>
                <a:latin typeface="Calibri Light (Headings)"/>
                <a:ea typeface="Times New Roman" panose="02020603050405020304" pitchFamily="18" charset="0"/>
                <a:cs typeface="Times New Roman" panose="02020603050405020304" pitchFamily="18" charset="0"/>
              </a:rPr>
              <a:t>At </a:t>
            </a:r>
            <a:r>
              <a:rPr lang="en-US" sz="1800">
                <a:effectLst/>
                <a:latin typeface="Calibri Light (Headings)"/>
                <a:ea typeface="Times New Roman" panose="02020603050405020304" pitchFamily="18" charset="0"/>
                <a:cs typeface="Times New Roman" panose="02020603050405020304" pitchFamily="18" charset="0"/>
              </a:rPr>
              <a:t>the request of the employee, the case will be considered according to the possibilities within Partners;</a:t>
            </a:r>
          </a:p>
          <a:p>
            <a:pPr algn="just">
              <a:lnSpc>
                <a:spcPct val="115000"/>
              </a:lnSpc>
              <a:spcBef>
                <a:spcPts val="0"/>
              </a:spcBef>
              <a:spcAft>
                <a:spcPts val="1000"/>
              </a:spcAft>
            </a:pPr>
            <a:endParaRPr lang="en-US" sz="1800">
              <a:effectLst/>
              <a:latin typeface="Calibri Light (Headings)"/>
              <a:ea typeface="Times New Roman" panose="02020603050405020304" pitchFamily="18" charset="0"/>
              <a:cs typeface="Times New Roman" panose="02020603050405020304" pitchFamily="18" charset="0"/>
            </a:endParaRPr>
          </a:p>
          <a:p>
            <a:pPr>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Any transfer of position requires the approval of HR and the Vice President of Programs and will undergo a reference review </a:t>
            </a:r>
          </a:p>
          <a:p>
            <a:pPr>
              <a:lnSpc>
                <a:spcPct val="115000"/>
              </a:lnSpc>
              <a:spcBef>
                <a:spcPts val="0"/>
              </a:spcBef>
              <a:spcAft>
                <a:spcPts val="1000"/>
              </a:spcAft>
            </a:pPr>
            <a:r>
              <a:rPr lang="en-US" sz="1800">
                <a:latin typeface="Calibri Light (Headings)"/>
                <a:ea typeface="Times New Roman" panose="02020603050405020304" pitchFamily="18" charset="0"/>
                <a:cs typeface="Times New Roman" panose="02020603050405020304" pitchFamily="18" charset="0"/>
              </a:rPr>
              <a:t>Ma</a:t>
            </a:r>
            <a:r>
              <a:rPr lang="en-US" sz="1800">
                <a:effectLst/>
                <a:latin typeface="Calibri Light (Headings)"/>
                <a:ea typeface="Times New Roman" panose="02020603050405020304" pitchFamily="18" charset="0"/>
                <a:cs typeface="Times New Roman" panose="02020603050405020304" pitchFamily="18" charset="0"/>
              </a:rPr>
              <a:t>y require a new or modified employee contract</a:t>
            </a:r>
          </a:p>
          <a:p>
            <a:pPr>
              <a:lnSpc>
                <a:spcPct val="115000"/>
              </a:lnSpc>
              <a:spcBef>
                <a:spcPts val="0"/>
              </a:spcBef>
              <a:spcAft>
                <a:spcPts val="1000"/>
              </a:spcAft>
            </a:pPr>
            <a:r>
              <a:rPr lang="en-US" sz="1800">
                <a:latin typeface="Calibri Light (Headings)"/>
                <a:ea typeface="Times New Roman" panose="02020603050405020304" pitchFamily="18" charset="0"/>
                <a:cs typeface="Times New Roman" panose="02020603050405020304" pitchFamily="18" charset="0"/>
              </a:rPr>
              <a:t>All </a:t>
            </a:r>
            <a:r>
              <a:rPr lang="en-US" sz="1800">
                <a:effectLst/>
                <a:latin typeface="Calibri Light (Headings)"/>
                <a:ea typeface="Times New Roman" panose="02020603050405020304" pitchFamily="18" charset="0"/>
                <a:cs typeface="Times New Roman" panose="02020603050405020304" pitchFamily="18" charset="0"/>
              </a:rPr>
              <a:t>transfers require a new job description   </a:t>
            </a:r>
          </a:p>
          <a:p>
            <a:pPr>
              <a:lnSpc>
                <a:spcPct val="115000"/>
              </a:lnSpc>
              <a:spcBef>
                <a:spcPts val="0"/>
              </a:spcBef>
              <a:spcAft>
                <a:spcPts val="1000"/>
              </a:spcAft>
            </a:pPr>
            <a:r>
              <a:rPr lang="en-US" sz="1800">
                <a:effectLst/>
                <a:latin typeface="Calibri Light (Headings)"/>
                <a:ea typeface="HGMinchoB"/>
                <a:cs typeface="Times New Roman" panose="02020603050405020304" pitchFamily="18" charset="0"/>
              </a:rPr>
              <a:t>For all transfers, supervisors must conduct a </a:t>
            </a:r>
            <a:r>
              <a:rPr lang="en-US" sz="1800" u="sng">
                <a:solidFill>
                  <a:srgbClr val="00A3D6"/>
                </a:solidFill>
                <a:effectLst/>
                <a:latin typeface="Calibri Light (Headings)"/>
                <a:ea typeface="HGMinchoB"/>
                <a:cs typeface="Times New Roman" panose="02020603050405020304" pitchFamily="18" charset="0"/>
                <a:hlinkClick r:id="rId2"/>
              </a:rPr>
              <a:t>90-day performance review</a:t>
            </a:r>
            <a:r>
              <a:rPr lang="en-US" sz="1800">
                <a:effectLst/>
                <a:latin typeface="Calibri Light (Headings)"/>
                <a:ea typeface="HGMinchoB"/>
                <a:cs typeface="Times New Roman" panose="02020603050405020304" pitchFamily="18" charset="0"/>
              </a:rPr>
              <a:t>. </a:t>
            </a:r>
            <a:r>
              <a:rPr lang="en-US" sz="1800">
                <a:effectLst/>
                <a:latin typeface="Calibri Light (Headings)"/>
                <a:ea typeface="Times New Roman" panose="02020603050405020304" pitchFamily="18" charset="0"/>
                <a:cs typeface="Times New Roman" panose="02020603050405020304" pitchFamily="18" charset="0"/>
              </a:rPr>
              <a:t>                                          </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421203" y="37733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Transfer within Partners</a:t>
            </a:r>
          </a:p>
        </p:txBody>
      </p:sp>
      <p:sp>
        <p:nvSpPr>
          <p:cNvPr id="4" name="Rectangle 3">
            <a:extLst>
              <a:ext uri="{FF2B5EF4-FFF2-40B4-BE49-F238E27FC236}">
                <a16:creationId xmlns:a16="http://schemas.microsoft.com/office/drawing/2014/main" id="{8EA5CFEC-6C46-5443-0F8A-B2A7D93752FF}"/>
              </a:ext>
            </a:extLst>
          </p:cNvPr>
          <p:cNvSpPr/>
          <p:nvPr/>
        </p:nvSpPr>
        <p:spPr>
          <a:xfrm>
            <a:off x="9186088" y="601455"/>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5135674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76290" y="1439630"/>
            <a:ext cx="11493803" cy="5389171"/>
          </a:xfrm>
        </p:spPr>
        <p:txBody>
          <a:bodyPr>
            <a:noAutofit/>
          </a:bodyPr>
          <a:lstStyle/>
          <a:p>
            <a:pPr algn="just">
              <a:lnSpc>
                <a:spcPct val="115000"/>
              </a:lnSpc>
              <a:spcBef>
                <a:spcPts val="0"/>
              </a:spcBef>
              <a:spcAft>
                <a:spcPts val="1000"/>
              </a:spcAft>
            </a:pPr>
            <a:r>
              <a:rPr lang="en-US" sz="1600">
                <a:effectLst/>
                <a:latin typeface="Calibri Light (Headings)"/>
                <a:ea typeface="Times New Roman" panose="02020603050405020304" pitchFamily="18" charset="0"/>
                <a:cs typeface="Times New Roman" panose="02020603050405020304" pitchFamily="18" charset="0"/>
              </a:rPr>
              <a:t>Promotion is </a:t>
            </a:r>
            <a:r>
              <a:rPr lang="en-US" sz="1600" u="sng">
                <a:effectLst/>
                <a:latin typeface="Calibri Light (Headings)"/>
                <a:ea typeface="Times New Roman" panose="02020603050405020304" pitchFamily="18" charset="0"/>
                <a:cs typeface="Times New Roman" panose="02020603050405020304" pitchFamily="18" charset="0"/>
              </a:rPr>
              <a:t>not automatic</a:t>
            </a:r>
            <a:r>
              <a:rPr lang="en-US" sz="1600" u="sng">
                <a:latin typeface="Calibri Light (Headings)"/>
                <a:ea typeface="Times New Roman" panose="02020603050405020304" pitchFamily="18" charset="0"/>
                <a:cs typeface="Times New Roman" panose="02020603050405020304" pitchFamily="18" charset="0"/>
              </a:rPr>
              <a:t>, s</a:t>
            </a:r>
            <a:r>
              <a:rPr lang="en-US" sz="1600">
                <a:effectLst/>
                <a:latin typeface="Calibri Light (Headings)"/>
                <a:ea typeface="Times New Roman" panose="02020603050405020304" pitchFamily="18" charset="0"/>
                <a:cs typeface="Times New Roman" panose="02020603050405020304" pitchFamily="18" charset="0"/>
              </a:rPr>
              <a:t>ituations that may merit a promotion:</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After the annual performance evaluation</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After recruitment process</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Demonstrated increased responsibilities </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Professional growth (specialization studies, master's degrees and refresher courses)</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Time and experience in current position</a:t>
            </a:r>
          </a:p>
          <a:p>
            <a:pPr lvl="1" algn="just">
              <a:lnSpc>
                <a:spcPct val="115000"/>
              </a:lnSpc>
              <a:spcBef>
                <a:spcPts val="0"/>
              </a:spcBef>
            </a:pPr>
            <a:endParaRPr lang="en-US" sz="1600">
              <a:effectLst/>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spcAft>
                <a:spcPts val="1000"/>
              </a:spcAft>
            </a:pPr>
            <a:r>
              <a:rPr lang="en-US" sz="1600">
                <a:effectLst/>
                <a:latin typeface="Calibri Light (Headings)"/>
                <a:ea typeface="Times New Roman" panose="02020603050405020304" pitchFamily="18" charset="0"/>
                <a:cs typeface="Times New Roman" panose="02020603050405020304" pitchFamily="18" charset="0"/>
              </a:rPr>
              <a:t>An employee may benefit from a promotion if there is availability within the organizational structure, depending on the needs of each project, and the availability of resources. For promotions to be considered the following criteria must be met:</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Have a minimum seniority in their current position of 6 (six) months.</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Have received their most recent performance evaluation or, if the employee has been in office for less than 12 months, a performance evaluation must be conducted.</a:t>
            </a: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Have the necessary experience and skills for the position.</a:t>
            </a:r>
            <a:endParaRPr lang="en-US" sz="1600">
              <a:latin typeface="Calibri Light (Headings)"/>
              <a:ea typeface="Times New Roman" panose="02020603050405020304" pitchFamily="18" charset="0"/>
              <a:cs typeface="Times New Roman" panose="02020603050405020304" pitchFamily="18" charset="0"/>
            </a:endParaRPr>
          </a:p>
          <a:p>
            <a:pPr lvl="1" algn="just">
              <a:lnSpc>
                <a:spcPct val="115000"/>
              </a:lnSpc>
              <a:spcBef>
                <a:spcPts val="0"/>
              </a:spcBef>
            </a:pPr>
            <a:r>
              <a:rPr lang="en-US" sz="1600">
                <a:effectLst/>
                <a:latin typeface="Calibri Light (Headings)"/>
                <a:ea typeface="Times New Roman" panose="02020603050405020304" pitchFamily="18" charset="0"/>
                <a:cs typeface="Times New Roman" panose="02020603050405020304" pitchFamily="18" charset="0"/>
              </a:rPr>
              <a:t>May not be in a continuous performance improvement plan, in the midst of a disciplinary sanction process, or under investigation.</a:t>
            </a:r>
          </a:p>
          <a:p>
            <a:pPr marL="0" indent="0" algn="just">
              <a:lnSpc>
                <a:spcPct val="115000"/>
              </a:lnSpc>
              <a:spcBef>
                <a:spcPts val="0"/>
              </a:spcBef>
              <a:spcAft>
                <a:spcPts val="1000"/>
              </a:spcAft>
              <a:buNone/>
            </a:pPr>
            <a:endParaRPr lang="en-US" sz="1600">
              <a:effectLst/>
              <a:latin typeface="Calibri Light (Headings)"/>
              <a:ea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349098" y="1140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Promotion</a:t>
            </a:r>
          </a:p>
        </p:txBody>
      </p:sp>
      <p:sp>
        <p:nvSpPr>
          <p:cNvPr id="4" name="Rectangle 3">
            <a:extLst>
              <a:ext uri="{FF2B5EF4-FFF2-40B4-BE49-F238E27FC236}">
                <a16:creationId xmlns:a16="http://schemas.microsoft.com/office/drawing/2014/main" id="{8EA5CFEC-6C46-5443-0F8A-B2A7D93752FF}"/>
              </a:ext>
            </a:extLst>
          </p:cNvPr>
          <p:cNvSpPr/>
          <p:nvPr/>
        </p:nvSpPr>
        <p:spPr>
          <a:xfrm>
            <a:off x="9191313" y="448401"/>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841714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76290" y="1279600"/>
            <a:ext cx="11493803" cy="5389171"/>
          </a:xfrm>
        </p:spPr>
        <p:txBody>
          <a:bodyPr>
            <a:noAutofit/>
          </a:bodyPr>
          <a:lstStyle/>
          <a:p>
            <a:pPr algn="just">
              <a:lnSpc>
                <a:spcPct val="115000"/>
              </a:lnSpc>
              <a:spcBef>
                <a:spcPts val="0"/>
              </a:spcBef>
              <a:spcAft>
                <a:spcPts val="1000"/>
              </a:spcAft>
            </a:pPr>
            <a:r>
              <a:rPr lang="en-US" sz="1500">
                <a:effectLst/>
                <a:latin typeface="Calibri Light (Headings)"/>
                <a:ea typeface="Times New Roman" panose="02020603050405020304" pitchFamily="18" charset="0"/>
                <a:cs typeface="Times New Roman" panose="02020603050405020304" pitchFamily="18" charset="0"/>
              </a:rPr>
              <a:t>Increase in workload does not in itself constitute promotion, but </a:t>
            </a:r>
            <a:r>
              <a:rPr lang="en-US" sz="1500">
                <a:latin typeface="Calibri Light (Headings)"/>
                <a:ea typeface="Times New Roman" panose="02020603050405020304" pitchFamily="18" charset="0"/>
                <a:cs typeface="Times New Roman" panose="02020603050405020304" pitchFamily="18" charset="0"/>
              </a:rPr>
              <a:t>rather </a:t>
            </a:r>
            <a:r>
              <a:rPr lang="en-US" sz="1500">
                <a:effectLst/>
                <a:latin typeface="Calibri Light (Headings)"/>
                <a:ea typeface="Times New Roman" panose="02020603050405020304" pitchFamily="18" charset="0"/>
                <a:cs typeface="Times New Roman" panose="02020603050405020304" pitchFamily="18" charset="0"/>
              </a:rPr>
              <a:t>significant and measurable increase in the responsibility, scope and/or complexity of the </a:t>
            </a:r>
            <a:r>
              <a:rPr lang="en-US" sz="1500">
                <a:effectLst/>
                <a:latin typeface="Calibri Light (Headings)"/>
                <a:ea typeface="HGMinchoB"/>
                <a:cs typeface="Times New Roman" panose="02020603050405020304" pitchFamily="18" charset="0"/>
              </a:rPr>
              <a:t>work over 2 months or longer</a:t>
            </a:r>
            <a:r>
              <a:rPr lang="en-US" sz="1500">
                <a:effectLst/>
                <a:latin typeface="Calibri Light (Headings)"/>
                <a:ea typeface="Times New Roman" panose="02020603050405020304" pitchFamily="18" charset="0"/>
                <a:cs typeface="Times New Roman" panose="02020603050405020304" pitchFamily="18" charset="0"/>
              </a:rPr>
              <a:t>. </a:t>
            </a:r>
            <a:endParaRPr lang="en-US" sz="1500">
              <a:latin typeface="Calibri Light (Headings)"/>
              <a:cs typeface="Times New Roman" panose="02020603050405020304" pitchFamily="18" charset="0"/>
            </a:endParaRPr>
          </a:p>
          <a:p>
            <a:pPr algn="just">
              <a:lnSpc>
                <a:spcPct val="115000"/>
              </a:lnSpc>
              <a:spcBef>
                <a:spcPts val="0"/>
              </a:spcBef>
              <a:spcAft>
                <a:spcPts val="1000"/>
              </a:spcAft>
            </a:pPr>
            <a:r>
              <a:rPr lang="en-US" sz="1500">
                <a:effectLst/>
                <a:latin typeface="Calibri Light (Headings)"/>
                <a:ea typeface="HGMinchoB"/>
                <a:cs typeface="Times New Roman" panose="02020603050405020304" pitchFamily="18" charset="0"/>
              </a:rPr>
              <a:t>The supervisor is responsible for requesting and justifying a promotion via email to the respective HR department for review. </a:t>
            </a:r>
            <a:endParaRPr lang="en-US" sz="1500">
              <a:latin typeface="Calibri Light (Headings)"/>
              <a:ea typeface="HGMinchoB"/>
              <a:cs typeface="Times New Roman" panose="02020603050405020304" pitchFamily="18" charset="0"/>
            </a:endParaRPr>
          </a:p>
          <a:p>
            <a:pPr algn="just">
              <a:lnSpc>
                <a:spcPct val="115000"/>
              </a:lnSpc>
              <a:spcBef>
                <a:spcPts val="0"/>
              </a:spcBef>
              <a:spcAft>
                <a:spcPts val="1000"/>
              </a:spcAft>
            </a:pPr>
            <a:r>
              <a:rPr lang="en-US" sz="1500">
                <a:effectLst/>
                <a:latin typeface="Calibri Light (Headings)"/>
                <a:ea typeface="HGMinchoB"/>
                <a:cs typeface="Times New Roman" panose="02020603050405020304" pitchFamily="18" charset="0"/>
              </a:rPr>
              <a:t>For Field staff, the promotion request must be approved by </a:t>
            </a: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Employee’s supervisor</a:t>
            </a:r>
            <a:endParaRPr lang="en-US" sz="1400">
              <a:latin typeface="Calibri Light (Headings)"/>
              <a:ea typeface="HGMinchoB"/>
              <a:cs typeface="Times New Roman" panose="02020603050405020304" pitchFamily="18" charset="0"/>
            </a:endParaRP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Chief of Party/Project Director</a:t>
            </a:r>
            <a:endParaRPr lang="en-US" sz="1400">
              <a:latin typeface="Calibri Light (Headings)"/>
              <a:ea typeface="HGMinchoB"/>
              <a:cs typeface="Times New Roman" panose="02020603050405020304" pitchFamily="18" charset="0"/>
            </a:endParaRP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Home Office Senior Director, </a:t>
            </a:r>
            <a:r>
              <a:rPr lang="en-US" sz="1400">
                <a:latin typeface="Calibri Light (Headings)"/>
                <a:ea typeface="HGMinchoB"/>
                <a:cs typeface="Times New Roman" panose="02020603050405020304" pitchFamily="18" charset="0"/>
              </a:rPr>
              <a:t>and</a:t>
            </a: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Home Office HR</a:t>
            </a:r>
          </a:p>
          <a:p>
            <a:pPr algn="just">
              <a:lnSpc>
                <a:spcPct val="115000"/>
              </a:lnSpc>
              <a:spcBef>
                <a:spcPts val="0"/>
              </a:spcBef>
              <a:spcAft>
                <a:spcPts val="1000"/>
              </a:spcAft>
            </a:pPr>
            <a:r>
              <a:rPr lang="en-US" sz="1500">
                <a:effectLst/>
                <a:latin typeface="Calibri Light (Headings)"/>
                <a:ea typeface="HGMinchoB"/>
                <a:cs typeface="Times New Roman" panose="02020603050405020304" pitchFamily="18" charset="0"/>
              </a:rPr>
              <a:t>For Home Office staff, the promotion request must be approved by </a:t>
            </a: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Employee’s new supervisor, </a:t>
            </a: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Home Office Project/Unit Director, </a:t>
            </a: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Home Office HR, &amp; </a:t>
            </a:r>
          </a:p>
          <a:p>
            <a:pPr marL="800100" lvl="1" indent="-342900" algn="just">
              <a:lnSpc>
                <a:spcPct val="100000"/>
              </a:lnSpc>
              <a:spcBef>
                <a:spcPts val="0"/>
              </a:spcBef>
              <a:spcAft>
                <a:spcPts val="1000"/>
              </a:spcAft>
              <a:buFont typeface="+mj-lt"/>
              <a:buAutoNum type="arabicPeriod"/>
            </a:pPr>
            <a:r>
              <a:rPr lang="en-US" sz="1400">
                <a:effectLst/>
                <a:latin typeface="Calibri Light (Headings)"/>
                <a:ea typeface="HGMinchoB"/>
                <a:cs typeface="Times New Roman" panose="02020603050405020304" pitchFamily="18" charset="0"/>
              </a:rPr>
              <a:t>the President &amp; CEO</a:t>
            </a:r>
          </a:p>
          <a:p>
            <a:pPr marL="0" algn="just">
              <a:lnSpc>
                <a:spcPct val="115000"/>
              </a:lnSpc>
              <a:spcBef>
                <a:spcPts val="0"/>
              </a:spcBef>
              <a:spcAft>
                <a:spcPts val="1000"/>
              </a:spcAft>
            </a:pPr>
            <a:r>
              <a:rPr lang="en-US" sz="1500">
                <a:effectLst/>
                <a:latin typeface="Calibri Light (Headings)"/>
                <a:ea typeface="HGMinchoB"/>
                <a:cs typeface="Times New Roman" panose="02020603050405020304" pitchFamily="18" charset="0"/>
              </a:rPr>
              <a:t>Positions may require a new or modified employee contract, and all promotions require a new job description.</a:t>
            </a:r>
          </a:p>
          <a:p>
            <a:pPr marL="0" marR="0" algn="just">
              <a:lnSpc>
                <a:spcPct val="115000"/>
              </a:lnSpc>
              <a:spcBef>
                <a:spcPts val="0"/>
              </a:spcBef>
              <a:spcAft>
                <a:spcPts val="1000"/>
              </a:spcAft>
            </a:pPr>
            <a:r>
              <a:rPr lang="en-US" sz="1500">
                <a:effectLst/>
                <a:latin typeface="Calibri Light (Headings)"/>
                <a:ea typeface="HGMinchoB"/>
                <a:cs typeface="Times New Roman" panose="02020603050405020304" pitchFamily="18" charset="0"/>
              </a:rPr>
              <a:t>For all promotions, supervisors must conduct a </a:t>
            </a:r>
            <a:r>
              <a:rPr lang="en-US" sz="1500" u="sng">
                <a:solidFill>
                  <a:srgbClr val="00A3D6"/>
                </a:solidFill>
                <a:effectLst/>
                <a:latin typeface="Calibri Light (Headings)"/>
                <a:ea typeface="HGMinchoB"/>
                <a:cs typeface="Times New Roman" panose="02020603050405020304" pitchFamily="18" charset="0"/>
                <a:hlinkClick r:id="rId2"/>
              </a:rPr>
              <a:t>90-day performance review</a:t>
            </a:r>
            <a:r>
              <a:rPr lang="en-US" sz="1500">
                <a:effectLst/>
                <a:latin typeface="Calibri Light (Headings)"/>
                <a:ea typeface="HGMinchoB"/>
                <a:cs typeface="Times New Roman" panose="02020603050405020304" pitchFamily="18" charset="0"/>
              </a:rPr>
              <a:t>. </a:t>
            </a:r>
          </a:p>
          <a:p>
            <a:pPr marL="0" indent="0" algn="just">
              <a:lnSpc>
                <a:spcPct val="115000"/>
              </a:lnSpc>
              <a:spcBef>
                <a:spcPts val="0"/>
              </a:spcBef>
              <a:spcAft>
                <a:spcPts val="1000"/>
              </a:spcAft>
              <a:buNone/>
            </a:pPr>
            <a:r>
              <a:rPr lang="en-US" sz="1500">
                <a:latin typeface="Calibri Light (Headings)"/>
                <a:cs typeface="Times New Roman" panose="02020603050405020304" pitchFamily="18" charset="0"/>
              </a:rPr>
              <a:t> </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349098" y="1140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Promotion</a:t>
            </a:r>
          </a:p>
        </p:txBody>
      </p:sp>
      <p:sp>
        <p:nvSpPr>
          <p:cNvPr id="4" name="Rectangle 3">
            <a:extLst>
              <a:ext uri="{FF2B5EF4-FFF2-40B4-BE49-F238E27FC236}">
                <a16:creationId xmlns:a16="http://schemas.microsoft.com/office/drawing/2014/main" id="{8EA5CFEC-6C46-5443-0F8A-B2A7D93752FF}"/>
              </a:ext>
            </a:extLst>
          </p:cNvPr>
          <p:cNvSpPr/>
          <p:nvPr/>
        </p:nvSpPr>
        <p:spPr>
          <a:xfrm>
            <a:off x="9191313" y="448401"/>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3315344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49098" y="1468829"/>
            <a:ext cx="11412698" cy="5389171"/>
          </a:xfrm>
        </p:spPr>
        <p:txBody>
          <a:bodyPr>
            <a:normAutofit/>
          </a:bodyPr>
          <a:lstStyle/>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Interim position is a temporary job change in which a person assumes a new position that is the result of a vacancy or operational need.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Employee assumes full responsibility and authority.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Interim charges generally last no longer than 3 to 6 months; max 9 months. </a:t>
            </a:r>
          </a:p>
          <a:p>
            <a:pPr marL="0" marR="0" indent="0" algn="just">
              <a:lnSpc>
                <a:spcPct val="115000"/>
              </a:lnSpc>
              <a:spcBef>
                <a:spcPts val="0"/>
              </a:spcBef>
              <a:spcAft>
                <a:spcPts val="0"/>
              </a:spcAft>
              <a:buNone/>
            </a:pPr>
            <a:endParaRPr lang="en-US" sz="1800" b="1">
              <a:solidFill>
                <a:srgbClr val="4472C4"/>
              </a:solidFill>
              <a:effectLst/>
              <a:latin typeface="Calibri Light (Headings)"/>
              <a:ea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1800" b="1">
                <a:solidFill>
                  <a:srgbClr val="4472C4"/>
                </a:solidFill>
                <a:effectLst/>
                <a:latin typeface="Calibri Light (Headings)"/>
                <a:ea typeface="Times New Roman" panose="02020603050405020304" pitchFamily="18" charset="0"/>
                <a:cs typeface="Times New Roman" panose="02020603050405020304" pitchFamily="18" charset="0"/>
              </a:rPr>
              <a:t>Interim Positions Remuneration</a:t>
            </a:r>
            <a:endParaRPr lang="en-US" sz="1800">
              <a:effectLst/>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If the interim period extends </a:t>
            </a:r>
            <a:r>
              <a:rPr lang="en-US" sz="1800">
                <a:latin typeface="Calibri Light (Headings)"/>
                <a:ea typeface="Times New Roman" panose="02020603050405020304" pitchFamily="18" charset="0"/>
                <a:cs typeface="Times New Roman" panose="02020603050405020304" pitchFamily="18" charset="0"/>
              </a:rPr>
              <a:t>2 </a:t>
            </a:r>
            <a:r>
              <a:rPr lang="en-US" sz="1800">
                <a:effectLst/>
                <a:latin typeface="Calibri Light (Headings)"/>
                <a:ea typeface="Times New Roman" panose="02020603050405020304" pitchFamily="18" charset="0"/>
                <a:cs typeface="Times New Roman" panose="02020603050405020304" pitchFamily="18" charset="0"/>
              </a:rPr>
              <a:t>months or longer, </a:t>
            </a:r>
            <a:r>
              <a:rPr lang="en-US" sz="1800" b="1" u="sng">
                <a:effectLst/>
                <a:latin typeface="Calibri Light (Headings)"/>
                <a:ea typeface="Times New Roman" panose="02020603050405020304" pitchFamily="18" charset="0"/>
                <a:cs typeface="Times New Roman" panose="02020603050405020304" pitchFamily="18" charset="0"/>
              </a:rPr>
              <a:t>and</a:t>
            </a:r>
            <a:r>
              <a:rPr lang="en-US" sz="1800">
                <a:effectLst/>
                <a:latin typeface="Calibri Light (Headings)"/>
                <a:ea typeface="Times New Roman" panose="02020603050405020304" pitchFamily="18" charset="0"/>
                <a:cs typeface="Times New Roman" panose="02020603050405020304" pitchFamily="18" charset="0"/>
              </a:rPr>
              <a:t> the interim position is in a different salary grade, the employee occupying the position will be remunerated within the new grade during the interim period.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If the interim position is under </a:t>
            </a:r>
            <a:r>
              <a:rPr lang="en-US" sz="1800">
                <a:latin typeface="Calibri Light (Headings)"/>
                <a:ea typeface="Times New Roman" panose="02020603050405020304" pitchFamily="18" charset="0"/>
                <a:cs typeface="Times New Roman" panose="02020603050405020304" pitchFamily="18" charset="0"/>
              </a:rPr>
              <a:t>2</a:t>
            </a:r>
            <a:r>
              <a:rPr lang="en-US" sz="1800">
                <a:effectLst/>
                <a:latin typeface="Calibri Light (Headings)"/>
                <a:ea typeface="Times New Roman" panose="02020603050405020304" pitchFamily="18" charset="0"/>
                <a:cs typeface="Times New Roman" panose="02020603050405020304" pitchFamily="18" charset="0"/>
              </a:rPr>
              <a:t> months, no additional compensation will be provided.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Once the interim position comes to an end, the employee returns to their original position and the salary reverts to their original pay rate plus any merit increases during that period. </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349098" y="1140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Interim Positions</a:t>
            </a:r>
          </a:p>
        </p:txBody>
      </p:sp>
      <p:sp>
        <p:nvSpPr>
          <p:cNvPr id="4" name="Rectangle 3">
            <a:extLst>
              <a:ext uri="{FF2B5EF4-FFF2-40B4-BE49-F238E27FC236}">
                <a16:creationId xmlns:a16="http://schemas.microsoft.com/office/drawing/2014/main" id="{8EA5CFEC-6C46-5443-0F8A-B2A7D93752FF}"/>
              </a:ext>
            </a:extLst>
          </p:cNvPr>
          <p:cNvSpPr/>
          <p:nvPr/>
        </p:nvSpPr>
        <p:spPr>
          <a:xfrm>
            <a:off x="9191313" y="448401"/>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7519591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49099" y="1306286"/>
            <a:ext cx="11493803" cy="5389171"/>
          </a:xfrm>
        </p:spPr>
        <p:txBody>
          <a:bodyPr>
            <a:normAutofit/>
          </a:bodyPr>
          <a:lstStyle/>
          <a:p>
            <a:pPr marL="0" marR="0" indent="0" algn="just">
              <a:lnSpc>
                <a:spcPct val="115000"/>
              </a:lnSpc>
              <a:spcBef>
                <a:spcPts val="0"/>
              </a:spcBef>
              <a:spcAft>
                <a:spcPts val="1000"/>
              </a:spcAft>
              <a:buNone/>
            </a:pPr>
            <a:endParaRPr lang="en-US" sz="1800">
              <a:effectLst/>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Temporary coverage of position is when an employee assumes additional roles or responsibilities to support a colleague or supervisor during a short-term leave of absence (such as vacation, maternity or paternity leave, or medical disability).</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It is different from an interim position because the employee is not fully assuming a new position; only certain aspects of the position.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Prior to their temporary departure, the employee who is taking the leave of absence must send an all staff email to provide notice on roles and responsibilities and who to contact for each.</a:t>
            </a:r>
          </a:p>
          <a:p>
            <a:pPr marL="0" marR="0" indent="0" algn="just">
              <a:lnSpc>
                <a:spcPct val="115000"/>
              </a:lnSpc>
              <a:spcBef>
                <a:spcPts val="0"/>
              </a:spcBef>
              <a:spcAft>
                <a:spcPts val="1000"/>
              </a:spcAft>
              <a:buNone/>
            </a:pPr>
            <a:endParaRPr lang="en-US" sz="1800">
              <a:effectLst/>
              <a:latin typeface="Calibri Light (Headings)"/>
              <a:ea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1800" b="1">
                <a:solidFill>
                  <a:srgbClr val="4472C4"/>
                </a:solidFill>
                <a:effectLst/>
                <a:latin typeface="Calibri Light (Headings)"/>
                <a:ea typeface="Times New Roman" panose="02020603050405020304" pitchFamily="18" charset="0"/>
                <a:cs typeface="Times New Roman" panose="02020603050405020304" pitchFamily="18" charset="0"/>
              </a:rPr>
              <a:t>Temporary Coverage of Positions Remuneration</a:t>
            </a:r>
            <a:endParaRPr lang="en-US" sz="1800">
              <a:effectLst/>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Taking on additional responsibilities on a temporary coverage basis does not result in an increase in salary.</a:t>
            </a:r>
          </a:p>
          <a:p>
            <a:pPr algn="just">
              <a:lnSpc>
                <a:spcPct val="115000"/>
              </a:lnSpc>
              <a:spcBef>
                <a:spcPts val="0"/>
              </a:spcBef>
              <a:spcAft>
                <a:spcPts val="1000"/>
              </a:spcAft>
            </a:pPr>
            <a:r>
              <a:rPr lang="en-US" sz="1800">
                <a:latin typeface="Calibri Light (Headings)"/>
                <a:ea typeface="Times New Roman" panose="02020603050405020304" pitchFamily="18" charset="0"/>
                <a:cs typeface="Times New Roman" panose="02020603050405020304" pitchFamily="18" charset="0"/>
              </a:rPr>
              <a:t>Employees may be required to sign a wavier indicating they will not receive additional pay</a:t>
            </a:r>
            <a:endParaRPr lang="en-US" sz="1800">
              <a:effectLst/>
              <a:latin typeface="Calibri Light (Headings)"/>
              <a:ea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349098" y="1140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Temporary Coverage of Positions</a:t>
            </a:r>
          </a:p>
        </p:txBody>
      </p:sp>
      <p:sp>
        <p:nvSpPr>
          <p:cNvPr id="4" name="Rectangle 3">
            <a:extLst>
              <a:ext uri="{FF2B5EF4-FFF2-40B4-BE49-F238E27FC236}">
                <a16:creationId xmlns:a16="http://schemas.microsoft.com/office/drawing/2014/main" id="{8EA5CFEC-6C46-5443-0F8A-B2A7D93752FF}"/>
              </a:ext>
            </a:extLst>
          </p:cNvPr>
          <p:cNvSpPr/>
          <p:nvPr/>
        </p:nvSpPr>
        <p:spPr>
          <a:xfrm>
            <a:off x="9191313" y="448401"/>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42154460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349099" y="1306286"/>
            <a:ext cx="11493803" cy="5389171"/>
          </a:xfrm>
        </p:spPr>
        <p:txBody>
          <a:bodyPr>
            <a:normAutofit/>
          </a:bodyPr>
          <a:lstStyle/>
          <a:p>
            <a:pPr marL="0" marR="0" indent="0" algn="just">
              <a:lnSpc>
                <a:spcPct val="115000"/>
              </a:lnSpc>
              <a:spcBef>
                <a:spcPts val="0"/>
              </a:spcBef>
              <a:spcAft>
                <a:spcPts val="1000"/>
              </a:spcAft>
              <a:buNone/>
            </a:pPr>
            <a:endParaRPr lang="en-US" sz="1800">
              <a:effectLst/>
              <a:latin typeface="Calibri Light (Headings)"/>
              <a:ea typeface="Times New Roman" panose="02020603050405020304" pitchFamily="18" charset="0"/>
              <a:cs typeface="Times New Roman" panose="02020603050405020304" pitchFamily="18" charset="0"/>
            </a:endParaRP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Will rehiring former employees with certain conditions.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Former employees must apply </a:t>
            </a:r>
            <a:r>
              <a:rPr lang="en-US" sz="1800">
                <a:latin typeface="Calibri Light (Headings)"/>
                <a:ea typeface="Times New Roman" panose="02020603050405020304" pitchFamily="18" charset="0"/>
                <a:cs typeface="Times New Roman" panose="02020603050405020304" pitchFamily="18" charset="0"/>
              </a:rPr>
              <a:t>to the job and </a:t>
            </a:r>
            <a:r>
              <a:rPr lang="en-US" sz="1800">
                <a:effectLst/>
                <a:latin typeface="Calibri Light (Headings)"/>
                <a:ea typeface="Times New Roman" panose="02020603050405020304" pitchFamily="18" charset="0"/>
                <a:cs typeface="Times New Roman" panose="02020603050405020304" pitchFamily="18" charset="0"/>
              </a:rPr>
              <a:t>participating in the competitive recruitment, selection, and interview process.  </a:t>
            </a:r>
          </a:p>
          <a:p>
            <a:pPr algn="just">
              <a:lnSpc>
                <a:spcPct val="115000"/>
              </a:lnSpc>
              <a:spcBef>
                <a:spcPts val="0"/>
              </a:spcBef>
              <a:spcAft>
                <a:spcPts val="1000"/>
              </a:spcAft>
            </a:pPr>
            <a:r>
              <a:rPr lang="en-US" sz="1800">
                <a:effectLst/>
                <a:latin typeface="Calibri Light (Headings)"/>
                <a:ea typeface="Times New Roman" panose="02020603050405020304" pitchFamily="18" charset="0"/>
                <a:cs typeface="Times New Roman" panose="02020603050405020304" pitchFamily="18" charset="0"/>
              </a:rPr>
              <a:t>Partners will review the employee's past performance, the circumstances of their separation from  Partners, and conduct a verification of the positions held before leaving Partners.</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349098" y="1140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Rehiring of Former Employees</a:t>
            </a:r>
          </a:p>
        </p:txBody>
      </p:sp>
      <p:sp>
        <p:nvSpPr>
          <p:cNvPr id="4" name="Rectangle 3">
            <a:extLst>
              <a:ext uri="{FF2B5EF4-FFF2-40B4-BE49-F238E27FC236}">
                <a16:creationId xmlns:a16="http://schemas.microsoft.com/office/drawing/2014/main" id="{8EA5CFEC-6C46-5443-0F8A-B2A7D93752FF}"/>
              </a:ext>
            </a:extLst>
          </p:cNvPr>
          <p:cNvSpPr/>
          <p:nvPr/>
        </p:nvSpPr>
        <p:spPr>
          <a:xfrm>
            <a:off x="9191313" y="448401"/>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1154906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686834" y="1153572"/>
            <a:ext cx="3200400" cy="4461163"/>
          </a:xfrm>
        </p:spPr>
        <p:txBody>
          <a:bodyPr>
            <a:normAutofit/>
          </a:bodyPr>
          <a:lstStyle/>
          <a:p>
            <a:r>
              <a:rPr lang="en-US">
                <a:solidFill>
                  <a:srgbClr val="FFFFFF"/>
                </a:solidFill>
              </a:rPr>
              <a:t>Table of Content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447308" y="591344"/>
            <a:ext cx="6906491" cy="5585619"/>
          </a:xfrm>
        </p:spPr>
        <p:txBody>
          <a:bodyPr anchor="ctr">
            <a:normAutofit/>
          </a:bodyPr>
          <a:lstStyle/>
          <a:p>
            <a:pPr marL="0" indent="0">
              <a:buNone/>
            </a:pPr>
            <a:r>
              <a:rPr lang="en-US" sz="3600"/>
              <a:t>Updates to Performance and Salary Section</a:t>
            </a:r>
          </a:p>
          <a:p>
            <a:endParaRPr lang="en-US" sz="3600"/>
          </a:p>
        </p:txBody>
      </p:sp>
    </p:spTree>
    <p:extLst>
      <p:ext uri="{BB962C8B-B14F-4D97-AF65-F5344CB8AC3E}">
        <p14:creationId xmlns:p14="http://schemas.microsoft.com/office/powerpoint/2010/main" val="3825412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279918" y="969061"/>
            <a:ext cx="11513976" cy="5422409"/>
          </a:xfrm>
        </p:spPr>
        <p:txBody>
          <a:bodyPr>
            <a:noAutofit/>
          </a:bodyPr>
          <a:lstStyle/>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Partners is committed to promoting pay transparency in compliance with the U.S. Department of Labor’s Office of Federal Contract Compliance Programs (OFCCP). This policy is designed to ensure that our pay practices are fair, nondiscriminatory, and transparent, providing employees with information about compensation, the factors influencing pay decisions, and the avenues to discuss compensation matters openly without fear of retaliation.</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Partners adheres to the principles of the Equal Pay Act, ensuring that all employees are compensated fairly and without discrimination based on gender, race, ethnicity, age, religion, disability, or any other protected characteristic. Employees in similar positions with similar qualifications and performance will receive equal pay.</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Additionally, Partners will maintain and communicate a clear pay structure that outlines salary ranges or pay bands for different job positions within the organization. This information will be made accessible to employees to facilitate transparency and informed decision-making regarding career growth and compensation negotiation.</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Partners will openly communicate the various factors considered when determining employee compensation. These factors may include job responsibilities, experience, education, skills, certifications, performance evaluations, and market conditions. By understanding these factors, employees can have a clear understanding of how their compensation is determined. </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While Partners promotes pay transparency, Partners also respect the privacy and confidentiality of individual employees. Therefore, employees are expected to exercise discretion and refrain from disclosing specific compensation details of colleagues without consent.</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have the right to discuss their compensation, benefits, and any concerns they may have with their supervisors, Unit Leader, or HR. Partners prohibits any form of retaliation or discrimination against employees or applicants who engage in discussions or raise concerns related to compensation matters or because they have inquired about, discussed, or disclosed their own pay or the pay of another employee or applicant. However, employees who have access to the compensation information of other employees or applicants as a part of their essential job functions cannot disclose the pay of others to individuals who do not otherwise have access to compensation information, unless the disclosure is: 1) in response to a formal complaint or charge; 2) in furtherance of an investigation, proceeding, hearing or action, including an investigation conducted by the employer; or 3) consistent with the contractor's legal duty to furnish information.</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57534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Pay Transparency Act</a:t>
            </a:r>
            <a:endParaRPr lang="en-US"/>
          </a:p>
        </p:txBody>
      </p:sp>
      <p:sp>
        <p:nvSpPr>
          <p:cNvPr id="4" name="Rectangle 3">
            <a:extLst>
              <a:ext uri="{FF2B5EF4-FFF2-40B4-BE49-F238E27FC236}">
                <a16:creationId xmlns:a16="http://schemas.microsoft.com/office/drawing/2014/main" id="{8E455E54-9D21-3820-1D38-B9CC939A425C}"/>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1900928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660848" y="4361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360 Degree Review</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732453" y="1761744"/>
            <a:ext cx="10884159" cy="44897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In June, Partners will conduct 360-degree reviews to foster a culture of open communication and professional development within Partners. This feedback mechanism is designed to provide individuals with comprehensive insights into their strengths, areas for improvement, and potential blind spots from multiple perspectives, including peers, subordinates, and supervisors. Reviews are encouraged to focus on constructive criticism and honest observations. This process is </a:t>
            </a:r>
            <a:r>
              <a:rPr lang="en-US" sz="1800" u="sng">
                <a:effectLst/>
                <a:latin typeface="Calibri Light (Headings)"/>
                <a:ea typeface="HGMinchoB"/>
                <a:cs typeface="Times New Roman" panose="02020603050405020304" pitchFamily="18" charset="0"/>
              </a:rPr>
              <a:t>not tied to performance evaluations</a:t>
            </a:r>
            <a:r>
              <a:rPr lang="en-US" sz="1800">
                <a:effectLst/>
                <a:latin typeface="Calibri Light (Headings)"/>
                <a:ea typeface="HGMinchoB"/>
                <a:cs typeface="Times New Roman" panose="02020603050405020304" pitchFamily="18" charset="0"/>
              </a:rPr>
              <a:t> but rather serves as a tool for personal and professional growth. </a:t>
            </a:r>
          </a:p>
          <a:p>
            <a:pPr marL="0" marR="0" indent="0" algn="just">
              <a:lnSpc>
                <a:spcPct val="115000"/>
              </a:lnSpc>
              <a:spcBef>
                <a:spcPts val="0"/>
              </a:spcBef>
              <a:spcAft>
                <a:spcPts val="1000"/>
              </a:spcAft>
              <a:buNone/>
            </a:pPr>
            <a:endParaRPr lang="en-US" sz="1800">
              <a:effectLst/>
              <a:latin typeface="Calibri Light (Headings)"/>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Feedback recipients are encouraged to reflect on received insights, identify actionable steps for improvement, and leverage support resources as needed. Throughout the 360-degreee review process, confidentiality is required to ensure that feedback is shared in a secure and respectful manner.</a:t>
            </a:r>
          </a:p>
        </p:txBody>
      </p:sp>
      <p:sp>
        <p:nvSpPr>
          <p:cNvPr id="8" name="Rectangle 7">
            <a:extLst>
              <a:ext uri="{FF2B5EF4-FFF2-40B4-BE49-F238E27FC236}">
                <a16:creationId xmlns:a16="http://schemas.microsoft.com/office/drawing/2014/main" id="{9AD11763-1CEF-DFDC-C6CD-2F498FA14795}"/>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5611274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660848" y="4361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90 Day Performance Review</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732453" y="1761744"/>
            <a:ext cx="10884159" cy="44897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Partners 90-day performance review is to ensure a smooth onboarding process and setting the stage for long-term success. During the first 90-days of a new hire or employee who moved to a new position (whether as a transfer to another position or promotion), the employee’s supervisor is tasked with providing comprehensive feedback. The review will assess their understanding of job responsibilities, serve as an opportunity to address any early challenges, and identify any need for additional trainings. Moreover, it allows for open dialogue between the employee and their supervisor. All supervisors must complete the template for the </a:t>
            </a:r>
            <a:r>
              <a:rPr lang="en-US" sz="1800" u="sng">
                <a:solidFill>
                  <a:srgbClr val="00A3D6"/>
                </a:solidFill>
                <a:effectLst/>
                <a:latin typeface="Calibri Light (Headings)"/>
                <a:ea typeface="HGMinchoB"/>
                <a:cs typeface="Times New Roman" panose="02020603050405020304" pitchFamily="18" charset="0"/>
                <a:hlinkClick r:id="rId2"/>
              </a:rPr>
              <a:t>90-day performance review</a:t>
            </a:r>
            <a:r>
              <a:rPr lang="en-US" sz="1800">
                <a:effectLst/>
                <a:latin typeface="Calibri Light (Headings)"/>
                <a:ea typeface="HGMinchoB"/>
                <a:cs typeface="Times New Roman" panose="02020603050405020304" pitchFamily="18" charset="0"/>
              </a:rPr>
              <a:t>. </a:t>
            </a:r>
          </a:p>
        </p:txBody>
      </p:sp>
      <p:sp>
        <p:nvSpPr>
          <p:cNvPr id="8" name="Rectangle 7">
            <a:extLst>
              <a:ext uri="{FF2B5EF4-FFF2-40B4-BE49-F238E27FC236}">
                <a16:creationId xmlns:a16="http://schemas.microsoft.com/office/drawing/2014/main" id="{9AD11763-1CEF-DFDC-C6CD-2F498FA14795}"/>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108373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660848" y="4361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Salary Adjustment for Cost of Living </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732453" y="1761744"/>
            <a:ext cx="10884159" cy="44897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Partners recognizes the importance of ensuring that our employees' salaries keep pace with the cost of living. Therefore, annually Partners may provide salary adjustments for cost of living to help maintain the purchasing power of our employees' earnings. In all instances, increases are dependent on the overall financial health of the organization, and are based on the approval by Partners President &amp; CEO.</a:t>
            </a:r>
          </a:p>
          <a:p>
            <a:pPr marL="0" indent="0" algn="just">
              <a:lnSpc>
                <a:spcPct val="115000"/>
              </a:lnSpc>
              <a:spcBef>
                <a:spcPts val="0"/>
              </a:spcBef>
              <a:spcAft>
                <a:spcPts val="1000"/>
              </a:spcAft>
              <a:buNone/>
            </a:pPr>
            <a:r>
              <a:rPr lang="en-US" sz="1800">
                <a:effectLst/>
                <a:latin typeface="Calibri Light (Headings)"/>
              </a:rPr>
              <a:t>To determine the percentage, HR in collaboration with relevant stakeholders, will assess the cost of living factors and economic indicators. HR will use this assessment to determine the appropriate cost of living adjustment percentage </a:t>
            </a:r>
            <a:r>
              <a:rPr lang="en-US" sz="1800" u="sng">
                <a:effectLst/>
                <a:latin typeface="Calibri Light (Headings)"/>
              </a:rPr>
              <a:t>within 0%-2%. </a:t>
            </a:r>
            <a:r>
              <a:rPr lang="en-US" sz="1800">
                <a:effectLst/>
                <a:latin typeface="+mj-lt"/>
                <a:ea typeface="HGMinchoB"/>
                <a:cs typeface="Times New Roman" panose="02020603050405020304" pitchFamily="18" charset="0"/>
              </a:rPr>
              <a:t>The percentage for cost of living if approved by the President &amp; CEO will apply to all staff within the respective country. All percentage increases are proportional to time worked within the year.</a:t>
            </a:r>
          </a:p>
          <a:p>
            <a:pPr marL="0" indent="0" algn="just">
              <a:lnSpc>
                <a:spcPct val="115000"/>
              </a:lnSpc>
              <a:spcBef>
                <a:spcPts val="0"/>
              </a:spcBef>
              <a:spcAft>
                <a:spcPts val="1000"/>
              </a:spcAft>
              <a:buNone/>
            </a:pPr>
            <a:endParaRPr lang="en-US" sz="1800">
              <a:effectLst/>
              <a:latin typeface="+mj-lt"/>
              <a:ea typeface="HGMinchoB"/>
              <a:cs typeface="Times New Roman" panose="02020603050405020304" pitchFamily="18" charset="0"/>
            </a:endParaRPr>
          </a:p>
          <a:p>
            <a:pPr marL="0" indent="0" algn="just">
              <a:lnSpc>
                <a:spcPct val="115000"/>
              </a:lnSpc>
              <a:spcBef>
                <a:spcPts val="0"/>
              </a:spcBef>
              <a:spcAft>
                <a:spcPts val="1000"/>
              </a:spcAft>
              <a:buNone/>
            </a:pPr>
            <a:r>
              <a:rPr lang="en-US" sz="1800">
                <a:latin typeface="+mj-lt"/>
                <a:ea typeface="HGMinchoB"/>
                <a:cs typeface="Times New Roman" panose="02020603050405020304" pitchFamily="18" charset="0"/>
              </a:rPr>
              <a:t>*Pending working group feedback</a:t>
            </a:r>
          </a:p>
        </p:txBody>
      </p:sp>
      <p:sp>
        <p:nvSpPr>
          <p:cNvPr id="8" name="Rectangle 7">
            <a:extLst>
              <a:ext uri="{FF2B5EF4-FFF2-40B4-BE49-F238E27FC236}">
                <a16:creationId xmlns:a16="http://schemas.microsoft.com/office/drawing/2014/main" id="{9AD11763-1CEF-DFDC-C6CD-2F498FA14795}"/>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2393573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660848" y="4361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Salary Adjustment for Merit</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704460" y="1761745"/>
            <a:ext cx="10874829" cy="475102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nSpc>
                <a:spcPct val="120000"/>
              </a:lnSpc>
              <a:spcBef>
                <a:spcPts val="0"/>
              </a:spcBef>
              <a:spcAft>
                <a:spcPts val="1000"/>
              </a:spcAft>
              <a:buNone/>
            </a:pPr>
            <a:r>
              <a:rPr lang="en-US" sz="1600">
                <a:effectLst/>
                <a:latin typeface="Calibri Light (Headings)"/>
              </a:rPr>
              <a:t>Salaries for all employees are reviewed annually. Merit based adjustments to salaries may reflect general changes applicable to many positions and may also reflect merit changes based on the performance of an individual. The range for salary increases are </a:t>
            </a:r>
            <a:r>
              <a:rPr lang="en-US" sz="1600" u="sng">
                <a:effectLst/>
                <a:latin typeface="Calibri Light (Headings)"/>
              </a:rPr>
              <a:t>within a 0%-3% range</a:t>
            </a:r>
            <a:r>
              <a:rPr lang="en-US" sz="1600">
                <a:effectLst/>
                <a:latin typeface="Calibri Light (Headings)"/>
              </a:rPr>
              <a:t>; although, rate increases outside this range may be authorized by the President &amp; CEO. </a:t>
            </a:r>
          </a:p>
          <a:p>
            <a:pPr marL="0" marR="0">
              <a:lnSpc>
                <a:spcPct val="120000"/>
              </a:lnSpc>
              <a:spcBef>
                <a:spcPts val="0"/>
              </a:spcBef>
              <a:spcAft>
                <a:spcPts val="1000"/>
              </a:spcAft>
            </a:pPr>
            <a:endParaRPr lang="en-US" sz="1600">
              <a:effectLst/>
              <a:latin typeface="Calibri Light (Headings)"/>
            </a:endParaRPr>
          </a:p>
          <a:p>
            <a:pPr marL="0" marR="0" indent="0">
              <a:lnSpc>
                <a:spcPct val="120000"/>
              </a:lnSpc>
              <a:spcBef>
                <a:spcPts val="0"/>
              </a:spcBef>
              <a:spcAft>
                <a:spcPts val="1000"/>
              </a:spcAft>
              <a:buNone/>
            </a:pPr>
            <a:r>
              <a:rPr lang="en-US" sz="1600">
                <a:effectLst/>
                <a:latin typeface="Calibri Light (Headings)"/>
              </a:rPr>
              <a:t>The percentage increase will be based on the annual performance review score and </a:t>
            </a:r>
            <a:r>
              <a:rPr lang="en-US" sz="1600" u="sng">
                <a:effectLst/>
                <a:latin typeface="Calibri Light (Headings)"/>
              </a:rPr>
              <a:t>proportional to time worked within the year and/or or since the date of the last increase or promotion received during the year</a:t>
            </a:r>
            <a:r>
              <a:rPr lang="en-US" sz="1600">
                <a:effectLst/>
                <a:latin typeface="Calibri Light (Headings)"/>
              </a:rPr>
              <a:t>. </a:t>
            </a:r>
          </a:p>
          <a:p>
            <a:pPr marL="0" marR="0">
              <a:lnSpc>
                <a:spcPct val="120000"/>
              </a:lnSpc>
              <a:spcBef>
                <a:spcPts val="0"/>
              </a:spcBef>
              <a:spcAft>
                <a:spcPts val="1000"/>
              </a:spcAft>
            </a:pPr>
            <a:endParaRPr lang="en-US" sz="1600">
              <a:effectLst/>
              <a:latin typeface="Calibri Light (Headings)"/>
            </a:endParaRPr>
          </a:p>
          <a:p>
            <a:pPr marL="0" marR="0" indent="0">
              <a:lnSpc>
                <a:spcPct val="120000"/>
              </a:lnSpc>
              <a:spcBef>
                <a:spcPts val="0"/>
              </a:spcBef>
              <a:spcAft>
                <a:spcPts val="1000"/>
              </a:spcAft>
              <a:buNone/>
            </a:pPr>
            <a:r>
              <a:rPr lang="en-US" sz="1600">
                <a:effectLst/>
                <a:latin typeface="Calibri Light (Headings)"/>
              </a:rPr>
              <a:t>In all instances, increases are dependent on the overall financial health of the organization, reflect recommendations of an employee’s supervisor(s) and are based on the approval by Partners President &amp; CEO.</a:t>
            </a:r>
          </a:p>
          <a:p>
            <a:pPr marL="0" marR="0">
              <a:lnSpc>
                <a:spcPct val="120000"/>
              </a:lnSpc>
              <a:spcBef>
                <a:spcPts val="0"/>
              </a:spcBef>
              <a:spcAft>
                <a:spcPts val="1000"/>
              </a:spcAft>
            </a:pPr>
            <a:endParaRPr lang="en-US" sz="1600">
              <a:effectLst/>
              <a:latin typeface="Calibri Light (Headings)"/>
            </a:endParaRPr>
          </a:p>
          <a:p>
            <a:pPr marL="0" marR="0" indent="0">
              <a:lnSpc>
                <a:spcPct val="120000"/>
              </a:lnSpc>
              <a:spcBef>
                <a:spcPts val="0"/>
              </a:spcBef>
              <a:spcAft>
                <a:spcPts val="1000"/>
              </a:spcAft>
              <a:buNone/>
            </a:pPr>
            <a:r>
              <a:rPr lang="en-US" sz="1600" b="0" i="0" u="none" strike="noStrike" baseline="0">
                <a:latin typeface="Calibri Light (Headings)"/>
              </a:rPr>
              <a:t>If any salary increases are approved by Partners HQ, then a Salary Increase form must be completed.</a:t>
            </a:r>
          </a:p>
          <a:p>
            <a:pPr marL="0" marR="0" indent="0">
              <a:lnSpc>
                <a:spcPct val="120000"/>
              </a:lnSpc>
              <a:spcBef>
                <a:spcPts val="0"/>
              </a:spcBef>
              <a:spcAft>
                <a:spcPts val="1000"/>
              </a:spcAft>
              <a:buNone/>
            </a:pPr>
            <a:endParaRPr lang="en-US" sz="1600">
              <a:effectLst/>
              <a:latin typeface="Calibri Light (Headings)"/>
            </a:endParaRPr>
          </a:p>
          <a:p>
            <a:pPr marL="0" indent="0">
              <a:lnSpc>
                <a:spcPct val="120000"/>
              </a:lnSpc>
              <a:spcBef>
                <a:spcPts val="0"/>
              </a:spcBef>
              <a:spcAft>
                <a:spcPts val="1000"/>
              </a:spcAft>
              <a:buNone/>
            </a:pPr>
            <a:r>
              <a:rPr lang="en-US" sz="1600">
                <a:latin typeface="+mj-lt"/>
                <a:ea typeface="HGMinchoB"/>
                <a:cs typeface="Times New Roman" panose="02020603050405020304" pitchFamily="18" charset="0"/>
              </a:rPr>
              <a:t>*Pending working group feedback</a:t>
            </a:r>
          </a:p>
          <a:p>
            <a:pPr marL="0" marR="0" indent="0">
              <a:lnSpc>
                <a:spcPct val="120000"/>
              </a:lnSpc>
              <a:spcBef>
                <a:spcPts val="0"/>
              </a:spcBef>
              <a:spcAft>
                <a:spcPts val="1000"/>
              </a:spcAft>
              <a:buNone/>
            </a:pPr>
            <a:endParaRPr lang="en-US" sz="1600">
              <a:effectLst/>
              <a:latin typeface="Calibri Light (Headings)"/>
            </a:endParaRPr>
          </a:p>
        </p:txBody>
      </p:sp>
      <p:sp>
        <p:nvSpPr>
          <p:cNvPr id="8" name="Rectangle 7">
            <a:extLst>
              <a:ext uri="{FF2B5EF4-FFF2-40B4-BE49-F238E27FC236}">
                <a16:creationId xmlns:a16="http://schemas.microsoft.com/office/drawing/2014/main" id="{9AD11763-1CEF-DFDC-C6CD-2F498FA14795}"/>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7150381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686834" y="1153572"/>
            <a:ext cx="3200400" cy="4461163"/>
          </a:xfrm>
        </p:spPr>
        <p:txBody>
          <a:bodyPr>
            <a:normAutofit/>
          </a:bodyPr>
          <a:lstStyle/>
          <a:p>
            <a:r>
              <a:rPr lang="en-US">
                <a:solidFill>
                  <a:srgbClr val="FFFFFF"/>
                </a:solidFill>
              </a:rPr>
              <a:t>Table of Content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447308" y="591344"/>
            <a:ext cx="6906491" cy="5585619"/>
          </a:xfrm>
        </p:spPr>
        <p:txBody>
          <a:bodyPr anchor="ctr">
            <a:normAutofit/>
          </a:bodyPr>
          <a:lstStyle/>
          <a:p>
            <a:pPr marL="0" indent="0">
              <a:buNone/>
            </a:pPr>
            <a:r>
              <a:rPr lang="en-US" sz="3600"/>
              <a:t>Updates to Work Schedule Section</a:t>
            </a:r>
          </a:p>
        </p:txBody>
      </p:sp>
    </p:spTree>
    <p:extLst>
      <p:ext uri="{BB962C8B-B14F-4D97-AF65-F5344CB8AC3E}">
        <p14:creationId xmlns:p14="http://schemas.microsoft.com/office/powerpoint/2010/main" val="8450814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50840"/>
            <a:ext cx="10515600" cy="1325563"/>
          </a:xfrm>
        </p:spPr>
        <p:txBody>
          <a:bodyPr/>
          <a:lstStyle/>
          <a:p>
            <a:r>
              <a:rPr lang="en-US" b="1"/>
              <a:t>Office Hours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713792" y="1376403"/>
            <a:ext cx="10837506" cy="5519228"/>
          </a:xfrm>
        </p:spPr>
        <p:txBody>
          <a:bodyPr>
            <a:noAutofit/>
          </a:bodyPr>
          <a:lstStyle/>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The workweek of Partners is seven (7) consecutive days (Sunday – Saturday). The normal work schedule for all full-time employees is an eight (8) hour day, five (5) consecutive days a week beginning on Monday. Normal business hours for regular, full-time personnel are 9:00 am - 5:30 pm, Monday through Friday, and assumes a one (1) hour lunch break. All employees must be available during Partners’ core work hours of 10:00 am - 3:00 pm ET, although responsibilities may require more than this period. More flexible work schedules (within the hours of 7:00 am to 7:00 pm) can be arranged. </a:t>
            </a:r>
          </a:p>
          <a:p>
            <a:pPr marL="0" marR="0" indent="0" algn="just">
              <a:lnSpc>
                <a:spcPct val="115000"/>
              </a:lnSpc>
              <a:spcBef>
                <a:spcPts val="0"/>
              </a:spcBef>
              <a:spcAft>
                <a:spcPts val="1000"/>
              </a:spcAft>
              <a:buNone/>
            </a:pPr>
            <a:endParaRPr lang="en-US" sz="1800">
              <a:latin typeface="Calibri Light (Headings)"/>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Employees can choose to shift their regular hours (e.g., 7:00 am – 3:30 pm EDT, 10:00 am – 6:30 pm, etc.) on some or all days of the week. Please reference the </a:t>
            </a:r>
            <a:r>
              <a:rPr lang="en-US" sz="1800" u="sng">
                <a:solidFill>
                  <a:srgbClr val="00A3D6"/>
                </a:solidFill>
                <a:effectLst/>
                <a:latin typeface="Calibri Light (Headings)"/>
                <a:ea typeface="HGMinchoB"/>
                <a:cs typeface="Times New Roman" panose="02020603050405020304" pitchFamily="18" charset="0"/>
                <a:hlinkClick r:id="rId3"/>
              </a:rPr>
              <a:t>Flexible Work Arrangement Policy</a:t>
            </a:r>
            <a:r>
              <a:rPr lang="en-US" sz="1800">
                <a:effectLst/>
                <a:latin typeface="Calibri Light (Headings)"/>
                <a:ea typeface="HGMinchoB"/>
                <a:cs typeface="Times New Roman" panose="02020603050405020304" pitchFamily="18" charset="0"/>
              </a:rPr>
              <a:t> for the procedure and approval process. Employees on a shifted hours schedule (anything other than Partners’ standard 9:00am – 5:30 pm ET M-F) must list their work hours in their Microsoft Teams status message.</a:t>
            </a:r>
          </a:p>
          <a:p>
            <a:pPr marL="0" marR="0" indent="0" algn="just">
              <a:lnSpc>
                <a:spcPct val="115000"/>
              </a:lnSpc>
              <a:spcBef>
                <a:spcPts val="0"/>
              </a:spcBef>
              <a:spcAft>
                <a:spcPts val="1000"/>
              </a:spcAft>
              <a:buNone/>
            </a:pPr>
            <a:endParaRPr lang="en-US" sz="1800">
              <a:effectLst/>
              <a:latin typeface="Calibri Light (Headings)"/>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Time taken for lunch is estimated at one (1) hour. However, if only a 30 minute lunch break is taken, the workday can be reduced by 30 minutes on either the beginning or end of the workday. </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8731039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50840"/>
            <a:ext cx="10515600" cy="1325563"/>
          </a:xfrm>
        </p:spPr>
        <p:txBody>
          <a:bodyPr/>
          <a:lstStyle/>
          <a:p>
            <a:r>
              <a:rPr lang="en-US" b="1"/>
              <a:t>Flex Work Arrangement Policy</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667139" y="1122862"/>
            <a:ext cx="10879494" cy="5519228"/>
          </a:xfrm>
        </p:spPr>
        <p:txBody>
          <a:bodyPr>
            <a:noAutofit/>
          </a:bodyPr>
          <a:lstStyle/>
          <a:p>
            <a:pPr marL="0" marR="0" indent="0" algn="just">
              <a:lnSpc>
                <a:spcPct val="115000"/>
              </a:lnSpc>
              <a:spcBef>
                <a:spcPts val="0"/>
              </a:spcBef>
              <a:spcAft>
                <a:spcPts val="1000"/>
              </a:spcAft>
              <a:buNone/>
            </a:pPr>
            <a:endParaRPr lang="en-US" sz="1800" b="1" u="sng">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2000">
                <a:effectLst/>
                <a:latin typeface="+mj-lt"/>
                <a:ea typeface="HGMinchoB"/>
                <a:cs typeface="Times New Roman" panose="02020603050405020304" pitchFamily="18" charset="0"/>
              </a:rPr>
              <a:t>This policy applies to all Partners staff that are part of the Home Office structure. Partners depends on our ability to interact and work in teams, and we must be able to be responsive to those people we serve and interact with, including our donors, partnerships, and colleagues. However, Flex Work Arrangement (FWA) may be allowed. The supervisor and employee will agree in advance and submit a </a:t>
            </a:r>
            <a:r>
              <a:rPr lang="en-US" sz="2000" u="sng">
                <a:solidFill>
                  <a:srgbClr val="00A3D6"/>
                </a:solidFill>
                <a:effectLst/>
                <a:latin typeface="+mj-lt"/>
                <a:ea typeface="HGMinchoB"/>
                <a:cs typeface="Times New Roman" panose="02020603050405020304" pitchFamily="18" charset="0"/>
                <a:hlinkClick r:id="rId3"/>
              </a:rPr>
              <a:t>request for FWA</a:t>
            </a:r>
            <a:r>
              <a:rPr lang="en-US" sz="2000">
                <a:effectLst/>
                <a:latin typeface="+mj-lt"/>
                <a:ea typeface="HGMinchoB"/>
                <a:cs typeface="Times New Roman" panose="02020603050405020304" pitchFamily="18" charset="0"/>
              </a:rPr>
              <a:t>. FWA arranges can be flex time, compressed work weeks, or another reduced scheduled. </a:t>
            </a:r>
          </a:p>
          <a:p>
            <a:pPr marL="0" marR="0" indent="0" algn="just">
              <a:lnSpc>
                <a:spcPct val="115000"/>
              </a:lnSpc>
              <a:spcBef>
                <a:spcPts val="0"/>
              </a:spcBef>
              <a:spcAft>
                <a:spcPts val="1000"/>
              </a:spcAft>
              <a:buNone/>
            </a:pPr>
            <a:endParaRPr lang="en-US" sz="20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2000">
                <a:effectLst/>
                <a:latin typeface="+mj-lt"/>
                <a:ea typeface="HGMinchoB"/>
                <a:cs typeface="Times New Roman" panose="02020603050405020304" pitchFamily="18" charset="0"/>
              </a:rPr>
              <a:t>While working under FWA employees are required to follow FWA and Partners policy at all times. Employees may perform flex work arrangement only after the complete approval process from the employee’s Supervisor, Unit Leader, HR, and the President &amp; CEO. Please review full </a:t>
            </a:r>
            <a:r>
              <a:rPr lang="en-US" sz="2000">
                <a:latin typeface="+mj-lt"/>
                <a:cs typeface="Times New Roman" panose="02020603050405020304" pitchFamily="18" charset="0"/>
              </a:rPr>
              <a:t>policy on FWA in Annex H: Flex Work Arrangement Policy. The </a:t>
            </a:r>
            <a:r>
              <a:rPr lang="en-US" sz="2000">
                <a:effectLst/>
                <a:latin typeface="+mj-lt"/>
                <a:ea typeface="HGMinchoB"/>
                <a:cs typeface="Times New Roman" panose="02020603050405020304" pitchFamily="18" charset="0"/>
              </a:rPr>
              <a:t>required FWA forms and tools are found in </a:t>
            </a:r>
            <a:r>
              <a:rPr lang="en-US" sz="2000" u="sng">
                <a:solidFill>
                  <a:srgbClr val="00A3D6"/>
                </a:solidFill>
                <a:effectLst/>
                <a:latin typeface="+mj-lt"/>
                <a:ea typeface="HGMinchoB"/>
                <a:cs typeface="Times New Roman" panose="02020603050405020304" pitchFamily="18" charset="0"/>
                <a:hlinkClick r:id="rId4"/>
              </a:rPr>
              <a:t>SharePoint </a:t>
            </a:r>
            <a:r>
              <a:rPr lang="en-US" sz="2000">
                <a:effectLst/>
                <a:latin typeface="+mj-lt"/>
                <a:ea typeface="HGMinchoB"/>
                <a:cs typeface="Times New Roman" panose="02020603050405020304" pitchFamily="18" charset="0"/>
              </a:rPr>
              <a:t>and </a:t>
            </a:r>
            <a:r>
              <a:rPr lang="en-US" sz="2000" u="sng">
                <a:solidFill>
                  <a:srgbClr val="00A3D6"/>
                </a:solidFill>
                <a:effectLst/>
                <a:latin typeface="+mj-lt"/>
                <a:ea typeface="HGMinchoB"/>
                <a:cs typeface="Times New Roman" panose="02020603050405020304" pitchFamily="18" charset="0"/>
                <a:hlinkClick r:id="rId3"/>
              </a:rPr>
              <a:t>PandaDoc</a:t>
            </a:r>
            <a:endParaRPr lang="en-US" sz="1800">
              <a:effectLst/>
              <a:latin typeface="+mj-lt"/>
              <a:ea typeface="HGMinchoB"/>
              <a:cs typeface="Times New Roman" panose="02020603050405020304" pitchFamily="18" charset="0"/>
            </a:endParaRP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3519166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BA71D3-54AF-446B-2965-E0173E421151}"/>
              </a:ext>
            </a:extLst>
          </p:cNvPr>
          <p:cNvSpPr txBox="1">
            <a:spLocks/>
          </p:cNvSpPr>
          <p:nvPr/>
        </p:nvSpPr>
        <p:spPr>
          <a:xfrm>
            <a:off x="567612" y="19243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Telecommuting Policy </a:t>
            </a:r>
            <a:endParaRPr lang="en-US"/>
          </a:p>
        </p:txBody>
      </p:sp>
      <p:sp>
        <p:nvSpPr>
          <p:cNvPr id="4" name="Rectangle 3">
            <a:extLst>
              <a:ext uri="{FF2B5EF4-FFF2-40B4-BE49-F238E27FC236}">
                <a16:creationId xmlns:a16="http://schemas.microsoft.com/office/drawing/2014/main" id="{C057B917-574B-D208-FA6C-7500CA64CE72}"/>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
        <p:nvSpPr>
          <p:cNvPr id="5" name="Content Placeholder 2">
            <a:extLst>
              <a:ext uri="{FF2B5EF4-FFF2-40B4-BE49-F238E27FC236}">
                <a16:creationId xmlns:a16="http://schemas.microsoft.com/office/drawing/2014/main" id="{D6334D6F-3FCB-C020-90F9-DAE5FF7508E9}"/>
              </a:ext>
            </a:extLst>
          </p:cNvPr>
          <p:cNvSpPr txBox="1">
            <a:spLocks/>
          </p:cNvSpPr>
          <p:nvPr/>
        </p:nvSpPr>
        <p:spPr>
          <a:xfrm>
            <a:off x="667395" y="1197661"/>
            <a:ext cx="11084511" cy="51666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0"/>
              </a:spcAft>
              <a:buNone/>
            </a:pPr>
            <a:endParaRPr lang="en-US" sz="2000" b="1">
              <a:solidFill>
                <a:srgbClr val="D16349"/>
              </a:solidFill>
              <a:effectLst/>
              <a:latin typeface="Calibri Light (Headings)"/>
              <a:ea typeface="HGGothicM"/>
              <a:cs typeface="Arial" panose="020B0604020202020204" pitchFamily="34" charset="0"/>
            </a:endParaRPr>
          </a:p>
          <a:p>
            <a:pPr marL="0" marR="0" indent="0" algn="just">
              <a:lnSpc>
                <a:spcPct val="115000"/>
              </a:lnSpc>
              <a:spcBef>
                <a:spcPts val="0"/>
              </a:spcBef>
              <a:spcAft>
                <a:spcPts val="0"/>
              </a:spcAft>
              <a:buNone/>
            </a:pPr>
            <a:r>
              <a:rPr lang="en-US" sz="2000" b="1">
                <a:solidFill>
                  <a:srgbClr val="D16349"/>
                </a:solidFill>
                <a:effectLst/>
                <a:latin typeface="Calibri Light (Headings)"/>
                <a:ea typeface="HGGothicM"/>
                <a:cs typeface="Arial" panose="020B0604020202020204" pitchFamily="34" charset="0"/>
              </a:rPr>
              <a:t>Eligibility and Requirements for Telecommuter Arrangements</a:t>
            </a:r>
          </a:p>
          <a:p>
            <a:pPr marL="0" marR="0" indent="0" algn="just">
              <a:lnSpc>
                <a:spcPct val="115000"/>
              </a:lnSpc>
              <a:spcBef>
                <a:spcPts val="0"/>
              </a:spcBef>
              <a:spcAft>
                <a:spcPts val="0"/>
              </a:spcAft>
              <a:buNone/>
            </a:pPr>
            <a:r>
              <a:rPr lang="en-US" sz="1600">
                <a:effectLst/>
                <a:latin typeface="Calibri Light (Headings)"/>
                <a:ea typeface="HGMinchoB"/>
                <a:cs typeface="Times New Roman" panose="02020603050405020304" pitchFamily="18" charset="0"/>
              </a:rPr>
              <a:t>Adapting to the evolving work landscape, we are introducing Partners' new telecommuting approach and outlining the 2024 in-person attendance requirement. This initiative aims to balance flexibility for staff, consider diverse talent pools, and foster a thoughtful approach to new hires.</a:t>
            </a:r>
          </a:p>
          <a:p>
            <a:pPr marL="0" marR="0" indent="0" algn="just">
              <a:lnSpc>
                <a:spcPct val="115000"/>
              </a:lnSpc>
              <a:spcBef>
                <a:spcPts val="0"/>
              </a:spcBef>
              <a:spcAft>
                <a:spcPts val="0"/>
              </a:spcAft>
              <a:buNone/>
            </a:pPr>
            <a:endParaRPr lang="en-US" sz="1600">
              <a:effectLst/>
              <a:latin typeface="Calibri Light (Headings)"/>
              <a:ea typeface="HGMinchoB"/>
              <a:cs typeface="Times New Roman" panose="02020603050405020304" pitchFamily="18" charset="0"/>
            </a:endParaRPr>
          </a:p>
          <a:p>
            <a:pPr algn="just">
              <a:lnSpc>
                <a:spcPct val="115000"/>
              </a:lnSpc>
              <a:spcBef>
                <a:spcPts val="0"/>
              </a:spcBef>
            </a:pPr>
            <a:r>
              <a:rPr lang="en-US" sz="1600">
                <a:effectLst/>
                <a:latin typeface="Calibri Light (Headings)"/>
                <a:ea typeface="HGMinchoB"/>
                <a:cs typeface="Times New Roman" panose="02020603050405020304" pitchFamily="18" charset="0"/>
              </a:rPr>
              <a:t>Employees approved for full telecommuting prior to January 1, 2024, will be "grandfathered" to the changes regarding how Partners approaches telecommuting. </a:t>
            </a:r>
          </a:p>
          <a:p>
            <a:pPr marL="0" indent="0" algn="just">
              <a:lnSpc>
                <a:spcPct val="115000"/>
              </a:lnSpc>
              <a:spcBef>
                <a:spcPts val="0"/>
              </a:spcBef>
              <a:buNone/>
            </a:pPr>
            <a:endParaRPr lang="en-US" sz="1600">
              <a:latin typeface="Calibri Light (Headings)"/>
              <a:ea typeface="HGMinchoB"/>
              <a:cs typeface="Times New Roman" panose="02020603050405020304" pitchFamily="18" charset="0"/>
            </a:endParaRPr>
          </a:p>
          <a:p>
            <a:pPr algn="just">
              <a:lnSpc>
                <a:spcPct val="115000"/>
              </a:lnSpc>
              <a:spcBef>
                <a:spcPts val="0"/>
              </a:spcBef>
            </a:pPr>
            <a:r>
              <a:rPr lang="en-US" sz="1600">
                <a:effectLst/>
                <a:latin typeface="Calibri Light (Headings)"/>
                <a:ea typeface="HGMinchoB"/>
                <a:cs typeface="Times New Roman" panose="02020603050405020304" pitchFamily="18" charset="0"/>
              </a:rPr>
              <a:t>Most new hires and existing employees will reside in the DMV. However, an employee will be exempt from the once a week in-person attendance due to meeting </a:t>
            </a:r>
            <a:r>
              <a:rPr lang="en-US" sz="1600" b="1" u="sng">
                <a:effectLst/>
                <a:latin typeface="Calibri Light (Headings)"/>
                <a:ea typeface="HGMinchoB"/>
                <a:cs typeface="Times New Roman" panose="02020603050405020304" pitchFamily="18" charset="0"/>
              </a:rPr>
              <a:t>both</a:t>
            </a:r>
            <a:r>
              <a:rPr lang="en-US" sz="1600">
                <a:effectLst/>
                <a:latin typeface="Calibri Light (Headings)"/>
                <a:ea typeface="HGMinchoB"/>
                <a:cs typeface="Times New Roman" panose="02020603050405020304" pitchFamily="18" charset="0"/>
              </a:rPr>
              <a:t> conditions of eligibility below:</a:t>
            </a:r>
          </a:p>
          <a:p>
            <a:pPr algn="just">
              <a:lnSpc>
                <a:spcPct val="115000"/>
              </a:lnSpc>
              <a:spcBef>
                <a:spcPts val="0"/>
              </a:spcBef>
            </a:pPr>
            <a:endParaRPr lang="en-US" sz="1600">
              <a:effectLst/>
              <a:latin typeface="Calibri Light (Headings)"/>
              <a:ea typeface="HGMinchoB"/>
              <a:cs typeface="Times New Roman" panose="02020603050405020304" pitchFamily="18" charset="0"/>
            </a:endParaRPr>
          </a:p>
          <a:p>
            <a:pPr marL="742950" marR="0" lvl="1" indent="-285750" algn="just">
              <a:lnSpc>
                <a:spcPct val="115000"/>
              </a:lnSpc>
              <a:spcBef>
                <a:spcPts val="0"/>
              </a:spcBef>
              <a:spcAft>
                <a:spcPts val="0"/>
              </a:spcAft>
              <a:buFont typeface="+mj-lt"/>
              <a:buAutoNum type="alphaLcPeriod"/>
            </a:pPr>
            <a:r>
              <a:rPr lang="en-US" sz="1600">
                <a:solidFill>
                  <a:srgbClr val="000000"/>
                </a:solidFill>
                <a:effectLst/>
                <a:latin typeface="Calibri Light (Headings)"/>
                <a:ea typeface="Arial" panose="020B0604020202020204" pitchFamily="34" charset="0"/>
                <a:cs typeface="Times New Roman" panose="02020603050405020304" pitchFamily="18" charset="0"/>
              </a:rPr>
              <a:t>Employee or new hire is an </a:t>
            </a:r>
            <a:r>
              <a:rPr lang="en-US" sz="1600">
                <a:effectLst/>
                <a:latin typeface="Calibri Light (Headings)"/>
                <a:ea typeface="HGMinchoB"/>
                <a:cs typeface="Times New Roman" panose="02020603050405020304" pitchFamily="18" charset="0"/>
              </a:rPr>
              <a:t>Associate Director Level and Above: </a:t>
            </a:r>
          </a:p>
          <a:p>
            <a:pPr marL="1143000" marR="0" lvl="2" indent="-228600" algn="just">
              <a:lnSpc>
                <a:spcPct val="115000"/>
              </a:lnSpc>
              <a:spcBef>
                <a:spcPts val="0"/>
              </a:spcBef>
              <a:spcAft>
                <a:spcPts val="0"/>
              </a:spcAft>
              <a:buFont typeface="+mj-lt"/>
              <a:buAutoNum type="romanLcPeriod"/>
            </a:pPr>
            <a:r>
              <a:rPr lang="en-US" sz="1600">
                <a:effectLst/>
                <a:latin typeface="Calibri Light (Headings)"/>
                <a:ea typeface="HGMinchoB"/>
                <a:cs typeface="Times New Roman" panose="02020603050405020304" pitchFamily="18" charset="0"/>
              </a:rPr>
              <a:t>For new hires, after </a:t>
            </a:r>
            <a:r>
              <a:rPr lang="en-US" sz="1600" b="1" u="sng">
                <a:effectLst/>
                <a:latin typeface="Calibri Light (Headings)"/>
                <a:ea typeface="HGMinchoB"/>
                <a:cs typeface="Times New Roman" panose="02020603050405020304" pitchFamily="18" charset="0"/>
              </a:rPr>
              <a:t>three months</a:t>
            </a:r>
            <a:r>
              <a:rPr lang="en-US" sz="1600">
                <a:effectLst/>
                <a:latin typeface="Calibri Light (Headings)"/>
                <a:ea typeface="HGMinchoB"/>
                <a:cs typeface="Times New Roman" panose="02020603050405020304" pitchFamily="18" charset="0"/>
              </a:rPr>
              <a:t> of unsuccessful recruitment for an Associate Director level position and above, HR will modify the job posting to make it eligible for Full Telecommuter Status and begin recruiting outside of the DMV area. </a:t>
            </a:r>
          </a:p>
          <a:p>
            <a:pPr marL="742950" marR="0" lvl="1" indent="-285750" algn="just">
              <a:lnSpc>
                <a:spcPct val="115000"/>
              </a:lnSpc>
              <a:spcBef>
                <a:spcPts val="0"/>
              </a:spcBef>
              <a:spcAft>
                <a:spcPts val="1000"/>
              </a:spcAft>
              <a:buFont typeface="+mj-lt"/>
              <a:buAutoNum type="alphaLcPeriod"/>
            </a:pPr>
            <a:r>
              <a:rPr lang="en-US" sz="1600">
                <a:effectLst/>
                <a:latin typeface="Calibri Light (Headings)"/>
                <a:ea typeface="HGMinchoB"/>
                <a:cs typeface="Times New Roman" panose="02020603050405020304" pitchFamily="18" charset="0"/>
              </a:rPr>
              <a:t>Employee or new hire resides over </a:t>
            </a:r>
            <a:r>
              <a:rPr lang="en-US" sz="1600">
                <a:solidFill>
                  <a:srgbClr val="000000"/>
                </a:solidFill>
                <a:effectLst/>
                <a:latin typeface="Calibri Light (Headings)"/>
                <a:ea typeface="Arial" panose="020B0604020202020204" pitchFamily="34" charset="0"/>
                <a:cs typeface="Times New Roman" panose="02020603050405020304" pitchFamily="18" charset="0"/>
              </a:rPr>
              <a:t>50 miles from the office.</a:t>
            </a:r>
            <a:endParaRPr lang="en-US" sz="1600">
              <a:effectLst/>
              <a:latin typeface="Calibri Light (Headings)"/>
              <a:ea typeface="HGMinchoB"/>
              <a:cs typeface="Times New Roman" panose="02020603050405020304" pitchFamily="18" charset="0"/>
            </a:endParaRPr>
          </a:p>
        </p:txBody>
      </p:sp>
    </p:spTree>
    <p:extLst>
      <p:ext uri="{BB962C8B-B14F-4D97-AF65-F5344CB8AC3E}">
        <p14:creationId xmlns:p14="http://schemas.microsoft.com/office/powerpoint/2010/main" val="23665821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BA71D3-54AF-446B-2965-E0173E421151}"/>
              </a:ext>
            </a:extLst>
          </p:cNvPr>
          <p:cNvSpPr txBox="1">
            <a:spLocks/>
          </p:cNvSpPr>
          <p:nvPr/>
        </p:nvSpPr>
        <p:spPr>
          <a:xfrm>
            <a:off x="514739" y="-645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Telecommuting Policy </a:t>
            </a:r>
            <a:endParaRPr lang="en-US"/>
          </a:p>
        </p:txBody>
      </p:sp>
      <p:sp>
        <p:nvSpPr>
          <p:cNvPr id="4" name="Rectangle 3">
            <a:extLst>
              <a:ext uri="{FF2B5EF4-FFF2-40B4-BE49-F238E27FC236}">
                <a16:creationId xmlns:a16="http://schemas.microsoft.com/office/drawing/2014/main" id="{C057B917-574B-D208-FA6C-7500CA64CE72}"/>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
        <p:nvSpPr>
          <p:cNvPr id="5" name="Content Placeholder 2">
            <a:extLst>
              <a:ext uri="{FF2B5EF4-FFF2-40B4-BE49-F238E27FC236}">
                <a16:creationId xmlns:a16="http://schemas.microsoft.com/office/drawing/2014/main" id="{D6334D6F-3FCB-C020-90F9-DAE5FF7508E9}"/>
              </a:ext>
            </a:extLst>
          </p:cNvPr>
          <p:cNvSpPr txBox="1">
            <a:spLocks/>
          </p:cNvSpPr>
          <p:nvPr/>
        </p:nvSpPr>
        <p:spPr>
          <a:xfrm>
            <a:off x="377891" y="1141677"/>
            <a:ext cx="11579289" cy="52439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0"/>
              </a:spcAft>
              <a:buNone/>
            </a:pPr>
            <a:r>
              <a:rPr lang="en-US" sz="1800" b="1">
                <a:solidFill>
                  <a:srgbClr val="D16349"/>
                </a:solidFill>
                <a:effectLst/>
                <a:latin typeface="Calibri Light (Headings)"/>
                <a:ea typeface="HGGothicM"/>
                <a:cs typeface="Arial" panose="020B0604020202020204" pitchFamily="34" charset="0"/>
              </a:rPr>
              <a:t>In-Person Requirements for Employees</a:t>
            </a:r>
            <a:endParaRPr lang="en-US" sz="1800">
              <a:effectLst/>
              <a:latin typeface="Calibri Light (Headings)"/>
              <a:ea typeface="HGMinchoB"/>
              <a:cs typeface="Times New Roman" panose="02020603050405020304" pitchFamily="18" charset="0"/>
            </a:endParaRPr>
          </a:p>
          <a:p>
            <a:pPr marL="0" marR="0" lvl="0" indent="0" algn="just">
              <a:lnSpc>
                <a:spcPct val="115000"/>
              </a:lnSpc>
              <a:spcBef>
                <a:spcPts val="0"/>
              </a:spcBef>
              <a:spcAft>
                <a:spcPts val="0"/>
              </a:spcAft>
              <a:buNone/>
            </a:pPr>
            <a:r>
              <a:rPr lang="en-US" sz="1450" b="1" u="sng">
                <a:effectLst/>
                <a:latin typeface="Calibri Light (Headings)"/>
                <a:ea typeface="HGMinchoB"/>
                <a:cs typeface="Times New Roman" panose="02020603050405020304" pitchFamily="18" charset="0"/>
              </a:rPr>
              <a:t>Weekly Attendance</a:t>
            </a:r>
            <a:r>
              <a:rPr lang="en-US" sz="1450">
                <a:effectLst/>
                <a:latin typeface="Calibri Light (Headings)"/>
                <a:ea typeface="HGMinchoB"/>
                <a:cs typeface="Times New Roman" panose="02020603050405020304" pitchFamily="18" charset="0"/>
              </a:rPr>
              <a:t> for DMV*</a:t>
            </a:r>
          </a:p>
          <a:p>
            <a:pPr marL="742950" marR="0" lvl="1" indent="-285750" algn="just">
              <a:lnSpc>
                <a:spcPct val="115000"/>
              </a:lnSpc>
              <a:spcBef>
                <a:spcPts val="0"/>
              </a:spcBef>
              <a:spcAft>
                <a:spcPts val="0"/>
              </a:spcAft>
              <a:buFont typeface="Courier New" panose="02070309020205020404" pitchFamily="49" charset="0"/>
              <a:buChar char="o"/>
            </a:pPr>
            <a:r>
              <a:rPr lang="en-US" sz="1450">
                <a:effectLst/>
                <a:latin typeface="Calibri Light (Headings)"/>
                <a:ea typeface="HGMinchoB"/>
                <a:cs typeface="Times New Roman" panose="02020603050405020304" pitchFamily="18" charset="0"/>
              </a:rPr>
              <a:t>DMV (District of Columbia, Maryland, and Virginia and </a:t>
            </a:r>
            <a:r>
              <a:rPr lang="en-US" sz="1450">
                <a:solidFill>
                  <a:srgbClr val="000000"/>
                </a:solidFill>
                <a:effectLst/>
                <a:latin typeface="Calibri Light (Headings)"/>
                <a:ea typeface="Arial" panose="020B0604020202020204" pitchFamily="34" charset="0"/>
                <a:cs typeface="Times New Roman" panose="02020603050405020304" pitchFamily="18" charset="0"/>
              </a:rPr>
              <a:t>within 50 miles of the office</a:t>
            </a:r>
            <a:r>
              <a:rPr lang="en-US" sz="1450">
                <a:effectLst/>
                <a:latin typeface="Calibri Light (Headings)"/>
                <a:ea typeface="HGMinchoB"/>
                <a:cs typeface="Times New Roman" panose="02020603050405020304" pitchFamily="18" charset="0"/>
              </a:rPr>
              <a:t>) staff are required to come into the office every Wednesday. </a:t>
            </a:r>
          </a:p>
          <a:p>
            <a:pPr marL="742950" marR="0" lvl="1" indent="-285750" algn="just">
              <a:lnSpc>
                <a:spcPct val="115000"/>
              </a:lnSpc>
              <a:spcBef>
                <a:spcPts val="0"/>
              </a:spcBef>
              <a:spcAft>
                <a:spcPts val="0"/>
              </a:spcAft>
              <a:buFont typeface="Courier New" panose="02070309020205020404" pitchFamily="49" charset="0"/>
              <a:buChar char="o"/>
            </a:pPr>
            <a:r>
              <a:rPr lang="en-US" sz="1450">
                <a:effectLst/>
                <a:latin typeface="Calibri Light (Headings)"/>
                <a:ea typeface="HGMinchoB"/>
                <a:cs typeface="Times New Roman" panose="02020603050405020304" pitchFamily="18" charset="0"/>
              </a:rPr>
              <a:t>If other meetings are scheduled outside the above standard schedule, these will be additional in-office days. </a:t>
            </a:r>
          </a:p>
          <a:p>
            <a:pPr marL="457200" marR="0" algn="just">
              <a:lnSpc>
                <a:spcPct val="115000"/>
              </a:lnSpc>
              <a:spcBef>
                <a:spcPts val="0"/>
              </a:spcBef>
              <a:spcAft>
                <a:spcPts val="0"/>
              </a:spcAft>
            </a:pPr>
            <a:r>
              <a:rPr lang="en-US" sz="1450">
                <a:effectLst/>
                <a:latin typeface="Calibri Light (Headings)"/>
                <a:ea typeface="HGMinchoB"/>
                <a:cs typeface="Times New Roman" panose="02020603050405020304" pitchFamily="18" charset="0"/>
              </a:rPr>
              <a:t>Home Office international staff residing near a Partners field office are required to adhere to the same in-person attendance requirements where a Partners office is established, unless otherwise authorized in accordance with the </a:t>
            </a:r>
            <a:r>
              <a:rPr lang="en-US" sz="1450" u="sng">
                <a:solidFill>
                  <a:srgbClr val="00A3D6"/>
                </a:solidFill>
                <a:effectLst/>
                <a:latin typeface="Calibri Light (Headings)"/>
                <a:ea typeface="HGMinchoB"/>
                <a:cs typeface="Times New Roman" panose="02020603050405020304" pitchFamily="18" charset="0"/>
                <a:hlinkClick r:id="rId2"/>
              </a:rPr>
              <a:t>country supplemental manual</a:t>
            </a:r>
            <a:r>
              <a:rPr lang="en-US" sz="1450">
                <a:effectLst/>
                <a:latin typeface="Calibri Light (Headings)"/>
                <a:ea typeface="HGMinchoB"/>
                <a:cs typeface="Times New Roman" panose="02020603050405020304" pitchFamily="18" charset="0"/>
              </a:rPr>
              <a:t>. </a:t>
            </a:r>
          </a:p>
          <a:p>
            <a:pPr marR="0" indent="0" algn="just">
              <a:lnSpc>
                <a:spcPct val="115000"/>
              </a:lnSpc>
              <a:spcBef>
                <a:spcPts val="0"/>
              </a:spcBef>
              <a:spcAft>
                <a:spcPts val="0"/>
              </a:spcAft>
              <a:buNone/>
            </a:pPr>
            <a:r>
              <a:rPr lang="en-US" sz="1450">
                <a:effectLst/>
                <a:latin typeface="Calibri Light (Headings)"/>
                <a:ea typeface="HGMinchoB"/>
                <a:cs typeface="Times New Roman" panose="02020603050405020304" pitchFamily="18" charset="0"/>
              </a:rPr>
              <a:t> </a:t>
            </a:r>
          </a:p>
          <a:p>
            <a:pPr marL="0" marR="0" lvl="0" indent="0" algn="just">
              <a:lnSpc>
                <a:spcPct val="115000"/>
              </a:lnSpc>
              <a:spcBef>
                <a:spcPts val="0"/>
              </a:spcBef>
              <a:spcAft>
                <a:spcPts val="0"/>
              </a:spcAft>
              <a:buNone/>
            </a:pPr>
            <a:r>
              <a:rPr lang="en-US" sz="1450" b="1" u="sng">
                <a:effectLst/>
                <a:latin typeface="Calibri Light (Headings)"/>
                <a:ea typeface="HGMinchoB"/>
                <a:cs typeface="Times New Roman" panose="02020603050405020304" pitchFamily="18" charset="0"/>
              </a:rPr>
              <a:t>All Staff Gatherings </a:t>
            </a:r>
            <a:endParaRPr lang="en-US" sz="1450">
              <a:effectLst/>
              <a:latin typeface="Calibri Light (Headings)"/>
              <a:ea typeface="HGMinchoB"/>
              <a:cs typeface="Times New Roman" panose="02020603050405020304" pitchFamily="18" charset="0"/>
            </a:endParaRPr>
          </a:p>
          <a:p>
            <a:pPr marL="742950" marR="0" lvl="1" indent="-285750" algn="just">
              <a:lnSpc>
                <a:spcPct val="115000"/>
              </a:lnSpc>
              <a:spcBef>
                <a:spcPts val="0"/>
              </a:spcBef>
              <a:spcAft>
                <a:spcPts val="0"/>
              </a:spcAft>
              <a:buFont typeface="Courier New" panose="02070309020205020404" pitchFamily="49" charset="0"/>
              <a:buChar char="o"/>
            </a:pPr>
            <a:r>
              <a:rPr lang="en-US" sz="1450" u="sng">
                <a:effectLst/>
                <a:latin typeface="Calibri Light (Headings)"/>
                <a:ea typeface="HGMinchoB"/>
                <a:cs typeface="Times New Roman" panose="02020603050405020304" pitchFamily="18" charset="0"/>
              </a:rPr>
              <a:t>All Staff Day </a:t>
            </a:r>
            <a:endParaRPr lang="en-US" sz="1450">
              <a:effectLst/>
              <a:latin typeface="Calibri Light (Headings)"/>
              <a:ea typeface="HGMinchoB"/>
              <a:cs typeface="Times New Roman" panose="02020603050405020304" pitchFamily="18" charset="0"/>
            </a:endParaRPr>
          </a:p>
          <a:p>
            <a:pPr marL="1143000" marR="0" lvl="2" indent="-228600" algn="just">
              <a:lnSpc>
                <a:spcPct val="115000"/>
              </a:lnSpc>
              <a:spcBef>
                <a:spcPts val="0"/>
              </a:spcBef>
              <a:spcAft>
                <a:spcPts val="0"/>
              </a:spcAft>
              <a:buFont typeface="Wingdings" panose="05000000000000000000" pitchFamily="2" charset="2"/>
              <a:buChar char=""/>
            </a:pPr>
            <a:r>
              <a:rPr lang="en-US" sz="1450">
                <a:effectLst/>
                <a:latin typeface="Calibri Light (Headings)"/>
                <a:ea typeface="HGMinchoB"/>
                <a:cs typeface="Times New Roman" panose="02020603050405020304" pitchFamily="18" charset="0"/>
              </a:rPr>
              <a:t>PM Activity: Occurs on the 1st Wednesday of every month. </a:t>
            </a:r>
          </a:p>
          <a:p>
            <a:pPr marL="1143000" marR="0" lvl="2" indent="-228600" algn="just">
              <a:lnSpc>
                <a:spcPct val="115000"/>
              </a:lnSpc>
              <a:spcBef>
                <a:spcPts val="0"/>
              </a:spcBef>
              <a:spcAft>
                <a:spcPts val="0"/>
              </a:spcAft>
              <a:buFont typeface="Wingdings" panose="05000000000000000000" pitchFamily="2" charset="2"/>
              <a:buChar char=""/>
            </a:pPr>
            <a:r>
              <a:rPr lang="en-US" sz="1450">
                <a:effectLst/>
                <a:latin typeface="Calibri Light (Headings)"/>
                <a:ea typeface="HGMinchoB"/>
                <a:cs typeface="Times New Roman" panose="02020603050405020304" pitchFamily="18" charset="0"/>
              </a:rPr>
              <a:t>All Staff Day: Occurs on the 3rd Wednesday of every month. We will hold our monthly All Staff Meeting in the afternoon on this day.</a:t>
            </a:r>
          </a:p>
          <a:p>
            <a:pPr marL="1143000" marR="0" lvl="2" indent="-228600" algn="just">
              <a:lnSpc>
                <a:spcPct val="115000"/>
              </a:lnSpc>
              <a:spcBef>
                <a:spcPts val="0"/>
              </a:spcBef>
              <a:spcAft>
                <a:spcPts val="0"/>
              </a:spcAft>
              <a:buFont typeface="Wingdings" panose="05000000000000000000" pitchFamily="2" charset="2"/>
              <a:buChar char=""/>
            </a:pPr>
            <a:r>
              <a:rPr lang="en-US" sz="1450">
                <a:effectLst/>
                <a:latin typeface="Calibri Light (Headings)"/>
                <a:ea typeface="HGMinchoB"/>
                <a:cs typeface="Times New Roman" panose="02020603050405020304" pitchFamily="18" charset="0"/>
              </a:rPr>
              <a:t>Full teleworkers are not required to come into the office.</a:t>
            </a:r>
          </a:p>
          <a:p>
            <a:pPr marR="0" indent="0" algn="just">
              <a:lnSpc>
                <a:spcPct val="115000"/>
              </a:lnSpc>
              <a:spcBef>
                <a:spcPts val="0"/>
              </a:spcBef>
              <a:spcAft>
                <a:spcPts val="0"/>
              </a:spcAft>
              <a:buNone/>
            </a:pPr>
            <a:r>
              <a:rPr lang="en-US" sz="1450" b="1">
                <a:effectLst/>
                <a:latin typeface="Calibri Light (Headings)"/>
                <a:ea typeface="HGMinchoB"/>
                <a:cs typeface="Times New Roman" panose="02020603050405020304" pitchFamily="18" charset="0"/>
              </a:rPr>
              <a:t> </a:t>
            </a:r>
            <a:endParaRPr lang="en-US" sz="1450">
              <a:effectLst/>
              <a:latin typeface="Calibri Light (Headings)"/>
              <a:ea typeface="HGMinchoB"/>
              <a:cs typeface="Times New Roman" panose="02020603050405020304" pitchFamily="18" charset="0"/>
            </a:endParaRPr>
          </a:p>
          <a:p>
            <a:pPr marL="0" marR="0" lvl="0" indent="0" algn="just">
              <a:lnSpc>
                <a:spcPct val="115000"/>
              </a:lnSpc>
              <a:spcBef>
                <a:spcPts val="0"/>
              </a:spcBef>
              <a:spcAft>
                <a:spcPts val="0"/>
              </a:spcAft>
              <a:buNone/>
            </a:pPr>
            <a:r>
              <a:rPr lang="en-US" sz="1450" b="1">
                <a:effectLst/>
                <a:latin typeface="Calibri Light (Headings)"/>
                <a:ea typeface="HGMinchoB"/>
                <a:cs typeface="Times New Roman" panose="02020603050405020304" pitchFamily="18" charset="0"/>
              </a:rPr>
              <a:t>All Staff Retreats (Three consecutive days of all staff collaboration)</a:t>
            </a:r>
            <a:endParaRPr lang="en-US" sz="1450">
              <a:effectLst/>
              <a:latin typeface="Calibri Light (Headings)"/>
              <a:ea typeface="HGMinchoB"/>
              <a:cs typeface="Times New Roman" panose="02020603050405020304" pitchFamily="18" charset="0"/>
            </a:endParaRPr>
          </a:p>
          <a:p>
            <a:pPr marL="742950" marR="0" lvl="1" indent="-285750" algn="just">
              <a:lnSpc>
                <a:spcPct val="115000"/>
              </a:lnSpc>
              <a:spcBef>
                <a:spcPts val="0"/>
              </a:spcBef>
              <a:spcAft>
                <a:spcPts val="0"/>
              </a:spcAft>
              <a:buFont typeface="Courier New" panose="02070309020205020404" pitchFamily="49" charset="0"/>
              <a:buChar char="o"/>
            </a:pPr>
            <a:r>
              <a:rPr lang="en-US" sz="1450">
                <a:effectLst/>
                <a:latin typeface="Calibri Light (Headings)"/>
                <a:ea typeface="HGMinchoB"/>
                <a:cs typeface="Times New Roman" panose="02020603050405020304" pitchFamily="18" charset="0"/>
              </a:rPr>
              <a:t>All Home Office staff, including full teleworkers, are required to </a:t>
            </a:r>
            <a:r>
              <a:rPr lang="en-US" sz="1450" u="sng">
                <a:effectLst/>
                <a:latin typeface="Calibri Light (Headings)"/>
                <a:ea typeface="HGMinchoB"/>
                <a:cs typeface="Times New Roman" panose="02020603050405020304" pitchFamily="18" charset="0"/>
              </a:rPr>
              <a:t>attend two all staff retreats per year</a:t>
            </a:r>
            <a:r>
              <a:rPr lang="en-US" sz="1450">
                <a:effectLst/>
                <a:latin typeface="Calibri Light (Headings)"/>
                <a:ea typeface="HGMinchoB"/>
                <a:cs typeface="Times New Roman" panose="02020603050405020304" pitchFamily="18" charset="0"/>
              </a:rPr>
              <a:t>. These will usually be held in the DC area.</a:t>
            </a:r>
          </a:p>
          <a:p>
            <a:pPr marL="742950" marR="0" lvl="1" indent="-285750" algn="just">
              <a:lnSpc>
                <a:spcPct val="115000"/>
              </a:lnSpc>
              <a:spcBef>
                <a:spcPts val="0"/>
              </a:spcBef>
              <a:spcAft>
                <a:spcPts val="0"/>
              </a:spcAft>
              <a:buFont typeface="Courier New" panose="02070309020205020404" pitchFamily="49" charset="0"/>
              <a:buChar char="o"/>
            </a:pPr>
            <a:r>
              <a:rPr lang="en-US" sz="1450">
                <a:effectLst/>
                <a:latin typeface="Calibri Light (Headings)"/>
                <a:ea typeface="HGMinchoB"/>
                <a:cs typeface="Times New Roman" panose="02020603050405020304" pitchFamily="18" charset="0"/>
              </a:rPr>
              <a:t>Depending on your position it will determine the length of your participation. </a:t>
            </a:r>
          </a:p>
          <a:p>
            <a:pPr marL="1143000" marR="0" lvl="2" indent="-228600" algn="just">
              <a:lnSpc>
                <a:spcPct val="115000"/>
              </a:lnSpc>
              <a:spcBef>
                <a:spcPts val="0"/>
              </a:spcBef>
              <a:spcAft>
                <a:spcPts val="0"/>
              </a:spcAft>
              <a:buFont typeface="Wingdings" panose="05000000000000000000" pitchFamily="2" charset="2"/>
              <a:buChar char=""/>
            </a:pPr>
            <a:r>
              <a:rPr lang="en-US" sz="1450">
                <a:effectLst/>
                <a:latin typeface="Calibri Light (Headings)"/>
                <a:ea typeface="HGMinchoB"/>
                <a:cs typeface="Times New Roman" panose="02020603050405020304" pitchFamily="18" charset="0"/>
              </a:rPr>
              <a:t>Directors and Above: Monday to Thursday, departing on Friday. </a:t>
            </a:r>
          </a:p>
          <a:p>
            <a:pPr marL="1143000" marR="0" lvl="2" indent="-228600" algn="just">
              <a:lnSpc>
                <a:spcPct val="115000"/>
              </a:lnSpc>
              <a:spcBef>
                <a:spcPts val="0"/>
              </a:spcBef>
              <a:spcAft>
                <a:spcPts val="0"/>
              </a:spcAft>
              <a:buFont typeface="Wingdings" panose="05000000000000000000" pitchFamily="2" charset="2"/>
              <a:buChar char=""/>
            </a:pPr>
            <a:r>
              <a:rPr lang="en-US" sz="1450">
                <a:effectLst/>
                <a:latin typeface="Calibri Light (Headings)"/>
                <a:ea typeface="HGMinchoB"/>
                <a:cs typeface="Times New Roman" panose="02020603050405020304" pitchFamily="18" charset="0"/>
              </a:rPr>
              <a:t>Associate Directors and Below: Monday to Wednesday, departing on Thursday. </a:t>
            </a:r>
          </a:p>
          <a:p>
            <a:pPr marL="742950" marR="0" lvl="1" indent="-285750" algn="just">
              <a:lnSpc>
                <a:spcPct val="115000"/>
              </a:lnSpc>
              <a:spcBef>
                <a:spcPts val="0"/>
              </a:spcBef>
              <a:spcAft>
                <a:spcPts val="1000"/>
              </a:spcAft>
              <a:buFont typeface="Courier New" panose="02070309020205020404" pitchFamily="49" charset="0"/>
              <a:buChar char="o"/>
            </a:pPr>
            <a:r>
              <a:rPr lang="en-US" sz="1450">
                <a:effectLst/>
                <a:latin typeface="Calibri Light (Headings)"/>
                <a:ea typeface="HGMinchoB"/>
                <a:cs typeface="Times New Roman" panose="02020603050405020304" pitchFamily="18" charset="0"/>
              </a:rPr>
              <a:t>Each unit will hold </a:t>
            </a:r>
            <a:r>
              <a:rPr lang="en-US" sz="1450" u="sng">
                <a:effectLst/>
                <a:latin typeface="Calibri Light (Headings)"/>
                <a:ea typeface="HGMinchoB"/>
                <a:cs typeface="Times New Roman" panose="02020603050405020304" pitchFamily="18" charset="0"/>
              </a:rPr>
              <a:t>one additional retreat;</a:t>
            </a:r>
            <a:r>
              <a:rPr lang="en-US" sz="1450">
                <a:effectLst/>
                <a:latin typeface="Calibri Light (Headings)"/>
                <a:ea typeface="HGMinchoB"/>
                <a:cs typeface="Times New Roman" panose="02020603050405020304" pitchFamily="18" charset="0"/>
              </a:rPr>
              <a:t> unit leaders will coordinate the dates with the unit VP. All unit members are required to attend.</a:t>
            </a:r>
          </a:p>
        </p:txBody>
      </p:sp>
    </p:spTree>
    <p:extLst>
      <p:ext uri="{BB962C8B-B14F-4D97-AF65-F5344CB8AC3E}">
        <p14:creationId xmlns:p14="http://schemas.microsoft.com/office/powerpoint/2010/main" val="25811013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BA71D3-54AF-446B-2965-E0173E421151}"/>
              </a:ext>
            </a:extLst>
          </p:cNvPr>
          <p:cNvSpPr txBox="1">
            <a:spLocks/>
          </p:cNvSpPr>
          <p:nvPr/>
        </p:nvSpPr>
        <p:spPr>
          <a:xfrm>
            <a:off x="514739" y="-645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Telecommuting Policy </a:t>
            </a:r>
            <a:endParaRPr lang="en-US"/>
          </a:p>
        </p:txBody>
      </p:sp>
      <p:sp>
        <p:nvSpPr>
          <p:cNvPr id="4" name="Rectangle 3">
            <a:extLst>
              <a:ext uri="{FF2B5EF4-FFF2-40B4-BE49-F238E27FC236}">
                <a16:creationId xmlns:a16="http://schemas.microsoft.com/office/drawing/2014/main" id="{C057B917-574B-D208-FA6C-7500CA64CE72}"/>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
        <p:nvSpPr>
          <p:cNvPr id="5" name="Content Placeholder 2">
            <a:extLst>
              <a:ext uri="{FF2B5EF4-FFF2-40B4-BE49-F238E27FC236}">
                <a16:creationId xmlns:a16="http://schemas.microsoft.com/office/drawing/2014/main" id="{D6334D6F-3FCB-C020-90F9-DAE5FF7508E9}"/>
              </a:ext>
            </a:extLst>
          </p:cNvPr>
          <p:cNvSpPr txBox="1">
            <a:spLocks/>
          </p:cNvSpPr>
          <p:nvPr/>
        </p:nvSpPr>
        <p:spPr>
          <a:xfrm>
            <a:off x="475862" y="1202326"/>
            <a:ext cx="11108093" cy="52439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0"/>
              </a:spcAft>
              <a:buNone/>
            </a:pPr>
            <a:r>
              <a:rPr lang="en-US" sz="1800" b="1">
                <a:solidFill>
                  <a:srgbClr val="D16349"/>
                </a:solidFill>
                <a:effectLst/>
                <a:latin typeface="Calibri Light (Headings)"/>
                <a:ea typeface="HGGothicM"/>
                <a:cs typeface="Arial" panose="020B0604020202020204" pitchFamily="34" charset="0"/>
              </a:rPr>
              <a:t>All Staff Retreat Expenses</a:t>
            </a:r>
            <a:endParaRPr lang="en-US" sz="1800">
              <a:effectLst/>
              <a:latin typeface="Calibri Light (Headings)"/>
              <a:ea typeface="HGMinchoB"/>
              <a:cs typeface="Times New Roman" panose="02020603050405020304" pitchFamily="18" charset="0"/>
            </a:endParaRPr>
          </a:p>
          <a:p>
            <a:pPr marL="0" marR="197485" indent="0" algn="just">
              <a:lnSpc>
                <a:spcPct val="115000"/>
              </a:lnSpc>
              <a:spcBef>
                <a:spcPts val="0"/>
              </a:spcBef>
              <a:spcAft>
                <a:spcPts val="0"/>
              </a:spcAft>
              <a:buNone/>
            </a:pPr>
            <a:r>
              <a:rPr lang="en-US" sz="1800">
                <a:solidFill>
                  <a:srgbClr val="000000"/>
                </a:solidFill>
                <a:effectLst/>
                <a:latin typeface="Calibri Light (Headings)"/>
                <a:ea typeface="Arial" panose="020B0604020202020204" pitchFamily="34" charset="0"/>
              </a:rPr>
              <a:t>Partners will cover travel expenses for all non- DMV based* staff for All Staff Retreats, estimated to occur 2-3 times per year. Expenses covered by Partners administrative, or program/unit budget will be transportation, hotel, airfare, and per diem for authorized days only.</a:t>
            </a:r>
            <a:endParaRPr lang="en-US" sz="1400">
              <a:effectLst/>
              <a:latin typeface="Calibri Light (Headings)"/>
              <a:ea typeface="Times New Roman" panose="02020603050405020304" pitchFamily="18" charset="0"/>
            </a:endParaRPr>
          </a:p>
          <a:p>
            <a:pPr marL="0" marR="197485" indent="0" algn="just">
              <a:lnSpc>
                <a:spcPct val="115000"/>
              </a:lnSpc>
              <a:spcBef>
                <a:spcPts val="0"/>
              </a:spcBef>
              <a:spcAft>
                <a:spcPts val="0"/>
              </a:spcAft>
              <a:buNone/>
            </a:pPr>
            <a:r>
              <a:rPr lang="en-US" sz="1800">
                <a:solidFill>
                  <a:srgbClr val="000000"/>
                </a:solidFill>
                <a:effectLst/>
                <a:latin typeface="Calibri Light (Headings)"/>
                <a:ea typeface="Arial" panose="020B0604020202020204" pitchFamily="34" charset="0"/>
              </a:rPr>
              <a:t> </a:t>
            </a:r>
            <a:endParaRPr lang="en-US" sz="1400">
              <a:effectLst/>
              <a:latin typeface="Calibri Light (Headings)"/>
              <a:ea typeface="Times New Roman" panose="02020603050405020304" pitchFamily="18" charset="0"/>
            </a:endParaRPr>
          </a:p>
          <a:p>
            <a:pPr marL="0" marR="197485" indent="0" algn="just">
              <a:lnSpc>
                <a:spcPct val="115000"/>
              </a:lnSpc>
              <a:spcBef>
                <a:spcPts val="0"/>
              </a:spcBef>
              <a:spcAft>
                <a:spcPts val="0"/>
              </a:spcAft>
              <a:buNone/>
            </a:pPr>
            <a:r>
              <a:rPr lang="en-US" sz="1800">
                <a:solidFill>
                  <a:srgbClr val="000000"/>
                </a:solidFill>
                <a:effectLst/>
                <a:latin typeface="Calibri Light (Headings)"/>
                <a:ea typeface="Arial" panose="020B0604020202020204" pitchFamily="34" charset="0"/>
              </a:rPr>
              <a:t>*DMV based employees are defined as individuals residing in within 50 miles of the office in Maryland, Virginia, or District of Columbia. </a:t>
            </a:r>
            <a:endParaRPr lang="en-US" sz="1400">
              <a:effectLst/>
              <a:latin typeface="Calibri Light (Headings)"/>
              <a:ea typeface="Times New Roman" panose="02020603050405020304" pitchFamily="18" charset="0"/>
            </a:endParaRPr>
          </a:p>
        </p:txBody>
      </p:sp>
    </p:spTree>
    <p:extLst>
      <p:ext uri="{BB962C8B-B14F-4D97-AF65-F5344CB8AC3E}">
        <p14:creationId xmlns:p14="http://schemas.microsoft.com/office/powerpoint/2010/main" val="15954459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50840"/>
            <a:ext cx="10515600" cy="1325563"/>
          </a:xfrm>
        </p:spPr>
        <p:txBody>
          <a:bodyPr/>
          <a:lstStyle/>
          <a:p>
            <a:r>
              <a:rPr lang="en-US" b="1"/>
              <a:t>Lactation Breaks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765110" y="1194302"/>
            <a:ext cx="10772192" cy="5519228"/>
          </a:xfrm>
        </p:spPr>
        <p:txBody>
          <a:bodyPr>
            <a:noAutofit/>
          </a:bodyPr>
          <a:lstStyle/>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Employees have the right to express breast milk in the workplace. Any mother breastfeeding her child may, for this purpose, have at her place of work with privacy, two breaks of 30 minutes each within each day to breastfeed her child  for three (3) years after the child's birth each time the employee has a need to express milk. Partners has designated a room which is available for use by such employees to express breast milk. The room will provide, at minimum, a chair, a working surface, nearby access to clean running water, and an electrical outlet. Employees may use the refrigerator for the purposes of storing the expressed milk. </a:t>
            </a:r>
          </a:p>
          <a:p>
            <a:pPr marL="0" marR="0" indent="0" algn="just">
              <a:lnSpc>
                <a:spcPct val="115000"/>
              </a:lnSpc>
              <a:spcBef>
                <a:spcPts val="0"/>
              </a:spcBef>
              <a:spcAft>
                <a:spcPts val="1000"/>
              </a:spcAft>
              <a:buNone/>
            </a:pPr>
            <a:endParaRPr lang="en-US" sz="18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Employees who need to take lactation breaks are encouraged to give Partners notice of the intent to take breaks. The employee may choose to join the two breaks for a 60-minute late arrival or early dismissal. Partners will grant additional breaks if the worker presents a medical certificate in which the reasons justifying the greater number of breaks is stated. Employees will not be discriminated against or retaliated against for exercising their rights under this policy.</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3525175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177760"/>
            <a:ext cx="10515600" cy="1325563"/>
          </a:xfrm>
        </p:spPr>
        <p:txBody>
          <a:bodyPr/>
          <a:lstStyle/>
          <a:p>
            <a:r>
              <a:rPr lang="en-US" b="1"/>
              <a:t>Compensatory Time</a:t>
            </a:r>
            <a:endParaRPr lang="en-US"/>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
        <p:nvSpPr>
          <p:cNvPr id="5" name="Content Placeholder 2">
            <a:extLst>
              <a:ext uri="{FF2B5EF4-FFF2-40B4-BE49-F238E27FC236}">
                <a16:creationId xmlns:a16="http://schemas.microsoft.com/office/drawing/2014/main" id="{1A57B21F-5272-A847-FEFF-61A54797E6D0}"/>
              </a:ext>
            </a:extLst>
          </p:cNvPr>
          <p:cNvSpPr txBox="1">
            <a:spLocks/>
          </p:cNvSpPr>
          <p:nvPr/>
        </p:nvSpPr>
        <p:spPr>
          <a:xfrm>
            <a:off x="523419" y="1011050"/>
            <a:ext cx="11145161" cy="53205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1000"/>
              </a:spcAft>
              <a:buNone/>
            </a:pPr>
            <a:r>
              <a:rPr lang="en-US" sz="1800" u="sng">
                <a:effectLst/>
                <a:latin typeface="Calibri Light (Headings)"/>
                <a:ea typeface="HGMinchoB"/>
                <a:cs typeface="Times New Roman" panose="02020603050405020304" pitchFamily="18" charset="0"/>
              </a:rPr>
              <a:t>Exempt salaried employees may be eligible for compensatory time at Partners’ discretion.</a:t>
            </a:r>
            <a:r>
              <a:rPr lang="en-US" sz="1800">
                <a:effectLst/>
                <a:latin typeface="Calibri Light (Headings)"/>
                <a:ea typeface="HGMinchoB"/>
                <a:cs typeface="Times New Roman" panose="02020603050405020304" pitchFamily="18" charset="0"/>
              </a:rPr>
              <a:t> </a:t>
            </a:r>
          </a:p>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If Partners requires an employee to work or travel during a Partners’ approved holiday, a compensatory day will be provided. If an employee chooses to work on the holiday, the employee must use a </a:t>
            </a:r>
            <a:r>
              <a:rPr lang="en-US" sz="1800" u="sng">
                <a:solidFill>
                  <a:srgbClr val="00A3D6"/>
                </a:solidFill>
                <a:effectLst/>
                <a:latin typeface="Calibri Light (Headings)"/>
                <a:ea typeface="HGMinchoB"/>
                <a:cs typeface="Times New Roman" panose="02020603050405020304" pitchFamily="18" charset="0"/>
                <a:hlinkClick r:id="rId3"/>
              </a:rPr>
              <a:t>floating holiday</a:t>
            </a:r>
            <a:r>
              <a:rPr lang="en-US" sz="1800">
                <a:effectLst/>
                <a:latin typeface="Calibri Light (Headings)"/>
                <a:ea typeface="HGMinchoB"/>
                <a:cs typeface="Times New Roman" panose="02020603050405020304" pitchFamily="18" charset="0"/>
              </a:rPr>
              <a:t>.</a:t>
            </a:r>
          </a:p>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Requesting Comp Time:</a:t>
            </a:r>
          </a:p>
          <a:p>
            <a:pPr marL="800100" lvl="1" indent="-342900" algn="just">
              <a:lnSpc>
                <a:spcPct val="115000"/>
              </a:lnSpc>
              <a:spcBef>
                <a:spcPts val="0"/>
              </a:spcBef>
              <a:spcAft>
                <a:spcPts val="1000"/>
              </a:spcAft>
              <a:buFont typeface="+mj-lt"/>
              <a:buAutoNum type="arabicPeriod"/>
            </a:pPr>
            <a:r>
              <a:rPr lang="en-US" sz="2000">
                <a:effectLst/>
                <a:latin typeface="Calibri Light (Headings)"/>
                <a:ea typeface="HGMinchoB"/>
                <a:cs typeface="Times New Roman" panose="02020603050405020304" pitchFamily="18" charset="0"/>
              </a:rPr>
              <a:t>Employee’s will speak with their supervisor to request compensatory time.</a:t>
            </a:r>
          </a:p>
          <a:p>
            <a:pPr lvl="2" algn="just">
              <a:lnSpc>
                <a:spcPct val="115000"/>
              </a:lnSpc>
              <a:spcBef>
                <a:spcPts val="0"/>
              </a:spcBef>
              <a:spcAft>
                <a:spcPts val="1000"/>
              </a:spcAft>
            </a:pPr>
            <a:r>
              <a:rPr lang="en-US" sz="1600">
                <a:effectLst/>
                <a:latin typeface="Calibri Light (Headings)"/>
                <a:ea typeface="HGMinchoB"/>
                <a:cs typeface="Times New Roman" panose="02020603050405020304" pitchFamily="18" charset="0"/>
              </a:rPr>
              <a:t>Supervisors will review the dates proposed for comp time to ensure it works with unit/programmatic needs </a:t>
            </a:r>
          </a:p>
          <a:p>
            <a:pPr marL="800100" lvl="1" indent="-342900" algn="just">
              <a:lnSpc>
                <a:spcPct val="115000"/>
              </a:lnSpc>
              <a:spcBef>
                <a:spcPts val="0"/>
              </a:spcBef>
              <a:spcAft>
                <a:spcPts val="1000"/>
              </a:spcAft>
              <a:buFont typeface="+mj-lt"/>
              <a:buAutoNum type="arabicPeriod"/>
            </a:pPr>
            <a:r>
              <a:rPr lang="en-US" sz="2000">
                <a:effectLst/>
                <a:latin typeface="Calibri Light (Headings)"/>
                <a:ea typeface="HGMinchoB"/>
                <a:cs typeface="Times New Roman" panose="02020603050405020304" pitchFamily="18" charset="0"/>
              </a:rPr>
              <a:t>Employee’s supervisor will make the formal request for compensatory time to </a:t>
            </a:r>
            <a:r>
              <a:rPr lang="en-US" sz="2000" u="sng">
                <a:solidFill>
                  <a:srgbClr val="00A3D6"/>
                </a:solidFill>
                <a:effectLst/>
                <a:latin typeface="Calibri Light (Headings)"/>
                <a:ea typeface="HGMinchoB"/>
                <a:cs typeface="Times New Roman" panose="02020603050405020304" pitchFamily="18" charset="0"/>
                <a:hlinkClick r:id="rId4"/>
              </a:rPr>
              <a:t>poahr@partners.net.</a:t>
            </a:r>
            <a:r>
              <a:rPr lang="en-US" sz="2000">
                <a:effectLst/>
                <a:latin typeface="Calibri Light (Headings)"/>
                <a:ea typeface="HGMinchoB"/>
                <a:cs typeface="Times New Roman" panose="02020603050405020304" pitchFamily="18" charset="0"/>
              </a:rPr>
              <a:t> </a:t>
            </a:r>
          </a:p>
          <a:p>
            <a:pPr lvl="2" algn="just">
              <a:lnSpc>
                <a:spcPct val="115000"/>
              </a:lnSpc>
              <a:spcBef>
                <a:spcPts val="0"/>
              </a:spcBef>
              <a:spcAft>
                <a:spcPts val="1000"/>
              </a:spcAft>
            </a:pPr>
            <a:r>
              <a:rPr lang="en-US" sz="1600">
                <a:latin typeface="Calibri Light (Headings)"/>
                <a:ea typeface="HGMinchoB"/>
                <a:cs typeface="Times New Roman" panose="02020603050405020304" pitchFamily="18" charset="0"/>
              </a:rPr>
              <a:t>M</a:t>
            </a:r>
            <a:r>
              <a:rPr lang="en-US" sz="1600">
                <a:effectLst/>
                <a:latin typeface="Calibri Light (Headings)"/>
                <a:ea typeface="HGMinchoB"/>
                <a:cs typeface="Times New Roman" panose="02020603050405020304" pitchFamily="18" charset="0"/>
              </a:rPr>
              <a:t>ust include number of days requested and the date proposed to use the time. </a:t>
            </a:r>
          </a:p>
          <a:p>
            <a:pPr marL="800100" lvl="1" indent="-342900" algn="just">
              <a:lnSpc>
                <a:spcPct val="115000"/>
              </a:lnSpc>
              <a:spcBef>
                <a:spcPts val="0"/>
              </a:spcBef>
              <a:spcAft>
                <a:spcPts val="1800"/>
              </a:spcAft>
              <a:buFont typeface="+mj-lt"/>
              <a:buAutoNum type="arabicPeriod"/>
            </a:pPr>
            <a:r>
              <a:rPr lang="en-US" sz="2000">
                <a:effectLst/>
                <a:latin typeface="Calibri Light (Headings)"/>
                <a:ea typeface="HGMinchoB"/>
                <a:cs typeface="Times New Roman" panose="02020603050405020304" pitchFamily="18" charset="0"/>
              </a:rPr>
              <a:t>Requests will be reviewed by HR for consistency among units to confirm if comp time is permitted.</a:t>
            </a:r>
          </a:p>
          <a:p>
            <a:pPr algn="just">
              <a:lnSpc>
                <a:spcPct val="115000"/>
              </a:lnSpc>
              <a:spcBef>
                <a:spcPts val="0"/>
              </a:spcBef>
              <a:spcAft>
                <a:spcPts val="1000"/>
              </a:spcAft>
            </a:pPr>
            <a:r>
              <a:rPr lang="en-US" sz="1800">
                <a:effectLst/>
                <a:latin typeface="Calibri Light (Headings)"/>
                <a:ea typeface="HGMinchoB"/>
                <a:cs typeface="Times New Roman" panose="02020603050405020304" pitchFamily="18" charset="0"/>
              </a:rPr>
              <a:t>Compensatory time is not related to hours or days worked and does not accumulate or accrue. </a:t>
            </a:r>
          </a:p>
          <a:p>
            <a:pPr algn="just">
              <a:lnSpc>
                <a:spcPct val="115000"/>
              </a:lnSpc>
              <a:spcBef>
                <a:spcPts val="0"/>
              </a:spcBef>
              <a:spcAft>
                <a:spcPts val="1000"/>
              </a:spcAft>
            </a:pPr>
            <a:r>
              <a:rPr lang="en-US" sz="1800">
                <a:effectLst/>
                <a:latin typeface="Calibri Light (Headings)"/>
                <a:ea typeface="HGMinchoB"/>
                <a:cs typeface="Times New Roman" panose="02020603050405020304" pitchFamily="18" charset="0"/>
              </a:rPr>
              <a:t>Any compensatory time must be taken within thirty (30) calendar days following the end of the qualifying events/deliverable, unless an exception is approved in writing by HR.</a:t>
            </a:r>
          </a:p>
          <a:p>
            <a:pPr algn="just">
              <a:lnSpc>
                <a:spcPct val="115000"/>
              </a:lnSpc>
              <a:spcBef>
                <a:spcPts val="0"/>
              </a:spcBef>
              <a:spcAft>
                <a:spcPts val="1000"/>
              </a:spcAft>
            </a:pPr>
            <a:r>
              <a:rPr lang="en-US" sz="1800">
                <a:effectLst/>
                <a:latin typeface="Calibri Light (Headings)"/>
                <a:ea typeface="HGMinchoB"/>
                <a:cs typeface="Times New Roman" panose="02020603050405020304" pitchFamily="18" charset="0"/>
              </a:rPr>
              <a:t>Compensatory time must be logged as “Other Leave” in timesheets.</a:t>
            </a:r>
          </a:p>
          <a:p>
            <a:pPr algn="just">
              <a:lnSpc>
                <a:spcPct val="115000"/>
              </a:lnSpc>
              <a:spcBef>
                <a:spcPts val="0"/>
              </a:spcBef>
              <a:spcAft>
                <a:spcPts val="1000"/>
              </a:spcAft>
            </a:pPr>
            <a:endParaRPr lang="en-US" sz="1800">
              <a:effectLst/>
              <a:latin typeface="Calibri Light (Headings)"/>
              <a:ea typeface="HGMinchoB"/>
              <a:cs typeface="Times New Roman" panose="02020603050405020304" pitchFamily="18" charset="0"/>
            </a:endParaRPr>
          </a:p>
        </p:txBody>
      </p:sp>
    </p:spTree>
    <p:extLst>
      <p:ext uri="{BB962C8B-B14F-4D97-AF65-F5344CB8AC3E}">
        <p14:creationId xmlns:p14="http://schemas.microsoft.com/office/powerpoint/2010/main" val="13155144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50840"/>
            <a:ext cx="10515600" cy="1325563"/>
          </a:xfrm>
        </p:spPr>
        <p:txBody>
          <a:bodyPr/>
          <a:lstStyle/>
          <a:p>
            <a:r>
              <a:rPr lang="en-US" b="1"/>
              <a:t>Compensatory Time</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87828" y="1090205"/>
            <a:ext cx="11206066" cy="5519228"/>
          </a:xfrm>
        </p:spPr>
        <p:txBody>
          <a:bodyPr>
            <a:noAutofit/>
          </a:bodyPr>
          <a:lstStyle/>
          <a:p>
            <a:pPr marL="0" marR="0" indent="0" algn="just">
              <a:lnSpc>
                <a:spcPct val="115000"/>
              </a:lnSpc>
              <a:spcBef>
                <a:spcPts val="0"/>
              </a:spcBef>
              <a:spcAft>
                <a:spcPts val="1000"/>
              </a:spcAft>
              <a:buNone/>
            </a:pPr>
            <a:r>
              <a:rPr lang="en-US" sz="1600" b="1">
                <a:effectLst/>
                <a:latin typeface="Calibri Light (Headings)"/>
                <a:ea typeface="HGMinchoB"/>
                <a:cs typeface="Times New Roman" panose="02020603050405020304" pitchFamily="18" charset="0"/>
              </a:rPr>
              <a:t>Illustrative examples</a:t>
            </a:r>
            <a:r>
              <a:rPr lang="en-US" sz="1600">
                <a:effectLst/>
                <a:latin typeface="Calibri Light (Headings)"/>
                <a:ea typeface="HGMinchoB"/>
                <a:cs typeface="Times New Roman" panose="02020603050405020304" pitchFamily="18" charset="0"/>
              </a:rPr>
              <a:t> of when employees </a:t>
            </a:r>
            <a:r>
              <a:rPr lang="en-US" sz="1600" b="1" u="sng">
                <a:effectLst/>
                <a:latin typeface="Calibri Light (Headings)"/>
                <a:ea typeface="HGMinchoB"/>
                <a:cs typeface="Times New Roman" panose="02020603050405020304" pitchFamily="18" charset="0"/>
              </a:rPr>
              <a:t>may</a:t>
            </a:r>
            <a:r>
              <a:rPr lang="en-US" sz="1600">
                <a:effectLst/>
                <a:latin typeface="Calibri Light (Headings)"/>
                <a:ea typeface="HGMinchoB"/>
                <a:cs typeface="Times New Roman" panose="02020603050405020304" pitchFamily="18" charset="0"/>
              </a:rPr>
              <a:t> be eligible for one (1) day (8 hours) of comp time within 30 working days of time for: </a:t>
            </a:r>
          </a:p>
          <a:p>
            <a:pPr marL="342900" marR="0" lvl="0" indent="-342900" algn="just">
              <a:lnSpc>
                <a:spcPct val="115000"/>
              </a:lnSpc>
              <a:spcBef>
                <a:spcPts val="0"/>
              </a:spcBef>
              <a:spcAft>
                <a:spcPts val="0"/>
              </a:spcAft>
              <a:buFont typeface="Symbol" panose="05050102010706020507" pitchFamily="18" charset="2"/>
              <a:buChar char=""/>
            </a:pPr>
            <a:r>
              <a:rPr lang="en-US" sz="1600">
                <a:effectLst/>
                <a:latin typeface="Calibri Light (Headings)"/>
                <a:ea typeface="HGMinchoB"/>
                <a:cs typeface="Times New Roman" panose="02020603050405020304" pitchFamily="18" charset="0"/>
              </a:rPr>
              <a:t>Employee recognition for exceptional performance with approval from HR. Must meet the following criteria:</a:t>
            </a:r>
          </a:p>
          <a:p>
            <a:pPr marL="742950" marR="0" lvl="1" indent="-285750" algn="just">
              <a:lnSpc>
                <a:spcPct val="115000"/>
              </a:lnSpc>
              <a:spcBef>
                <a:spcPts val="0"/>
              </a:spcBef>
              <a:spcAft>
                <a:spcPts val="0"/>
              </a:spcAft>
              <a:buFont typeface="Courier New" panose="02070309020205020404" pitchFamily="49" charset="0"/>
              <a:buChar char="o"/>
            </a:pPr>
            <a:r>
              <a:rPr lang="en-US" sz="1600">
                <a:effectLst/>
                <a:latin typeface="Calibri Light (Headings)"/>
                <a:ea typeface="HGMinchoB"/>
                <a:cs typeface="Times New Roman" panose="02020603050405020304" pitchFamily="18" charset="0"/>
              </a:rPr>
              <a:t>The employee’s accomplishments exceed the normal standards/expectations for the job.</a:t>
            </a:r>
          </a:p>
          <a:p>
            <a:pPr marL="742950" marR="0" lvl="1" indent="-285750" algn="just">
              <a:lnSpc>
                <a:spcPct val="115000"/>
              </a:lnSpc>
              <a:spcBef>
                <a:spcPts val="0"/>
              </a:spcBef>
              <a:spcAft>
                <a:spcPts val="0"/>
              </a:spcAft>
              <a:buFont typeface="Courier New" panose="02070309020205020404" pitchFamily="49" charset="0"/>
              <a:buChar char="o"/>
            </a:pPr>
            <a:r>
              <a:rPr lang="en-US" sz="1600">
                <a:effectLst/>
                <a:latin typeface="Calibri Light (Headings)"/>
                <a:ea typeface="HGMinchoB"/>
                <a:cs typeface="Times New Roman" panose="02020603050405020304" pitchFamily="18" charset="0"/>
              </a:rPr>
              <a:t>The employee has fulfilled all normal job duties in addition to performing added duties to accomplish a special project or achieve a certain goal.</a:t>
            </a:r>
          </a:p>
          <a:p>
            <a:pPr marL="742950" marR="0" lvl="1" indent="-285750" algn="just">
              <a:lnSpc>
                <a:spcPct val="115000"/>
              </a:lnSpc>
              <a:spcBef>
                <a:spcPts val="0"/>
              </a:spcBef>
              <a:spcAft>
                <a:spcPts val="0"/>
              </a:spcAft>
              <a:buFont typeface="Courier New" panose="02070309020205020404" pitchFamily="49" charset="0"/>
              <a:buChar char="o"/>
            </a:pPr>
            <a:r>
              <a:rPr lang="en-US" sz="1600">
                <a:effectLst/>
                <a:latin typeface="Calibri Light (Headings)"/>
                <a:ea typeface="HGMinchoB"/>
                <a:cs typeface="Times New Roman" panose="02020603050405020304" pitchFamily="18" charset="0"/>
              </a:rPr>
              <a:t>The employee serves as a role model for others, displaying desirable characteristics such as outstanding customer service, positive attitude, and team leadership.</a:t>
            </a:r>
          </a:p>
          <a:p>
            <a:pPr marL="342900" marR="0" lvl="0" indent="-342900" algn="just">
              <a:lnSpc>
                <a:spcPct val="115000"/>
              </a:lnSpc>
              <a:spcBef>
                <a:spcPts val="0"/>
              </a:spcBef>
              <a:spcAft>
                <a:spcPts val="0"/>
              </a:spcAft>
              <a:buFont typeface="Symbol" panose="05050102010706020507" pitchFamily="18" charset="2"/>
              <a:buChar char=""/>
            </a:pPr>
            <a:endParaRPr lang="en-US" sz="1600">
              <a:effectLst/>
              <a:latin typeface="Calibri Light (Headings)"/>
              <a:ea typeface="HGMinchoB"/>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1600">
                <a:effectLst/>
                <a:latin typeface="Calibri Light (Headings)"/>
                <a:ea typeface="HGMinchoB"/>
                <a:cs typeface="Times New Roman" panose="02020603050405020304" pitchFamily="18" charset="0"/>
              </a:rPr>
              <a:t>Travel for business purposes beyond their regular working hours. Staff who travel on a Saturday, Sunday, or holiday. If a staff member traveled on a Saturday and Sunday, they would receive two (2) days of compensatory time. Compensatory time will apply to </a:t>
            </a:r>
            <a:r>
              <a:rPr lang="en-US" sz="1600" u="sng">
                <a:solidFill>
                  <a:srgbClr val="00A3D6"/>
                </a:solidFill>
                <a:effectLst/>
                <a:latin typeface="Calibri Light (Headings)"/>
                <a:ea typeface="HGMinchoB"/>
                <a:cs typeface="Times New Roman" panose="02020603050405020304" pitchFamily="18" charset="0"/>
                <a:hlinkClick r:id="rId3"/>
              </a:rPr>
              <a:t>extended travel</a:t>
            </a:r>
            <a:r>
              <a:rPr lang="en-US" sz="1600">
                <a:effectLst/>
                <a:latin typeface="Calibri Light (Headings)"/>
                <a:ea typeface="HGMinchoB"/>
                <a:cs typeface="Times New Roman" panose="02020603050405020304" pitchFamily="18" charset="0"/>
              </a:rPr>
              <a:t> for travel, however, it would not mean an exact 1:1 compensation of weekend days spent traveling. </a:t>
            </a:r>
          </a:p>
          <a:p>
            <a:pPr marL="342900" marR="0" lvl="0" indent="-342900" algn="just">
              <a:lnSpc>
                <a:spcPct val="115000"/>
              </a:lnSpc>
              <a:spcBef>
                <a:spcPts val="0"/>
              </a:spcBef>
              <a:spcAft>
                <a:spcPts val="0"/>
              </a:spcAft>
              <a:buFont typeface="Symbol" panose="05050102010706020507" pitchFamily="18" charset="2"/>
              <a:buChar char=""/>
            </a:pPr>
            <a:endParaRPr lang="en-US" sz="1600">
              <a:effectLst/>
              <a:latin typeface="Calibri Light (Headings)"/>
              <a:ea typeface="HGMinchoB"/>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1600">
                <a:effectLst/>
                <a:latin typeface="Calibri Light (Headings)"/>
                <a:ea typeface="HGMinchoB"/>
                <a:cs typeface="Times New Roman" panose="02020603050405020304" pitchFamily="18" charset="0"/>
              </a:rPr>
              <a:t>Staff involved in preparation or conducting annual audit on weekends or working excess hours (over 9 hours/day) during the weekday. Email will be sent by audit manager indicating the employees eligible for this day.</a:t>
            </a:r>
          </a:p>
          <a:p>
            <a:pPr marL="342900" marR="0" lvl="0" indent="-342900" algn="just">
              <a:lnSpc>
                <a:spcPct val="115000"/>
              </a:lnSpc>
              <a:spcBef>
                <a:spcPts val="0"/>
              </a:spcBef>
              <a:spcAft>
                <a:spcPts val="1000"/>
              </a:spcAft>
              <a:buFont typeface="Symbol" panose="05050102010706020507" pitchFamily="18" charset="2"/>
              <a:buChar char=""/>
            </a:pPr>
            <a:endParaRPr lang="en-US" sz="1600">
              <a:effectLst/>
              <a:latin typeface="Calibri Light (Headings)"/>
              <a:ea typeface="HGMinchoB"/>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1600">
                <a:effectLst/>
                <a:latin typeface="Calibri Light (Headings)"/>
                <a:ea typeface="HGMinchoB"/>
                <a:cs typeface="Times New Roman" panose="02020603050405020304" pitchFamily="18" charset="0"/>
              </a:rPr>
              <a:t>Staff involved in business development proposal preparation, writing, and reviewing on weekends or working excess hours (over 9 hours/day) during the weekday. Email will be sent by proposal manager indicating the employees eligible for this day.</a:t>
            </a:r>
          </a:p>
          <a:p>
            <a:pPr marL="0" marR="0" indent="0">
              <a:lnSpc>
                <a:spcPct val="115000"/>
              </a:lnSpc>
              <a:spcBef>
                <a:spcPts val="0"/>
              </a:spcBef>
              <a:spcAft>
                <a:spcPts val="1000"/>
              </a:spcAft>
              <a:buNone/>
            </a:pPr>
            <a:r>
              <a:rPr lang="en-US" sz="1600" u="sng">
                <a:effectLst/>
                <a:latin typeface="Calibri Light (Headings)"/>
                <a:ea typeface="HGMinchoB"/>
                <a:cs typeface="Times New Roman" panose="02020603050405020304" pitchFamily="18" charset="0"/>
              </a:rPr>
              <a:t>For exceptional instances and additional qualifying events, approval must come from the employee’s supervisor and HR</a:t>
            </a:r>
            <a:endParaRPr lang="en-US" sz="1600">
              <a:effectLst/>
              <a:latin typeface="Calibri Light (Headings)"/>
              <a:ea typeface="HGMinchoB"/>
              <a:cs typeface="Times New Roman" panose="02020603050405020304" pitchFamily="18" charset="0"/>
            </a:endParaRP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072806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1525" y="50840"/>
            <a:ext cx="10515600" cy="1325563"/>
          </a:xfrm>
        </p:spPr>
        <p:txBody>
          <a:bodyPr/>
          <a:lstStyle/>
          <a:p>
            <a:r>
              <a:rPr lang="en-US" b="1"/>
              <a:t>Inclement Weather/Emergency Closings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26368" y="1469846"/>
            <a:ext cx="9755154" cy="5519228"/>
          </a:xfrm>
        </p:spPr>
        <p:txBody>
          <a:bodyPr>
            <a:noAutofit/>
          </a:bodyPr>
          <a:lstStyle/>
          <a:p>
            <a:pPr marL="0" marR="0" indent="0" algn="just">
              <a:lnSpc>
                <a:spcPct val="115000"/>
              </a:lnSpc>
              <a:spcBef>
                <a:spcPts val="0"/>
              </a:spcBef>
              <a:spcAft>
                <a:spcPts val="1000"/>
              </a:spcAft>
              <a:buNone/>
            </a:pPr>
            <a:r>
              <a:rPr lang="en-US" sz="2000">
                <a:effectLst/>
                <a:latin typeface="+mj-lt"/>
                <a:ea typeface="HGMinchoB"/>
                <a:cs typeface="Times New Roman" panose="02020603050405020304" pitchFamily="18" charset="0"/>
              </a:rPr>
              <a:t>Partners follows the Office of Personnel Management for all delays, closings, etc. Updates can be found at: https://www.opm.gov/status/. HR will send out an all-staff email when delays, closures, etc. occur. However, Partners recommends that staff monitor OPM for the latest updates.</a:t>
            </a:r>
          </a:p>
          <a:p>
            <a:pPr marL="0" marR="0" indent="0" algn="just">
              <a:lnSpc>
                <a:spcPct val="115000"/>
              </a:lnSpc>
              <a:spcBef>
                <a:spcPts val="0"/>
              </a:spcBef>
              <a:spcAft>
                <a:spcPts val="1000"/>
              </a:spcAft>
              <a:buNone/>
            </a:pPr>
            <a:endParaRPr lang="en-US" sz="20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2000">
                <a:effectLst/>
                <a:latin typeface="+mj-lt"/>
                <a:ea typeface="HGMinchoB"/>
                <a:cs typeface="Times New Roman" panose="02020603050405020304" pitchFamily="18" charset="0"/>
              </a:rPr>
              <a:t>Per OPM guidance all employees are to work at their home or take unscheduled leave upon office closure. Employees must account for the entire workday by teleworking, taking unscheduled leave (paid or unpaid) or other paid time off, or a combination.</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1013224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marL="0" indent="0" algn="r">
              <a:buNone/>
            </a:pPr>
            <a:r>
              <a:rPr lang="en-US" sz="4000" kern="1200">
                <a:solidFill>
                  <a:schemeClr val="tx1"/>
                </a:solidFill>
                <a:latin typeface="+mn-lt"/>
                <a:ea typeface="+mn-ea"/>
                <a:cs typeface="+mn-cs"/>
              </a:rPr>
              <a:t>Updates to Leave and Benefits, Other Benefits </a:t>
            </a:r>
            <a:br>
              <a:rPr lang="en-US" sz="4000" kern="1200">
                <a:solidFill>
                  <a:schemeClr val="tx1"/>
                </a:solidFill>
                <a:latin typeface="+mn-lt"/>
                <a:ea typeface="+mn-ea"/>
                <a:cs typeface="+mn-cs"/>
              </a:rPr>
            </a:br>
            <a:r>
              <a:rPr lang="en-US" sz="4000" kern="1200">
                <a:solidFill>
                  <a:schemeClr val="tx1"/>
                </a:solidFill>
                <a:latin typeface="+mn-lt"/>
                <a:ea typeface="+mn-ea"/>
                <a:cs typeface="+mn-cs"/>
              </a:rPr>
              <a:t>Section</a:t>
            </a:r>
          </a:p>
        </p:txBody>
      </p:sp>
    </p:spTree>
    <p:extLst>
      <p:ext uri="{BB962C8B-B14F-4D97-AF65-F5344CB8AC3E}">
        <p14:creationId xmlns:p14="http://schemas.microsoft.com/office/powerpoint/2010/main" val="22998614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p:txBody>
          <a:bodyPr/>
          <a:lstStyle/>
          <a:p>
            <a:r>
              <a:rPr lang="en-US" b="1"/>
              <a:t>Expatriate Benefit Policy </a:t>
            </a:r>
            <a:endParaRPr lang="en-US"/>
          </a:p>
        </p:txBody>
      </p:sp>
      <p:sp>
        <p:nvSpPr>
          <p:cNvPr id="3" name="Content Placeholder 2">
            <a:extLst>
              <a:ext uri="{FF2B5EF4-FFF2-40B4-BE49-F238E27FC236}">
                <a16:creationId xmlns:a16="http://schemas.microsoft.com/office/drawing/2014/main" id="{08B57CE1-EF6A-1B82-EAF9-5061D7103A8B}"/>
              </a:ext>
            </a:extLst>
          </p:cNvPr>
          <p:cNvSpPr>
            <a:spLocks noGrp="1"/>
          </p:cNvSpPr>
          <p:nvPr>
            <p:ph idx="1"/>
          </p:nvPr>
        </p:nvSpPr>
        <p:spPr>
          <a:xfrm>
            <a:off x="1130641" y="1690688"/>
            <a:ext cx="9781509" cy="4425528"/>
          </a:xfrm>
        </p:spPr>
        <p:txBody>
          <a:bodyPr>
            <a:normAutofit fontScale="85000" lnSpcReduction="20000"/>
          </a:bodyPr>
          <a:lstStyle/>
          <a:p>
            <a:pPr marL="0" marR="0" algn="just">
              <a:lnSpc>
                <a:spcPct val="115000"/>
              </a:lnSpc>
              <a:spcBef>
                <a:spcPts val="0"/>
              </a:spcBef>
              <a:spcAft>
                <a:spcPts val="1000"/>
              </a:spcAft>
            </a:pPr>
            <a:r>
              <a:rPr lang="en-US" sz="2200" b="1">
                <a:latin typeface="+mj-lt"/>
                <a:cs typeface="Times New Roman" panose="02020603050405020304" pitchFamily="18" charset="0"/>
              </a:rPr>
              <a:t>Home of Record of Trip </a:t>
            </a:r>
          </a:p>
          <a:p>
            <a:pPr marL="457200" lvl="1" algn="just">
              <a:lnSpc>
                <a:spcPct val="115000"/>
              </a:lnSpc>
              <a:spcBef>
                <a:spcPts val="0"/>
              </a:spcBef>
              <a:spcAft>
                <a:spcPts val="1000"/>
              </a:spcAft>
            </a:pPr>
            <a:r>
              <a:rPr lang="en-US" sz="2200">
                <a:latin typeface="+mj-lt"/>
                <a:cs typeface="Times New Roman" panose="02020603050405020304" pitchFamily="18" charset="0"/>
              </a:rPr>
              <a:t>12 months of continuous service abroad at a post experiencing extraordinary circumstances, as determined by the U.S. Government the Foreign Service; or</a:t>
            </a:r>
          </a:p>
          <a:p>
            <a:pPr marL="457200" lvl="1" algn="just">
              <a:lnSpc>
                <a:spcPct val="115000"/>
              </a:lnSpc>
              <a:spcBef>
                <a:spcPts val="0"/>
              </a:spcBef>
              <a:spcAft>
                <a:spcPts val="1000"/>
              </a:spcAft>
            </a:pPr>
            <a:r>
              <a:rPr lang="en-US" sz="2200">
                <a:latin typeface="+mj-lt"/>
                <a:cs typeface="Times New Roman" panose="02020603050405020304" pitchFamily="18" charset="0"/>
              </a:rPr>
              <a:t>18 months of continuous service abroad; and</a:t>
            </a:r>
          </a:p>
          <a:p>
            <a:pPr marL="0" marR="0" algn="just">
              <a:lnSpc>
                <a:spcPct val="115000"/>
              </a:lnSpc>
              <a:spcBef>
                <a:spcPts val="0"/>
              </a:spcBef>
              <a:spcAft>
                <a:spcPts val="1000"/>
              </a:spcAft>
            </a:pPr>
            <a:r>
              <a:rPr lang="en-US" sz="2200" b="1">
                <a:latin typeface="+mj-lt"/>
                <a:cs typeface="Times New Roman" panose="02020603050405020304" pitchFamily="18" charset="0"/>
              </a:rPr>
              <a:t>Rest &amp; Recuperation (R&amp;R) Leave</a:t>
            </a:r>
          </a:p>
          <a:p>
            <a:pPr marL="457200" marR="0" lvl="1" algn="just">
              <a:lnSpc>
                <a:spcPct val="115000"/>
              </a:lnSpc>
              <a:spcBef>
                <a:spcPts val="0"/>
              </a:spcBef>
              <a:spcAft>
                <a:spcPts val="1000"/>
              </a:spcAft>
            </a:pPr>
            <a:r>
              <a:rPr lang="en-US" sz="2200">
                <a:latin typeface="+mj-lt"/>
                <a:cs typeface="Times New Roman" panose="02020603050405020304" pitchFamily="18" charset="0"/>
              </a:rPr>
              <a:t>If employee is assigned to a designated R&amp;R post abroad and they serve at such a post for a period of at least 2 years unbroken by home leave; or</a:t>
            </a:r>
          </a:p>
          <a:p>
            <a:pPr marL="457200" lvl="1" algn="just">
              <a:lnSpc>
                <a:spcPct val="115000"/>
              </a:lnSpc>
              <a:spcBef>
                <a:spcPts val="0"/>
              </a:spcBef>
              <a:spcAft>
                <a:spcPts val="1000"/>
              </a:spcAft>
            </a:pPr>
            <a:r>
              <a:rPr lang="en-US" sz="2200">
                <a:latin typeface="+mj-lt"/>
                <a:cs typeface="Times New Roman" panose="02020603050405020304" pitchFamily="18" charset="0"/>
              </a:rPr>
              <a:t>They are assigned to a post that has been approved for special R&amp;R under </a:t>
            </a:r>
            <a:r>
              <a:rPr lang="en-US" sz="2200">
                <a:latin typeface="+mj-lt"/>
                <a:cs typeface="Times New Roman" panose="02020603050405020304" pitchFamily="18" charset="0"/>
                <a:hlinkClick r:id="rId2">
                  <a:extLst>
                    <a:ext uri="{A12FA001-AC4F-418D-AE19-62706E023703}">
                      <ahyp:hlinkClr xmlns:ahyp="http://schemas.microsoft.com/office/drawing/2018/hyperlinkcolor" val="tx"/>
                    </a:ext>
                  </a:extLst>
                </a:hlinkClick>
              </a:rPr>
              <a:t>3 FAM 3727.1</a:t>
            </a:r>
            <a:endParaRPr lang="en-US" sz="2200">
              <a:latin typeface="+mj-lt"/>
              <a:cs typeface="Times New Roman" panose="02020603050405020304" pitchFamily="18" charset="0"/>
            </a:endParaRPr>
          </a:p>
          <a:p>
            <a:pPr marL="0" marR="0" algn="just">
              <a:lnSpc>
                <a:spcPct val="115000"/>
              </a:lnSpc>
              <a:spcBef>
                <a:spcPts val="0"/>
              </a:spcBef>
              <a:spcAft>
                <a:spcPts val="1000"/>
              </a:spcAft>
            </a:pPr>
            <a:r>
              <a:rPr lang="en-US" sz="2200" b="1">
                <a:latin typeface="+mj-lt"/>
                <a:cs typeface="Times New Roman" panose="02020603050405020304" pitchFamily="18" charset="0"/>
              </a:rPr>
              <a:t>Living Quarters / Accommodation Allowance</a:t>
            </a:r>
          </a:p>
          <a:p>
            <a:pPr marL="457200" lvl="1" algn="just">
              <a:lnSpc>
                <a:spcPct val="115000"/>
              </a:lnSpc>
              <a:spcBef>
                <a:spcPts val="0"/>
              </a:spcBef>
              <a:spcAft>
                <a:spcPts val="1000"/>
              </a:spcAft>
            </a:pPr>
            <a:r>
              <a:rPr lang="en-US" sz="2200">
                <a:latin typeface="+mj-lt"/>
                <a:cs typeface="Times New Roman" panose="02020603050405020304" pitchFamily="18" charset="0"/>
              </a:rPr>
              <a:t>Up to 75% of Department of State rates</a:t>
            </a:r>
          </a:p>
          <a:p>
            <a:pPr marL="228600" lvl="1"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 </a:t>
            </a:r>
          </a:p>
          <a:p>
            <a:pPr marL="0" marR="0" algn="just">
              <a:lnSpc>
                <a:spcPct val="115000"/>
              </a:lnSpc>
              <a:spcBef>
                <a:spcPts val="0"/>
              </a:spcBef>
              <a:spcAft>
                <a:spcPts val="1000"/>
              </a:spcAft>
            </a:pPr>
            <a:endParaRPr lang="en-US" sz="1800">
              <a:effectLst/>
              <a:latin typeface="Cambria" panose="02040503050406030204" pitchFamily="18" charset="0"/>
              <a:ea typeface="HGMinchoB"/>
              <a:cs typeface="Times New Roman" panose="02020603050405020304" pitchFamily="18" charset="0"/>
            </a:endParaRPr>
          </a:p>
          <a:p>
            <a:pPr marL="0" marR="0" indent="0" algn="just">
              <a:lnSpc>
                <a:spcPct val="115000"/>
              </a:lnSpc>
              <a:spcBef>
                <a:spcPts val="0"/>
              </a:spcBef>
              <a:spcAft>
                <a:spcPts val="1000"/>
              </a:spcAft>
              <a:buNone/>
            </a:pPr>
            <a:endParaRPr lang="en-US" sz="1400" b="0" i="0">
              <a:solidFill>
                <a:srgbClr val="374151"/>
              </a:solidFill>
              <a:effectLst/>
              <a:latin typeface="+mj-lt"/>
            </a:endParaRPr>
          </a:p>
        </p:txBody>
      </p:sp>
      <p:sp>
        <p:nvSpPr>
          <p:cNvPr id="4" name="Rectangle 3">
            <a:extLst>
              <a:ext uri="{FF2B5EF4-FFF2-40B4-BE49-F238E27FC236}">
                <a16:creationId xmlns:a16="http://schemas.microsoft.com/office/drawing/2014/main" id="{E973998A-9FEA-97DC-2B03-B12FEEF83BC6}"/>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8282191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884869" y="2927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Senior Management Benefits </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1068728" y="1799033"/>
            <a:ext cx="10142003" cy="3276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1000"/>
              </a:spcAft>
              <a:buNone/>
            </a:pPr>
            <a:r>
              <a:rPr lang="en-US" sz="1800">
                <a:effectLst/>
                <a:latin typeface="Calibri Light (Headings)"/>
                <a:ea typeface="HGMinchoB"/>
                <a:cs typeface="Times New Roman" panose="02020603050405020304" pitchFamily="18" charset="0"/>
              </a:rPr>
              <a:t>Partners’ Senior Management Benefit Policy outlines the additional compensation, perks, and benefits that may be provided to certain </a:t>
            </a:r>
            <a:r>
              <a:rPr lang="en-US" sz="1800" u="sng">
                <a:solidFill>
                  <a:srgbClr val="00A3D6"/>
                </a:solidFill>
                <a:effectLst/>
                <a:latin typeface="Calibri Light (Headings)"/>
                <a:ea typeface="HGMinchoB"/>
                <a:cs typeface="Times New Roman" panose="02020603050405020304" pitchFamily="18" charset="0"/>
                <a:hlinkClick r:id="rId2"/>
              </a:rPr>
              <a:t>Senior Managers, Grade E</a:t>
            </a:r>
            <a:r>
              <a:rPr lang="en-US" sz="1800">
                <a:effectLst/>
                <a:latin typeface="Calibri Light (Headings)"/>
                <a:ea typeface="HGMinchoB"/>
                <a:cs typeface="Times New Roman" panose="02020603050405020304" pitchFamily="18" charset="0"/>
              </a:rPr>
              <a:t> and above. The goal of these additional Senior Management benefits are designed to attract and retain top talent, and acknowledge the unique responsibilities and contributions of these senior executives. Eligibility criteria for specific benefits and perks may vary based on position, performance, and other factors. The President &amp; CEO will determine all Senior Management benefits. Senior Management benefits may include but are not limited: performance based compensation or incentives, housing allowances, additional insurances, car allowances, travel benefits, professional growth incentives, or other benefits as determined by the President &amp; CEO.</a:t>
            </a:r>
          </a:p>
        </p:txBody>
      </p:sp>
      <p:sp>
        <p:nvSpPr>
          <p:cNvPr id="8" name="Rectangle 7">
            <a:extLst>
              <a:ext uri="{FF2B5EF4-FFF2-40B4-BE49-F238E27FC236}">
                <a16:creationId xmlns:a16="http://schemas.microsoft.com/office/drawing/2014/main" id="{BFF9F9A2-2CC8-7854-6B02-0024F03C3100}"/>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2943742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23533" y="-64534"/>
            <a:ext cx="10515600" cy="1325563"/>
          </a:xfrm>
        </p:spPr>
        <p:txBody>
          <a:bodyPr/>
          <a:lstStyle/>
          <a:p>
            <a:r>
              <a:rPr lang="en-US" b="1"/>
              <a:t>Holidays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14739" y="926696"/>
            <a:ext cx="11047438" cy="5519228"/>
          </a:xfrm>
        </p:spPr>
        <p:txBody>
          <a:bodyPr vert="horz" lIns="91440" tIns="45720" rIns="91440" bIns="45720" rtlCol="0" anchor="t">
            <a:noAutofit/>
          </a:bodyPr>
          <a:lstStyle/>
          <a:p>
            <a:pPr marL="0" marR="0" indent="0" algn="just">
              <a:lnSpc>
                <a:spcPct val="100000"/>
              </a:lnSpc>
              <a:spcBef>
                <a:spcPts val="0"/>
              </a:spcBef>
              <a:buNone/>
            </a:pPr>
            <a:r>
              <a:rPr lang="en-US" sz="1600" dirty="0">
                <a:effectLst/>
                <a:latin typeface="+mj-lt"/>
                <a:ea typeface="HGMinchoB"/>
                <a:cs typeface="Times New Roman" panose="02020603050405020304" pitchFamily="18" charset="0"/>
              </a:rPr>
              <a:t>The following holidays are observed by Partners:</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New Year’s Day</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Dr. Martin Luther King’s Birthday (third Monday of January)</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Presidents’ Day (third Monday of February)</a:t>
            </a:r>
          </a:p>
          <a:p>
            <a:pPr marL="800100" lvl="1" indent="-342900" algn="just">
              <a:lnSpc>
                <a:spcPct val="100000"/>
              </a:lnSpc>
              <a:spcBef>
                <a:spcPts val="0"/>
              </a:spcBef>
              <a:buFont typeface="+mj-lt"/>
              <a:buAutoNum type="arabicPeriod"/>
            </a:pPr>
            <a:r>
              <a:rPr lang="en-US" sz="1600" b="1" dirty="0">
                <a:effectLst/>
                <a:latin typeface="+mj-lt"/>
                <a:ea typeface="HGMinchoB"/>
                <a:cs typeface="Times New Roman"/>
              </a:rPr>
              <a:t>Emancipation Day (April 16th)</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Memorial Day (fourth Monday of May)</a:t>
            </a:r>
          </a:p>
          <a:p>
            <a:pPr marL="800100" lvl="1" indent="-342900" algn="just">
              <a:lnSpc>
                <a:spcPct val="100000"/>
              </a:lnSpc>
              <a:spcBef>
                <a:spcPts val="0"/>
              </a:spcBef>
              <a:buFont typeface="+mj-lt"/>
              <a:buAutoNum type="arabicPeriod"/>
            </a:pPr>
            <a:r>
              <a:rPr lang="en-US" sz="1600" b="1" dirty="0">
                <a:effectLst/>
                <a:latin typeface="+mj-lt"/>
                <a:ea typeface="HGMinchoB"/>
                <a:cs typeface="Times New Roman" panose="02020603050405020304" pitchFamily="18" charset="0"/>
              </a:rPr>
              <a:t>Juneteenth </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Independence Day – Fourth of July</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Labor Day (first Monday of September)</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Indigenous Peoples Day (second Monday of October)</a:t>
            </a:r>
          </a:p>
          <a:p>
            <a:pPr marL="800100" lvl="1" indent="-342900" algn="just">
              <a:lnSpc>
                <a:spcPct val="100000"/>
              </a:lnSpc>
              <a:spcBef>
                <a:spcPts val="0"/>
              </a:spcBef>
              <a:buFont typeface="+mj-lt"/>
              <a:buAutoNum type="arabicPeriod"/>
            </a:pPr>
            <a:r>
              <a:rPr lang="en-US" sz="1600" b="1" dirty="0">
                <a:effectLst/>
                <a:latin typeface="+mj-lt"/>
                <a:ea typeface="HGMinchoB"/>
                <a:cs typeface="Times New Roman" panose="02020603050405020304" pitchFamily="18" charset="0"/>
              </a:rPr>
              <a:t>Veteran’s Day</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a:rPr>
              <a:t>Thanksgiving Day (fourth Thursday of November)</a:t>
            </a:r>
          </a:p>
          <a:p>
            <a:pPr marL="800100" lvl="1" indent="-342900" algn="just">
              <a:lnSpc>
                <a:spcPct val="100000"/>
              </a:lnSpc>
              <a:spcBef>
                <a:spcPts val="0"/>
              </a:spcBef>
              <a:buFont typeface="+mj-lt"/>
              <a:buAutoNum type="arabicPeriod"/>
            </a:pPr>
            <a:r>
              <a:rPr lang="en-US" sz="1600" dirty="0">
                <a:latin typeface="+mj-lt"/>
                <a:ea typeface="HGMinchoB"/>
                <a:cs typeface="Times New Roman"/>
              </a:rPr>
              <a:t>Thanksgiving Friday</a:t>
            </a:r>
            <a:endParaRPr lang="en-US" sz="1600" dirty="0">
              <a:effectLst/>
              <a:latin typeface="+mj-lt"/>
              <a:ea typeface="HGMinchoB"/>
              <a:cs typeface="Times New Roman"/>
            </a:endParaRP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Christmas Day</a:t>
            </a:r>
          </a:p>
          <a:p>
            <a:pPr marL="800100" lvl="1" indent="-342900" algn="just">
              <a:lnSpc>
                <a:spcPct val="100000"/>
              </a:lnSpc>
              <a:spcBef>
                <a:spcPts val="0"/>
              </a:spcBef>
              <a:buAutoNum type="arabicPeriod"/>
            </a:pPr>
            <a:r>
              <a:rPr lang="en-US" sz="1600" b="1" dirty="0">
                <a:latin typeface="+mj-lt"/>
                <a:ea typeface="HGMinchoB"/>
                <a:cs typeface="Times New Roman"/>
              </a:rPr>
              <a:t>Winter Break (between December 26th to 31st)</a:t>
            </a:r>
          </a:p>
          <a:p>
            <a:pPr marL="800100" lvl="1" indent="-342900" algn="just">
              <a:lnSpc>
                <a:spcPct val="100000"/>
              </a:lnSpc>
              <a:spcBef>
                <a:spcPts val="0"/>
              </a:spcBef>
              <a:buFont typeface="+mj-lt"/>
              <a:buAutoNum type="arabicPeriod"/>
            </a:pPr>
            <a:r>
              <a:rPr lang="en-US" sz="1600" dirty="0">
                <a:effectLst/>
                <a:latin typeface="+mj-lt"/>
                <a:ea typeface="HGMinchoB"/>
                <a:cs typeface="Times New Roman" panose="02020603050405020304" pitchFamily="18" charset="0"/>
              </a:rPr>
              <a:t>Other federal government holidays and office closings</a:t>
            </a:r>
          </a:p>
          <a:p>
            <a:pPr marL="0" marR="0" indent="0" algn="just">
              <a:lnSpc>
                <a:spcPct val="115000"/>
              </a:lnSpc>
              <a:spcBef>
                <a:spcPts val="0"/>
              </a:spcBef>
              <a:spcAft>
                <a:spcPts val="1000"/>
              </a:spcAft>
              <a:buNone/>
            </a:pPr>
            <a:r>
              <a:rPr lang="en-US" sz="1600" b="1" dirty="0">
                <a:effectLst/>
                <a:latin typeface="+mj-lt"/>
                <a:ea typeface="HGMinchoB"/>
                <a:cs typeface="Times New Roman" panose="02020603050405020304" pitchFamily="18" charset="0"/>
              </a:rPr>
              <a:t>*New holidays in bold</a:t>
            </a:r>
          </a:p>
          <a:p>
            <a:pPr marL="0" marR="0" indent="0" algn="just">
              <a:lnSpc>
                <a:spcPct val="115000"/>
              </a:lnSpc>
              <a:spcBef>
                <a:spcPts val="0"/>
              </a:spcBef>
              <a:spcAft>
                <a:spcPts val="1000"/>
              </a:spcAft>
              <a:buNone/>
            </a:pPr>
            <a:r>
              <a:rPr lang="en-US" sz="1600" dirty="0">
                <a:effectLst/>
                <a:latin typeface="+mj-lt"/>
                <a:ea typeface="HGMinchoB"/>
                <a:cs typeface="Times New Roman" panose="02020603050405020304" pitchFamily="18" charset="0"/>
              </a:rPr>
              <a:t>When a holiday occurs on the weekend, Partners will observe the holiday on the day observed by the federal government. When a holiday observed by Partners falls within an employee’s vacation period, accrued vacation is not charged on that day. Holiday pay will be calculated based on the employee's straight time pay rate (as of the date of the holiday) times the number of hours the employee would otherwise have worked on that day. Paid time off for holidays will not be counted as hours worked for the purposes of determining whether overtime pay is owed.</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1301666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6190" y="0"/>
            <a:ext cx="10515600" cy="1325563"/>
          </a:xfrm>
        </p:spPr>
        <p:txBody>
          <a:bodyPr/>
          <a:lstStyle/>
          <a:p>
            <a:r>
              <a:rPr lang="en-US" b="1"/>
              <a:t>Floating Holidays</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947057" y="1495076"/>
            <a:ext cx="10440949" cy="5519228"/>
          </a:xfrm>
        </p:spPr>
        <p:txBody>
          <a:bodyPr>
            <a:noAutofit/>
          </a:bodyPr>
          <a:lstStyle/>
          <a:p>
            <a:pPr marL="0" marR="0" indent="0" algn="just">
              <a:lnSpc>
                <a:spcPct val="114000"/>
              </a:lnSpc>
              <a:spcBef>
                <a:spcPts val="0"/>
              </a:spcBef>
              <a:buNone/>
            </a:pPr>
            <a:r>
              <a:rPr lang="en-US" sz="1800">
                <a:latin typeface="+mj-lt"/>
                <a:cs typeface="Times New Roman" panose="02020603050405020304" pitchFamily="18" charset="0"/>
              </a:rPr>
              <a:t>Float holidays offer flexibility, enabling employees to celebrate personal, religious or cultural events that may not be covered by standard Partners holidays. A floating holiday is a paid day off that substitutes one of Partners' regularly observed holidays. Floating holidays include religious or cultural holidays, employee birthdays, anniversaries (work or personal), or other state or federal holidays during which Partners remains open. A floating holiday cannot be used interchangeably as a paid leave.</a:t>
            </a:r>
          </a:p>
          <a:p>
            <a:pPr marL="0" marR="0" indent="0" algn="just">
              <a:lnSpc>
                <a:spcPct val="114000"/>
              </a:lnSpc>
              <a:spcBef>
                <a:spcPts val="0"/>
              </a:spcBef>
              <a:buNone/>
            </a:pPr>
            <a:endParaRPr lang="en-US" sz="1800">
              <a:latin typeface="+mj-lt"/>
              <a:cs typeface="Times New Roman" panose="02020603050405020304" pitchFamily="18" charset="0"/>
            </a:endParaRPr>
          </a:p>
          <a:p>
            <a:pPr marL="0" marR="0" indent="0" algn="just">
              <a:lnSpc>
                <a:spcPct val="114000"/>
              </a:lnSpc>
              <a:spcBef>
                <a:spcPts val="0"/>
              </a:spcBef>
              <a:buNone/>
            </a:pPr>
            <a:r>
              <a:rPr lang="en-US" sz="1800">
                <a:latin typeface="+mj-lt"/>
                <a:cs typeface="Times New Roman" panose="02020603050405020304" pitchFamily="18" charset="0"/>
              </a:rPr>
              <a:t>Employee can elect to use up to four (4) floating holidays a year. Employees must work the regular Federal holiday and determine which day they will recognize in lieu of that holiday. Employees must specify the event for which they are requesting to use a floating holiday. The request must be scheduled and approved in advance by the employee's immediate supervisor. </a:t>
            </a:r>
          </a:p>
          <a:p>
            <a:pPr marL="0" marR="0" indent="0" algn="just">
              <a:lnSpc>
                <a:spcPct val="114000"/>
              </a:lnSpc>
              <a:spcBef>
                <a:spcPts val="0"/>
              </a:spcBef>
              <a:buNone/>
            </a:pPr>
            <a:endParaRPr lang="en-US" sz="1800">
              <a:latin typeface="+mj-lt"/>
              <a:cs typeface="Times New Roman" panose="02020603050405020304" pitchFamily="18" charset="0"/>
            </a:endParaRPr>
          </a:p>
          <a:p>
            <a:pPr marL="0" marR="0" indent="0" algn="just">
              <a:lnSpc>
                <a:spcPct val="114000"/>
              </a:lnSpc>
              <a:spcBef>
                <a:spcPts val="0"/>
              </a:spcBef>
              <a:buNone/>
            </a:pPr>
            <a:r>
              <a:rPr lang="en-US" sz="1800">
                <a:latin typeface="+mj-lt"/>
                <a:cs typeface="Times New Roman" panose="02020603050405020304" pitchFamily="18" charset="0"/>
              </a:rPr>
              <a:t>Floating holidays will not be carried over to the next calendar year, nor may they be paid out if not taken or upon termination of employment.</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3000554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09537" y="-201937"/>
            <a:ext cx="10515600" cy="1325563"/>
          </a:xfrm>
        </p:spPr>
        <p:txBody>
          <a:bodyPr/>
          <a:lstStyle/>
          <a:p>
            <a:r>
              <a:rPr lang="en-US" b="1"/>
              <a:t>Communicating Absences </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601824" y="1405025"/>
            <a:ext cx="11290036" cy="5877518"/>
          </a:xfrm>
        </p:spPr>
        <p:txBody>
          <a:bodyPr>
            <a:noAutofit/>
          </a:bodyPr>
          <a:lstStyle/>
          <a:p>
            <a:pPr marL="0" marR="0" indent="0" algn="just">
              <a:lnSpc>
                <a:spcPct val="115000"/>
              </a:lnSpc>
              <a:spcBef>
                <a:spcPts val="0"/>
              </a:spcBef>
              <a:spcAft>
                <a:spcPts val="1000"/>
              </a:spcAft>
              <a:buNone/>
            </a:pPr>
            <a:r>
              <a:rPr lang="en-US" sz="1800">
                <a:effectLst/>
                <a:latin typeface="+mj-lt"/>
                <a:ea typeface="Times New Roman" panose="02020603050405020304" pitchFamily="18" charset="0"/>
                <a:cs typeface="Times New Roman" panose="02020603050405020304" pitchFamily="18" charset="0"/>
              </a:rPr>
              <a:t>Staff members are required to request approval from their supervisors regarding use of leave or other absences with as much notice as possible, following the protocols below. Simply alerting your supervisor that you will be “out of the office” is not sufficient. If employees will be out of the office for two (2) days or longer, they must notify all staff via email at last three (3) business day prior. The email must contain the following:</a:t>
            </a:r>
          </a:p>
          <a:p>
            <a:pPr marL="800100" lvl="1" indent="-342900" algn="just">
              <a:lnSpc>
                <a:spcPct val="115000"/>
              </a:lnSpc>
              <a:spcBef>
                <a:spcPts val="0"/>
              </a:spcBef>
              <a:buFont typeface="Symbol" panose="05050102010706020507" pitchFamily="18" charset="2"/>
              <a:buChar char=""/>
            </a:pPr>
            <a:r>
              <a:rPr lang="en-US" sz="1800">
                <a:effectLst/>
                <a:latin typeface="+mj-lt"/>
                <a:ea typeface="Times New Roman" panose="02020603050405020304" pitchFamily="18" charset="0"/>
                <a:cs typeface="Times New Roman" panose="02020603050405020304" pitchFamily="18" charset="0"/>
              </a:rPr>
              <a:t>Dates the employee will be out of office</a:t>
            </a:r>
          </a:p>
          <a:p>
            <a:pPr marL="800100" lvl="1" indent="-342900" algn="just">
              <a:lnSpc>
                <a:spcPct val="115000"/>
              </a:lnSpc>
              <a:spcBef>
                <a:spcPts val="0"/>
              </a:spcBef>
              <a:buFont typeface="Symbol" panose="05050102010706020507" pitchFamily="18" charset="2"/>
              <a:buChar char=""/>
            </a:pPr>
            <a:r>
              <a:rPr lang="en-US" sz="1800">
                <a:effectLst/>
                <a:latin typeface="+mj-lt"/>
                <a:ea typeface="Times New Roman" panose="02020603050405020304" pitchFamily="18" charset="0"/>
                <a:cs typeface="Times New Roman" panose="02020603050405020304" pitchFamily="18" charset="0"/>
              </a:rPr>
              <a:t>Date they will be back to the office</a:t>
            </a:r>
          </a:p>
          <a:p>
            <a:pPr marL="800100" lvl="1" indent="-342900" algn="just">
              <a:lnSpc>
                <a:spcPct val="115000"/>
              </a:lnSpc>
              <a:spcBef>
                <a:spcPts val="0"/>
              </a:spcBef>
              <a:buFont typeface="Symbol" panose="05050102010706020507" pitchFamily="18" charset="2"/>
              <a:buChar char=""/>
            </a:pPr>
            <a:r>
              <a:rPr lang="en-US" sz="1800">
                <a:effectLst/>
                <a:latin typeface="+mj-lt"/>
                <a:ea typeface="Times New Roman" panose="02020603050405020304" pitchFamily="18" charset="0"/>
                <a:cs typeface="Times New Roman" panose="02020603050405020304" pitchFamily="18" charset="0"/>
              </a:rPr>
              <a:t>Provide alternative points of contacts for urgent matters</a:t>
            </a:r>
          </a:p>
          <a:p>
            <a:pPr marL="800100" lvl="1" indent="-342900" algn="just">
              <a:lnSpc>
                <a:spcPct val="115000"/>
              </a:lnSpc>
              <a:spcBef>
                <a:spcPts val="0"/>
              </a:spcBef>
              <a:spcAft>
                <a:spcPts val="1000"/>
              </a:spcAft>
              <a:buFont typeface="Symbol" panose="05050102010706020507" pitchFamily="18" charset="2"/>
              <a:buChar char=""/>
            </a:pPr>
            <a:r>
              <a:rPr lang="en-US" sz="1800">
                <a:effectLst/>
                <a:latin typeface="+mj-lt"/>
                <a:ea typeface="Times New Roman" panose="02020603050405020304" pitchFamily="18" charset="0"/>
                <a:cs typeface="Times New Roman" panose="02020603050405020304" pitchFamily="18" charset="0"/>
              </a:rPr>
              <a:t>For positions of management, delegation responsibility and signature authority </a:t>
            </a:r>
          </a:p>
          <a:p>
            <a:pPr marL="800100" lvl="1" indent="-342900" algn="just">
              <a:lnSpc>
                <a:spcPct val="115000"/>
              </a:lnSpc>
              <a:spcBef>
                <a:spcPts val="0"/>
              </a:spcBef>
              <a:spcAft>
                <a:spcPts val="1000"/>
              </a:spcAft>
              <a:buFont typeface="Symbol" panose="05050102010706020507" pitchFamily="18" charset="2"/>
              <a:buChar char=""/>
            </a:pPr>
            <a:endParaRPr lang="en-US" sz="1800">
              <a:effectLst/>
              <a:latin typeface="+mj-lt"/>
              <a:ea typeface="Times New Roman" panose="02020603050405020304" pitchFamily="18" charset="0"/>
              <a:cs typeface="Times New Roman" panose="02020603050405020304" pitchFamily="18" charset="0"/>
            </a:endParaRPr>
          </a:p>
          <a:p>
            <a:pPr marL="0" marR="0" indent="0">
              <a:lnSpc>
                <a:spcPct val="115000"/>
              </a:lnSpc>
              <a:spcBef>
                <a:spcPts val="0"/>
              </a:spcBef>
              <a:spcAft>
                <a:spcPts val="1000"/>
              </a:spcAft>
              <a:buNone/>
            </a:pPr>
            <a:r>
              <a:rPr lang="en-US" sz="1800" b="1">
                <a:effectLst/>
                <a:latin typeface="+mj-lt"/>
                <a:ea typeface="Times New Roman" panose="02020603050405020304" pitchFamily="18" charset="0"/>
                <a:cs typeface="Times New Roman" panose="02020603050405020304" pitchFamily="18" charset="0"/>
              </a:rPr>
              <a:t>Protocol for Planned Leave </a:t>
            </a:r>
            <a:endParaRPr lang="en-US" sz="1800" b="1">
              <a:latin typeface="+mj-lt"/>
              <a:ea typeface="Times New Roman" panose="02020603050405020304" pitchFamily="18" charset="0"/>
              <a:cs typeface="Times New Roman" panose="02020603050405020304" pitchFamily="18" charset="0"/>
            </a:endParaRPr>
          </a:p>
          <a:p>
            <a:pPr marL="0" marR="0" indent="0">
              <a:lnSpc>
                <a:spcPct val="115000"/>
              </a:lnSpc>
              <a:spcBef>
                <a:spcPts val="0"/>
              </a:spcBef>
              <a:spcAft>
                <a:spcPts val="1000"/>
              </a:spcAft>
              <a:buNone/>
            </a:pPr>
            <a:r>
              <a:rPr lang="en-US" sz="1800">
                <a:effectLst/>
                <a:latin typeface="+mj-lt"/>
                <a:ea typeface="Times New Roman" panose="02020603050405020304" pitchFamily="18" charset="0"/>
                <a:cs typeface="Times New Roman" panose="02020603050405020304" pitchFamily="18" charset="0"/>
              </a:rPr>
              <a:t>Submit Leave via Paycom under Time Off Requests &gt; Request Time Off with as much advance notice as possible. </a:t>
            </a:r>
            <a:r>
              <a:rPr lang="en-US" sz="1800" b="1" u="sng">
                <a:effectLst/>
                <a:latin typeface="+mj-lt"/>
                <a:ea typeface="Times New Roman" panose="02020603050405020304" pitchFamily="18" charset="0"/>
                <a:cs typeface="Times New Roman" panose="02020603050405020304" pitchFamily="18" charset="0"/>
              </a:rPr>
              <a:t>For all planned leave, employees must receive approval in system prior to taking the paid leave.</a:t>
            </a:r>
            <a:r>
              <a:rPr lang="en-US" sz="1800">
                <a:effectLst/>
                <a:latin typeface="+mj-lt"/>
                <a:ea typeface="Times New Roman" panose="02020603050405020304" pitchFamily="18" charset="0"/>
                <a:cs typeface="Times New Roman" panose="02020603050405020304" pitchFamily="18" charset="0"/>
              </a:rPr>
              <a:t> Email approval is not sufficient and the time off must be requested and approved in Paycom prior to the leave start date. </a:t>
            </a:r>
            <a:endParaRPr lang="en-US" sz="1800">
              <a:latin typeface="+mj-lt"/>
              <a:ea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4E2C1A1A-1F31-D7CB-8BD2-6BE4730A6F7B}"/>
              </a:ext>
            </a:extLst>
          </p:cNvPr>
          <p:cNvSpPr/>
          <p:nvPr/>
        </p:nvSpPr>
        <p:spPr>
          <a:xfrm>
            <a:off x="9247278" y="323586"/>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8644788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6190" y="0"/>
            <a:ext cx="10515600" cy="1325563"/>
          </a:xfrm>
        </p:spPr>
        <p:txBody>
          <a:bodyPr/>
          <a:lstStyle/>
          <a:p>
            <a:r>
              <a:rPr lang="en-US" b="1"/>
              <a:t>Annual Leave</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727788" y="1377190"/>
            <a:ext cx="10748865" cy="5519228"/>
          </a:xfrm>
        </p:spPr>
        <p:txBody>
          <a:bodyPr>
            <a:noAutofit/>
          </a:bodyPr>
          <a:lstStyle/>
          <a:p>
            <a:pPr marL="0" marR="0" indent="0" algn="just">
              <a:lnSpc>
                <a:spcPct val="100000"/>
              </a:lnSpc>
              <a:spcBef>
                <a:spcPts val="0"/>
              </a:spcBef>
              <a:spcAft>
                <a:spcPts val="600"/>
              </a:spcAft>
              <a:buNone/>
            </a:pPr>
            <a:r>
              <a:rPr lang="en-US" sz="1900">
                <a:latin typeface="+mj-lt"/>
                <a:cs typeface="Times New Roman" panose="02020603050405020304" pitchFamily="18" charset="0"/>
              </a:rPr>
              <a:t>Vacation time is accrued by full-time employees from the outset of their employment at the rates shown below:</a:t>
            </a:r>
          </a:p>
          <a:p>
            <a:pPr marL="0" marR="0" indent="0" algn="just">
              <a:lnSpc>
                <a:spcPct val="100000"/>
              </a:lnSpc>
              <a:spcBef>
                <a:spcPts val="0"/>
              </a:spcBef>
              <a:buNone/>
            </a:pPr>
            <a:endParaRPr lang="en-US" sz="1900">
              <a:latin typeface="+mj-lt"/>
              <a:cs typeface="Times New Roman" panose="02020603050405020304" pitchFamily="18" charset="0"/>
            </a:endParaRPr>
          </a:p>
          <a:p>
            <a:pPr algn="just">
              <a:lnSpc>
                <a:spcPct val="100000"/>
              </a:lnSpc>
              <a:spcBef>
                <a:spcPts val="0"/>
              </a:spcBef>
              <a:spcAft>
                <a:spcPts val="600"/>
              </a:spcAft>
            </a:pPr>
            <a:r>
              <a:rPr lang="en-US" sz="1900">
                <a:latin typeface="+mj-lt"/>
                <a:cs typeface="Times New Roman" panose="02020603050405020304" pitchFamily="18" charset="0"/>
              </a:rPr>
              <a:t>Employees with 0 to 3 year of service: 15 workdays per year (accrued at the rate of 5 hours per pay period) </a:t>
            </a:r>
          </a:p>
          <a:p>
            <a:pPr algn="just">
              <a:lnSpc>
                <a:spcPct val="100000"/>
              </a:lnSpc>
              <a:spcBef>
                <a:spcPts val="0"/>
              </a:spcBef>
              <a:spcAft>
                <a:spcPts val="600"/>
              </a:spcAft>
            </a:pPr>
            <a:r>
              <a:rPr lang="en-US" sz="1900">
                <a:latin typeface="+mj-lt"/>
                <a:cs typeface="Times New Roman" panose="02020603050405020304" pitchFamily="18" charset="0"/>
              </a:rPr>
              <a:t>Employees with 3 to 10 year of service: 20 workdays per year (accrued at the rate of 6.67 hours per pay period) </a:t>
            </a:r>
          </a:p>
          <a:p>
            <a:pPr algn="just">
              <a:lnSpc>
                <a:spcPct val="100000"/>
              </a:lnSpc>
              <a:spcBef>
                <a:spcPts val="0"/>
              </a:spcBef>
              <a:spcAft>
                <a:spcPts val="600"/>
              </a:spcAft>
            </a:pPr>
            <a:r>
              <a:rPr lang="en-US" sz="1900">
                <a:latin typeface="+mj-lt"/>
                <a:cs typeface="Times New Roman" panose="02020603050405020304" pitchFamily="18" charset="0"/>
              </a:rPr>
              <a:t>Employees with 10 or more years of service: 25 workdays per year (accrued at the rate of 8.33 hours per pay period) </a:t>
            </a:r>
          </a:p>
          <a:p>
            <a:pPr marL="0" marR="0" indent="0" algn="just">
              <a:lnSpc>
                <a:spcPct val="100000"/>
              </a:lnSpc>
              <a:spcBef>
                <a:spcPts val="0"/>
              </a:spcBef>
              <a:spcAft>
                <a:spcPts val="600"/>
              </a:spcAft>
              <a:buNone/>
            </a:pPr>
            <a:endParaRPr lang="en-US" sz="1900">
              <a:latin typeface="+mj-lt"/>
              <a:cs typeface="Times New Roman" panose="02020603050405020304" pitchFamily="18" charset="0"/>
            </a:endParaRPr>
          </a:p>
          <a:p>
            <a:pPr marL="0" marR="0" indent="0" algn="just">
              <a:lnSpc>
                <a:spcPct val="100000"/>
              </a:lnSpc>
              <a:spcBef>
                <a:spcPts val="0"/>
              </a:spcBef>
              <a:spcAft>
                <a:spcPts val="600"/>
              </a:spcAft>
              <a:buNone/>
            </a:pPr>
            <a:r>
              <a:rPr lang="en-US" sz="1900">
                <a:latin typeface="+mj-lt"/>
                <a:cs typeface="Times New Roman" panose="02020603050405020304" pitchFamily="18" charset="0"/>
              </a:rPr>
              <a:t>Vacation time is accrued by part-time employees at the rate of 2.5 hours per pay period, 7.5 workdays per year and does not increase over time unless employment is changed to full time status.</a:t>
            </a:r>
          </a:p>
          <a:p>
            <a:pPr marL="0" marR="0" indent="0" algn="just">
              <a:lnSpc>
                <a:spcPct val="100000"/>
              </a:lnSpc>
              <a:spcBef>
                <a:spcPts val="0"/>
              </a:spcBef>
              <a:spcAft>
                <a:spcPts val="600"/>
              </a:spcAft>
              <a:buNone/>
            </a:pPr>
            <a:endParaRPr lang="en-US" sz="1900">
              <a:latin typeface="+mj-lt"/>
              <a:cs typeface="Times New Roman" panose="02020603050405020304" pitchFamily="18" charset="0"/>
            </a:endParaRPr>
          </a:p>
          <a:p>
            <a:pPr marL="0" marR="0" indent="0" algn="just">
              <a:lnSpc>
                <a:spcPct val="100000"/>
              </a:lnSpc>
              <a:spcBef>
                <a:spcPts val="0"/>
              </a:spcBef>
              <a:spcAft>
                <a:spcPts val="600"/>
              </a:spcAft>
              <a:buNone/>
            </a:pPr>
            <a:r>
              <a:rPr lang="en-US" sz="1900">
                <a:latin typeface="+mj-lt"/>
                <a:cs typeface="Times New Roman" panose="02020603050405020304" pitchFamily="18" charset="0"/>
              </a:rPr>
              <a:t>Accrued unused annual leave will be paid upon termination of employment. </a:t>
            </a:r>
          </a:p>
          <a:p>
            <a:pPr marL="0" marR="0" indent="0" algn="just">
              <a:lnSpc>
                <a:spcPct val="100000"/>
              </a:lnSpc>
              <a:spcBef>
                <a:spcPts val="0"/>
              </a:spcBef>
              <a:spcAft>
                <a:spcPts val="600"/>
              </a:spcAft>
              <a:buNone/>
            </a:pPr>
            <a:endParaRPr lang="en-US" sz="1900">
              <a:latin typeface="+mj-lt"/>
              <a:cs typeface="Times New Roman" panose="02020603050405020304" pitchFamily="18" charset="0"/>
            </a:endParaRP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6013855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6190" y="0"/>
            <a:ext cx="10515600" cy="1325563"/>
          </a:xfrm>
        </p:spPr>
        <p:txBody>
          <a:bodyPr/>
          <a:lstStyle/>
          <a:p>
            <a:r>
              <a:rPr lang="en-US" b="1"/>
              <a:t>Annual Leave Carryover</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78504" y="1338772"/>
            <a:ext cx="11098757" cy="5519228"/>
          </a:xfrm>
        </p:spPr>
        <p:txBody>
          <a:bodyPr>
            <a:noAutofit/>
          </a:bodyPr>
          <a:lstStyle/>
          <a:p>
            <a:pPr marL="0" marR="0" indent="0" algn="just">
              <a:lnSpc>
                <a:spcPct val="115000"/>
              </a:lnSpc>
              <a:spcBef>
                <a:spcPts val="0"/>
              </a:spcBef>
              <a:spcAft>
                <a:spcPts val="1000"/>
              </a:spcAft>
              <a:buNone/>
            </a:pPr>
            <a:endParaRPr lang="en-US" sz="1800" b="1" u="sng">
              <a:latin typeface="+mj-lt"/>
              <a:ea typeface="HGMinchoB"/>
              <a:cs typeface="Times New Roman" panose="02020603050405020304" pitchFamily="18" charset="0"/>
            </a:endParaRPr>
          </a:p>
          <a:p>
            <a:pPr marL="0" marR="0" indent="0" algn="just">
              <a:lnSpc>
                <a:spcPct val="100000"/>
              </a:lnSpc>
              <a:spcBef>
                <a:spcPts val="0"/>
              </a:spcBef>
              <a:spcAft>
                <a:spcPts val="600"/>
              </a:spcAft>
              <a:buNone/>
            </a:pPr>
            <a:r>
              <a:rPr lang="en-US" sz="1800" b="1">
                <a:latin typeface="+mj-lt"/>
                <a:cs typeface="Times New Roman" panose="02020603050405020304" pitchFamily="18" charset="0"/>
              </a:rPr>
              <a:t>Vacation Carryover</a:t>
            </a:r>
          </a:p>
          <a:p>
            <a:pPr marL="0" marR="0" indent="0" algn="just">
              <a:lnSpc>
                <a:spcPct val="100000"/>
              </a:lnSpc>
              <a:spcBef>
                <a:spcPts val="0"/>
              </a:spcBef>
              <a:spcAft>
                <a:spcPts val="600"/>
              </a:spcAft>
              <a:buNone/>
            </a:pPr>
            <a:r>
              <a:rPr lang="en-US" sz="1800">
                <a:latin typeface="+mj-lt"/>
                <a:cs typeface="Times New Roman" panose="02020603050405020304" pitchFamily="18" charset="0"/>
              </a:rPr>
              <a:t>Employees are encouraged and expected to take their annual leave. Partners will try to accommodate employee vacation plans and will fully be able to do this if the employee and the supervisor agree on vacation plans with ample lead time. As of December 31st each year, employees will be able to carry over a maximum of:</a:t>
            </a:r>
          </a:p>
          <a:p>
            <a:pPr algn="just">
              <a:lnSpc>
                <a:spcPct val="100000"/>
              </a:lnSpc>
              <a:spcBef>
                <a:spcPts val="0"/>
              </a:spcBef>
              <a:spcAft>
                <a:spcPts val="600"/>
              </a:spcAft>
            </a:pPr>
            <a:r>
              <a:rPr lang="en-US" sz="1800">
                <a:latin typeface="+mj-lt"/>
                <a:cs typeface="Times New Roman" panose="02020603050405020304" pitchFamily="18" charset="0"/>
              </a:rPr>
              <a:t>Employees with 0 to 3 year of service: 15 workdays per year (120 hours) </a:t>
            </a:r>
          </a:p>
          <a:p>
            <a:pPr algn="just">
              <a:lnSpc>
                <a:spcPct val="100000"/>
              </a:lnSpc>
              <a:spcBef>
                <a:spcPts val="0"/>
              </a:spcBef>
              <a:spcAft>
                <a:spcPts val="600"/>
              </a:spcAft>
            </a:pPr>
            <a:r>
              <a:rPr lang="en-US" sz="1800">
                <a:latin typeface="+mj-lt"/>
                <a:cs typeface="Times New Roman" panose="02020603050405020304" pitchFamily="18" charset="0"/>
              </a:rPr>
              <a:t>Employees with 3 to 10 year of service: 20 workdays per year (160 hours) </a:t>
            </a:r>
          </a:p>
          <a:p>
            <a:pPr algn="just">
              <a:lnSpc>
                <a:spcPct val="100000"/>
              </a:lnSpc>
              <a:spcBef>
                <a:spcPts val="0"/>
              </a:spcBef>
              <a:spcAft>
                <a:spcPts val="600"/>
              </a:spcAft>
            </a:pPr>
            <a:r>
              <a:rPr lang="en-US" sz="1800">
                <a:latin typeface="+mj-lt"/>
                <a:cs typeface="Times New Roman" panose="02020603050405020304" pitchFamily="18" charset="0"/>
              </a:rPr>
              <a:t>Employees with 10 or more years of service: 25 workdays per year (200 hours) </a:t>
            </a:r>
          </a:p>
          <a:p>
            <a:pPr marL="0" marR="0" indent="0" algn="just">
              <a:lnSpc>
                <a:spcPct val="100000"/>
              </a:lnSpc>
              <a:spcBef>
                <a:spcPts val="0"/>
              </a:spcBef>
              <a:spcAft>
                <a:spcPts val="600"/>
              </a:spcAft>
              <a:buNone/>
            </a:pPr>
            <a:endParaRPr lang="en-US" sz="1800">
              <a:latin typeface="+mj-lt"/>
              <a:cs typeface="Times New Roman" panose="02020603050405020304" pitchFamily="18" charset="0"/>
            </a:endParaRP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8096304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356190" y="0"/>
            <a:ext cx="10515600" cy="1325563"/>
          </a:xfrm>
        </p:spPr>
        <p:txBody>
          <a:bodyPr/>
          <a:lstStyle/>
          <a:p>
            <a:r>
              <a:rPr lang="en-US" b="1"/>
              <a:t>Sick Leave</a:t>
            </a: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709128" y="1338772"/>
            <a:ext cx="10697546" cy="5519228"/>
          </a:xfrm>
        </p:spPr>
        <p:txBody>
          <a:bodyPr>
            <a:noAutofit/>
          </a:bodyPr>
          <a:lstStyle/>
          <a:p>
            <a:pPr marL="0" marR="0" indent="0" algn="just">
              <a:lnSpc>
                <a:spcPct val="100000"/>
              </a:lnSpc>
              <a:spcBef>
                <a:spcPts val="0"/>
              </a:spcBef>
              <a:spcAft>
                <a:spcPts val="600"/>
              </a:spcAft>
              <a:buNone/>
            </a:pPr>
            <a:r>
              <a:rPr lang="en-US" sz="1800">
                <a:latin typeface="+mj-lt"/>
                <a:cs typeface="Times New Roman" panose="02020603050405020304" pitchFamily="18" charset="0"/>
              </a:rPr>
              <a:t>Full-time employees accrue 4 hours of sick leave per pay period, for a maximum of 12 earned days per year. </a:t>
            </a:r>
          </a:p>
          <a:p>
            <a:pPr marL="0" marR="0" indent="0" algn="just">
              <a:lnSpc>
                <a:spcPct val="100000"/>
              </a:lnSpc>
              <a:spcBef>
                <a:spcPts val="0"/>
              </a:spcBef>
              <a:spcAft>
                <a:spcPts val="600"/>
              </a:spcAft>
              <a:buNone/>
            </a:pPr>
            <a:endParaRPr lang="en-US" sz="1800">
              <a:latin typeface="+mj-lt"/>
              <a:cs typeface="Times New Roman" panose="02020603050405020304" pitchFamily="18" charset="0"/>
            </a:endParaRPr>
          </a:p>
          <a:p>
            <a:pPr marL="0" marR="0" indent="0" algn="just">
              <a:lnSpc>
                <a:spcPct val="100000"/>
              </a:lnSpc>
              <a:spcBef>
                <a:spcPts val="0"/>
              </a:spcBef>
              <a:spcAft>
                <a:spcPts val="600"/>
              </a:spcAft>
              <a:buNone/>
            </a:pPr>
            <a:r>
              <a:rPr lang="en-US" sz="1800">
                <a:latin typeface="+mj-lt"/>
                <a:cs typeface="Times New Roman" panose="02020603050405020304" pitchFamily="18" charset="0"/>
              </a:rPr>
              <a:t>Part-time employees accrue 2 hours of sick leave per pay period, for a maximum of 6 earned days per year, assuming an average of 20 hours per week. </a:t>
            </a:r>
          </a:p>
          <a:p>
            <a:pPr marL="0" marR="0" indent="0" algn="just">
              <a:lnSpc>
                <a:spcPct val="100000"/>
              </a:lnSpc>
              <a:spcBef>
                <a:spcPts val="0"/>
              </a:spcBef>
              <a:spcAft>
                <a:spcPts val="600"/>
              </a:spcAft>
              <a:buNone/>
            </a:pPr>
            <a:endParaRPr lang="en-US" sz="1800">
              <a:latin typeface="+mj-lt"/>
              <a:cs typeface="Times New Roman" panose="02020603050405020304" pitchFamily="18" charset="0"/>
            </a:endParaRPr>
          </a:p>
          <a:p>
            <a:pPr marL="0" marR="0" indent="0" algn="just">
              <a:lnSpc>
                <a:spcPct val="100000"/>
              </a:lnSpc>
              <a:spcBef>
                <a:spcPts val="0"/>
              </a:spcBef>
              <a:spcAft>
                <a:spcPts val="600"/>
              </a:spcAft>
              <a:buNone/>
            </a:pPr>
            <a:r>
              <a:rPr lang="en-US" sz="1800">
                <a:latin typeface="+mj-lt"/>
                <a:cs typeface="Times New Roman" panose="02020603050405020304" pitchFamily="18" charset="0"/>
              </a:rPr>
              <a:t>Unused sick leave is not reimbursed upon termination of employment.</a:t>
            </a:r>
            <a:endParaRPr lang="en-US" sz="1800" b="1">
              <a:latin typeface="+mj-lt"/>
              <a:cs typeface="Times New Roman" panose="02020603050405020304" pitchFamily="18" charset="0"/>
            </a:endParaRPr>
          </a:p>
          <a:p>
            <a:pPr marL="0" marR="0" indent="0" algn="just">
              <a:lnSpc>
                <a:spcPct val="100000"/>
              </a:lnSpc>
              <a:spcBef>
                <a:spcPts val="0"/>
              </a:spcBef>
              <a:spcAft>
                <a:spcPts val="600"/>
              </a:spcAft>
              <a:buNone/>
            </a:pPr>
            <a:endParaRPr lang="en-US" sz="1800" b="1">
              <a:latin typeface="+mj-lt"/>
              <a:cs typeface="Times New Roman" panose="02020603050405020304" pitchFamily="18" charset="0"/>
            </a:endParaRPr>
          </a:p>
          <a:p>
            <a:pPr marL="0" marR="0" indent="0" algn="just">
              <a:lnSpc>
                <a:spcPct val="100000"/>
              </a:lnSpc>
              <a:spcBef>
                <a:spcPts val="0"/>
              </a:spcBef>
              <a:spcAft>
                <a:spcPts val="600"/>
              </a:spcAft>
              <a:buNone/>
            </a:pPr>
            <a:r>
              <a:rPr lang="en-US" sz="1800" b="1">
                <a:latin typeface="+mj-lt"/>
                <a:cs typeface="Times New Roman" panose="02020603050405020304" pitchFamily="18" charset="0"/>
              </a:rPr>
              <a:t>Sick Leave Bank</a:t>
            </a:r>
          </a:p>
          <a:p>
            <a:pPr marL="0" marR="0" indent="0" algn="just">
              <a:lnSpc>
                <a:spcPct val="100000"/>
              </a:lnSpc>
              <a:spcBef>
                <a:spcPts val="0"/>
              </a:spcBef>
              <a:spcAft>
                <a:spcPts val="600"/>
              </a:spcAft>
              <a:buNone/>
            </a:pPr>
            <a:r>
              <a:rPr lang="en-US" sz="1800">
                <a:latin typeface="+mj-lt"/>
                <a:cs typeface="Times New Roman" panose="02020603050405020304" pitchFamily="18" charset="0"/>
              </a:rPr>
              <a:t>As of July 2023, Partners has eliminated all sick leave banks and instead has provide short-term disability.</a:t>
            </a:r>
          </a:p>
          <a:p>
            <a:pPr marL="0" marR="0" indent="0" algn="just">
              <a:lnSpc>
                <a:spcPct val="100000"/>
              </a:lnSpc>
              <a:spcBef>
                <a:spcPts val="0"/>
              </a:spcBef>
              <a:spcAft>
                <a:spcPts val="600"/>
              </a:spcAft>
              <a:buNone/>
            </a:pPr>
            <a:endParaRPr lang="en-US" sz="1800" b="1">
              <a:latin typeface="+mj-lt"/>
              <a:cs typeface="Times New Roman" panose="02020603050405020304" pitchFamily="18" charset="0"/>
            </a:endParaRPr>
          </a:p>
          <a:p>
            <a:pPr marL="0" marR="0" indent="0" algn="just">
              <a:lnSpc>
                <a:spcPct val="100000"/>
              </a:lnSpc>
              <a:spcBef>
                <a:spcPts val="0"/>
              </a:spcBef>
              <a:spcAft>
                <a:spcPts val="600"/>
              </a:spcAft>
              <a:buNone/>
            </a:pPr>
            <a:r>
              <a:rPr lang="en-US" sz="1800" b="1">
                <a:latin typeface="+mj-lt"/>
                <a:cs typeface="Times New Roman" panose="02020603050405020304" pitchFamily="18" charset="0"/>
              </a:rPr>
              <a:t>Sick Leave Carryover</a:t>
            </a:r>
          </a:p>
          <a:p>
            <a:pPr marL="0" marR="0" indent="0" algn="just">
              <a:lnSpc>
                <a:spcPct val="100000"/>
              </a:lnSpc>
              <a:spcBef>
                <a:spcPts val="0"/>
              </a:spcBef>
              <a:spcAft>
                <a:spcPts val="600"/>
              </a:spcAft>
              <a:buNone/>
            </a:pPr>
            <a:r>
              <a:rPr lang="en-US" sz="1800">
                <a:latin typeface="+mj-lt"/>
                <a:cs typeface="Times New Roman" panose="02020603050405020304" pitchFamily="18" charset="0"/>
              </a:rPr>
              <a:t>Partners allows 12 days (96 hours) to carry over into each calendar year.</a:t>
            </a:r>
          </a:p>
          <a:p>
            <a:pPr marL="0" marR="0" indent="0" algn="just">
              <a:lnSpc>
                <a:spcPct val="100000"/>
              </a:lnSpc>
              <a:spcBef>
                <a:spcPts val="0"/>
              </a:spcBef>
              <a:spcAft>
                <a:spcPts val="600"/>
              </a:spcAft>
              <a:buNone/>
            </a:pPr>
            <a:r>
              <a:rPr lang="en-US" sz="1800">
                <a:latin typeface="+mj-lt"/>
                <a:cs typeface="Times New Roman" panose="02020603050405020304" pitchFamily="18" charset="0"/>
              </a:rPr>
              <a:t>.  </a:t>
            </a:r>
          </a:p>
        </p:txBody>
      </p:sp>
      <p:sp>
        <p:nvSpPr>
          <p:cNvPr id="4" name="Rectangle 3">
            <a:extLst>
              <a:ext uri="{FF2B5EF4-FFF2-40B4-BE49-F238E27FC236}">
                <a16:creationId xmlns:a16="http://schemas.microsoft.com/office/drawing/2014/main" id="{0064E2BB-DC0D-1266-242A-9880CF68E5E1}"/>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7614267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738554" y="222738"/>
            <a:ext cx="10515600" cy="1133499"/>
          </a:xfrm>
        </p:spPr>
        <p:txBody>
          <a:bodyPr>
            <a:normAutofit/>
          </a:bodyPr>
          <a:lstStyle/>
          <a:p>
            <a:pPr algn="ctr"/>
            <a:r>
              <a:rPr lang="en-US" sz="5200" b="1"/>
              <a:t>Sick Leave Reasons for Leave</a:t>
            </a:r>
            <a:endParaRPr lang="en-US" sz="5200"/>
          </a:p>
        </p:txBody>
      </p:sp>
      <p:graphicFrame>
        <p:nvGraphicFramePr>
          <p:cNvPr id="5" name="Content Placeholder 2">
            <a:extLst>
              <a:ext uri="{FF2B5EF4-FFF2-40B4-BE49-F238E27FC236}">
                <a16:creationId xmlns:a16="http://schemas.microsoft.com/office/drawing/2014/main" id="{B8284854-87AB-4118-7D42-F4FF87AAADFB}"/>
              </a:ext>
            </a:extLst>
          </p:cNvPr>
          <p:cNvGraphicFramePr>
            <a:graphicFrameLocks noGrp="1"/>
          </p:cNvGraphicFramePr>
          <p:nvPr>
            <p:ph idx="1"/>
          </p:nvPr>
        </p:nvGraphicFramePr>
        <p:xfrm>
          <a:off x="278422" y="1008185"/>
          <a:ext cx="11778763" cy="59142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351630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5297762" y="329184"/>
            <a:ext cx="6251110" cy="1783080"/>
          </a:xfrm>
        </p:spPr>
        <p:txBody>
          <a:bodyPr anchor="b">
            <a:normAutofit/>
          </a:bodyPr>
          <a:lstStyle/>
          <a:p>
            <a:r>
              <a:rPr lang="en-US" sz="5400" b="1"/>
              <a:t>Pregnancy Accommodation</a:t>
            </a:r>
            <a:endParaRPr lang="en-US" sz="5400"/>
          </a:p>
        </p:txBody>
      </p:sp>
      <p:pic>
        <p:nvPicPr>
          <p:cNvPr id="5" name="Picture 4" descr="Desk with stethoscope and computer keyboard">
            <a:extLst>
              <a:ext uri="{FF2B5EF4-FFF2-40B4-BE49-F238E27FC236}">
                <a16:creationId xmlns:a16="http://schemas.microsoft.com/office/drawing/2014/main" id="{616A756C-045F-1246-D8E0-FA57E63AC80E}"/>
              </a:ext>
            </a:extLst>
          </p:cNvPr>
          <p:cNvPicPr>
            <a:picLocks noChangeAspect="1"/>
          </p:cNvPicPr>
          <p:nvPr/>
        </p:nvPicPr>
        <p:blipFill rotWithShape="1">
          <a:blip r:embed="rId3"/>
          <a:srcRect l="54670" r="-1"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884575" y="2575249"/>
            <a:ext cx="7133253" cy="4282751"/>
          </a:xfrm>
        </p:spPr>
        <p:txBody>
          <a:bodyPr>
            <a:normAutofit/>
          </a:bodyPr>
          <a:lstStyle/>
          <a:p>
            <a:pPr marL="0" marR="0" indent="0">
              <a:spcBef>
                <a:spcPts val="0"/>
              </a:spcBef>
              <a:spcAft>
                <a:spcPts val="1000"/>
              </a:spcAft>
              <a:buNone/>
            </a:pPr>
            <a:r>
              <a:rPr lang="en-US" sz="1800">
                <a:effectLst/>
                <a:latin typeface="+mj-lt"/>
                <a:ea typeface="Times New Roman" panose="02020603050405020304" pitchFamily="18" charset="0"/>
                <a:cs typeface="Times New Roman" panose="02020603050405020304" pitchFamily="18" charset="0"/>
              </a:rPr>
              <a:t>Partners will provide reasonable workplace accommodations for employees whose ability to perform job duties is limited because of pregnancy, childbirth, breastfeeding, or a related medical condition. The employee with a pregnancy-related disability is responsible to notify Partners of the need for accommodation and to work with management concerning the need for accommodation. Partners will make all reasonable accommodations that are advisable as determined by a healthcare provider.</a:t>
            </a:r>
          </a:p>
          <a:p>
            <a:pPr marL="0" marR="0" indent="0">
              <a:spcBef>
                <a:spcPts val="0"/>
              </a:spcBef>
              <a:spcAft>
                <a:spcPts val="1000"/>
              </a:spcAft>
              <a:buNone/>
            </a:pPr>
            <a:endParaRPr lang="en-US" sz="1800">
              <a:effectLst/>
              <a:latin typeface="+mj-lt"/>
              <a:ea typeface="Times New Roman" panose="02020603050405020304" pitchFamily="18" charset="0"/>
              <a:cs typeface="Times New Roman" panose="02020603050405020304" pitchFamily="18" charset="0"/>
            </a:endParaRPr>
          </a:p>
          <a:p>
            <a:pPr marL="0" marR="0" indent="0">
              <a:spcBef>
                <a:spcPts val="0"/>
              </a:spcBef>
              <a:spcAft>
                <a:spcPts val="1000"/>
              </a:spcAft>
              <a:buNone/>
            </a:pPr>
            <a:r>
              <a:rPr lang="en-US" sz="1800">
                <a:effectLst/>
                <a:latin typeface="+mj-lt"/>
                <a:ea typeface="Times New Roman" panose="02020603050405020304" pitchFamily="18" charset="0"/>
                <a:cs typeface="Times New Roman" panose="02020603050405020304" pitchFamily="18" charset="0"/>
              </a:rPr>
              <a:t>Pregnant employees who wish to request an accommodation must submit a medical certification. The certification must include: (1) the date the accommodation became or will become medically advisable; (2) an explanation of the medical condition and need for a reasonable accommodation; and (3) then probable length of time the accommodation should be provided.</a:t>
            </a:r>
          </a:p>
        </p:txBody>
      </p:sp>
    </p:spTree>
    <p:extLst>
      <p:ext uri="{BB962C8B-B14F-4D97-AF65-F5344CB8AC3E}">
        <p14:creationId xmlns:p14="http://schemas.microsoft.com/office/powerpoint/2010/main" val="30062175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1202110" y="1381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DC Paid Leave </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769776" y="1144173"/>
            <a:ext cx="10515599" cy="531261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Partners is subject DC Paid Family Leave law, which provides US based employees paid time off from work for qualifying parental, family, medical, and prenatal events. As of October 1, 2022 the Paid Leave Act provides four (4) kinds of Paid Family Leave benefits:</a:t>
            </a:r>
          </a:p>
          <a:p>
            <a:pPr marL="800100" lvl="1" indent="-342900" algn="just">
              <a:lnSpc>
                <a:spcPct val="115000"/>
              </a:lnSpc>
              <a:spcBef>
                <a:spcPts val="0"/>
              </a:spcBef>
              <a:buFont typeface="+mj-lt"/>
              <a:buAutoNum type="arabicPeriod"/>
            </a:pPr>
            <a:r>
              <a:rPr lang="en-US" sz="1800" u="sng">
                <a:effectLst/>
                <a:latin typeface="+mj-lt"/>
                <a:ea typeface="HGMinchoB"/>
                <a:cs typeface="Times New Roman" panose="02020603050405020304" pitchFamily="18" charset="0"/>
              </a:rPr>
              <a:t>Parental leave</a:t>
            </a:r>
            <a:r>
              <a:rPr lang="en-US" sz="1800">
                <a:effectLst/>
                <a:latin typeface="+mj-lt"/>
                <a:ea typeface="HGMinchoB"/>
                <a:cs typeface="Times New Roman" panose="02020603050405020304" pitchFamily="18" charset="0"/>
              </a:rPr>
              <a:t> - receive benefits to bond with a new child for up to 12 weeks in a year;</a:t>
            </a:r>
          </a:p>
          <a:p>
            <a:pPr marL="800100" lvl="1" indent="-342900" algn="just">
              <a:lnSpc>
                <a:spcPct val="115000"/>
              </a:lnSpc>
              <a:spcBef>
                <a:spcPts val="0"/>
              </a:spcBef>
              <a:buFont typeface="+mj-lt"/>
              <a:buAutoNum type="arabicPeriod"/>
            </a:pPr>
            <a:r>
              <a:rPr lang="en-US" sz="1800" u="sng">
                <a:effectLst/>
                <a:latin typeface="+mj-lt"/>
                <a:ea typeface="HGMinchoB"/>
                <a:cs typeface="Times New Roman" panose="02020603050405020304" pitchFamily="18" charset="0"/>
              </a:rPr>
              <a:t>Family leave</a:t>
            </a:r>
            <a:r>
              <a:rPr lang="en-US" sz="1800">
                <a:effectLst/>
                <a:latin typeface="+mj-lt"/>
                <a:ea typeface="HGMinchoB"/>
                <a:cs typeface="Times New Roman" panose="02020603050405020304" pitchFamily="18" charset="0"/>
              </a:rPr>
              <a:t> - receive benefits to care for a family member for up to 12 weeks in a year;</a:t>
            </a:r>
          </a:p>
          <a:p>
            <a:pPr marL="800100" lvl="1" indent="-342900" algn="just">
              <a:lnSpc>
                <a:spcPct val="115000"/>
              </a:lnSpc>
              <a:spcBef>
                <a:spcPts val="0"/>
              </a:spcBef>
              <a:buFont typeface="+mj-lt"/>
              <a:buAutoNum type="arabicPeriod"/>
            </a:pPr>
            <a:r>
              <a:rPr lang="en-US" sz="1800" u="sng">
                <a:effectLst/>
                <a:latin typeface="+mj-lt"/>
                <a:ea typeface="HGMinchoB"/>
                <a:cs typeface="Times New Roman" panose="02020603050405020304" pitchFamily="18" charset="0"/>
              </a:rPr>
              <a:t>Medical leave</a:t>
            </a:r>
            <a:r>
              <a:rPr lang="en-US" sz="1800">
                <a:effectLst/>
                <a:latin typeface="+mj-lt"/>
                <a:ea typeface="HGMinchoB"/>
                <a:cs typeface="Times New Roman" panose="02020603050405020304" pitchFamily="18" charset="0"/>
              </a:rPr>
              <a:t> - receive benefits for your own serious health condition for up to 12 weeks in a year; and</a:t>
            </a:r>
          </a:p>
          <a:p>
            <a:pPr marL="800100" lvl="1" indent="-342900" algn="just">
              <a:lnSpc>
                <a:spcPct val="115000"/>
              </a:lnSpc>
              <a:spcBef>
                <a:spcPts val="0"/>
              </a:spcBef>
              <a:spcAft>
                <a:spcPts val="1000"/>
              </a:spcAft>
              <a:buFont typeface="+mj-lt"/>
              <a:buAutoNum type="arabicPeriod"/>
            </a:pPr>
            <a:r>
              <a:rPr lang="en-US" sz="1800" u="sng">
                <a:effectLst/>
                <a:latin typeface="+mj-lt"/>
                <a:ea typeface="HGMinchoB"/>
                <a:cs typeface="Times New Roman" panose="02020603050405020304" pitchFamily="18" charset="0"/>
              </a:rPr>
              <a:t>Prenatal leave</a:t>
            </a:r>
            <a:r>
              <a:rPr lang="en-US" sz="1800">
                <a:effectLst/>
                <a:latin typeface="+mj-lt"/>
                <a:ea typeface="HGMinchoB"/>
                <a:cs typeface="Times New Roman" panose="02020603050405020304" pitchFamily="18" charset="0"/>
              </a:rPr>
              <a:t> - receive benefits for prenatal medical care for up to 2 weeks in a year.</a:t>
            </a: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Each kind of leave has its own eligibility rules and its own limit on the length of time you can receive benefits in a year. The maximum amount of leave for any combination of parental, family, and medical leave is 12 weeks. However, there is an exception for pregnant women who take prenatal leave. Pregnant women are eligible for 2 weeks of prenatal leave while pregnant and 12 weeks of parental leave after giving birth, for a maximum of 14 weeks. For more information on benefits and to apply go to: </a:t>
            </a:r>
            <a:r>
              <a:rPr lang="en-US" sz="1800" u="sng">
                <a:solidFill>
                  <a:srgbClr val="00A3D6"/>
                </a:solidFill>
                <a:effectLst/>
                <a:latin typeface="+mj-lt"/>
                <a:ea typeface="HGMinchoB"/>
                <a:cs typeface="Times New Roman" panose="02020603050405020304" pitchFamily="18" charset="0"/>
                <a:hlinkClick r:id="rId2"/>
              </a:rPr>
              <a:t>https://dcpaidfamilyleave.dc.gov/</a:t>
            </a:r>
            <a:r>
              <a:rPr lang="en-US" sz="1800">
                <a:effectLst/>
                <a:latin typeface="+mj-lt"/>
                <a:ea typeface="HGMinchoB"/>
                <a:cs typeface="Times New Roman" panose="02020603050405020304" pitchFamily="18" charset="0"/>
              </a:rPr>
              <a:t>. </a:t>
            </a:r>
          </a:p>
          <a:p>
            <a:pPr marL="0" marR="0" indent="0" algn="just">
              <a:lnSpc>
                <a:spcPct val="115000"/>
              </a:lnSpc>
              <a:spcBef>
                <a:spcPts val="0"/>
              </a:spcBef>
              <a:spcAft>
                <a:spcPts val="0"/>
              </a:spcAft>
              <a:buNone/>
            </a:pPr>
            <a:r>
              <a:rPr lang="en-US" sz="1800" b="1">
                <a:effectLst/>
                <a:latin typeface="+mj-lt"/>
                <a:ea typeface="HGGothicM"/>
                <a:cs typeface="Arial" panose="020B0604020202020204" pitchFamily="34" charset="0"/>
              </a:rPr>
              <a:t>Benefit Amount</a:t>
            </a:r>
            <a:endParaRPr lang="en-US" sz="1800" b="1">
              <a:effectLst/>
              <a:latin typeface="+mj-lt"/>
              <a:ea typeface="HGMinchoB"/>
              <a:cs typeface="Cambria" panose="02040503050406030204" pitchFamily="18" charset="0"/>
            </a:endParaRP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Paid Family Leave benefits are based on the wages reported to the Department of Employment Services. The current maximum weekly benefit amount is $1,049. Partners will pay any difference in salary to ensure employees receives 100% </a:t>
            </a:r>
            <a:r>
              <a:rPr lang="en-US" sz="1800">
                <a:latin typeface="+mj-lt"/>
                <a:cs typeface="Times New Roman" panose="02020603050405020304" pitchFamily="18" charset="0"/>
              </a:rPr>
              <a:t>compensation. During this period, Employees must exhaust all paid leave proportional to the amount of compensation Partners is covering to make the employee whole. This benefit can run concurrence with short-term disability insurance  to reduce the amount of paid leave time that must be taken to make the employee whole. </a:t>
            </a:r>
          </a:p>
          <a:p>
            <a:pPr marL="0" indent="0">
              <a:buNone/>
            </a:pPr>
            <a:endParaRPr lang="en-US" sz="1400">
              <a:solidFill>
                <a:srgbClr val="374151"/>
              </a:solidFill>
              <a:latin typeface="+mj-lt"/>
            </a:endParaRPr>
          </a:p>
        </p:txBody>
      </p:sp>
      <p:sp>
        <p:nvSpPr>
          <p:cNvPr id="8" name="Rectangle 7">
            <a:extLst>
              <a:ext uri="{FF2B5EF4-FFF2-40B4-BE49-F238E27FC236}">
                <a16:creationId xmlns:a16="http://schemas.microsoft.com/office/drawing/2014/main" id="{BEA0C3FA-44BB-C5A6-2945-3C6BAE93E851}"/>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5754236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4654296" y="329184"/>
            <a:ext cx="6894576" cy="178308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400" b="1"/>
              <a:t>Pawternity Leave </a:t>
            </a:r>
            <a:endParaRPr lang="en-US" sz="5400"/>
          </a:p>
        </p:txBody>
      </p:sp>
      <p:pic>
        <p:nvPicPr>
          <p:cNvPr id="8" name="Picture 7">
            <a:extLst>
              <a:ext uri="{FF2B5EF4-FFF2-40B4-BE49-F238E27FC236}">
                <a16:creationId xmlns:a16="http://schemas.microsoft.com/office/drawing/2014/main" id="{831C4012-E114-163C-371D-D22FE6773CD7}"/>
              </a:ext>
            </a:extLst>
          </p:cNvPr>
          <p:cNvPicPr>
            <a:picLocks noChangeAspect="1"/>
          </p:cNvPicPr>
          <p:nvPr/>
        </p:nvPicPr>
        <p:blipFill rotWithShape="1">
          <a:blip r:embed="rId2"/>
          <a:srcRect l="28315" r="38445"/>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654296" y="2706623"/>
            <a:ext cx="6894576" cy="4098990"/>
          </a:xfrm>
        </p:spPr>
        <p:txBody>
          <a:bodyPr vert="horz" lIns="91440" tIns="45720" rIns="91440" bIns="45720" rtlCol="0">
            <a:normAutofit/>
          </a:bodyPr>
          <a:lstStyle/>
          <a:p>
            <a:pPr marL="0" marR="0" indent="0">
              <a:spcBef>
                <a:spcPts val="0"/>
              </a:spcBef>
              <a:spcAft>
                <a:spcPts val="1000"/>
              </a:spcAft>
              <a:buNone/>
            </a:pPr>
            <a:r>
              <a:rPr lang="en-US" sz="1900">
                <a:effectLst/>
                <a:latin typeface="Calibri Light (Headings)"/>
              </a:rPr>
              <a:t>Three (3) days of paid pawternity leave. This leave allows employees to take paid time off for the following circumstances:</a:t>
            </a:r>
          </a:p>
          <a:p>
            <a:pPr marL="800100" lvl="1">
              <a:spcBef>
                <a:spcPts val="0"/>
              </a:spcBef>
            </a:pPr>
            <a:r>
              <a:rPr lang="en-US" sz="1900">
                <a:effectLst/>
                <a:latin typeface="Calibri Light (Headings)"/>
              </a:rPr>
              <a:t>To care for and bond with their new pets after adoption or when bringing home a new pet</a:t>
            </a:r>
          </a:p>
          <a:p>
            <a:pPr marL="800100" lvl="1">
              <a:spcBef>
                <a:spcPts val="0"/>
              </a:spcBef>
              <a:spcAft>
                <a:spcPts val="1000"/>
              </a:spcAft>
            </a:pPr>
            <a:r>
              <a:rPr lang="en-US" sz="1900">
                <a:effectLst/>
                <a:latin typeface="Calibri Light (Headings)"/>
              </a:rPr>
              <a:t>To take a sick pet to the vet</a:t>
            </a:r>
          </a:p>
          <a:p>
            <a:pPr marL="0" marR="0" indent="0">
              <a:spcBef>
                <a:spcPts val="0"/>
              </a:spcBef>
              <a:spcAft>
                <a:spcPts val="1000"/>
              </a:spcAft>
              <a:buNone/>
            </a:pPr>
            <a:endParaRPr lang="en-US" sz="1900">
              <a:effectLst/>
              <a:latin typeface="Calibri Light (Headings)"/>
            </a:endParaRPr>
          </a:p>
          <a:p>
            <a:pPr marL="0" marR="0" indent="0">
              <a:spcBef>
                <a:spcPts val="0"/>
              </a:spcBef>
              <a:spcAft>
                <a:spcPts val="1000"/>
              </a:spcAft>
              <a:buNone/>
            </a:pPr>
            <a:r>
              <a:rPr lang="en-US" sz="1900">
                <a:effectLst/>
                <a:latin typeface="Calibri Light (Headings)"/>
              </a:rPr>
              <a:t>Employees will be required to provide proof of pet adoption or purchase, or proof of a vet appointment. Acceptable documentation may include adoption papers, appointment records, vaccination records, or purchase receipt. Pawternity leave cannot be accumulated or carried over to the following year and resets on December 31</a:t>
            </a:r>
            <a:r>
              <a:rPr lang="en-US" sz="1900" baseline="30000">
                <a:effectLst/>
                <a:latin typeface="Calibri Light (Headings)"/>
              </a:rPr>
              <a:t>st</a:t>
            </a:r>
            <a:r>
              <a:rPr lang="en-US" sz="1900">
                <a:effectLst/>
                <a:latin typeface="Calibri Light (Headings)"/>
              </a:rPr>
              <a:t>.</a:t>
            </a:r>
          </a:p>
          <a:p>
            <a:pPr marL="342900" marR="0" lvl="0">
              <a:spcBef>
                <a:spcPts val="0"/>
              </a:spcBef>
              <a:spcAft>
                <a:spcPts val="0"/>
              </a:spcAft>
            </a:pPr>
            <a:endParaRPr lang="en-US" sz="1900">
              <a:effectLst/>
              <a:latin typeface="Calibri Light (Headings)"/>
            </a:endParaRPr>
          </a:p>
          <a:p>
            <a:pPr marL="0" marR="0">
              <a:spcBef>
                <a:spcPts val="0"/>
              </a:spcBef>
              <a:spcAft>
                <a:spcPts val="1000"/>
              </a:spcAft>
            </a:pPr>
            <a:endParaRPr lang="en-US" sz="1900">
              <a:effectLst/>
              <a:latin typeface="Calibri Light (Headings)"/>
            </a:endParaRPr>
          </a:p>
          <a:p>
            <a:pPr marL="0" marR="0">
              <a:spcBef>
                <a:spcPts val="0"/>
              </a:spcBef>
              <a:spcAft>
                <a:spcPts val="1000"/>
              </a:spcAft>
            </a:pPr>
            <a:endParaRPr lang="en-US" sz="1900" b="0" i="0">
              <a:effectLst/>
              <a:latin typeface="Calibri Light (Headings)"/>
            </a:endParaRPr>
          </a:p>
        </p:txBody>
      </p:sp>
      <p:sp>
        <p:nvSpPr>
          <p:cNvPr id="7" name="Rectangle 6">
            <a:extLst>
              <a:ext uri="{FF2B5EF4-FFF2-40B4-BE49-F238E27FC236}">
                <a16:creationId xmlns:a16="http://schemas.microsoft.com/office/drawing/2014/main" id="{84E50B75-8F15-C33D-C6A4-50276B717E1D}"/>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991982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898865" y="1568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Compassionate (Bereavement) Leave </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1129004" y="1390444"/>
            <a:ext cx="10459615" cy="53406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buNone/>
            </a:pPr>
            <a:endParaRPr lang="en-US" sz="1600">
              <a:solidFill>
                <a:srgbClr val="374151"/>
              </a:solidFill>
              <a:latin typeface="Calibri Light (Headings)"/>
            </a:endParaRPr>
          </a:p>
          <a:p>
            <a:pPr marL="0" marR="0" indent="0" algn="just">
              <a:lnSpc>
                <a:spcPct val="115000"/>
              </a:lnSpc>
              <a:spcBef>
                <a:spcPts val="0"/>
              </a:spcBef>
              <a:spcAft>
                <a:spcPts val="1000"/>
              </a:spcAft>
              <a:buNone/>
            </a:pPr>
            <a:r>
              <a:rPr lang="en-US" sz="2000">
                <a:effectLst/>
                <a:latin typeface="Calibri Light (Headings)"/>
                <a:ea typeface="HGMinchoB"/>
                <a:cs typeface="Times New Roman" panose="02020603050405020304" pitchFamily="18" charset="0"/>
              </a:rPr>
              <a:t>Employees are provided up to three (3) days of paid compassionate (bereavement) leave in the event of the death. This leave should be requested in writing and approved by the employee’s supervisor. Employees may be required to a copy of the obituary or other proof of death as documentation. Compassionate (bereavement) leave cannot be accumulated or carried over to the following year and resets on December 31</a:t>
            </a:r>
            <a:r>
              <a:rPr lang="en-US" sz="2000" baseline="30000">
                <a:effectLst/>
                <a:latin typeface="Calibri Light (Headings)"/>
                <a:ea typeface="HGMinchoB"/>
                <a:cs typeface="Times New Roman" panose="02020603050405020304" pitchFamily="18" charset="0"/>
              </a:rPr>
              <a:t>st</a:t>
            </a:r>
            <a:r>
              <a:rPr lang="en-US" sz="2000">
                <a:effectLst/>
                <a:latin typeface="Calibri Light (Headings)"/>
                <a:ea typeface="HGMinchoB"/>
                <a:cs typeface="Times New Roman" panose="02020603050405020304" pitchFamily="18" charset="0"/>
              </a:rPr>
              <a:t>.</a:t>
            </a:r>
          </a:p>
          <a:p>
            <a:pPr marL="0" marR="0" indent="0" algn="just">
              <a:lnSpc>
                <a:spcPct val="115000"/>
              </a:lnSpc>
              <a:spcBef>
                <a:spcPts val="0"/>
              </a:spcBef>
              <a:spcAft>
                <a:spcPts val="1000"/>
              </a:spcAft>
              <a:buNone/>
            </a:pPr>
            <a:endParaRPr lang="en-US" sz="2000">
              <a:effectLst/>
              <a:latin typeface="Calibri Light (Headings)"/>
              <a:ea typeface="HGMinchoB"/>
              <a:cs typeface="Times New Roman" panose="02020603050405020304" pitchFamily="18" charset="0"/>
            </a:endParaRPr>
          </a:p>
          <a:p>
            <a:pPr marL="0" marR="0" indent="0" algn="just">
              <a:lnSpc>
                <a:spcPct val="115000"/>
              </a:lnSpc>
              <a:spcBef>
                <a:spcPts val="0"/>
              </a:spcBef>
              <a:spcAft>
                <a:spcPts val="1000"/>
              </a:spcAft>
              <a:buNone/>
            </a:pPr>
            <a:r>
              <a:rPr lang="en-US" sz="2000">
                <a:effectLst/>
                <a:latin typeface="Calibri Light (Headings)"/>
                <a:ea typeface="HGMinchoB"/>
                <a:cs typeface="Times New Roman" panose="02020603050405020304" pitchFamily="18" charset="0"/>
              </a:rPr>
              <a:t>In addition to the three (3) days of paid bereavement leave, the employee can use their sick leave for grieving. Reference </a:t>
            </a:r>
            <a:r>
              <a:rPr lang="en-US" sz="2000" u="sng">
                <a:solidFill>
                  <a:srgbClr val="00A3D6"/>
                </a:solidFill>
                <a:effectLst/>
                <a:latin typeface="Calibri Light (Headings)"/>
                <a:ea typeface="HGMinchoB"/>
                <a:cs typeface="Times New Roman" panose="02020603050405020304" pitchFamily="18" charset="0"/>
                <a:hlinkClick r:id="rId2"/>
              </a:rPr>
              <a:t>section F. Sick Leave</a:t>
            </a:r>
            <a:r>
              <a:rPr lang="en-US" sz="2000">
                <a:effectLst/>
                <a:latin typeface="Calibri Light (Headings)"/>
                <a:ea typeface="HGMinchoB"/>
                <a:cs typeface="Times New Roman" panose="02020603050405020304" pitchFamily="18" charset="0"/>
              </a:rPr>
              <a:t>.</a:t>
            </a:r>
          </a:p>
          <a:p>
            <a:pPr marL="0" indent="0" algn="just">
              <a:lnSpc>
                <a:spcPct val="115000"/>
              </a:lnSpc>
              <a:spcBef>
                <a:spcPts val="0"/>
              </a:spcBef>
              <a:buNone/>
            </a:pPr>
            <a:endParaRPr lang="en-US" sz="1600">
              <a:solidFill>
                <a:srgbClr val="374151"/>
              </a:solidFill>
              <a:latin typeface="Calibri Light (Headings)"/>
            </a:endParaRPr>
          </a:p>
        </p:txBody>
      </p:sp>
      <p:sp>
        <p:nvSpPr>
          <p:cNvPr id="8" name="Rectangle 7">
            <a:extLst>
              <a:ext uri="{FF2B5EF4-FFF2-40B4-BE49-F238E27FC236}">
                <a16:creationId xmlns:a16="http://schemas.microsoft.com/office/drawing/2014/main" id="{DB22ECBB-BC26-A20F-C9D0-96AB445E6105}"/>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16352100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11262" y="1571715"/>
            <a:ext cx="9788922" cy="4516509"/>
          </a:xfrm>
        </p:spPr>
        <p:txBody>
          <a:bodyPr>
            <a:normAutofit/>
          </a:bodyPr>
          <a:lstStyle/>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The marriage leave recognizes the significance of an employee's marriage and supports their transition into married life. This policy provides employees with paid time off to celebrate their marriage and attend related events including honeymoon. Employees are provided up to five (5) days of paid marriage leave. This leave allows employees to take paid time off for the following circumstances:</a:t>
            </a:r>
          </a:p>
          <a:p>
            <a:pPr lvl="1" algn="just">
              <a:lnSpc>
                <a:spcPct val="115000"/>
              </a:lnSpc>
              <a:spcBef>
                <a:spcPts val="0"/>
              </a:spcBef>
              <a:spcAft>
                <a:spcPts val="1000"/>
              </a:spcAft>
            </a:pPr>
            <a:r>
              <a:rPr lang="en-US" sz="1800">
                <a:effectLst/>
                <a:latin typeface="+mj-lt"/>
                <a:ea typeface="HGMinchoB"/>
                <a:cs typeface="Times New Roman" panose="02020603050405020304" pitchFamily="18" charset="0"/>
              </a:rPr>
              <a:t>Employee's wedding ceremony</a:t>
            </a:r>
          </a:p>
          <a:p>
            <a:pPr lvl="1" algn="just">
              <a:lnSpc>
                <a:spcPct val="115000"/>
              </a:lnSpc>
              <a:spcBef>
                <a:spcPts val="0"/>
              </a:spcBef>
              <a:spcAft>
                <a:spcPts val="1000"/>
              </a:spcAft>
            </a:pPr>
            <a:r>
              <a:rPr lang="en-US" sz="1800">
                <a:effectLst/>
                <a:latin typeface="+mj-lt"/>
                <a:ea typeface="HGMinchoB"/>
                <a:cs typeface="Times New Roman" panose="02020603050405020304" pitchFamily="18" charset="0"/>
              </a:rPr>
              <a:t>Marriage registration</a:t>
            </a:r>
          </a:p>
          <a:p>
            <a:pPr lvl="1" algn="just">
              <a:lnSpc>
                <a:spcPct val="115000"/>
              </a:lnSpc>
              <a:spcBef>
                <a:spcPts val="0"/>
              </a:spcBef>
              <a:spcAft>
                <a:spcPts val="1000"/>
              </a:spcAft>
            </a:pPr>
            <a:r>
              <a:rPr lang="en-US" sz="1800">
                <a:effectLst/>
                <a:latin typeface="+mj-lt"/>
                <a:ea typeface="HGMinchoB"/>
                <a:cs typeface="Times New Roman" panose="02020603050405020304" pitchFamily="18" charset="0"/>
              </a:rPr>
              <a:t>Honeymoon</a:t>
            </a:r>
          </a:p>
          <a:p>
            <a:pPr lvl="1" algn="just">
              <a:lnSpc>
                <a:spcPct val="115000"/>
              </a:lnSpc>
              <a:spcBef>
                <a:spcPts val="0"/>
              </a:spcBef>
              <a:spcAft>
                <a:spcPts val="1000"/>
              </a:spcAft>
            </a:pPr>
            <a:r>
              <a:rPr lang="en-US" sz="1800">
                <a:effectLst/>
                <a:latin typeface="+mj-lt"/>
                <a:ea typeface="HGMinchoB"/>
                <a:cs typeface="Times New Roman" panose="02020603050405020304" pitchFamily="18" charset="0"/>
              </a:rPr>
              <a:t>Other significant marriage-related events (e.g., religious ceremonies, family gatherings)</a:t>
            </a:r>
          </a:p>
          <a:p>
            <a:pPr marL="0" marR="0" indent="0" algn="just">
              <a:lnSpc>
                <a:spcPct val="115000"/>
              </a:lnSpc>
              <a:spcBef>
                <a:spcPts val="0"/>
              </a:spcBef>
              <a:spcAft>
                <a:spcPts val="1000"/>
              </a:spcAft>
              <a:buNone/>
            </a:pPr>
            <a:endParaRPr lang="en-US" sz="18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Employees will be required to provide proof of marriage certificate or other acceptable documents.</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777568" y="1580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Marriage Leave </a:t>
            </a:r>
            <a:endParaRPr lang="en-US"/>
          </a:p>
        </p:txBody>
      </p:sp>
      <p:sp>
        <p:nvSpPr>
          <p:cNvPr id="7" name="Rectangle 6">
            <a:extLst>
              <a:ext uri="{FF2B5EF4-FFF2-40B4-BE49-F238E27FC236}">
                <a16:creationId xmlns:a16="http://schemas.microsoft.com/office/drawing/2014/main" id="{D99C324B-1D34-021C-940A-BFF66B9F7D96}"/>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095942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898865" y="1568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Jury or Witness Duty Leave </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1133670" y="1684876"/>
            <a:ext cx="10128378" cy="53406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buNone/>
            </a:pPr>
            <a:r>
              <a:rPr lang="en-US" sz="1800">
                <a:solidFill>
                  <a:srgbClr val="374151"/>
                </a:solidFill>
                <a:latin typeface="+mj-lt"/>
              </a:rPr>
              <a:t>The Jury or Witness Duty Leave aims to support employees' civic responsibilities and legal obligations when they are summoned to serve as jurors in a court of law or when called to serve as a witness in a judicial proceeding. Employees will be paid their regular salary while serving on jury or witness duty. Employees may keep any compensation, fees, or reimbursements provided by the court for serving as jurors or witnesses.  There is no minimum or maximum length of leave for jury or witness duty. The duration of the leave will be determined by the court's requirements. Employees will be granted paid leave for the duration of their jury or witness duty as specified by the court.</a:t>
            </a:r>
          </a:p>
        </p:txBody>
      </p:sp>
      <p:sp>
        <p:nvSpPr>
          <p:cNvPr id="8" name="Rectangle 7">
            <a:extLst>
              <a:ext uri="{FF2B5EF4-FFF2-40B4-BE49-F238E27FC236}">
                <a16:creationId xmlns:a16="http://schemas.microsoft.com/office/drawing/2014/main" id="{DB22ECBB-BC26-A20F-C9D0-96AB445E6105}"/>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303656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11262" y="1571715"/>
            <a:ext cx="9788922" cy="4516509"/>
          </a:xfrm>
        </p:spPr>
        <p:txBody>
          <a:bodyPr>
            <a:normAutofit/>
          </a:bodyPr>
          <a:lstStyle/>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In accordance with Washington, DC Leave to Vote Amendment Act of 2020, employees will be provided two (2) hours of paid leave to vote in elections. The time must be recorded as “Other Leave” on time sheets.</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777568" y="1580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Voting Leave </a:t>
            </a:r>
            <a:endParaRPr lang="en-US"/>
          </a:p>
        </p:txBody>
      </p:sp>
      <p:sp>
        <p:nvSpPr>
          <p:cNvPr id="7" name="Rectangle 6">
            <a:extLst>
              <a:ext uri="{FF2B5EF4-FFF2-40B4-BE49-F238E27FC236}">
                <a16:creationId xmlns:a16="http://schemas.microsoft.com/office/drawing/2014/main" id="{D99C324B-1D34-021C-940A-BFF66B9F7D96}"/>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26636862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898865" y="1568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Health, Dental, &amp; Vision Insurance</a:t>
            </a:r>
            <a:endParaRPr lang="en-US"/>
          </a:p>
        </p:txBody>
      </p:sp>
      <p:sp>
        <p:nvSpPr>
          <p:cNvPr id="4" name="Content Placeholder 2">
            <a:extLst>
              <a:ext uri="{FF2B5EF4-FFF2-40B4-BE49-F238E27FC236}">
                <a16:creationId xmlns:a16="http://schemas.microsoft.com/office/drawing/2014/main" id="{0D9B9E8E-6A45-63E8-6A99-CA6300753A93}"/>
              </a:ext>
            </a:extLst>
          </p:cNvPr>
          <p:cNvSpPr txBox="1">
            <a:spLocks/>
          </p:cNvSpPr>
          <p:nvPr/>
        </p:nvSpPr>
        <p:spPr>
          <a:xfrm>
            <a:off x="597159" y="1247597"/>
            <a:ext cx="11252711" cy="53406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buNone/>
            </a:pPr>
            <a:r>
              <a:rPr lang="en-US" sz="1250">
                <a:solidFill>
                  <a:srgbClr val="374151"/>
                </a:solidFill>
                <a:latin typeface="+mj-lt"/>
              </a:rPr>
              <a:t>Health, dental and vision insurance benefits are selected by the employee online at https://www.employeenavigator.com/. Any changes to health, dental, or vision benefits must be made through Employee Navigator. An employee may decline health, dental, and/or vision coverage and, in so doing, assumes full personal responsibility for his/her health, dental, and vision care as well as that of his/her dependents. Employees will not be reimbursed for Partners’ share of the premium foregone if they chose to decline coverage. </a:t>
            </a:r>
          </a:p>
          <a:p>
            <a:pPr marL="0" indent="0" algn="just">
              <a:lnSpc>
                <a:spcPct val="115000"/>
              </a:lnSpc>
              <a:spcBef>
                <a:spcPts val="0"/>
              </a:spcBef>
              <a:buNone/>
            </a:pPr>
            <a:endParaRPr lang="en-US" sz="1250">
              <a:solidFill>
                <a:srgbClr val="374151"/>
              </a:solidFill>
              <a:latin typeface="+mj-lt"/>
            </a:endParaRPr>
          </a:p>
          <a:p>
            <a:pPr marL="0" indent="0" algn="just">
              <a:lnSpc>
                <a:spcPct val="115000"/>
              </a:lnSpc>
              <a:spcBef>
                <a:spcPts val="0"/>
              </a:spcBef>
              <a:buNone/>
            </a:pPr>
            <a:r>
              <a:rPr lang="en-US" sz="1250" b="1">
                <a:solidFill>
                  <a:srgbClr val="374151"/>
                </a:solidFill>
                <a:latin typeface="+mj-lt"/>
              </a:rPr>
              <a:t>Health Insurance</a:t>
            </a:r>
          </a:p>
          <a:p>
            <a:pPr marL="0" indent="0" algn="just">
              <a:lnSpc>
                <a:spcPct val="115000"/>
              </a:lnSpc>
              <a:spcBef>
                <a:spcPts val="0"/>
              </a:spcBef>
              <a:buNone/>
            </a:pPr>
            <a:r>
              <a:rPr lang="en-US" sz="1250">
                <a:solidFill>
                  <a:srgbClr val="374151"/>
                </a:solidFill>
                <a:latin typeface="+mj-lt"/>
              </a:rPr>
              <a:t>All employees are eligible for health insurance coverage effective on the first of the month following the date of hire. Upon termination, employee’s health coverage will continue through the last day of the termination month. If termination date is in the first pay cycle of the month, the full month’s employee deduction will be made on the final paycheck. Partners currently contributes 75% of the cost of health care based on a reference plan (Blue Choice Plus Opt-Out Platinum 0) for staff and dependents. The remaining 25% is deducted from the employee’s paycheck after receipt of an employee’s enrollment form in Employee Navigator. More information on coverage and benefits can be found on SharePoint.</a:t>
            </a:r>
          </a:p>
          <a:p>
            <a:pPr marL="0" indent="0" algn="just">
              <a:lnSpc>
                <a:spcPct val="115000"/>
              </a:lnSpc>
              <a:spcBef>
                <a:spcPts val="0"/>
              </a:spcBef>
              <a:buNone/>
            </a:pPr>
            <a:endParaRPr lang="en-US" sz="1250">
              <a:solidFill>
                <a:srgbClr val="374151"/>
              </a:solidFill>
              <a:latin typeface="+mj-lt"/>
            </a:endParaRPr>
          </a:p>
          <a:p>
            <a:pPr marL="0" indent="0" algn="just">
              <a:lnSpc>
                <a:spcPct val="115000"/>
              </a:lnSpc>
              <a:spcBef>
                <a:spcPts val="0"/>
              </a:spcBef>
              <a:buNone/>
            </a:pPr>
            <a:r>
              <a:rPr lang="en-US" sz="1250" b="1">
                <a:solidFill>
                  <a:srgbClr val="374151"/>
                </a:solidFill>
                <a:latin typeface="+mj-lt"/>
              </a:rPr>
              <a:t>Dental Insurance</a:t>
            </a:r>
          </a:p>
          <a:p>
            <a:pPr marL="0" indent="0" algn="just">
              <a:lnSpc>
                <a:spcPct val="115000"/>
              </a:lnSpc>
              <a:spcBef>
                <a:spcPts val="0"/>
              </a:spcBef>
              <a:buNone/>
            </a:pPr>
            <a:r>
              <a:rPr lang="en-US" sz="1250">
                <a:solidFill>
                  <a:srgbClr val="374151"/>
                </a:solidFill>
                <a:latin typeface="+mj-lt"/>
              </a:rPr>
              <a:t>All employees are eligible for dental insurance coverage effective on the first of the month following the date of hire. Upon termination, employee’s dental coverage will continue through the last day of the termination month. If termination date is in the first pay cycle of the month, the full month’s employee deduction will be made on the final paycheck. Partners covers 75% of dental insurance for staff and dependents and the remaining 25% is deducted from the employee’s paycheck after receipt of an employee’s enrollment form in Employee Navigator. Dental insurance benefits are with Guardian. More information on coverage and benefits can be found on SharePoint. </a:t>
            </a:r>
          </a:p>
          <a:p>
            <a:pPr marL="0" indent="0" algn="just">
              <a:lnSpc>
                <a:spcPct val="115000"/>
              </a:lnSpc>
              <a:spcBef>
                <a:spcPts val="0"/>
              </a:spcBef>
              <a:buNone/>
            </a:pPr>
            <a:endParaRPr lang="en-US" sz="1250">
              <a:solidFill>
                <a:srgbClr val="374151"/>
              </a:solidFill>
              <a:latin typeface="+mj-lt"/>
            </a:endParaRPr>
          </a:p>
          <a:p>
            <a:pPr marL="0" indent="0" algn="just">
              <a:lnSpc>
                <a:spcPct val="115000"/>
              </a:lnSpc>
              <a:spcBef>
                <a:spcPts val="0"/>
              </a:spcBef>
              <a:buNone/>
            </a:pPr>
            <a:r>
              <a:rPr lang="en-US" sz="1250" b="1">
                <a:solidFill>
                  <a:srgbClr val="374151"/>
                </a:solidFill>
                <a:latin typeface="+mj-lt"/>
              </a:rPr>
              <a:t>Vision Insurance</a:t>
            </a:r>
          </a:p>
          <a:p>
            <a:pPr marL="0" indent="0" algn="just">
              <a:lnSpc>
                <a:spcPct val="115000"/>
              </a:lnSpc>
              <a:spcBef>
                <a:spcPts val="0"/>
              </a:spcBef>
              <a:buNone/>
            </a:pPr>
            <a:r>
              <a:rPr lang="en-US" sz="1250">
                <a:solidFill>
                  <a:srgbClr val="374151"/>
                </a:solidFill>
                <a:latin typeface="+mj-lt"/>
              </a:rPr>
              <a:t>All employees are eligible to enroll with vision insurance with Guardian. Employees are responsible for 100% of the premium for themselves and their dependents. All employees are eligible for vision insurance coverage effective on the first of the month following the date of hire. Upon termination, employee’s dental coverage will continue through the last day of the termination month. If termination date is in the first pay cycle of the month, the full month’s employee deduction will be made on the final paycheck. More information on coverage and benefits can be found on SharePoint.</a:t>
            </a:r>
          </a:p>
        </p:txBody>
      </p:sp>
      <p:sp>
        <p:nvSpPr>
          <p:cNvPr id="8" name="Rectangle 7">
            <a:extLst>
              <a:ext uri="{FF2B5EF4-FFF2-40B4-BE49-F238E27FC236}">
                <a16:creationId xmlns:a16="http://schemas.microsoft.com/office/drawing/2014/main" id="{DB22ECBB-BC26-A20F-C9D0-96AB445E6105}"/>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7236422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11261" y="1571715"/>
            <a:ext cx="10059509" cy="4516509"/>
          </a:xfrm>
        </p:spPr>
        <p:txBody>
          <a:bodyPr>
            <a:noAutofit/>
          </a:bodyPr>
          <a:lstStyle/>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The Genetic Information Nondiscrimination Act (GINA) of 2008 protects Americans from discrimination based on their genetic information in both health insurance (Title I) and employment (Title II). </a:t>
            </a:r>
          </a:p>
          <a:p>
            <a:pPr marL="0" marR="0" indent="0" algn="just">
              <a:lnSpc>
                <a:spcPct val="115000"/>
              </a:lnSpc>
              <a:spcBef>
                <a:spcPts val="0"/>
              </a:spcBef>
              <a:spcAft>
                <a:spcPts val="0"/>
              </a:spcAft>
              <a:buNone/>
            </a:pPr>
            <a:r>
              <a:rPr lang="en-US" sz="1500" b="1">
                <a:effectLst/>
                <a:latin typeface="+mj-lt"/>
                <a:ea typeface="HGGothicM"/>
                <a:cs typeface="Arial" panose="020B0604020202020204" pitchFamily="34" charset="0"/>
              </a:rPr>
              <a:t>Health Insurance (Title I)</a:t>
            </a:r>
            <a:endParaRPr lang="en-US" sz="1500" b="1">
              <a:effectLst/>
              <a:latin typeface="+mj-lt"/>
              <a:ea typeface="HGMinchoB"/>
              <a:cs typeface="Cambria" panose="02040503050406030204" pitchFamily="18" charset="0"/>
            </a:endParaRPr>
          </a:p>
          <a:p>
            <a:pPr marL="0" marR="0" indent="0" algn="just">
              <a:lnSpc>
                <a:spcPct val="115000"/>
              </a:lnSpc>
              <a:spcBef>
                <a:spcPts val="0"/>
              </a:spcBef>
              <a:spcAft>
                <a:spcPts val="1000"/>
              </a:spcAft>
              <a:buNone/>
            </a:pPr>
            <a:r>
              <a:rPr lang="en-US" sz="1500">
                <a:effectLst/>
                <a:latin typeface="+mj-lt"/>
                <a:ea typeface="HGMinchoB"/>
                <a:cs typeface="Segoe UI" panose="020B0502040204020203" pitchFamily="34" charset="0"/>
              </a:rPr>
              <a:t>GINA prohibits health insurers from discrimination based on the genetic information of enrollees. Specifically, health insurers may not use genetic information to determine if someone is eligible for insurance or to make </a:t>
            </a:r>
            <a:r>
              <a:rPr lang="en-US" sz="1500" u="sng">
                <a:solidFill>
                  <a:srgbClr val="00A3D6"/>
                </a:solidFill>
                <a:effectLst/>
                <a:latin typeface="+mj-lt"/>
                <a:ea typeface="HGMinchoB"/>
                <a:cs typeface="Segoe UI" panose="020B0502040204020203" pitchFamily="34" charset="0"/>
                <a:hlinkClick r:id="rId2" tooltip="https://www.healthcare.gov/glossary/health-coverage/"/>
              </a:rPr>
              <a:t>coverage</a:t>
            </a:r>
            <a:r>
              <a:rPr lang="en-US" sz="1500">
                <a:effectLst/>
                <a:latin typeface="+mj-lt"/>
                <a:ea typeface="HGMinchoB"/>
                <a:cs typeface="Segoe UI" panose="020B0502040204020203" pitchFamily="34" charset="0"/>
              </a:rPr>
              <a:t>, </a:t>
            </a:r>
            <a:r>
              <a:rPr lang="en-US" sz="1500" u="sng">
                <a:solidFill>
                  <a:srgbClr val="00A3D6"/>
                </a:solidFill>
                <a:effectLst/>
                <a:latin typeface="+mj-lt"/>
                <a:ea typeface="HGMinchoB"/>
                <a:cs typeface="Segoe UI" panose="020B0502040204020203" pitchFamily="34" charset="0"/>
                <a:hlinkClick r:id="rId3" tooltip="https://www.healthcare.gov/glossary/medical-underwriting/"/>
              </a:rPr>
              <a:t>underwriting</a:t>
            </a:r>
            <a:r>
              <a:rPr lang="en-US" sz="1500">
                <a:effectLst/>
                <a:latin typeface="+mj-lt"/>
                <a:ea typeface="HGMinchoB"/>
                <a:cs typeface="Segoe UI" panose="020B0502040204020203" pitchFamily="34" charset="0"/>
              </a:rPr>
              <a:t> or </a:t>
            </a:r>
            <a:r>
              <a:rPr lang="en-US" sz="1500" u="sng">
                <a:solidFill>
                  <a:srgbClr val="00A3D6"/>
                </a:solidFill>
                <a:effectLst/>
                <a:latin typeface="+mj-lt"/>
                <a:ea typeface="HGMinchoB"/>
                <a:cs typeface="Segoe UI" panose="020B0502040204020203" pitchFamily="34" charset="0"/>
                <a:hlinkClick r:id="rId4" tooltip="https://www.healthcare.gov/glossary/premium/"/>
              </a:rPr>
              <a:t>premium</a:t>
            </a:r>
            <a:r>
              <a:rPr lang="en-US" sz="1500">
                <a:effectLst/>
                <a:latin typeface="+mj-lt"/>
                <a:ea typeface="HGMinchoB"/>
                <a:cs typeface="Segoe UI" panose="020B0502040204020203" pitchFamily="34" charset="0"/>
              </a:rPr>
              <a:t>-setting decisions. Furthermore, health insurers may not request or require individuals or their family members to undergo genetic testing or to provide genetic information. As defined in the law, genetic information includes family medical history, manifest disease in family members, and information regarding individuals' and family members' genetic tests.  GINA’s health insurance protections </a:t>
            </a:r>
            <a:r>
              <a:rPr lang="en-US" sz="1500" b="1">
                <a:effectLst/>
                <a:latin typeface="+mj-lt"/>
                <a:ea typeface="HGMinchoB"/>
                <a:cs typeface="Segoe UI" panose="020B0502040204020203" pitchFamily="34" charset="0"/>
              </a:rPr>
              <a:t>do not</a:t>
            </a:r>
            <a:r>
              <a:rPr lang="en-US" sz="1500">
                <a:effectLst/>
                <a:latin typeface="+mj-lt"/>
                <a:ea typeface="HGMinchoB"/>
                <a:cs typeface="Segoe UI" panose="020B0502040204020203" pitchFamily="34" charset="0"/>
              </a:rPr>
              <a:t> cover long-term care insurance, life insurance, or disability insurance, though some states have state laws that offer additional protections against genetic discrimination in these lines of insurance. Visit the </a:t>
            </a:r>
            <a:r>
              <a:rPr lang="en-US" sz="1500" u="sng">
                <a:effectLst/>
                <a:latin typeface="+mj-lt"/>
                <a:ea typeface="HGMinchoB"/>
                <a:cs typeface="Segoe UI" panose="020B0502040204020203" pitchFamily="34" charset="0"/>
                <a:hlinkClick r:id="rId5" tooltip="https://www.genome.gov/about-genomics/policy-issues/genome-statute-legislation-database">
                  <a:extLst>
                    <a:ext uri="{A12FA001-AC4F-418D-AE19-62706E023703}">
                      <ahyp:hlinkClr xmlns:ahyp="http://schemas.microsoft.com/office/drawing/2018/hyperlinkcolor" val="tx"/>
                    </a:ext>
                  </a:extLst>
                </a:hlinkClick>
              </a:rPr>
              <a:t>Genome Statute and Legislation Database</a:t>
            </a:r>
            <a:r>
              <a:rPr lang="en-US" sz="1500">
                <a:effectLst/>
                <a:latin typeface="+mj-lt"/>
                <a:ea typeface="HGMinchoB"/>
                <a:cs typeface="Segoe UI" panose="020B0502040204020203" pitchFamily="34" charset="0"/>
              </a:rPr>
              <a:t> to search for relevant state laws.</a:t>
            </a:r>
          </a:p>
          <a:p>
            <a:pPr marL="0" marR="0" indent="0" algn="just">
              <a:lnSpc>
                <a:spcPct val="115000"/>
              </a:lnSpc>
              <a:spcBef>
                <a:spcPts val="0"/>
              </a:spcBef>
              <a:spcAft>
                <a:spcPts val="1000"/>
              </a:spcAft>
              <a:buNone/>
            </a:pPr>
            <a:endParaRPr lang="en-US" sz="1500">
              <a:latin typeface="+mj-lt"/>
              <a:ea typeface="HGMinchoB"/>
              <a:cs typeface="Times New Roman" panose="02020603050405020304" pitchFamily="18" charset="0"/>
            </a:endParaRPr>
          </a:p>
          <a:p>
            <a:pPr marL="0" marR="0" indent="0" algn="just">
              <a:lnSpc>
                <a:spcPct val="115000"/>
              </a:lnSpc>
              <a:spcBef>
                <a:spcPts val="0"/>
              </a:spcBef>
              <a:spcAft>
                <a:spcPts val="600"/>
              </a:spcAft>
              <a:buNone/>
            </a:pPr>
            <a:r>
              <a:rPr lang="en-US" sz="1500" b="1">
                <a:effectLst/>
                <a:latin typeface="+mj-lt"/>
                <a:ea typeface="HGGothicM"/>
                <a:cs typeface="Arial" panose="020B0604020202020204" pitchFamily="34" charset="0"/>
              </a:rPr>
              <a:t>Employment (Title II)</a:t>
            </a:r>
            <a:endParaRPr lang="en-US" sz="1500" b="1">
              <a:latin typeface="+mj-lt"/>
              <a:ea typeface="HGGothicM"/>
              <a:cs typeface="Arial" panose="020B0604020202020204" pitchFamily="34" charset="0"/>
            </a:endParaRPr>
          </a:p>
          <a:p>
            <a:pPr marL="0" marR="0" indent="0" algn="just">
              <a:lnSpc>
                <a:spcPct val="115000"/>
              </a:lnSpc>
              <a:spcBef>
                <a:spcPts val="0"/>
              </a:spcBef>
              <a:spcAft>
                <a:spcPts val="600"/>
              </a:spcAft>
              <a:buNone/>
            </a:pPr>
            <a:r>
              <a:rPr lang="en-US" sz="1500">
                <a:latin typeface="+mj-lt"/>
                <a:cs typeface="Segoe UI" panose="020B0502040204020203" pitchFamily="34" charset="0"/>
              </a:rPr>
              <a:t>Title II of GINA prevents employers from using genetic information in employment decisions such as hiring, firing, promotions, pay, and job assignments. Furthermore, GINA prohibits employers or other covered entities from requiring or requesting genetic information and/or genetic tests as a condition of employment. </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647923" y="2131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Genetic Information Nondiscrimination </a:t>
            </a:r>
          </a:p>
          <a:p>
            <a:r>
              <a:rPr lang="en-US" b="1"/>
              <a:t>Act (GINA) of 2008 </a:t>
            </a:r>
            <a:endParaRPr lang="en-US"/>
          </a:p>
        </p:txBody>
      </p:sp>
      <p:sp>
        <p:nvSpPr>
          <p:cNvPr id="7" name="Rectangle 6">
            <a:extLst>
              <a:ext uri="{FF2B5EF4-FFF2-40B4-BE49-F238E27FC236}">
                <a16:creationId xmlns:a16="http://schemas.microsoft.com/office/drawing/2014/main" id="{D99C324B-1D34-021C-940A-BFF66B9F7D96}"/>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41619491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52D46F0-DF31-161F-75B9-25975CD1F95D}"/>
              </a:ext>
            </a:extLst>
          </p:cNvPr>
          <p:cNvSpPr txBox="1">
            <a:spLocks/>
          </p:cNvSpPr>
          <p:nvPr/>
        </p:nvSpPr>
        <p:spPr>
          <a:xfrm>
            <a:off x="1062850" y="8327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Retirement Benefits</a:t>
            </a:r>
            <a:endParaRPr lang="en-US"/>
          </a:p>
        </p:txBody>
      </p:sp>
      <p:sp>
        <p:nvSpPr>
          <p:cNvPr id="9" name="Content Placeholder 2">
            <a:extLst>
              <a:ext uri="{FF2B5EF4-FFF2-40B4-BE49-F238E27FC236}">
                <a16:creationId xmlns:a16="http://schemas.microsoft.com/office/drawing/2014/main" id="{638B25CF-0BF9-CC89-DE0C-F7DFF8B8C2FD}"/>
              </a:ext>
            </a:extLst>
          </p:cNvPr>
          <p:cNvSpPr txBox="1">
            <a:spLocks/>
          </p:cNvSpPr>
          <p:nvPr/>
        </p:nvSpPr>
        <p:spPr>
          <a:xfrm>
            <a:off x="718458" y="1408836"/>
            <a:ext cx="10907486" cy="507127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All employees that regularly work at least 1,000 hours per year (20 hours per week) are eligible to participate in the 403(b) tax-sheltered annuities via elective (voluntary) contributions beginning immediately upon employment. Effective January 15, 2021, employees will have the option to contribute to the 403(b) both pre-tax or post-tax (Roth). </a:t>
            </a:r>
          </a:p>
          <a:p>
            <a:pPr marL="0" marR="0" indent="0" algn="just">
              <a:lnSpc>
                <a:spcPct val="115000"/>
              </a:lnSpc>
              <a:spcBef>
                <a:spcPts val="0"/>
              </a:spcBef>
              <a:spcAft>
                <a:spcPts val="1000"/>
              </a:spcAft>
              <a:buNone/>
            </a:pPr>
            <a:endParaRPr lang="en-US" sz="18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b="1">
                <a:effectLst/>
                <a:latin typeface="+mj-lt"/>
                <a:ea typeface="HGMinchoB"/>
                <a:cs typeface="Times New Roman" panose="02020603050405020304" pitchFamily="18" charset="0"/>
              </a:rPr>
              <a:t>403(b) Employer Match</a:t>
            </a: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Beginning on the first monthly entry date after the employee completes 90 days of service, Partners will match all employee’s elective (voluntary) contributions made (both pre and post-tax), up to threshold of 10%. Employer contributions can only be made pre-tax. Employees must regularly work at least 1,000 hours per year to qualify for employer contributions.</a:t>
            </a:r>
          </a:p>
          <a:p>
            <a:pPr marL="0" marR="0" indent="0" algn="just">
              <a:lnSpc>
                <a:spcPct val="115000"/>
              </a:lnSpc>
              <a:spcBef>
                <a:spcPts val="0"/>
              </a:spcBef>
              <a:spcAft>
                <a:spcPts val="1000"/>
              </a:spcAft>
              <a:buNone/>
            </a:pPr>
            <a:endParaRPr lang="en-US" sz="18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b="1">
                <a:effectLst/>
                <a:latin typeface="+mj-lt"/>
                <a:ea typeface="HGMinchoB"/>
                <a:cs typeface="Times New Roman" panose="02020603050405020304" pitchFamily="18" charset="0"/>
              </a:rPr>
              <a:t>403(b) Changes</a:t>
            </a: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After the initial employment period, elective deferral enrollments and changes can only be made on the first day of each quarter. Employees can request that elective deferral contributions be stopped at any time. To update 403(b) percentages or stop deductions, employee must submit a 403b Contribution Change Form in PandaDoc.</a:t>
            </a:r>
          </a:p>
        </p:txBody>
      </p:sp>
      <p:sp>
        <p:nvSpPr>
          <p:cNvPr id="7" name="Rectangle 6">
            <a:extLst>
              <a:ext uri="{FF2B5EF4-FFF2-40B4-BE49-F238E27FC236}">
                <a16:creationId xmlns:a16="http://schemas.microsoft.com/office/drawing/2014/main" id="{5EBDC6C9-E257-67E7-F833-CAB683710A68}"/>
              </a:ext>
            </a:extLst>
          </p:cNvPr>
          <p:cNvSpPr/>
          <p:nvPr/>
        </p:nvSpPr>
        <p:spPr>
          <a:xfrm>
            <a:off x="9636054" y="269800"/>
            <a:ext cx="2041207" cy="65689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REVISED</a:t>
            </a:r>
            <a:endParaRPr lang="en-US"/>
          </a:p>
        </p:txBody>
      </p:sp>
    </p:spTree>
    <p:extLst>
      <p:ext uri="{BB962C8B-B14F-4D97-AF65-F5344CB8AC3E}">
        <p14:creationId xmlns:p14="http://schemas.microsoft.com/office/powerpoint/2010/main" val="22926470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1066245" y="1804980"/>
            <a:ext cx="10059509" cy="4516509"/>
          </a:xfrm>
        </p:spPr>
        <p:txBody>
          <a:bodyPr>
            <a:noAutofit/>
          </a:bodyPr>
          <a:lstStyle/>
          <a:p>
            <a:pPr marL="0" marR="0" indent="0" algn="just">
              <a:lnSpc>
                <a:spcPct val="115000"/>
              </a:lnSpc>
              <a:spcBef>
                <a:spcPts val="0"/>
              </a:spcBef>
              <a:spcAft>
                <a:spcPts val="1000"/>
              </a:spcAft>
              <a:buNone/>
            </a:pPr>
            <a:r>
              <a:rPr lang="en-US" sz="1800" b="1">
                <a:effectLst/>
                <a:latin typeface="+mj-lt"/>
                <a:ea typeface="HGMinchoB"/>
                <a:cs typeface="Times New Roman" panose="02020603050405020304" pitchFamily="18" charset="0"/>
              </a:rPr>
              <a:t>Accidental Death &amp; Dismemberment (AD&amp;D) Insurance </a:t>
            </a: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Partners currently provides, at no cost to the employee, AD&amp;D insurance coverage. Information on the life insurance policy can be found on SharePoint. </a:t>
            </a:r>
          </a:p>
          <a:p>
            <a:pPr marL="0" marR="0" indent="0" algn="just">
              <a:lnSpc>
                <a:spcPct val="115000"/>
              </a:lnSpc>
              <a:spcBef>
                <a:spcPts val="0"/>
              </a:spcBef>
              <a:spcAft>
                <a:spcPts val="1000"/>
              </a:spcAft>
              <a:buNone/>
            </a:pPr>
            <a:endParaRPr lang="en-US" sz="1800">
              <a:effectLst/>
              <a:latin typeface="+mj-lt"/>
              <a:ea typeface="HGMinchoB"/>
              <a:cs typeface="Times New Roman" panose="02020603050405020304" pitchFamily="18" charset="0"/>
            </a:endParaRPr>
          </a:p>
          <a:p>
            <a:pPr marL="0" marR="0" indent="0" algn="just">
              <a:lnSpc>
                <a:spcPct val="115000"/>
              </a:lnSpc>
              <a:spcBef>
                <a:spcPts val="0"/>
              </a:spcBef>
              <a:spcAft>
                <a:spcPts val="1000"/>
              </a:spcAft>
              <a:buNone/>
            </a:pPr>
            <a:r>
              <a:rPr lang="en-US" sz="1800" b="1">
                <a:latin typeface="+mj-lt"/>
                <a:ea typeface="HGMinchoB"/>
                <a:cs typeface="Times New Roman" panose="02020603050405020304" pitchFamily="18" charset="0"/>
              </a:rPr>
              <a:t>Short </a:t>
            </a:r>
            <a:r>
              <a:rPr lang="en-US" sz="1800" b="1">
                <a:effectLst/>
                <a:latin typeface="+mj-lt"/>
                <a:ea typeface="HGMinchoB"/>
                <a:cs typeface="Times New Roman" panose="02020603050405020304" pitchFamily="18" charset="0"/>
              </a:rPr>
              <a:t>Term Disability Insurance</a:t>
            </a:r>
          </a:p>
          <a:p>
            <a:pPr marL="0" marR="0" indent="0" algn="just">
              <a:lnSpc>
                <a:spcPct val="115000"/>
              </a:lnSpc>
              <a:spcBef>
                <a:spcPts val="0"/>
              </a:spcBef>
              <a:spcAft>
                <a:spcPts val="1000"/>
              </a:spcAft>
              <a:buNone/>
            </a:pPr>
            <a:r>
              <a:rPr lang="en-US" sz="1800">
                <a:effectLst/>
                <a:latin typeface="+mj-lt"/>
                <a:ea typeface="HGMinchoB"/>
                <a:cs typeface="Times New Roman" panose="02020603050405020304" pitchFamily="18" charset="0"/>
              </a:rPr>
              <a:t>Short-term disability insurance is provided at no cost to employees. Short-term disability coverage begins 15 days after the illness or accident and continues for up to 90 days. This insurance will provide eligible employees with compensation equal to 60% of their salary. In order to make employees whole, Partners will pay employees the difference of 40%, so employees receive 100% compensation during this period. Information on the short-term disability policy is found on SharePoint.  This benefit can run concurrent with DC Family Paid Leave.</a:t>
            </a:r>
          </a:p>
        </p:txBody>
      </p:sp>
      <p:sp>
        <p:nvSpPr>
          <p:cNvPr id="6" name="Title 1">
            <a:extLst>
              <a:ext uri="{FF2B5EF4-FFF2-40B4-BE49-F238E27FC236}">
                <a16:creationId xmlns:a16="http://schemas.microsoft.com/office/drawing/2014/main" id="{7EA4FA01-EB19-2125-AF57-B0C89291E031}"/>
              </a:ext>
            </a:extLst>
          </p:cNvPr>
          <p:cNvSpPr txBox="1">
            <a:spLocks/>
          </p:cNvSpPr>
          <p:nvPr/>
        </p:nvSpPr>
        <p:spPr>
          <a:xfrm>
            <a:off x="647923" y="2131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Insurances AD&amp;D and Short-term </a:t>
            </a:r>
          </a:p>
          <a:p>
            <a:r>
              <a:rPr lang="en-US" b="1"/>
              <a:t>Disability </a:t>
            </a:r>
            <a:endParaRPr lang="en-US"/>
          </a:p>
        </p:txBody>
      </p:sp>
      <p:sp>
        <p:nvSpPr>
          <p:cNvPr id="7" name="Rectangle 6">
            <a:extLst>
              <a:ext uri="{FF2B5EF4-FFF2-40B4-BE49-F238E27FC236}">
                <a16:creationId xmlns:a16="http://schemas.microsoft.com/office/drawing/2014/main" id="{D99C324B-1D34-021C-940A-BFF66B9F7D96}"/>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9108574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4FA01-EB19-2125-AF57-B0C89291E031}"/>
              </a:ext>
            </a:extLst>
          </p:cNvPr>
          <p:cNvSpPr txBox="1">
            <a:spLocks/>
          </p:cNvSpPr>
          <p:nvPr/>
        </p:nvSpPr>
        <p:spPr>
          <a:xfrm>
            <a:off x="841248" y="548640"/>
            <a:ext cx="3600860" cy="54315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400" b="1" kern="1200">
                <a:solidFill>
                  <a:schemeClr val="tx1"/>
                </a:solidFill>
                <a:latin typeface="+mj-lt"/>
                <a:ea typeface="+mj-ea"/>
                <a:cs typeface="+mj-cs"/>
              </a:rPr>
              <a:t>Employee Assistance Program (EAP)</a:t>
            </a:r>
            <a:endParaRPr lang="en-US" sz="5400" kern="120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5126418" y="552091"/>
            <a:ext cx="6224335" cy="5431536"/>
          </a:xfrm>
        </p:spPr>
        <p:txBody>
          <a:bodyPr vert="horz" lIns="91440" tIns="45720" rIns="91440" bIns="45720" rtlCol="0" anchor="ctr">
            <a:normAutofit/>
          </a:bodyPr>
          <a:lstStyle/>
          <a:p>
            <a:pPr marL="0" marR="0" indent="0">
              <a:spcBef>
                <a:spcPts val="0"/>
              </a:spcBef>
              <a:spcAft>
                <a:spcPts val="1000"/>
              </a:spcAft>
              <a:buNone/>
            </a:pPr>
            <a:r>
              <a:rPr lang="en-US" sz="2200">
                <a:effectLst/>
                <a:latin typeface="Calibri Light (Headings)"/>
              </a:rPr>
              <a:t>Partners EAP provides employees and members of their family and household access to personal support form everything from stress management and nutrition to handling of legal or financial issues. This benefit is 100% paid by Partners. The service is offers qualified counselors to help employees cope with personal problems they may be facing. Further details can be obtained through on SharePoint.</a:t>
            </a:r>
          </a:p>
        </p:txBody>
      </p:sp>
      <p:sp>
        <p:nvSpPr>
          <p:cNvPr id="7" name="Rectangle 6">
            <a:extLst>
              <a:ext uri="{FF2B5EF4-FFF2-40B4-BE49-F238E27FC236}">
                <a16:creationId xmlns:a16="http://schemas.microsoft.com/office/drawing/2014/main" id="{928C021A-1D8C-8694-C374-AB6DAC5DEE9D}"/>
              </a:ext>
            </a:extLst>
          </p:cNvPr>
          <p:cNvSpPr/>
          <p:nvPr/>
        </p:nvSpPr>
        <p:spPr>
          <a:xfrm>
            <a:off x="9353479" y="484986"/>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6275368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787535" y="13356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Flex Spending and Dependent Care</a:t>
            </a:r>
            <a:endParaRPr lang="en-US"/>
          </a:p>
        </p:txBody>
      </p:sp>
      <p:sp>
        <p:nvSpPr>
          <p:cNvPr id="4" name="TextBox 3">
            <a:extLst>
              <a:ext uri="{FF2B5EF4-FFF2-40B4-BE49-F238E27FC236}">
                <a16:creationId xmlns:a16="http://schemas.microsoft.com/office/drawing/2014/main" id="{4B226A5E-6617-7B23-ADA5-BA23919B8DF5}"/>
              </a:ext>
            </a:extLst>
          </p:cNvPr>
          <p:cNvSpPr txBox="1"/>
          <p:nvPr/>
        </p:nvSpPr>
        <p:spPr>
          <a:xfrm>
            <a:off x="751411" y="1585421"/>
            <a:ext cx="10587848" cy="4665636"/>
          </a:xfrm>
          <a:prstGeom prst="rect">
            <a:avLst/>
          </a:prstGeom>
          <a:noFill/>
        </p:spPr>
        <p:txBody>
          <a:bodyPr wrap="square">
            <a:spAutoFit/>
          </a:bodyPr>
          <a:lstStyle/>
          <a:p>
            <a:pPr marL="0" marR="0" algn="just">
              <a:lnSpc>
                <a:spcPct val="115000"/>
              </a:lnSpc>
              <a:spcBef>
                <a:spcPts val="0"/>
              </a:spcBef>
              <a:spcAft>
                <a:spcPts val="1000"/>
              </a:spcAft>
            </a:pPr>
            <a:r>
              <a:rPr lang="en-US">
                <a:effectLst/>
                <a:latin typeface="+mj-lt"/>
                <a:ea typeface="HGMinchoB"/>
                <a:cs typeface="Times New Roman" panose="02020603050405020304" pitchFamily="18" charset="0"/>
              </a:rPr>
              <a:t>Partners offers employees Flexible Spending Accounts (FSA) and Dependent Care Account which allow employees to set aside pre-tax money to cover specific expenses, providing financial advantages and tax savings. Maximum contribution and rollover amounts are set annually by the IRS. Employees will need to enroll annually and complete the election form in PandaDoc.</a:t>
            </a:r>
          </a:p>
          <a:p>
            <a:pPr marL="0" marR="0" algn="just">
              <a:lnSpc>
                <a:spcPct val="115000"/>
              </a:lnSpc>
              <a:spcBef>
                <a:spcPts val="0"/>
              </a:spcBef>
              <a:spcAft>
                <a:spcPts val="1000"/>
              </a:spcAft>
            </a:pPr>
            <a:endParaRPr lang="en-US">
              <a:effectLst/>
              <a:latin typeface="+mj-lt"/>
              <a:ea typeface="HGMinchoB"/>
              <a:cs typeface="Times New Roman" panose="02020603050405020304" pitchFamily="18" charset="0"/>
            </a:endParaRPr>
          </a:p>
          <a:p>
            <a:pPr marL="0" marR="0" algn="just">
              <a:lnSpc>
                <a:spcPct val="115000"/>
              </a:lnSpc>
              <a:spcBef>
                <a:spcPts val="0"/>
              </a:spcBef>
              <a:spcAft>
                <a:spcPts val="1000"/>
              </a:spcAft>
            </a:pPr>
            <a:r>
              <a:rPr lang="en-US" b="1">
                <a:effectLst/>
                <a:latin typeface="+mj-lt"/>
                <a:ea typeface="HGMinchoB"/>
                <a:cs typeface="Times New Roman" panose="02020603050405020304" pitchFamily="18" charset="0"/>
              </a:rPr>
              <a:t>Flexible Spending Account (FSA)</a:t>
            </a:r>
          </a:p>
          <a:p>
            <a:pPr marL="0" marR="0" algn="just">
              <a:lnSpc>
                <a:spcPct val="115000"/>
              </a:lnSpc>
              <a:spcBef>
                <a:spcPts val="0"/>
              </a:spcBef>
              <a:spcAft>
                <a:spcPts val="1000"/>
              </a:spcAft>
            </a:pPr>
            <a:r>
              <a:rPr lang="en-US">
                <a:effectLst/>
                <a:latin typeface="+mj-lt"/>
                <a:ea typeface="HGMinchoB"/>
                <a:cs typeface="Times New Roman" panose="02020603050405020304" pitchFamily="18" charset="0"/>
              </a:rPr>
              <a:t>FSA enables employees to allocate a portion of their salary before taxes to cover qualified out-of-pocket medical expenses such as copayments, deductibles, prescription medications, and medical supplies.</a:t>
            </a:r>
          </a:p>
          <a:p>
            <a:pPr marL="0" marR="0" algn="just">
              <a:lnSpc>
                <a:spcPct val="115000"/>
              </a:lnSpc>
              <a:spcBef>
                <a:spcPts val="0"/>
              </a:spcBef>
              <a:spcAft>
                <a:spcPts val="1000"/>
              </a:spcAft>
            </a:pPr>
            <a:endParaRPr lang="en-US">
              <a:effectLst/>
              <a:latin typeface="+mj-lt"/>
              <a:ea typeface="HGMinchoB"/>
              <a:cs typeface="Times New Roman" panose="02020603050405020304" pitchFamily="18" charset="0"/>
            </a:endParaRPr>
          </a:p>
          <a:p>
            <a:pPr marL="0" marR="0" algn="just">
              <a:lnSpc>
                <a:spcPct val="115000"/>
              </a:lnSpc>
              <a:spcBef>
                <a:spcPts val="0"/>
              </a:spcBef>
              <a:spcAft>
                <a:spcPts val="1000"/>
              </a:spcAft>
            </a:pPr>
            <a:r>
              <a:rPr lang="en-US" b="1">
                <a:effectLst/>
                <a:latin typeface="+mj-lt"/>
                <a:ea typeface="HGMinchoB"/>
                <a:cs typeface="Times New Roman" panose="02020603050405020304" pitchFamily="18" charset="0"/>
              </a:rPr>
              <a:t>Dependent Care Account</a:t>
            </a:r>
          </a:p>
          <a:p>
            <a:pPr marL="0" marR="0" algn="just">
              <a:lnSpc>
                <a:spcPct val="115000"/>
              </a:lnSpc>
              <a:spcBef>
                <a:spcPts val="0"/>
              </a:spcBef>
              <a:spcAft>
                <a:spcPts val="1000"/>
              </a:spcAft>
            </a:pPr>
            <a:r>
              <a:rPr lang="en-US">
                <a:effectLst/>
                <a:latin typeface="+mj-lt"/>
                <a:ea typeface="HGMinchoB"/>
                <a:cs typeface="Times New Roman" panose="02020603050405020304" pitchFamily="18" charset="0"/>
              </a:rPr>
              <a:t>Dependent care accounts allows employees to set aside pre-tax dollars to cover qualified expenses such as childcare, day camps, preschool, and adult care services.</a:t>
            </a:r>
          </a:p>
        </p:txBody>
      </p:sp>
      <p:sp>
        <p:nvSpPr>
          <p:cNvPr id="6" name="Rectangle 5">
            <a:extLst>
              <a:ext uri="{FF2B5EF4-FFF2-40B4-BE49-F238E27FC236}">
                <a16:creationId xmlns:a16="http://schemas.microsoft.com/office/drawing/2014/main" id="{C3C6547C-D21A-24BA-2115-E1B79332A966}"/>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34862202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787535" y="13356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SmartBenefits</a:t>
            </a:r>
            <a:endParaRPr lang="en-US"/>
          </a:p>
        </p:txBody>
      </p:sp>
      <p:sp>
        <p:nvSpPr>
          <p:cNvPr id="4" name="TextBox 3">
            <a:extLst>
              <a:ext uri="{FF2B5EF4-FFF2-40B4-BE49-F238E27FC236}">
                <a16:creationId xmlns:a16="http://schemas.microsoft.com/office/drawing/2014/main" id="{4B226A5E-6617-7B23-ADA5-BA23919B8DF5}"/>
              </a:ext>
            </a:extLst>
          </p:cNvPr>
          <p:cNvSpPr txBox="1"/>
          <p:nvPr/>
        </p:nvSpPr>
        <p:spPr>
          <a:xfrm>
            <a:off x="787535" y="1650735"/>
            <a:ext cx="10587848" cy="2549159"/>
          </a:xfrm>
          <a:prstGeom prst="rect">
            <a:avLst/>
          </a:prstGeom>
          <a:noFill/>
        </p:spPr>
        <p:txBody>
          <a:bodyPr wrap="square">
            <a:spAutoFit/>
          </a:bodyPr>
          <a:lstStyle/>
          <a:p>
            <a:pPr marL="0" marR="0" algn="just">
              <a:lnSpc>
                <a:spcPct val="115000"/>
              </a:lnSpc>
              <a:spcBef>
                <a:spcPts val="0"/>
              </a:spcBef>
              <a:spcAft>
                <a:spcPts val="1000"/>
              </a:spcAft>
            </a:pPr>
            <a:r>
              <a:rPr lang="en-US" sz="2000">
                <a:effectLst/>
                <a:latin typeface="+mj-lt"/>
                <a:ea typeface="HGMinchoB"/>
                <a:cs typeface="Times New Roman" panose="02020603050405020304" pitchFamily="18" charset="0"/>
              </a:rPr>
              <a:t>Partners participates in SmartBenefits Commuter Benefits Program which allows employees to contribute pre-tax dollars to use on DC public transportation. Employees can use SmartBenefits to pay for transit and parking anywhere DC Metro’s SmarTrip card is accepted, including at Metrorail parking lots, MARC, VRE and MTA Commuter Bus passes, as well as Metro Access. For additional information on SmartBenefits check out: https://www.wmata.com/business/smartbenefits/For-Employees.cfm.  To enroll or change contribution amounts employees must complete the form in PandaDoc. All changes receive by the 10th of the month, will go into effect the following month.</a:t>
            </a:r>
          </a:p>
        </p:txBody>
      </p:sp>
      <p:sp>
        <p:nvSpPr>
          <p:cNvPr id="6" name="Rectangle 5">
            <a:extLst>
              <a:ext uri="{FF2B5EF4-FFF2-40B4-BE49-F238E27FC236}">
                <a16:creationId xmlns:a16="http://schemas.microsoft.com/office/drawing/2014/main" id="{C3C6547C-D21A-24BA-2115-E1B79332A966}"/>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41780290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787535" y="13356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IT &amp; Communications Reimbursement </a:t>
            </a:r>
            <a:endParaRPr lang="en-US"/>
          </a:p>
        </p:txBody>
      </p:sp>
      <p:sp>
        <p:nvSpPr>
          <p:cNvPr id="4" name="TextBox 3">
            <a:extLst>
              <a:ext uri="{FF2B5EF4-FFF2-40B4-BE49-F238E27FC236}">
                <a16:creationId xmlns:a16="http://schemas.microsoft.com/office/drawing/2014/main" id="{4B226A5E-6617-7B23-ADA5-BA23919B8DF5}"/>
              </a:ext>
            </a:extLst>
          </p:cNvPr>
          <p:cNvSpPr txBox="1"/>
          <p:nvPr/>
        </p:nvSpPr>
        <p:spPr>
          <a:xfrm>
            <a:off x="787535" y="1650735"/>
            <a:ext cx="10587848" cy="3513526"/>
          </a:xfrm>
          <a:prstGeom prst="rect">
            <a:avLst/>
          </a:prstGeom>
          <a:noFill/>
        </p:spPr>
        <p:txBody>
          <a:bodyPr wrap="square">
            <a:spAutoFit/>
          </a:bodyPr>
          <a:lstStyle/>
          <a:p>
            <a:pPr marL="0" marR="0" algn="just">
              <a:lnSpc>
                <a:spcPct val="115000"/>
              </a:lnSpc>
              <a:spcBef>
                <a:spcPts val="0"/>
              </a:spcBef>
              <a:spcAft>
                <a:spcPts val="1000"/>
              </a:spcAft>
            </a:pPr>
            <a:r>
              <a:rPr lang="en-US" sz="2000">
                <a:effectLst/>
                <a:latin typeface="Calibri Light (Headings)"/>
                <a:ea typeface="HGMinchoB"/>
                <a:cs typeface="Times New Roman" panose="02020603050405020304" pitchFamily="18" charset="0"/>
              </a:rPr>
              <a:t>This policy applies to all Partners employees, contractors and interns who normally work at the HO office in Washington, DC. All employees will receive a reimbursable payment of $24 for every pay period beginning January 15, 2021 through Paycom. </a:t>
            </a:r>
          </a:p>
          <a:p>
            <a:pPr marL="0" marR="0" algn="just">
              <a:lnSpc>
                <a:spcPct val="115000"/>
              </a:lnSpc>
              <a:spcBef>
                <a:spcPts val="0"/>
              </a:spcBef>
              <a:spcAft>
                <a:spcPts val="1000"/>
              </a:spcAft>
            </a:pPr>
            <a:r>
              <a:rPr lang="en-US" sz="2000">
                <a:effectLst/>
                <a:latin typeface="Calibri Light (Headings)"/>
                <a:ea typeface="HGMinchoB"/>
                <a:cs typeface="Times New Roman" panose="02020603050405020304" pitchFamily="18" charset="0"/>
              </a:rPr>
              <a:t>Approved contractors and interns may request reimbursement on their monthly invoice. Interns will be eligible for the reimbursement if stipulated in the intern agreement. Interns that do not have the reimbursement stipulated in the intern agreement, may also be eligible upon written approval from the President &amp; CEO</a:t>
            </a:r>
          </a:p>
          <a:p>
            <a:pPr marL="0" marR="0" algn="just">
              <a:lnSpc>
                <a:spcPct val="115000"/>
              </a:lnSpc>
              <a:spcBef>
                <a:spcPts val="0"/>
              </a:spcBef>
              <a:spcAft>
                <a:spcPts val="1000"/>
              </a:spcAft>
            </a:pPr>
            <a:r>
              <a:rPr lang="en-US" sz="2000">
                <a:effectLst/>
                <a:latin typeface="Calibri Light (Headings)"/>
                <a:ea typeface="HGMinchoB"/>
                <a:cs typeface="Times New Roman" panose="02020603050405020304" pitchFamily="18" charset="0"/>
              </a:rPr>
              <a:t>This policy is at the discretion of the President &amp; CEO with guidance from the ELT and may be terminated or modified from time to time.</a:t>
            </a:r>
          </a:p>
        </p:txBody>
      </p:sp>
      <p:sp>
        <p:nvSpPr>
          <p:cNvPr id="5" name="Rectangle 4">
            <a:extLst>
              <a:ext uri="{FF2B5EF4-FFF2-40B4-BE49-F238E27FC236}">
                <a16:creationId xmlns:a16="http://schemas.microsoft.com/office/drawing/2014/main" id="{F6A93B12-A43C-0106-B006-2B05DF210303}"/>
              </a:ext>
            </a:extLst>
          </p:cNvPr>
          <p:cNvSpPr/>
          <p:nvPr/>
        </p:nvSpPr>
        <p:spPr>
          <a:xfrm>
            <a:off x="9561409" y="198351"/>
            <a:ext cx="2041208" cy="82955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No CHANGE - Policy added for reference to handbook</a:t>
            </a:r>
            <a:endParaRPr lang="en-US"/>
          </a:p>
        </p:txBody>
      </p:sp>
    </p:spTree>
    <p:extLst>
      <p:ext uri="{BB962C8B-B14F-4D97-AF65-F5344CB8AC3E}">
        <p14:creationId xmlns:p14="http://schemas.microsoft.com/office/powerpoint/2010/main" val="28196996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52D46F0-DF31-161F-75B9-25975CD1F95D}"/>
              </a:ext>
            </a:extLst>
          </p:cNvPr>
          <p:cNvSpPr txBox="1">
            <a:spLocks/>
          </p:cNvSpPr>
          <p:nvPr/>
        </p:nvSpPr>
        <p:spPr>
          <a:xfrm>
            <a:off x="838200" y="365125"/>
            <a:ext cx="1051559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b="1" kern="1200">
                <a:solidFill>
                  <a:schemeClr val="tx1"/>
                </a:solidFill>
                <a:latin typeface="+mj-lt"/>
                <a:ea typeface="+mj-ea"/>
                <a:cs typeface="+mj-cs"/>
              </a:rPr>
              <a:t>Employee Referral Awards </a:t>
            </a:r>
            <a:endParaRPr lang="en-US" kern="1200">
              <a:solidFill>
                <a:schemeClr val="tx1"/>
              </a:solidFill>
              <a:latin typeface="+mj-lt"/>
              <a:ea typeface="+mj-ea"/>
              <a:cs typeface="+mj-cs"/>
            </a:endParaRPr>
          </a:p>
        </p:txBody>
      </p:sp>
      <p:sp>
        <p:nvSpPr>
          <p:cNvPr id="9" name="Content Placeholder 2">
            <a:extLst>
              <a:ext uri="{FF2B5EF4-FFF2-40B4-BE49-F238E27FC236}">
                <a16:creationId xmlns:a16="http://schemas.microsoft.com/office/drawing/2014/main" id="{638B25CF-0BF9-CC89-DE0C-F7DFF8B8C2FD}"/>
              </a:ext>
            </a:extLst>
          </p:cNvPr>
          <p:cNvSpPr txBox="1">
            <a:spLocks/>
          </p:cNvSpPr>
          <p:nvPr/>
        </p:nvSpPr>
        <p:spPr>
          <a:xfrm>
            <a:off x="838200" y="1825625"/>
            <a:ext cx="616047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0"/>
              </a:spcBef>
              <a:spcAft>
                <a:spcPts val="1000"/>
              </a:spcAft>
              <a:buNone/>
            </a:pPr>
            <a:r>
              <a:rPr lang="en-US" sz="2200">
                <a:effectLst/>
                <a:latin typeface="Calibri Light (Headings)"/>
              </a:rPr>
              <a:t>Partners encourages all employees to refer qualified job applicants for available job openings. All employees are eligible to receive employee referral awards. When making referrals, instruct the applicant to list the employee's name on their employment application as the referral source. If the referral is hired and completes three (3) months of service and pass their 90-day review and is still with Partners, the employee that gave the referral is eligible to receive an award of $75 for regular part-time hires and $150 for regular full-time hires.</a:t>
            </a:r>
            <a:endParaRPr lang="en-US" sz="2200">
              <a:latin typeface="Calibri Light (Headings)"/>
            </a:endParaRPr>
          </a:p>
        </p:txBody>
      </p:sp>
      <p:pic>
        <p:nvPicPr>
          <p:cNvPr id="13" name="Graphic 12" descr="Recruitment Management">
            <a:extLst>
              <a:ext uri="{FF2B5EF4-FFF2-40B4-BE49-F238E27FC236}">
                <a16:creationId xmlns:a16="http://schemas.microsoft.com/office/drawing/2014/main" id="{9C51403F-CC60-DC8C-36FA-763BFBA8F6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09962" y="1929820"/>
            <a:ext cx="4221597" cy="4221597"/>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spTree>
    <p:extLst>
      <p:ext uri="{BB962C8B-B14F-4D97-AF65-F5344CB8AC3E}">
        <p14:creationId xmlns:p14="http://schemas.microsoft.com/office/powerpoint/2010/main" val="33350091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978175" y="1568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Professional Development Policy </a:t>
            </a:r>
            <a:endParaRPr lang="en-US"/>
          </a:p>
        </p:txBody>
      </p:sp>
      <p:sp>
        <p:nvSpPr>
          <p:cNvPr id="5" name="Rectangle 4">
            <a:extLst>
              <a:ext uri="{FF2B5EF4-FFF2-40B4-BE49-F238E27FC236}">
                <a16:creationId xmlns:a16="http://schemas.microsoft.com/office/drawing/2014/main" id="{D43D9F60-17F4-F9C9-62E3-EB8882A60B3C}"/>
              </a:ext>
            </a:extLst>
          </p:cNvPr>
          <p:cNvSpPr/>
          <p:nvPr/>
        </p:nvSpPr>
        <p:spPr>
          <a:xfrm>
            <a:off x="9561409" y="198351"/>
            <a:ext cx="2041208" cy="82955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No CHANGE - Policy added for reference to handbook</a:t>
            </a:r>
            <a:endParaRPr lang="en-US"/>
          </a:p>
        </p:txBody>
      </p:sp>
      <p:sp>
        <p:nvSpPr>
          <p:cNvPr id="7" name="Content Placeholder 2">
            <a:extLst>
              <a:ext uri="{FF2B5EF4-FFF2-40B4-BE49-F238E27FC236}">
                <a16:creationId xmlns:a16="http://schemas.microsoft.com/office/drawing/2014/main" id="{64294D11-144B-8ED5-3C9E-63DBF39A83F7}"/>
              </a:ext>
            </a:extLst>
          </p:cNvPr>
          <p:cNvSpPr txBox="1">
            <a:spLocks/>
          </p:cNvSpPr>
          <p:nvPr/>
        </p:nvSpPr>
        <p:spPr>
          <a:xfrm>
            <a:off x="838200" y="591344"/>
            <a:ext cx="10515599" cy="558561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0"/>
              </a:spcBef>
              <a:spcAft>
                <a:spcPts val="1000"/>
              </a:spcAft>
              <a:buNone/>
            </a:pPr>
            <a:r>
              <a:rPr lang="en-US">
                <a:effectLst/>
                <a:latin typeface="Calibri Light (Headings)"/>
              </a:rPr>
              <a:t>Partners supports the professional development of its employees. Eligible staff may request reimbursement from the Professional Development fund for up to $750 USD per calendar year for training, conferences, coursework, and other forms of capacity-building that require a paid fee. Professional development will be considered on an individual basis, in consultation with the employee’s supervisor and HR. There is a strong bias for short-term, practical training that bears on current or prospective responsibilities.</a:t>
            </a:r>
            <a:endParaRPr lang="en-US">
              <a:latin typeface="Calibri Light (Headings)"/>
            </a:endParaRPr>
          </a:p>
        </p:txBody>
      </p:sp>
    </p:spTree>
    <p:extLst>
      <p:ext uri="{BB962C8B-B14F-4D97-AF65-F5344CB8AC3E}">
        <p14:creationId xmlns:p14="http://schemas.microsoft.com/office/powerpoint/2010/main" val="28918102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FA3DF-3BB9-0872-8286-224F44EE6675}"/>
              </a:ext>
            </a:extLst>
          </p:cNvPr>
          <p:cNvSpPr>
            <a:spLocks noGrp="1"/>
          </p:cNvSpPr>
          <p:nvPr>
            <p:ph type="title"/>
          </p:nvPr>
        </p:nvSpPr>
        <p:spPr>
          <a:xfrm>
            <a:off x="686834" y="1153572"/>
            <a:ext cx="3200400" cy="4461163"/>
          </a:xfrm>
        </p:spPr>
        <p:txBody>
          <a:bodyPr>
            <a:normAutofit/>
          </a:bodyPr>
          <a:lstStyle/>
          <a:p>
            <a:r>
              <a:rPr lang="en-US">
                <a:solidFill>
                  <a:srgbClr val="FFFFFF"/>
                </a:solidFill>
              </a:rPr>
              <a:t>Table of Content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4196A0-FA99-A3C3-328B-892E6276B1FE}"/>
              </a:ext>
            </a:extLst>
          </p:cNvPr>
          <p:cNvSpPr>
            <a:spLocks noGrp="1"/>
          </p:cNvSpPr>
          <p:nvPr>
            <p:ph idx="1"/>
          </p:nvPr>
        </p:nvSpPr>
        <p:spPr>
          <a:xfrm>
            <a:off x="4447308" y="591344"/>
            <a:ext cx="6906491" cy="5585619"/>
          </a:xfrm>
        </p:spPr>
        <p:txBody>
          <a:bodyPr anchor="ctr">
            <a:normAutofit/>
          </a:bodyPr>
          <a:lstStyle/>
          <a:p>
            <a:pPr marL="0" indent="0">
              <a:buNone/>
            </a:pPr>
            <a:r>
              <a:rPr lang="en-US"/>
              <a:t>Updates to State Specific Requirements and Acknowledgement of Receipt of Employee Manual</a:t>
            </a:r>
          </a:p>
          <a:p>
            <a:endParaRPr lang="en-US"/>
          </a:p>
        </p:txBody>
      </p:sp>
    </p:spTree>
    <p:extLst>
      <p:ext uri="{BB962C8B-B14F-4D97-AF65-F5344CB8AC3E}">
        <p14:creationId xmlns:p14="http://schemas.microsoft.com/office/powerpoint/2010/main" val="25854382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38B25CF-0BF9-CC89-DE0C-F7DFF8B8C2FD}"/>
              </a:ext>
            </a:extLst>
          </p:cNvPr>
          <p:cNvSpPr txBox="1">
            <a:spLocks/>
          </p:cNvSpPr>
          <p:nvPr/>
        </p:nvSpPr>
        <p:spPr>
          <a:xfrm>
            <a:off x="602397" y="1386059"/>
            <a:ext cx="10659651" cy="48747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spcAft>
                <a:spcPts val="1000"/>
              </a:spcAft>
              <a:buNone/>
            </a:pPr>
            <a:r>
              <a:rPr lang="en-US" sz="1600" b="1">
                <a:effectLst/>
                <a:latin typeface="+mj-lt"/>
                <a:ea typeface="HGMinchoB"/>
                <a:cs typeface="Times New Roman" panose="02020603050405020304" pitchFamily="18" charset="0"/>
              </a:rPr>
              <a:t>Blood Donation Leave</a:t>
            </a:r>
          </a:p>
          <a:p>
            <a:pPr algn="just">
              <a:lnSpc>
                <a:spcPct val="115000"/>
              </a:lnSpc>
              <a:spcBef>
                <a:spcPts val="0"/>
              </a:spcBef>
              <a:spcAft>
                <a:spcPts val="1000"/>
              </a:spcAft>
            </a:pPr>
            <a:r>
              <a:rPr lang="en-US" sz="1600">
                <a:effectLst/>
                <a:latin typeface="+mj-lt"/>
                <a:ea typeface="HGMinchoB"/>
                <a:cs typeface="Times New Roman" panose="02020603050405020304" pitchFamily="18" charset="0"/>
              </a:rPr>
              <a:t>Employees who work an average of at least 20 hours per week are eligible for up to three (3) hours of unpaid leave in any 12-month period for donating blood. Employees must provide advance notice of at least three (3) working days of their intention to avail themselves of this leave, except in emergency situations. Employees may use accrued paid time off for this purpose.</a:t>
            </a:r>
          </a:p>
          <a:p>
            <a:pPr marL="0" indent="0" algn="just">
              <a:lnSpc>
                <a:spcPct val="115000"/>
              </a:lnSpc>
              <a:spcBef>
                <a:spcPts val="0"/>
              </a:spcBef>
              <a:spcAft>
                <a:spcPts val="1000"/>
              </a:spcAft>
              <a:buNone/>
            </a:pPr>
            <a:r>
              <a:rPr lang="en-US" sz="1600" b="1">
                <a:effectLst/>
                <a:latin typeface="+mj-lt"/>
                <a:ea typeface="HGMinchoB"/>
                <a:cs typeface="Times New Roman" panose="02020603050405020304" pitchFamily="18" charset="0"/>
              </a:rPr>
              <a:t>Bone Marrow Donation Leave</a:t>
            </a:r>
          </a:p>
          <a:p>
            <a:pPr algn="just">
              <a:lnSpc>
                <a:spcPct val="115000"/>
              </a:lnSpc>
              <a:spcBef>
                <a:spcPts val="0"/>
              </a:spcBef>
              <a:spcAft>
                <a:spcPts val="1000"/>
              </a:spcAft>
            </a:pPr>
            <a:r>
              <a:rPr lang="en-US" sz="1600">
                <a:effectLst/>
                <a:latin typeface="+mj-lt"/>
                <a:ea typeface="HGMinchoB"/>
                <a:cs typeface="Times New Roman" panose="02020603050405020304" pitchFamily="18" charset="0"/>
              </a:rPr>
              <a:t>Employees who work 20 or more hours per week are entitled to up to 24 hours of unpaid leave for the purposes of donating bone marrow. Verification of donation and the length of necessary leave is required. Reasonable notice of leave must be provided. Employees may use accrued paid time off for this purpose.</a:t>
            </a:r>
          </a:p>
          <a:p>
            <a:pPr marL="0" indent="0" algn="just">
              <a:lnSpc>
                <a:spcPct val="115000"/>
              </a:lnSpc>
              <a:spcBef>
                <a:spcPts val="0"/>
              </a:spcBef>
              <a:spcAft>
                <a:spcPts val="1000"/>
              </a:spcAft>
              <a:buNone/>
            </a:pPr>
            <a:r>
              <a:rPr lang="en-US" sz="1600" b="1">
                <a:effectLst/>
                <a:latin typeface="+mj-lt"/>
                <a:ea typeface="HGMinchoB"/>
                <a:cs typeface="Times New Roman" panose="02020603050405020304" pitchFamily="18" charset="0"/>
              </a:rPr>
              <a:t>HERO Act Infectious Disease Exposure Prevention Plan Addendum</a:t>
            </a:r>
          </a:p>
          <a:p>
            <a:pPr algn="just">
              <a:lnSpc>
                <a:spcPct val="115000"/>
              </a:lnSpc>
              <a:spcBef>
                <a:spcPts val="0"/>
              </a:spcBef>
              <a:spcAft>
                <a:spcPts val="1000"/>
              </a:spcAft>
            </a:pPr>
            <a:r>
              <a:rPr lang="en-US" sz="1600">
                <a:effectLst/>
                <a:latin typeface="+mj-lt"/>
                <a:ea typeface="HGMinchoB"/>
                <a:cs typeface="Times New Roman" panose="02020603050405020304" pitchFamily="18" charset="0"/>
              </a:rPr>
              <a:t>Partners has created an Infectious Disease Exposure Prevention Plan (IDEPP), as required by the New York HERO Act, to help prevent the transmission of infectious diseases in the workplace. Employees may view the IDEPP on SharePoint. Partners will implement this plan when an airborne infectious agent or disease is designated by the New York Commissioner of Health as a highly contagious communicable disease that presents a serious risk of harm to the public health.</a:t>
            </a:r>
          </a:p>
          <a:p>
            <a:pPr marL="0" indent="0" algn="just">
              <a:lnSpc>
                <a:spcPct val="115000"/>
              </a:lnSpc>
              <a:spcBef>
                <a:spcPts val="0"/>
              </a:spcBef>
              <a:spcAft>
                <a:spcPts val="1000"/>
              </a:spcAft>
              <a:buNone/>
            </a:pPr>
            <a:endParaRPr lang="en-US" sz="1600">
              <a:latin typeface="+mj-lt"/>
              <a:ea typeface="HGMinchoB"/>
              <a:cs typeface="Times New Roman" panose="02020603050405020304" pitchFamily="18" charset="0"/>
            </a:endParaRPr>
          </a:p>
          <a:p>
            <a:pPr algn="just">
              <a:lnSpc>
                <a:spcPct val="115000"/>
              </a:lnSpc>
              <a:spcBef>
                <a:spcPts val="0"/>
              </a:spcBef>
              <a:spcAft>
                <a:spcPts val="1000"/>
              </a:spcAft>
            </a:pPr>
            <a:endParaRPr lang="en-US" sz="1600">
              <a:latin typeface="+mj-lt"/>
              <a:ea typeface="HGMinchoB"/>
              <a:cs typeface="Times New Roman" panose="02020603050405020304" pitchFamily="18" charset="0"/>
            </a:endParaRPr>
          </a:p>
          <a:p>
            <a:pPr marL="0" indent="0" algn="just">
              <a:lnSpc>
                <a:spcPct val="115000"/>
              </a:lnSpc>
              <a:spcBef>
                <a:spcPts val="0"/>
              </a:spcBef>
              <a:spcAft>
                <a:spcPts val="1000"/>
              </a:spcAft>
              <a:buFont typeface="Arial" panose="020B0604020202020204" pitchFamily="34" charset="0"/>
              <a:buNone/>
            </a:pPr>
            <a:endParaRPr lang="en-US" sz="1600">
              <a:solidFill>
                <a:srgbClr val="374151"/>
              </a:solidFill>
              <a:latin typeface="+mj-lt"/>
            </a:endParaRPr>
          </a:p>
        </p:txBody>
      </p:sp>
      <p:sp>
        <p:nvSpPr>
          <p:cNvPr id="3" name="Title 1">
            <a:extLst>
              <a:ext uri="{FF2B5EF4-FFF2-40B4-BE49-F238E27FC236}">
                <a16:creationId xmlns:a16="http://schemas.microsoft.com/office/drawing/2014/main" id="{F5C5F3C7-B7EB-0ECF-50A3-8D7A63E98809}"/>
              </a:ext>
            </a:extLst>
          </p:cNvPr>
          <p:cNvSpPr txBox="1">
            <a:spLocks/>
          </p:cNvSpPr>
          <p:nvPr/>
        </p:nvSpPr>
        <p:spPr>
          <a:xfrm>
            <a:off x="780677" y="10859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New York Required Policies </a:t>
            </a:r>
            <a:endParaRPr lang="en-US"/>
          </a:p>
        </p:txBody>
      </p:sp>
      <p:sp>
        <p:nvSpPr>
          <p:cNvPr id="6" name="Rectangle 5">
            <a:extLst>
              <a:ext uri="{FF2B5EF4-FFF2-40B4-BE49-F238E27FC236}">
                <a16:creationId xmlns:a16="http://schemas.microsoft.com/office/drawing/2014/main" id="{0E20EB06-F9CD-7873-FEDF-4B8BA27F0731}"/>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1072884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38B25CF-0BF9-CC89-DE0C-F7DFF8B8C2FD}"/>
              </a:ext>
            </a:extLst>
          </p:cNvPr>
          <p:cNvSpPr txBox="1">
            <a:spLocks/>
          </p:cNvSpPr>
          <p:nvPr/>
        </p:nvSpPr>
        <p:spPr>
          <a:xfrm>
            <a:off x="655535" y="1292753"/>
            <a:ext cx="10880929" cy="50334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spcAft>
                <a:spcPts val="1000"/>
              </a:spcAft>
              <a:buNone/>
            </a:pPr>
            <a:r>
              <a:rPr lang="en-US" sz="1400" b="1">
                <a:latin typeface="+mj-lt"/>
                <a:ea typeface="HGMinchoB"/>
                <a:cs typeface="Times New Roman" panose="02020603050405020304" pitchFamily="18" charset="0"/>
              </a:rPr>
              <a:t>Reproductive Health Decision Making Discrimination </a:t>
            </a:r>
          </a:p>
          <a:p>
            <a:pPr algn="just">
              <a:lnSpc>
                <a:spcPct val="115000"/>
              </a:lnSpc>
              <a:spcBef>
                <a:spcPts val="0"/>
              </a:spcBef>
              <a:spcAft>
                <a:spcPts val="1000"/>
              </a:spcAft>
            </a:pPr>
            <a:r>
              <a:rPr lang="en-US" sz="1400">
                <a:effectLst/>
                <a:latin typeface="+mj-lt"/>
                <a:ea typeface="HGMinchoB"/>
                <a:cs typeface="Times New Roman" panose="02020603050405020304" pitchFamily="18" charset="0"/>
              </a:rPr>
              <a:t>Under this provision Partners may not:</a:t>
            </a:r>
          </a:p>
          <a:p>
            <a:pPr lvl="1" algn="just">
              <a:lnSpc>
                <a:spcPct val="115000"/>
              </a:lnSpc>
              <a:spcBef>
                <a:spcPts val="0"/>
              </a:spcBef>
              <a:spcAft>
                <a:spcPts val="1000"/>
              </a:spcAft>
            </a:pPr>
            <a:r>
              <a:rPr lang="en-US" sz="1400">
                <a:latin typeface="+mj-lt"/>
                <a:cs typeface="Times New Roman" panose="02020603050405020304" pitchFamily="18" charset="0"/>
              </a:rPr>
              <a:t>Discriminate or take any retaliatory personnel action against employees with respect to compensation, terms, conditions or privileges of employment because of, or on the basis of, the employee’s or dependent’s reproductive health decision making, including but not limited to a decision to use or access a particular drug, device or medical service; or</a:t>
            </a:r>
          </a:p>
          <a:p>
            <a:pPr lvl="1" algn="just">
              <a:lnSpc>
                <a:spcPct val="115000"/>
              </a:lnSpc>
              <a:spcBef>
                <a:spcPts val="0"/>
              </a:spcBef>
              <a:spcAft>
                <a:spcPts val="1000"/>
              </a:spcAft>
            </a:pPr>
            <a:r>
              <a:rPr lang="en-US" sz="1400">
                <a:latin typeface="+mj-lt"/>
                <a:cs typeface="Times New Roman" panose="02020603050405020304" pitchFamily="18" charset="0"/>
              </a:rPr>
              <a:t>Require employees to sign a waiver or other document that purports to deny employees the right to make their own reproductive health care decisions, including </a:t>
            </a:r>
            <a:r>
              <a:rPr lang="en-US" sz="1400">
                <a:effectLst/>
                <a:latin typeface="+mj-lt"/>
                <a:ea typeface="HGMinchoB"/>
                <a:cs typeface="Times New Roman" panose="02020603050405020304" pitchFamily="18" charset="0"/>
              </a:rPr>
              <a:t>use of a particular drug, device or medical service.</a:t>
            </a:r>
          </a:p>
          <a:p>
            <a:pPr algn="just">
              <a:lnSpc>
                <a:spcPct val="115000"/>
              </a:lnSpc>
              <a:spcBef>
                <a:spcPts val="0"/>
              </a:spcBef>
              <a:spcAft>
                <a:spcPts val="1000"/>
              </a:spcAft>
            </a:pPr>
            <a:r>
              <a:rPr lang="en-US" sz="1400">
                <a:effectLst/>
                <a:latin typeface="+mj-lt"/>
                <a:ea typeface="HGMinchoB"/>
                <a:cs typeface="Times New Roman" panose="02020603050405020304" pitchFamily="18" charset="0"/>
              </a:rPr>
              <a:t>Partners also may not access the employee’s personal information regarding the employee’s or the dependent’s reproductive health decision making, including but not limited to the decision to use or access a particular drug, device or medical service without the employee’s prior informed affirmative written consent.</a:t>
            </a:r>
          </a:p>
          <a:p>
            <a:pPr algn="just">
              <a:lnSpc>
                <a:spcPct val="115000"/>
              </a:lnSpc>
              <a:spcBef>
                <a:spcPts val="0"/>
              </a:spcBef>
              <a:spcAft>
                <a:spcPts val="1000"/>
              </a:spcAft>
            </a:pPr>
            <a:r>
              <a:rPr lang="en-US" sz="1400">
                <a:effectLst/>
                <a:latin typeface="+mj-lt"/>
                <a:ea typeface="HGMinchoB"/>
                <a:cs typeface="Times New Roman" panose="02020603050405020304" pitchFamily="18" charset="0"/>
              </a:rPr>
              <a:t>Employees may bring a civil action in any court of competent jurisdiction against Partners for any alleged violations of this policy. In any civil action alleging a violation of this policy, the court may: award damages, unless Partners proves a good faith basis to believe that its actions in violation of this policy were in compliance with the law.</a:t>
            </a:r>
          </a:p>
          <a:p>
            <a:pPr algn="just">
              <a:lnSpc>
                <a:spcPct val="115000"/>
              </a:lnSpc>
              <a:spcBef>
                <a:spcPts val="0"/>
              </a:spcBef>
              <a:spcAft>
                <a:spcPts val="1000"/>
              </a:spcAft>
            </a:pPr>
            <a:r>
              <a:rPr lang="en-US" sz="1400">
                <a:effectLst/>
                <a:latin typeface="+mj-lt"/>
                <a:ea typeface="HGMinchoB"/>
                <a:cs typeface="Times New Roman" panose="02020603050405020304" pitchFamily="18" charset="0"/>
              </a:rPr>
              <a:t>Any act of retaliation for employees exercising any rights granted under this policy shall subject Partners to separate civil penalties. For the purposes of this policy, retaliation or retaliatory personnel action means discharging, suspending, demoting or otherwise penalizing employees for: making or threatening to make a complaint to Partners, co-worker or to a public body, that rights guaranteed under this policy have been violated; or providing information to or testifying before any public body conducting an investigation, hearing or inquiry into any such violation. Employees with issues or concerns regarding this policy or who feel they have been subjected to any alleged violation of this policy should contact HR.</a:t>
            </a:r>
          </a:p>
          <a:p>
            <a:pPr marL="0" indent="0" algn="just">
              <a:lnSpc>
                <a:spcPct val="115000"/>
              </a:lnSpc>
              <a:spcBef>
                <a:spcPts val="0"/>
              </a:spcBef>
              <a:spcAft>
                <a:spcPts val="1000"/>
              </a:spcAft>
              <a:buNone/>
            </a:pPr>
            <a:endParaRPr lang="en-US" sz="1400">
              <a:latin typeface="+mj-lt"/>
              <a:ea typeface="HGMinchoB"/>
              <a:cs typeface="Times New Roman" panose="02020603050405020304" pitchFamily="18" charset="0"/>
            </a:endParaRPr>
          </a:p>
          <a:p>
            <a:pPr algn="just">
              <a:lnSpc>
                <a:spcPct val="115000"/>
              </a:lnSpc>
              <a:spcBef>
                <a:spcPts val="0"/>
              </a:spcBef>
              <a:spcAft>
                <a:spcPts val="1000"/>
              </a:spcAft>
            </a:pPr>
            <a:endParaRPr lang="en-US" sz="1400">
              <a:latin typeface="+mj-lt"/>
              <a:ea typeface="HGMinchoB"/>
              <a:cs typeface="Times New Roman" panose="02020603050405020304" pitchFamily="18" charset="0"/>
            </a:endParaRPr>
          </a:p>
          <a:p>
            <a:pPr marL="0" indent="0" algn="just">
              <a:lnSpc>
                <a:spcPct val="115000"/>
              </a:lnSpc>
              <a:spcBef>
                <a:spcPts val="0"/>
              </a:spcBef>
              <a:spcAft>
                <a:spcPts val="1000"/>
              </a:spcAft>
              <a:buFont typeface="Arial" panose="020B0604020202020204" pitchFamily="34" charset="0"/>
              <a:buNone/>
            </a:pPr>
            <a:endParaRPr lang="en-US" sz="1400">
              <a:solidFill>
                <a:srgbClr val="374151"/>
              </a:solidFill>
              <a:latin typeface="+mj-lt"/>
            </a:endParaRPr>
          </a:p>
        </p:txBody>
      </p:sp>
      <p:sp>
        <p:nvSpPr>
          <p:cNvPr id="3" name="Title 1">
            <a:extLst>
              <a:ext uri="{FF2B5EF4-FFF2-40B4-BE49-F238E27FC236}">
                <a16:creationId xmlns:a16="http://schemas.microsoft.com/office/drawing/2014/main" id="{F5C5F3C7-B7EB-0ECF-50A3-8D7A63E98809}"/>
              </a:ext>
            </a:extLst>
          </p:cNvPr>
          <p:cNvSpPr txBox="1">
            <a:spLocks/>
          </p:cNvSpPr>
          <p:nvPr/>
        </p:nvSpPr>
        <p:spPr>
          <a:xfrm>
            <a:off x="780677" y="10859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New York Required Policies </a:t>
            </a:r>
            <a:endParaRPr lang="en-US"/>
          </a:p>
        </p:txBody>
      </p:sp>
      <p:sp>
        <p:nvSpPr>
          <p:cNvPr id="6" name="Rectangle 5">
            <a:extLst>
              <a:ext uri="{FF2B5EF4-FFF2-40B4-BE49-F238E27FC236}">
                <a16:creationId xmlns:a16="http://schemas.microsoft.com/office/drawing/2014/main" id="{0E20EB06-F9CD-7873-FEDF-4B8BA27F0731}"/>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0271264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38B25CF-0BF9-CC89-DE0C-F7DFF8B8C2FD}"/>
              </a:ext>
            </a:extLst>
          </p:cNvPr>
          <p:cNvSpPr txBox="1">
            <a:spLocks/>
          </p:cNvSpPr>
          <p:nvPr/>
        </p:nvSpPr>
        <p:spPr>
          <a:xfrm>
            <a:off x="444651" y="1356486"/>
            <a:ext cx="11038675" cy="48747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spcAft>
                <a:spcPts val="1000"/>
              </a:spcAft>
              <a:buNone/>
            </a:pPr>
            <a:r>
              <a:rPr lang="en-US" sz="1400" b="1">
                <a:latin typeface="+mj-lt"/>
                <a:ea typeface="HGMinchoB"/>
                <a:cs typeface="Times New Roman" panose="02020603050405020304" pitchFamily="18" charset="0"/>
              </a:rPr>
              <a:t>Temporary Schedule Change </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who work 80 or more hours in New York City in a calendar year and have been employed by Partners for 120 or more days are eligible for two (2) temporary changes to their work schedules each calendar year for certain "personal events." Personal events includes the following:</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the need to care for a child under the age of 18 for whom the employee provides direct and ongoing care;</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the need to care for an individual (“care recipient”) with a disability who is a family member or who resides in the caregiver’s household for whom the employee provides direct and ongoing care to meet the needs of daily living;</a:t>
            </a:r>
          </a:p>
          <a:p>
            <a:pPr marL="800100" lvl="1" indent="-342900" algn="just">
              <a:lnSpc>
                <a:spcPct val="115000"/>
              </a:lnSpc>
              <a:spcBef>
                <a:spcPts val="0"/>
              </a:spcBef>
              <a:buFont typeface="Symbol" panose="05050102010706020507" pitchFamily="18" charset="2"/>
              <a:buChar char=""/>
            </a:pPr>
            <a:r>
              <a:rPr lang="en-US" sz="1400">
                <a:effectLst/>
                <a:latin typeface="+mj-lt"/>
                <a:ea typeface="HGMinchoB"/>
                <a:cs typeface="Times New Roman" panose="02020603050405020304" pitchFamily="18" charset="0"/>
              </a:rPr>
              <a:t>the need to attend a legal proceeding or hearing for public benefits to which the employee, a family member or the employee's minor child or care recipient is a party; or</a:t>
            </a:r>
          </a:p>
          <a:p>
            <a:pPr marL="800100" lvl="1" indent="-342900" algn="just">
              <a:lnSpc>
                <a:spcPct val="115000"/>
              </a:lnSpc>
              <a:spcBef>
                <a:spcPts val="0"/>
              </a:spcBef>
              <a:spcAft>
                <a:spcPts val="1000"/>
              </a:spcAft>
              <a:buFont typeface="Symbol" panose="05050102010706020507" pitchFamily="18" charset="2"/>
              <a:buChar char=""/>
            </a:pPr>
            <a:r>
              <a:rPr lang="en-US" sz="1400">
                <a:effectLst/>
                <a:latin typeface="+mj-lt"/>
                <a:ea typeface="HGMinchoB"/>
                <a:cs typeface="Times New Roman" panose="02020603050405020304" pitchFamily="18" charset="0"/>
              </a:rPr>
              <a:t>any other reason for which the employee may use leave under Paid Safe and Sick Leave law.</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For purposes of this policy a "family member" includes: a child (biological, adopted, or foster child, legal ward); a grandchild; a spouse (current or former regardless of whether they reside together); a domestic partner (current or former regardless of whether they reside together); a parent; a grandparent; a child or parent of the employee’s spouse or domestic partner; a sibling (including a half-, adopted or step-sibling); any other individual related by blood to the employee; and any individual whose close association with the employee is the equivalent of family.</a:t>
            </a:r>
          </a:p>
          <a:p>
            <a:pPr marL="0" marR="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A temporary schedule change may last up to one (1) business day on two (2) separate occasions or up to two (2) business days on one (1) occasion each calendar year. A business day is any 24-hour period during which the employee is required to work any amount of time. A temporary change means an adjustment to the employee's usual schedule including in the hours, times or locations the employee is expected to work. The change can include: using short-term unpaid leave; using paid time off; or working remotely</a:t>
            </a:r>
          </a:p>
          <a:p>
            <a:pPr marL="0" indent="0" algn="just">
              <a:lnSpc>
                <a:spcPct val="115000"/>
              </a:lnSpc>
              <a:spcBef>
                <a:spcPts val="0"/>
              </a:spcBef>
              <a:spcAft>
                <a:spcPts val="1000"/>
              </a:spcAft>
              <a:buFont typeface="Arial" panose="020B0604020202020204" pitchFamily="34" charset="0"/>
              <a:buNone/>
            </a:pPr>
            <a:endParaRPr lang="en-US" sz="1400">
              <a:solidFill>
                <a:srgbClr val="374151"/>
              </a:solidFill>
              <a:latin typeface="+mj-lt"/>
            </a:endParaRPr>
          </a:p>
        </p:txBody>
      </p:sp>
      <p:sp>
        <p:nvSpPr>
          <p:cNvPr id="3" name="Title 1">
            <a:extLst>
              <a:ext uri="{FF2B5EF4-FFF2-40B4-BE49-F238E27FC236}">
                <a16:creationId xmlns:a16="http://schemas.microsoft.com/office/drawing/2014/main" id="{F5C5F3C7-B7EB-0ECF-50A3-8D7A63E98809}"/>
              </a:ext>
            </a:extLst>
          </p:cNvPr>
          <p:cNvSpPr txBox="1">
            <a:spLocks/>
          </p:cNvSpPr>
          <p:nvPr/>
        </p:nvSpPr>
        <p:spPr>
          <a:xfrm>
            <a:off x="65165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New York Required Policies </a:t>
            </a:r>
            <a:endParaRPr lang="en-US"/>
          </a:p>
        </p:txBody>
      </p:sp>
      <p:sp>
        <p:nvSpPr>
          <p:cNvPr id="6" name="Rectangle 5">
            <a:extLst>
              <a:ext uri="{FF2B5EF4-FFF2-40B4-BE49-F238E27FC236}">
                <a16:creationId xmlns:a16="http://schemas.microsoft.com/office/drawing/2014/main" id="{0E20EB06-F9CD-7873-FEDF-4B8BA27F0731}"/>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40508112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38B25CF-0BF9-CC89-DE0C-F7DFF8B8C2FD}"/>
              </a:ext>
            </a:extLst>
          </p:cNvPr>
          <p:cNvSpPr txBox="1">
            <a:spLocks/>
          </p:cNvSpPr>
          <p:nvPr/>
        </p:nvSpPr>
        <p:spPr>
          <a:xfrm>
            <a:off x="444651" y="1154242"/>
            <a:ext cx="11038675" cy="48747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spcBef>
                <a:spcPts val="0"/>
              </a:spcBef>
              <a:spcAft>
                <a:spcPts val="0"/>
              </a:spcAft>
              <a:buNone/>
            </a:pPr>
            <a:r>
              <a:rPr lang="en-US" sz="1500" b="1">
                <a:latin typeface="+mj-lt"/>
                <a:cs typeface="Times New Roman" panose="02020603050405020304" pitchFamily="18" charset="0"/>
              </a:rPr>
              <a:t>Request for Schedule Change</a:t>
            </a:r>
          </a:p>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Request for a temporary schedule change must be made in writing via email to HR as soon as practicable after the employee becomes aware of the need for the change. The request should include:</a:t>
            </a:r>
          </a:p>
          <a:p>
            <a:pPr marL="800100" lvl="1" indent="-342900" algn="just">
              <a:lnSpc>
                <a:spcPct val="115000"/>
              </a:lnSpc>
              <a:spcBef>
                <a:spcPts val="0"/>
              </a:spcBef>
              <a:buFont typeface="Symbol" panose="05050102010706020507" pitchFamily="18" charset="2"/>
              <a:buChar char=""/>
            </a:pPr>
            <a:r>
              <a:rPr lang="en-US" sz="1500">
                <a:effectLst/>
                <a:latin typeface="+mj-lt"/>
                <a:ea typeface="HGMinchoB"/>
                <a:cs typeface="Times New Roman" panose="02020603050405020304" pitchFamily="18" charset="0"/>
              </a:rPr>
              <a:t>the date of the temporary schedule change;</a:t>
            </a:r>
          </a:p>
          <a:p>
            <a:pPr marL="800100" lvl="1" indent="-342900" algn="just">
              <a:lnSpc>
                <a:spcPct val="115000"/>
              </a:lnSpc>
              <a:spcBef>
                <a:spcPts val="0"/>
              </a:spcBef>
              <a:buFont typeface="Symbol" panose="05050102010706020507" pitchFamily="18" charset="2"/>
              <a:buChar char=""/>
            </a:pPr>
            <a:r>
              <a:rPr lang="en-US" sz="1500">
                <a:effectLst/>
                <a:latin typeface="+mj-lt"/>
                <a:ea typeface="HGMinchoB"/>
                <a:cs typeface="Times New Roman" panose="02020603050405020304" pitchFamily="18" charset="0"/>
              </a:rPr>
              <a:t>that the change is due to a personal event; and</a:t>
            </a:r>
          </a:p>
          <a:p>
            <a:pPr marL="800100" lvl="1" indent="-342900" algn="just">
              <a:lnSpc>
                <a:spcPct val="115000"/>
              </a:lnSpc>
              <a:spcBef>
                <a:spcPts val="0"/>
              </a:spcBef>
              <a:spcAft>
                <a:spcPts val="1000"/>
              </a:spcAft>
              <a:buFont typeface="Symbol" panose="05050102010706020507" pitchFamily="18" charset="2"/>
              <a:buChar char=""/>
            </a:pPr>
            <a:r>
              <a:rPr lang="en-US" sz="1500">
                <a:effectLst/>
                <a:latin typeface="+mj-lt"/>
                <a:ea typeface="HGMinchoB"/>
                <a:cs typeface="Times New Roman" panose="02020603050405020304" pitchFamily="18" charset="0"/>
              </a:rPr>
              <a:t>proposed type of temporary schedule change</a:t>
            </a:r>
          </a:p>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Partners will respond immediately to such requests. Assuming the employee has not exceeded the number of allowable requests and the request is for a qualifying reason, Partners will either approve the proposed type of temporary schedule change or provide leave without pay. Employees will not be required to use leave under New York City’s Paid Safe and Sick Leave law for a temporary schedule change.</a:t>
            </a:r>
          </a:p>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Partners will provide a written response to any written request for temporary schedule change within 14 days. The response will include:</a:t>
            </a:r>
          </a:p>
          <a:p>
            <a:pPr marL="800100" lvl="1" indent="-342900" algn="just">
              <a:lnSpc>
                <a:spcPct val="115000"/>
              </a:lnSpc>
              <a:spcBef>
                <a:spcPts val="0"/>
              </a:spcBef>
              <a:buFont typeface="Symbol" panose="05050102010706020507" pitchFamily="18" charset="2"/>
              <a:buChar char=""/>
            </a:pPr>
            <a:r>
              <a:rPr lang="en-US" sz="1500">
                <a:effectLst/>
                <a:latin typeface="+mj-lt"/>
                <a:ea typeface="HGMinchoB"/>
                <a:cs typeface="Times New Roman" panose="02020603050405020304" pitchFamily="18" charset="0"/>
              </a:rPr>
              <a:t>if the request was granted or denied;</a:t>
            </a:r>
          </a:p>
          <a:p>
            <a:pPr marL="800100" lvl="1" indent="-342900" algn="just">
              <a:lnSpc>
                <a:spcPct val="115000"/>
              </a:lnSpc>
              <a:spcBef>
                <a:spcPts val="0"/>
              </a:spcBef>
              <a:buFont typeface="Symbol" panose="05050102010706020507" pitchFamily="18" charset="2"/>
              <a:buChar char=""/>
            </a:pPr>
            <a:r>
              <a:rPr lang="en-US" sz="1500">
                <a:effectLst/>
                <a:latin typeface="+mj-lt"/>
                <a:ea typeface="HGMinchoB"/>
                <a:cs typeface="Times New Roman" panose="02020603050405020304" pitchFamily="18" charset="0"/>
              </a:rPr>
              <a:t>how the request was accommodated (if granted) or the reason for denial (if denied);</a:t>
            </a:r>
          </a:p>
          <a:p>
            <a:pPr marL="800100" lvl="1" indent="-342900" algn="just">
              <a:lnSpc>
                <a:spcPct val="115000"/>
              </a:lnSpc>
              <a:spcBef>
                <a:spcPts val="0"/>
              </a:spcBef>
              <a:buFont typeface="Symbol" panose="05050102010706020507" pitchFamily="18" charset="2"/>
              <a:buChar char=""/>
            </a:pPr>
            <a:r>
              <a:rPr lang="en-US" sz="1500">
                <a:effectLst/>
                <a:latin typeface="+mj-lt"/>
                <a:ea typeface="HGMinchoB"/>
                <a:cs typeface="Times New Roman" panose="02020603050405020304" pitchFamily="18" charset="0"/>
              </a:rPr>
              <a:t>number of requests the employee has made for temporary schedule changes; and</a:t>
            </a:r>
          </a:p>
          <a:p>
            <a:pPr marL="800100" lvl="1" indent="-342900" algn="just">
              <a:lnSpc>
                <a:spcPct val="115000"/>
              </a:lnSpc>
              <a:spcBef>
                <a:spcPts val="0"/>
              </a:spcBef>
              <a:spcAft>
                <a:spcPts val="1000"/>
              </a:spcAft>
              <a:buFont typeface="Symbol" panose="05050102010706020507" pitchFamily="18" charset="2"/>
              <a:buChar char=""/>
            </a:pPr>
            <a:r>
              <a:rPr lang="en-US" sz="1500">
                <a:effectLst/>
                <a:latin typeface="+mj-lt"/>
                <a:ea typeface="HGMinchoB"/>
                <a:cs typeface="Times New Roman" panose="02020603050405020304" pitchFamily="18" charset="0"/>
              </a:rPr>
              <a:t>how many days the employee has left in the year for temporary schedule changes.</a:t>
            </a:r>
          </a:p>
          <a:p>
            <a:pPr marL="0" marR="0" indent="0" algn="just">
              <a:lnSpc>
                <a:spcPct val="115000"/>
              </a:lnSpc>
              <a:spcBef>
                <a:spcPts val="0"/>
              </a:spcBef>
              <a:spcAft>
                <a:spcPts val="1000"/>
              </a:spcAft>
              <a:buNone/>
            </a:pPr>
            <a:r>
              <a:rPr lang="en-US" sz="1500">
                <a:effectLst/>
                <a:latin typeface="+mj-lt"/>
                <a:ea typeface="HGMinchoB"/>
                <a:cs typeface="Times New Roman" panose="02020603050405020304" pitchFamily="18" charset="0"/>
              </a:rPr>
              <a:t>Employees have the right to temporary schedule changes and may file a complaint for alleged violations of this policy and applicable law with the New York City Department of Consumer Affairs. Partners prohibits retaliation or the threat of retaliation against the employee for exercising or attempting to exercise any right provided in this policy and applicable law, or interference with any investigation, proceeding or hearing related to or arising out of employee's rights pursuant to this policy and applicable law.</a:t>
            </a:r>
          </a:p>
          <a:p>
            <a:pPr marL="0" indent="0" algn="just">
              <a:lnSpc>
                <a:spcPct val="115000"/>
              </a:lnSpc>
              <a:spcBef>
                <a:spcPts val="0"/>
              </a:spcBef>
              <a:spcAft>
                <a:spcPts val="1000"/>
              </a:spcAft>
              <a:buNone/>
            </a:pPr>
            <a:endParaRPr lang="en-US" sz="1500">
              <a:latin typeface="+mj-lt"/>
              <a:ea typeface="HGMinchoB"/>
              <a:cs typeface="Times New Roman" panose="02020603050405020304" pitchFamily="18" charset="0"/>
            </a:endParaRPr>
          </a:p>
          <a:p>
            <a:pPr algn="just">
              <a:lnSpc>
                <a:spcPct val="115000"/>
              </a:lnSpc>
              <a:spcBef>
                <a:spcPts val="0"/>
              </a:spcBef>
              <a:spcAft>
                <a:spcPts val="1000"/>
              </a:spcAft>
            </a:pPr>
            <a:endParaRPr lang="en-US" sz="1500">
              <a:latin typeface="+mj-lt"/>
              <a:ea typeface="HGMinchoB"/>
              <a:cs typeface="Times New Roman" panose="02020603050405020304" pitchFamily="18" charset="0"/>
            </a:endParaRPr>
          </a:p>
          <a:p>
            <a:pPr marL="0" indent="0" algn="just">
              <a:lnSpc>
                <a:spcPct val="115000"/>
              </a:lnSpc>
              <a:spcBef>
                <a:spcPts val="0"/>
              </a:spcBef>
              <a:spcAft>
                <a:spcPts val="1000"/>
              </a:spcAft>
              <a:buFont typeface="Arial" panose="020B0604020202020204" pitchFamily="34" charset="0"/>
              <a:buNone/>
            </a:pPr>
            <a:endParaRPr lang="en-US" sz="1500">
              <a:solidFill>
                <a:srgbClr val="374151"/>
              </a:solidFill>
              <a:latin typeface="+mj-lt"/>
            </a:endParaRPr>
          </a:p>
        </p:txBody>
      </p:sp>
      <p:sp>
        <p:nvSpPr>
          <p:cNvPr id="3" name="Title 1">
            <a:extLst>
              <a:ext uri="{FF2B5EF4-FFF2-40B4-BE49-F238E27FC236}">
                <a16:creationId xmlns:a16="http://schemas.microsoft.com/office/drawing/2014/main" id="{F5C5F3C7-B7EB-0ECF-50A3-8D7A63E98809}"/>
              </a:ext>
            </a:extLst>
          </p:cNvPr>
          <p:cNvSpPr txBox="1">
            <a:spLocks/>
          </p:cNvSpPr>
          <p:nvPr/>
        </p:nvSpPr>
        <p:spPr>
          <a:xfrm>
            <a:off x="665653" y="-500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New York Required Policies </a:t>
            </a:r>
            <a:endParaRPr lang="en-US"/>
          </a:p>
        </p:txBody>
      </p:sp>
      <p:sp>
        <p:nvSpPr>
          <p:cNvPr id="6" name="Rectangle 5">
            <a:extLst>
              <a:ext uri="{FF2B5EF4-FFF2-40B4-BE49-F238E27FC236}">
                <a16:creationId xmlns:a16="http://schemas.microsoft.com/office/drawing/2014/main" id="{0E20EB06-F9CD-7873-FEDF-4B8BA27F0731}"/>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179604997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E0E2-5CF4-1DDA-30B9-17B22EE995D4}"/>
              </a:ext>
            </a:extLst>
          </p:cNvPr>
          <p:cNvSpPr txBox="1">
            <a:spLocks/>
          </p:cNvSpPr>
          <p:nvPr/>
        </p:nvSpPr>
        <p:spPr>
          <a:xfrm>
            <a:off x="878649" y="39473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Pennsylvania Required Policy</a:t>
            </a:r>
            <a:endParaRPr lang="en-US"/>
          </a:p>
        </p:txBody>
      </p:sp>
      <p:sp>
        <p:nvSpPr>
          <p:cNvPr id="4" name="Content Placeholder 2">
            <a:extLst>
              <a:ext uri="{FF2B5EF4-FFF2-40B4-BE49-F238E27FC236}">
                <a16:creationId xmlns:a16="http://schemas.microsoft.com/office/drawing/2014/main" id="{ADE53D16-165C-0711-3AD3-2DAD250851B4}"/>
              </a:ext>
            </a:extLst>
          </p:cNvPr>
          <p:cNvSpPr txBox="1">
            <a:spLocks/>
          </p:cNvSpPr>
          <p:nvPr/>
        </p:nvSpPr>
        <p:spPr>
          <a:xfrm>
            <a:off x="789571" y="1594922"/>
            <a:ext cx="9637387" cy="42413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ts val="0"/>
              </a:spcBef>
              <a:spcAft>
                <a:spcPts val="1000"/>
              </a:spcAft>
              <a:buNone/>
            </a:pPr>
            <a:r>
              <a:rPr lang="en-US" sz="1400" b="1">
                <a:effectLst/>
                <a:latin typeface="+mj-lt"/>
                <a:ea typeface="HGMinchoB"/>
                <a:cs typeface="Times New Roman" panose="02020603050405020304" pitchFamily="18" charset="0"/>
              </a:rPr>
              <a:t>Philadelphia Notice Regarding Unpaid Wages</a:t>
            </a:r>
          </a:p>
          <a:p>
            <a:pPr marL="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Employees who work in Philadelphia may file a wage theft complaint or bring a civil action for unpaid wages pursuant to Philadelphia's Wage Theft Ordinance (Ordinance).</a:t>
            </a:r>
          </a:p>
          <a:p>
            <a:pPr marL="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A signed wage theft complaint, in which the alleged unpaid wages are equal to or greater than the minimum threshold amount of $100 and equal to or less than the maximum threshold amount of $100,000, must be filed with the wage theft coordinator in the Mayor's Office of Benefits and Wage Compliance less than three (3) years from the date the alleged wage theft occurred.</a:t>
            </a:r>
          </a:p>
          <a:p>
            <a:pPr marL="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Retaliation for exercising rights provided under the Ordinance, such as filing a complaint or bringing a civil action, is prohibited.</a:t>
            </a:r>
          </a:p>
          <a:p>
            <a:pPr marL="0" indent="0" algn="just">
              <a:lnSpc>
                <a:spcPct val="115000"/>
              </a:lnSpc>
              <a:spcBef>
                <a:spcPts val="0"/>
              </a:spcBef>
              <a:spcAft>
                <a:spcPts val="1000"/>
              </a:spcAft>
              <a:buNone/>
            </a:pPr>
            <a:r>
              <a:rPr lang="en-US" sz="1400">
                <a:effectLst/>
                <a:latin typeface="+mj-lt"/>
                <a:ea typeface="HGMinchoB"/>
                <a:cs typeface="Times New Roman" panose="02020603050405020304" pitchFamily="18" charset="0"/>
              </a:rPr>
              <a:t> </a:t>
            </a:r>
            <a:endParaRPr lang="en-US" sz="1400">
              <a:latin typeface="+mj-lt"/>
              <a:ea typeface="HGMinchoB"/>
              <a:cs typeface="Times New Roman" panose="02020603050405020304" pitchFamily="18" charset="0"/>
            </a:endParaRPr>
          </a:p>
          <a:p>
            <a:pPr marL="0" indent="0" algn="just">
              <a:lnSpc>
                <a:spcPct val="115000"/>
              </a:lnSpc>
              <a:spcBef>
                <a:spcPts val="0"/>
              </a:spcBef>
              <a:spcAft>
                <a:spcPts val="1000"/>
              </a:spcAft>
              <a:buNone/>
            </a:pPr>
            <a:endParaRPr lang="en-US" sz="1400">
              <a:latin typeface="+mj-lt"/>
              <a:ea typeface="HGMinchoB"/>
              <a:cs typeface="Times New Roman" panose="02020603050405020304" pitchFamily="18" charset="0"/>
            </a:endParaRPr>
          </a:p>
          <a:p>
            <a:pPr algn="just">
              <a:lnSpc>
                <a:spcPct val="115000"/>
              </a:lnSpc>
              <a:spcBef>
                <a:spcPts val="0"/>
              </a:spcBef>
              <a:spcAft>
                <a:spcPts val="1000"/>
              </a:spcAft>
            </a:pPr>
            <a:endParaRPr lang="en-US" sz="1400">
              <a:latin typeface="+mj-lt"/>
              <a:ea typeface="HGMinchoB"/>
              <a:cs typeface="Times New Roman" panose="02020603050405020304" pitchFamily="18" charset="0"/>
            </a:endParaRPr>
          </a:p>
          <a:p>
            <a:pPr marL="0" indent="0" algn="just">
              <a:lnSpc>
                <a:spcPct val="115000"/>
              </a:lnSpc>
              <a:spcBef>
                <a:spcPts val="0"/>
              </a:spcBef>
              <a:spcAft>
                <a:spcPts val="1000"/>
              </a:spcAft>
              <a:buFont typeface="Arial" panose="020B0604020202020204" pitchFamily="34" charset="0"/>
              <a:buNone/>
            </a:pPr>
            <a:endParaRPr lang="en-US" sz="1400">
              <a:solidFill>
                <a:srgbClr val="374151"/>
              </a:solidFill>
              <a:latin typeface="+mj-lt"/>
            </a:endParaRPr>
          </a:p>
        </p:txBody>
      </p:sp>
      <p:sp>
        <p:nvSpPr>
          <p:cNvPr id="6" name="Rectangle 5">
            <a:extLst>
              <a:ext uri="{FF2B5EF4-FFF2-40B4-BE49-F238E27FC236}">
                <a16:creationId xmlns:a16="http://schemas.microsoft.com/office/drawing/2014/main" id="{0E20EB06-F9CD-7873-FEDF-4B8BA27F0731}"/>
              </a:ext>
            </a:extLst>
          </p:cNvPr>
          <p:cNvSpPr/>
          <p:nvPr/>
        </p:nvSpPr>
        <p:spPr>
          <a:xfrm>
            <a:off x="9442120" y="219064"/>
            <a:ext cx="2041206" cy="656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NEW</a:t>
            </a:r>
          </a:p>
        </p:txBody>
      </p:sp>
    </p:spTree>
    <p:extLst>
      <p:ext uri="{BB962C8B-B14F-4D97-AF65-F5344CB8AC3E}">
        <p14:creationId xmlns:p14="http://schemas.microsoft.com/office/powerpoint/2010/main" val="973002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SharedWithUsers xmlns="dc808d36-874f-4b27-aec2-2fd649817929">
      <UserInfo>
        <DisplayName>Natalie Abegesah</DisplayName>
        <AccountId>1172</AccountId>
        <AccountType/>
      </UserInfo>
      <UserInfo>
        <DisplayName>John McPhail</DisplayName>
        <AccountId>21</AccountId>
        <AccountType/>
      </UserInfo>
      <UserInfo>
        <DisplayName>Danielle Martin</DisplayName>
        <AccountId>32</AccountId>
        <AccountType/>
      </UserInfo>
      <UserInfo>
        <DisplayName>William Bullock</DisplayName>
        <AccountId>3799</AccountId>
        <AccountType/>
      </UserInfo>
      <UserInfo>
        <DisplayName>Maria Ochoa</DisplayName>
        <AccountId>1236</AccountId>
        <AccountType/>
      </UserInfo>
      <UserInfo>
        <DisplayName>Paola Sarmiento</DisplayName>
        <AccountId>1478</AccountId>
        <AccountType/>
      </UserInfo>
      <UserInfo>
        <DisplayName>Michael Moscarelli</DisplayName>
        <AccountId>30</AccountId>
        <AccountType/>
      </UserInfo>
      <UserInfo>
        <DisplayName>William Webber</DisplayName>
        <AccountId>36</AccountId>
        <AccountType/>
      </UserInfo>
    </SharedWithUsers>
  </documentManagement>
</p:properties>
</file>

<file path=customXml/itemProps1.xml><?xml version="1.0" encoding="utf-8"?>
<ds:datastoreItem xmlns:ds="http://schemas.openxmlformats.org/officeDocument/2006/customXml" ds:itemID="{1BEE1D4D-0544-4A86-AF64-D028232EBE4E}">
  <ds:schemaRefs>
    <ds:schemaRef ds:uri="http://schemas.microsoft.com/sharepoint/v3/contenttype/forms"/>
  </ds:schemaRefs>
</ds:datastoreItem>
</file>

<file path=customXml/itemProps2.xml><?xml version="1.0" encoding="utf-8"?>
<ds:datastoreItem xmlns:ds="http://schemas.openxmlformats.org/officeDocument/2006/customXml" ds:itemID="{3F70CF57-A7AC-46F8-B9C4-A484AA500963}">
  <ds:schemaRefs>
    <ds:schemaRef ds:uri="dc808d36-874f-4b27-aec2-2fd649817929"/>
    <ds:schemaRef ds:uri="f2466082-b6bf-4153-98c3-3c41e85fda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850DFEE-CD7E-4256-9118-E63C41EAE77D}">
  <ds:schemaRefs>
    <ds:schemaRef ds:uri="http://schemas.microsoft.com/office/2006/documentManagement/types"/>
    <ds:schemaRef ds:uri="http://schemas.microsoft.com/office/2006/metadata/properties"/>
    <ds:schemaRef ds:uri="http://schemas.microsoft.com/office/infopath/2007/PartnerControls"/>
    <ds:schemaRef ds:uri="http://purl.org/dc/terms/"/>
    <ds:schemaRef ds:uri="http://www.w3.org/XML/1998/namespace"/>
    <ds:schemaRef ds:uri="f2466082-b6bf-4153-98c3-3c41e85fda18"/>
    <ds:schemaRef ds:uri="http://purl.org/dc/elements/1.1/"/>
    <ds:schemaRef ds:uri="http://schemas.openxmlformats.org/package/2006/metadata/core-properties"/>
    <ds:schemaRef ds:uri="dc808d36-874f-4b27-aec2-2fd649817929"/>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19040</Words>
  <Application>Microsoft Office PowerPoint</Application>
  <PresentationFormat>Widescreen</PresentationFormat>
  <Paragraphs>1007</Paragraphs>
  <Slides>103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103</vt:i4>
      </vt:variant>
    </vt:vector>
  </HeadingPairs>
  <TitlesOfParts>
    <vt:vector size="112" baseType="lpstr">
      <vt:lpstr>Arial</vt:lpstr>
      <vt:lpstr>Calibri</vt:lpstr>
      <vt:lpstr>Calibri Light</vt:lpstr>
      <vt:lpstr>Calibri Light (Headings)</vt:lpstr>
      <vt:lpstr>Cambria</vt:lpstr>
      <vt:lpstr>Courier New</vt:lpstr>
      <vt:lpstr>Symbol</vt:lpstr>
      <vt:lpstr>Wingdings</vt:lpstr>
      <vt:lpstr>Office Theme</vt:lpstr>
      <vt:lpstr>Overview of the Major Employee Handbook Changes</vt:lpstr>
      <vt:lpstr>Purpose </vt:lpstr>
      <vt:lpstr>Key Legend: </vt:lpstr>
      <vt:lpstr>Table of Content</vt:lpstr>
      <vt:lpstr>Welcome &amp; Handbook Disclaimer </vt:lpstr>
      <vt:lpstr>Table of Content</vt:lpstr>
      <vt:lpstr>Anti-Corruption and Anti-Bribery Policy Summary</vt:lpstr>
      <vt:lpstr>Anti-Corruption and Anti-Bribery Policy</vt:lpstr>
      <vt:lpstr>Prevention of Money Laundering &amp;  Financing of Terrorism Summary</vt:lpstr>
      <vt:lpstr>Prevention of Money Laundering &amp;  Financing of Terrorism</vt:lpstr>
      <vt:lpstr>CROWN Act Nondiscrimination</vt:lpstr>
      <vt:lpstr>Affirmation Action Summary </vt:lpstr>
      <vt:lpstr>Affirmation Action </vt:lpstr>
      <vt:lpstr>Voluntary Self-Identification Forms Summary</vt:lpstr>
      <vt:lpstr>Voluntary Self-Identification Forms</vt:lpstr>
      <vt:lpstr>Accommodation for Persons with  Disabilities and Interactive Dialogue Summary</vt:lpstr>
      <vt:lpstr>Accommodation for Persons with  Disabilities and Interactive Dialogue</vt:lpstr>
      <vt:lpstr>Accommodation for Persons with  Disabilities and Interactive Dialogue</vt:lpstr>
      <vt:lpstr>Gender Identity Policy </vt:lpstr>
      <vt:lpstr>Smoke and Vape-Free Workplace </vt:lpstr>
      <vt:lpstr>Drug and Alcohol Policy </vt:lpstr>
      <vt:lpstr>Drug and Alcohol Policy </vt:lpstr>
      <vt:lpstr>Drug and Alcohol Policy </vt:lpstr>
      <vt:lpstr>Drug and Alcohol Policy </vt:lpstr>
      <vt:lpstr>PowerPoint Presentation</vt:lpstr>
      <vt:lpstr>Duty of Care – Safety &amp; Security</vt:lpstr>
      <vt:lpstr>Duty of Care – Safety &amp; Security</vt:lpstr>
      <vt:lpstr>Vehicle Policy</vt:lpstr>
      <vt:lpstr>Vehicle Policy – Authorization Forms</vt:lpstr>
      <vt:lpstr>Confidentiality and Intellectual  Property &amp; Proprietary Information</vt:lpstr>
      <vt:lpstr>Employment of Relatives </vt:lpstr>
      <vt:lpstr>Freedom of Association </vt:lpstr>
      <vt:lpstr>Code of Conduct</vt:lpstr>
      <vt:lpstr>Code of Conduct</vt:lpstr>
      <vt:lpstr>Outside Consultancies and Conflict  of Interest</vt:lpstr>
      <vt:lpstr>Outside Consultancies and Conflict of Interest</vt:lpstr>
      <vt:lpstr>Solicitation, Workplace Gambling &amp;  Gym and Fitness Center Waiver </vt:lpstr>
      <vt:lpstr>Table of Content</vt:lpstr>
      <vt:lpstr>PowerPoint Presentation</vt:lpstr>
      <vt:lpstr>Independent Contractors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of Content</vt:lpstr>
      <vt:lpstr>PowerPoint Presentation</vt:lpstr>
      <vt:lpstr>PowerPoint Presentation</vt:lpstr>
      <vt:lpstr>PowerPoint Presentation</vt:lpstr>
      <vt:lpstr>PowerPoint Presentation</vt:lpstr>
      <vt:lpstr>PowerPoint Presentation</vt:lpstr>
      <vt:lpstr>Table of Content</vt:lpstr>
      <vt:lpstr>Office Hours</vt:lpstr>
      <vt:lpstr>Flex Work Arrangement Policy</vt:lpstr>
      <vt:lpstr>PowerPoint Presentation</vt:lpstr>
      <vt:lpstr>PowerPoint Presentation</vt:lpstr>
      <vt:lpstr>PowerPoint Presentation</vt:lpstr>
      <vt:lpstr>Lactation Breaks</vt:lpstr>
      <vt:lpstr>Compensatory Time</vt:lpstr>
      <vt:lpstr>Compensatory Time</vt:lpstr>
      <vt:lpstr>Inclement Weather/Emergency Closings</vt:lpstr>
      <vt:lpstr>Updates to Leave and Benefits, Other Benefits  Section</vt:lpstr>
      <vt:lpstr>Expatriate Benefit Policy </vt:lpstr>
      <vt:lpstr>PowerPoint Presentation</vt:lpstr>
      <vt:lpstr>Holidays</vt:lpstr>
      <vt:lpstr>Floating Holidays</vt:lpstr>
      <vt:lpstr>Communicating Absences </vt:lpstr>
      <vt:lpstr>Annual Leave</vt:lpstr>
      <vt:lpstr>Annual Leave Carryover</vt:lpstr>
      <vt:lpstr>Sick Leave</vt:lpstr>
      <vt:lpstr>Sick Leave Reasons for Leave</vt:lpstr>
      <vt:lpstr>Pregnancy Accommodation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of Content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ELT Review  Employee Manual</dc:title>
  <dc:creator>Natalie Abegesah</dc:creator>
  <cp:lastModifiedBy>Danielle Martin</cp:lastModifiedBy>
  <cp:revision>1</cp:revision>
  <dcterms:created xsi:type="dcterms:W3CDTF">2023-08-22T06:16:42Z</dcterms:created>
  <dcterms:modified xsi:type="dcterms:W3CDTF">2024-04-03T17:25:19Z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0x0101003206C8355D678A459F2EF8957171B231</vt:lpwstr>
  </property>
</Properties>
</file>