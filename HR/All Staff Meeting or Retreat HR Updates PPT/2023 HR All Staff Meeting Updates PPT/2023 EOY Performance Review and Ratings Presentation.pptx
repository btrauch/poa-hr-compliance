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8"/>
  </p:notesMasterIdLst>
  <p:sldIdLst>
    <p:sldId id="257" r:id="rId6"/>
    <p:sldId id="306" r:id="rId7"/>
    <p:sldId id="291" r:id="rId8"/>
    <p:sldId id="305" r:id="rId9"/>
    <p:sldId id="301" r:id="rId10"/>
    <p:sldId id="294" r:id="rId11"/>
    <p:sldId id="265" r:id="rId12"/>
    <p:sldId id="307" r:id="rId13"/>
    <p:sldId id="296" r:id="rId14"/>
    <p:sldId id="298" r:id="rId15"/>
    <p:sldId id="297" r:id="rId16"/>
    <p:sldId id="290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08A718-8A8A-F4C8-D938-50DA9A4A46C2}" name="Shannon (PJ) Pierre Jerome" initials="S(PJ" userId="S::spierre-jerome@partners.net::effc0ca2-8bcf-4934-b98f-d195f1e4ca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483C"/>
    <a:srgbClr val="E46054"/>
    <a:srgbClr val="663300"/>
    <a:srgbClr val="5C801F"/>
    <a:srgbClr val="658E22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AF772B-852E-40C6-9326-D570B31FE468}" v="819" dt="2023-11-20T17:20:59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69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400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Abegesah" userId="70dbb83d-0fd1-45c2-9802-bf372af8db90" providerId="ADAL" clId="{FBAF772B-852E-40C6-9326-D570B31FE468}"/>
    <pc:docChg chg="undo custSel addSld delSld modSld sldOrd">
      <pc:chgData name="Natalie Abegesah" userId="70dbb83d-0fd1-45c2-9802-bf372af8db90" providerId="ADAL" clId="{FBAF772B-852E-40C6-9326-D570B31FE468}" dt="2023-11-20T17:21:52.677" v="1903" actId="20577"/>
      <pc:docMkLst>
        <pc:docMk/>
      </pc:docMkLst>
      <pc:sldChg chg="modSp mod">
        <pc:chgData name="Natalie Abegesah" userId="70dbb83d-0fd1-45c2-9802-bf372af8db90" providerId="ADAL" clId="{FBAF772B-852E-40C6-9326-D570B31FE468}" dt="2023-11-15T16:41:55.517" v="803" actId="20577"/>
        <pc:sldMkLst>
          <pc:docMk/>
          <pc:sldMk cId="2335778617" sldId="257"/>
        </pc:sldMkLst>
        <pc:spChg chg="mod">
          <ac:chgData name="Natalie Abegesah" userId="70dbb83d-0fd1-45c2-9802-bf372af8db90" providerId="ADAL" clId="{FBAF772B-852E-40C6-9326-D570B31FE468}" dt="2023-10-24T04:24:42.769" v="1" actId="20577"/>
          <ac:spMkLst>
            <pc:docMk/>
            <pc:sldMk cId="2335778617" sldId="257"/>
            <ac:spMk id="5" creationId="{00000000-0000-0000-0000-000000000000}"/>
          </ac:spMkLst>
        </pc:spChg>
        <pc:spChg chg="mod">
          <ac:chgData name="Natalie Abegesah" userId="70dbb83d-0fd1-45c2-9802-bf372af8db90" providerId="ADAL" clId="{FBAF772B-852E-40C6-9326-D570B31FE468}" dt="2023-11-15T16:41:55.517" v="803" actId="20577"/>
          <ac:spMkLst>
            <pc:docMk/>
            <pc:sldMk cId="2335778617" sldId="257"/>
            <ac:spMk id="6" creationId="{00000000-0000-0000-0000-000000000000}"/>
          </ac:spMkLst>
        </pc:spChg>
      </pc:sldChg>
      <pc:sldChg chg="del">
        <pc:chgData name="Natalie Abegesah" userId="70dbb83d-0fd1-45c2-9802-bf372af8db90" providerId="ADAL" clId="{FBAF772B-852E-40C6-9326-D570B31FE468}" dt="2023-11-20T17:19:26.260" v="1465" actId="47"/>
        <pc:sldMkLst>
          <pc:docMk/>
          <pc:sldMk cId="3884901928" sldId="263"/>
        </pc:sldMkLst>
      </pc:sldChg>
      <pc:sldChg chg="addSp delSp modSp add del mod ord">
        <pc:chgData name="Natalie Abegesah" userId="70dbb83d-0fd1-45c2-9802-bf372af8db90" providerId="ADAL" clId="{FBAF772B-852E-40C6-9326-D570B31FE468}" dt="2023-11-20T17:19:03.118" v="1459" actId="404"/>
        <pc:sldMkLst>
          <pc:docMk/>
          <pc:sldMk cId="1292798378" sldId="265"/>
        </pc:sldMkLst>
        <pc:spChg chg="add mod">
          <ac:chgData name="Natalie Abegesah" userId="70dbb83d-0fd1-45c2-9802-bf372af8db90" providerId="ADAL" clId="{FBAF772B-852E-40C6-9326-D570B31FE468}" dt="2023-11-20T17:19:03.118" v="1459" actId="404"/>
          <ac:spMkLst>
            <pc:docMk/>
            <pc:sldMk cId="1292798378" sldId="265"/>
            <ac:spMk id="4" creationId="{D65FE4AC-EE0D-2A17-9862-74D949486F26}"/>
          </ac:spMkLst>
        </pc:spChg>
        <pc:spChg chg="mod">
          <ac:chgData name="Natalie Abegesah" userId="70dbb83d-0fd1-45c2-9802-bf372af8db90" providerId="ADAL" clId="{FBAF772B-852E-40C6-9326-D570B31FE468}" dt="2023-11-20T17:13:13.917" v="1216" actId="20577"/>
          <ac:spMkLst>
            <pc:docMk/>
            <pc:sldMk cId="1292798378" sldId="265"/>
            <ac:spMk id="33" creationId="{9F0255ED-320E-DB65-23CA-0B40C69DF8EE}"/>
          </ac:spMkLst>
        </pc:spChg>
        <pc:picChg chg="add mod">
          <ac:chgData name="Natalie Abegesah" userId="70dbb83d-0fd1-45c2-9802-bf372af8db90" providerId="ADAL" clId="{FBAF772B-852E-40C6-9326-D570B31FE468}" dt="2023-11-20T17:13:06.536" v="1211" actId="1076"/>
          <ac:picMkLst>
            <pc:docMk/>
            <pc:sldMk cId="1292798378" sldId="265"/>
            <ac:picMk id="3" creationId="{B4E951F8-191A-8615-CC70-B7B1671ABEF1}"/>
          </ac:picMkLst>
        </pc:picChg>
        <pc:picChg chg="del">
          <ac:chgData name="Natalie Abegesah" userId="70dbb83d-0fd1-45c2-9802-bf372af8db90" providerId="ADAL" clId="{FBAF772B-852E-40C6-9326-D570B31FE468}" dt="2023-11-20T17:09:37.481" v="996" actId="478"/>
          <ac:picMkLst>
            <pc:docMk/>
            <pc:sldMk cId="1292798378" sldId="265"/>
            <ac:picMk id="25" creationId="{E5B6D3AE-3993-B81B-D3D7-4FE52F1140F4}"/>
          </ac:picMkLst>
        </pc:picChg>
      </pc:sldChg>
      <pc:sldChg chg="ord">
        <pc:chgData name="Natalie Abegesah" userId="70dbb83d-0fd1-45c2-9802-bf372af8db90" providerId="ADAL" clId="{FBAF772B-852E-40C6-9326-D570B31FE468}" dt="2023-11-15T16:43:21.332" v="805"/>
        <pc:sldMkLst>
          <pc:docMk/>
          <pc:sldMk cId="1017511450" sldId="290"/>
        </pc:sldMkLst>
      </pc:sldChg>
      <pc:sldChg chg="addSp modSp mod">
        <pc:chgData name="Natalie Abegesah" userId="70dbb83d-0fd1-45c2-9802-bf372af8db90" providerId="ADAL" clId="{FBAF772B-852E-40C6-9326-D570B31FE468}" dt="2023-11-20T17:18:19.238" v="1428" actId="403"/>
        <pc:sldMkLst>
          <pc:docMk/>
          <pc:sldMk cId="386958027" sldId="291"/>
        </pc:sldMkLst>
        <pc:spChg chg="add mod">
          <ac:chgData name="Natalie Abegesah" userId="70dbb83d-0fd1-45c2-9802-bf372af8db90" providerId="ADAL" clId="{FBAF772B-852E-40C6-9326-D570B31FE468}" dt="2023-11-20T17:18:19.238" v="1428" actId="403"/>
          <ac:spMkLst>
            <pc:docMk/>
            <pc:sldMk cId="386958027" sldId="291"/>
            <ac:spMk id="3" creationId="{ADFAA4BA-7502-456B-8DF1-964B8CD2F6A8}"/>
          </ac:spMkLst>
        </pc:spChg>
        <pc:spChg chg="mod">
          <ac:chgData name="Natalie Abegesah" userId="70dbb83d-0fd1-45c2-9802-bf372af8db90" providerId="ADAL" clId="{FBAF772B-852E-40C6-9326-D570B31FE468}" dt="2023-10-24T04:30:47.216" v="266" actId="20577"/>
          <ac:spMkLst>
            <pc:docMk/>
            <pc:sldMk cId="386958027" sldId="291"/>
            <ac:spMk id="6" creationId="{5B9422D0-C8F8-417C-2DD1-68909B76649B}"/>
          </ac:spMkLst>
        </pc:spChg>
        <pc:spChg chg="mod">
          <ac:chgData name="Natalie Abegesah" userId="70dbb83d-0fd1-45c2-9802-bf372af8db90" providerId="ADAL" clId="{FBAF772B-852E-40C6-9326-D570B31FE468}" dt="2023-10-24T04:35:25.090" v="792" actId="20577"/>
          <ac:spMkLst>
            <pc:docMk/>
            <pc:sldMk cId="386958027" sldId="291"/>
            <ac:spMk id="37" creationId="{00000000-0000-0000-0000-000000000000}"/>
          </ac:spMkLst>
        </pc:spChg>
        <pc:graphicFrameChg chg="mod">
          <ac:chgData name="Natalie Abegesah" userId="70dbb83d-0fd1-45c2-9802-bf372af8db90" providerId="ADAL" clId="{FBAF772B-852E-40C6-9326-D570B31FE468}" dt="2023-11-20T17:02:56.986" v="987" actId="20577"/>
          <ac:graphicFrameMkLst>
            <pc:docMk/>
            <pc:sldMk cId="386958027" sldId="291"/>
            <ac:graphicFrameMk id="2" creationId="{2D1E395C-5405-E774-466A-53AAD99432A9}"/>
          </ac:graphicFrameMkLst>
        </pc:graphicFrameChg>
      </pc:sldChg>
      <pc:sldChg chg="del">
        <pc:chgData name="Natalie Abegesah" userId="70dbb83d-0fd1-45c2-9802-bf372af8db90" providerId="ADAL" clId="{FBAF772B-852E-40C6-9326-D570B31FE468}" dt="2023-11-20T17:19:23.887" v="1464" actId="47"/>
        <pc:sldMkLst>
          <pc:docMk/>
          <pc:sldMk cId="1218321108" sldId="292"/>
        </pc:sldMkLst>
      </pc:sldChg>
      <pc:sldChg chg="addSp delSp modSp add del mod ord delAnim">
        <pc:chgData name="Natalie Abegesah" userId="70dbb83d-0fd1-45c2-9802-bf372af8db90" providerId="ADAL" clId="{FBAF772B-852E-40C6-9326-D570B31FE468}" dt="2023-11-20T17:15:14.456" v="1259"/>
        <pc:sldMkLst>
          <pc:docMk/>
          <pc:sldMk cId="1411243296" sldId="294"/>
        </pc:sldMkLst>
        <pc:spChg chg="add del mod">
          <ac:chgData name="Natalie Abegesah" userId="70dbb83d-0fd1-45c2-9802-bf372af8db90" providerId="ADAL" clId="{FBAF772B-852E-40C6-9326-D570B31FE468}" dt="2023-11-20T17:10:57.130" v="1172"/>
          <ac:spMkLst>
            <pc:docMk/>
            <pc:sldMk cId="1411243296" sldId="294"/>
            <ac:spMk id="2" creationId="{798867D5-C9BE-B25E-4587-AD05252EAA85}"/>
          </ac:spMkLst>
        </pc:spChg>
        <pc:spChg chg="add mod">
          <ac:chgData name="Natalie Abegesah" userId="70dbb83d-0fd1-45c2-9802-bf372af8db90" providerId="ADAL" clId="{FBAF772B-852E-40C6-9326-D570B31FE468}" dt="2023-11-20T17:11:39.737" v="1205" actId="20577"/>
          <ac:spMkLst>
            <pc:docMk/>
            <pc:sldMk cId="1411243296" sldId="294"/>
            <ac:spMk id="3" creationId="{CF9B7ED8-8AFA-B6A3-71CE-ACA47BC19487}"/>
          </ac:spMkLst>
        </pc:spChg>
        <pc:spChg chg="mod">
          <ac:chgData name="Natalie Abegesah" userId="70dbb83d-0fd1-45c2-9802-bf372af8db90" providerId="ADAL" clId="{FBAF772B-852E-40C6-9326-D570B31FE468}" dt="2023-11-20T17:11:25.807" v="1181" actId="1076"/>
          <ac:spMkLst>
            <pc:docMk/>
            <pc:sldMk cId="1411243296" sldId="294"/>
            <ac:spMk id="8" creationId="{FB69A0BD-6A20-5B52-A31B-F9674845711A}"/>
          </ac:spMkLst>
        </pc:spChg>
        <pc:spChg chg="mod">
          <ac:chgData name="Natalie Abegesah" userId="70dbb83d-0fd1-45c2-9802-bf372af8db90" providerId="ADAL" clId="{FBAF772B-852E-40C6-9326-D570B31FE468}" dt="2023-11-20T17:10:49.623" v="1154" actId="1076"/>
          <ac:spMkLst>
            <pc:docMk/>
            <pc:sldMk cId="1411243296" sldId="294"/>
            <ac:spMk id="12" creationId="{2F9A5423-68D4-E4E4-7B34-46F3A12FC5CD}"/>
          </ac:spMkLst>
        </pc:spChg>
        <pc:spChg chg="del">
          <ac:chgData name="Natalie Abegesah" userId="70dbb83d-0fd1-45c2-9802-bf372af8db90" providerId="ADAL" clId="{FBAF772B-852E-40C6-9326-D570B31FE468}" dt="2023-11-20T17:08:05.214" v="993" actId="478"/>
          <ac:spMkLst>
            <pc:docMk/>
            <pc:sldMk cId="1411243296" sldId="294"/>
            <ac:spMk id="15" creationId="{8003F362-17E4-FB63-A057-E00B46D51E2B}"/>
          </ac:spMkLst>
        </pc:spChg>
        <pc:picChg chg="mod">
          <ac:chgData name="Natalie Abegesah" userId="70dbb83d-0fd1-45c2-9802-bf372af8db90" providerId="ADAL" clId="{FBAF772B-852E-40C6-9326-D570B31FE468}" dt="2023-11-20T17:10:45.750" v="1152" actId="1076"/>
          <ac:picMkLst>
            <pc:docMk/>
            <pc:sldMk cId="1411243296" sldId="294"/>
            <ac:picMk id="5" creationId="{0F53D7E3-679A-9F3C-7E7A-DA3C1D889083}"/>
          </ac:picMkLst>
        </pc:picChg>
        <pc:picChg chg="add mod">
          <ac:chgData name="Natalie Abegesah" userId="70dbb83d-0fd1-45c2-9802-bf372af8db90" providerId="ADAL" clId="{FBAF772B-852E-40C6-9326-D570B31FE468}" dt="2023-11-20T17:11:14.248" v="1177" actId="1076"/>
          <ac:picMkLst>
            <pc:docMk/>
            <pc:sldMk cId="1411243296" sldId="294"/>
            <ac:picMk id="6" creationId="{97905331-BA67-15A5-2CD9-B80D939C1C6C}"/>
          </ac:picMkLst>
        </pc:picChg>
        <pc:picChg chg="del">
          <ac:chgData name="Natalie Abegesah" userId="70dbb83d-0fd1-45c2-9802-bf372af8db90" providerId="ADAL" clId="{FBAF772B-852E-40C6-9326-D570B31FE468}" dt="2023-11-20T17:08:20.713" v="994" actId="478"/>
          <ac:picMkLst>
            <pc:docMk/>
            <pc:sldMk cId="1411243296" sldId="294"/>
            <ac:picMk id="10" creationId="{7064D7A3-FAA0-2749-1D71-235A3913BF78}"/>
          </ac:picMkLst>
        </pc:picChg>
        <pc:picChg chg="del">
          <ac:chgData name="Natalie Abegesah" userId="70dbb83d-0fd1-45c2-9802-bf372af8db90" providerId="ADAL" clId="{FBAF772B-852E-40C6-9326-D570B31FE468}" dt="2023-11-20T17:08:03.499" v="992" actId="478"/>
          <ac:picMkLst>
            <pc:docMk/>
            <pc:sldMk cId="1411243296" sldId="294"/>
            <ac:picMk id="22" creationId="{4BD837B3-1625-4E66-171C-6BFEB35A367D}"/>
          </ac:picMkLst>
        </pc:picChg>
        <pc:cxnChg chg="del">
          <ac:chgData name="Natalie Abegesah" userId="70dbb83d-0fd1-45c2-9802-bf372af8db90" providerId="ADAL" clId="{FBAF772B-852E-40C6-9326-D570B31FE468}" dt="2023-11-20T17:08:24.279" v="995" actId="478"/>
          <ac:cxnSpMkLst>
            <pc:docMk/>
            <pc:sldMk cId="1411243296" sldId="294"/>
            <ac:cxnSpMk id="14" creationId="{8B7CFDFC-6353-BBA2-D9F5-54DE3D190EB7}"/>
          </ac:cxnSpMkLst>
        </pc:cxnChg>
      </pc:sldChg>
      <pc:sldChg chg="del">
        <pc:chgData name="Natalie Abegesah" userId="70dbb83d-0fd1-45c2-9802-bf372af8db90" providerId="ADAL" clId="{FBAF772B-852E-40C6-9326-D570B31FE468}" dt="2023-11-20T17:13:25.342" v="1217" actId="47"/>
        <pc:sldMkLst>
          <pc:docMk/>
          <pc:sldMk cId="2655002365" sldId="295"/>
        </pc:sldMkLst>
      </pc:sldChg>
      <pc:sldChg chg="addSp delSp modSp mod ord modNotesTx">
        <pc:chgData name="Natalie Abegesah" userId="70dbb83d-0fd1-45c2-9802-bf372af8db90" providerId="ADAL" clId="{FBAF772B-852E-40C6-9326-D570B31FE468}" dt="2023-11-20T17:16:58.359" v="1347" actId="478"/>
        <pc:sldMkLst>
          <pc:docMk/>
          <pc:sldMk cId="3182413635" sldId="296"/>
        </pc:sldMkLst>
        <pc:spChg chg="add del mod">
          <ac:chgData name="Natalie Abegesah" userId="70dbb83d-0fd1-45c2-9802-bf372af8db90" providerId="ADAL" clId="{FBAF772B-852E-40C6-9326-D570B31FE468}" dt="2023-11-20T17:15:45.752" v="1265" actId="478"/>
          <ac:spMkLst>
            <pc:docMk/>
            <pc:sldMk cId="3182413635" sldId="296"/>
            <ac:spMk id="2" creationId="{5C34B661-27E1-961B-1BD7-5710CE2403A7}"/>
          </ac:spMkLst>
        </pc:spChg>
        <pc:spChg chg="add del mod">
          <ac:chgData name="Natalie Abegesah" userId="70dbb83d-0fd1-45c2-9802-bf372af8db90" providerId="ADAL" clId="{FBAF772B-852E-40C6-9326-D570B31FE468}" dt="2023-11-20T17:16:58.359" v="1347" actId="478"/>
          <ac:spMkLst>
            <pc:docMk/>
            <pc:sldMk cId="3182413635" sldId="296"/>
            <ac:spMk id="3" creationId="{A38AA6BC-AC47-9332-AB4E-111C2C37E68A}"/>
          </ac:spMkLst>
        </pc:spChg>
        <pc:spChg chg="mod">
          <ac:chgData name="Natalie Abegesah" userId="70dbb83d-0fd1-45c2-9802-bf372af8db90" providerId="ADAL" clId="{FBAF772B-852E-40C6-9326-D570B31FE468}" dt="2023-11-15T18:05:46.949" v="807" actId="20577"/>
          <ac:spMkLst>
            <pc:docMk/>
            <pc:sldMk cId="3182413635" sldId="296"/>
            <ac:spMk id="6" creationId="{9B9A1ED7-97D1-8C9D-0C64-CC0F33D41DBC}"/>
          </ac:spMkLst>
        </pc:spChg>
      </pc:sldChg>
      <pc:sldChg chg="modSp mod ord">
        <pc:chgData name="Natalie Abegesah" userId="70dbb83d-0fd1-45c2-9802-bf372af8db90" providerId="ADAL" clId="{FBAF772B-852E-40C6-9326-D570B31FE468}" dt="2023-11-15T18:29:05.616" v="985"/>
        <pc:sldMkLst>
          <pc:docMk/>
          <pc:sldMk cId="1489726072" sldId="297"/>
        </pc:sldMkLst>
        <pc:spChg chg="mod">
          <ac:chgData name="Natalie Abegesah" userId="70dbb83d-0fd1-45c2-9802-bf372af8db90" providerId="ADAL" clId="{FBAF772B-852E-40C6-9326-D570B31FE468}" dt="2023-11-15T18:05:53.098" v="811" actId="20577"/>
          <ac:spMkLst>
            <pc:docMk/>
            <pc:sldMk cId="1489726072" sldId="297"/>
            <ac:spMk id="6" creationId="{9B9A1ED7-97D1-8C9D-0C64-CC0F33D41DBC}"/>
          </ac:spMkLst>
        </pc:spChg>
      </pc:sldChg>
      <pc:sldChg chg="modSp mod ord modNotesTx">
        <pc:chgData name="Natalie Abegesah" userId="70dbb83d-0fd1-45c2-9802-bf372af8db90" providerId="ADAL" clId="{FBAF772B-852E-40C6-9326-D570B31FE468}" dt="2023-11-15T18:29:04.276" v="983"/>
        <pc:sldMkLst>
          <pc:docMk/>
          <pc:sldMk cId="2591825485" sldId="298"/>
        </pc:sldMkLst>
        <pc:spChg chg="mod">
          <ac:chgData name="Natalie Abegesah" userId="70dbb83d-0fd1-45c2-9802-bf372af8db90" providerId="ADAL" clId="{FBAF772B-852E-40C6-9326-D570B31FE468}" dt="2023-11-15T18:05:49.994" v="809" actId="20577"/>
          <ac:spMkLst>
            <pc:docMk/>
            <pc:sldMk cId="2591825485" sldId="298"/>
            <ac:spMk id="6" creationId="{9B9A1ED7-97D1-8C9D-0C64-CC0F33D41DBC}"/>
          </ac:spMkLst>
        </pc:spChg>
        <pc:picChg chg="mod">
          <ac:chgData name="Natalie Abegesah" userId="70dbb83d-0fd1-45c2-9802-bf372af8db90" providerId="ADAL" clId="{FBAF772B-852E-40C6-9326-D570B31FE468}" dt="2023-11-15T18:15:23.331" v="812" actId="1076"/>
          <ac:picMkLst>
            <pc:docMk/>
            <pc:sldMk cId="2591825485" sldId="298"/>
            <ac:picMk id="3" creationId="{E110EC66-B625-D0BC-8430-604D52B38BED}"/>
          </ac:picMkLst>
        </pc:picChg>
      </pc:sldChg>
      <pc:sldChg chg="del">
        <pc:chgData name="Natalie Abegesah" userId="70dbb83d-0fd1-45c2-9802-bf372af8db90" providerId="ADAL" clId="{FBAF772B-852E-40C6-9326-D570B31FE468}" dt="2023-11-20T17:19:22.312" v="1460" actId="47"/>
        <pc:sldMkLst>
          <pc:docMk/>
          <pc:sldMk cId="116549647" sldId="299"/>
        </pc:sldMkLst>
      </pc:sldChg>
      <pc:sldChg chg="del">
        <pc:chgData name="Natalie Abegesah" userId="70dbb83d-0fd1-45c2-9802-bf372af8db90" providerId="ADAL" clId="{FBAF772B-852E-40C6-9326-D570B31FE468}" dt="2023-11-20T17:19:22.601" v="1461" actId="47"/>
        <pc:sldMkLst>
          <pc:docMk/>
          <pc:sldMk cId="2785062374" sldId="300"/>
        </pc:sldMkLst>
      </pc:sldChg>
      <pc:sldChg chg="addSp delSp modSp mod ord">
        <pc:chgData name="Natalie Abegesah" userId="70dbb83d-0fd1-45c2-9802-bf372af8db90" providerId="ADAL" clId="{FBAF772B-852E-40C6-9326-D570B31FE468}" dt="2023-11-20T17:15:02.430" v="1256" actId="1076"/>
        <pc:sldMkLst>
          <pc:docMk/>
          <pc:sldMk cId="1763341014" sldId="301"/>
        </pc:sldMkLst>
        <pc:spChg chg="del mod">
          <ac:chgData name="Natalie Abegesah" userId="70dbb83d-0fd1-45c2-9802-bf372af8db90" providerId="ADAL" clId="{FBAF772B-852E-40C6-9326-D570B31FE468}" dt="2023-11-15T18:28:54.276" v="979" actId="478"/>
          <ac:spMkLst>
            <pc:docMk/>
            <pc:sldMk cId="1763341014" sldId="301"/>
            <ac:spMk id="6" creationId="{0AD3DBA2-7E32-4AC2-BFC0-883BC5241585}"/>
          </ac:spMkLst>
        </pc:spChg>
        <pc:spChg chg="mod">
          <ac:chgData name="Natalie Abegesah" userId="70dbb83d-0fd1-45c2-9802-bf372af8db90" providerId="ADAL" clId="{FBAF772B-852E-40C6-9326-D570B31FE468}" dt="2023-11-15T18:28:50.727" v="977" actId="20577"/>
          <ac:spMkLst>
            <pc:docMk/>
            <pc:sldMk cId="1763341014" sldId="301"/>
            <ac:spMk id="13" creationId="{2615814D-11C7-1EC8-8D0D-2CEEC49D5076}"/>
          </ac:spMkLst>
        </pc:spChg>
        <pc:spChg chg="mod ord">
          <ac:chgData name="Natalie Abegesah" userId="70dbb83d-0fd1-45c2-9802-bf372af8db90" providerId="ADAL" clId="{FBAF772B-852E-40C6-9326-D570B31FE468}" dt="2023-11-15T18:28:05.136" v="862" actId="20577"/>
          <ac:spMkLst>
            <pc:docMk/>
            <pc:sldMk cId="1763341014" sldId="301"/>
            <ac:spMk id="16" creationId="{477BBD17-BA0F-72C7-8B8F-4ED3E3540FB7}"/>
          </ac:spMkLst>
        </pc:spChg>
        <pc:picChg chg="add del mod">
          <ac:chgData name="Natalie Abegesah" userId="70dbb83d-0fd1-45c2-9802-bf372af8db90" providerId="ADAL" clId="{FBAF772B-852E-40C6-9326-D570B31FE468}" dt="2023-11-20T17:14:14.489" v="1239" actId="478"/>
          <ac:picMkLst>
            <pc:docMk/>
            <pc:sldMk cId="1763341014" sldId="301"/>
            <ac:picMk id="3" creationId="{32426BCC-2122-4068-080D-DECE4448C790}"/>
          </ac:picMkLst>
        </pc:picChg>
        <pc:picChg chg="add del mod">
          <ac:chgData name="Natalie Abegesah" userId="70dbb83d-0fd1-45c2-9802-bf372af8db90" providerId="ADAL" clId="{FBAF772B-852E-40C6-9326-D570B31FE468}" dt="2023-11-20T17:14:54.949" v="1250" actId="478"/>
          <ac:picMkLst>
            <pc:docMk/>
            <pc:sldMk cId="1763341014" sldId="301"/>
            <ac:picMk id="4" creationId="{4C210983-0249-7355-8493-1EC9E9E078D1}"/>
          </ac:picMkLst>
        </pc:picChg>
        <pc:picChg chg="del">
          <ac:chgData name="Natalie Abegesah" userId="70dbb83d-0fd1-45c2-9802-bf372af8db90" providerId="ADAL" clId="{FBAF772B-852E-40C6-9326-D570B31FE468}" dt="2023-11-15T18:27:37.200" v="849" actId="478"/>
          <ac:picMkLst>
            <pc:docMk/>
            <pc:sldMk cId="1763341014" sldId="301"/>
            <ac:picMk id="5" creationId="{E72867E1-3DB3-2464-8A26-55D221BF65A5}"/>
          </ac:picMkLst>
        </pc:picChg>
        <pc:picChg chg="add del mod">
          <ac:chgData name="Natalie Abegesah" userId="70dbb83d-0fd1-45c2-9802-bf372af8db90" providerId="ADAL" clId="{FBAF772B-852E-40C6-9326-D570B31FE468}" dt="2023-11-20T17:14:41.151" v="1246" actId="22"/>
          <ac:picMkLst>
            <pc:docMk/>
            <pc:sldMk cId="1763341014" sldId="301"/>
            <ac:picMk id="6" creationId="{247029ED-3B03-FBCF-185C-C34927E279DC}"/>
          </ac:picMkLst>
        </pc:picChg>
        <pc:picChg chg="add mod">
          <ac:chgData name="Natalie Abegesah" userId="70dbb83d-0fd1-45c2-9802-bf372af8db90" providerId="ADAL" clId="{FBAF772B-852E-40C6-9326-D570B31FE468}" dt="2023-11-15T18:27:47.498" v="856" actId="1076"/>
          <ac:picMkLst>
            <pc:docMk/>
            <pc:sldMk cId="1763341014" sldId="301"/>
            <ac:picMk id="8" creationId="{23C63810-7BC7-3413-EF90-797BD5E00345}"/>
          </ac:picMkLst>
        </pc:picChg>
        <pc:picChg chg="add mod">
          <ac:chgData name="Natalie Abegesah" userId="70dbb83d-0fd1-45c2-9802-bf372af8db90" providerId="ADAL" clId="{FBAF772B-852E-40C6-9326-D570B31FE468}" dt="2023-11-20T17:15:02.430" v="1256" actId="1076"/>
          <ac:picMkLst>
            <pc:docMk/>
            <pc:sldMk cId="1763341014" sldId="301"/>
            <ac:picMk id="10" creationId="{5BC400B5-26D7-9609-AED2-ACB79788DCE6}"/>
          </ac:picMkLst>
        </pc:picChg>
        <pc:picChg chg="del">
          <ac:chgData name="Natalie Abegesah" userId="70dbb83d-0fd1-45c2-9802-bf372af8db90" providerId="ADAL" clId="{FBAF772B-852E-40C6-9326-D570B31FE468}" dt="2023-11-15T18:27:41.460" v="852" actId="478"/>
          <ac:picMkLst>
            <pc:docMk/>
            <pc:sldMk cId="1763341014" sldId="301"/>
            <ac:picMk id="10" creationId="{5ED55F0B-0B6D-4338-00A4-22AD5A25B0E6}"/>
          </ac:picMkLst>
        </pc:picChg>
        <pc:picChg chg="del">
          <ac:chgData name="Natalie Abegesah" userId="70dbb83d-0fd1-45c2-9802-bf372af8db90" providerId="ADAL" clId="{FBAF772B-852E-40C6-9326-D570B31FE468}" dt="2023-11-15T18:25:23.274" v="833" actId="478"/>
          <ac:picMkLst>
            <pc:docMk/>
            <pc:sldMk cId="1763341014" sldId="301"/>
            <ac:picMk id="12" creationId="{41BE75F4-8CFD-F8E6-DA6C-84D2C219815F}"/>
          </ac:picMkLst>
        </pc:picChg>
      </pc:sldChg>
      <pc:sldChg chg="del">
        <pc:chgData name="Natalie Abegesah" userId="70dbb83d-0fd1-45c2-9802-bf372af8db90" providerId="ADAL" clId="{FBAF772B-852E-40C6-9326-D570B31FE468}" dt="2023-11-20T17:19:22.931" v="1462" actId="47"/>
        <pc:sldMkLst>
          <pc:docMk/>
          <pc:sldMk cId="216308511" sldId="302"/>
        </pc:sldMkLst>
      </pc:sldChg>
      <pc:sldChg chg="del">
        <pc:chgData name="Natalie Abegesah" userId="70dbb83d-0fd1-45c2-9802-bf372af8db90" providerId="ADAL" clId="{FBAF772B-852E-40C6-9326-D570B31FE468}" dt="2023-11-20T17:19:23.304" v="1463" actId="47"/>
        <pc:sldMkLst>
          <pc:docMk/>
          <pc:sldMk cId="2683629683" sldId="303"/>
        </pc:sldMkLst>
      </pc:sldChg>
      <pc:sldChg chg="add del ord">
        <pc:chgData name="Natalie Abegesah" userId="70dbb83d-0fd1-45c2-9802-bf372af8db90" providerId="ADAL" clId="{FBAF772B-852E-40C6-9326-D570B31FE468}" dt="2023-11-20T17:15:11.670" v="1257" actId="47"/>
        <pc:sldMkLst>
          <pc:docMk/>
          <pc:sldMk cId="1940215386" sldId="304"/>
        </pc:sldMkLst>
      </pc:sldChg>
      <pc:sldChg chg="addSp delSp modSp add mod ord">
        <pc:chgData name="Natalie Abegesah" userId="70dbb83d-0fd1-45c2-9802-bf372af8db90" providerId="ADAL" clId="{FBAF772B-852E-40C6-9326-D570B31FE468}" dt="2023-11-20T17:14:10.839" v="1238" actId="20577"/>
        <pc:sldMkLst>
          <pc:docMk/>
          <pc:sldMk cId="2376585648" sldId="305"/>
        </pc:sldMkLst>
        <pc:spChg chg="mod">
          <ac:chgData name="Natalie Abegesah" userId="70dbb83d-0fd1-45c2-9802-bf372af8db90" providerId="ADAL" clId="{FBAF772B-852E-40C6-9326-D570B31FE468}" dt="2023-11-20T17:14:10.839" v="1238" actId="20577"/>
          <ac:spMkLst>
            <pc:docMk/>
            <pc:sldMk cId="2376585648" sldId="305"/>
            <ac:spMk id="13" creationId="{2615814D-11C7-1EC8-8D0D-2CEEC49D5076}"/>
          </ac:spMkLst>
        </pc:spChg>
        <pc:picChg chg="add mod">
          <ac:chgData name="Natalie Abegesah" userId="70dbb83d-0fd1-45c2-9802-bf372af8db90" providerId="ADAL" clId="{FBAF772B-852E-40C6-9326-D570B31FE468}" dt="2023-11-20T17:14:03.294" v="1228" actId="1076"/>
          <ac:picMkLst>
            <pc:docMk/>
            <pc:sldMk cId="2376585648" sldId="305"/>
            <ac:picMk id="3" creationId="{2F57F562-2652-2174-ACD9-51C6F00E7040}"/>
          </ac:picMkLst>
        </pc:picChg>
        <pc:picChg chg="del">
          <ac:chgData name="Natalie Abegesah" userId="70dbb83d-0fd1-45c2-9802-bf372af8db90" providerId="ADAL" clId="{FBAF772B-852E-40C6-9326-D570B31FE468}" dt="2023-11-15T18:26:59.808" v="842" actId="478"/>
          <ac:picMkLst>
            <pc:docMk/>
            <pc:sldMk cId="2376585648" sldId="305"/>
            <ac:picMk id="3" creationId="{32426BCC-2122-4068-080D-DECE4448C790}"/>
          </ac:picMkLst>
        </pc:picChg>
        <pc:picChg chg="add del mod">
          <ac:chgData name="Natalie Abegesah" userId="70dbb83d-0fd1-45c2-9802-bf372af8db90" providerId="ADAL" clId="{FBAF772B-852E-40C6-9326-D570B31FE468}" dt="2023-11-20T17:13:56.984" v="1223" actId="478"/>
          <ac:picMkLst>
            <pc:docMk/>
            <pc:sldMk cId="2376585648" sldId="305"/>
            <ac:picMk id="4" creationId="{19EBB5E4-8928-E19D-61A7-EF7256C23755}"/>
          </ac:picMkLst>
        </pc:picChg>
      </pc:sldChg>
      <pc:sldChg chg="add del ord">
        <pc:chgData name="Natalie Abegesah" userId="70dbb83d-0fd1-45c2-9802-bf372af8db90" providerId="ADAL" clId="{FBAF772B-852E-40C6-9326-D570B31FE468}" dt="2023-11-20T17:15:30.818" v="1263" actId="47"/>
        <pc:sldMkLst>
          <pc:docMk/>
          <pc:sldMk cId="2160378155" sldId="306"/>
        </pc:sldMkLst>
      </pc:sldChg>
      <pc:sldChg chg="addSp delSp modSp add mod ord">
        <pc:chgData name="Natalie Abegesah" userId="70dbb83d-0fd1-45c2-9802-bf372af8db90" providerId="ADAL" clId="{FBAF772B-852E-40C6-9326-D570B31FE468}" dt="2023-11-20T17:21:52.677" v="1903" actId="20577"/>
        <pc:sldMkLst>
          <pc:docMk/>
          <pc:sldMk cId="2701988130" sldId="306"/>
        </pc:sldMkLst>
        <pc:spChg chg="add mod">
          <ac:chgData name="Natalie Abegesah" userId="70dbb83d-0fd1-45c2-9802-bf372af8db90" providerId="ADAL" clId="{FBAF772B-852E-40C6-9326-D570B31FE468}" dt="2023-11-20T17:21:52.677" v="1903" actId="20577"/>
          <ac:spMkLst>
            <pc:docMk/>
            <pc:sldMk cId="2701988130" sldId="306"/>
            <ac:spMk id="2" creationId="{AB1F7AAD-25E4-6865-40E2-8101C05AA280}"/>
          </ac:spMkLst>
        </pc:spChg>
        <pc:spChg chg="del mod">
          <ac:chgData name="Natalie Abegesah" userId="70dbb83d-0fd1-45c2-9802-bf372af8db90" providerId="ADAL" clId="{FBAF772B-852E-40C6-9326-D570B31FE468}" dt="2023-11-20T17:19:54.535" v="1527" actId="478"/>
          <ac:spMkLst>
            <pc:docMk/>
            <pc:sldMk cId="2701988130" sldId="306"/>
            <ac:spMk id="3" creationId="{A38AA6BC-AC47-9332-AB4E-111C2C37E68A}"/>
          </ac:spMkLst>
        </pc:spChg>
        <pc:spChg chg="mod">
          <ac:chgData name="Natalie Abegesah" userId="70dbb83d-0fd1-45c2-9802-bf372af8db90" providerId="ADAL" clId="{FBAF772B-852E-40C6-9326-D570B31FE468}" dt="2023-11-20T17:19:52.293" v="1526" actId="20577"/>
          <ac:spMkLst>
            <pc:docMk/>
            <pc:sldMk cId="2701988130" sldId="306"/>
            <ac:spMk id="6" creationId="{9B9A1ED7-97D1-8C9D-0C64-CC0F33D41DBC}"/>
          </ac:spMkLst>
        </pc:spChg>
        <pc:picChg chg="del">
          <ac:chgData name="Natalie Abegesah" userId="70dbb83d-0fd1-45c2-9802-bf372af8db90" providerId="ADAL" clId="{FBAF772B-852E-40C6-9326-D570B31FE468}" dt="2023-11-20T17:16:50.858" v="1343" actId="478"/>
          <ac:picMkLst>
            <pc:docMk/>
            <pc:sldMk cId="2701988130" sldId="306"/>
            <ac:picMk id="5" creationId="{C7BBDBA1-A5F6-C65C-22C1-CFC86C02D60F}"/>
          </ac:picMkLst>
        </pc:picChg>
      </pc:sldChg>
      <pc:sldChg chg="add">
        <pc:chgData name="Natalie Abegesah" userId="70dbb83d-0fd1-45c2-9802-bf372af8db90" providerId="ADAL" clId="{FBAF772B-852E-40C6-9326-D570B31FE468}" dt="2023-11-20T17:19:37.796" v="1466" actId="2890"/>
        <pc:sldMkLst>
          <pc:docMk/>
          <pc:sldMk cId="2059359173" sldId="307"/>
        </pc:sldMkLst>
      </pc:sldChg>
    </pc:docChg>
  </pc:docChgLst>
  <pc:docChgLst>
    <pc:chgData name="Natalie Abegesah" userId="70dbb83d-0fd1-45c2-9802-bf372af8db90" providerId="ADAL" clId="{9497E8AF-9F97-425A-8CBF-1F86F02289FE}"/>
    <pc:docChg chg="undo custSel addSld delSld modSld sldOrd">
      <pc:chgData name="Natalie Abegesah" userId="70dbb83d-0fd1-45c2-9802-bf372af8db90" providerId="ADAL" clId="{9497E8AF-9F97-425A-8CBF-1F86F02289FE}" dt="2022-11-16T06:28:28.117" v="4831"/>
      <pc:docMkLst>
        <pc:docMk/>
      </pc:docMkLst>
      <pc:sldChg chg="modSp mod">
        <pc:chgData name="Natalie Abegesah" userId="70dbb83d-0fd1-45c2-9802-bf372af8db90" providerId="ADAL" clId="{9497E8AF-9F97-425A-8CBF-1F86F02289FE}" dt="2022-11-16T03:39:58.565" v="74" actId="20577"/>
        <pc:sldMkLst>
          <pc:docMk/>
          <pc:sldMk cId="2335778617" sldId="257"/>
        </pc:sldMkLst>
        <pc:spChg chg="mod">
          <ac:chgData name="Natalie Abegesah" userId="70dbb83d-0fd1-45c2-9802-bf372af8db90" providerId="ADAL" clId="{9497E8AF-9F97-425A-8CBF-1F86F02289FE}" dt="2022-11-16T03:39:52.546" v="53" actId="20577"/>
          <ac:spMkLst>
            <pc:docMk/>
            <pc:sldMk cId="2335778617" sldId="257"/>
            <ac:spMk id="5" creationId="{00000000-0000-0000-0000-000000000000}"/>
          </ac:spMkLst>
        </pc:spChg>
        <pc:spChg chg="mod">
          <ac:chgData name="Natalie Abegesah" userId="70dbb83d-0fd1-45c2-9802-bf372af8db90" providerId="ADAL" clId="{9497E8AF-9F97-425A-8CBF-1F86F02289FE}" dt="2022-11-16T03:39:58.565" v="74" actId="20577"/>
          <ac:spMkLst>
            <pc:docMk/>
            <pc:sldMk cId="2335778617" sldId="257"/>
            <ac:spMk id="6" creationId="{00000000-0000-0000-0000-000000000000}"/>
          </ac:spMkLst>
        </pc:spChg>
      </pc:sldChg>
      <pc:sldChg chg="addSp delSp modSp mod addAnim delAnim modAnim">
        <pc:chgData name="Natalie Abegesah" userId="70dbb83d-0fd1-45c2-9802-bf372af8db90" providerId="ADAL" clId="{9497E8AF-9F97-425A-8CBF-1F86F02289FE}" dt="2022-11-16T05:48:04.364" v="3331" actId="1076"/>
        <pc:sldMkLst>
          <pc:docMk/>
          <pc:sldMk cId="1292798378" sldId="265"/>
        </pc:sldMkLst>
        <pc:spChg chg="del mod">
          <ac:chgData name="Natalie Abegesah" userId="70dbb83d-0fd1-45c2-9802-bf372af8db90" providerId="ADAL" clId="{9497E8AF-9F97-425A-8CBF-1F86F02289FE}" dt="2022-11-16T04:12:56.229" v="1979" actId="478"/>
          <ac:spMkLst>
            <pc:docMk/>
            <pc:sldMk cId="1292798378" sldId="265"/>
            <ac:spMk id="6" creationId="{5B9422D0-C8F8-417C-2DD1-68909B76649B}"/>
          </ac:spMkLst>
        </pc:spChg>
        <pc:spChg chg="mod">
          <ac:chgData name="Natalie Abegesah" userId="70dbb83d-0fd1-45c2-9802-bf372af8db90" providerId="ADAL" clId="{9497E8AF-9F97-425A-8CBF-1F86F02289FE}" dt="2022-11-16T05:40:57.991" v="3047" actId="1076"/>
          <ac:spMkLst>
            <pc:docMk/>
            <pc:sldMk cId="1292798378" sldId="265"/>
            <ac:spMk id="8" creationId="{FB69A0BD-6A20-5B52-A31B-F9674845711A}"/>
          </ac:spMkLst>
        </pc:spChg>
        <pc:spChg chg="add del mod">
          <ac:chgData name="Natalie Abegesah" userId="70dbb83d-0fd1-45c2-9802-bf372af8db90" providerId="ADAL" clId="{9497E8AF-9F97-425A-8CBF-1F86F02289FE}" dt="2022-11-16T04:12:58.041" v="1980" actId="478"/>
          <ac:spMkLst>
            <pc:docMk/>
            <pc:sldMk cId="1292798378" sldId="265"/>
            <ac:spMk id="11" creationId="{7A294C86-1A9C-32AF-B610-5B7E50320B16}"/>
          </ac:spMkLst>
        </pc:spChg>
        <pc:spChg chg="add mod">
          <ac:chgData name="Natalie Abegesah" userId="70dbb83d-0fd1-45c2-9802-bf372af8db90" providerId="ADAL" clId="{9497E8AF-9F97-425A-8CBF-1F86F02289FE}" dt="2022-11-16T05:38:00.159" v="2744" actId="1076"/>
          <ac:spMkLst>
            <pc:docMk/>
            <pc:sldMk cId="1292798378" sldId="265"/>
            <ac:spMk id="12" creationId="{2F9A5423-68D4-E4E4-7B34-46F3A12FC5CD}"/>
          </ac:spMkLst>
        </pc:spChg>
        <pc:spChg chg="add del mod">
          <ac:chgData name="Natalie Abegesah" userId="70dbb83d-0fd1-45c2-9802-bf372af8db90" providerId="ADAL" clId="{9497E8AF-9F97-425A-8CBF-1F86F02289FE}" dt="2022-11-16T05:41:28.500" v="3055" actId="478"/>
          <ac:spMkLst>
            <pc:docMk/>
            <pc:sldMk cId="1292798378" sldId="265"/>
            <ac:spMk id="15" creationId="{8003F362-17E4-FB63-A057-E00B46D51E2B}"/>
          </ac:spMkLst>
        </pc:spChg>
        <pc:spChg chg="add del mod">
          <ac:chgData name="Natalie Abegesah" userId="70dbb83d-0fd1-45c2-9802-bf372af8db90" providerId="ADAL" clId="{9497E8AF-9F97-425A-8CBF-1F86F02289FE}" dt="2022-11-16T04:25:46.157" v="2574"/>
          <ac:spMkLst>
            <pc:docMk/>
            <pc:sldMk cId="1292798378" sldId="265"/>
            <ac:spMk id="20" creationId="{F2FF27E7-C088-C3A8-BFB2-5062C5606AD9}"/>
          </ac:spMkLst>
        </pc:spChg>
        <pc:spChg chg="add mod">
          <ac:chgData name="Natalie Abegesah" userId="70dbb83d-0fd1-45c2-9802-bf372af8db90" providerId="ADAL" clId="{9497E8AF-9F97-425A-8CBF-1F86F02289FE}" dt="2022-11-16T05:38:10.479" v="2747" actId="1076"/>
          <ac:spMkLst>
            <pc:docMk/>
            <pc:sldMk cId="1292798378" sldId="265"/>
            <ac:spMk id="27" creationId="{C47A14E0-8221-9D53-14B8-D3C6AD56A9FF}"/>
          </ac:spMkLst>
        </pc:spChg>
        <pc:spChg chg="add del mod">
          <ac:chgData name="Natalie Abegesah" userId="70dbb83d-0fd1-45c2-9802-bf372af8db90" providerId="ADAL" clId="{9497E8AF-9F97-425A-8CBF-1F86F02289FE}" dt="2022-11-16T05:40:15.986" v="3020" actId="478"/>
          <ac:spMkLst>
            <pc:docMk/>
            <pc:sldMk cId="1292798378" sldId="265"/>
            <ac:spMk id="28" creationId="{98D1C3F4-996E-6A4D-BBB7-36F550C0B86B}"/>
          </ac:spMkLst>
        </pc:spChg>
        <pc:spChg chg="add mod">
          <ac:chgData name="Natalie Abegesah" userId="70dbb83d-0fd1-45c2-9802-bf372af8db90" providerId="ADAL" clId="{9497E8AF-9F97-425A-8CBF-1F86F02289FE}" dt="2022-11-16T05:46:16.127" v="3196" actId="1076"/>
          <ac:spMkLst>
            <pc:docMk/>
            <pc:sldMk cId="1292798378" sldId="265"/>
            <ac:spMk id="32" creationId="{764B53EA-D9F8-21FC-83E5-956D23AA4608}"/>
          </ac:spMkLst>
        </pc:spChg>
        <pc:spChg chg="add mod">
          <ac:chgData name="Natalie Abegesah" userId="70dbb83d-0fd1-45c2-9802-bf372af8db90" providerId="ADAL" clId="{9497E8AF-9F97-425A-8CBF-1F86F02289FE}" dt="2022-11-16T05:47:44.165" v="3327" actId="20577"/>
          <ac:spMkLst>
            <pc:docMk/>
            <pc:sldMk cId="1292798378" sldId="265"/>
            <ac:spMk id="33" creationId="{9F0255ED-320E-DB65-23CA-0B40C69DF8EE}"/>
          </ac:spMkLst>
        </pc:spChg>
        <pc:spChg chg="add mod">
          <ac:chgData name="Natalie Abegesah" userId="70dbb83d-0fd1-45c2-9802-bf372af8db90" providerId="ADAL" clId="{9497E8AF-9F97-425A-8CBF-1F86F02289FE}" dt="2022-11-16T05:48:04.364" v="3331" actId="1076"/>
          <ac:spMkLst>
            <pc:docMk/>
            <pc:sldMk cId="1292798378" sldId="265"/>
            <ac:spMk id="34" creationId="{938A10A0-D1D1-7EED-016C-F3CD9A96C33E}"/>
          </ac:spMkLst>
        </pc:spChg>
        <pc:spChg chg="mod">
          <ac:chgData name="Natalie Abegesah" userId="70dbb83d-0fd1-45c2-9802-bf372af8db90" providerId="ADAL" clId="{9497E8AF-9F97-425A-8CBF-1F86F02289FE}" dt="2022-11-16T03:59:30.517" v="1763" actId="1076"/>
          <ac:spMkLst>
            <pc:docMk/>
            <pc:sldMk cId="1292798378" sldId="265"/>
            <ac:spMk id="37" creationId="{00000000-0000-0000-0000-000000000000}"/>
          </ac:spMkLst>
        </pc:spChg>
        <pc:graphicFrameChg chg="add del mod modGraphic">
          <ac:chgData name="Natalie Abegesah" userId="70dbb83d-0fd1-45c2-9802-bf372af8db90" providerId="ADAL" clId="{9497E8AF-9F97-425A-8CBF-1F86F02289FE}" dt="2022-11-16T04:07:59.204" v="1935" actId="478"/>
          <ac:graphicFrameMkLst>
            <pc:docMk/>
            <pc:sldMk cId="1292798378" sldId="265"/>
            <ac:graphicFrameMk id="2" creationId="{2D1E395C-5405-E774-466A-53AAD99432A9}"/>
          </ac:graphicFrameMkLst>
        </pc:graphicFrameChg>
        <pc:picChg chg="add del mod">
          <ac:chgData name="Natalie Abegesah" userId="70dbb83d-0fd1-45c2-9802-bf372af8db90" providerId="ADAL" clId="{9497E8AF-9F97-425A-8CBF-1F86F02289FE}" dt="2022-11-16T04:20:14.573" v="2355" actId="478"/>
          <ac:picMkLst>
            <pc:docMk/>
            <pc:sldMk cId="1292798378" sldId="265"/>
            <ac:picMk id="4" creationId="{FDBE8847-DB98-D169-0EA4-32E2644E5295}"/>
          </ac:picMkLst>
        </pc:picChg>
        <pc:picChg chg="add del mod">
          <ac:chgData name="Natalie Abegesah" userId="70dbb83d-0fd1-45c2-9802-bf372af8db90" providerId="ADAL" clId="{9497E8AF-9F97-425A-8CBF-1F86F02289FE}" dt="2022-11-16T05:36:55.449" v="2722" actId="478"/>
          <ac:picMkLst>
            <pc:docMk/>
            <pc:sldMk cId="1292798378" sldId="265"/>
            <ac:picMk id="9" creationId="{E8974301-80EA-CB98-97EE-3D5A498C3216}"/>
          </ac:picMkLst>
        </pc:picChg>
        <pc:picChg chg="add del mod">
          <ac:chgData name="Natalie Abegesah" userId="70dbb83d-0fd1-45c2-9802-bf372af8db90" providerId="ADAL" clId="{9497E8AF-9F97-425A-8CBF-1F86F02289FE}" dt="2022-11-16T05:37:44.094" v="2737" actId="21"/>
          <ac:picMkLst>
            <pc:docMk/>
            <pc:sldMk cId="1292798378" sldId="265"/>
            <ac:picMk id="19" creationId="{1631763D-493F-7FA1-8ECD-97094AB7C6D7}"/>
          </ac:picMkLst>
        </pc:picChg>
        <pc:picChg chg="add del mod">
          <ac:chgData name="Natalie Abegesah" userId="70dbb83d-0fd1-45c2-9802-bf372af8db90" providerId="ADAL" clId="{9497E8AF-9F97-425A-8CBF-1F86F02289FE}" dt="2022-11-16T05:41:11.965" v="3048" actId="478"/>
          <ac:picMkLst>
            <pc:docMk/>
            <pc:sldMk cId="1292798378" sldId="265"/>
            <ac:picMk id="22" creationId="{4BD837B3-1625-4E66-171C-6BFEB35A367D}"/>
          </ac:picMkLst>
        </pc:picChg>
        <pc:picChg chg="add mod">
          <ac:chgData name="Natalie Abegesah" userId="70dbb83d-0fd1-45c2-9802-bf372af8db90" providerId="ADAL" clId="{9497E8AF-9F97-425A-8CBF-1F86F02289FE}" dt="2022-11-16T05:41:20.939" v="3052" actId="14100"/>
          <ac:picMkLst>
            <pc:docMk/>
            <pc:sldMk cId="1292798378" sldId="265"/>
            <ac:picMk id="24" creationId="{B702DC28-8F63-5CB2-C44E-AE43ACC77F84}"/>
          </ac:picMkLst>
        </pc:picChg>
        <pc:picChg chg="add mod">
          <ac:chgData name="Natalie Abegesah" userId="70dbb83d-0fd1-45c2-9802-bf372af8db90" providerId="ADAL" clId="{9497E8AF-9F97-425A-8CBF-1F86F02289FE}" dt="2022-11-16T05:37:41.589" v="2736"/>
          <ac:picMkLst>
            <pc:docMk/>
            <pc:sldMk cId="1292798378" sldId="265"/>
            <ac:picMk id="25" creationId="{E5B6D3AE-3993-B81B-D3D7-4FE52F1140F4}"/>
          </ac:picMkLst>
        </pc:picChg>
        <pc:picChg chg="add mod">
          <ac:chgData name="Natalie Abegesah" userId="70dbb83d-0fd1-45c2-9802-bf372af8db90" providerId="ADAL" clId="{9497E8AF-9F97-425A-8CBF-1F86F02289FE}" dt="2022-11-16T05:45:16.667" v="3060" actId="1076"/>
          <ac:picMkLst>
            <pc:docMk/>
            <pc:sldMk cId="1292798378" sldId="265"/>
            <ac:picMk id="31" creationId="{60589924-42C6-C81E-9655-7EB1247142A2}"/>
          </ac:picMkLst>
        </pc:picChg>
        <pc:cxnChg chg="add del">
          <ac:chgData name="Natalie Abegesah" userId="70dbb83d-0fd1-45c2-9802-bf372af8db90" providerId="ADAL" clId="{9497E8AF-9F97-425A-8CBF-1F86F02289FE}" dt="2022-11-16T05:41:21.646" v="3053" actId="478"/>
          <ac:cxnSpMkLst>
            <pc:docMk/>
            <pc:sldMk cId="1292798378" sldId="265"/>
            <ac:cxnSpMk id="14" creationId="{8B7CFDFC-6353-BBA2-D9F5-54DE3D190EB7}"/>
          </ac:cxnSpMkLst>
        </pc:cxnChg>
      </pc:sldChg>
      <pc:sldChg chg="del">
        <pc:chgData name="Natalie Abegesah" userId="70dbb83d-0fd1-45c2-9802-bf372af8db90" providerId="ADAL" clId="{9497E8AF-9F97-425A-8CBF-1F86F02289FE}" dt="2022-11-16T03:39:36.047" v="11" actId="47"/>
        <pc:sldMkLst>
          <pc:docMk/>
          <pc:sldMk cId="3080427583" sldId="275"/>
        </pc:sldMkLst>
      </pc:sldChg>
      <pc:sldChg chg="addSp delSp modSp add mod ord delAnim">
        <pc:chgData name="Natalie Abegesah" userId="70dbb83d-0fd1-45c2-9802-bf372af8db90" providerId="ADAL" clId="{9497E8AF-9F97-425A-8CBF-1F86F02289FE}" dt="2022-11-16T06:26:24.813" v="4675" actId="20577"/>
        <pc:sldMkLst>
          <pc:docMk/>
          <pc:sldMk cId="386958027" sldId="291"/>
        </pc:sldMkLst>
        <pc:spChg chg="add del mod">
          <ac:chgData name="Natalie Abegesah" userId="70dbb83d-0fd1-45c2-9802-bf372af8db90" providerId="ADAL" clId="{9497E8AF-9F97-425A-8CBF-1F86F02289FE}" dt="2022-11-16T04:05:49.500" v="1885" actId="478"/>
          <ac:spMkLst>
            <pc:docMk/>
            <pc:sldMk cId="386958027" sldId="291"/>
            <ac:spMk id="4" creationId="{8125B413-7AE1-7C66-3911-A1D620A44928}"/>
          </ac:spMkLst>
        </pc:spChg>
        <pc:spChg chg="del">
          <ac:chgData name="Natalie Abegesah" userId="70dbb83d-0fd1-45c2-9802-bf372af8db90" providerId="ADAL" clId="{9497E8AF-9F97-425A-8CBF-1F86F02289FE}" dt="2022-11-16T04:05:47.106" v="1884" actId="478"/>
          <ac:spMkLst>
            <pc:docMk/>
            <pc:sldMk cId="386958027" sldId="291"/>
            <ac:spMk id="8" creationId="{FB69A0BD-6A20-5B52-A31B-F9674845711A}"/>
          </ac:spMkLst>
        </pc:spChg>
        <pc:graphicFrameChg chg="mod modGraphic">
          <ac:chgData name="Natalie Abegesah" userId="70dbb83d-0fd1-45c2-9802-bf372af8db90" providerId="ADAL" clId="{9497E8AF-9F97-425A-8CBF-1F86F02289FE}" dt="2022-11-16T06:26:24.813" v="4675" actId="20577"/>
          <ac:graphicFrameMkLst>
            <pc:docMk/>
            <pc:sldMk cId="386958027" sldId="291"/>
            <ac:graphicFrameMk id="2" creationId="{2D1E395C-5405-E774-466A-53AAD99432A9}"/>
          </ac:graphicFrameMkLst>
        </pc:graphicFrameChg>
      </pc:sldChg>
      <pc:sldChg chg="add del">
        <pc:chgData name="Natalie Abegesah" userId="70dbb83d-0fd1-45c2-9802-bf372af8db90" providerId="ADAL" clId="{9497E8AF-9F97-425A-8CBF-1F86F02289FE}" dt="2022-11-16T03:59:14.233" v="1752" actId="47"/>
        <pc:sldMkLst>
          <pc:docMk/>
          <pc:sldMk cId="2711181166" sldId="291"/>
        </pc:sldMkLst>
      </pc:sldChg>
      <pc:sldChg chg="modSp del mod modAnim">
        <pc:chgData name="Natalie Abegesah" userId="70dbb83d-0fd1-45c2-9802-bf372af8db90" providerId="ADAL" clId="{9497E8AF-9F97-425A-8CBF-1F86F02289FE}" dt="2022-11-16T03:41:00.823" v="167" actId="47"/>
        <pc:sldMkLst>
          <pc:docMk/>
          <pc:sldMk cId="3796811751" sldId="291"/>
        </pc:sldMkLst>
        <pc:spChg chg="mod">
          <ac:chgData name="Natalie Abegesah" userId="70dbb83d-0fd1-45c2-9802-bf372af8db90" providerId="ADAL" clId="{9497E8AF-9F97-425A-8CBF-1F86F02289FE}" dt="2022-11-16T03:40:04.420" v="89" actId="20577"/>
          <ac:spMkLst>
            <pc:docMk/>
            <pc:sldMk cId="3796811751" sldId="291"/>
            <ac:spMk id="6" creationId="{5B9422D0-C8F8-417C-2DD1-68909B76649B}"/>
          </ac:spMkLst>
        </pc:spChg>
        <pc:spChg chg="mod">
          <ac:chgData name="Natalie Abegesah" userId="70dbb83d-0fd1-45c2-9802-bf372af8db90" providerId="ADAL" clId="{9497E8AF-9F97-425A-8CBF-1F86F02289FE}" dt="2022-11-16T03:40:11.481" v="98" actId="20577"/>
          <ac:spMkLst>
            <pc:docMk/>
            <pc:sldMk cId="3796811751" sldId="291"/>
            <ac:spMk id="8" creationId="{FB69A0BD-6A20-5B52-A31B-F9674845711A}"/>
          </ac:spMkLst>
        </pc:spChg>
      </pc:sldChg>
      <pc:sldChg chg="modSp add mod modAnim">
        <pc:chgData name="Natalie Abegesah" userId="70dbb83d-0fd1-45c2-9802-bf372af8db90" providerId="ADAL" clId="{9497E8AF-9F97-425A-8CBF-1F86F02289FE}" dt="2022-11-16T06:28:18.091" v="4828" actId="14100"/>
        <pc:sldMkLst>
          <pc:docMk/>
          <pc:sldMk cId="1218321108" sldId="292"/>
        </pc:sldMkLst>
        <pc:spChg chg="mod">
          <ac:chgData name="Natalie Abegesah" userId="70dbb83d-0fd1-45c2-9802-bf372af8db90" providerId="ADAL" clId="{9497E8AF-9F97-425A-8CBF-1F86F02289FE}" dt="2022-11-16T06:28:18.091" v="4828" actId="14100"/>
          <ac:spMkLst>
            <pc:docMk/>
            <pc:sldMk cId="1218321108" sldId="292"/>
            <ac:spMk id="8" creationId="{FB69A0BD-6A20-5B52-A31B-F9674845711A}"/>
          </ac:spMkLst>
        </pc:spChg>
      </pc:sldChg>
      <pc:sldChg chg="add del">
        <pc:chgData name="Natalie Abegesah" userId="70dbb83d-0fd1-45c2-9802-bf372af8db90" providerId="ADAL" clId="{9497E8AF-9F97-425A-8CBF-1F86F02289FE}" dt="2022-11-16T05:55:24.153" v="3517" actId="47"/>
        <pc:sldMkLst>
          <pc:docMk/>
          <pc:sldMk cId="6481006" sldId="293"/>
        </pc:sldMkLst>
      </pc:sldChg>
      <pc:sldChg chg="addSp delSp modSp add mod ord">
        <pc:chgData name="Natalie Abegesah" userId="70dbb83d-0fd1-45c2-9802-bf372af8db90" providerId="ADAL" clId="{9497E8AF-9F97-425A-8CBF-1F86F02289FE}" dt="2022-11-16T05:37:47.496" v="2739"/>
        <pc:sldMkLst>
          <pc:docMk/>
          <pc:sldMk cId="1411243296" sldId="294"/>
        </pc:sldMkLst>
        <pc:spChg chg="mod">
          <ac:chgData name="Natalie Abegesah" userId="70dbb83d-0fd1-45c2-9802-bf372af8db90" providerId="ADAL" clId="{9497E8AF-9F97-425A-8CBF-1F86F02289FE}" dt="2022-11-16T05:35:21.175" v="2717" actId="1076"/>
          <ac:spMkLst>
            <pc:docMk/>
            <pc:sldMk cId="1411243296" sldId="294"/>
            <ac:spMk id="8" creationId="{FB69A0BD-6A20-5B52-A31B-F9674845711A}"/>
          </ac:spMkLst>
        </pc:spChg>
        <pc:spChg chg="mod">
          <ac:chgData name="Natalie Abegesah" userId="70dbb83d-0fd1-45c2-9802-bf372af8db90" providerId="ADAL" clId="{9497E8AF-9F97-425A-8CBF-1F86F02289FE}" dt="2022-11-16T05:35:28.176" v="2719" actId="1076"/>
          <ac:spMkLst>
            <pc:docMk/>
            <pc:sldMk cId="1411243296" sldId="294"/>
            <ac:spMk id="12" creationId="{2F9A5423-68D4-E4E4-7B34-46F3A12FC5CD}"/>
          </ac:spMkLst>
        </pc:spChg>
        <pc:picChg chg="add del mod">
          <ac:chgData name="Natalie Abegesah" userId="70dbb83d-0fd1-45c2-9802-bf372af8db90" providerId="ADAL" clId="{9497E8AF-9F97-425A-8CBF-1F86F02289FE}" dt="2022-11-16T05:37:46.416" v="2738" actId="478"/>
          <ac:picMkLst>
            <pc:docMk/>
            <pc:sldMk cId="1411243296" sldId="294"/>
            <ac:picMk id="3" creationId="{A236105B-2D7D-5F27-3EB5-F5409C5E871A}"/>
          </ac:picMkLst>
        </pc:picChg>
        <pc:picChg chg="add mod">
          <ac:chgData name="Natalie Abegesah" userId="70dbb83d-0fd1-45c2-9802-bf372af8db90" providerId="ADAL" clId="{9497E8AF-9F97-425A-8CBF-1F86F02289FE}" dt="2022-11-16T05:35:15.791" v="2715" actId="1076"/>
          <ac:picMkLst>
            <pc:docMk/>
            <pc:sldMk cId="1411243296" sldId="294"/>
            <ac:picMk id="5" creationId="{0F53D7E3-679A-9F3C-7E7A-DA3C1D889083}"/>
          </ac:picMkLst>
        </pc:picChg>
        <pc:picChg chg="add del mod">
          <ac:chgData name="Natalie Abegesah" userId="70dbb83d-0fd1-45c2-9802-bf372af8db90" providerId="ADAL" clId="{9497E8AF-9F97-425A-8CBF-1F86F02289FE}" dt="2022-11-16T05:37:31.145" v="2733"/>
          <ac:picMkLst>
            <pc:docMk/>
            <pc:sldMk cId="1411243296" sldId="294"/>
            <ac:picMk id="6" creationId="{AA1E9BD9-854B-62D4-BF43-2E88A51E3776}"/>
          </ac:picMkLst>
        </pc:picChg>
        <pc:picChg chg="del">
          <ac:chgData name="Natalie Abegesah" userId="70dbb83d-0fd1-45c2-9802-bf372af8db90" providerId="ADAL" clId="{9497E8AF-9F97-425A-8CBF-1F86F02289FE}" dt="2022-11-16T05:35:04.425" v="2710" actId="478"/>
          <ac:picMkLst>
            <pc:docMk/>
            <pc:sldMk cId="1411243296" sldId="294"/>
            <ac:picMk id="9" creationId="{E8974301-80EA-CB98-97EE-3D5A498C3216}"/>
          </ac:picMkLst>
        </pc:picChg>
        <pc:picChg chg="add mod">
          <ac:chgData name="Natalie Abegesah" userId="70dbb83d-0fd1-45c2-9802-bf372af8db90" providerId="ADAL" clId="{9497E8AF-9F97-425A-8CBF-1F86F02289FE}" dt="2022-11-16T05:37:47.496" v="2739"/>
          <ac:picMkLst>
            <pc:docMk/>
            <pc:sldMk cId="1411243296" sldId="294"/>
            <ac:picMk id="10" creationId="{7064D7A3-FAA0-2749-1D71-235A3913BF78}"/>
          </ac:picMkLst>
        </pc:picChg>
        <pc:picChg chg="del">
          <ac:chgData name="Natalie Abegesah" userId="70dbb83d-0fd1-45c2-9802-bf372af8db90" providerId="ADAL" clId="{9497E8AF-9F97-425A-8CBF-1F86F02289FE}" dt="2022-11-16T05:30:29.456" v="2705" actId="478"/>
          <ac:picMkLst>
            <pc:docMk/>
            <pc:sldMk cId="1411243296" sldId="294"/>
            <ac:picMk id="19" creationId="{1631763D-493F-7FA1-8ECD-97094AB7C6D7}"/>
          </ac:picMkLst>
        </pc:picChg>
      </pc:sldChg>
      <pc:sldChg chg="del">
        <pc:chgData name="Natalie Abegesah" userId="70dbb83d-0fd1-45c2-9802-bf372af8db90" providerId="ADAL" clId="{9497E8AF-9F97-425A-8CBF-1F86F02289FE}" dt="2022-11-16T03:39:31.414" v="0" actId="47"/>
        <pc:sldMkLst>
          <pc:docMk/>
          <pc:sldMk cId="746417670" sldId="295"/>
        </pc:sldMkLst>
      </pc:sldChg>
      <pc:sldChg chg="addSp delSp modSp add mod ord delAnim">
        <pc:chgData name="Natalie Abegesah" userId="70dbb83d-0fd1-45c2-9802-bf372af8db90" providerId="ADAL" clId="{9497E8AF-9F97-425A-8CBF-1F86F02289FE}" dt="2022-11-16T05:49:00.215" v="3345" actId="1076"/>
        <pc:sldMkLst>
          <pc:docMk/>
          <pc:sldMk cId="2655002365" sldId="295"/>
        </pc:sldMkLst>
        <pc:spChg chg="add del mod">
          <ac:chgData name="Natalie Abegesah" userId="70dbb83d-0fd1-45c2-9802-bf372af8db90" providerId="ADAL" clId="{9497E8AF-9F97-425A-8CBF-1F86F02289FE}" dt="2022-11-16T05:48:54.791" v="3341" actId="478"/>
          <ac:spMkLst>
            <pc:docMk/>
            <pc:sldMk cId="2655002365" sldId="295"/>
            <ac:spMk id="3" creationId="{DAA51D3B-1C2C-4FD2-96D5-6D29B9D8A6E7}"/>
          </ac:spMkLst>
        </pc:spChg>
        <pc:spChg chg="del">
          <ac:chgData name="Natalie Abegesah" userId="70dbb83d-0fd1-45c2-9802-bf372af8db90" providerId="ADAL" clId="{9497E8AF-9F97-425A-8CBF-1F86F02289FE}" dt="2022-11-16T05:48:45.427" v="3338" actId="478"/>
          <ac:spMkLst>
            <pc:docMk/>
            <pc:sldMk cId="2655002365" sldId="295"/>
            <ac:spMk id="8" creationId="{FB69A0BD-6A20-5B52-A31B-F9674845711A}"/>
          </ac:spMkLst>
        </pc:spChg>
        <pc:spChg chg="del">
          <ac:chgData name="Natalie Abegesah" userId="70dbb83d-0fd1-45c2-9802-bf372af8db90" providerId="ADAL" clId="{9497E8AF-9F97-425A-8CBF-1F86F02289FE}" dt="2022-11-16T05:48:45.074" v="3337" actId="478"/>
          <ac:spMkLst>
            <pc:docMk/>
            <pc:sldMk cId="2655002365" sldId="295"/>
            <ac:spMk id="12" creationId="{2F9A5423-68D4-E4E4-7B34-46F3A12FC5CD}"/>
          </ac:spMkLst>
        </pc:spChg>
        <pc:spChg chg="del">
          <ac:chgData name="Natalie Abegesah" userId="70dbb83d-0fd1-45c2-9802-bf372af8db90" providerId="ADAL" clId="{9497E8AF-9F97-425A-8CBF-1F86F02289FE}" dt="2022-11-16T05:48:47.510" v="3339" actId="478"/>
          <ac:spMkLst>
            <pc:docMk/>
            <pc:sldMk cId="2655002365" sldId="295"/>
            <ac:spMk id="15" creationId="{8003F362-17E4-FB63-A057-E00B46D51E2B}"/>
          </ac:spMkLst>
        </pc:spChg>
        <pc:picChg chg="del">
          <ac:chgData name="Natalie Abegesah" userId="70dbb83d-0fd1-45c2-9802-bf372af8db90" providerId="ADAL" clId="{9497E8AF-9F97-425A-8CBF-1F86F02289FE}" dt="2022-11-16T05:48:44.473" v="3336" actId="478"/>
          <ac:picMkLst>
            <pc:docMk/>
            <pc:sldMk cId="2655002365" sldId="295"/>
            <ac:picMk id="5" creationId="{0F53D7E3-679A-9F3C-7E7A-DA3C1D889083}"/>
          </ac:picMkLst>
        </pc:picChg>
        <pc:picChg chg="add mod">
          <ac:chgData name="Natalie Abegesah" userId="70dbb83d-0fd1-45c2-9802-bf372af8db90" providerId="ADAL" clId="{9497E8AF-9F97-425A-8CBF-1F86F02289FE}" dt="2022-11-16T05:49:00.215" v="3345" actId="1076"/>
          <ac:picMkLst>
            <pc:docMk/>
            <pc:sldMk cId="2655002365" sldId="295"/>
            <ac:picMk id="6" creationId="{B6D8EAA1-7A4E-7842-2E64-8F181846A318}"/>
          </ac:picMkLst>
        </pc:picChg>
        <pc:picChg chg="del">
          <ac:chgData name="Natalie Abegesah" userId="70dbb83d-0fd1-45c2-9802-bf372af8db90" providerId="ADAL" clId="{9497E8AF-9F97-425A-8CBF-1F86F02289FE}" dt="2022-11-16T05:48:43.889" v="3335" actId="478"/>
          <ac:picMkLst>
            <pc:docMk/>
            <pc:sldMk cId="2655002365" sldId="295"/>
            <ac:picMk id="10" creationId="{7064D7A3-FAA0-2749-1D71-235A3913BF78}"/>
          </ac:picMkLst>
        </pc:picChg>
        <pc:picChg chg="del">
          <ac:chgData name="Natalie Abegesah" userId="70dbb83d-0fd1-45c2-9802-bf372af8db90" providerId="ADAL" clId="{9497E8AF-9F97-425A-8CBF-1F86F02289FE}" dt="2022-11-16T05:48:55.439" v="3342" actId="478"/>
          <ac:picMkLst>
            <pc:docMk/>
            <pc:sldMk cId="2655002365" sldId="295"/>
            <ac:picMk id="22" creationId="{4BD837B3-1625-4E66-171C-6BFEB35A367D}"/>
          </ac:picMkLst>
        </pc:picChg>
        <pc:cxnChg chg="del">
          <ac:chgData name="Natalie Abegesah" userId="70dbb83d-0fd1-45c2-9802-bf372af8db90" providerId="ADAL" clId="{9497E8AF-9F97-425A-8CBF-1F86F02289FE}" dt="2022-11-16T05:48:51.254" v="3340" actId="478"/>
          <ac:cxnSpMkLst>
            <pc:docMk/>
            <pc:sldMk cId="2655002365" sldId="295"/>
            <ac:cxnSpMk id="14" creationId="{8B7CFDFC-6353-BBA2-D9F5-54DE3D190EB7}"/>
          </ac:cxnSpMkLst>
        </pc:cxnChg>
      </pc:sldChg>
      <pc:sldChg chg="del">
        <pc:chgData name="Natalie Abegesah" userId="70dbb83d-0fd1-45c2-9802-bf372af8db90" providerId="ADAL" clId="{9497E8AF-9F97-425A-8CBF-1F86F02289FE}" dt="2022-11-16T03:39:31.845" v="1" actId="47"/>
        <pc:sldMkLst>
          <pc:docMk/>
          <pc:sldMk cId="1577956365" sldId="296"/>
        </pc:sldMkLst>
      </pc:sldChg>
      <pc:sldChg chg="addSp delSp modSp add mod delAnim">
        <pc:chgData name="Natalie Abegesah" userId="70dbb83d-0fd1-45c2-9802-bf372af8db90" providerId="ADAL" clId="{9497E8AF-9F97-425A-8CBF-1F86F02289FE}" dt="2022-11-16T05:53:14.808" v="3499" actId="404"/>
        <pc:sldMkLst>
          <pc:docMk/>
          <pc:sldMk cId="3182413635" sldId="296"/>
        </pc:sldMkLst>
        <pc:spChg chg="add del mod">
          <ac:chgData name="Natalie Abegesah" userId="70dbb83d-0fd1-45c2-9802-bf372af8db90" providerId="ADAL" clId="{9497E8AF-9F97-425A-8CBF-1F86F02289FE}" dt="2022-11-16T05:49:23.598" v="3354" actId="478"/>
          <ac:spMkLst>
            <pc:docMk/>
            <pc:sldMk cId="3182413635" sldId="296"/>
            <ac:spMk id="3" creationId="{A37D6026-7B8C-AABD-7C1E-02378A2ED47B}"/>
          </ac:spMkLst>
        </pc:spChg>
        <pc:spChg chg="add mod">
          <ac:chgData name="Natalie Abegesah" userId="70dbb83d-0fd1-45c2-9802-bf372af8db90" providerId="ADAL" clId="{9497E8AF-9F97-425A-8CBF-1F86F02289FE}" dt="2022-11-16T05:53:14.808" v="3499" actId="404"/>
          <ac:spMkLst>
            <pc:docMk/>
            <pc:sldMk cId="3182413635" sldId="296"/>
            <ac:spMk id="6" creationId="{9B9A1ED7-97D1-8C9D-0C64-CC0F33D41DBC}"/>
          </ac:spMkLst>
        </pc:spChg>
        <pc:spChg chg="del mod">
          <ac:chgData name="Natalie Abegesah" userId="70dbb83d-0fd1-45c2-9802-bf372af8db90" providerId="ADAL" clId="{9497E8AF-9F97-425A-8CBF-1F86F02289FE}" dt="2022-11-16T05:49:17.867" v="3352" actId="478"/>
          <ac:spMkLst>
            <pc:docMk/>
            <pc:sldMk cId="3182413635" sldId="296"/>
            <ac:spMk id="8" creationId="{FB69A0BD-6A20-5B52-A31B-F9674845711A}"/>
          </ac:spMkLst>
        </pc:spChg>
        <pc:spChg chg="del">
          <ac:chgData name="Natalie Abegesah" userId="70dbb83d-0fd1-45c2-9802-bf372af8db90" providerId="ADAL" clId="{9497E8AF-9F97-425A-8CBF-1F86F02289FE}" dt="2022-11-16T05:49:16.066" v="3349" actId="478"/>
          <ac:spMkLst>
            <pc:docMk/>
            <pc:sldMk cId="3182413635" sldId="296"/>
            <ac:spMk id="12" creationId="{2F9A5423-68D4-E4E4-7B34-46F3A12FC5CD}"/>
          </ac:spMkLst>
        </pc:spChg>
        <pc:spChg chg="del">
          <ac:chgData name="Natalie Abegesah" userId="70dbb83d-0fd1-45c2-9802-bf372af8db90" providerId="ADAL" clId="{9497E8AF-9F97-425A-8CBF-1F86F02289FE}" dt="2022-11-16T05:49:16.423" v="3350" actId="478"/>
          <ac:spMkLst>
            <pc:docMk/>
            <pc:sldMk cId="3182413635" sldId="296"/>
            <ac:spMk id="27" creationId="{C47A14E0-8221-9D53-14B8-D3C6AD56A9FF}"/>
          </ac:spMkLst>
        </pc:spChg>
        <pc:spChg chg="del">
          <ac:chgData name="Natalie Abegesah" userId="70dbb83d-0fd1-45c2-9802-bf372af8db90" providerId="ADAL" clId="{9497E8AF-9F97-425A-8CBF-1F86F02289FE}" dt="2022-11-16T05:49:25.371" v="3356" actId="478"/>
          <ac:spMkLst>
            <pc:docMk/>
            <pc:sldMk cId="3182413635" sldId="296"/>
            <ac:spMk id="32" creationId="{764B53EA-D9F8-21FC-83E5-956D23AA4608}"/>
          </ac:spMkLst>
        </pc:spChg>
        <pc:spChg chg="del">
          <ac:chgData name="Natalie Abegesah" userId="70dbb83d-0fd1-45c2-9802-bf372af8db90" providerId="ADAL" clId="{9497E8AF-9F97-425A-8CBF-1F86F02289FE}" dt="2022-11-16T05:49:19.687" v="3353" actId="478"/>
          <ac:spMkLst>
            <pc:docMk/>
            <pc:sldMk cId="3182413635" sldId="296"/>
            <ac:spMk id="33" creationId="{9F0255ED-320E-DB65-23CA-0B40C69DF8EE}"/>
          </ac:spMkLst>
        </pc:spChg>
        <pc:spChg chg="del">
          <ac:chgData name="Natalie Abegesah" userId="70dbb83d-0fd1-45c2-9802-bf372af8db90" providerId="ADAL" clId="{9497E8AF-9F97-425A-8CBF-1F86F02289FE}" dt="2022-11-16T05:49:26.065" v="3357" actId="478"/>
          <ac:spMkLst>
            <pc:docMk/>
            <pc:sldMk cId="3182413635" sldId="296"/>
            <ac:spMk id="34" creationId="{938A10A0-D1D1-7EED-016C-F3CD9A96C33E}"/>
          </ac:spMkLst>
        </pc:spChg>
        <pc:picChg chg="add mod">
          <ac:chgData name="Natalie Abegesah" userId="70dbb83d-0fd1-45c2-9802-bf372af8db90" providerId="ADAL" clId="{9497E8AF-9F97-425A-8CBF-1F86F02289FE}" dt="2022-11-16T05:52:22.793" v="3361" actId="1076"/>
          <ac:picMkLst>
            <pc:docMk/>
            <pc:sldMk cId="3182413635" sldId="296"/>
            <ac:picMk id="5" creationId="{C7BBDBA1-A5F6-C65C-22C1-CFC86C02D60F}"/>
          </ac:picMkLst>
        </pc:picChg>
        <pc:picChg chg="del">
          <ac:chgData name="Natalie Abegesah" userId="70dbb83d-0fd1-45c2-9802-bf372af8db90" providerId="ADAL" clId="{9497E8AF-9F97-425A-8CBF-1F86F02289FE}" dt="2022-11-16T05:49:15.379" v="3348" actId="478"/>
          <ac:picMkLst>
            <pc:docMk/>
            <pc:sldMk cId="3182413635" sldId="296"/>
            <ac:picMk id="24" creationId="{B702DC28-8F63-5CB2-C44E-AE43ACC77F84}"/>
          </ac:picMkLst>
        </pc:picChg>
        <pc:picChg chg="del">
          <ac:chgData name="Natalie Abegesah" userId="70dbb83d-0fd1-45c2-9802-bf372af8db90" providerId="ADAL" clId="{9497E8AF-9F97-425A-8CBF-1F86F02289FE}" dt="2022-11-16T05:49:14.203" v="3347" actId="478"/>
          <ac:picMkLst>
            <pc:docMk/>
            <pc:sldMk cId="3182413635" sldId="296"/>
            <ac:picMk id="25" creationId="{E5B6D3AE-3993-B81B-D3D7-4FE52F1140F4}"/>
          </ac:picMkLst>
        </pc:picChg>
        <pc:picChg chg="del">
          <ac:chgData name="Natalie Abegesah" userId="70dbb83d-0fd1-45c2-9802-bf372af8db90" providerId="ADAL" clId="{9497E8AF-9F97-425A-8CBF-1F86F02289FE}" dt="2022-11-16T05:49:24.360" v="3355" actId="478"/>
          <ac:picMkLst>
            <pc:docMk/>
            <pc:sldMk cId="3182413635" sldId="296"/>
            <ac:picMk id="31" creationId="{60589924-42C6-C81E-9655-7EB1247142A2}"/>
          </ac:picMkLst>
        </pc:picChg>
        <pc:cxnChg chg="del">
          <ac:chgData name="Natalie Abegesah" userId="70dbb83d-0fd1-45c2-9802-bf372af8db90" providerId="ADAL" clId="{9497E8AF-9F97-425A-8CBF-1F86F02289FE}" dt="2022-11-16T05:49:27.451" v="3358" actId="478"/>
          <ac:cxnSpMkLst>
            <pc:docMk/>
            <pc:sldMk cId="3182413635" sldId="296"/>
            <ac:cxnSpMk id="14" creationId="{8B7CFDFC-6353-BBA2-D9F5-54DE3D190EB7}"/>
          </ac:cxnSpMkLst>
        </pc:cxnChg>
      </pc:sldChg>
      <pc:sldChg chg="del">
        <pc:chgData name="Natalie Abegesah" userId="70dbb83d-0fd1-45c2-9802-bf372af8db90" providerId="ADAL" clId="{9497E8AF-9F97-425A-8CBF-1F86F02289FE}" dt="2022-11-16T03:39:33.147" v="2" actId="47"/>
        <pc:sldMkLst>
          <pc:docMk/>
          <pc:sldMk cId="545270821" sldId="297"/>
        </pc:sldMkLst>
      </pc:sldChg>
      <pc:sldChg chg="addSp delSp modSp add mod">
        <pc:chgData name="Natalie Abegesah" userId="70dbb83d-0fd1-45c2-9802-bf372af8db90" providerId="ADAL" clId="{9497E8AF-9F97-425A-8CBF-1F86F02289FE}" dt="2022-11-16T05:54:56.609" v="3513" actId="1076"/>
        <pc:sldMkLst>
          <pc:docMk/>
          <pc:sldMk cId="1489726072" sldId="297"/>
        </pc:sldMkLst>
        <pc:picChg chg="add del mod">
          <ac:chgData name="Natalie Abegesah" userId="70dbb83d-0fd1-45c2-9802-bf372af8db90" providerId="ADAL" clId="{9497E8AF-9F97-425A-8CBF-1F86F02289FE}" dt="2022-11-16T05:54:51.265" v="3510" actId="478"/>
          <ac:picMkLst>
            <pc:docMk/>
            <pc:sldMk cId="1489726072" sldId="297"/>
            <ac:picMk id="3" creationId="{E110EC66-B625-D0BC-8430-604D52B38BED}"/>
          </ac:picMkLst>
        </pc:picChg>
        <pc:picChg chg="del">
          <ac:chgData name="Natalie Abegesah" userId="70dbb83d-0fd1-45c2-9802-bf372af8db90" providerId="ADAL" clId="{9497E8AF-9F97-425A-8CBF-1F86F02289FE}" dt="2022-11-16T05:53:22.589" v="3501" actId="478"/>
          <ac:picMkLst>
            <pc:docMk/>
            <pc:sldMk cId="1489726072" sldId="297"/>
            <ac:picMk id="5" creationId="{C7BBDBA1-A5F6-C65C-22C1-CFC86C02D60F}"/>
          </ac:picMkLst>
        </pc:picChg>
        <pc:picChg chg="add mod">
          <ac:chgData name="Natalie Abegesah" userId="70dbb83d-0fd1-45c2-9802-bf372af8db90" providerId="ADAL" clId="{9497E8AF-9F97-425A-8CBF-1F86F02289FE}" dt="2022-11-16T05:54:56.609" v="3513" actId="1076"/>
          <ac:picMkLst>
            <pc:docMk/>
            <pc:sldMk cId="1489726072" sldId="297"/>
            <ac:picMk id="8" creationId="{5A903BBE-4E59-B792-096D-620AFA87DB01}"/>
          </ac:picMkLst>
        </pc:picChg>
      </pc:sldChg>
      <pc:sldChg chg="del">
        <pc:chgData name="Natalie Abegesah" userId="70dbb83d-0fd1-45c2-9802-bf372af8db90" providerId="ADAL" clId="{9497E8AF-9F97-425A-8CBF-1F86F02289FE}" dt="2022-11-16T03:39:33.556" v="8" actId="47"/>
        <pc:sldMkLst>
          <pc:docMk/>
          <pc:sldMk cId="2105787816" sldId="298"/>
        </pc:sldMkLst>
      </pc:sldChg>
      <pc:sldChg chg="modSp add mod ord">
        <pc:chgData name="Natalie Abegesah" userId="70dbb83d-0fd1-45c2-9802-bf372af8db90" providerId="ADAL" clId="{9497E8AF-9F97-425A-8CBF-1F86F02289FE}" dt="2022-11-16T05:55:00.447" v="3515" actId="1076"/>
        <pc:sldMkLst>
          <pc:docMk/>
          <pc:sldMk cId="2591825485" sldId="298"/>
        </pc:sldMkLst>
        <pc:picChg chg="mod">
          <ac:chgData name="Natalie Abegesah" userId="70dbb83d-0fd1-45c2-9802-bf372af8db90" providerId="ADAL" clId="{9497E8AF-9F97-425A-8CBF-1F86F02289FE}" dt="2022-11-16T05:55:00.447" v="3515" actId="1076"/>
          <ac:picMkLst>
            <pc:docMk/>
            <pc:sldMk cId="2591825485" sldId="298"/>
            <ac:picMk id="3" creationId="{E110EC66-B625-D0BC-8430-604D52B38BED}"/>
          </ac:picMkLst>
        </pc:picChg>
      </pc:sldChg>
      <pc:sldChg chg="addSp delSp modSp add mod">
        <pc:chgData name="Natalie Abegesah" userId="70dbb83d-0fd1-45c2-9802-bf372af8db90" providerId="ADAL" clId="{9497E8AF-9F97-425A-8CBF-1F86F02289FE}" dt="2022-11-16T06:26:47.232" v="4680" actId="1076"/>
        <pc:sldMkLst>
          <pc:docMk/>
          <pc:sldMk cId="116549647" sldId="299"/>
        </pc:sldMkLst>
        <pc:spChg chg="add del mod">
          <ac:chgData name="Natalie Abegesah" userId="70dbb83d-0fd1-45c2-9802-bf372af8db90" providerId="ADAL" clId="{9497E8AF-9F97-425A-8CBF-1F86F02289FE}" dt="2022-11-16T06:01:03.008" v="3532"/>
          <ac:spMkLst>
            <pc:docMk/>
            <pc:sldMk cId="116549647" sldId="299"/>
            <ac:spMk id="8" creationId="{C09E4485-3320-B92E-697B-179D212E6F51}"/>
          </ac:spMkLst>
        </pc:spChg>
        <pc:spChg chg="add del mod">
          <ac:chgData name="Natalie Abegesah" userId="70dbb83d-0fd1-45c2-9802-bf372af8db90" providerId="ADAL" clId="{9497E8AF-9F97-425A-8CBF-1F86F02289FE}" dt="2022-11-16T06:01:03.008" v="3530" actId="478"/>
          <ac:spMkLst>
            <pc:docMk/>
            <pc:sldMk cId="116549647" sldId="299"/>
            <ac:spMk id="9" creationId="{EA5714FA-3DC8-9B22-F9D2-CF65F16709ED}"/>
          </ac:spMkLst>
        </pc:spChg>
        <pc:spChg chg="add mod">
          <ac:chgData name="Natalie Abegesah" userId="70dbb83d-0fd1-45c2-9802-bf372af8db90" providerId="ADAL" clId="{9497E8AF-9F97-425A-8CBF-1F86F02289FE}" dt="2022-11-16T06:02:30.191" v="3669" actId="1076"/>
          <ac:spMkLst>
            <pc:docMk/>
            <pc:sldMk cId="116549647" sldId="299"/>
            <ac:spMk id="10" creationId="{F4DAF0FE-A4EC-7439-4D1A-2C68A8A53D50}"/>
          </ac:spMkLst>
        </pc:spChg>
        <pc:spChg chg="add mod">
          <ac:chgData name="Natalie Abegesah" userId="70dbb83d-0fd1-45c2-9802-bf372af8db90" providerId="ADAL" clId="{9497E8AF-9F97-425A-8CBF-1F86F02289FE}" dt="2022-11-16T06:02:33.730" v="3670" actId="1076"/>
          <ac:spMkLst>
            <pc:docMk/>
            <pc:sldMk cId="116549647" sldId="299"/>
            <ac:spMk id="11" creationId="{A2B1D89E-2022-878B-766D-1A02883762B1}"/>
          </ac:spMkLst>
        </pc:spChg>
        <pc:spChg chg="add mod">
          <ac:chgData name="Natalie Abegesah" userId="70dbb83d-0fd1-45c2-9802-bf372af8db90" providerId="ADAL" clId="{9497E8AF-9F97-425A-8CBF-1F86F02289FE}" dt="2022-11-16T06:02:38.990" v="3671" actId="1076"/>
          <ac:spMkLst>
            <pc:docMk/>
            <pc:sldMk cId="116549647" sldId="299"/>
            <ac:spMk id="12" creationId="{4725D598-B187-8CC5-622B-7C08C1B9F6FE}"/>
          </ac:spMkLst>
        </pc:spChg>
        <pc:spChg chg="add mod">
          <ac:chgData name="Natalie Abegesah" userId="70dbb83d-0fd1-45c2-9802-bf372af8db90" providerId="ADAL" clId="{9497E8AF-9F97-425A-8CBF-1F86F02289FE}" dt="2022-11-16T06:21:45.767" v="4431" actId="20577"/>
          <ac:spMkLst>
            <pc:docMk/>
            <pc:sldMk cId="116549647" sldId="299"/>
            <ac:spMk id="13" creationId="{2615814D-11C7-1EC8-8D0D-2CEEC49D5076}"/>
          </ac:spMkLst>
        </pc:spChg>
        <pc:spChg chg="add mod">
          <ac:chgData name="Natalie Abegesah" userId="70dbb83d-0fd1-45c2-9802-bf372af8db90" providerId="ADAL" clId="{9497E8AF-9F97-425A-8CBF-1F86F02289FE}" dt="2022-11-16T06:02:46.069" v="3675" actId="20577"/>
          <ac:spMkLst>
            <pc:docMk/>
            <pc:sldMk cId="116549647" sldId="299"/>
            <ac:spMk id="14" creationId="{18359735-AF9B-27ED-7300-6E1902657BBD}"/>
          </ac:spMkLst>
        </pc:spChg>
        <pc:picChg chg="add del mod">
          <ac:chgData name="Natalie Abegesah" userId="70dbb83d-0fd1-45c2-9802-bf372af8db90" providerId="ADAL" clId="{9497E8AF-9F97-425A-8CBF-1F86F02289FE}" dt="2022-11-16T06:26:42.525" v="4676" actId="478"/>
          <ac:picMkLst>
            <pc:docMk/>
            <pc:sldMk cId="116549647" sldId="299"/>
            <ac:picMk id="3" creationId="{0056C2AE-14BF-E6E5-7775-AA4A1F721852}"/>
          </ac:picMkLst>
        </pc:picChg>
        <pc:picChg chg="add mod">
          <ac:chgData name="Natalie Abegesah" userId="70dbb83d-0fd1-45c2-9802-bf372af8db90" providerId="ADAL" clId="{9497E8AF-9F97-425A-8CBF-1F86F02289FE}" dt="2022-11-16T06:00:52.064" v="3528" actId="1076"/>
          <ac:picMkLst>
            <pc:docMk/>
            <pc:sldMk cId="116549647" sldId="299"/>
            <ac:picMk id="5" creationId="{39BFD3EA-BE7A-620A-E235-13A04349AB2F}"/>
          </ac:picMkLst>
        </pc:picChg>
        <pc:picChg chg="del">
          <ac:chgData name="Natalie Abegesah" userId="70dbb83d-0fd1-45c2-9802-bf372af8db90" providerId="ADAL" clId="{9497E8AF-9F97-425A-8CBF-1F86F02289FE}" dt="2022-11-16T05:55:38.739" v="3518" actId="478"/>
          <ac:picMkLst>
            <pc:docMk/>
            <pc:sldMk cId="116549647" sldId="299"/>
            <ac:picMk id="6" creationId="{B6D8EAA1-7A4E-7842-2E64-8F181846A318}"/>
          </ac:picMkLst>
        </pc:picChg>
        <pc:picChg chg="add mod">
          <ac:chgData name="Natalie Abegesah" userId="70dbb83d-0fd1-45c2-9802-bf372af8db90" providerId="ADAL" clId="{9497E8AF-9F97-425A-8CBF-1F86F02289FE}" dt="2022-11-16T06:26:47.232" v="4680" actId="1076"/>
          <ac:picMkLst>
            <pc:docMk/>
            <pc:sldMk cId="116549647" sldId="299"/>
            <ac:picMk id="16" creationId="{BBC27083-4B05-E6BC-E98E-068507F6FA45}"/>
          </ac:picMkLst>
        </pc:picChg>
      </pc:sldChg>
      <pc:sldChg chg="del">
        <pc:chgData name="Natalie Abegesah" userId="70dbb83d-0fd1-45c2-9802-bf372af8db90" providerId="ADAL" clId="{9497E8AF-9F97-425A-8CBF-1F86F02289FE}" dt="2022-11-16T03:39:33.176" v="3" actId="47"/>
        <pc:sldMkLst>
          <pc:docMk/>
          <pc:sldMk cId="3731585094" sldId="299"/>
        </pc:sldMkLst>
      </pc:sldChg>
      <pc:sldChg chg="del">
        <pc:chgData name="Natalie Abegesah" userId="70dbb83d-0fd1-45c2-9802-bf372af8db90" providerId="ADAL" clId="{9497E8AF-9F97-425A-8CBF-1F86F02289FE}" dt="2022-11-16T03:39:33.202" v="4" actId="47"/>
        <pc:sldMkLst>
          <pc:docMk/>
          <pc:sldMk cId="2327383491" sldId="300"/>
        </pc:sldMkLst>
      </pc:sldChg>
      <pc:sldChg chg="addSp delSp modSp add mod">
        <pc:chgData name="Natalie Abegesah" userId="70dbb83d-0fd1-45c2-9802-bf372af8db90" providerId="ADAL" clId="{9497E8AF-9F97-425A-8CBF-1F86F02289FE}" dt="2022-11-16T06:26:53.176" v="4684" actId="1076"/>
        <pc:sldMkLst>
          <pc:docMk/>
          <pc:sldMk cId="2785062374" sldId="300"/>
        </pc:sldMkLst>
        <pc:spChg chg="add mod">
          <ac:chgData name="Natalie Abegesah" userId="70dbb83d-0fd1-45c2-9802-bf372af8db90" providerId="ADAL" clId="{9497E8AF-9F97-425A-8CBF-1F86F02289FE}" dt="2022-11-16T06:07:27.282" v="3956" actId="20577"/>
          <ac:spMkLst>
            <pc:docMk/>
            <pc:sldMk cId="2785062374" sldId="300"/>
            <ac:spMk id="6" creationId="{0AD3DBA2-7E32-4AC2-BFC0-883BC5241585}"/>
          </ac:spMkLst>
        </pc:spChg>
        <pc:spChg chg="add del mod">
          <ac:chgData name="Natalie Abegesah" userId="70dbb83d-0fd1-45c2-9802-bf372af8db90" providerId="ADAL" clId="{9497E8AF-9F97-425A-8CBF-1F86F02289FE}" dt="2022-11-16T06:10:00.188" v="4193" actId="478"/>
          <ac:spMkLst>
            <pc:docMk/>
            <pc:sldMk cId="2785062374" sldId="300"/>
            <ac:spMk id="8" creationId="{989E0E90-7FC1-9D44-72A4-AB35CEFE317A}"/>
          </ac:spMkLst>
        </pc:spChg>
        <pc:spChg chg="add mod">
          <ac:chgData name="Natalie Abegesah" userId="70dbb83d-0fd1-45c2-9802-bf372af8db90" providerId="ADAL" clId="{9497E8AF-9F97-425A-8CBF-1F86F02289FE}" dt="2022-11-16T06:09:13.404" v="4088" actId="20577"/>
          <ac:spMkLst>
            <pc:docMk/>
            <pc:sldMk cId="2785062374" sldId="300"/>
            <ac:spMk id="9" creationId="{A2136794-BB80-2EF0-A901-D1513F52A382}"/>
          </ac:spMkLst>
        </pc:spChg>
        <pc:spChg chg="del">
          <ac:chgData name="Natalie Abegesah" userId="70dbb83d-0fd1-45c2-9802-bf372af8db90" providerId="ADAL" clId="{9497E8AF-9F97-425A-8CBF-1F86F02289FE}" dt="2022-11-16T06:05:59.633" v="3881" actId="478"/>
          <ac:spMkLst>
            <pc:docMk/>
            <pc:sldMk cId="2785062374" sldId="300"/>
            <ac:spMk id="10" creationId="{F4DAF0FE-A4EC-7439-4D1A-2C68A8A53D50}"/>
          </ac:spMkLst>
        </pc:spChg>
        <pc:spChg chg="del">
          <ac:chgData name="Natalie Abegesah" userId="70dbb83d-0fd1-45c2-9802-bf372af8db90" providerId="ADAL" clId="{9497E8AF-9F97-425A-8CBF-1F86F02289FE}" dt="2022-11-16T06:05:57.816" v="3880" actId="478"/>
          <ac:spMkLst>
            <pc:docMk/>
            <pc:sldMk cId="2785062374" sldId="300"/>
            <ac:spMk id="11" creationId="{A2B1D89E-2022-878B-766D-1A02883762B1}"/>
          </ac:spMkLst>
        </pc:spChg>
        <pc:spChg chg="del">
          <ac:chgData name="Natalie Abegesah" userId="70dbb83d-0fd1-45c2-9802-bf372af8db90" providerId="ADAL" clId="{9497E8AF-9F97-425A-8CBF-1F86F02289FE}" dt="2022-11-16T06:05:56.819" v="3879" actId="478"/>
          <ac:spMkLst>
            <pc:docMk/>
            <pc:sldMk cId="2785062374" sldId="300"/>
            <ac:spMk id="12" creationId="{4725D598-B187-8CC5-622B-7C08C1B9F6FE}"/>
          </ac:spMkLst>
        </pc:spChg>
        <pc:spChg chg="mod">
          <ac:chgData name="Natalie Abegesah" userId="70dbb83d-0fd1-45c2-9802-bf372af8db90" providerId="ADAL" clId="{9497E8AF-9F97-425A-8CBF-1F86F02289FE}" dt="2022-11-16T06:21:43.480" v="4429" actId="20577"/>
          <ac:spMkLst>
            <pc:docMk/>
            <pc:sldMk cId="2785062374" sldId="300"/>
            <ac:spMk id="13" creationId="{2615814D-11C7-1EC8-8D0D-2CEEC49D5076}"/>
          </ac:spMkLst>
        </pc:spChg>
        <pc:spChg chg="del">
          <ac:chgData name="Natalie Abegesah" userId="70dbb83d-0fd1-45c2-9802-bf372af8db90" providerId="ADAL" clId="{9497E8AF-9F97-425A-8CBF-1F86F02289FE}" dt="2022-11-16T06:06:01.744" v="3882" actId="478"/>
          <ac:spMkLst>
            <pc:docMk/>
            <pc:sldMk cId="2785062374" sldId="300"/>
            <ac:spMk id="14" creationId="{18359735-AF9B-27ED-7300-6E1902657BBD}"/>
          </ac:spMkLst>
        </pc:spChg>
        <pc:spChg chg="add mod">
          <ac:chgData name="Natalie Abegesah" userId="70dbb83d-0fd1-45c2-9802-bf372af8db90" providerId="ADAL" clId="{9497E8AF-9F97-425A-8CBF-1F86F02289FE}" dt="2022-11-16T06:09:09.906" v="4085" actId="1076"/>
          <ac:spMkLst>
            <pc:docMk/>
            <pc:sldMk cId="2785062374" sldId="300"/>
            <ac:spMk id="15" creationId="{6EAB4FBE-02EE-8DD1-4393-826515968B8A}"/>
          </ac:spMkLst>
        </pc:spChg>
        <pc:spChg chg="add mod">
          <ac:chgData name="Natalie Abegesah" userId="70dbb83d-0fd1-45c2-9802-bf372af8db90" providerId="ADAL" clId="{9497E8AF-9F97-425A-8CBF-1F86F02289FE}" dt="2022-11-16T06:09:03.923" v="4082" actId="20577"/>
          <ac:spMkLst>
            <pc:docMk/>
            <pc:sldMk cId="2785062374" sldId="300"/>
            <ac:spMk id="16" creationId="{477BBD17-BA0F-72C7-8B8F-4ED3E3540FB7}"/>
          </ac:spMkLst>
        </pc:spChg>
        <pc:picChg chg="del">
          <ac:chgData name="Natalie Abegesah" userId="70dbb83d-0fd1-45c2-9802-bf372af8db90" providerId="ADAL" clId="{9497E8AF-9F97-425A-8CBF-1F86F02289FE}" dt="2022-11-16T06:26:49.273" v="4681" actId="478"/>
          <ac:picMkLst>
            <pc:docMk/>
            <pc:sldMk cId="2785062374" sldId="300"/>
            <ac:picMk id="3" creationId="{0056C2AE-14BF-E6E5-7775-AA4A1F721852}"/>
          </ac:picMkLst>
        </pc:picChg>
        <pc:picChg chg="add mod">
          <ac:chgData name="Natalie Abegesah" userId="70dbb83d-0fd1-45c2-9802-bf372af8db90" providerId="ADAL" clId="{9497E8AF-9F97-425A-8CBF-1F86F02289FE}" dt="2022-11-16T06:06:15.418" v="3887" actId="1076"/>
          <ac:picMkLst>
            <pc:docMk/>
            <pc:sldMk cId="2785062374" sldId="300"/>
            <ac:picMk id="4" creationId="{5674A80D-1E57-0EDA-5BBC-D57F466DC2BC}"/>
          </ac:picMkLst>
        </pc:picChg>
        <pc:picChg chg="del">
          <ac:chgData name="Natalie Abegesah" userId="70dbb83d-0fd1-45c2-9802-bf372af8db90" providerId="ADAL" clId="{9497E8AF-9F97-425A-8CBF-1F86F02289FE}" dt="2022-11-16T06:04:21.434" v="3876" actId="478"/>
          <ac:picMkLst>
            <pc:docMk/>
            <pc:sldMk cId="2785062374" sldId="300"/>
            <ac:picMk id="5" creationId="{39BFD3EA-BE7A-620A-E235-13A04349AB2F}"/>
          </ac:picMkLst>
        </pc:picChg>
        <pc:picChg chg="add mod">
          <ac:chgData name="Natalie Abegesah" userId="70dbb83d-0fd1-45c2-9802-bf372af8db90" providerId="ADAL" clId="{9497E8AF-9F97-425A-8CBF-1F86F02289FE}" dt="2022-11-16T06:26:53.176" v="4684" actId="1076"/>
          <ac:picMkLst>
            <pc:docMk/>
            <pc:sldMk cId="2785062374" sldId="300"/>
            <ac:picMk id="20" creationId="{B10EF45C-598B-8282-0407-31098B3D4D33}"/>
          </ac:picMkLst>
        </pc:picChg>
      </pc:sldChg>
      <pc:sldChg chg="addSp delSp modSp add mod">
        <pc:chgData name="Natalie Abegesah" userId="70dbb83d-0fd1-45c2-9802-bf372af8db90" providerId="ADAL" clId="{9497E8AF-9F97-425A-8CBF-1F86F02289FE}" dt="2022-11-16T06:27:01.202" v="4689" actId="14100"/>
        <pc:sldMkLst>
          <pc:docMk/>
          <pc:sldMk cId="1763341014" sldId="301"/>
        </pc:sldMkLst>
        <pc:spChg chg="mod">
          <ac:chgData name="Natalie Abegesah" userId="70dbb83d-0fd1-45c2-9802-bf372af8db90" providerId="ADAL" clId="{9497E8AF-9F97-425A-8CBF-1F86F02289FE}" dt="2022-11-16T06:13:39.473" v="4213" actId="1076"/>
          <ac:spMkLst>
            <pc:docMk/>
            <pc:sldMk cId="1763341014" sldId="301"/>
            <ac:spMk id="6" creationId="{0AD3DBA2-7E32-4AC2-BFC0-883BC5241585}"/>
          </ac:spMkLst>
        </pc:spChg>
        <pc:spChg chg="del">
          <ac:chgData name="Natalie Abegesah" userId="70dbb83d-0fd1-45c2-9802-bf372af8db90" providerId="ADAL" clId="{9497E8AF-9F97-425A-8CBF-1F86F02289FE}" dt="2022-11-16T06:13:08.889" v="4205" actId="478"/>
          <ac:spMkLst>
            <pc:docMk/>
            <pc:sldMk cId="1763341014" sldId="301"/>
            <ac:spMk id="9" creationId="{A2136794-BB80-2EF0-A901-D1513F52A382}"/>
          </ac:spMkLst>
        </pc:spChg>
        <pc:spChg chg="mod">
          <ac:chgData name="Natalie Abegesah" userId="70dbb83d-0fd1-45c2-9802-bf372af8db90" providerId="ADAL" clId="{9497E8AF-9F97-425A-8CBF-1F86F02289FE}" dt="2022-11-16T06:21:40.448" v="4427" actId="20577"/>
          <ac:spMkLst>
            <pc:docMk/>
            <pc:sldMk cId="1763341014" sldId="301"/>
            <ac:spMk id="13" creationId="{2615814D-11C7-1EC8-8D0D-2CEEC49D5076}"/>
          </ac:spMkLst>
        </pc:spChg>
        <pc:spChg chg="del">
          <ac:chgData name="Natalie Abegesah" userId="70dbb83d-0fd1-45c2-9802-bf372af8db90" providerId="ADAL" clId="{9497E8AF-9F97-425A-8CBF-1F86F02289FE}" dt="2022-11-16T06:13:08.106" v="4204" actId="478"/>
          <ac:spMkLst>
            <pc:docMk/>
            <pc:sldMk cId="1763341014" sldId="301"/>
            <ac:spMk id="15" creationId="{6EAB4FBE-02EE-8DD1-4393-826515968B8A}"/>
          </ac:spMkLst>
        </pc:spChg>
        <pc:spChg chg="mod">
          <ac:chgData name="Natalie Abegesah" userId="70dbb83d-0fd1-45c2-9802-bf372af8db90" providerId="ADAL" clId="{9497E8AF-9F97-425A-8CBF-1F86F02289FE}" dt="2022-11-16T06:13:34.745" v="4212" actId="1076"/>
          <ac:spMkLst>
            <pc:docMk/>
            <pc:sldMk cId="1763341014" sldId="301"/>
            <ac:spMk id="16" creationId="{477BBD17-BA0F-72C7-8B8F-4ED3E3540FB7}"/>
          </ac:spMkLst>
        </pc:spChg>
        <pc:picChg chg="del">
          <ac:chgData name="Natalie Abegesah" userId="70dbb83d-0fd1-45c2-9802-bf372af8db90" providerId="ADAL" clId="{9497E8AF-9F97-425A-8CBF-1F86F02289FE}" dt="2022-11-16T06:26:55.395" v="4685" actId="478"/>
          <ac:picMkLst>
            <pc:docMk/>
            <pc:sldMk cId="1763341014" sldId="301"/>
            <ac:picMk id="3" creationId="{0056C2AE-14BF-E6E5-7775-AA4A1F721852}"/>
          </ac:picMkLst>
        </pc:picChg>
        <pc:picChg chg="del">
          <ac:chgData name="Natalie Abegesah" userId="70dbb83d-0fd1-45c2-9802-bf372af8db90" providerId="ADAL" clId="{9497E8AF-9F97-425A-8CBF-1F86F02289FE}" dt="2022-11-16T06:12:35.793" v="4200" actId="478"/>
          <ac:picMkLst>
            <pc:docMk/>
            <pc:sldMk cId="1763341014" sldId="301"/>
            <ac:picMk id="4" creationId="{5674A80D-1E57-0EDA-5BBC-D57F466DC2BC}"/>
          </ac:picMkLst>
        </pc:picChg>
        <pc:picChg chg="add mod">
          <ac:chgData name="Natalie Abegesah" userId="70dbb83d-0fd1-45c2-9802-bf372af8db90" providerId="ADAL" clId="{9497E8AF-9F97-425A-8CBF-1F86F02289FE}" dt="2022-11-16T06:13:25.997" v="4210" actId="1076"/>
          <ac:picMkLst>
            <pc:docMk/>
            <pc:sldMk cId="1763341014" sldId="301"/>
            <ac:picMk id="5" creationId="{E72867E1-3DB3-2464-8A26-55D221BF65A5}"/>
          </ac:picMkLst>
        </pc:picChg>
        <pc:picChg chg="add mod">
          <ac:chgData name="Natalie Abegesah" userId="70dbb83d-0fd1-45c2-9802-bf372af8db90" providerId="ADAL" clId="{9497E8AF-9F97-425A-8CBF-1F86F02289FE}" dt="2022-11-16T06:21:04.697" v="4425" actId="1076"/>
          <ac:picMkLst>
            <pc:docMk/>
            <pc:sldMk cId="1763341014" sldId="301"/>
            <ac:picMk id="10" creationId="{5ED55F0B-0B6D-4338-00A4-22AD5A25B0E6}"/>
          </ac:picMkLst>
        </pc:picChg>
        <pc:picChg chg="add mod">
          <ac:chgData name="Natalie Abegesah" userId="70dbb83d-0fd1-45c2-9802-bf372af8db90" providerId="ADAL" clId="{9497E8AF-9F97-425A-8CBF-1F86F02289FE}" dt="2022-11-16T06:27:01.202" v="4689" actId="14100"/>
          <ac:picMkLst>
            <pc:docMk/>
            <pc:sldMk cId="1763341014" sldId="301"/>
            <ac:picMk id="12" creationId="{41BE75F4-8CFD-F8E6-DA6C-84D2C219815F}"/>
          </ac:picMkLst>
        </pc:picChg>
      </pc:sldChg>
      <pc:sldChg chg="del">
        <pc:chgData name="Natalie Abegesah" userId="70dbb83d-0fd1-45c2-9802-bf372af8db90" providerId="ADAL" clId="{9497E8AF-9F97-425A-8CBF-1F86F02289FE}" dt="2022-11-16T03:39:33.236" v="5" actId="47"/>
        <pc:sldMkLst>
          <pc:docMk/>
          <pc:sldMk cId="2062153912" sldId="301"/>
        </pc:sldMkLst>
      </pc:sldChg>
      <pc:sldChg chg="addSp delSp modSp add mod">
        <pc:chgData name="Natalie Abegesah" userId="70dbb83d-0fd1-45c2-9802-bf372af8db90" providerId="ADAL" clId="{9497E8AF-9F97-425A-8CBF-1F86F02289FE}" dt="2022-11-16T06:27:55.512" v="4821" actId="313"/>
        <pc:sldMkLst>
          <pc:docMk/>
          <pc:sldMk cId="216308511" sldId="302"/>
        </pc:sldMkLst>
        <pc:spChg chg="mod">
          <ac:chgData name="Natalie Abegesah" userId="70dbb83d-0fd1-45c2-9802-bf372af8db90" providerId="ADAL" clId="{9497E8AF-9F97-425A-8CBF-1F86F02289FE}" dt="2022-11-16T06:24:04.338" v="4490" actId="1076"/>
          <ac:spMkLst>
            <pc:docMk/>
            <pc:sldMk cId="216308511" sldId="302"/>
            <ac:spMk id="6" creationId="{0AD3DBA2-7E32-4AC2-BFC0-883BC5241585}"/>
          </ac:spMkLst>
        </pc:spChg>
        <pc:spChg chg="add mod">
          <ac:chgData name="Natalie Abegesah" userId="70dbb83d-0fd1-45c2-9802-bf372af8db90" providerId="ADAL" clId="{9497E8AF-9F97-425A-8CBF-1F86F02289FE}" dt="2022-11-16T06:23:26.177" v="4474" actId="1076"/>
          <ac:spMkLst>
            <pc:docMk/>
            <pc:sldMk cId="216308511" sldId="302"/>
            <ac:spMk id="11" creationId="{201307F5-AF3F-6579-2666-43ED0F18E214}"/>
          </ac:spMkLst>
        </pc:spChg>
        <pc:spChg chg="add mod">
          <ac:chgData name="Natalie Abegesah" userId="70dbb83d-0fd1-45c2-9802-bf372af8db90" providerId="ADAL" clId="{9497E8AF-9F97-425A-8CBF-1F86F02289FE}" dt="2022-11-16T06:24:01.488" v="4489" actId="1076"/>
          <ac:spMkLst>
            <pc:docMk/>
            <pc:sldMk cId="216308511" sldId="302"/>
            <ac:spMk id="12" creationId="{6AF6EA55-0725-28CC-F91B-FA3874E5ABE0}"/>
          </ac:spMkLst>
        </pc:spChg>
        <pc:spChg chg="mod">
          <ac:chgData name="Natalie Abegesah" userId="70dbb83d-0fd1-45c2-9802-bf372af8db90" providerId="ADAL" clId="{9497E8AF-9F97-425A-8CBF-1F86F02289FE}" dt="2022-11-16T06:27:55.512" v="4821" actId="313"/>
          <ac:spMkLst>
            <pc:docMk/>
            <pc:sldMk cId="216308511" sldId="302"/>
            <ac:spMk id="13" creationId="{2615814D-11C7-1EC8-8D0D-2CEEC49D5076}"/>
          </ac:spMkLst>
        </pc:spChg>
        <pc:spChg chg="add mod">
          <ac:chgData name="Natalie Abegesah" userId="70dbb83d-0fd1-45c2-9802-bf372af8db90" providerId="ADAL" clId="{9497E8AF-9F97-425A-8CBF-1F86F02289FE}" dt="2022-11-16T06:23:58.744" v="4488" actId="1076"/>
          <ac:spMkLst>
            <pc:docMk/>
            <pc:sldMk cId="216308511" sldId="302"/>
            <ac:spMk id="14" creationId="{4E7FD67F-D196-7FE3-D575-BC440D4D2CD7}"/>
          </ac:spMkLst>
        </pc:spChg>
        <pc:spChg chg="del">
          <ac:chgData name="Natalie Abegesah" userId="70dbb83d-0fd1-45c2-9802-bf372af8db90" providerId="ADAL" clId="{9497E8AF-9F97-425A-8CBF-1F86F02289FE}" dt="2022-11-16T06:23:55.320" v="4486" actId="478"/>
          <ac:spMkLst>
            <pc:docMk/>
            <pc:sldMk cId="216308511" sldId="302"/>
            <ac:spMk id="16" creationId="{477BBD17-BA0F-72C7-8B8F-4ED3E3540FB7}"/>
          </ac:spMkLst>
        </pc:spChg>
        <pc:spChg chg="add mod">
          <ac:chgData name="Natalie Abegesah" userId="70dbb83d-0fd1-45c2-9802-bf372af8db90" providerId="ADAL" clId="{9497E8AF-9F97-425A-8CBF-1F86F02289FE}" dt="2022-11-16T06:25:42.649" v="4648" actId="20577"/>
          <ac:spMkLst>
            <pc:docMk/>
            <pc:sldMk cId="216308511" sldId="302"/>
            <ac:spMk id="20" creationId="{902B7B89-6043-B097-6709-CD5678449AA3}"/>
          </ac:spMkLst>
        </pc:spChg>
        <pc:spChg chg="add mod">
          <ac:chgData name="Natalie Abegesah" userId="70dbb83d-0fd1-45c2-9802-bf372af8db90" providerId="ADAL" clId="{9497E8AF-9F97-425A-8CBF-1F86F02289FE}" dt="2022-11-16T06:25:57.457" v="4655" actId="1076"/>
          <ac:spMkLst>
            <pc:docMk/>
            <pc:sldMk cId="216308511" sldId="302"/>
            <ac:spMk id="21" creationId="{AFA70B4D-7419-C656-D2EC-48ECDD2F93DA}"/>
          </ac:spMkLst>
        </pc:spChg>
        <pc:picChg chg="del">
          <ac:chgData name="Natalie Abegesah" userId="70dbb83d-0fd1-45c2-9802-bf372af8db90" providerId="ADAL" clId="{9497E8AF-9F97-425A-8CBF-1F86F02289FE}" dt="2022-11-16T06:26:06.025" v="4656" actId="478"/>
          <ac:picMkLst>
            <pc:docMk/>
            <pc:sldMk cId="216308511" sldId="302"/>
            <ac:picMk id="3" creationId="{0056C2AE-14BF-E6E5-7775-AA4A1F721852}"/>
          </ac:picMkLst>
        </pc:picChg>
        <pc:picChg chg="add del mod">
          <ac:chgData name="Natalie Abegesah" userId="70dbb83d-0fd1-45c2-9802-bf372af8db90" providerId="ADAL" clId="{9497E8AF-9F97-425A-8CBF-1F86F02289FE}" dt="2022-11-16T06:22:39.160" v="4461" actId="478"/>
          <ac:picMkLst>
            <pc:docMk/>
            <pc:sldMk cId="216308511" sldId="302"/>
            <ac:picMk id="4" creationId="{ED78AD58-211A-9DC3-DD2A-C946CE843E58}"/>
          </ac:picMkLst>
        </pc:picChg>
        <pc:picChg chg="del">
          <ac:chgData name="Natalie Abegesah" userId="70dbb83d-0fd1-45c2-9802-bf372af8db90" providerId="ADAL" clId="{9497E8AF-9F97-425A-8CBF-1F86F02289FE}" dt="2022-11-16T06:22:05.816" v="4456" actId="478"/>
          <ac:picMkLst>
            <pc:docMk/>
            <pc:sldMk cId="216308511" sldId="302"/>
            <ac:picMk id="5" creationId="{E72867E1-3DB3-2464-8A26-55D221BF65A5}"/>
          </ac:picMkLst>
        </pc:picChg>
        <pc:picChg chg="add mod">
          <ac:chgData name="Natalie Abegesah" userId="70dbb83d-0fd1-45c2-9802-bf372af8db90" providerId="ADAL" clId="{9497E8AF-9F97-425A-8CBF-1F86F02289FE}" dt="2022-11-16T06:23:56.649" v="4487" actId="1076"/>
          <ac:picMkLst>
            <pc:docMk/>
            <pc:sldMk cId="216308511" sldId="302"/>
            <ac:picMk id="9" creationId="{55383581-F688-0D9A-2164-A5A065F14096}"/>
          </ac:picMkLst>
        </pc:picChg>
        <pc:picChg chg="del">
          <ac:chgData name="Natalie Abegesah" userId="70dbb83d-0fd1-45c2-9802-bf372af8db90" providerId="ADAL" clId="{9497E8AF-9F97-425A-8CBF-1F86F02289FE}" dt="2022-11-16T06:22:05.401" v="4455" actId="478"/>
          <ac:picMkLst>
            <pc:docMk/>
            <pc:sldMk cId="216308511" sldId="302"/>
            <ac:picMk id="10" creationId="{5ED55F0B-0B6D-4338-00A4-22AD5A25B0E6}"/>
          </ac:picMkLst>
        </pc:picChg>
        <pc:picChg chg="add mod">
          <ac:chgData name="Natalie Abegesah" userId="70dbb83d-0fd1-45c2-9802-bf372af8db90" providerId="ADAL" clId="{9497E8AF-9F97-425A-8CBF-1F86F02289FE}" dt="2022-11-16T06:25:33.999" v="4644" actId="1076"/>
          <ac:picMkLst>
            <pc:docMk/>
            <pc:sldMk cId="216308511" sldId="302"/>
            <ac:picMk id="19" creationId="{C785D43F-B90C-B5F5-6D5D-92E857A9B358}"/>
          </ac:picMkLst>
        </pc:picChg>
        <pc:picChg chg="add mod">
          <ac:chgData name="Natalie Abegesah" userId="70dbb83d-0fd1-45c2-9802-bf372af8db90" providerId="ADAL" clId="{9497E8AF-9F97-425A-8CBF-1F86F02289FE}" dt="2022-11-16T06:27:06.646" v="4692" actId="1076"/>
          <ac:picMkLst>
            <pc:docMk/>
            <pc:sldMk cId="216308511" sldId="302"/>
            <ac:picMk id="23" creationId="{645E3249-FB26-CA41-D550-8839B3E7573A}"/>
          </ac:picMkLst>
        </pc:picChg>
      </pc:sldChg>
      <pc:sldChg chg="del">
        <pc:chgData name="Natalie Abegesah" userId="70dbb83d-0fd1-45c2-9802-bf372af8db90" providerId="ADAL" clId="{9497E8AF-9F97-425A-8CBF-1F86F02289FE}" dt="2022-11-16T03:39:33.267" v="6" actId="47"/>
        <pc:sldMkLst>
          <pc:docMk/>
          <pc:sldMk cId="1789890990" sldId="303"/>
        </pc:sldMkLst>
      </pc:sldChg>
      <pc:sldChg chg="add ord">
        <pc:chgData name="Natalie Abegesah" userId="70dbb83d-0fd1-45c2-9802-bf372af8db90" providerId="ADAL" clId="{9497E8AF-9F97-425A-8CBF-1F86F02289FE}" dt="2022-11-16T06:28:28.117" v="4831"/>
        <pc:sldMkLst>
          <pc:docMk/>
          <pc:sldMk cId="2683629683" sldId="303"/>
        </pc:sldMkLst>
      </pc:sldChg>
      <pc:sldChg chg="del">
        <pc:chgData name="Natalie Abegesah" userId="70dbb83d-0fd1-45c2-9802-bf372af8db90" providerId="ADAL" clId="{9497E8AF-9F97-425A-8CBF-1F86F02289FE}" dt="2022-11-16T03:39:33.298" v="7" actId="47"/>
        <pc:sldMkLst>
          <pc:docMk/>
          <pc:sldMk cId="3531759158" sldId="304"/>
        </pc:sldMkLst>
      </pc:sldChg>
      <pc:sldChg chg="del">
        <pc:chgData name="Natalie Abegesah" userId="70dbb83d-0fd1-45c2-9802-bf372af8db90" providerId="ADAL" clId="{9497E8AF-9F97-425A-8CBF-1F86F02289FE}" dt="2022-11-16T03:39:33.604" v="9" actId="47"/>
        <pc:sldMkLst>
          <pc:docMk/>
          <pc:sldMk cId="3990202878" sldId="305"/>
        </pc:sldMkLst>
      </pc:sldChg>
      <pc:sldChg chg="del">
        <pc:chgData name="Natalie Abegesah" userId="70dbb83d-0fd1-45c2-9802-bf372af8db90" providerId="ADAL" clId="{9497E8AF-9F97-425A-8CBF-1F86F02289FE}" dt="2022-11-16T03:39:36.006" v="10" actId="47"/>
        <pc:sldMkLst>
          <pc:docMk/>
          <pc:sldMk cId="775576071" sldId="30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620392-7D43-44FB-A7AA-F3591010085F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163DFF-6ECD-4492-B544-8420C874084A}">
      <dgm:prSet phldrT="[Text]"/>
      <dgm:spPr/>
      <dgm:t>
        <a:bodyPr/>
        <a:lstStyle/>
        <a:p>
          <a:r>
            <a:rPr lang="en-US" dirty="0"/>
            <a:t>Employees</a:t>
          </a:r>
        </a:p>
      </dgm:t>
    </dgm:pt>
    <dgm:pt modelId="{B09BDE7E-9B6F-4263-9D9E-8D76D9AC8027}" type="parTrans" cxnId="{E15B94BF-EDD8-4A11-BC02-A9A6A7FF95AA}">
      <dgm:prSet/>
      <dgm:spPr/>
      <dgm:t>
        <a:bodyPr/>
        <a:lstStyle/>
        <a:p>
          <a:endParaRPr lang="en-US"/>
        </a:p>
      </dgm:t>
    </dgm:pt>
    <dgm:pt modelId="{A2E2512C-69A2-4619-952C-5BA8FA917298}" type="sibTrans" cxnId="{E15B94BF-EDD8-4A11-BC02-A9A6A7FF95AA}">
      <dgm:prSet/>
      <dgm:spPr/>
      <dgm:t>
        <a:bodyPr/>
        <a:lstStyle/>
        <a:p>
          <a:endParaRPr lang="en-US"/>
        </a:p>
      </dgm:t>
    </dgm:pt>
    <dgm:pt modelId="{585CBBBB-2285-4E62-90CB-8590696A7DAC}">
      <dgm:prSet phldrT="[Text]"/>
      <dgm:spPr/>
      <dgm:t>
        <a:bodyPr/>
        <a:lstStyle/>
        <a:p>
          <a:r>
            <a:rPr lang="en-US" b="1" dirty="0"/>
            <a:t>Dec 1</a:t>
          </a:r>
          <a:r>
            <a:rPr lang="en-US" b="1" baseline="30000" dirty="0"/>
            <a:t>st</a:t>
          </a:r>
          <a:r>
            <a:rPr lang="en-US" b="1" dirty="0"/>
            <a:t> to Dec 15</a:t>
          </a:r>
          <a:r>
            <a:rPr lang="en-US" b="1" baseline="30000" dirty="0"/>
            <a:t>th</a:t>
          </a:r>
          <a:r>
            <a:rPr lang="en-US" b="1" dirty="0"/>
            <a:t> </a:t>
          </a:r>
        </a:p>
      </dgm:t>
    </dgm:pt>
    <dgm:pt modelId="{4C600833-3138-4387-836D-02DE3FAC41B6}" type="parTrans" cxnId="{490C5849-B2C4-425F-8E02-CB925860128D}">
      <dgm:prSet/>
      <dgm:spPr/>
      <dgm:t>
        <a:bodyPr/>
        <a:lstStyle/>
        <a:p>
          <a:endParaRPr lang="en-US"/>
        </a:p>
      </dgm:t>
    </dgm:pt>
    <dgm:pt modelId="{5424A483-967F-473C-BE02-115005A1AE5E}" type="sibTrans" cxnId="{490C5849-B2C4-425F-8E02-CB925860128D}">
      <dgm:prSet/>
      <dgm:spPr/>
      <dgm:t>
        <a:bodyPr/>
        <a:lstStyle/>
        <a:p>
          <a:endParaRPr lang="en-US"/>
        </a:p>
      </dgm:t>
    </dgm:pt>
    <dgm:pt modelId="{B361D61A-B6D5-43FD-9C66-90FA5C6AE794}">
      <dgm:prSet phldrT="[Text]"/>
      <dgm:spPr/>
      <dgm:t>
        <a:bodyPr/>
        <a:lstStyle/>
        <a:p>
          <a:r>
            <a:rPr lang="en-US" dirty="0"/>
            <a:t>Supervisor</a:t>
          </a:r>
        </a:p>
      </dgm:t>
    </dgm:pt>
    <dgm:pt modelId="{64DCF74D-4B9F-493F-A61D-122DA2D2883A}" type="parTrans" cxnId="{9BD70AAA-A037-4D60-B75F-4969CF9EB7B5}">
      <dgm:prSet/>
      <dgm:spPr/>
      <dgm:t>
        <a:bodyPr/>
        <a:lstStyle/>
        <a:p>
          <a:endParaRPr lang="en-US"/>
        </a:p>
      </dgm:t>
    </dgm:pt>
    <dgm:pt modelId="{F6939814-999A-4B35-B504-0A318E3A3B3B}" type="sibTrans" cxnId="{9BD70AAA-A037-4D60-B75F-4969CF9EB7B5}">
      <dgm:prSet/>
      <dgm:spPr/>
      <dgm:t>
        <a:bodyPr/>
        <a:lstStyle/>
        <a:p>
          <a:endParaRPr lang="en-US"/>
        </a:p>
      </dgm:t>
    </dgm:pt>
    <dgm:pt modelId="{D00DAB4F-CDFB-4A62-81EA-455AB8C8EDFA}">
      <dgm:prSet phldrT="[Text]"/>
      <dgm:spPr/>
      <dgm:t>
        <a:bodyPr/>
        <a:lstStyle/>
        <a:p>
          <a:r>
            <a:rPr lang="en-US" b="1" dirty="0"/>
            <a:t>Dec 18</a:t>
          </a:r>
          <a:r>
            <a:rPr lang="en-US" b="1" baseline="30000" dirty="0"/>
            <a:t>th</a:t>
          </a:r>
          <a:r>
            <a:rPr lang="en-US" b="1" dirty="0"/>
            <a:t> to Jan 10</a:t>
          </a:r>
          <a:r>
            <a:rPr lang="en-US" b="1" baseline="30000" dirty="0"/>
            <a:t>th</a:t>
          </a:r>
          <a:r>
            <a:rPr lang="en-US" b="1" dirty="0"/>
            <a:t> </a:t>
          </a:r>
        </a:p>
      </dgm:t>
    </dgm:pt>
    <dgm:pt modelId="{6503677C-B44F-4F6D-B580-655AF9BD062D}" type="parTrans" cxnId="{81AAACFF-8657-43B9-886D-4D89CA5327EF}">
      <dgm:prSet/>
      <dgm:spPr/>
      <dgm:t>
        <a:bodyPr/>
        <a:lstStyle/>
        <a:p>
          <a:endParaRPr lang="en-US"/>
        </a:p>
      </dgm:t>
    </dgm:pt>
    <dgm:pt modelId="{1C2386D8-644F-496D-BC19-86DA322B50B5}" type="sibTrans" cxnId="{81AAACFF-8657-43B9-886D-4D89CA5327EF}">
      <dgm:prSet/>
      <dgm:spPr/>
      <dgm:t>
        <a:bodyPr/>
        <a:lstStyle/>
        <a:p>
          <a:endParaRPr lang="en-US"/>
        </a:p>
      </dgm:t>
    </dgm:pt>
    <dgm:pt modelId="{B8DAF5D0-FDEA-48A9-BDE1-4AA712F5C60E}">
      <dgm:prSet phldrT="[Text]"/>
      <dgm:spPr/>
      <dgm:t>
        <a:bodyPr/>
        <a:lstStyle/>
        <a:p>
          <a:r>
            <a:rPr lang="en-US" dirty="0"/>
            <a:t>HR</a:t>
          </a:r>
        </a:p>
      </dgm:t>
    </dgm:pt>
    <dgm:pt modelId="{4FAD1378-DE0D-4C12-B8AF-2A680C060BAA}" type="parTrans" cxnId="{B46D81AE-DC06-4D11-BD9D-6DA2EC7AD79A}">
      <dgm:prSet/>
      <dgm:spPr/>
      <dgm:t>
        <a:bodyPr/>
        <a:lstStyle/>
        <a:p>
          <a:endParaRPr lang="en-US"/>
        </a:p>
      </dgm:t>
    </dgm:pt>
    <dgm:pt modelId="{05CCEC09-A4FA-409B-B276-57AD63DA4F16}" type="sibTrans" cxnId="{B46D81AE-DC06-4D11-BD9D-6DA2EC7AD79A}">
      <dgm:prSet/>
      <dgm:spPr/>
      <dgm:t>
        <a:bodyPr/>
        <a:lstStyle/>
        <a:p>
          <a:endParaRPr lang="en-US"/>
        </a:p>
      </dgm:t>
    </dgm:pt>
    <dgm:pt modelId="{BFE4D7F3-4158-4C11-98DE-9B89D5159935}">
      <dgm:prSet phldrT="[Text]"/>
      <dgm:spPr/>
      <dgm:t>
        <a:bodyPr/>
        <a:lstStyle/>
        <a:p>
          <a:r>
            <a:rPr lang="en-US" b="1" dirty="0"/>
            <a:t>Jan 10</a:t>
          </a:r>
          <a:r>
            <a:rPr lang="en-US" b="1" baseline="30000" dirty="0"/>
            <a:t>th</a:t>
          </a:r>
          <a:r>
            <a:rPr lang="en-US" b="1" dirty="0"/>
            <a:t> to 12</a:t>
          </a:r>
          <a:r>
            <a:rPr lang="en-US" b="1" baseline="30000" dirty="0"/>
            <a:t>th</a:t>
          </a:r>
          <a:r>
            <a:rPr lang="en-US" b="1" dirty="0"/>
            <a:t> </a:t>
          </a:r>
        </a:p>
      </dgm:t>
    </dgm:pt>
    <dgm:pt modelId="{14495B07-F29A-4A48-B1F5-FF867471C53B}" type="parTrans" cxnId="{6EA2BCEC-0462-4803-AD27-A563B4377D78}">
      <dgm:prSet/>
      <dgm:spPr/>
      <dgm:t>
        <a:bodyPr/>
        <a:lstStyle/>
        <a:p>
          <a:endParaRPr lang="en-US"/>
        </a:p>
      </dgm:t>
    </dgm:pt>
    <dgm:pt modelId="{46347B46-8D04-454F-8588-4BA02F989145}" type="sibTrans" cxnId="{6EA2BCEC-0462-4803-AD27-A563B4377D78}">
      <dgm:prSet/>
      <dgm:spPr/>
      <dgm:t>
        <a:bodyPr/>
        <a:lstStyle/>
        <a:p>
          <a:endParaRPr lang="en-US"/>
        </a:p>
      </dgm:t>
    </dgm:pt>
    <dgm:pt modelId="{AD3119D1-078C-4F73-AFAD-E09AE9C58FE9}">
      <dgm:prSet phldrT="[Text]"/>
      <dgm:spPr/>
      <dgm:t>
        <a:bodyPr/>
        <a:lstStyle/>
        <a:p>
          <a:r>
            <a:rPr lang="en-US" dirty="0"/>
            <a:t>SMT </a:t>
          </a:r>
          <a:r>
            <a:rPr lang="en-US"/>
            <a:t>&amp; EMT</a:t>
          </a:r>
          <a:endParaRPr lang="en-US" dirty="0"/>
        </a:p>
      </dgm:t>
    </dgm:pt>
    <dgm:pt modelId="{C22ECF38-6DDB-429E-8456-129324822F3C}" type="parTrans" cxnId="{AEC87BF7-07E4-487B-A949-16ECACD0C4B0}">
      <dgm:prSet/>
      <dgm:spPr/>
      <dgm:t>
        <a:bodyPr/>
        <a:lstStyle/>
        <a:p>
          <a:endParaRPr lang="en-US"/>
        </a:p>
      </dgm:t>
    </dgm:pt>
    <dgm:pt modelId="{D11DD137-2B69-4103-BF68-FF44C83CD022}" type="sibTrans" cxnId="{AEC87BF7-07E4-487B-A949-16ECACD0C4B0}">
      <dgm:prSet/>
      <dgm:spPr/>
      <dgm:t>
        <a:bodyPr/>
        <a:lstStyle/>
        <a:p>
          <a:endParaRPr lang="en-US"/>
        </a:p>
      </dgm:t>
    </dgm:pt>
    <dgm:pt modelId="{48B4BEFC-4AE7-4175-9363-34841B5D2740}">
      <dgm:prSet phldrT="[Text]"/>
      <dgm:spPr/>
      <dgm:t>
        <a:bodyPr/>
        <a:lstStyle/>
        <a:p>
          <a:r>
            <a:rPr lang="en-US" dirty="0"/>
            <a:t>Supervisors</a:t>
          </a:r>
        </a:p>
      </dgm:t>
    </dgm:pt>
    <dgm:pt modelId="{0748151F-9002-4735-A21B-480A39C6BE92}" type="parTrans" cxnId="{4BBC9907-35B7-47DC-A9A9-4030C7FD8482}">
      <dgm:prSet/>
      <dgm:spPr/>
      <dgm:t>
        <a:bodyPr/>
        <a:lstStyle/>
        <a:p>
          <a:endParaRPr lang="en-US"/>
        </a:p>
      </dgm:t>
    </dgm:pt>
    <dgm:pt modelId="{DDBC3661-4D9D-409C-A3A4-BD40C0BC9DB9}" type="sibTrans" cxnId="{4BBC9907-35B7-47DC-A9A9-4030C7FD8482}">
      <dgm:prSet/>
      <dgm:spPr/>
      <dgm:t>
        <a:bodyPr/>
        <a:lstStyle/>
        <a:p>
          <a:endParaRPr lang="en-US"/>
        </a:p>
      </dgm:t>
    </dgm:pt>
    <dgm:pt modelId="{A946E5E4-698C-40F0-B643-638F8C121942}">
      <dgm:prSet phldrT="[Text]"/>
      <dgm:spPr/>
      <dgm:t>
        <a:bodyPr/>
        <a:lstStyle/>
        <a:p>
          <a:r>
            <a:rPr lang="en-US" b="1" dirty="0"/>
            <a:t>Week of Jan 15</a:t>
          </a:r>
          <a:r>
            <a:rPr lang="en-US" b="1" baseline="30000" dirty="0"/>
            <a:t>th</a:t>
          </a:r>
          <a:r>
            <a:rPr lang="en-US" b="1" dirty="0"/>
            <a:t> </a:t>
          </a:r>
        </a:p>
      </dgm:t>
    </dgm:pt>
    <dgm:pt modelId="{16362E7B-2A53-425C-B724-4EAAAF186548}" type="parTrans" cxnId="{53381026-C461-405C-8C4C-922AA88E66F1}">
      <dgm:prSet/>
      <dgm:spPr/>
      <dgm:t>
        <a:bodyPr/>
        <a:lstStyle/>
        <a:p>
          <a:endParaRPr lang="en-US"/>
        </a:p>
      </dgm:t>
    </dgm:pt>
    <dgm:pt modelId="{7FF81C4F-77E9-4DA5-ACCD-3A3FDA92E983}" type="sibTrans" cxnId="{53381026-C461-405C-8C4C-922AA88E66F1}">
      <dgm:prSet/>
      <dgm:spPr/>
      <dgm:t>
        <a:bodyPr/>
        <a:lstStyle/>
        <a:p>
          <a:endParaRPr lang="en-US"/>
        </a:p>
      </dgm:t>
    </dgm:pt>
    <dgm:pt modelId="{FDC75B37-5E80-47B5-9601-3DD9C29310A5}">
      <dgm:prSet/>
      <dgm:spPr/>
      <dgm:t>
        <a:bodyPr/>
        <a:lstStyle/>
        <a:p>
          <a:r>
            <a:rPr lang="en-US" dirty="0"/>
            <a:t>Add comments under End of Year Column </a:t>
          </a:r>
        </a:p>
      </dgm:t>
    </dgm:pt>
    <dgm:pt modelId="{E40AED1A-12E1-421C-99D4-80FDB95A7D2A}" type="parTrans" cxnId="{B7BAB79B-D335-4195-BAC7-356659813DF6}">
      <dgm:prSet/>
      <dgm:spPr/>
      <dgm:t>
        <a:bodyPr/>
        <a:lstStyle/>
        <a:p>
          <a:endParaRPr lang="en-US"/>
        </a:p>
      </dgm:t>
    </dgm:pt>
    <dgm:pt modelId="{AFCF1A92-2832-484F-826B-BE349821731D}" type="sibTrans" cxnId="{B7BAB79B-D335-4195-BAC7-356659813DF6}">
      <dgm:prSet/>
      <dgm:spPr/>
      <dgm:t>
        <a:bodyPr/>
        <a:lstStyle/>
        <a:p>
          <a:endParaRPr lang="en-US"/>
        </a:p>
      </dgm:t>
    </dgm:pt>
    <dgm:pt modelId="{08C27097-CEAA-4C91-87AF-0E8348B20CB3}">
      <dgm:prSet/>
      <dgm:spPr/>
      <dgm:t>
        <a:bodyPr/>
        <a:lstStyle/>
        <a:p>
          <a:r>
            <a:rPr lang="en-US" dirty="0"/>
            <a:t>Add comments and rating for each objective</a:t>
          </a:r>
        </a:p>
      </dgm:t>
    </dgm:pt>
    <dgm:pt modelId="{C8C45E3D-86A1-4D77-85E4-51510C85B938}" type="parTrans" cxnId="{D2E2894E-B4CE-4AFB-A08B-77A8C8004D4D}">
      <dgm:prSet/>
      <dgm:spPr/>
      <dgm:t>
        <a:bodyPr/>
        <a:lstStyle/>
        <a:p>
          <a:endParaRPr lang="en-US"/>
        </a:p>
      </dgm:t>
    </dgm:pt>
    <dgm:pt modelId="{42EDFFE0-BCE4-473B-BDA2-2F72BA4B1740}" type="sibTrans" cxnId="{D2E2894E-B4CE-4AFB-A08B-77A8C8004D4D}">
      <dgm:prSet/>
      <dgm:spPr/>
      <dgm:t>
        <a:bodyPr/>
        <a:lstStyle/>
        <a:p>
          <a:endParaRPr lang="en-US"/>
        </a:p>
      </dgm:t>
    </dgm:pt>
    <dgm:pt modelId="{151D341C-C9E2-42D0-8385-70B00BF5CDBA}">
      <dgm:prSet/>
      <dgm:spPr/>
      <dgm:t>
        <a:bodyPr/>
        <a:lstStyle/>
        <a:p>
          <a:r>
            <a:rPr lang="en-US"/>
            <a:t>Sumit proposed rating to HR </a:t>
          </a:r>
          <a:r>
            <a:rPr lang="en-US" b="1" u="sng"/>
            <a:t>by Jan 12</a:t>
          </a:r>
          <a:r>
            <a:rPr lang="en-US" b="1" u="sng" baseline="30000"/>
            <a:t>th</a:t>
          </a:r>
          <a:r>
            <a:rPr lang="en-US" b="1" u="sng"/>
            <a:t> </a:t>
          </a:r>
          <a:endParaRPr lang="en-US" b="1" u="sng" dirty="0"/>
        </a:p>
      </dgm:t>
    </dgm:pt>
    <dgm:pt modelId="{1995F07A-CFDF-451F-B85A-AA7F7C13855E}" type="parTrans" cxnId="{11544DCB-12F4-4ABF-AC38-010510C4AEC0}">
      <dgm:prSet/>
      <dgm:spPr/>
      <dgm:t>
        <a:bodyPr/>
        <a:lstStyle/>
        <a:p>
          <a:endParaRPr lang="en-US"/>
        </a:p>
      </dgm:t>
    </dgm:pt>
    <dgm:pt modelId="{73BD63E9-412D-4CC0-BE61-EE2EE560ABD8}" type="sibTrans" cxnId="{11544DCB-12F4-4ABF-AC38-010510C4AEC0}">
      <dgm:prSet/>
      <dgm:spPr/>
      <dgm:t>
        <a:bodyPr/>
        <a:lstStyle/>
        <a:p>
          <a:endParaRPr lang="en-US"/>
        </a:p>
      </dgm:t>
    </dgm:pt>
    <dgm:pt modelId="{BA14B926-5D8E-4B4D-B5E7-FD1F23315F23}">
      <dgm:prSet/>
      <dgm:spPr/>
      <dgm:t>
        <a:bodyPr/>
        <a:lstStyle/>
        <a:p>
          <a:r>
            <a:rPr lang="en-US" dirty="0"/>
            <a:t>Prepares for calibration meeting </a:t>
          </a:r>
        </a:p>
      </dgm:t>
    </dgm:pt>
    <dgm:pt modelId="{967F031A-77B0-4AF5-AFB0-B690535F31B7}" type="parTrans" cxnId="{D442C67D-6488-4FA1-B7C1-9B7486F7A2CF}">
      <dgm:prSet/>
      <dgm:spPr/>
      <dgm:t>
        <a:bodyPr/>
        <a:lstStyle/>
        <a:p>
          <a:endParaRPr lang="en-US"/>
        </a:p>
      </dgm:t>
    </dgm:pt>
    <dgm:pt modelId="{386A702E-1AF4-4D13-9E7B-205D8F0B3E54}" type="sibTrans" cxnId="{D442C67D-6488-4FA1-B7C1-9B7486F7A2CF}">
      <dgm:prSet/>
      <dgm:spPr/>
      <dgm:t>
        <a:bodyPr/>
        <a:lstStyle/>
        <a:p>
          <a:endParaRPr lang="en-US"/>
        </a:p>
      </dgm:t>
    </dgm:pt>
    <dgm:pt modelId="{5B7DD452-D3C6-464C-BEED-8B021C0D8FA3}">
      <dgm:prSet/>
      <dgm:spPr/>
      <dgm:t>
        <a:bodyPr/>
        <a:lstStyle/>
        <a:p>
          <a:r>
            <a:rPr lang="en-US" dirty="0"/>
            <a:t>Attend the calibration meeting on Jan 16</a:t>
          </a:r>
          <a:r>
            <a:rPr lang="en-US" baseline="30000" dirty="0"/>
            <a:t>th</a:t>
          </a:r>
          <a:r>
            <a:rPr lang="en-US" dirty="0"/>
            <a:t>  </a:t>
          </a:r>
        </a:p>
      </dgm:t>
    </dgm:pt>
    <dgm:pt modelId="{5018223E-2B11-4A7A-85EE-91B3750279F4}" type="parTrans" cxnId="{86879542-1312-4151-B436-DD5671454CF0}">
      <dgm:prSet/>
      <dgm:spPr/>
      <dgm:t>
        <a:bodyPr/>
        <a:lstStyle/>
        <a:p>
          <a:endParaRPr lang="en-US"/>
        </a:p>
      </dgm:t>
    </dgm:pt>
    <dgm:pt modelId="{8806CCA9-31C2-4070-B4A0-ED996FEF91F0}" type="sibTrans" cxnId="{86879542-1312-4151-B436-DD5671454CF0}">
      <dgm:prSet/>
      <dgm:spPr/>
      <dgm:t>
        <a:bodyPr/>
        <a:lstStyle/>
        <a:p>
          <a:endParaRPr lang="en-US"/>
        </a:p>
      </dgm:t>
    </dgm:pt>
    <dgm:pt modelId="{24D19F2B-7A39-402E-8CCD-E8A447D55A0F}">
      <dgm:prSet/>
      <dgm:spPr/>
      <dgm:t>
        <a:bodyPr/>
        <a:lstStyle/>
        <a:p>
          <a:r>
            <a:rPr lang="en-US" dirty="0"/>
            <a:t>Share final rating with Supervisors after calibration deliberations </a:t>
          </a:r>
        </a:p>
      </dgm:t>
    </dgm:pt>
    <dgm:pt modelId="{30A29673-9C53-4C40-AF3B-ECC54DC18D63}" type="parTrans" cxnId="{1287CA06-59FB-473F-8AA5-403C0BEE39BD}">
      <dgm:prSet/>
      <dgm:spPr/>
      <dgm:t>
        <a:bodyPr/>
        <a:lstStyle/>
        <a:p>
          <a:endParaRPr lang="en-US"/>
        </a:p>
      </dgm:t>
    </dgm:pt>
    <dgm:pt modelId="{5ADC16F2-F599-4451-A110-4B0729888C16}" type="sibTrans" cxnId="{1287CA06-59FB-473F-8AA5-403C0BEE39BD}">
      <dgm:prSet/>
      <dgm:spPr/>
      <dgm:t>
        <a:bodyPr/>
        <a:lstStyle/>
        <a:p>
          <a:endParaRPr lang="en-US"/>
        </a:p>
      </dgm:t>
    </dgm:pt>
    <dgm:pt modelId="{BC7DA493-0811-4067-8386-6E953B25C207}">
      <dgm:prSet phldrT="[Text]"/>
      <dgm:spPr/>
      <dgm:t>
        <a:bodyPr/>
        <a:lstStyle/>
        <a:p>
          <a:r>
            <a:rPr lang="en-US" b="1" dirty="0"/>
            <a:t>Jan 22</a:t>
          </a:r>
          <a:r>
            <a:rPr lang="en-US" b="1" baseline="30000" dirty="0"/>
            <a:t>nd</a:t>
          </a:r>
          <a:r>
            <a:rPr lang="en-US" b="1" dirty="0"/>
            <a:t> to Jan 31</a:t>
          </a:r>
          <a:r>
            <a:rPr lang="en-US" b="1" baseline="30000" dirty="0"/>
            <a:t>st</a:t>
          </a:r>
          <a:r>
            <a:rPr lang="en-US" b="1" dirty="0"/>
            <a:t> </a:t>
          </a:r>
        </a:p>
      </dgm:t>
    </dgm:pt>
    <dgm:pt modelId="{CE549D6E-A5DA-4587-A773-86E9C5958B96}" type="parTrans" cxnId="{B246CF75-2BB3-4040-9030-C3438881FDF0}">
      <dgm:prSet/>
      <dgm:spPr/>
      <dgm:t>
        <a:bodyPr/>
        <a:lstStyle/>
        <a:p>
          <a:endParaRPr lang="en-US"/>
        </a:p>
      </dgm:t>
    </dgm:pt>
    <dgm:pt modelId="{C18AFB01-85F0-4476-A54A-EF6D41733B34}" type="sibTrans" cxnId="{B246CF75-2BB3-4040-9030-C3438881FDF0}">
      <dgm:prSet/>
      <dgm:spPr/>
      <dgm:t>
        <a:bodyPr/>
        <a:lstStyle/>
        <a:p>
          <a:endParaRPr lang="en-US"/>
        </a:p>
      </dgm:t>
    </dgm:pt>
    <dgm:pt modelId="{55D8BFC0-F1E8-42CF-A6CE-BE967042D285}">
      <dgm:prSet/>
      <dgm:spPr/>
      <dgm:t>
        <a:bodyPr/>
        <a:lstStyle/>
        <a:p>
          <a:r>
            <a:rPr lang="en-US" dirty="0"/>
            <a:t>  Meet with employee to present end of year performance and </a:t>
          </a:r>
        </a:p>
      </dgm:t>
    </dgm:pt>
    <dgm:pt modelId="{71D4E214-C35F-43E6-83F9-4EB535546F17}" type="parTrans" cxnId="{A6B25745-6A45-4564-88CE-B64E2F653352}">
      <dgm:prSet/>
      <dgm:spPr/>
      <dgm:t>
        <a:bodyPr/>
        <a:lstStyle/>
        <a:p>
          <a:endParaRPr lang="en-US"/>
        </a:p>
      </dgm:t>
    </dgm:pt>
    <dgm:pt modelId="{139BF10E-DAAD-4691-A2C6-750750A8FD26}" type="sibTrans" cxnId="{A6B25745-6A45-4564-88CE-B64E2F653352}">
      <dgm:prSet/>
      <dgm:spPr/>
      <dgm:t>
        <a:bodyPr/>
        <a:lstStyle/>
        <a:p>
          <a:endParaRPr lang="en-US"/>
        </a:p>
      </dgm:t>
    </dgm:pt>
    <dgm:pt modelId="{C365F16F-A6BB-4110-A78C-BAAB86997BEA}">
      <dgm:prSet phldrT="[Text]"/>
      <dgm:spPr/>
      <dgm:t>
        <a:bodyPr/>
        <a:lstStyle/>
        <a:p>
          <a:r>
            <a:rPr lang="en-US" b="0" dirty="0"/>
            <a:t>Collects data </a:t>
          </a:r>
        </a:p>
      </dgm:t>
    </dgm:pt>
    <dgm:pt modelId="{59EB9EC7-90C1-4AB9-87C9-2A0FD6C34F6C}" type="parTrans" cxnId="{9568F8E8-7D47-4D66-8236-FD8E5980DDAE}">
      <dgm:prSet/>
      <dgm:spPr/>
      <dgm:t>
        <a:bodyPr/>
        <a:lstStyle/>
        <a:p>
          <a:endParaRPr lang="en-US"/>
        </a:p>
      </dgm:t>
    </dgm:pt>
    <dgm:pt modelId="{AE2BFA22-5DE5-4996-AD5D-2F3CAC671913}" type="sibTrans" cxnId="{9568F8E8-7D47-4D66-8236-FD8E5980DDAE}">
      <dgm:prSet/>
      <dgm:spPr/>
      <dgm:t>
        <a:bodyPr/>
        <a:lstStyle/>
        <a:p>
          <a:endParaRPr lang="en-US"/>
        </a:p>
      </dgm:t>
    </dgm:pt>
    <dgm:pt modelId="{324E6F7C-BED9-4C4C-81B1-14496833497E}">
      <dgm:prSet/>
      <dgm:spPr/>
      <dgm:t>
        <a:bodyPr/>
        <a:lstStyle/>
        <a:p>
          <a:r>
            <a:rPr lang="en-US"/>
            <a:t>Submit to Supervisor </a:t>
          </a:r>
          <a:r>
            <a:rPr lang="en-US" b="1" u="sng"/>
            <a:t>by Dec 16</a:t>
          </a:r>
          <a:r>
            <a:rPr lang="en-US" b="1" u="sng" baseline="30000"/>
            <a:t>th</a:t>
          </a:r>
          <a:r>
            <a:rPr lang="en-US" b="1" u="sng"/>
            <a:t> </a:t>
          </a:r>
          <a:endParaRPr lang="en-US" b="1" u="sng" dirty="0"/>
        </a:p>
      </dgm:t>
    </dgm:pt>
    <dgm:pt modelId="{02660E35-461A-4D72-972F-71D25D9039DD}" type="parTrans" cxnId="{9B2030F6-CFF7-4878-AA92-C1947B565599}">
      <dgm:prSet/>
      <dgm:spPr/>
      <dgm:t>
        <a:bodyPr/>
        <a:lstStyle/>
        <a:p>
          <a:endParaRPr lang="en-US"/>
        </a:p>
      </dgm:t>
    </dgm:pt>
    <dgm:pt modelId="{EEA82CF4-2ACA-456A-8295-B1F393D36BE6}" type="sibTrans" cxnId="{9B2030F6-CFF7-4878-AA92-C1947B565599}">
      <dgm:prSet/>
      <dgm:spPr/>
      <dgm:t>
        <a:bodyPr/>
        <a:lstStyle/>
        <a:p>
          <a:endParaRPr lang="en-US"/>
        </a:p>
      </dgm:t>
    </dgm:pt>
    <dgm:pt modelId="{7D17A3E9-C9B8-4110-A308-4278F7559A8B}">
      <dgm:prSet/>
      <dgm:spPr/>
      <dgm:t>
        <a:bodyPr/>
        <a:lstStyle/>
        <a:p>
          <a:r>
            <a:rPr lang="en-US" dirty="0"/>
            <a:t>Finalized Review in Paycom  </a:t>
          </a:r>
        </a:p>
      </dgm:t>
    </dgm:pt>
    <dgm:pt modelId="{1C0A426B-9F0C-4B07-AFD8-390F9F5E7F87}" type="parTrans" cxnId="{14833623-7D78-4D68-97F2-7A752A75FF5B}">
      <dgm:prSet/>
      <dgm:spPr/>
      <dgm:t>
        <a:bodyPr/>
        <a:lstStyle/>
        <a:p>
          <a:endParaRPr lang="en-US"/>
        </a:p>
      </dgm:t>
    </dgm:pt>
    <dgm:pt modelId="{D75DF63C-21AC-46D6-8EDD-48E6445EC253}" type="sibTrans" cxnId="{14833623-7D78-4D68-97F2-7A752A75FF5B}">
      <dgm:prSet/>
      <dgm:spPr/>
      <dgm:t>
        <a:bodyPr/>
        <a:lstStyle/>
        <a:p>
          <a:endParaRPr lang="en-US"/>
        </a:p>
      </dgm:t>
    </dgm:pt>
    <dgm:pt modelId="{231F5637-82A2-4814-9C4F-9551CD3C47E7}">
      <dgm:prSet/>
      <dgm:spPr/>
      <dgm:t>
        <a:bodyPr/>
        <a:lstStyle/>
        <a:p>
          <a:r>
            <a:rPr lang="en-US" dirty="0"/>
            <a:t>HR</a:t>
          </a:r>
        </a:p>
      </dgm:t>
    </dgm:pt>
    <dgm:pt modelId="{6FBCF468-82C0-4683-A38B-93B59F04E5E0}" type="parTrans" cxnId="{18170C4E-736A-4B8D-9D71-0314E8743084}">
      <dgm:prSet/>
      <dgm:spPr/>
      <dgm:t>
        <a:bodyPr/>
        <a:lstStyle/>
        <a:p>
          <a:endParaRPr lang="en-US"/>
        </a:p>
      </dgm:t>
    </dgm:pt>
    <dgm:pt modelId="{01261BC4-CF7E-4BF3-A1B1-4C5C971FA382}" type="sibTrans" cxnId="{18170C4E-736A-4B8D-9D71-0314E8743084}">
      <dgm:prSet/>
      <dgm:spPr/>
      <dgm:t>
        <a:bodyPr/>
        <a:lstStyle/>
        <a:p>
          <a:endParaRPr lang="en-US"/>
        </a:p>
      </dgm:t>
    </dgm:pt>
    <dgm:pt modelId="{F3E222FE-2A0A-44D3-BA01-854AFB0FA398}">
      <dgm:prSet/>
      <dgm:spPr/>
      <dgm:t>
        <a:bodyPr/>
        <a:lstStyle/>
        <a:p>
          <a:r>
            <a:rPr lang="en-US" dirty="0"/>
            <a:t>Prepares and issue salary letters and update in Paycom</a:t>
          </a:r>
        </a:p>
      </dgm:t>
    </dgm:pt>
    <dgm:pt modelId="{3A98C09F-93FD-48B5-8074-5EF8442505F9}" type="parTrans" cxnId="{86FC99A3-4BD4-44AB-943E-FD60615464E8}">
      <dgm:prSet/>
      <dgm:spPr/>
      <dgm:t>
        <a:bodyPr/>
        <a:lstStyle/>
        <a:p>
          <a:endParaRPr lang="en-US"/>
        </a:p>
      </dgm:t>
    </dgm:pt>
    <dgm:pt modelId="{AED6EB06-1253-42D6-997C-0909D1E61DF6}" type="sibTrans" cxnId="{86FC99A3-4BD4-44AB-943E-FD60615464E8}">
      <dgm:prSet/>
      <dgm:spPr/>
      <dgm:t>
        <a:bodyPr/>
        <a:lstStyle/>
        <a:p>
          <a:endParaRPr lang="en-US"/>
        </a:p>
      </dgm:t>
    </dgm:pt>
    <dgm:pt modelId="{0A4EFDE0-3BA8-434D-AF35-BD52DC31429A}">
      <dgm:prSet/>
      <dgm:spPr/>
      <dgm:t>
        <a:bodyPr/>
        <a:lstStyle/>
        <a:p>
          <a:r>
            <a:rPr lang="en-US" dirty="0"/>
            <a:t>Upload payroll file for retro pay on 02/19 payroll, </a:t>
          </a:r>
        </a:p>
      </dgm:t>
    </dgm:pt>
    <dgm:pt modelId="{86DAA6C3-05C5-464C-A548-F4CD41C730E0}" type="parTrans" cxnId="{4E7ACD94-A5C4-4DC1-989A-3BEAC507B4C2}">
      <dgm:prSet/>
      <dgm:spPr/>
      <dgm:t>
        <a:bodyPr/>
        <a:lstStyle/>
        <a:p>
          <a:endParaRPr lang="en-US"/>
        </a:p>
      </dgm:t>
    </dgm:pt>
    <dgm:pt modelId="{93EBAE66-9492-414C-B2D8-C5BFFD78B520}" type="sibTrans" cxnId="{4E7ACD94-A5C4-4DC1-989A-3BEAC507B4C2}">
      <dgm:prSet/>
      <dgm:spPr/>
      <dgm:t>
        <a:bodyPr/>
        <a:lstStyle/>
        <a:p>
          <a:endParaRPr lang="en-US"/>
        </a:p>
      </dgm:t>
    </dgm:pt>
    <dgm:pt modelId="{582E4BB2-E860-42F4-9C83-FB011BDEE8CC}" type="pres">
      <dgm:prSet presAssocID="{39620392-7D43-44FB-A7AA-F3591010085F}" presName="Name0" presStyleCnt="0">
        <dgm:presLayoutVars>
          <dgm:dir/>
          <dgm:animLvl val="lvl"/>
          <dgm:resizeHandles val="exact"/>
        </dgm:presLayoutVars>
      </dgm:prSet>
      <dgm:spPr/>
    </dgm:pt>
    <dgm:pt modelId="{37414A14-D7E1-4F58-8FEA-6AAFFC7CB1E5}" type="pres">
      <dgm:prSet presAssocID="{39620392-7D43-44FB-A7AA-F3591010085F}" presName="tSp" presStyleCnt="0"/>
      <dgm:spPr/>
    </dgm:pt>
    <dgm:pt modelId="{26C55B6F-8059-499D-AD3F-35115541FF12}" type="pres">
      <dgm:prSet presAssocID="{39620392-7D43-44FB-A7AA-F3591010085F}" presName="bSp" presStyleCnt="0"/>
      <dgm:spPr/>
    </dgm:pt>
    <dgm:pt modelId="{C0AFC65F-0B61-455F-8542-E17272AC90BC}" type="pres">
      <dgm:prSet presAssocID="{39620392-7D43-44FB-A7AA-F3591010085F}" presName="process" presStyleCnt="0"/>
      <dgm:spPr/>
    </dgm:pt>
    <dgm:pt modelId="{2DA9D2BC-D77D-433B-8307-0873D6572765}" type="pres">
      <dgm:prSet presAssocID="{D9163DFF-6ECD-4492-B544-8420C874084A}" presName="composite1" presStyleCnt="0"/>
      <dgm:spPr/>
    </dgm:pt>
    <dgm:pt modelId="{57888FDA-2A79-43B7-8BE5-1E53723890C0}" type="pres">
      <dgm:prSet presAssocID="{D9163DFF-6ECD-4492-B544-8420C874084A}" presName="dummyNode1" presStyleLbl="node1" presStyleIdx="0" presStyleCnt="6"/>
      <dgm:spPr/>
    </dgm:pt>
    <dgm:pt modelId="{7012FCFA-42CE-452D-A7FF-5561CAC7360D}" type="pres">
      <dgm:prSet presAssocID="{D9163DFF-6ECD-4492-B544-8420C874084A}" presName="childNode1" presStyleLbl="bgAcc1" presStyleIdx="0" presStyleCnt="6">
        <dgm:presLayoutVars>
          <dgm:bulletEnabled val="1"/>
        </dgm:presLayoutVars>
      </dgm:prSet>
      <dgm:spPr/>
    </dgm:pt>
    <dgm:pt modelId="{65762D8D-FC36-4A78-884E-CF2D613D1443}" type="pres">
      <dgm:prSet presAssocID="{D9163DFF-6ECD-4492-B544-8420C874084A}" presName="childNode1tx" presStyleLbl="bgAcc1" presStyleIdx="0" presStyleCnt="6">
        <dgm:presLayoutVars>
          <dgm:bulletEnabled val="1"/>
        </dgm:presLayoutVars>
      </dgm:prSet>
      <dgm:spPr/>
    </dgm:pt>
    <dgm:pt modelId="{F737F816-3673-4DFA-A19A-55AD7725E491}" type="pres">
      <dgm:prSet presAssocID="{D9163DFF-6ECD-4492-B544-8420C874084A}" presName="parentNode1" presStyleLbl="node1" presStyleIdx="0" presStyleCnt="6">
        <dgm:presLayoutVars>
          <dgm:chMax val="1"/>
          <dgm:bulletEnabled val="1"/>
        </dgm:presLayoutVars>
      </dgm:prSet>
      <dgm:spPr/>
    </dgm:pt>
    <dgm:pt modelId="{F0A39BC7-8E31-4440-8CCA-BEF54BE2965D}" type="pres">
      <dgm:prSet presAssocID="{D9163DFF-6ECD-4492-B544-8420C874084A}" presName="connSite1" presStyleCnt="0"/>
      <dgm:spPr/>
    </dgm:pt>
    <dgm:pt modelId="{BFFDE769-6401-4C29-9971-6567BDF91174}" type="pres">
      <dgm:prSet presAssocID="{A2E2512C-69A2-4619-952C-5BA8FA917298}" presName="Name9" presStyleLbl="sibTrans2D1" presStyleIdx="0" presStyleCnt="5"/>
      <dgm:spPr/>
    </dgm:pt>
    <dgm:pt modelId="{21D5D45D-FC7D-4A97-B432-10E905B615EF}" type="pres">
      <dgm:prSet presAssocID="{B361D61A-B6D5-43FD-9C66-90FA5C6AE794}" presName="composite2" presStyleCnt="0"/>
      <dgm:spPr/>
    </dgm:pt>
    <dgm:pt modelId="{611CDDD6-5FA6-4649-A54A-94663FB2370B}" type="pres">
      <dgm:prSet presAssocID="{B361D61A-B6D5-43FD-9C66-90FA5C6AE794}" presName="dummyNode2" presStyleLbl="node1" presStyleIdx="0" presStyleCnt="6"/>
      <dgm:spPr/>
    </dgm:pt>
    <dgm:pt modelId="{26A20E62-765F-4461-8C35-AC5CBF0A99D4}" type="pres">
      <dgm:prSet presAssocID="{B361D61A-B6D5-43FD-9C66-90FA5C6AE794}" presName="childNode2" presStyleLbl="bgAcc1" presStyleIdx="1" presStyleCnt="6">
        <dgm:presLayoutVars>
          <dgm:bulletEnabled val="1"/>
        </dgm:presLayoutVars>
      </dgm:prSet>
      <dgm:spPr/>
    </dgm:pt>
    <dgm:pt modelId="{E05497F9-C2B6-4AD7-904B-267939710BFC}" type="pres">
      <dgm:prSet presAssocID="{B361D61A-B6D5-43FD-9C66-90FA5C6AE794}" presName="childNode2tx" presStyleLbl="bgAcc1" presStyleIdx="1" presStyleCnt="6">
        <dgm:presLayoutVars>
          <dgm:bulletEnabled val="1"/>
        </dgm:presLayoutVars>
      </dgm:prSet>
      <dgm:spPr/>
    </dgm:pt>
    <dgm:pt modelId="{105CCBAB-1079-4DDF-AB98-ECCFF87C4FDD}" type="pres">
      <dgm:prSet presAssocID="{B361D61A-B6D5-43FD-9C66-90FA5C6AE794}" presName="parentNode2" presStyleLbl="node1" presStyleIdx="1" presStyleCnt="6">
        <dgm:presLayoutVars>
          <dgm:chMax val="0"/>
          <dgm:bulletEnabled val="1"/>
        </dgm:presLayoutVars>
      </dgm:prSet>
      <dgm:spPr/>
    </dgm:pt>
    <dgm:pt modelId="{B0D8EF3B-AF20-4D28-8E82-783283055333}" type="pres">
      <dgm:prSet presAssocID="{B361D61A-B6D5-43FD-9C66-90FA5C6AE794}" presName="connSite2" presStyleCnt="0"/>
      <dgm:spPr/>
    </dgm:pt>
    <dgm:pt modelId="{6381817C-4A36-4AD9-ADF9-40D901D517D5}" type="pres">
      <dgm:prSet presAssocID="{F6939814-999A-4B35-B504-0A318E3A3B3B}" presName="Name18" presStyleLbl="sibTrans2D1" presStyleIdx="1" presStyleCnt="5"/>
      <dgm:spPr/>
    </dgm:pt>
    <dgm:pt modelId="{9D6DF57B-62AA-420E-987E-20C92AAC93A3}" type="pres">
      <dgm:prSet presAssocID="{B8DAF5D0-FDEA-48A9-BDE1-4AA712F5C60E}" presName="composite1" presStyleCnt="0"/>
      <dgm:spPr/>
    </dgm:pt>
    <dgm:pt modelId="{0BA8ADF5-B850-41BB-8BC6-32FF80E59268}" type="pres">
      <dgm:prSet presAssocID="{B8DAF5D0-FDEA-48A9-BDE1-4AA712F5C60E}" presName="dummyNode1" presStyleLbl="node1" presStyleIdx="1" presStyleCnt="6"/>
      <dgm:spPr/>
    </dgm:pt>
    <dgm:pt modelId="{8D927907-8CF0-4FC5-B256-C325B140F73C}" type="pres">
      <dgm:prSet presAssocID="{B8DAF5D0-FDEA-48A9-BDE1-4AA712F5C60E}" presName="childNode1" presStyleLbl="bgAcc1" presStyleIdx="2" presStyleCnt="6">
        <dgm:presLayoutVars>
          <dgm:bulletEnabled val="1"/>
        </dgm:presLayoutVars>
      </dgm:prSet>
      <dgm:spPr/>
    </dgm:pt>
    <dgm:pt modelId="{82B0A439-693D-4F03-A057-4BD4A08A0D23}" type="pres">
      <dgm:prSet presAssocID="{B8DAF5D0-FDEA-48A9-BDE1-4AA712F5C60E}" presName="childNode1tx" presStyleLbl="bgAcc1" presStyleIdx="2" presStyleCnt="6">
        <dgm:presLayoutVars>
          <dgm:bulletEnabled val="1"/>
        </dgm:presLayoutVars>
      </dgm:prSet>
      <dgm:spPr/>
    </dgm:pt>
    <dgm:pt modelId="{17790B2E-56CA-46EB-AB28-C5365F9E5A0B}" type="pres">
      <dgm:prSet presAssocID="{B8DAF5D0-FDEA-48A9-BDE1-4AA712F5C60E}" presName="parentNode1" presStyleLbl="node1" presStyleIdx="2" presStyleCnt="6">
        <dgm:presLayoutVars>
          <dgm:chMax val="1"/>
          <dgm:bulletEnabled val="1"/>
        </dgm:presLayoutVars>
      </dgm:prSet>
      <dgm:spPr/>
    </dgm:pt>
    <dgm:pt modelId="{FE1E3D1E-AD2F-472B-A155-5F5A960E424B}" type="pres">
      <dgm:prSet presAssocID="{B8DAF5D0-FDEA-48A9-BDE1-4AA712F5C60E}" presName="connSite1" presStyleCnt="0"/>
      <dgm:spPr/>
    </dgm:pt>
    <dgm:pt modelId="{2011026D-F5BC-4FE0-AD9C-5E421EE362A5}" type="pres">
      <dgm:prSet presAssocID="{05CCEC09-A4FA-409B-B276-57AD63DA4F16}" presName="Name9" presStyleLbl="sibTrans2D1" presStyleIdx="2" presStyleCnt="5"/>
      <dgm:spPr/>
    </dgm:pt>
    <dgm:pt modelId="{F54B3558-95E2-4A07-BF65-312F8270EEAC}" type="pres">
      <dgm:prSet presAssocID="{AD3119D1-078C-4F73-AFAD-E09AE9C58FE9}" presName="composite2" presStyleCnt="0"/>
      <dgm:spPr/>
    </dgm:pt>
    <dgm:pt modelId="{C38E81E3-168A-4C9F-83E7-3FF6F64A077C}" type="pres">
      <dgm:prSet presAssocID="{AD3119D1-078C-4F73-AFAD-E09AE9C58FE9}" presName="dummyNode2" presStyleLbl="node1" presStyleIdx="2" presStyleCnt="6"/>
      <dgm:spPr/>
    </dgm:pt>
    <dgm:pt modelId="{E23C1495-1291-4FF5-ABAA-EFFE1C581BB3}" type="pres">
      <dgm:prSet presAssocID="{AD3119D1-078C-4F73-AFAD-E09AE9C58FE9}" presName="childNode2" presStyleLbl="bgAcc1" presStyleIdx="3" presStyleCnt="6">
        <dgm:presLayoutVars>
          <dgm:bulletEnabled val="1"/>
        </dgm:presLayoutVars>
      </dgm:prSet>
      <dgm:spPr/>
    </dgm:pt>
    <dgm:pt modelId="{9A8887EF-928C-4E59-9E14-3C92BD93A496}" type="pres">
      <dgm:prSet presAssocID="{AD3119D1-078C-4F73-AFAD-E09AE9C58FE9}" presName="childNode2tx" presStyleLbl="bgAcc1" presStyleIdx="3" presStyleCnt="6">
        <dgm:presLayoutVars>
          <dgm:bulletEnabled val="1"/>
        </dgm:presLayoutVars>
      </dgm:prSet>
      <dgm:spPr/>
    </dgm:pt>
    <dgm:pt modelId="{EF43FF3B-6F4F-48B8-B662-D40850AE3A96}" type="pres">
      <dgm:prSet presAssocID="{AD3119D1-078C-4F73-AFAD-E09AE9C58FE9}" presName="parentNode2" presStyleLbl="node1" presStyleIdx="3" presStyleCnt="6">
        <dgm:presLayoutVars>
          <dgm:chMax val="0"/>
          <dgm:bulletEnabled val="1"/>
        </dgm:presLayoutVars>
      </dgm:prSet>
      <dgm:spPr/>
    </dgm:pt>
    <dgm:pt modelId="{3E976591-79EB-4DB0-A8D6-76E9C93EF3BC}" type="pres">
      <dgm:prSet presAssocID="{AD3119D1-078C-4F73-AFAD-E09AE9C58FE9}" presName="connSite2" presStyleCnt="0"/>
      <dgm:spPr/>
    </dgm:pt>
    <dgm:pt modelId="{B40F2655-0358-455B-A8A3-755F42B96487}" type="pres">
      <dgm:prSet presAssocID="{D11DD137-2B69-4103-BF68-FF44C83CD022}" presName="Name18" presStyleLbl="sibTrans2D1" presStyleIdx="3" presStyleCnt="5"/>
      <dgm:spPr/>
    </dgm:pt>
    <dgm:pt modelId="{6D91017B-11B0-4035-B3EC-C7DE8CC67CCA}" type="pres">
      <dgm:prSet presAssocID="{48B4BEFC-4AE7-4175-9363-34841B5D2740}" presName="composite1" presStyleCnt="0"/>
      <dgm:spPr/>
    </dgm:pt>
    <dgm:pt modelId="{CBF286E3-D1E1-4AB8-98B1-88A7554D83A3}" type="pres">
      <dgm:prSet presAssocID="{48B4BEFC-4AE7-4175-9363-34841B5D2740}" presName="dummyNode1" presStyleLbl="node1" presStyleIdx="3" presStyleCnt="6"/>
      <dgm:spPr/>
    </dgm:pt>
    <dgm:pt modelId="{4B7ED08B-9E1E-4F8A-B983-C8B81DAC25EB}" type="pres">
      <dgm:prSet presAssocID="{48B4BEFC-4AE7-4175-9363-34841B5D2740}" presName="childNode1" presStyleLbl="bgAcc1" presStyleIdx="4" presStyleCnt="6">
        <dgm:presLayoutVars>
          <dgm:bulletEnabled val="1"/>
        </dgm:presLayoutVars>
      </dgm:prSet>
      <dgm:spPr/>
    </dgm:pt>
    <dgm:pt modelId="{00DABA5D-CA75-428F-8E06-CFEE8A9031CC}" type="pres">
      <dgm:prSet presAssocID="{48B4BEFC-4AE7-4175-9363-34841B5D2740}" presName="childNode1tx" presStyleLbl="bgAcc1" presStyleIdx="4" presStyleCnt="6">
        <dgm:presLayoutVars>
          <dgm:bulletEnabled val="1"/>
        </dgm:presLayoutVars>
      </dgm:prSet>
      <dgm:spPr/>
    </dgm:pt>
    <dgm:pt modelId="{97B23B5A-388D-4517-AAB8-E4CC0F788019}" type="pres">
      <dgm:prSet presAssocID="{48B4BEFC-4AE7-4175-9363-34841B5D2740}" presName="parentNode1" presStyleLbl="node1" presStyleIdx="4" presStyleCnt="6">
        <dgm:presLayoutVars>
          <dgm:chMax val="1"/>
          <dgm:bulletEnabled val="1"/>
        </dgm:presLayoutVars>
      </dgm:prSet>
      <dgm:spPr/>
    </dgm:pt>
    <dgm:pt modelId="{DFF8889C-5DBA-42AD-97B5-74C908842937}" type="pres">
      <dgm:prSet presAssocID="{48B4BEFC-4AE7-4175-9363-34841B5D2740}" presName="connSite1" presStyleCnt="0"/>
      <dgm:spPr/>
    </dgm:pt>
    <dgm:pt modelId="{BA9F6828-F87A-4582-9598-BF92143F41EA}" type="pres">
      <dgm:prSet presAssocID="{DDBC3661-4D9D-409C-A3A4-BD40C0BC9DB9}" presName="Name9" presStyleLbl="sibTrans2D1" presStyleIdx="4" presStyleCnt="5"/>
      <dgm:spPr/>
    </dgm:pt>
    <dgm:pt modelId="{A98DB5D3-923C-4F01-9765-F343F0463B90}" type="pres">
      <dgm:prSet presAssocID="{231F5637-82A2-4814-9C4F-9551CD3C47E7}" presName="composite2" presStyleCnt="0"/>
      <dgm:spPr/>
    </dgm:pt>
    <dgm:pt modelId="{D29948E6-A512-4949-B8DC-46FC26F595BA}" type="pres">
      <dgm:prSet presAssocID="{231F5637-82A2-4814-9C4F-9551CD3C47E7}" presName="dummyNode2" presStyleLbl="node1" presStyleIdx="4" presStyleCnt="6"/>
      <dgm:spPr/>
    </dgm:pt>
    <dgm:pt modelId="{14B17B07-19C5-4EA8-BC7D-9322CB926E26}" type="pres">
      <dgm:prSet presAssocID="{231F5637-82A2-4814-9C4F-9551CD3C47E7}" presName="childNode2" presStyleLbl="bgAcc1" presStyleIdx="5" presStyleCnt="6">
        <dgm:presLayoutVars>
          <dgm:bulletEnabled val="1"/>
        </dgm:presLayoutVars>
      </dgm:prSet>
      <dgm:spPr/>
    </dgm:pt>
    <dgm:pt modelId="{B04970ED-86BF-49B5-916F-CF7E9E1B7D16}" type="pres">
      <dgm:prSet presAssocID="{231F5637-82A2-4814-9C4F-9551CD3C47E7}" presName="childNode2tx" presStyleLbl="bgAcc1" presStyleIdx="5" presStyleCnt="6">
        <dgm:presLayoutVars>
          <dgm:bulletEnabled val="1"/>
        </dgm:presLayoutVars>
      </dgm:prSet>
      <dgm:spPr/>
    </dgm:pt>
    <dgm:pt modelId="{72C2D834-62B7-4FAF-B741-6662CC54E5C6}" type="pres">
      <dgm:prSet presAssocID="{231F5637-82A2-4814-9C4F-9551CD3C47E7}" presName="parentNode2" presStyleLbl="node1" presStyleIdx="5" presStyleCnt="6">
        <dgm:presLayoutVars>
          <dgm:chMax val="0"/>
          <dgm:bulletEnabled val="1"/>
        </dgm:presLayoutVars>
      </dgm:prSet>
      <dgm:spPr/>
    </dgm:pt>
    <dgm:pt modelId="{68004DE1-3D7F-4A63-ACE4-48EBEA509F6A}" type="pres">
      <dgm:prSet presAssocID="{231F5637-82A2-4814-9C4F-9551CD3C47E7}" presName="connSite2" presStyleCnt="0"/>
      <dgm:spPr/>
    </dgm:pt>
  </dgm:ptLst>
  <dgm:cxnLst>
    <dgm:cxn modelId="{0AB93305-CE38-4F07-A308-C24E317067C3}" type="presOf" srcId="{24D19F2B-7A39-402E-8CCD-E8A447D55A0F}" destId="{E23C1495-1291-4FF5-ABAA-EFFE1C581BB3}" srcOrd="0" destOrd="2" presId="urn:microsoft.com/office/officeart/2005/8/layout/hProcess4"/>
    <dgm:cxn modelId="{1287CA06-59FB-473F-8AA5-403C0BEE39BD}" srcId="{AD3119D1-078C-4F73-AFAD-E09AE9C58FE9}" destId="{24D19F2B-7A39-402E-8CCD-E8A447D55A0F}" srcOrd="2" destOrd="0" parTransId="{30A29673-9C53-4C40-AF3B-ECC54DC18D63}" sibTransId="{5ADC16F2-F599-4451-A110-4B0729888C16}"/>
    <dgm:cxn modelId="{4BBC9907-35B7-47DC-A9A9-4030C7FD8482}" srcId="{39620392-7D43-44FB-A7AA-F3591010085F}" destId="{48B4BEFC-4AE7-4175-9363-34841B5D2740}" srcOrd="4" destOrd="0" parTransId="{0748151F-9002-4735-A21B-480A39C6BE92}" sibTransId="{DDBC3661-4D9D-409C-A3A4-BD40C0BC9DB9}"/>
    <dgm:cxn modelId="{8706D90C-F672-4CC6-8E1C-29DD21AB8758}" type="presOf" srcId="{B8DAF5D0-FDEA-48A9-BDE1-4AA712F5C60E}" destId="{17790B2E-56CA-46EB-AB28-C5365F9E5A0B}" srcOrd="0" destOrd="0" presId="urn:microsoft.com/office/officeart/2005/8/layout/hProcess4"/>
    <dgm:cxn modelId="{8909FF14-CA8B-42A4-B415-54E261FCD7F0}" type="presOf" srcId="{0A4EFDE0-3BA8-434D-AF35-BD52DC31429A}" destId="{14B17B07-19C5-4EA8-BC7D-9322CB926E26}" srcOrd="0" destOrd="1" presId="urn:microsoft.com/office/officeart/2005/8/layout/hProcess4"/>
    <dgm:cxn modelId="{71428018-683E-4179-B29E-CF3151B8C16B}" type="presOf" srcId="{D11DD137-2B69-4103-BF68-FF44C83CD022}" destId="{B40F2655-0358-455B-A8A3-755F42B96487}" srcOrd="0" destOrd="0" presId="urn:microsoft.com/office/officeart/2005/8/layout/hProcess4"/>
    <dgm:cxn modelId="{D82BF118-498D-4F27-833A-5844AEC6AE66}" type="presOf" srcId="{FDC75B37-5E80-47B5-9601-3DD9C29310A5}" destId="{65762D8D-FC36-4A78-884E-CF2D613D1443}" srcOrd="1" destOrd="1" presId="urn:microsoft.com/office/officeart/2005/8/layout/hProcess4"/>
    <dgm:cxn modelId="{87504C1D-BB58-4241-B9F2-9278971AB909}" type="presOf" srcId="{AD3119D1-078C-4F73-AFAD-E09AE9C58FE9}" destId="{EF43FF3B-6F4F-48B8-B662-D40850AE3A96}" srcOrd="0" destOrd="0" presId="urn:microsoft.com/office/officeart/2005/8/layout/hProcess4"/>
    <dgm:cxn modelId="{14833623-7D78-4D68-97F2-7A752A75FF5B}" srcId="{48B4BEFC-4AE7-4175-9363-34841B5D2740}" destId="{7D17A3E9-C9B8-4110-A308-4278F7559A8B}" srcOrd="2" destOrd="0" parTransId="{1C0A426B-9F0C-4B07-AFD8-390F9F5E7F87}" sibTransId="{D75DF63C-21AC-46D6-8EDD-48E6445EC253}"/>
    <dgm:cxn modelId="{53381026-C461-405C-8C4C-922AA88E66F1}" srcId="{AD3119D1-078C-4F73-AFAD-E09AE9C58FE9}" destId="{A946E5E4-698C-40F0-B643-638F8C121942}" srcOrd="0" destOrd="0" parTransId="{16362E7B-2A53-425C-B724-4EAAAF186548}" sibTransId="{7FF81C4F-77E9-4DA5-ACCD-3A3FDA92E983}"/>
    <dgm:cxn modelId="{08851328-49E6-4E5A-8503-5065716B4807}" type="presOf" srcId="{A946E5E4-698C-40F0-B643-638F8C121942}" destId="{E23C1495-1291-4FF5-ABAA-EFFE1C581BB3}" srcOrd="0" destOrd="0" presId="urn:microsoft.com/office/officeart/2005/8/layout/hProcess4"/>
    <dgm:cxn modelId="{B44E3628-38CB-4E76-AC23-69695C9E56D8}" type="presOf" srcId="{151D341C-C9E2-42D0-8385-70B00BF5CDBA}" destId="{E05497F9-C2B6-4AD7-904B-267939710BFC}" srcOrd="1" destOrd="2" presId="urn:microsoft.com/office/officeart/2005/8/layout/hProcess4"/>
    <dgm:cxn modelId="{0066EA29-772A-42BD-BED0-0049B895FBBA}" type="presOf" srcId="{585CBBBB-2285-4E62-90CB-8590696A7DAC}" destId="{7012FCFA-42CE-452D-A7FF-5561CAC7360D}" srcOrd="0" destOrd="0" presId="urn:microsoft.com/office/officeart/2005/8/layout/hProcess4"/>
    <dgm:cxn modelId="{3E0FC02A-1DAD-4CA6-AADB-4A8AF1052A25}" type="presOf" srcId="{324E6F7C-BED9-4C4C-81B1-14496833497E}" destId="{7012FCFA-42CE-452D-A7FF-5561CAC7360D}" srcOrd="0" destOrd="2" presId="urn:microsoft.com/office/officeart/2005/8/layout/hProcess4"/>
    <dgm:cxn modelId="{039FE82C-221A-442C-B02E-3AD8A8658D25}" type="presOf" srcId="{BA14B926-5D8E-4B4D-B5E7-FD1F23315F23}" destId="{8D927907-8CF0-4FC5-B256-C325B140F73C}" srcOrd="0" destOrd="2" presId="urn:microsoft.com/office/officeart/2005/8/layout/hProcess4"/>
    <dgm:cxn modelId="{8A1AEB2D-FE30-4DE3-9953-B93CD2749B8D}" type="presOf" srcId="{24D19F2B-7A39-402E-8CCD-E8A447D55A0F}" destId="{9A8887EF-928C-4E59-9E14-3C92BD93A496}" srcOrd="1" destOrd="2" presId="urn:microsoft.com/office/officeart/2005/8/layout/hProcess4"/>
    <dgm:cxn modelId="{4F576F36-A940-4A52-B26F-28532C7D73F5}" type="presOf" srcId="{D00DAB4F-CDFB-4A62-81EA-455AB8C8EDFA}" destId="{26A20E62-765F-4461-8C35-AC5CBF0A99D4}" srcOrd="0" destOrd="0" presId="urn:microsoft.com/office/officeart/2005/8/layout/hProcess4"/>
    <dgm:cxn modelId="{E9DD1E5B-CFF6-4986-AE94-3FD38AD6C2C3}" type="presOf" srcId="{0A4EFDE0-3BA8-434D-AF35-BD52DC31429A}" destId="{B04970ED-86BF-49B5-916F-CF7E9E1B7D16}" srcOrd="1" destOrd="1" presId="urn:microsoft.com/office/officeart/2005/8/layout/hProcess4"/>
    <dgm:cxn modelId="{81A3705B-DC49-41B9-8109-CE0C6C8E7E30}" type="presOf" srcId="{39620392-7D43-44FB-A7AA-F3591010085F}" destId="{582E4BB2-E860-42F4-9C83-FB011BDEE8CC}" srcOrd="0" destOrd="0" presId="urn:microsoft.com/office/officeart/2005/8/layout/hProcess4"/>
    <dgm:cxn modelId="{9DD6665E-ED68-4493-9444-D7D03B3045D1}" type="presOf" srcId="{C365F16F-A6BB-4110-A78C-BAAB86997BEA}" destId="{8D927907-8CF0-4FC5-B256-C325B140F73C}" srcOrd="0" destOrd="1" presId="urn:microsoft.com/office/officeart/2005/8/layout/hProcess4"/>
    <dgm:cxn modelId="{DDACA841-4049-4F3A-8054-92C5EE86AFE1}" type="presOf" srcId="{5B7DD452-D3C6-464C-BEED-8B021C0D8FA3}" destId="{9A8887EF-928C-4E59-9E14-3C92BD93A496}" srcOrd="1" destOrd="1" presId="urn:microsoft.com/office/officeart/2005/8/layout/hProcess4"/>
    <dgm:cxn modelId="{86879542-1312-4151-B436-DD5671454CF0}" srcId="{AD3119D1-078C-4F73-AFAD-E09AE9C58FE9}" destId="{5B7DD452-D3C6-464C-BEED-8B021C0D8FA3}" srcOrd="1" destOrd="0" parTransId="{5018223E-2B11-4A7A-85EE-91B3750279F4}" sibTransId="{8806CCA9-31C2-4070-B4A0-ED996FEF91F0}"/>
    <dgm:cxn modelId="{E4A8EE43-8D90-49EF-85A8-4DDF670F345E}" type="presOf" srcId="{08C27097-CEAA-4C91-87AF-0E8348B20CB3}" destId="{E05497F9-C2B6-4AD7-904B-267939710BFC}" srcOrd="1" destOrd="1" presId="urn:microsoft.com/office/officeart/2005/8/layout/hProcess4"/>
    <dgm:cxn modelId="{A6B25745-6A45-4564-88CE-B64E2F653352}" srcId="{48B4BEFC-4AE7-4175-9363-34841B5D2740}" destId="{55D8BFC0-F1E8-42CF-A6CE-BE967042D285}" srcOrd="1" destOrd="0" parTransId="{71D4E214-C35F-43E6-83F9-4EB535546F17}" sibTransId="{139BF10E-DAAD-4691-A2C6-750750A8FD26}"/>
    <dgm:cxn modelId="{3391F848-34F6-4403-A54F-4237E4461A15}" type="presOf" srcId="{7D17A3E9-C9B8-4110-A308-4278F7559A8B}" destId="{4B7ED08B-9E1E-4F8A-B983-C8B81DAC25EB}" srcOrd="0" destOrd="2" presId="urn:microsoft.com/office/officeart/2005/8/layout/hProcess4"/>
    <dgm:cxn modelId="{490C5849-B2C4-425F-8E02-CB925860128D}" srcId="{D9163DFF-6ECD-4492-B544-8420C874084A}" destId="{585CBBBB-2285-4E62-90CB-8590696A7DAC}" srcOrd="0" destOrd="0" parTransId="{4C600833-3138-4387-836D-02DE3FAC41B6}" sibTransId="{5424A483-967F-473C-BE02-115005A1AE5E}"/>
    <dgm:cxn modelId="{2749A969-AADE-47F1-B961-A5CE80D08F01}" type="presOf" srcId="{BA14B926-5D8E-4B4D-B5E7-FD1F23315F23}" destId="{82B0A439-693D-4F03-A057-4BD4A08A0D23}" srcOrd="1" destOrd="2" presId="urn:microsoft.com/office/officeart/2005/8/layout/hProcess4"/>
    <dgm:cxn modelId="{6A342F4C-1FFB-43B0-A52D-539BF476A93A}" type="presOf" srcId="{BFE4D7F3-4158-4C11-98DE-9B89D5159935}" destId="{8D927907-8CF0-4FC5-B256-C325B140F73C}" srcOrd="0" destOrd="0" presId="urn:microsoft.com/office/officeart/2005/8/layout/hProcess4"/>
    <dgm:cxn modelId="{F8AB5B6C-6628-4D95-9214-13802EF5B2B4}" type="presOf" srcId="{B361D61A-B6D5-43FD-9C66-90FA5C6AE794}" destId="{105CCBAB-1079-4DDF-AB98-ECCFF87C4FDD}" srcOrd="0" destOrd="0" presId="urn:microsoft.com/office/officeart/2005/8/layout/hProcess4"/>
    <dgm:cxn modelId="{1383DF6C-B994-4472-86B3-A51CE5369FFD}" type="presOf" srcId="{FDC75B37-5E80-47B5-9601-3DD9C29310A5}" destId="{7012FCFA-42CE-452D-A7FF-5561CAC7360D}" srcOrd="0" destOrd="1" presId="urn:microsoft.com/office/officeart/2005/8/layout/hProcess4"/>
    <dgm:cxn modelId="{EABFDF4C-4DDD-45C7-998D-BF9E2CFA3943}" type="presOf" srcId="{BC7DA493-0811-4067-8386-6E953B25C207}" destId="{00DABA5D-CA75-428F-8E06-CFEE8A9031CC}" srcOrd="1" destOrd="0" presId="urn:microsoft.com/office/officeart/2005/8/layout/hProcess4"/>
    <dgm:cxn modelId="{18170C4E-736A-4B8D-9D71-0314E8743084}" srcId="{39620392-7D43-44FB-A7AA-F3591010085F}" destId="{231F5637-82A2-4814-9C4F-9551CD3C47E7}" srcOrd="5" destOrd="0" parTransId="{6FBCF468-82C0-4683-A38B-93B59F04E5E0}" sibTransId="{01261BC4-CF7E-4BF3-A1B1-4C5C971FA382}"/>
    <dgm:cxn modelId="{D2E2894E-B4CE-4AFB-A08B-77A8C8004D4D}" srcId="{B361D61A-B6D5-43FD-9C66-90FA5C6AE794}" destId="{08C27097-CEAA-4C91-87AF-0E8348B20CB3}" srcOrd="1" destOrd="0" parTransId="{C8C45E3D-86A1-4D77-85E4-51510C85B938}" sibTransId="{42EDFFE0-BCE4-473B-BDA2-2F72BA4B1740}"/>
    <dgm:cxn modelId="{41E6D36F-0083-40E8-B814-D100F649E562}" type="presOf" srcId="{C365F16F-A6BB-4110-A78C-BAAB86997BEA}" destId="{82B0A439-693D-4F03-A057-4BD4A08A0D23}" srcOrd="1" destOrd="1" presId="urn:microsoft.com/office/officeart/2005/8/layout/hProcess4"/>
    <dgm:cxn modelId="{0C33A650-D026-4F9D-8DDD-7ABA287C5301}" type="presOf" srcId="{231F5637-82A2-4814-9C4F-9551CD3C47E7}" destId="{72C2D834-62B7-4FAF-B741-6662CC54E5C6}" srcOrd="0" destOrd="0" presId="urn:microsoft.com/office/officeart/2005/8/layout/hProcess4"/>
    <dgm:cxn modelId="{B246CF75-2BB3-4040-9030-C3438881FDF0}" srcId="{48B4BEFC-4AE7-4175-9363-34841B5D2740}" destId="{BC7DA493-0811-4067-8386-6E953B25C207}" srcOrd="0" destOrd="0" parTransId="{CE549D6E-A5DA-4587-A773-86E9C5958B96}" sibTransId="{C18AFB01-85F0-4476-A54A-EF6D41733B34}"/>
    <dgm:cxn modelId="{A7C90056-F18E-41DF-BEEC-E0FD529ABEE9}" type="presOf" srcId="{05CCEC09-A4FA-409B-B276-57AD63DA4F16}" destId="{2011026D-F5BC-4FE0-AD9C-5E421EE362A5}" srcOrd="0" destOrd="0" presId="urn:microsoft.com/office/officeart/2005/8/layout/hProcess4"/>
    <dgm:cxn modelId="{567FCE59-79B0-4127-886E-DA26DDCF7A8D}" type="presOf" srcId="{585CBBBB-2285-4E62-90CB-8590696A7DAC}" destId="{65762D8D-FC36-4A78-884E-CF2D613D1443}" srcOrd="1" destOrd="0" presId="urn:microsoft.com/office/officeart/2005/8/layout/hProcess4"/>
    <dgm:cxn modelId="{D442C67D-6488-4FA1-B7C1-9B7486F7A2CF}" srcId="{B8DAF5D0-FDEA-48A9-BDE1-4AA712F5C60E}" destId="{BA14B926-5D8E-4B4D-B5E7-FD1F23315F23}" srcOrd="2" destOrd="0" parTransId="{967F031A-77B0-4AF5-AFB0-B690535F31B7}" sibTransId="{386A702E-1AF4-4D13-9E7B-205D8F0B3E54}"/>
    <dgm:cxn modelId="{DAA0C083-5BF0-4645-BE46-2912BD0660F3}" type="presOf" srcId="{5B7DD452-D3C6-464C-BEED-8B021C0D8FA3}" destId="{E23C1495-1291-4FF5-ABAA-EFFE1C581BB3}" srcOrd="0" destOrd="1" presId="urn:microsoft.com/office/officeart/2005/8/layout/hProcess4"/>
    <dgm:cxn modelId="{AA71F087-938B-44D7-A447-C02FDA393431}" type="presOf" srcId="{DDBC3661-4D9D-409C-A3A4-BD40C0BC9DB9}" destId="{BA9F6828-F87A-4582-9598-BF92143F41EA}" srcOrd="0" destOrd="0" presId="urn:microsoft.com/office/officeart/2005/8/layout/hProcess4"/>
    <dgm:cxn modelId="{C0055288-DF23-4BBB-9662-2729D70CF898}" type="presOf" srcId="{F3E222FE-2A0A-44D3-BA01-854AFB0FA398}" destId="{B04970ED-86BF-49B5-916F-CF7E9E1B7D16}" srcOrd="1" destOrd="0" presId="urn:microsoft.com/office/officeart/2005/8/layout/hProcess4"/>
    <dgm:cxn modelId="{00424F8B-ACA8-431C-BA6E-8166227360C1}" type="presOf" srcId="{55D8BFC0-F1E8-42CF-A6CE-BE967042D285}" destId="{00DABA5D-CA75-428F-8E06-CFEE8A9031CC}" srcOrd="1" destOrd="1" presId="urn:microsoft.com/office/officeart/2005/8/layout/hProcess4"/>
    <dgm:cxn modelId="{B4C28E8B-206A-42A9-A7DB-36C3F4631C40}" type="presOf" srcId="{55D8BFC0-F1E8-42CF-A6CE-BE967042D285}" destId="{4B7ED08B-9E1E-4F8A-B983-C8B81DAC25EB}" srcOrd="0" destOrd="1" presId="urn:microsoft.com/office/officeart/2005/8/layout/hProcess4"/>
    <dgm:cxn modelId="{DD691790-9643-4610-BC89-F08001109BB3}" type="presOf" srcId="{7D17A3E9-C9B8-4110-A308-4278F7559A8B}" destId="{00DABA5D-CA75-428F-8E06-CFEE8A9031CC}" srcOrd="1" destOrd="2" presId="urn:microsoft.com/office/officeart/2005/8/layout/hProcess4"/>
    <dgm:cxn modelId="{4E7ACD94-A5C4-4DC1-989A-3BEAC507B4C2}" srcId="{231F5637-82A2-4814-9C4F-9551CD3C47E7}" destId="{0A4EFDE0-3BA8-434D-AF35-BD52DC31429A}" srcOrd="1" destOrd="0" parTransId="{86DAA6C3-05C5-464C-A548-F4CD41C730E0}" sibTransId="{93EBAE66-9492-414C-B2D8-C5BFFD78B520}"/>
    <dgm:cxn modelId="{B7BAB79B-D335-4195-BAC7-356659813DF6}" srcId="{D9163DFF-6ECD-4492-B544-8420C874084A}" destId="{FDC75B37-5E80-47B5-9601-3DD9C29310A5}" srcOrd="1" destOrd="0" parTransId="{E40AED1A-12E1-421C-99D4-80FDB95A7D2A}" sibTransId="{AFCF1A92-2832-484F-826B-BE349821731D}"/>
    <dgm:cxn modelId="{20436B9D-E08D-43EB-B7CD-22F6C6F68D65}" type="presOf" srcId="{08C27097-CEAA-4C91-87AF-0E8348B20CB3}" destId="{26A20E62-765F-4461-8C35-AC5CBF0A99D4}" srcOrd="0" destOrd="1" presId="urn:microsoft.com/office/officeart/2005/8/layout/hProcess4"/>
    <dgm:cxn modelId="{47BDB79E-4759-457B-B7A5-39DCDEBA1685}" type="presOf" srcId="{F3E222FE-2A0A-44D3-BA01-854AFB0FA398}" destId="{14B17B07-19C5-4EA8-BC7D-9322CB926E26}" srcOrd="0" destOrd="0" presId="urn:microsoft.com/office/officeart/2005/8/layout/hProcess4"/>
    <dgm:cxn modelId="{86FC99A3-4BD4-44AB-943E-FD60615464E8}" srcId="{231F5637-82A2-4814-9C4F-9551CD3C47E7}" destId="{F3E222FE-2A0A-44D3-BA01-854AFB0FA398}" srcOrd="0" destOrd="0" parTransId="{3A98C09F-93FD-48B5-8074-5EF8442505F9}" sibTransId="{AED6EB06-1253-42D6-997C-0909D1E61DF6}"/>
    <dgm:cxn modelId="{9BD70AAA-A037-4D60-B75F-4969CF9EB7B5}" srcId="{39620392-7D43-44FB-A7AA-F3591010085F}" destId="{B361D61A-B6D5-43FD-9C66-90FA5C6AE794}" srcOrd="1" destOrd="0" parTransId="{64DCF74D-4B9F-493F-A61D-122DA2D2883A}" sibTransId="{F6939814-999A-4B35-B504-0A318E3A3B3B}"/>
    <dgm:cxn modelId="{6C4FD1AA-CF28-48FE-891D-62677A940A70}" type="presOf" srcId="{A946E5E4-698C-40F0-B643-638F8C121942}" destId="{9A8887EF-928C-4E59-9E14-3C92BD93A496}" srcOrd="1" destOrd="0" presId="urn:microsoft.com/office/officeart/2005/8/layout/hProcess4"/>
    <dgm:cxn modelId="{0F0B51AC-3E74-4C04-B897-F66057F3BD83}" type="presOf" srcId="{A2E2512C-69A2-4619-952C-5BA8FA917298}" destId="{BFFDE769-6401-4C29-9971-6567BDF91174}" srcOrd="0" destOrd="0" presId="urn:microsoft.com/office/officeart/2005/8/layout/hProcess4"/>
    <dgm:cxn modelId="{B46D81AE-DC06-4D11-BD9D-6DA2EC7AD79A}" srcId="{39620392-7D43-44FB-A7AA-F3591010085F}" destId="{B8DAF5D0-FDEA-48A9-BDE1-4AA712F5C60E}" srcOrd="2" destOrd="0" parTransId="{4FAD1378-DE0D-4C12-B8AF-2A680C060BAA}" sibTransId="{05CCEC09-A4FA-409B-B276-57AD63DA4F16}"/>
    <dgm:cxn modelId="{353FF5AF-4D4C-4903-937C-5CF52094964D}" type="presOf" srcId="{324E6F7C-BED9-4C4C-81B1-14496833497E}" destId="{65762D8D-FC36-4A78-884E-CF2D613D1443}" srcOrd="1" destOrd="2" presId="urn:microsoft.com/office/officeart/2005/8/layout/hProcess4"/>
    <dgm:cxn modelId="{E15B94BF-EDD8-4A11-BC02-A9A6A7FF95AA}" srcId="{39620392-7D43-44FB-A7AA-F3591010085F}" destId="{D9163DFF-6ECD-4492-B544-8420C874084A}" srcOrd="0" destOrd="0" parTransId="{B09BDE7E-9B6F-4263-9D9E-8D76D9AC8027}" sibTransId="{A2E2512C-69A2-4619-952C-5BA8FA917298}"/>
    <dgm:cxn modelId="{CA1444C9-DD2C-49E4-A9FB-09809980D97F}" type="presOf" srcId="{BFE4D7F3-4158-4C11-98DE-9B89D5159935}" destId="{82B0A439-693D-4F03-A057-4BD4A08A0D23}" srcOrd="1" destOrd="0" presId="urn:microsoft.com/office/officeart/2005/8/layout/hProcess4"/>
    <dgm:cxn modelId="{11544DCB-12F4-4ABF-AC38-010510C4AEC0}" srcId="{B361D61A-B6D5-43FD-9C66-90FA5C6AE794}" destId="{151D341C-C9E2-42D0-8385-70B00BF5CDBA}" srcOrd="2" destOrd="0" parTransId="{1995F07A-CFDF-451F-B85A-AA7F7C13855E}" sibTransId="{73BD63E9-412D-4CC0-BE61-EE2EE560ABD8}"/>
    <dgm:cxn modelId="{524E35D5-CF28-4710-8B31-5214DA335EAB}" type="presOf" srcId="{D00DAB4F-CDFB-4A62-81EA-455AB8C8EDFA}" destId="{E05497F9-C2B6-4AD7-904B-267939710BFC}" srcOrd="1" destOrd="0" presId="urn:microsoft.com/office/officeart/2005/8/layout/hProcess4"/>
    <dgm:cxn modelId="{7EBCB1E5-B540-4F65-A304-80ECC4CF3A20}" type="presOf" srcId="{BC7DA493-0811-4067-8386-6E953B25C207}" destId="{4B7ED08B-9E1E-4F8A-B983-C8B81DAC25EB}" srcOrd="0" destOrd="0" presId="urn:microsoft.com/office/officeart/2005/8/layout/hProcess4"/>
    <dgm:cxn modelId="{9568F8E8-7D47-4D66-8236-FD8E5980DDAE}" srcId="{B8DAF5D0-FDEA-48A9-BDE1-4AA712F5C60E}" destId="{C365F16F-A6BB-4110-A78C-BAAB86997BEA}" srcOrd="1" destOrd="0" parTransId="{59EB9EC7-90C1-4AB9-87C9-2A0FD6C34F6C}" sibTransId="{AE2BFA22-5DE5-4996-AD5D-2F3CAC671913}"/>
    <dgm:cxn modelId="{A3CD8AEA-6B51-4E78-BC72-8AAC71108407}" type="presOf" srcId="{F6939814-999A-4B35-B504-0A318E3A3B3B}" destId="{6381817C-4A36-4AD9-ADF9-40D901D517D5}" srcOrd="0" destOrd="0" presId="urn:microsoft.com/office/officeart/2005/8/layout/hProcess4"/>
    <dgm:cxn modelId="{6EA2BCEC-0462-4803-AD27-A563B4377D78}" srcId="{B8DAF5D0-FDEA-48A9-BDE1-4AA712F5C60E}" destId="{BFE4D7F3-4158-4C11-98DE-9B89D5159935}" srcOrd="0" destOrd="0" parTransId="{14495B07-F29A-4A48-B1F5-FF867471C53B}" sibTransId="{46347B46-8D04-454F-8588-4BA02F989145}"/>
    <dgm:cxn modelId="{6B7606EE-DBA3-4029-9E00-A2AB6E5BA2CF}" type="presOf" srcId="{151D341C-C9E2-42D0-8385-70B00BF5CDBA}" destId="{26A20E62-765F-4461-8C35-AC5CBF0A99D4}" srcOrd="0" destOrd="2" presId="urn:microsoft.com/office/officeart/2005/8/layout/hProcess4"/>
    <dgm:cxn modelId="{9B2030F6-CFF7-4878-AA92-C1947B565599}" srcId="{D9163DFF-6ECD-4492-B544-8420C874084A}" destId="{324E6F7C-BED9-4C4C-81B1-14496833497E}" srcOrd="2" destOrd="0" parTransId="{02660E35-461A-4D72-972F-71D25D9039DD}" sibTransId="{EEA82CF4-2ACA-456A-8295-B1F393D36BE6}"/>
    <dgm:cxn modelId="{AEC87BF7-07E4-487B-A949-16ECACD0C4B0}" srcId="{39620392-7D43-44FB-A7AA-F3591010085F}" destId="{AD3119D1-078C-4F73-AFAD-E09AE9C58FE9}" srcOrd="3" destOrd="0" parTransId="{C22ECF38-6DDB-429E-8456-129324822F3C}" sibTransId="{D11DD137-2B69-4103-BF68-FF44C83CD022}"/>
    <dgm:cxn modelId="{15FC39F8-076D-4A03-8012-6AE86DACB704}" type="presOf" srcId="{D9163DFF-6ECD-4492-B544-8420C874084A}" destId="{F737F816-3673-4DFA-A19A-55AD7725E491}" srcOrd="0" destOrd="0" presId="urn:microsoft.com/office/officeart/2005/8/layout/hProcess4"/>
    <dgm:cxn modelId="{678FCEFB-DC05-4A08-911C-035617D95B6D}" type="presOf" srcId="{48B4BEFC-4AE7-4175-9363-34841B5D2740}" destId="{97B23B5A-388D-4517-AAB8-E4CC0F788019}" srcOrd="0" destOrd="0" presId="urn:microsoft.com/office/officeart/2005/8/layout/hProcess4"/>
    <dgm:cxn modelId="{81AAACFF-8657-43B9-886D-4D89CA5327EF}" srcId="{B361D61A-B6D5-43FD-9C66-90FA5C6AE794}" destId="{D00DAB4F-CDFB-4A62-81EA-455AB8C8EDFA}" srcOrd="0" destOrd="0" parTransId="{6503677C-B44F-4F6D-B580-655AF9BD062D}" sibTransId="{1C2386D8-644F-496D-BC19-86DA322B50B5}"/>
    <dgm:cxn modelId="{ED48E84B-173C-4605-A73D-AA25F12C216B}" type="presParOf" srcId="{582E4BB2-E860-42F4-9C83-FB011BDEE8CC}" destId="{37414A14-D7E1-4F58-8FEA-6AAFFC7CB1E5}" srcOrd="0" destOrd="0" presId="urn:microsoft.com/office/officeart/2005/8/layout/hProcess4"/>
    <dgm:cxn modelId="{2D01BF46-5E0F-437F-9CBA-4544ED3545D3}" type="presParOf" srcId="{582E4BB2-E860-42F4-9C83-FB011BDEE8CC}" destId="{26C55B6F-8059-499D-AD3F-35115541FF12}" srcOrd="1" destOrd="0" presId="urn:microsoft.com/office/officeart/2005/8/layout/hProcess4"/>
    <dgm:cxn modelId="{0EAE0326-D7CF-45FD-A88C-54F594C5948F}" type="presParOf" srcId="{582E4BB2-E860-42F4-9C83-FB011BDEE8CC}" destId="{C0AFC65F-0B61-455F-8542-E17272AC90BC}" srcOrd="2" destOrd="0" presId="urn:microsoft.com/office/officeart/2005/8/layout/hProcess4"/>
    <dgm:cxn modelId="{E8206924-FD9E-4310-8F25-DABD9141ADA5}" type="presParOf" srcId="{C0AFC65F-0B61-455F-8542-E17272AC90BC}" destId="{2DA9D2BC-D77D-433B-8307-0873D6572765}" srcOrd="0" destOrd="0" presId="urn:microsoft.com/office/officeart/2005/8/layout/hProcess4"/>
    <dgm:cxn modelId="{9CCC7BED-2606-40A6-8614-E8C0273664F5}" type="presParOf" srcId="{2DA9D2BC-D77D-433B-8307-0873D6572765}" destId="{57888FDA-2A79-43B7-8BE5-1E53723890C0}" srcOrd="0" destOrd="0" presId="urn:microsoft.com/office/officeart/2005/8/layout/hProcess4"/>
    <dgm:cxn modelId="{A7C74A66-DADB-4A91-86C8-9E7A20768B64}" type="presParOf" srcId="{2DA9D2BC-D77D-433B-8307-0873D6572765}" destId="{7012FCFA-42CE-452D-A7FF-5561CAC7360D}" srcOrd="1" destOrd="0" presId="urn:microsoft.com/office/officeart/2005/8/layout/hProcess4"/>
    <dgm:cxn modelId="{B0E0049B-C203-44F0-AB5E-1FCD4E5EFE88}" type="presParOf" srcId="{2DA9D2BC-D77D-433B-8307-0873D6572765}" destId="{65762D8D-FC36-4A78-884E-CF2D613D1443}" srcOrd="2" destOrd="0" presId="urn:microsoft.com/office/officeart/2005/8/layout/hProcess4"/>
    <dgm:cxn modelId="{515F3FC7-FEE4-479D-B959-C2652F088134}" type="presParOf" srcId="{2DA9D2BC-D77D-433B-8307-0873D6572765}" destId="{F737F816-3673-4DFA-A19A-55AD7725E491}" srcOrd="3" destOrd="0" presId="urn:microsoft.com/office/officeart/2005/8/layout/hProcess4"/>
    <dgm:cxn modelId="{FE05907B-6941-4C8D-A2BE-C8C54D49B05E}" type="presParOf" srcId="{2DA9D2BC-D77D-433B-8307-0873D6572765}" destId="{F0A39BC7-8E31-4440-8CCA-BEF54BE2965D}" srcOrd="4" destOrd="0" presId="urn:microsoft.com/office/officeart/2005/8/layout/hProcess4"/>
    <dgm:cxn modelId="{996E884F-A677-41E8-B1FC-EA9E829CB1A4}" type="presParOf" srcId="{C0AFC65F-0B61-455F-8542-E17272AC90BC}" destId="{BFFDE769-6401-4C29-9971-6567BDF91174}" srcOrd="1" destOrd="0" presId="urn:microsoft.com/office/officeart/2005/8/layout/hProcess4"/>
    <dgm:cxn modelId="{19F8B9E5-B85D-4185-83A0-2BEB563BD220}" type="presParOf" srcId="{C0AFC65F-0B61-455F-8542-E17272AC90BC}" destId="{21D5D45D-FC7D-4A97-B432-10E905B615EF}" srcOrd="2" destOrd="0" presId="urn:microsoft.com/office/officeart/2005/8/layout/hProcess4"/>
    <dgm:cxn modelId="{C110E556-1C6F-4D05-945F-855973235552}" type="presParOf" srcId="{21D5D45D-FC7D-4A97-B432-10E905B615EF}" destId="{611CDDD6-5FA6-4649-A54A-94663FB2370B}" srcOrd="0" destOrd="0" presId="urn:microsoft.com/office/officeart/2005/8/layout/hProcess4"/>
    <dgm:cxn modelId="{63FE1EE4-42A0-4CE9-9CA7-DC366177F537}" type="presParOf" srcId="{21D5D45D-FC7D-4A97-B432-10E905B615EF}" destId="{26A20E62-765F-4461-8C35-AC5CBF0A99D4}" srcOrd="1" destOrd="0" presId="urn:microsoft.com/office/officeart/2005/8/layout/hProcess4"/>
    <dgm:cxn modelId="{8588C705-3A2D-40FC-891A-64893E6A992F}" type="presParOf" srcId="{21D5D45D-FC7D-4A97-B432-10E905B615EF}" destId="{E05497F9-C2B6-4AD7-904B-267939710BFC}" srcOrd="2" destOrd="0" presId="urn:microsoft.com/office/officeart/2005/8/layout/hProcess4"/>
    <dgm:cxn modelId="{D06604A9-09E9-40B8-BC1E-69991FFE653E}" type="presParOf" srcId="{21D5D45D-FC7D-4A97-B432-10E905B615EF}" destId="{105CCBAB-1079-4DDF-AB98-ECCFF87C4FDD}" srcOrd="3" destOrd="0" presId="urn:microsoft.com/office/officeart/2005/8/layout/hProcess4"/>
    <dgm:cxn modelId="{89639BD0-36D4-42E4-B2B2-4B982AD2F068}" type="presParOf" srcId="{21D5D45D-FC7D-4A97-B432-10E905B615EF}" destId="{B0D8EF3B-AF20-4D28-8E82-783283055333}" srcOrd="4" destOrd="0" presId="urn:microsoft.com/office/officeart/2005/8/layout/hProcess4"/>
    <dgm:cxn modelId="{22FBE7B4-A3E5-4166-BD59-7B1017FCE9D8}" type="presParOf" srcId="{C0AFC65F-0B61-455F-8542-E17272AC90BC}" destId="{6381817C-4A36-4AD9-ADF9-40D901D517D5}" srcOrd="3" destOrd="0" presId="urn:microsoft.com/office/officeart/2005/8/layout/hProcess4"/>
    <dgm:cxn modelId="{DB12F727-9998-435D-844E-5B3F71077368}" type="presParOf" srcId="{C0AFC65F-0B61-455F-8542-E17272AC90BC}" destId="{9D6DF57B-62AA-420E-987E-20C92AAC93A3}" srcOrd="4" destOrd="0" presId="urn:microsoft.com/office/officeart/2005/8/layout/hProcess4"/>
    <dgm:cxn modelId="{FB08B791-E44D-4550-A149-3E4A96DD8324}" type="presParOf" srcId="{9D6DF57B-62AA-420E-987E-20C92AAC93A3}" destId="{0BA8ADF5-B850-41BB-8BC6-32FF80E59268}" srcOrd="0" destOrd="0" presId="urn:microsoft.com/office/officeart/2005/8/layout/hProcess4"/>
    <dgm:cxn modelId="{386871F2-0CFF-4AF7-96B2-38F99FC21C3E}" type="presParOf" srcId="{9D6DF57B-62AA-420E-987E-20C92AAC93A3}" destId="{8D927907-8CF0-4FC5-B256-C325B140F73C}" srcOrd="1" destOrd="0" presId="urn:microsoft.com/office/officeart/2005/8/layout/hProcess4"/>
    <dgm:cxn modelId="{ECB2C42F-9E9C-46F4-A24C-9ED1DFD96F60}" type="presParOf" srcId="{9D6DF57B-62AA-420E-987E-20C92AAC93A3}" destId="{82B0A439-693D-4F03-A057-4BD4A08A0D23}" srcOrd="2" destOrd="0" presId="urn:microsoft.com/office/officeart/2005/8/layout/hProcess4"/>
    <dgm:cxn modelId="{D9785327-26A9-4C37-BCB0-A025140D0618}" type="presParOf" srcId="{9D6DF57B-62AA-420E-987E-20C92AAC93A3}" destId="{17790B2E-56CA-46EB-AB28-C5365F9E5A0B}" srcOrd="3" destOrd="0" presId="urn:microsoft.com/office/officeart/2005/8/layout/hProcess4"/>
    <dgm:cxn modelId="{2698326A-B3E3-4883-89B0-2E7481B05A78}" type="presParOf" srcId="{9D6DF57B-62AA-420E-987E-20C92AAC93A3}" destId="{FE1E3D1E-AD2F-472B-A155-5F5A960E424B}" srcOrd="4" destOrd="0" presId="urn:microsoft.com/office/officeart/2005/8/layout/hProcess4"/>
    <dgm:cxn modelId="{D97DFF5C-A485-4ED0-A534-4FC530C389F0}" type="presParOf" srcId="{C0AFC65F-0B61-455F-8542-E17272AC90BC}" destId="{2011026D-F5BC-4FE0-AD9C-5E421EE362A5}" srcOrd="5" destOrd="0" presId="urn:microsoft.com/office/officeart/2005/8/layout/hProcess4"/>
    <dgm:cxn modelId="{8B3D1F58-4359-4F1F-B3FF-146739CAA4E6}" type="presParOf" srcId="{C0AFC65F-0B61-455F-8542-E17272AC90BC}" destId="{F54B3558-95E2-4A07-BF65-312F8270EEAC}" srcOrd="6" destOrd="0" presId="urn:microsoft.com/office/officeart/2005/8/layout/hProcess4"/>
    <dgm:cxn modelId="{ECF6EECB-2C06-4BA9-AD9D-F1B139DD3ACC}" type="presParOf" srcId="{F54B3558-95E2-4A07-BF65-312F8270EEAC}" destId="{C38E81E3-168A-4C9F-83E7-3FF6F64A077C}" srcOrd="0" destOrd="0" presId="urn:microsoft.com/office/officeart/2005/8/layout/hProcess4"/>
    <dgm:cxn modelId="{6E57E99B-8343-443C-9F42-43096D7D8282}" type="presParOf" srcId="{F54B3558-95E2-4A07-BF65-312F8270EEAC}" destId="{E23C1495-1291-4FF5-ABAA-EFFE1C581BB3}" srcOrd="1" destOrd="0" presId="urn:microsoft.com/office/officeart/2005/8/layout/hProcess4"/>
    <dgm:cxn modelId="{D3DB2472-E0FC-4EBA-BD2E-8A5DC0EFD8D7}" type="presParOf" srcId="{F54B3558-95E2-4A07-BF65-312F8270EEAC}" destId="{9A8887EF-928C-4E59-9E14-3C92BD93A496}" srcOrd="2" destOrd="0" presId="urn:microsoft.com/office/officeart/2005/8/layout/hProcess4"/>
    <dgm:cxn modelId="{ED9D030B-073D-4F8F-9110-5AC47759779D}" type="presParOf" srcId="{F54B3558-95E2-4A07-BF65-312F8270EEAC}" destId="{EF43FF3B-6F4F-48B8-B662-D40850AE3A96}" srcOrd="3" destOrd="0" presId="urn:microsoft.com/office/officeart/2005/8/layout/hProcess4"/>
    <dgm:cxn modelId="{19D4FF01-1F2D-482B-9092-146F418816CC}" type="presParOf" srcId="{F54B3558-95E2-4A07-BF65-312F8270EEAC}" destId="{3E976591-79EB-4DB0-A8D6-76E9C93EF3BC}" srcOrd="4" destOrd="0" presId="urn:microsoft.com/office/officeart/2005/8/layout/hProcess4"/>
    <dgm:cxn modelId="{282EDC1C-60F7-403A-8FB6-1F952FF6928D}" type="presParOf" srcId="{C0AFC65F-0B61-455F-8542-E17272AC90BC}" destId="{B40F2655-0358-455B-A8A3-755F42B96487}" srcOrd="7" destOrd="0" presId="urn:microsoft.com/office/officeart/2005/8/layout/hProcess4"/>
    <dgm:cxn modelId="{6B946F7E-A90A-4008-99A2-5BCA83F55099}" type="presParOf" srcId="{C0AFC65F-0B61-455F-8542-E17272AC90BC}" destId="{6D91017B-11B0-4035-B3EC-C7DE8CC67CCA}" srcOrd="8" destOrd="0" presId="urn:microsoft.com/office/officeart/2005/8/layout/hProcess4"/>
    <dgm:cxn modelId="{D9B4D846-59C1-49B0-96CC-7D892D6BDB56}" type="presParOf" srcId="{6D91017B-11B0-4035-B3EC-C7DE8CC67CCA}" destId="{CBF286E3-D1E1-4AB8-98B1-88A7554D83A3}" srcOrd="0" destOrd="0" presId="urn:microsoft.com/office/officeart/2005/8/layout/hProcess4"/>
    <dgm:cxn modelId="{C028D1DA-4C51-420B-AACD-2A34F6E48752}" type="presParOf" srcId="{6D91017B-11B0-4035-B3EC-C7DE8CC67CCA}" destId="{4B7ED08B-9E1E-4F8A-B983-C8B81DAC25EB}" srcOrd="1" destOrd="0" presId="urn:microsoft.com/office/officeart/2005/8/layout/hProcess4"/>
    <dgm:cxn modelId="{332FDFA3-4321-4C3E-9FCC-350EED271EEA}" type="presParOf" srcId="{6D91017B-11B0-4035-B3EC-C7DE8CC67CCA}" destId="{00DABA5D-CA75-428F-8E06-CFEE8A9031CC}" srcOrd="2" destOrd="0" presId="urn:microsoft.com/office/officeart/2005/8/layout/hProcess4"/>
    <dgm:cxn modelId="{BC002DAA-26C2-46A6-8D4B-2CE0B9B22608}" type="presParOf" srcId="{6D91017B-11B0-4035-B3EC-C7DE8CC67CCA}" destId="{97B23B5A-388D-4517-AAB8-E4CC0F788019}" srcOrd="3" destOrd="0" presId="urn:microsoft.com/office/officeart/2005/8/layout/hProcess4"/>
    <dgm:cxn modelId="{3D68B95A-BFC4-4403-8108-156C3AE46DE8}" type="presParOf" srcId="{6D91017B-11B0-4035-B3EC-C7DE8CC67CCA}" destId="{DFF8889C-5DBA-42AD-97B5-74C908842937}" srcOrd="4" destOrd="0" presId="urn:microsoft.com/office/officeart/2005/8/layout/hProcess4"/>
    <dgm:cxn modelId="{AA2FDA0D-2D7A-431D-B1C5-2557DE8C3EA5}" type="presParOf" srcId="{C0AFC65F-0B61-455F-8542-E17272AC90BC}" destId="{BA9F6828-F87A-4582-9598-BF92143F41EA}" srcOrd="9" destOrd="0" presId="urn:microsoft.com/office/officeart/2005/8/layout/hProcess4"/>
    <dgm:cxn modelId="{881943DF-2F34-424B-A696-09F55F6151B5}" type="presParOf" srcId="{C0AFC65F-0B61-455F-8542-E17272AC90BC}" destId="{A98DB5D3-923C-4F01-9765-F343F0463B90}" srcOrd="10" destOrd="0" presId="urn:microsoft.com/office/officeart/2005/8/layout/hProcess4"/>
    <dgm:cxn modelId="{9D58D24B-C7BA-4939-8706-36AD0A5DC885}" type="presParOf" srcId="{A98DB5D3-923C-4F01-9765-F343F0463B90}" destId="{D29948E6-A512-4949-B8DC-46FC26F595BA}" srcOrd="0" destOrd="0" presId="urn:microsoft.com/office/officeart/2005/8/layout/hProcess4"/>
    <dgm:cxn modelId="{4E22BD0C-2C89-46DA-88D4-EBC29E078053}" type="presParOf" srcId="{A98DB5D3-923C-4F01-9765-F343F0463B90}" destId="{14B17B07-19C5-4EA8-BC7D-9322CB926E26}" srcOrd="1" destOrd="0" presId="urn:microsoft.com/office/officeart/2005/8/layout/hProcess4"/>
    <dgm:cxn modelId="{3D6E4EBC-4EFD-491D-8689-920460D5448A}" type="presParOf" srcId="{A98DB5D3-923C-4F01-9765-F343F0463B90}" destId="{B04970ED-86BF-49B5-916F-CF7E9E1B7D16}" srcOrd="2" destOrd="0" presId="urn:microsoft.com/office/officeart/2005/8/layout/hProcess4"/>
    <dgm:cxn modelId="{47151A36-8C86-4454-987B-55ECF6C51EF0}" type="presParOf" srcId="{A98DB5D3-923C-4F01-9765-F343F0463B90}" destId="{72C2D834-62B7-4FAF-B741-6662CC54E5C6}" srcOrd="3" destOrd="0" presId="urn:microsoft.com/office/officeart/2005/8/layout/hProcess4"/>
    <dgm:cxn modelId="{2B50C5E3-41D9-4DC5-932E-23AAB8F4D202}" type="presParOf" srcId="{A98DB5D3-923C-4F01-9765-F343F0463B90}" destId="{68004DE1-3D7F-4A63-ACE4-48EBEA509F6A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2FCFA-42CE-452D-A7FF-5561CAC7360D}">
      <dsp:nvSpPr>
        <dsp:cNvPr id="0" name=""/>
        <dsp:cNvSpPr/>
      </dsp:nvSpPr>
      <dsp:spPr>
        <a:xfrm>
          <a:off x="2345" y="1665051"/>
          <a:ext cx="1112702" cy="917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b="1" kern="1200" dirty="0"/>
            <a:t>Dec 1</a:t>
          </a:r>
          <a:r>
            <a:rPr lang="en-US" sz="700" b="1" kern="1200" baseline="30000" dirty="0"/>
            <a:t>st</a:t>
          </a:r>
          <a:r>
            <a:rPr lang="en-US" sz="700" b="1" kern="1200" dirty="0"/>
            <a:t> to Dec 15</a:t>
          </a:r>
          <a:r>
            <a:rPr lang="en-US" sz="700" b="1" kern="1200" baseline="30000" dirty="0"/>
            <a:t>th</a:t>
          </a:r>
          <a:r>
            <a:rPr lang="en-US" sz="700" b="1" kern="1200" dirty="0"/>
            <a:t>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Add comments under End of Year Column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Submit to Supervisor </a:t>
          </a:r>
          <a:r>
            <a:rPr lang="en-US" sz="700" b="1" u="sng" kern="1200"/>
            <a:t>by Dec 16</a:t>
          </a:r>
          <a:r>
            <a:rPr lang="en-US" sz="700" b="1" u="sng" kern="1200" baseline="30000"/>
            <a:t>th</a:t>
          </a:r>
          <a:r>
            <a:rPr lang="en-US" sz="700" b="1" u="sng" kern="1200"/>
            <a:t> </a:t>
          </a:r>
          <a:endParaRPr lang="en-US" sz="700" b="1" u="sng" kern="1200" dirty="0"/>
        </a:p>
      </dsp:txBody>
      <dsp:txXfrm>
        <a:off x="23465" y="1686171"/>
        <a:ext cx="1070462" cy="678846"/>
      </dsp:txXfrm>
    </dsp:sp>
    <dsp:sp modelId="{BFFDE769-6401-4C29-9971-6567BDF91174}">
      <dsp:nvSpPr>
        <dsp:cNvPr id="0" name=""/>
        <dsp:cNvSpPr/>
      </dsp:nvSpPr>
      <dsp:spPr>
        <a:xfrm>
          <a:off x="627779" y="1884072"/>
          <a:ext cx="1226450" cy="1226450"/>
        </a:xfrm>
        <a:prstGeom prst="leftCircularArrow">
          <a:avLst>
            <a:gd name="adj1" fmla="val 3149"/>
            <a:gd name="adj2" fmla="val 387485"/>
            <a:gd name="adj3" fmla="val 2162996"/>
            <a:gd name="adj4" fmla="val 9024489"/>
            <a:gd name="adj5" fmla="val 367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7F816-3673-4DFA-A19A-55AD7725E491}">
      <dsp:nvSpPr>
        <dsp:cNvPr id="0" name=""/>
        <dsp:cNvSpPr/>
      </dsp:nvSpPr>
      <dsp:spPr>
        <a:xfrm>
          <a:off x="249613" y="2386137"/>
          <a:ext cx="989068" cy="39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Employees</a:t>
          </a:r>
        </a:p>
      </dsp:txBody>
      <dsp:txXfrm>
        <a:off x="261133" y="2397657"/>
        <a:ext cx="966028" cy="370280"/>
      </dsp:txXfrm>
    </dsp:sp>
    <dsp:sp modelId="{26A20E62-765F-4461-8C35-AC5CBF0A99D4}">
      <dsp:nvSpPr>
        <dsp:cNvPr id="0" name=""/>
        <dsp:cNvSpPr/>
      </dsp:nvSpPr>
      <dsp:spPr>
        <a:xfrm>
          <a:off x="1422595" y="1665051"/>
          <a:ext cx="1112702" cy="917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b="1" kern="1200" dirty="0"/>
            <a:t>Dec 18</a:t>
          </a:r>
          <a:r>
            <a:rPr lang="en-US" sz="700" b="1" kern="1200" baseline="30000" dirty="0"/>
            <a:t>th</a:t>
          </a:r>
          <a:r>
            <a:rPr lang="en-US" sz="700" b="1" kern="1200" dirty="0"/>
            <a:t> to Jan 10</a:t>
          </a:r>
          <a:r>
            <a:rPr lang="en-US" sz="700" b="1" kern="1200" baseline="30000" dirty="0"/>
            <a:t>th</a:t>
          </a:r>
          <a:r>
            <a:rPr lang="en-US" sz="700" b="1" kern="1200" dirty="0"/>
            <a:t>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Add comments and rating for each objective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Sumit proposed rating to HR </a:t>
          </a:r>
          <a:r>
            <a:rPr lang="en-US" sz="700" b="1" u="sng" kern="1200"/>
            <a:t>by Jan 12</a:t>
          </a:r>
          <a:r>
            <a:rPr lang="en-US" sz="700" b="1" u="sng" kern="1200" baseline="30000"/>
            <a:t>th</a:t>
          </a:r>
          <a:r>
            <a:rPr lang="en-US" sz="700" b="1" u="sng" kern="1200"/>
            <a:t> </a:t>
          </a:r>
          <a:endParaRPr lang="en-US" sz="700" b="1" u="sng" kern="1200" dirty="0"/>
        </a:p>
      </dsp:txBody>
      <dsp:txXfrm>
        <a:off x="1443715" y="1882831"/>
        <a:ext cx="1070462" cy="678846"/>
      </dsp:txXfrm>
    </dsp:sp>
    <dsp:sp modelId="{6381817C-4A36-4AD9-ADF9-40D901D517D5}">
      <dsp:nvSpPr>
        <dsp:cNvPr id="0" name=""/>
        <dsp:cNvSpPr/>
      </dsp:nvSpPr>
      <dsp:spPr>
        <a:xfrm>
          <a:off x="2038755" y="1101341"/>
          <a:ext cx="1368629" cy="1368629"/>
        </a:xfrm>
        <a:prstGeom prst="circularArrow">
          <a:avLst>
            <a:gd name="adj1" fmla="val 2822"/>
            <a:gd name="adj2" fmla="val 344572"/>
            <a:gd name="adj3" fmla="val 19479917"/>
            <a:gd name="adj4" fmla="val 12575511"/>
            <a:gd name="adj5" fmla="val 329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CCBAB-1079-4DDF-AB98-ECCFF87C4FDD}">
      <dsp:nvSpPr>
        <dsp:cNvPr id="0" name=""/>
        <dsp:cNvSpPr/>
      </dsp:nvSpPr>
      <dsp:spPr>
        <a:xfrm>
          <a:off x="1669862" y="1468390"/>
          <a:ext cx="989068" cy="39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Supervisor</a:t>
          </a:r>
        </a:p>
      </dsp:txBody>
      <dsp:txXfrm>
        <a:off x="1681382" y="1479910"/>
        <a:ext cx="966028" cy="370280"/>
      </dsp:txXfrm>
    </dsp:sp>
    <dsp:sp modelId="{8D927907-8CF0-4FC5-B256-C325B140F73C}">
      <dsp:nvSpPr>
        <dsp:cNvPr id="0" name=""/>
        <dsp:cNvSpPr/>
      </dsp:nvSpPr>
      <dsp:spPr>
        <a:xfrm>
          <a:off x="2842844" y="1665051"/>
          <a:ext cx="1112702" cy="917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b="1" kern="1200" dirty="0"/>
            <a:t>Jan 10</a:t>
          </a:r>
          <a:r>
            <a:rPr lang="en-US" sz="700" b="1" kern="1200" baseline="30000" dirty="0"/>
            <a:t>th</a:t>
          </a:r>
          <a:r>
            <a:rPr lang="en-US" sz="700" b="1" kern="1200" dirty="0"/>
            <a:t> to 12</a:t>
          </a:r>
          <a:r>
            <a:rPr lang="en-US" sz="700" b="1" kern="1200" baseline="30000" dirty="0"/>
            <a:t>th</a:t>
          </a:r>
          <a:r>
            <a:rPr lang="en-US" sz="700" b="1" kern="1200" dirty="0"/>
            <a:t>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b="0" kern="1200" dirty="0"/>
            <a:t>Collects data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Prepares for calibration meeting </a:t>
          </a:r>
        </a:p>
      </dsp:txBody>
      <dsp:txXfrm>
        <a:off x="2863964" y="1686171"/>
        <a:ext cx="1070462" cy="678846"/>
      </dsp:txXfrm>
    </dsp:sp>
    <dsp:sp modelId="{2011026D-F5BC-4FE0-AD9C-5E421EE362A5}">
      <dsp:nvSpPr>
        <dsp:cNvPr id="0" name=""/>
        <dsp:cNvSpPr/>
      </dsp:nvSpPr>
      <dsp:spPr>
        <a:xfrm>
          <a:off x="3468277" y="1884072"/>
          <a:ext cx="1226450" cy="1226450"/>
        </a:xfrm>
        <a:prstGeom prst="leftCircularArrow">
          <a:avLst>
            <a:gd name="adj1" fmla="val 3149"/>
            <a:gd name="adj2" fmla="val 387485"/>
            <a:gd name="adj3" fmla="val 2162996"/>
            <a:gd name="adj4" fmla="val 9024489"/>
            <a:gd name="adj5" fmla="val 367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90B2E-56CA-46EB-AB28-C5365F9E5A0B}">
      <dsp:nvSpPr>
        <dsp:cNvPr id="0" name=""/>
        <dsp:cNvSpPr/>
      </dsp:nvSpPr>
      <dsp:spPr>
        <a:xfrm>
          <a:off x="3090111" y="2386137"/>
          <a:ext cx="989068" cy="39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HR</a:t>
          </a:r>
        </a:p>
      </dsp:txBody>
      <dsp:txXfrm>
        <a:off x="3101631" y="2397657"/>
        <a:ext cx="966028" cy="370280"/>
      </dsp:txXfrm>
    </dsp:sp>
    <dsp:sp modelId="{E23C1495-1291-4FF5-ABAA-EFFE1C581BB3}">
      <dsp:nvSpPr>
        <dsp:cNvPr id="0" name=""/>
        <dsp:cNvSpPr/>
      </dsp:nvSpPr>
      <dsp:spPr>
        <a:xfrm>
          <a:off x="4263093" y="1665051"/>
          <a:ext cx="1112702" cy="917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b="1" kern="1200" dirty="0"/>
            <a:t>Week of Jan 15</a:t>
          </a:r>
          <a:r>
            <a:rPr lang="en-US" sz="700" b="1" kern="1200" baseline="30000" dirty="0"/>
            <a:t>th</a:t>
          </a:r>
          <a:r>
            <a:rPr lang="en-US" sz="700" b="1" kern="1200" dirty="0"/>
            <a:t>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Attend the calibration meeting on Jan 16</a:t>
          </a:r>
          <a:r>
            <a:rPr lang="en-US" sz="700" kern="1200" baseline="30000" dirty="0"/>
            <a:t>th</a:t>
          </a:r>
          <a:r>
            <a:rPr lang="en-US" sz="700" kern="1200" dirty="0"/>
            <a:t> 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Share final rating with Supervisors after calibration deliberations </a:t>
          </a:r>
        </a:p>
      </dsp:txBody>
      <dsp:txXfrm>
        <a:off x="4284213" y="1882831"/>
        <a:ext cx="1070462" cy="678846"/>
      </dsp:txXfrm>
    </dsp:sp>
    <dsp:sp modelId="{B40F2655-0358-455B-A8A3-755F42B96487}">
      <dsp:nvSpPr>
        <dsp:cNvPr id="0" name=""/>
        <dsp:cNvSpPr/>
      </dsp:nvSpPr>
      <dsp:spPr>
        <a:xfrm>
          <a:off x="4879254" y="1101341"/>
          <a:ext cx="1368629" cy="1368629"/>
        </a:xfrm>
        <a:prstGeom prst="circularArrow">
          <a:avLst>
            <a:gd name="adj1" fmla="val 2822"/>
            <a:gd name="adj2" fmla="val 344572"/>
            <a:gd name="adj3" fmla="val 19479917"/>
            <a:gd name="adj4" fmla="val 12575511"/>
            <a:gd name="adj5" fmla="val 329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3FF3B-6F4F-48B8-B662-D40850AE3A96}">
      <dsp:nvSpPr>
        <dsp:cNvPr id="0" name=""/>
        <dsp:cNvSpPr/>
      </dsp:nvSpPr>
      <dsp:spPr>
        <a:xfrm>
          <a:off x="4510360" y="1468390"/>
          <a:ext cx="989068" cy="39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SMT </a:t>
          </a:r>
          <a:r>
            <a:rPr lang="en-US" sz="1500" kern="1200"/>
            <a:t>&amp; EMT</a:t>
          </a:r>
          <a:endParaRPr lang="en-US" sz="1500" kern="1200" dirty="0"/>
        </a:p>
      </dsp:txBody>
      <dsp:txXfrm>
        <a:off x="4521880" y="1479910"/>
        <a:ext cx="966028" cy="370280"/>
      </dsp:txXfrm>
    </dsp:sp>
    <dsp:sp modelId="{4B7ED08B-9E1E-4F8A-B983-C8B81DAC25EB}">
      <dsp:nvSpPr>
        <dsp:cNvPr id="0" name=""/>
        <dsp:cNvSpPr/>
      </dsp:nvSpPr>
      <dsp:spPr>
        <a:xfrm>
          <a:off x="5683342" y="1665051"/>
          <a:ext cx="1112702" cy="917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b="1" kern="1200" dirty="0"/>
            <a:t>Jan 22</a:t>
          </a:r>
          <a:r>
            <a:rPr lang="en-US" sz="700" b="1" kern="1200" baseline="30000" dirty="0"/>
            <a:t>nd</a:t>
          </a:r>
          <a:r>
            <a:rPr lang="en-US" sz="700" b="1" kern="1200" dirty="0"/>
            <a:t> to Jan 31</a:t>
          </a:r>
          <a:r>
            <a:rPr lang="en-US" sz="700" b="1" kern="1200" baseline="30000" dirty="0"/>
            <a:t>st</a:t>
          </a:r>
          <a:r>
            <a:rPr lang="en-US" sz="700" b="1" kern="1200" dirty="0"/>
            <a:t>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  Meet with employee to present end of year performance and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Finalized Review in Paycom  </a:t>
          </a:r>
        </a:p>
      </dsp:txBody>
      <dsp:txXfrm>
        <a:off x="5704462" y="1686171"/>
        <a:ext cx="1070462" cy="678846"/>
      </dsp:txXfrm>
    </dsp:sp>
    <dsp:sp modelId="{BA9F6828-F87A-4582-9598-BF92143F41EA}">
      <dsp:nvSpPr>
        <dsp:cNvPr id="0" name=""/>
        <dsp:cNvSpPr/>
      </dsp:nvSpPr>
      <dsp:spPr>
        <a:xfrm>
          <a:off x="6308775" y="1884072"/>
          <a:ext cx="1226450" cy="1226450"/>
        </a:xfrm>
        <a:prstGeom prst="leftCircularArrow">
          <a:avLst>
            <a:gd name="adj1" fmla="val 3149"/>
            <a:gd name="adj2" fmla="val 387485"/>
            <a:gd name="adj3" fmla="val 2162996"/>
            <a:gd name="adj4" fmla="val 9024489"/>
            <a:gd name="adj5" fmla="val 367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23B5A-388D-4517-AAB8-E4CC0F788019}">
      <dsp:nvSpPr>
        <dsp:cNvPr id="0" name=""/>
        <dsp:cNvSpPr/>
      </dsp:nvSpPr>
      <dsp:spPr>
        <a:xfrm>
          <a:off x="5930609" y="2386137"/>
          <a:ext cx="989068" cy="39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Supervisors</a:t>
          </a:r>
        </a:p>
      </dsp:txBody>
      <dsp:txXfrm>
        <a:off x="5942129" y="2397657"/>
        <a:ext cx="966028" cy="370280"/>
      </dsp:txXfrm>
    </dsp:sp>
    <dsp:sp modelId="{14B17B07-19C5-4EA8-BC7D-9322CB926E26}">
      <dsp:nvSpPr>
        <dsp:cNvPr id="0" name=""/>
        <dsp:cNvSpPr/>
      </dsp:nvSpPr>
      <dsp:spPr>
        <a:xfrm>
          <a:off x="7103591" y="1665051"/>
          <a:ext cx="1112702" cy="917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Prepares and issue salary letters and update in Paycom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Upload payroll file for retro pay on 02/19 payroll, </a:t>
          </a:r>
        </a:p>
      </dsp:txBody>
      <dsp:txXfrm>
        <a:off x="7124711" y="1882831"/>
        <a:ext cx="1070462" cy="678846"/>
      </dsp:txXfrm>
    </dsp:sp>
    <dsp:sp modelId="{72C2D834-62B7-4FAF-B741-6662CC54E5C6}">
      <dsp:nvSpPr>
        <dsp:cNvPr id="0" name=""/>
        <dsp:cNvSpPr/>
      </dsp:nvSpPr>
      <dsp:spPr>
        <a:xfrm>
          <a:off x="7350859" y="1468390"/>
          <a:ext cx="989068" cy="39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HR</a:t>
          </a:r>
        </a:p>
      </dsp:txBody>
      <dsp:txXfrm>
        <a:off x="7362379" y="1479910"/>
        <a:ext cx="966028" cy="370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976C-55E9-477D-9930-BF43D028A94E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8CDDC-CBDB-4294-98C4-98A2F202D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9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74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5: Outstanding Results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highest level of achievement.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Indicates exceptional performance and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mastery of the subject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task.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individual has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 above and beyond what is typically expected.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Demonstrates a deep understanding, creativity, and excellence in execution.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Often reserved for work that stands out as exceptional compared to the majority.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06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87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41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92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51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1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5: Outstanding Results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highest level of achievement.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Indicates exceptional performance and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mastery of the subject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task.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individual has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 above and beyond what is typically expected.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Demonstrates a deep understanding, creativity, and excellence in execution.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Often reserved for work that stands out as exceptional compared to the majority.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77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5: Outstanding Results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highest level of achievement.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Indicates exceptional performance and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mastery of the subject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task.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individual has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 above and beyond what is typically expected.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Demonstrates a deep understanding, creativity, and excellence in execution.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Often reserved for work that stands out as exceptional compared to the majority.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81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4: Above Expected Results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level signifies performance that is above the standard or expected level.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individual has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 and exceeded the requirements for proficiency.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Indicates a strong and solid performance, demonstrating a good grasp of the material or task.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While not at the very highest level, it still represents a high level of competency and accomplishment.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Shows that the individual has not only met the expectations but has excelled in certain aspects.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summary, Level 5 represents outstanding, exceptional achievement, while Level 4 represents performance that is above the expected or standard level. Both levels indicate a high degree of proficiency, with Level 5 being the highest tier of accomplishment.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FontTx/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75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52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5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4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68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82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3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0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4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9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5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33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12532-E901-4C09-E7AC-82E90A810C5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06375"/>
            <a:ext cx="8229600" cy="4387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F1BEC-3CBF-4298-DA9C-83AC6803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B7E53D-65A3-8C47-75A7-E74A1718B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2E065-F6EF-63B5-0430-7B707006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39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9EC4A-3862-4BFA-BE6E-F29D0FBF5C4D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98911-A112-4376-9709-510CD9276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3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emf"/><Relationship Id="rId12" Type="http://schemas.openxmlformats.org/officeDocument/2006/relationships/image" Target="../media/image29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emf"/><Relationship Id="rId11" Type="http://schemas.openxmlformats.org/officeDocument/2006/relationships/image" Target="../media/image28.svg"/><Relationship Id="rId5" Type="http://schemas.openxmlformats.org/officeDocument/2006/relationships/image" Target="../media/image22.emf"/><Relationship Id="rId10" Type="http://schemas.openxmlformats.org/officeDocument/2006/relationships/image" Target="../media/image27.png"/><Relationship Id="rId4" Type="http://schemas.openxmlformats.org/officeDocument/2006/relationships/image" Target="../media/image21.svg"/><Relationship Id="rId9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5250"/>
            <a:ext cx="9448800" cy="5410200"/>
          </a:xfrm>
          <a:prstGeom prst="rect">
            <a:avLst/>
          </a:prstGeom>
          <a:solidFill>
            <a:srgbClr val="E460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4605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3636" y="597030"/>
            <a:ext cx="6019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Proxima Nova Extrabold" panose="02000506030000020004" pitchFamily="2" charset="77"/>
              </a:rPr>
              <a:t>2023 End of Year </a:t>
            </a:r>
          </a:p>
          <a:p>
            <a:r>
              <a:rPr lang="en-US" sz="4400" b="1" dirty="0">
                <a:solidFill>
                  <a:schemeClr val="bg1"/>
                </a:solidFill>
                <a:latin typeface="Proxima Nova Extrabold" panose="02000506030000020004" pitchFamily="2" charset="77"/>
              </a:rPr>
              <a:t>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1" y="2571154"/>
            <a:ext cx="388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  <a:latin typeface="Lato" pitchFamily="34" charset="0"/>
                <a:ea typeface="Lato" pitchFamily="34" charset="0"/>
                <a:cs typeface="Lato" pitchFamily="34" charset="0"/>
              </a:rPr>
              <a:t>Overview of Process &amp; Timeline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04801" y="4095750"/>
            <a:ext cx="3536950" cy="0"/>
          </a:xfrm>
          <a:prstGeom prst="line">
            <a:avLst/>
          </a:prstGeom>
          <a:ln w="12700">
            <a:solidFill>
              <a:schemeClr val="bg1">
                <a:alpha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 rot="166376">
            <a:off x="5681471" y="751646"/>
            <a:ext cx="30910953" cy="5662399"/>
          </a:xfrm>
          <a:prstGeom prst="rect">
            <a:avLst/>
          </a:prstGeom>
          <a:blipFill dpi="0" rotWithShape="1">
            <a:blip r:embed="rId3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48150"/>
            <a:ext cx="3429000" cy="62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7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2022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9B9A1ED7-97D1-8C9D-0C64-CC0F33D4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2023 End of Year – Agenda </a:t>
            </a: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1F7AAD-25E4-6865-40E2-8101C05AA280}"/>
              </a:ext>
            </a:extLst>
          </p:cNvPr>
          <p:cNvSpPr txBox="1"/>
          <p:nvPr/>
        </p:nvSpPr>
        <p:spPr>
          <a:xfrm>
            <a:off x="836394" y="1295761"/>
            <a:ext cx="7670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Timeline and Process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Instructions in Paycom for Employee and Supervisor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Instructions for non-Paycom users for Employees and Supervisor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Changes for Performance Review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Review Ratings and Definitions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988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2023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9422D0-C8F8-417C-2DD1-68909B76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Important Dates </a:t>
            </a:r>
            <a:r>
              <a:rPr lang="en-US" sz="2800" dirty="0"/>
              <a:t>(Dec 2023 to Jan 2024)</a:t>
            </a:r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D1E395C-5405-E774-466A-53AAD99432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1112919"/>
              </p:ext>
            </p:extLst>
          </p:nvPr>
        </p:nvGraphicFramePr>
        <p:xfrm>
          <a:off x="611045" y="1017143"/>
          <a:ext cx="8342274" cy="4247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" name="Explosion: 8 Points 2">
            <a:extLst>
              <a:ext uri="{FF2B5EF4-FFF2-40B4-BE49-F238E27FC236}">
                <a16:creationId xmlns:a16="http://schemas.microsoft.com/office/drawing/2014/main" id="{ADFAA4BA-7502-456B-8DF1-964B8CD2F6A8}"/>
              </a:ext>
            </a:extLst>
          </p:cNvPr>
          <p:cNvSpPr/>
          <p:nvPr/>
        </p:nvSpPr>
        <p:spPr>
          <a:xfrm>
            <a:off x="4506995" y="1365100"/>
            <a:ext cx="1963144" cy="1105464"/>
          </a:xfrm>
          <a:prstGeom prst="irregularSeal1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rgbClr val="FF0000"/>
                </a:solidFill>
              </a:rPr>
              <a:t>New for 2023</a:t>
            </a:r>
          </a:p>
          <a:p>
            <a:pPr algn="ctr"/>
            <a:r>
              <a:rPr lang="en-US" sz="700" dirty="0">
                <a:solidFill>
                  <a:srgbClr val="FF0000"/>
                </a:solidFill>
              </a:rPr>
              <a:t>SMT at the Calibration Meeting</a:t>
            </a:r>
          </a:p>
        </p:txBody>
      </p:sp>
    </p:spTree>
    <p:extLst>
      <p:ext uri="{BB962C8B-B14F-4D97-AF65-F5344CB8AC3E}">
        <p14:creationId xmlns:p14="http://schemas.microsoft.com/office/powerpoint/2010/main" val="38695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2022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615814D-11C7-1EC8-8D0D-2CEEC49D5076}"/>
              </a:ext>
            </a:extLst>
          </p:cNvPr>
          <p:cNvSpPr txBox="1"/>
          <p:nvPr/>
        </p:nvSpPr>
        <p:spPr>
          <a:xfrm>
            <a:off x="383731" y="2401194"/>
            <a:ext cx="2331504" cy="95410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To finalize review in Paycom, </a:t>
            </a:r>
          </a:p>
          <a:p>
            <a:r>
              <a:rPr lang="en-US" sz="1400" dirty="0"/>
              <a:t>--Add your signature </a:t>
            </a:r>
          </a:p>
          <a:p>
            <a:r>
              <a:rPr lang="en-US" sz="1400" dirty="0"/>
              <a:t>--Click on Finalize</a:t>
            </a:r>
          </a:p>
          <a:p>
            <a:r>
              <a:rPr lang="en-US" sz="1400" dirty="0"/>
              <a:t>--Once Finalized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AD3DBA2-7E32-4AC2-BFC0-883BC5241585}"/>
              </a:ext>
            </a:extLst>
          </p:cNvPr>
          <p:cNvSpPr/>
          <p:nvPr/>
        </p:nvSpPr>
        <p:spPr>
          <a:xfrm>
            <a:off x="3111590" y="3509086"/>
            <a:ext cx="355359" cy="216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77BBD17-BA0F-72C7-8B8F-4ED3E3540FB7}"/>
              </a:ext>
            </a:extLst>
          </p:cNvPr>
          <p:cNvSpPr/>
          <p:nvPr/>
        </p:nvSpPr>
        <p:spPr>
          <a:xfrm rot="16200000">
            <a:off x="8386697" y="4509811"/>
            <a:ext cx="355359" cy="216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2867E1-3DB3-2464-8A26-55D221BF65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15" y="759142"/>
            <a:ext cx="5367586" cy="36185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D55F0B-0B6D-4338-00A4-22AD5A25B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785" y="2643008"/>
            <a:ext cx="1333487" cy="13148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57F562-2652-2174-ACD9-51C6F00E7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621" y="301942"/>
            <a:ext cx="1637900" cy="171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8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2022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615814D-11C7-1EC8-8D0D-2CEEC49D5076}"/>
              </a:ext>
            </a:extLst>
          </p:cNvPr>
          <p:cNvSpPr txBox="1"/>
          <p:nvPr/>
        </p:nvSpPr>
        <p:spPr>
          <a:xfrm>
            <a:off x="383731" y="2500195"/>
            <a:ext cx="2331504" cy="116955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To SAVE review, </a:t>
            </a:r>
          </a:p>
          <a:p>
            <a:r>
              <a:rPr lang="en-US" sz="1400" dirty="0"/>
              <a:t>--Add your signature </a:t>
            </a:r>
          </a:p>
          <a:p>
            <a:r>
              <a:rPr lang="en-US" sz="1400" dirty="0"/>
              <a:t>--Click on SAVE </a:t>
            </a:r>
          </a:p>
          <a:p>
            <a:r>
              <a:rPr lang="en-US" sz="1400" dirty="0"/>
              <a:t>--HR will use your ratings for the calibration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C63810-7BC7-3413-EF90-797BD5E003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4203" y="2205574"/>
            <a:ext cx="5278590" cy="108464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477BBD17-BA0F-72C7-8B8F-4ED3E3540FB7}"/>
              </a:ext>
            </a:extLst>
          </p:cNvPr>
          <p:cNvSpPr/>
          <p:nvPr/>
        </p:nvSpPr>
        <p:spPr>
          <a:xfrm rot="16200000">
            <a:off x="7573109" y="3065439"/>
            <a:ext cx="863299" cy="10378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C400B5-26D7-9609-AED2-ACB79788DC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961" y="301942"/>
            <a:ext cx="1963044" cy="198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41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2022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69A0BD-6A20-5B52-A31B-F96748457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274" y="692286"/>
            <a:ext cx="1427937" cy="388384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32500" lnSpcReduction="20000"/>
          </a:bodyPr>
          <a:lstStyle/>
          <a:p>
            <a:pPr marL="0" indent="0" algn="ctr">
              <a:buNone/>
            </a:pPr>
            <a:r>
              <a:rPr lang="en-US" dirty="0"/>
              <a:t>1. Add comments under                 End of Year Column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F9A5423-68D4-E4E4-7B34-46F3A12FC5CD}"/>
              </a:ext>
            </a:extLst>
          </p:cNvPr>
          <p:cNvSpPr/>
          <p:nvPr/>
        </p:nvSpPr>
        <p:spPr>
          <a:xfrm>
            <a:off x="5448369" y="1138298"/>
            <a:ext cx="385694" cy="6674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3D7E3-679A-9F3C-7E7A-DA3C1D8890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054" y="1934613"/>
            <a:ext cx="4972300" cy="25493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9B7ED8-8AFA-B6A3-71CE-ACA47BC19487}"/>
              </a:ext>
            </a:extLst>
          </p:cNvPr>
          <p:cNvSpPr txBox="1"/>
          <p:nvPr/>
        </p:nvSpPr>
        <p:spPr>
          <a:xfrm>
            <a:off x="1989242" y="692286"/>
            <a:ext cx="3006798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 employees that do not have access to Paycom, please use the excel template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05331-BA67-15A5-2CD9-B80D939C1C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236" y="146211"/>
            <a:ext cx="1522980" cy="165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4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2022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69A0BD-6A20-5B52-A31B-F96748457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710" y="670816"/>
            <a:ext cx="1427937" cy="585793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1. Enter End of Year Rating </a:t>
            </a:r>
          </a:p>
          <a:p>
            <a:pPr marL="0" indent="0">
              <a:buNone/>
            </a:pPr>
            <a:r>
              <a:rPr lang="en-US" dirty="0"/>
              <a:t>2. Comments are only needed for any other rating above or below “Achieved Expected Results” 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F9A5423-68D4-E4E4-7B34-46F3A12FC5CD}"/>
              </a:ext>
            </a:extLst>
          </p:cNvPr>
          <p:cNvSpPr/>
          <p:nvPr/>
        </p:nvSpPr>
        <p:spPr>
          <a:xfrm>
            <a:off x="4781148" y="1413498"/>
            <a:ext cx="385694" cy="515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7CFDFC-6353-BBA2-D9F5-54DE3D190EB7}"/>
              </a:ext>
            </a:extLst>
          </p:cNvPr>
          <p:cNvCxnSpPr/>
          <p:nvPr/>
        </p:nvCxnSpPr>
        <p:spPr>
          <a:xfrm>
            <a:off x="5768087" y="572042"/>
            <a:ext cx="0" cy="4077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B702DC28-8F63-5CB2-C44E-AE43ACC77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09" y="1954697"/>
            <a:ext cx="5461773" cy="2717922"/>
          </a:xfrm>
          <a:prstGeom prst="rect">
            <a:avLst/>
          </a:prstGeom>
        </p:spPr>
      </p:pic>
      <p:sp>
        <p:nvSpPr>
          <p:cNvPr id="27" name="Arrow: Down 26">
            <a:extLst>
              <a:ext uri="{FF2B5EF4-FFF2-40B4-BE49-F238E27FC236}">
                <a16:creationId xmlns:a16="http://schemas.microsoft.com/office/drawing/2014/main" id="{C47A14E0-8221-9D53-14B8-D3C6AD56A9FF}"/>
              </a:ext>
            </a:extLst>
          </p:cNvPr>
          <p:cNvSpPr/>
          <p:nvPr/>
        </p:nvSpPr>
        <p:spPr>
          <a:xfrm>
            <a:off x="5265183" y="1419135"/>
            <a:ext cx="385694" cy="515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0589924-42C6-C81E-9655-7EB1247142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5298" y="1132238"/>
            <a:ext cx="2968855" cy="3517768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764B53EA-D9F8-21FC-83E5-956D23AA4608}"/>
              </a:ext>
            </a:extLst>
          </p:cNvPr>
          <p:cNvSpPr/>
          <p:nvPr/>
        </p:nvSpPr>
        <p:spPr>
          <a:xfrm>
            <a:off x="7905286" y="836171"/>
            <a:ext cx="385694" cy="515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7">
            <a:extLst>
              <a:ext uri="{FF2B5EF4-FFF2-40B4-BE49-F238E27FC236}">
                <a16:creationId xmlns:a16="http://schemas.microsoft.com/office/drawing/2014/main" id="{9F0255ED-320E-DB65-23CA-0B40C69DF8EE}"/>
              </a:ext>
            </a:extLst>
          </p:cNvPr>
          <p:cNvSpPr txBox="1">
            <a:spLocks/>
          </p:cNvSpPr>
          <p:nvPr/>
        </p:nvSpPr>
        <p:spPr>
          <a:xfrm>
            <a:off x="6442526" y="251684"/>
            <a:ext cx="1427937" cy="78878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3 Add all rating for each objective and divide it by the number of objectives assigned</a:t>
            </a:r>
          </a:p>
          <a:p>
            <a:pPr marL="0" indent="0">
              <a:buNone/>
            </a:pPr>
            <a:r>
              <a:rPr lang="en-US" dirty="0"/>
              <a:t>4. Send to HR </a:t>
            </a:r>
            <a:r>
              <a:rPr lang="en-US" dirty="0">
                <a:solidFill>
                  <a:srgbClr val="FF0000"/>
                </a:solidFill>
              </a:rPr>
              <a:t>by Jan 12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completed tracker along with overall rating calculated 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938A10A0-D1D1-7EED-016C-F3CD9A96C33E}"/>
              </a:ext>
            </a:extLst>
          </p:cNvPr>
          <p:cNvSpPr/>
          <p:nvPr/>
        </p:nvSpPr>
        <p:spPr>
          <a:xfrm rot="2402062">
            <a:off x="8330817" y="4056130"/>
            <a:ext cx="385694" cy="515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E951F8-191A-8615-CC70-B7B1671ABE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415" y="301942"/>
            <a:ext cx="1099002" cy="12838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FE4AC-EE0D-2A17-9862-74D949486F26}"/>
              </a:ext>
            </a:extLst>
          </p:cNvPr>
          <p:cNvSpPr txBox="1"/>
          <p:nvPr/>
        </p:nvSpPr>
        <p:spPr>
          <a:xfrm>
            <a:off x="1556731" y="314720"/>
            <a:ext cx="2174437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supervisors that have employees that do not have access to Paycom, please use the excel template </a:t>
            </a:r>
          </a:p>
        </p:txBody>
      </p:sp>
    </p:spTree>
    <p:extLst>
      <p:ext uri="{BB962C8B-B14F-4D97-AF65-F5344CB8AC3E}">
        <p14:creationId xmlns:p14="http://schemas.microsoft.com/office/powerpoint/2010/main" val="129279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3"/>
      <p:bldP spid="33" grpId="0" build="p" bldLvl="3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2022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9B9A1ED7-97D1-8C9D-0C64-CC0F33D4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2023 Performance Levels – NEW CHANGE </a:t>
            </a:r>
            <a:endParaRPr lang="en-US" sz="4000" dirty="0"/>
          </a:p>
        </p:txBody>
      </p:sp>
      <p:sp>
        <p:nvSpPr>
          <p:cNvPr id="3" name="Explosion: 8 Points 2">
            <a:extLst>
              <a:ext uri="{FF2B5EF4-FFF2-40B4-BE49-F238E27FC236}">
                <a16:creationId xmlns:a16="http://schemas.microsoft.com/office/drawing/2014/main" id="{A38AA6BC-AC47-9332-AB4E-111C2C37E68A}"/>
              </a:ext>
            </a:extLst>
          </p:cNvPr>
          <p:cNvSpPr/>
          <p:nvPr/>
        </p:nvSpPr>
        <p:spPr>
          <a:xfrm>
            <a:off x="2361839" y="1533185"/>
            <a:ext cx="4004292" cy="2077129"/>
          </a:xfrm>
          <a:prstGeom prst="irregularSeal1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New for 2023</a:t>
            </a:r>
          </a:p>
          <a:p>
            <a:pPr algn="ctr"/>
            <a:r>
              <a:rPr lang="en-US" dirty="0"/>
              <a:t>The use of .5 points – for example 3.5</a:t>
            </a:r>
          </a:p>
        </p:txBody>
      </p:sp>
    </p:spTree>
    <p:extLst>
      <p:ext uri="{BB962C8B-B14F-4D97-AF65-F5344CB8AC3E}">
        <p14:creationId xmlns:p14="http://schemas.microsoft.com/office/powerpoint/2010/main" val="2059359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2022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7BBDBA1-A5F6-C65C-22C1-CFC86C02D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89" y="994285"/>
            <a:ext cx="7146188" cy="339267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B9A1ED7-97D1-8C9D-0C64-CC0F33D4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2023 Performance Levels / Rating Scale with Definitions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82413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2022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9B9A1ED7-97D1-8C9D-0C64-CC0F33D4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2023 Performance Levels / Rating Scale with Definitions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10EC66-B625-D0BC-8430-604D52B38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139" y="903528"/>
            <a:ext cx="6469163" cy="379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25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 txBox="1">
            <a:spLocks/>
          </p:cNvSpPr>
          <p:nvPr/>
        </p:nvSpPr>
        <p:spPr>
          <a:xfrm>
            <a:off x="-353370" y="4808519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November 2022 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18864" y="-155258"/>
            <a:ext cx="609600" cy="952500"/>
            <a:chOff x="8185123" y="-95250"/>
            <a:chExt cx="609600" cy="9525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3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F3DA1-73E1-403E-BF20-8F7A69C94DEE}"/>
              </a:ext>
            </a:extLst>
          </p:cNvPr>
          <p:cNvGrpSpPr/>
          <p:nvPr/>
        </p:nvGrpSpPr>
        <p:grpSpPr>
          <a:xfrm>
            <a:off x="3505201" y="4741776"/>
            <a:ext cx="5410200" cy="297777"/>
            <a:chOff x="3505201" y="4741776"/>
            <a:chExt cx="5410200" cy="297777"/>
          </a:xfrm>
        </p:grpSpPr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913FC65E-BCC2-46B4-B99D-A4118221F06F}"/>
                </a:ext>
              </a:extLst>
            </p:cNvPr>
            <p:cNvSpPr txBox="1">
              <a:spLocks/>
            </p:cNvSpPr>
            <p:nvPr/>
          </p:nvSpPr>
          <p:spPr>
            <a:xfrm>
              <a:off x="3505201" y="4741776"/>
              <a:ext cx="5410200" cy="2977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www.partners.net |            @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</a:t>
              </a:r>
              <a:r>
                <a:rPr lang="en-US" sz="1050" b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   |         /</a:t>
              </a:r>
              <a:r>
                <a:rPr lang="en-US" sz="1050" b="1" err="1">
                  <a:solidFill>
                    <a:srgbClr val="E46054"/>
                  </a:solidFill>
                  <a:latin typeface="Lao UI" pitchFamily="34" charset="0"/>
                  <a:cs typeface="Lao UI" pitchFamily="34" charset="0"/>
                </a:rPr>
                <a:t>PartnersAmericas</a:t>
              </a:r>
              <a:endParaRPr lang="en-US" sz="1050" b="1">
                <a:solidFill>
                  <a:srgbClr val="E46054"/>
                </a:solidFill>
                <a:latin typeface="Lao UI" pitchFamily="34" charset="0"/>
                <a:cs typeface="Lao UI" pitchFamily="34" charset="0"/>
              </a:endParaRPr>
            </a:p>
          </p:txBody>
        </p:sp>
        <p:pic>
          <p:nvPicPr>
            <p:cNvPr id="7" name="Picture 6" descr="A picture containing ax&#10;&#10;Description automatically generated">
              <a:extLst>
                <a:ext uri="{FF2B5EF4-FFF2-40B4-BE49-F238E27FC236}">
                  <a16:creationId xmlns:a16="http://schemas.microsoft.com/office/drawing/2014/main" id="{0A499990-8778-4AE7-94FE-136B55E2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8783" y="4795907"/>
              <a:ext cx="250560" cy="203455"/>
            </a:xfrm>
            <a:prstGeom prst="rect">
              <a:avLst/>
            </a:prstGeom>
          </p:spPr>
        </p:pic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E4FA96C-0C07-42C3-BE90-BAEAC08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526" y="4788468"/>
              <a:ext cx="203455" cy="203455"/>
            </a:xfrm>
            <a:prstGeom prst="rect">
              <a:avLst/>
            </a:prstGeom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9B9A1ED7-97D1-8C9D-0C64-CC0F33D4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2023 Performance Levels / Rating Scale with Definitions</a:t>
            </a:r>
            <a:endParaRPr lang="en-US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903BBE-4E59-B792-096D-620AFA87D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74" y="1016767"/>
            <a:ext cx="6947349" cy="346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26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9991E7-904C-D70F-BB31-3B0E5BFAD85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8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55AF8D0-F0E9-52F4-2D38-BA3A21741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272" y="390725"/>
            <a:ext cx="2605101" cy="40392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A7D32B1-E3BD-0B6D-BA74-BF05F2C03B28}"/>
              </a:ext>
            </a:extLst>
          </p:cNvPr>
          <p:cNvGrpSpPr/>
          <p:nvPr/>
        </p:nvGrpSpPr>
        <p:grpSpPr>
          <a:xfrm>
            <a:off x="809975" y="1856522"/>
            <a:ext cx="7373153" cy="1427319"/>
            <a:chOff x="1079967" y="2475362"/>
            <a:chExt cx="9830870" cy="1903092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862A46E1-5896-96DD-56D5-3691723343C0}"/>
                </a:ext>
              </a:extLst>
            </p:cNvPr>
            <p:cNvSpPr txBox="1"/>
            <p:nvPr/>
          </p:nvSpPr>
          <p:spPr>
            <a:xfrm>
              <a:off x="1079967" y="2475362"/>
              <a:ext cx="983087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CO" sz="6600" b="1" err="1">
                  <a:solidFill>
                    <a:srgbClr val="E35F53"/>
                  </a:solidFill>
                  <a:latin typeface="Proxima Nova Rg" panose="02000506030000020004" pitchFamily="2" charset="0"/>
                  <a:ea typeface="Roboto Slab" pitchFamily="2" charset="0"/>
                </a:rPr>
                <a:t>Questions</a:t>
              </a:r>
              <a:r>
                <a:rPr lang="es-CO" sz="6600" b="1">
                  <a:solidFill>
                    <a:srgbClr val="E35F53"/>
                  </a:solidFill>
                  <a:latin typeface="Proxima Nova Rg" panose="02000506030000020004" pitchFamily="2" charset="0"/>
                  <a:ea typeface="Roboto Slab" pitchFamily="2" charset="0"/>
                </a:rPr>
                <a:t>?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AC6C78A-3524-7DEB-66D0-B69D121E4017}"/>
                </a:ext>
              </a:extLst>
            </p:cNvPr>
            <p:cNvSpPr txBox="1"/>
            <p:nvPr/>
          </p:nvSpPr>
          <p:spPr>
            <a:xfrm>
              <a:off x="1655876" y="3147347"/>
              <a:ext cx="8637446" cy="1231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CO" sz="5400" b="1" err="1">
                  <a:solidFill>
                    <a:schemeClr val="bg1"/>
                  </a:solidFill>
                  <a:latin typeface="Proxima Nova Rg" panose="02000506030000020004" pitchFamily="2" charset="0"/>
                  <a:ea typeface="Roboto Slab" pitchFamily="2" charset="0"/>
                </a:rPr>
                <a:t>Questions</a:t>
              </a:r>
              <a:r>
                <a:rPr lang="es-CO" sz="5400" b="1">
                  <a:solidFill>
                    <a:schemeClr val="bg1"/>
                  </a:solidFill>
                  <a:latin typeface="Proxima Nova Rg" panose="02000506030000020004" pitchFamily="2" charset="0"/>
                  <a:ea typeface="Roboto Slab" pitchFamily="2" charset="0"/>
                </a:rPr>
                <a:t>?</a:t>
              </a:r>
            </a:p>
          </p:txBody>
        </p:sp>
      </p:grpSp>
      <p:pic>
        <p:nvPicPr>
          <p:cNvPr id="9" name="Gráfico 8">
            <a:extLst>
              <a:ext uri="{FF2B5EF4-FFF2-40B4-BE49-F238E27FC236}">
                <a16:creationId xmlns:a16="http://schemas.microsoft.com/office/drawing/2014/main" id="{80AE9167-0CBA-BD79-5C29-4E671A30C6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269185" y="1459568"/>
            <a:ext cx="605630" cy="605630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B5815CF3-BFC9-62A0-7182-9D8695B023A2}"/>
              </a:ext>
            </a:extLst>
          </p:cNvPr>
          <p:cNvGrpSpPr/>
          <p:nvPr/>
        </p:nvGrpSpPr>
        <p:grpSpPr>
          <a:xfrm>
            <a:off x="2367402" y="4167013"/>
            <a:ext cx="4780373" cy="467546"/>
            <a:chOff x="3087411" y="5624020"/>
            <a:chExt cx="6373831" cy="623394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31E6A81A-B845-9A08-9195-FD29560EABC2}"/>
                </a:ext>
              </a:extLst>
            </p:cNvPr>
            <p:cNvSpPr txBox="1"/>
            <p:nvPr/>
          </p:nvSpPr>
          <p:spPr>
            <a:xfrm>
              <a:off x="3314461" y="5625192"/>
              <a:ext cx="2314354" cy="622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s-CO" sz="900">
                  <a:solidFill>
                    <a:schemeClr val="bg1"/>
                  </a:solidFill>
                  <a:latin typeface="Proxima Nova Rg" panose="02000506030000020004" pitchFamily="2" charset="0"/>
                </a:rPr>
                <a:t>@Partners-of-the-Americas</a:t>
              </a:r>
            </a:p>
            <a:p>
              <a:pPr>
                <a:lnSpc>
                  <a:spcPct val="150000"/>
                </a:lnSpc>
              </a:pPr>
              <a:r>
                <a:rPr lang="es-CO" sz="900">
                  <a:solidFill>
                    <a:schemeClr val="bg1"/>
                  </a:solidFill>
                  <a:latin typeface="Proxima Nova Rg" panose="02000506030000020004" pitchFamily="2" charset="0"/>
                </a:rPr>
                <a:t>@PartnersAmericas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94AFF636-6910-8E51-20F7-00446FFF1320}"/>
                </a:ext>
              </a:extLst>
            </p:cNvPr>
            <p:cNvSpPr txBox="1"/>
            <p:nvPr/>
          </p:nvSpPr>
          <p:spPr>
            <a:xfrm>
              <a:off x="5692246" y="5624665"/>
              <a:ext cx="2314354" cy="622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s-CO" sz="900">
                  <a:solidFill>
                    <a:schemeClr val="bg1"/>
                  </a:solidFill>
                  <a:latin typeface="Proxima Nova Rg" panose="02000506030000020004" pitchFamily="2" charset="0"/>
                </a:rPr>
                <a:t>@PartnersAmericas</a:t>
              </a:r>
            </a:p>
            <a:p>
              <a:pPr>
                <a:lnSpc>
                  <a:spcPct val="150000"/>
                </a:lnSpc>
              </a:pPr>
              <a:r>
                <a:rPr lang="es-CO" sz="900">
                  <a:solidFill>
                    <a:schemeClr val="bg1"/>
                  </a:solidFill>
                  <a:latin typeface="Proxima Nova Rg" panose="02000506030000020004" pitchFamily="2" charset="0"/>
                </a:rPr>
                <a:t>@PartnersoftheAmericas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20E68212-B2F3-9700-EF11-B5EA7E8E5922}"/>
                </a:ext>
              </a:extLst>
            </p:cNvPr>
            <p:cNvSpPr txBox="1"/>
            <p:nvPr/>
          </p:nvSpPr>
          <p:spPr>
            <a:xfrm>
              <a:off x="7867196" y="5624020"/>
              <a:ext cx="1594046" cy="622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s-CO" sz="900">
                  <a:solidFill>
                    <a:schemeClr val="bg1"/>
                  </a:solidFill>
                  <a:latin typeface="Proxima Nova Rg" panose="02000506030000020004" pitchFamily="2" charset="0"/>
                </a:rPr>
                <a:t>@PartnersAmerica</a:t>
              </a:r>
            </a:p>
            <a:p>
              <a:pPr>
                <a:lnSpc>
                  <a:spcPct val="150000"/>
                </a:lnSpc>
              </a:pPr>
              <a:r>
                <a:rPr lang="es-CO" sz="900">
                  <a:solidFill>
                    <a:schemeClr val="bg1"/>
                  </a:solidFill>
                  <a:latin typeface="Proxima Nova Rg" panose="02000506030000020004" pitchFamily="2" charset="0"/>
                </a:rPr>
                <a:t>www.partners.net</a:t>
              </a:r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2CCB0ECF-7998-FAE4-1285-ED3C8810F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87411" y="5708081"/>
              <a:ext cx="227050" cy="22705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6D1A43E7-69B6-4646-9903-B91027169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92543" y="5977747"/>
              <a:ext cx="227050" cy="227050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69FCCB52-B8C3-08AB-BADD-4C83D9BEC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90895" y="5708081"/>
              <a:ext cx="227050" cy="227050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47AFC8BF-00AE-BC99-EE16-D3B82B542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90895" y="5968835"/>
              <a:ext cx="227050" cy="22705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54B30567-5750-B714-B628-43D8AED3B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62040" y="5708081"/>
              <a:ext cx="227050" cy="227050"/>
            </a:xfrm>
            <a:prstGeom prst="rect">
              <a:avLst/>
            </a:prstGeom>
          </p:spPr>
        </p:pic>
      </p:grp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36BCD4A-D6C1-8195-C21C-B7E535B32CB4}"/>
              </a:ext>
            </a:extLst>
          </p:cNvPr>
          <p:cNvSpPr/>
          <p:nvPr/>
        </p:nvSpPr>
        <p:spPr>
          <a:xfrm>
            <a:off x="1124394" y="0"/>
            <a:ext cx="67118" cy="4432308"/>
          </a:xfrm>
          <a:prstGeom prst="rect">
            <a:avLst/>
          </a:prstGeom>
          <a:solidFill>
            <a:srgbClr val="F4A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FBD48089-1D23-779F-76EF-E14A0B72DCA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61055" t="3008" r="-699" b="-3008"/>
          <a:stretch/>
        </p:blipFill>
        <p:spPr>
          <a:xfrm>
            <a:off x="-189820" y="-1408082"/>
            <a:ext cx="2039119" cy="51435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4A9DE41-5355-1596-AAD9-23EB84EDECDB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37467"/>
          <a:stretch/>
        </p:blipFill>
        <p:spPr>
          <a:xfrm>
            <a:off x="7119431" y="1927114"/>
            <a:ext cx="2024570" cy="3216386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AE68E89F-FD61-39A1-F441-04457478A244}"/>
              </a:ext>
            </a:extLst>
          </p:cNvPr>
          <p:cNvSpPr/>
          <p:nvPr/>
        </p:nvSpPr>
        <p:spPr>
          <a:xfrm rot="16200000">
            <a:off x="1566430" y="3958311"/>
            <a:ext cx="78227" cy="962297"/>
          </a:xfrm>
          <a:prstGeom prst="rect">
            <a:avLst/>
          </a:prstGeom>
          <a:solidFill>
            <a:srgbClr val="F4A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FC741CF7-291F-BB2A-820B-F6CCB0150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775" y="1391299"/>
            <a:ext cx="2478762" cy="2501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51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c808d36-874f-4b27-aec2-2fd649817929">
      <UserInfo>
        <DisplayName/>
        <AccountId xsi:nil="true"/>
        <AccountType/>
      </UserInfo>
    </SharedWithUsers>
    <TaxCatchAll xmlns="dc808d36-874f-4b27-aec2-2fd649817929" xsi:nil="true"/>
    <lcf76f155ced4ddcb4097134ff3c332f xmlns="f2466082-b6bf-4153-98c3-3c41e85fda1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032928-B48C-4862-8C4B-CD815424E86A}">
  <ds:schemaRefs>
    <ds:schemaRef ds:uri="20af6edd-669a-46b7-976f-d14245bf0bf6"/>
    <ds:schemaRef ds:uri="dc808d36-874f-4b27-aec2-2fd64981792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41b6ea9f-a3e8-403c-841e-02950e8e8bbc"/>
  </ds:schemaRefs>
</ds:datastoreItem>
</file>

<file path=customXml/itemProps2.xml><?xml version="1.0" encoding="utf-8"?>
<ds:datastoreItem xmlns:ds="http://schemas.openxmlformats.org/officeDocument/2006/customXml" ds:itemID="{E8457FB5-5A5C-47C4-8B2E-894AF9282A0A}"/>
</file>

<file path=customXml/itemProps3.xml><?xml version="1.0" encoding="utf-8"?>
<ds:datastoreItem xmlns:ds="http://schemas.openxmlformats.org/officeDocument/2006/customXml" ds:itemID="{427176C1-E117-49A8-9915-4E40A276BD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896</Words>
  <Application>Microsoft Office PowerPoint</Application>
  <PresentationFormat>On-screen Show (16:9)</PresentationFormat>
  <Paragraphs>127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Lao UI</vt:lpstr>
      <vt:lpstr>Lato</vt:lpstr>
      <vt:lpstr>Proxima Nova Extrabold</vt:lpstr>
      <vt:lpstr>Proxima Nova Rg</vt:lpstr>
      <vt:lpstr>Office Theme</vt:lpstr>
      <vt:lpstr>Tema de Office</vt:lpstr>
      <vt:lpstr>PowerPoint Presentation</vt:lpstr>
      <vt:lpstr>2023 End of Year – Agenda </vt:lpstr>
      <vt:lpstr>Important Dates (Dec 2023 to Jan 2024)</vt:lpstr>
      <vt:lpstr>PowerPoint Presentation</vt:lpstr>
      <vt:lpstr>PowerPoint Presentation</vt:lpstr>
      <vt:lpstr>PowerPoint Presentation</vt:lpstr>
      <vt:lpstr>PowerPoint Presentation</vt:lpstr>
      <vt:lpstr>2023 Performance Levels – NEW CHANGE </vt:lpstr>
      <vt:lpstr>2023 Performance Levels / Rating Scale with Definitions</vt:lpstr>
      <vt:lpstr>2023 Performance Levels / Rating Scale with Definitions</vt:lpstr>
      <vt:lpstr>2023 Performance Levels / Rating Scale with Definitions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 Doggett</dc:creator>
  <cp:lastModifiedBy>Natalie Abegesah</cp:lastModifiedBy>
  <cp:revision>2</cp:revision>
  <dcterms:created xsi:type="dcterms:W3CDTF">2018-08-14T13:26:39Z</dcterms:created>
  <dcterms:modified xsi:type="dcterms:W3CDTF">2023-11-20T17:21:55Z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MediaServiceImageTags">
    <vt:lpwstr/>
  </property>
</Properties>
</file>