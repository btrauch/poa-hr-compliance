
<file path=[Content_Types].xml><?xml version="1.0" encoding="utf-8"?>
<Types xmlns="http://schemas.openxmlformats.org/package/2006/content-types">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5.xml" ContentType="application/vnd.openxmlformats-officedocument.presentationml.slide+xml"/>
  <Override PartName="/ppt/slides/slide7.xml" ContentType="application/vnd.openxmlformats-officedocument.presentationml.slide+xml"/>
  <Override PartName="/ppt/slides/slide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6.xml" ContentType="application/vnd.openxmlformats-officedocument.presentationml.slide+xml"/>
  <Override PartName="/ppt/slides/slide4.xml" ContentType="application/vnd.openxmlformats-officedocument.presentationml.slide+xml"/>
  <Override PartName="/ppt/slides/slide8.xml" ContentType="application/vnd.openxmlformats-officedocument.presentationml.slide+xml"/>
  <Override PartName="/ppt/slides/slide14.xml" ContentType="application/vnd.openxmlformats-officedocument.presentationml.slide+xml"/>
  <Override PartName="/ppt/slides/slide10.xml" ContentType="application/vnd.openxmlformats-officedocument.presentationml.slide+xml"/>
  <Override PartName="/ppt/slides/slide1.xml" ContentType="application/vnd.openxmlformats-officedocument.presentationml.slide+xml"/>
  <Override PartName="/ppt/slides/slide11.xml" ContentType="application/vnd.openxmlformats-officedocument.presentationml.slide+xml"/>
  <Override PartName="/ppt/slides/slide13.xml" ContentType="application/vnd.openxmlformats-officedocument.presentationml.slide+xml"/>
  <Override PartName="/ppt/slides/slide12.xml" ContentType="application/vnd.openxmlformats-officedocument.presentationml.slide+xml"/>
  <Override PartName="/ppt/slideMasters/slideMaster1.xml" ContentType="application/vnd.openxmlformats-officedocument.presentationml.slideMaster+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handoutMasters/handoutMaster1.xml" ContentType="application/vnd.openxmlformats-officedocument.presentationml.handoutMaster+xml"/>
  <Override PartName="/ppt/theme/theme2.xml" ContentType="application/vnd.openxmlformats-officedocument.theme+xml"/>
  <Override PartName="/ppt/theme/theme1.xml" ContentType="application/vnd.openxmlformats-officedocument.theme+xml"/>
  <Override PartName="/ppt/notesMasters/notesMaster1.xml" ContentType="application/vnd.openxmlformats-officedocument.presentationml.notesMaster+xml"/>
  <Override PartName="/ppt/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0" r:id="rId1"/>
  </p:sldMasterIdLst>
  <p:notesMasterIdLst>
    <p:notesMasterId r:id="rId16"/>
  </p:notesMasterIdLst>
  <p:handoutMasterIdLst>
    <p:handoutMasterId r:id="rId17"/>
  </p:handoutMasterIdLst>
  <p:sldIdLst>
    <p:sldId id="256" r:id="rId2"/>
    <p:sldId id="257" r:id="rId3"/>
    <p:sldId id="258" r:id="rId4"/>
    <p:sldId id="259" r:id="rId5"/>
    <p:sldId id="268" r:id="rId6"/>
    <p:sldId id="262" r:id="rId7"/>
    <p:sldId id="261" r:id="rId8"/>
    <p:sldId id="270" r:id="rId9"/>
    <p:sldId id="271" r:id="rId10"/>
    <p:sldId id="272" r:id="rId11"/>
    <p:sldId id="273" r:id="rId12"/>
    <p:sldId id="274" r:id="rId13"/>
    <p:sldId id="275" r:id="rId14"/>
    <p:sldId id="276" r:id="rId15"/>
  </p:sldIdLst>
  <p:sldSz cx="9144000" cy="5143500" type="screen16x9"/>
  <p:notesSz cx="9144000" cy="6858000"/>
  <p:defaultTextStyle>
    <a:defPPr>
      <a:defRPr lang="en-US"/>
    </a:defPPr>
    <a:lvl1pPr algn="l" rtl="0" fontAlgn="base">
      <a:spcBef>
        <a:spcPct val="0"/>
      </a:spcBef>
      <a:spcAft>
        <a:spcPct val="0"/>
      </a:spcAft>
      <a:defRPr kern="1200">
        <a:solidFill>
          <a:schemeClr val="tx1"/>
        </a:solidFill>
        <a:latin typeface="Calibri" pitchFamily="34" charset="0"/>
        <a:ea typeface="+mn-ea"/>
        <a:cs typeface="Arial" charset="0"/>
      </a:defRPr>
    </a:lvl1pPr>
    <a:lvl2pPr marL="457200" algn="l" rtl="0" fontAlgn="base">
      <a:spcBef>
        <a:spcPct val="0"/>
      </a:spcBef>
      <a:spcAft>
        <a:spcPct val="0"/>
      </a:spcAft>
      <a:defRPr kern="1200">
        <a:solidFill>
          <a:schemeClr val="tx1"/>
        </a:solidFill>
        <a:latin typeface="Calibri" pitchFamily="34" charset="0"/>
        <a:ea typeface="+mn-ea"/>
        <a:cs typeface="Arial" charset="0"/>
      </a:defRPr>
    </a:lvl2pPr>
    <a:lvl3pPr marL="914400" algn="l" rtl="0" fontAlgn="base">
      <a:spcBef>
        <a:spcPct val="0"/>
      </a:spcBef>
      <a:spcAft>
        <a:spcPct val="0"/>
      </a:spcAft>
      <a:defRPr kern="1200">
        <a:solidFill>
          <a:schemeClr val="tx1"/>
        </a:solidFill>
        <a:latin typeface="Calibri" pitchFamily="34" charset="0"/>
        <a:ea typeface="+mn-ea"/>
        <a:cs typeface="Arial" charset="0"/>
      </a:defRPr>
    </a:lvl3pPr>
    <a:lvl4pPr marL="1371600" algn="l" rtl="0" fontAlgn="base">
      <a:spcBef>
        <a:spcPct val="0"/>
      </a:spcBef>
      <a:spcAft>
        <a:spcPct val="0"/>
      </a:spcAft>
      <a:defRPr kern="1200">
        <a:solidFill>
          <a:schemeClr val="tx1"/>
        </a:solidFill>
        <a:latin typeface="Calibri" pitchFamily="34" charset="0"/>
        <a:ea typeface="+mn-ea"/>
        <a:cs typeface="Arial" charset="0"/>
      </a:defRPr>
    </a:lvl4pPr>
    <a:lvl5pPr marL="1828800" algn="l" rtl="0" fontAlgn="base">
      <a:spcBef>
        <a:spcPct val="0"/>
      </a:spcBef>
      <a:spcAft>
        <a:spcPct val="0"/>
      </a:spcAft>
      <a:defRPr kern="1200">
        <a:solidFill>
          <a:schemeClr val="tx1"/>
        </a:solidFill>
        <a:latin typeface="Calibri" pitchFamily="34" charset="0"/>
        <a:ea typeface="+mn-ea"/>
        <a:cs typeface="Arial" charset="0"/>
      </a:defRPr>
    </a:lvl5pPr>
    <a:lvl6pPr marL="2286000" algn="l" defTabSz="914400" rtl="0" eaLnBrk="1" latinLnBrk="0" hangingPunct="1">
      <a:defRPr kern="1200">
        <a:solidFill>
          <a:schemeClr val="tx1"/>
        </a:solidFill>
        <a:latin typeface="Calibri" pitchFamily="34" charset="0"/>
        <a:ea typeface="+mn-ea"/>
        <a:cs typeface="Arial" charset="0"/>
      </a:defRPr>
    </a:lvl6pPr>
    <a:lvl7pPr marL="2743200" algn="l" defTabSz="914400" rtl="0" eaLnBrk="1" latinLnBrk="0" hangingPunct="1">
      <a:defRPr kern="1200">
        <a:solidFill>
          <a:schemeClr val="tx1"/>
        </a:solidFill>
        <a:latin typeface="Calibri" pitchFamily="34" charset="0"/>
        <a:ea typeface="+mn-ea"/>
        <a:cs typeface="Arial" charset="0"/>
      </a:defRPr>
    </a:lvl7pPr>
    <a:lvl8pPr marL="3200400" algn="l" defTabSz="914400" rtl="0" eaLnBrk="1" latinLnBrk="0" hangingPunct="1">
      <a:defRPr kern="1200">
        <a:solidFill>
          <a:schemeClr val="tx1"/>
        </a:solidFill>
        <a:latin typeface="Calibri" pitchFamily="34" charset="0"/>
        <a:ea typeface="+mn-ea"/>
        <a:cs typeface="Arial" charset="0"/>
      </a:defRPr>
    </a:lvl8pPr>
    <a:lvl9pPr marL="3657600" algn="l" defTabSz="914400" rtl="0" eaLnBrk="1" latinLnBrk="0" hangingPunct="1">
      <a:defRPr kern="1200">
        <a:solidFill>
          <a:schemeClr val="tx1"/>
        </a:solidFill>
        <a:latin typeface="Calibri" pitchFamily="34" charset="0"/>
        <a:ea typeface="+mn-ea"/>
        <a:cs typeface="Arial"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FFFF99"/>
    <a:srgbClr val="51626F"/>
    <a:srgbClr val="E66E32"/>
    <a:srgbClr val="0094B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491" autoAdjust="0"/>
    <p:restoredTop sz="94660"/>
  </p:normalViewPr>
  <p:slideViewPr>
    <p:cSldViewPr showGuides="1">
      <p:cViewPr>
        <p:scale>
          <a:sx n="100" d="100"/>
          <a:sy n="100" d="100"/>
        </p:scale>
        <p:origin x="-1074" y="-270"/>
      </p:cViewPr>
      <p:guideLst>
        <p:guide orient="horz" pos="1620"/>
        <p:guide orient="horz" pos="3132"/>
        <p:guide pos="2880"/>
      </p:guideLst>
    </p:cSldViewPr>
  </p:slideViewPr>
  <p:notesTextViewPr>
    <p:cViewPr>
      <p:scale>
        <a:sx n="1" d="1"/>
        <a:sy n="1" d="1"/>
      </p:scale>
      <p:origin x="0" y="0"/>
    </p:cViewPr>
  </p:notesTextViewPr>
  <p:notesViewPr>
    <p:cSldViewPr showGuides="1">
      <p:cViewPr varScale="1">
        <p:scale>
          <a:sx n="115" d="100"/>
          <a:sy n="115" d="100"/>
        </p:scale>
        <p:origin x="-1656" y="-114"/>
      </p:cViewPr>
      <p:guideLst>
        <p:guide orient="horz" pos="2160"/>
        <p:guide pos="288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customXml" Target="../customXml/item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customXml" Target="../customXml/item2.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customXml" Target="../customXml/item1.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209800" y="231775"/>
            <a:ext cx="6096000" cy="285750"/>
          </a:xfrm>
          <a:prstGeom prst="rect">
            <a:avLst/>
          </a:prstGeom>
        </p:spPr>
        <p:txBody>
          <a:bodyPr vert="horz" lIns="91440" tIns="45720" rIns="91440" bIns="45720" rtlCol="0"/>
          <a:lstStyle>
            <a:lvl1pPr algn="l">
              <a:defRPr sz="1200" dirty="0" smtClean="0">
                <a:latin typeface="+mn-lt"/>
              </a:defRPr>
            </a:lvl1pPr>
          </a:lstStyle>
          <a:p>
            <a:pPr>
              <a:defRPr/>
            </a:pPr>
            <a:endParaRPr lang="en-US" dirty="0"/>
          </a:p>
        </p:txBody>
      </p:sp>
      <p:sp>
        <p:nvSpPr>
          <p:cNvPr id="3" name="Date Placeholder 2"/>
          <p:cNvSpPr>
            <a:spLocks noGrp="1"/>
          </p:cNvSpPr>
          <p:nvPr>
            <p:ph type="dt" sz="quarter" idx="1"/>
          </p:nvPr>
        </p:nvSpPr>
        <p:spPr>
          <a:xfrm>
            <a:off x="203200" y="6402388"/>
            <a:ext cx="3759200" cy="342900"/>
          </a:xfrm>
          <a:prstGeom prst="rect">
            <a:avLst/>
          </a:prstGeom>
        </p:spPr>
        <p:txBody>
          <a:bodyPr vert="horz" lIns="91440" tIns="45720" rIns="91440" bIns="45720" rtlCol="0" anchor="b"/>
          <a:lstStyle>
            <a:lvl1pPr algn="l">
              <a:defRPr sz="1000" smtClean="0">
                <a:latin typeface="+mn-lt"/>
              </a:defRPr>
            </a:lvl1pPr>
          </a:lstStyle>
          <a:p>
            <a:pPr>
              <a:defRPr/>
            </a:pPr>
            <a:fld id="{4D191EEA-8A43-4D91-8F4D-86EEC8AAF602}" type="datetimeFigureOut">
              <a:rPr lang="en-US"/>
              <a:pPr>
                <a:defRPr/>
              </a:pPr>
              <a:t>9/4/2015</a:t>
            </a:fld>
            <a:endParaRPr lang="en-US" dirty="0"/>
          </a:p>
        </p:txBody>
      </p:sp>
      <p:sp>
        <p:nvSpPr>
          <p:cNvPr id="5" name="Slide Number Placeholder 4"/>
          <p:cNvSpPr>
            <a:spLocks noGrp="1"/>
          </p:cNvSpPr>
          <p:nvPr>
            <p:ph type="sldNum" sz="quarter" idx="3"/>
          </p:nvPr>
        </p:nvSpPr>
        <p:spPr>
          <a:xfrm>
            <a:off x="5180013" y="6400800"/>
            <a:ext cx="3760787" cy="342900"/>
          </a:xfrm>
          <a:prstGeom prst="rect">
            <a:avLst/>
          </a:prstGeom>
        </p:spPr>
        <p:txBody>
          <a:bodyPr vert="horz" lIns="91440" tIns="45720" rIns="91440" bIns="45720" rtlCol="0" anchor="b"/>
          <a:lstStyle>
            <a:lvl1pPr algn="r">
              <a:defRPr sz="1000" smtClean="0">
                <a:latin typeface="+mn-lt"/>
              </a:defRPr>
            </a:lvl1pPr>
          </a:lstStyle>
          <a:p>
            <a:pPr>
              <a:defRPr/>
            </a:pPr>
            <a:fld id="{FE5B702C-B6C8-4B65-A9E3-06A63169590E}" type="slidenum">
              <a:rPr lang="en-US"/>
              <a:pPr>
                <a:defRPr/>
              </a:pPr>
              <a:t>‹#›</a:t>
            </a:fld>
            <a:endParaRPr lang="en-US" dirty="0"/>
          </a:p>
        </p:txBody>
      </p:sp>
      <p:sp>
        <p:nvSpPr>
          <p:cNvPr id="7" name="Rectangle 6"/>
          <p:cNvSpPr/>
          <p:nvPr/>
        </p:nvSpPr>
        <p:spPr>
          <a:xfrm>
            <a:off x="381000" y="0"/>
            <a:ext cx="1366838" cy="609600"/>
          </a:xfrm>
          <a:prstGeom prst="rect">
            <a:avLst/>
          </a:prstGeom>
          <a:solidFill>
            <a:srgbClr val="51626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pic>
        <p:nvPicPr>
          <p:cNvPr id="24582" name="Picture 1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73075" y="280988"/>
            <a:ext cx="1184275" cy="17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829322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US" dirty="0"/>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a:defRPr/>
            </a:pPr>
            <a:fld id="{2AD95DE3-B77B-443A-9F3B-007AE08AB70B}" type="datetimeFigureOut">
              <a:rPr lang="en-US"/>
              <a:pPr>
                <a:defRPr/>
              </a:pPr>
              <a:t>9/4/2015</a:t>
            </a:fld>
            <a:endParaRPr lang="en-US" dirty="0"/>
          </a:p>
        </p:txBody>
      </p:sp>
      <p:sp>
        <p:nvSpPr>
          <p:cNvPr id="4" name="Slide Image Placeholder 3"/>
          <p:cNvSpPr>
            <a:spLocks noGrp="1" noRot="1" noChangeAspect="1"/>
          </p:cNvSpPr>
          <p:nvPr>
            <p:ph type="sldImg" idx="2"/>
          </p:nvPr>
        </p:nvSpPr>
        <p:spPr>
          <a:xfrm>
            <a:off x="2286000" y="514350"/>
            <a:ext cx="4572000" cy="2571750"/>
          </a:xfrm>
          <a:prstGeom prst="rect">
            <a:avLst/>
          </a:prstGeom>
          <a:noFill/>
          <a:ln w="12700">
            <a:solidFill>
              <a:prstClr val="black"/>
            </a:solidFill>
          </a:ln>
        </p:spPr>
        <p:txBody>
          <a:bodyPr vert="horz" lIns="91440" tIns="45720" rIns="91440" bIns="45720" rtlCol="0" anchor="ctr"/>
          <a:lstStyle/>
          <a:p>
            <a:pPr lvl="0"/>
            <a:endParaRPr lang="en-US" noProof="0" dirty="0" smtClean="0"/>
          </a:p>
        </p:txBody>
      </p:sp>
      <p:sp>
        <p:nvSpPr>
          <p:cNvPr id="5" name="Notes Placeholder 4"/>
          <p:cNvSpPr>
            <a:spLocks noGrp="1"/>
          </p:cNvSpPr>
          <p:nvPr>
            <p:ph type="body" sz="quarter" idx="3"/>
          </p:nvPr>
        </p:nvSpPr>
        <p:spPr>
          <a:xfrm>
            <a:off x="914400" y="3257550"/>
            <a:ext cx="7315200" cy="3086100"/>
          </a:xfrm>
          <a:prstGeom prst="rect">
            <a:avLst/>
          </a:prstGeom>
        </p:spPr>
        <p:txBody>
          <a:bodyPr vert="horz" lIns="91440" tIns="45720" rIns="91440" bIns="45720" rtlCol="0"/>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6" name="Footer Placeholder 5"/>
          <p:cNvSpPr>
            <a:spLocks noGrp="1"/>
          </p:cNvSpPr>
          <p:nvPr>
            <p:ph type="ftr" sz="quarter" idx="4"/>
          </p:nvPr>
        </p:nvSpPr>
        <p:spPr>
          <a:xfrm>
            <a:off x="0" y="6513513"/>
            <a:ext cx="3962400" cy="3429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US" dirty="0"/>
          </a:p>
        </p:txBody>
      </p:sp>
      <p:sp>
        <p:nvSpPr>
          <p:cNvPr id="7" name="Slide Number Placeholder 6"/>
          <p:cNvSpPr>
            <a:spLocks noGrp="1"/>
          </p:cNvSpPr>
          <p:nvPr>
            <p:ph type="sldNum" sz="quarter" idx="5"/>
          </p:nvPr>
        </p:nvSpPr>
        <p:spPr>
          <a:xfrm>
            <a:off x="5180013" y="6513513"/>
            <a:ext cx="3962400" cy="342900"/>
          </a:xfrm>
          <a:prstGeom prst="rect">
            <a:avLst/>
          </a:prstGeom>
        </p:spPr>
        <p:txBody>
          <a:bodyPr vert="horz" lIns="91440" tIns="45720" rIns="91440" bIns="45720" rtlCol="0" anchor="b"/>
          <a:lstStyle>
            <a:lvl1pPr algn="r" fontAlgn="auto">
              <a:spcBef>
                <a:spcPts val="0"/>
              </a:spcBef>
              <a:spcAft>
                <a:spcPts val="0"/>
              </a:spcAft>
              <a:defRPr sz="1200">
                <a:latin typeface="+mn-lt"/>
                <a:cs typeface="+mn-cs"/>
              </a:defRPr>
            </a:lvl1pPr>
          </a:lstStyle>
          <a:p>
            <a:pPr>
              <a:defRPr/>
            </a:pPr>
            <a:fld id="{D4073E9A-CCEC-4955-93E1-A659528F1283}" type="slidenum">
              <a:rPr lang="en-US"/>
              <a:pPr>
                <a:defRPr/>
              </a:pPr>
              <a:t>‹#›</a:t>
            </a:fld>
            <a:endParaRPr lang="en-US" dirty="0"/>
          </a:p>
        </p:txBody>
      </p:sp>
    </p:spTree>
    <p:extLst>
      <p:ext uri="{BB962C8B-B14F-4D97-AF65-F5344CB8AC3E}">
        <p14:creationId xmlns:p14="http://schemas.microsoft.com/office/powerpoint/2010/main" val="169267990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pic>
        <p:nvPicPr>
          <p:cNvPr id="5" name="Picture 9"/>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525" y="628650"/>
            <a:ext cx="9153525" cy="210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p:nvSpPr>
        <p:spPr>
          <a:xfrm>
            <a:off x="76200" y="4933950"/>
            <a:ext cx="4495800" cy="203133"/>
          </a:xfrm>
          <a:prstGeom prst="rect">
            <a:avLst/>
          </a:prstGeom>
        </p:spPr>
        <p:txBody>
          <a:bodyPr>
            <a:spAutoFit/>
          </a:bodyPr>
          <a:lstStyle/>
          <a:p>
            <a:pPr fontAlgn="auto">
              <a:spcBef>
                <a:spcPts val="0"/>
              </a:spcBef>
              <a:spcAft>
                <a:spcPts val="0"/>
              </a:spcAft>
              <a:defRPr/>
            </a:pPr>
            <a:r>
              <a:rPr lang="en-US" sz="720" dirty="0">
                <a:solidFill>
                  <a:srgbClr val="51626F"/>
                </a:solidFill>
                <a:latin typeface="Arial" pitchFamily="34" charset="0"/>
                <a:cs typeface="Arial" pitchFamily="34" charset="0"/>
              </a:rPr>
              <a:t>© Copyright </a:t>
            </a:r>
            <a:r>
              <a:rPr lang="en-US" sz="720" dirty="0" smtClean="0">
                <a:solidFill>
                  <a:srgbClr val="51626F"/>
                </a:solidFill>
                <a:latin typeface="Arial" pitchFamily="34" charset="0"/>
                <a:cs typeface="Arial" pitchFamily="34" charset="0"/>
              </a:rPr>
              <a:t>2014 </a:t>
            </a:r>
            <a:r>
              <a:rPr lang="en-US" sz="720" dirty="0">
                <a:solidFill>
                  <a:srgbClr val="51626F"/>
                </a:solidFill>
                <a:latin typeface="Arial" pitchFamily="34" charset="0"/>
                <a:cs typeface="Arial" pitchFamily="34" charset="0"/>
              </a:rPr>
              <a:t>by K&amp;L Gates LLP. All rights reserved.</a:t>
            </a:r>
          </a:p>
        </p:txBody>
      </p:sp>
      <p:sp>
        <p:nvSpPr>
          <p:cNvPr id="12" name="Content Placeholder 11"/>
          <p:cNvSpPr>
            <a:spLocks noGrp="1"/>
          </p:cNvSpPr>
          <p:nvPr>
            <p:ph sz="quarter" idx="11"/>
          </p:nvPr>
        </p:nvSpPr>
        <p:spPr>
          <a:xfrm>
            <a:off x="3581400" y="3962055"/>
            <a:ext cx="5029200" cy="230981"/>
          </a:xfrm>
        </p:spPr>
        <p:txBody>
          <a:bodyPr/>
          <a:lstStyle>
            <a:lvl1pPr marL="0" indent="0">
              <a:buNone/>
              <a:defRPr sz="1400"/>
            </a:lvl1pPr>
            <a:lvl2pPr marL="457200" indent="0">
              <a:buNone/>
              <a:defRPr sz="1400"/>
            </a:lvl2pPr>
            <a:lvl3pPr marL="914400" indent="0">
              <a:buNone/>
              <a:defRPr sz="1400"/>
            </a:lvl3pPr>
            <a:lvl4pPr marL="1257300" indent="0">
              <a:buNone/>
              <a:defRPr sz="1400"/>
            </a:lvl4pPr>
            <a:lvl5pPr marL="1828800" indent="0">
              <a:buNone/>
              <a:defRPr sz="1400"/>
            </a:lvl5pPr>
          </a:lstStyle>
          <a:p>
            <a:pPr lvl="0"/>
            <a:r>
              <a:rPr lang="en-US" smtClean="0"/>
              <a:t>Click to edit Master text styles</a:t>
            </a:r>
          </a:p>
        </p:txBody>
      </p:sp>
      <p:sp>
        <p:nvSpPr>
          <p:cNvPr id="2" name="Title 1"/>
          <p:cNvSpPr>
            <a:spLocks noGrp="1"/>
          </p:cNvSpPr>
          <p:nvPr>
            <p:ph type="ctrTitle"/>
          </p:nvPr>
        </p:nvSpPr>
        <p:spPr>
          <a:xfrm>
            <a:off x="3581400" y="3257550"/>
            <a:ext cx="5029200" cy="700088"/>
          </a:xfrm>
        </p:spPr>
        <p:txBody>
          <a:bodyPr anchor="t">
            <a:normAutofit/>
          </a:bodyPr>
          <a:lstStyle>
            <a:lvl1pPr algn="l" defTabSz="914400" rtl="0" eaLnBrk="1" latinLnBrk="0" hangingPunct="1">
              <a:spcBef>
                <a:spcPct val="0"/>
              </a:spcBef>
              <a:buNone/>
              <a:defRPr lang="en-US" sz="2800" b="0" kern="1200" cap="none" dirty="0">
                <a:solidFill>
                  <a:srgbClr val="E66E32"/>
                </a:solidFill>
                <a:latin typeface="Arial" pitchFamily="34" charset="0"/>
                <a:ea typeface="+mj-ea"/>
                <a:cs typeface="Arial" pitchFamily="34" charset="0"/>
              </a:defRPr>
            </a:lvl1pPr>
          </a:lstStyle>
          <a:p>
            <a:r>
              <a:rPr lang="en-US" smtClean="0"/>
              <a:t>Click to edit Master title style</a:t>
            </a:r>
            <a:endParaRPr lang="en-US" dirty="0"/>
          </a:p>
        </p:txBody>
      </p:sp>
      <p:sp>
        <p:nvSpPr>
          <p:cNvPr id="3" name="Subtitle 2"/>
          <p:cNvSpPr>
            <a:spLocks noGrp="1"/>
          </p:cNvSpPr>
          <p:nvPr>
            <p:ph type="subTitle" idx="1"/>
          </p:nvPr>
        </p:nvSpPr>
        <p:spPr>
          <a:xfrm>
            <a:off x="3581400" y="3028950"/>
            <a:ext cx="5029200" cy="228600"/>
          </a:xfrm>
        </p:spPr>
        <p:txBody>
          <a:bodyPr>
            <a:normAutofit/>
          </a:bodyPr>
          <a:lstStyle>
            <a:lvl1pPr marL="0" indent="0" algn="l">
              <a:buNone/>
              <a:defRPr sz="1400">
                <a:solidFill>
                  <a:srgbClr val="51626F"/>
                </a:solidFill>
                <a:latin typeface="Arial" pitchFamily="34" charset="0"/>
                <a:cs typeface="Arial"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10" name="Rectangle 9"/>
          <p:cNvSpPr/>
          <p:nvPr/>
        </p:nvSpPr>
        <p:spPr>
          <a:xfrm>
            <a:off x="838200" y="0"/>
            <a:ext cx="2362200" cy="1200150"/>
          </a:xfrm>
          <a:prstGeom prst="rect">
            <a:avLst/>
          </a:prstGeom>
          <a:solidFill>
            <a:srgbClr val="E66E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pic>
        <p:nvPicPr>
          <p:cNvPr id="11" name="Picture 6"/>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92295" y="632867"/>
            <a:ext cx="1895374" cy="282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8"/>
          <p:cNvSpPr/>
          <p:nvPr userDrawn="1"/>
        </p:nvSpPr>
        <p:spPr>
          <a:xfrm>
            <a:off x="838200" y="0"/>
            <a:ext cx="2362200" cy="1200150"/>
          </a:xfrm>
          <a:prstGeom prst="rect">
            <a:avLst/>
          </a:prstGeom>
          <a:solidFill>
            <a:srgbClr val="E66E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pic>
        <p:nvPicPr>
          <p:cNvPr id="13" name="Picture 6"/>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71613" y="689386"/>
            <a:ext cx="1895374" cy="282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57727047"/>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857250"/>
            <a:ext cx="8229600" cy="491729"/>
          </a:xfrm>
        </p:spPr>
        <p:txBody>
          <a:bodyPr/>
          <a:lstStyle>
            <a:lvl1pPr algn="l" defTabSz="914400" rtl="0" eaLnBrk="1" latinLnBrk="0" hangingPunct="1">
              <a:spcBef>
                <a:spcPct val="0"/>
              </a:spcBef>
              <a:buNone/>
              <a:defRPr kumimoji="0" lang="en-US" sz="3000" b="1" i="0" u="none" strike="noStrike" kern="1200" cap="all" spc="0" normalizeH="0" baseline="0" dirty="0">
                <a:ln>
                  <a:noFill/>
                </a:ln>
                <a:solidFill>
                  <a:srgbClr val="0094B3"/>
                </a:solidFill>
                <a:effectLst/>
                <a:uLnTx/>
                <a:uFillTx/>
                <a:latin typeface="Arial" pitchFamily="34" charset="0"/>
                <a:ea typeface="+mj-ea"/>
                <a:cs typeface="Arial" pitchFamily="34" charset="0"/>
              </a:defRPr>
            </a:lvl1pPr>
          </a:lstStyle>
          <a:p>
            <a:r>
              <a:rPr lang="en-US" smtClean="0"/>
              <a:t>Click to edit Master title style</a:t>
            </a:r>
            <a:endParaRPr lang="en-US" dirty="0"/>
          </a:p>
        </p:txBody>
      </p:sp>
      <p:sp>
        <p:nvSpPr>
          <p:cNvPr id="3" name="Content Placeholder 2"/>
          <p:cNvSpPr>
            <a:spLocks noGrp="1"/>
          </p:cNvSpPr>
          <p:nvPr>
            <p:ph idx="1"/>
          </p:nvPr>
        </p:nvSpPr>
        <p:spPr>
          <a:xfrm>
            <a:off x="457200" y="1371601"/>
            <a:ext cx="8229600" cy="3223022"/>
          </a:xfrm>
        </p:spPr>
        <p:txBody>
          <a:bodyPr/>
          <a:lstStyle>
            <a:lvl1pPr>
              <a:defRPr sz="2800">
                <a:solidFill>
                  <a:srgbClr val="51626F"/>
                </a:solidFill>
                <a:latin typeface="Arial" pitchFamily="34" charset="0"/>
                <a:cs typeface="Arial" pitchFamily="34" charset="0"/>
              </a:defRPr>
            </a:lvl1pPr>
            <a:lvl2pPr>
              <a:defRPr sz="2400">
                <a:solidFill>
                  <a:srgbClr val="51626F"/>
                </a:solidFill>
                <a:latin typeface="Arial" pitchFamily="34" charset="0"/>
                <a:cs typeface="Arial" pitchFamily="34" charset="0"/>
              </a:defRPr>
            </a:lvl2pPr>
            <a:lvl3pPr>
              <a:defRPr sz="2000">
                <a:solidFill>
                  <a:srgbClr val="51626F"/>
                </a:solidFill>
                <a:latin typeface="Arial" pitchFamily="34" charset="0"/>
                <a:cs typeface="Arial" pitchFamily="34" charset="0"/>
              </a:defRPr>
            </a:lvl3pPr>
            <a:lvl4pPr>
              <a:defRPr sz="1800">
                <a:solidFill>
                  <a:srgbClr val="51626F"/>
                </a:solidFill>
                <a:latin typeface="Arial" pitchFamily="34" charset="0"/>
                <a:cs typeface="Arial" pitchFamily="34" charset="0"/>
              </a:defRPr>
            </a:lvl4pPr>
            <a:lvl5pPr marL="1890713" indent="-228600">
              <a:buClr>
                <a:srgbClr val="51626F"/>
              </a:buClr>
              <a:buFont typeface="Wingdings" pitchFamily="2" charset="2"/>
              <a:buChar char="§"/>
              <a:defRPr sz="1800">
                <a:solidFill>
                  <a:srgbClr val="51626F"/>
                </a:solidFill>
                <a:latin typeface="Arial" pitchFamily="34" charset="0"/>
                <a:cs typeface="Arial"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Footer Placeholder 4"/>
          <p:cNvSpPr>
            <a:spLocks noGrp="1"/>
          </p:cNvSpPr>
          <p:nvPr>
            <p:ph type="ftr" sz="quarter" idx="10"/>
          </p:nvPr>
        </p:nvSpPr>
        <p:spPr/>
        <p:txBody>
          <a:bodyPr/>
          <a:lstStyle>
            <a:lvl1pPr>
              <a:defRPr>
                <a:solidFill>
                  <a:schemeClr val="bg2"/>
                </a:solidFill>
              </a:defRPr>
            </a:lvl1pPr>
          </a:lstStyle>
          <a:p>
            <a:pPr>
              <a:defRPr/>
            </a:pPr>
            <a:r>
              <a:rPr lang="en-US" dirty="0" smtClean="0"/>
              <a:t>klgates.com</a:t>
            </a:r>
            <a:endParaRPr lang="en-US" dirty="0"/>
          </a:p>
        </p:txBody>
      </p:sp>
      <p:sp>
        <p:nvSpPr>
          <p:cNvPr id="5" name="Slide Number Placeholder 5"/>
          <p:cNvSpPr>
            <a:spLocks noGrp="1"/>
          </p:cNvSpPr>
          <p:nvPr>
            <p:ph type="sldNum" sz="quarter" idx="11"/>
          </p:nvPr>
        </p:nvSpPr>
        <p:spPr>
          <a:xfrm>
            <a:off x="6858000" y="4972050"/>
            <a:ext cx="2133600" cy="144018"/>
          </a:xfrm>
        </p:spPr>
        <p:txBody>
          <a:bodyPr/>
          <a:lstStyle>
            <a:lvl1pPr>
              <a:defRPr>
                <a:solidFill>
                  <a:schemeClr val="bg2"/>
                </a:solidFill>
              </a:defRPr>
            </a:lvl1pPr>
          </a:lstStyle>
          <a:p>
            <a:pPr>
              <a:defRPr/>
            </a:pPr>
            <a:fld id="{C9489E26-CC76-44C1-88B5-9333B76C506F}" type="slidenum">
              <a:rPr lang="en-US" smtClean="0"/>
              <a:pPr>
                <a:defRPr/>
              </a:pPr>
              <a:t>‹#›</a:t>
            </a:fld>
            <a:endParaRPr lang="en-US" dirty="0"/>
          </a:p>
        </p:txBody>
      </p:sp>
      <p:sp>
        <p:nvSpPr>
          <p:cNvPr id="6" name="Date Placeholder 3"/>
          <p:cNvSpPr>
            <a:spLocks noGrp="1"/>
          </p:cNvSpPr>
          <p:nvPr>
            <p:ph type="dt" sz="half" idx="12"/>
          </p:nvPr>
        </p:nvSpPr>
        <p:spPr>
          <a:xfrm>
            <a:off x="228600" y="4972050"/>
            <a:ext cx="2133600" cy="144018"/>
          </a:xfrm>
        </p:spPr>
        <p:txBody>
          <a:bodyPr/>
          <a:lstStyle>
            <a:lvl1pPr algn="l" fontAlgn="auto">
              <a:spcBef>
                <a:spcPts val="0"/>
              </a:spcBef>
              <a:spcAft>
                <a:spcPts val="0"/>
              </a:spcAft>
              <a:defRPr sz="1000">
                <a:solidFill>
                  <a:schemeClr val="bg2"/>
                </a:solidFill>
                <a:latin typeface="Arial" pitchFamily="34" charset="0"/>
                <a:cs typeface="Arial" pitchFamily="34" charset="0"/>
              </a:defRPr>
            </a:lvl1pPr>
          </a:lstStyle>
          <a:p>
            <a:pPr>
              <a:defRPr/>
            </a:pPr>
            <a:fld id="{3272847A-875D-441C-A03F-A085C453277C}" type="datetime4">
              <a:rPr lang="en-US" smtClean="0"/>
              <a:pPr>
                <a:defRPr/>
              </a:pPr>
              <a:t>September 4, 2015</a:t>
            </a:fld>
            <a:endParaRPr lang="en-US" dirty="0"/>
          </a:p>
        </p:txBody>
      </p:sp>
    </p:spTree>
    <p:extLst>
      <p:ext uri="{BB962C8B-B14F-4D97-AF65-F5344CB8AC3E}">
        <p14:creationId xmlns:p14="http://schemas.microsoft.com/office/powerpoint/2010/main" val="3839379226"/>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sz="3000">
                <a:latin typeface="Arial" pitchFamily="34" charset="0"/>
                <a:cs typeface="Arial" pitchFamily="34" charset="0"/>
              </a:defRPr>
            </a:lvl1pPr>
          </a:lstStyle>
          <a:p>
            <a:r>
              <a:rPr lang="en-US" dirty="0" smtClean="0"/>
              <a:t>CLICK TO EDIT MASTER TITLE STYLE</a:t>
            </a:r>
            <a:endParaRPr lang="en-US" dirty="0"/>
          </a:p>
        </p:txBody>
      </p:sp>
      <p:sp>
        <p:nvSpPr>
          <p:cNvPr id="3" name="Content Placeholder 2"/>
          <p:cNvSpPr>
            <a:spLocks noGrp="1"/>
          </p:cNvSpPr>
          <p:nvPr>
            <p:ph sz="half" idx="1"/>
          </p:nvPr>
        </p:nvSpPr>
        <p:spPr>
          <a:xfrm>
            <a:off x="457200" y="1314451"/>
            <a:ext cx="4038600" cy="3280172"/>
          </a:xfrm>
        </p:spPr>
        <p:txBody>
          <a:bodyPr/>
          <a:lstStyle>
            <a:lvl1pPr>
              <a:defRPr sz="2800">
                <a:solidFill>
                  <a:srgbClr val="51626F"/>
                </a:solidFill>
                <a:latin typeface="Arial" pitchFamily="34" charset="0"/>
                <a:cs typeface="Arial" pitchFamily="34" charset="0"/>
              </a:defRPr>
            </a:lvl1pPr>
            <a:lvl2pPr>
              <a:defRPr sz="2400">
                <a:solidFill>
                  <a:srgbClr val="51626F"/>
                </a:solidFill>
                <a:latin typeface="Arial" pitchFamily="34" charset="0"/>
                <a:cs typeface="Arial" pitchFamily="34" charset="0"/>
              </a:defRPr>
            </a:lvl2pPr>
            <a:lvl3pPr>
              <a:defRPr sz="2000">
                <a:solidFill>
                  <a:srgbClr val="51626F"/>
                </a:solidFill>
                <a:latin typeface="Arial" pitchFamily="34" charset="0"/>
                <a:cs typeface="Arial" pitchFamily="34" charset="0"/>
              </a:defRPr>
            </a:lvl3pPr>
            <a:lvl4pPr>
              <a:defRPr sz="1800">
                <a:solidFill>
                  <a:srgbClr val="51626F"/>
                </a:solidFill>
                <a:latin typeface="Arial" pitchFamily="34" charset="0"/>
                <a:cs typeface="Arial" pitchFamily="34" charset="0"/>
              </a:defRPr>
            </a:lvl4pPr>
            <a:lvl5pPr marL="2057400" indent="-228600">
              <a:buFont typeface="Wingdings" pitchFamily="2" charset="2"/>
              <a:buChar char="§"/>
              <a:defRPr sz="1800">
                <a:solidFill>
                  <a:srgbClr val="51626F"/>
                </a:solidFill>
                <a:latin typeface="Arial" pitchFamily="34" charset="0"/>
                <a:cs typeface="Arial" pitchFamily="34" charset="0"/>
              </a:defRPr>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48200" y="1314451"/>
            <a:ext cx="4038600" cy="3280172"/>
          </a:xfrm>
        </p:spPr>
        <p:txBody>
          <a:bodyPr/>
          <a:lstStyle>
            <a:lvl1pPr>
              <a:defRPr sz="2800">
                <a:solidFill>
                  <a:srgbClr val="51626F"/>
                </a:solidFill>
                <a:latin typeface="Arial" pitchFamily="34" charset="0"/>
                <a:cs typeface="Arial" pitchFamily="34" charset="0"/>
              </a:defRPr>
            </a:lvl1pPr>
            <a:lvl2pPr>
              <a:defRPr sz="2400">
                <a:solidFill>
                  <a:srgbClr val="51626F"/>
                </a:solidFill>
                <a:latin typeface="Arial" pitchFamily="34" charset="0"/>
                <a:cs typeface="Arial" pitchFamily="34" charset="0"/>
              </a:defRPr>
            </a:lvl2pPr>
            <a:lvl3pPr>
              <a:defRPr sz="2000">
                <a:solidFill>
                  <a:srgbClr val="51626F"/>
                </a:solidFill>
                <a:latin typeface="Arial" pitchFamily="34" charset="0"/>
                <a:cs typeface="Arial" pitchFamily="34" charset="0"/>
              </a:defRPr>
            </a:lvl3pPr>
            <a:lvl4pPr>
              <a:defRPr sz="1800">
                <a:solidFill>
                  <a:srgbClr val="51626F"/>
                </a:solidFill>
                <a:latin typeface="Arial" pitchFamily="34" charset="0"/>
                <a:cs typeface="Arial" pitchFamily="34" charset="0"/>
              </a:defRPr>
            </a:lvl4pPr>
            <a:lvl5pPr marL="2057400" indent="-228600">
              <a:buFont typeface="Wingdings" pitchFamily="2" charset="2"/>
              <a:buChar char="§"/>
              <a:defRPr sz="1800">
                <a:solidFill>
                  <a:srgbClr val="51626F"/>
                </a:solidFill>
                <a:latin typeface="Arial" pitchFamily="34" charset="0"/>
                <a:cs typeface="Arial" pitchFamily="34" charset="0"/>
              </a:defRPr>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dirty="0" smtClean="0"/>
              <a:t>klgates.com</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5EA0CD66-DCFF-46D4-8BCB-47BCAF48A417}" type="slidenum">
              <a:rPr lang="en-US" smtClean="0"/>
              <a:pPr>
                <a:defRPr/>
              </a:pPr>
              <a:t>‹#›</a:t>
            </a:fld>
            <a:endParaRPr lang="en-US" dirty="0"/>
          </a:p>
        </p:txBody>
      </p:sp>
      <p:sp>
        <p:nvSpPr>
          <p:cNvPr id="8" name="Date Placeholder 3"/>
          <p:cNvSpPr>
            <a:spLocks noGrp="1"/>
          </p:cNvSpPr>
          <p:nvPr>
            <p:ph type="dt" sz="half" idx="13"/>
          </p:nvPr>
        </p:nvSpPr>
        <p:spPr>
          <a:xfrm>
            <a:off x="228600" y="4972050"/>
            <a:ext cx="2133600" cy="144018"/>
          </a:xfrm>
        </p:spPr>
        <p:txBody>
          <a:bodyPr/>
          <a:lstStyle>
            <a:lvl1pPr algn="l" fontAlgn="auto">
              <a:spcBef>
                <a:spcPts val="0"/>
              </a:spcBef>
              <a:spcAft>
                <a:spcPts val="0"/>
              </a:spcAft>
              <a:defRPr sz="1000">
                <a:solidFill>
                  <a:schemeClr val="bg2"/>
                </a:solidFill>
                <a:latin typeface="Arial" pitchFamily="34" charset="0"/>
                <a:cs typeface="Arial" pitchFamily="34" charset="0"/>
              </a:defRPr>
            </a:lvl1pPr>
          </a:lstStyle>
          <a:p>
            <a:pPr>
              <a:defRPr/>
            </a:pPr>
            <a:fld id="{3272847A-875D-441C-A03F-A085C453277C}" type="datetime4">
              <a:rPr lang="en-US" smtClean="0"/>
              <a:pPr>
                <a:defRPr/>
              </a:pPr>
              <a:t>September 4, 2015</a:t>
            </a:fld>
            <a:endParaRPr lang="en-US" dirty="0"/>
          </a:p>
        </p:txBody>
      </p:sp>
    </p:spTree>
    <p:extLst>
      <p:ext uri="{BB962C8B-B14F-4D97-AF65-F5344CB8AC3E}">
        <p14:creationId xmlns:p14="http://schemas.microsoft.com/office/powerpoint/2010/main" val="566982372"/>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sz="3000">
                <a:latin typeface="Arial" pitchFamily="34" charset="0"/>
                <a:cs typeface="Arial" pitchFamily="34" charset="0"/>
              </a:defRPr>
            </a:lvl1pPr>
          </a:lstStyle>
          <a:p>
            <a:r>
              <a:rPr lang="en-US" dirty="0" smtClean="0"/>
              <a:t>CLICK TO EDIT MASTER TITLE STYLE</a:t>
            </a:r>
            <a:endParaRPr lang="en-US" dirty="0"/>
          </a:p>
        </p:txBody>
      </p:sp>
      <p:sp>
        <p:nvSpPr>
          <p:cNvPr id="3" name="Text Placeholder 2"/>
          <p:cNvSpPr>
            <a:spLocks noGrp="1"/>
          </p:cNvSpPr>
          <p:nvPr>
            <p:ph type="body" idx="1"/>
          </p:nvPr>
        </p:nvSpPr>
        <p:spPr>
          <a:xfrm>
            <a:off x="457200" y="1314450"/>
            <a:ext cx="4040188" cy="316706"/>
          </a:xfrm>
        </p:spPr>
        <p:txBody>
          <a:bodyPr anchor="b"/>
          <a:lstStyle>
            <a:lvl1pPr marL="0" indent="0">
              <a:buNone/>
              <a:defRPr sz="1800" b="1">
                <a:solidFill>
                  <a:srgbClr val="51626F"/>
                </a:solidFill>
                <a:latin typeface="Arial" pitchFamily="34" charset="0"/>
                <a:cs typeface="Arial"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solidFill>
                  <a:srgbClr val="51626F"/>
                </a:solidFill>
                <a:latin typeface="Arial" pitchFamily="34" charset="0"/>
                <a:cs typeface="Arial" pitchFamily="34" charset="0"/>
              </a:defRPr>
            </a:lvl1pPr>
            <a:lvl2pPr>
              <a:defRPr sz="2000">
                <a:solidFill>
                  <a:srgbClr val="51626F"/>
                </a:solidFill>
                <a:latin typeface="Arial" pitchFamily="34" charset="0"/>
                <a:cs typeface="Arial" pitchFamily="34" charset="0"/>
              </a:defRPr>
            </a:lvl2pPr>
            <a:lvl3pPr>
              <a:defRPr sz="1800">
                <a:solidFill>
                  <a:srgbClr val="51626F"/>
                </a:solidFill>
                <a:latin typeface="Arial" pitchFamily="34" charset="0"/>
                <a:cs typeface="Arial" pitchFamily="34" charset="0"/>
              </a:defRPr>
            </a:lvl3pPr>
            <a:lvl4pPr>
              <a:defRPr sz="1600">
                <a:solidFill>
                  <a:srgbClr val="51626F"/>
                </a:solidFill>
                <a:latin typeface="Arial" pitchFamily="34" charset="0"/>
                <a:cs typeface="Arial" pitchFamily="34" charset="0"/>
              </a:defRPr>
            </a:lvl4pPr>
            <a:lvl5pPr marL="2057400" indent="-228600">
              <a:buFont typeface="Wingdings" pitchFamily="2" charset="2"/>
              <a:buChar char="§"/>
              <a:defRPr sz="1600">
                <a:solidFill>
                  <a:srgbClr val="51626F"/>
                </a:solidFill>
                <a:latin typeface="Arial" pitchFamily="34" charset="0"/>
                <a:cs typeface="Arial" pitchFamily="34" charset="0"/>
              </a:defRPr>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6" y="1314450"/>
            <a:ext cx="4041775" cy="316706"/>
          </a:xfrm>
        </p:spPr>
        <p:txBody>
          <a:bodyPr anchor="b"/>
          <a:lstStyle>
            <a:lvl1pPr marL="0" indent="0">
              <a:buNone/>
              <a:defRPr sz="1800" b="1">
                <a:solidFill>
                  <a:srgbClr val="51626F"/>
                </a:solidFill>
                <a:latin typeface="Arial" pitchFamily="34" charset="0"/>
                <a:cs typeface="Arial"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2400">
                <a:solidFill>
                  <a:srgbClr val="51626F"/>
                </a:solidFill>
                <a:latin typeface="Arial" pitchFamily="34" charset="0"/>
                <a:cs typeface="Arial" pitchFamily="34" charset="0"/>
              </a:defRPr>
            </a:lvl1pPr>
            <a:lvl2pPr>
              <a:defRPr sz="2000">
                <a:solidFill>
                  <a:srgbClr val="51626F"/>
                </a:solidFill>
                <a:latin typeface="Arial" pitchFamily="34" charset="0"/>
                <a:cs typeface="Arial" pitchFamily="34" charset="0"/>
              </a:defRPr>
            </a:lvl2pPr>
            <a:lvl3pPr>
              <a:defRPr sz="1800">
                <a:solidFill>
                  <a:srgbClr val="51626F"/>
                </a:solidFill>
                <a:latin typeface="Arial" pitchFamily="34" charset="0"/>
                <a:cs typeface="Arial" pitchFamily="34" charset="0"/>
              </a:defRPr>
            </a:lvl3pPr>
            <a:lvl4pPr>
              <a:defRPr sz="1600">
                <a:solidFill>
                  <a:srgbClr val="51626F"/>
                </a:solidFill>
                <a:latin typeface="Arial" pitchFamily="34" charset="0"/>
                <a:cs typeface="Arial" pitchFamily="34" charset="0"/>
              </a:defRPr>
            </a:lvl4pPr>
            <a:lvl5pPr marL="2057400" indent="-228600">
              <a:buFont typeface="Wingdings" pitchFamily="2" charset="2"/>
              <a:buChar char="§"/>
              <a:defRPr sz="1600">
                <a:solidFill>
                  <a:srgbClr val="51626F"/>
                </a:solidFill>
                <a:latin typeface="Arial" pitchFamily="34" charset="0"/>
                <a:cs typeface="Arial" pitchFamily="34" charset="0"/>
              </a:defRPr>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8" name="Footer Placeholder 4"/>
          <p:cNvSpPr>
            <a:spLocks noGrp="1"/>
          </p:cNvSpPr>
          <p:nvPr>
            <p:ph type="ftr" sz="quarter" idx="11"/>
          </p:nvPr>
        </p:nvSpPr>
        <p:spPr/>
        <p:txBody>
          <a:bodyPr/>
          <a:lstStyle>
            <a:lvl1pPr>
              <a:defRPr/>
            </a:lvl1pPr>
          </a:lstStyle>
          <a:p>
            <a:pPr>
              <a:defRPr/>
            </a:pPr>
            <a:r>
              <a:rPr lang="en-US" dirty="0" smtClean="0"/>
              <a:t>klgates.com</a:t>
            </a: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78599E8B-9BC9-4EC4-83DB-29868715FA8D}" type="slidenum">
              <a:rPr lang="en-US" smtClean="0"/>
              <a:pPr>
                <a:defRPr/>
              </a:pPr>
              <a:t>‹#›</a:t>
            </a:fld>
            <a:endParaRPr lang="en-US" dirty="0"/>
          </a:p>
        </p:txBody>
      </p:sp>
      <p:sp>
        <p:nvSpPr>
          <p:cNvPr id="10" name="Date Placeholder 3"/>
          <p:cNvSpPr>
            <a:spLocks noGrp="1"/>
          </p:cNvSpPr>
          <p:nvPr>
            <p:ph type="dt" sz="half" idx="13"/>
          </p:nvPr>
        </p:nvSpPr>
        <p:spPr>
          <a:xfrm>
            <a:off x="228600" y="4972050"/>
            <a:ext cx="2133600" cy="144018"/>
          </a:xfrm>
        </p:spPr>
        <p:txBody>
          <a:bodyPr/>
          <a:lstStyle>
            <a:lvl1pPr algn="l" fontAlgn="auto">
              <a:spcBef>
                <a:spcPts val="0"/>
              </a:spcBef>
              <a:spcAft>
                <a:spcPts val="0"/>
              </a:spcAft>
              <a:defRPr sz="1000">
                <a:solidFill>
                  <a:schemeClr val="bg2"/>
                </a:solidFill>
                <a:latin typeface="Arial" pitchFamily="34" charset="0"/>
                <a:cs typeface="Arial" pitchFamily="34" charset="0"/>
              </a:defRPr>
            </a:lvl1pPr>
          </a:lstStyle>
          <a:p>
            <a:pPr>
              <a:defRPr/>
            </a:pPr>
            <a:fld id="{3272847A-875D-441C-A03F-A085C453277C}" type="datetime4">
              <a:rPr lang="en-US" smtClean="0"/>
              <a:pPr>
                <a:defRPr/>
              </a:pPr>
              <a:t>September 4, 2015</a:t>
            </a:fld>
            <a:endParaRPr lang="en-US" dirty="0"/>
          </a:p>
        </p:txBody>
      </p:sp>
    </p:spTree>
    <p:extLst>
      <p:ext uri="{BB962C8B-B14F-4D97-AF65-F5344CB8AC3E}">
        <p14:creationId xmlns:p14="http://schemas.microsoft.com/office/powerpoint/2010/main" val="1111948714"/>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822721"/>
            <a:ext cx="8229600" cy="891779"/>
          </a:xfrm>
        </p:spPr>
        <p:txBody>
          <a:bodyPr/>
          <a:lstStyle>
            <a:lvl1pPr>
              <a:defRPr sz="3600">
                <a:latin typeface="Arial" pitchFamily="34" charset="0"/>
                <a:cs typeface="Arial" pitchFamily="34" charset="0"/>
              </a:defRPr>
            </a:lvl1pPr>
          </a:lstStyle>
          <a:p>
            <a:r>
              <a:rPr lang="en-US" dirty="0" smtClean="0"/>
              <a:t>CLICK TO EDIT MASTER TITLE STYLE</a:t>
            </a:r>
            <a:endParaRPr lang="en-US" dirty="0"/>
          </a:p>
        </p:txBody>
      </p:sp>
      <p:sp>
        <p:nvSpPr>
          <p:cNvPr id="4" name="Footer Placeholder 4"/>
          <p:cNvSpPr>
            <a:spLocks noGrp="1"/>
          </p:cNvSpPr>
          <p:nvPr>
            <p:ph type="ftr" sz="quarter" idx="11"/>
          </p:nvPr>
        </p:nvSpPr>
        <p:spPr/>
        <p:txBody>
          <a:bodyPr/>
          <a:lstStyle>
            <a:lvl1pPr>
              <a:defRPr/>
            </a:lvl1pPr>
          </a:lstStyle>
          <a:p>
            <a:pPr>
              <a:defRPr/>
            </a:pPr>
            <a:r>
              <a:rPr lang="en-US" dirty="0" smtClean="0"/>
              <a:t>klgates.com</a:t>
            </a:r>
            <a:endParaRPr lang="en-US" dirty="0"/>
          </a:p>
        </p:txBody>
      </p:sp>
      <p:sp>
        <p:nvSpPr>
          <p:cNvPr id="5" name="Slide Number Placeholder 5"/>
          <p:cNvSpPr>
            <a:spLocks noGrp="1"/>
          </p:cNvSpPr>
          <p:nvPr>
            <p:ph type="sldNum" sz="quarter" idx="12"/>
          </p:nvPr>
        </p:nvSpPr>
        <p:spPr/>
        <p:txBody>
          <a:bodyPr/>
          <a:lstStyle>
            <a:lvl1pPr>
              <a:defRPr/>
            </a:lvl1pPr>
          </a:lstStyle>
          <a:p>
            <a:pPr>
              <a:defRPr/>
            </a:pPr>
            <a:fld id="{EBC1EC6D-7E3D-4C3D-93A7-14AE4906DA8D}" type="slidenum">
              <a:rPr lang="en-US" smtClean="0"/>
              <a:pPr>
                <a:defRPr/>
              </a:pPr>
              <a:t>‹#›</a:t>
            </a:fld>
            <a:endParaRPr lang="en-US" dirty="0"/>
          </a:p>
        </p:txBody>
      </p:sp>
      <p:sp>
        <p:nvSpPr>
          <p:cNvPr id="6" name="Date Placeholder 3"/>
          <p:cNvSpPr>
            <a:spLocks noGrp="1"/>
          </p:cNvSpPr>
          <p:nvPr>
            <p:ph type="dt" sz="half" idx="13"/>
          </p:nvPr>
        </p:nvSpPr>
        <p:spPr>
          <a:xfrm>
            <a:off x="228600" y="4972050"/>
            <a:ext cx="2133600" cy="144018"/>
          </a:xfrm>
        </p:spPr>
        <p:txBody>
          <a:bodyPr/>
          <a:lstStyle>
            <a:lvl1pPr algn="l" fontAlgn="auto">
              <a:spcBef>
                <a:spcPts val="0"/>
              </a:spcBef>
              <a:spcAft>
                <a:spcPts val="0"/>
              </a:spcAft>
              <a:defRPr sz="1000">
                <a:solidFill>
                  <a:schemeClr val="bg2"/>
                </a:solidFill>
                <a:latin typeface="Arial" pitchFamily="34" charset="0"/>
                <a:cs typeface="Arial" pitchFamily="34" charset="0"/>
              </a:defRPr>
            </a:lvl1pPr>
          </a:lstStyle>
          <a:p>
            <a:pPr>
              <a:defRPr/>
            </a:pPr>
            <a:fld id="{3272847A-875D-441C-A03F-A085C453277C}" type="datetime4">
              <a:rPr lang="en-US" smtClean="0"/>
              <a:pPr>
                <a:defRPr/>
              </a:pPr>
              <a:t>September 4, 2015</a:t>
            </a:fld>
            <a:endParaRPr lang="en-US" dirty="0"/>
          </a:p>
        </p:txBody>
      </p:sp>
    </p:spTree>
    <p:extLst>
      <p:ext uri="{BB962C8B-B14F-4D97-AF65-F5344CB8AC3E}">
        <p14:creationId xmlns:p14="http://schemas.microsoft.com/office/powerpoint/2010/main" val="94463930"/>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4"/>
          <p:cNvSpPr>
            <a:spLocks noGrp="1"/>
          </p:cNvSpPr>
          <p:nvPr>
            <p:ph type="ftr" sz="quarter" idx="11"/>
          </p:nvPr>
        </p:nvSpPr>
        <p:spPr/>
        <p:txBody>
          <a:bodyPr/>
          <a:lstStyle>
            <a:lvl1pPr>
              <a:defRPr/>
            </a:lvl1pPr>
          </a:lstStyle>
          <a:p>
            <a:pPr>
              <a:defRPr/>
            </a:pPr>
            <a:r>
              <a:rPr lang="en-US" dirty="0" smtClean="0"/>
              <a:t>klgates.com</a:t>
            </a:r>
            <a:endParaRPr lang="en-US" dirty="0"/>
          </a:p>
        </p:txBody>
      </p:sp>
      <p:sp>
        <p:nvSpPr>
          <p:cNvPr id="4" name="Slide Number Placeholder 5"/>
          <p:cNvSpPr>
            <a:spLocks noGrp="1"/>
          </p:cNvSpPr>
          <p:nvPr>
            <p:ph type="sldNum" sz="quarter" idx="12"/>
          </p:nvPr>
        </p:nvSpPr>
        <p:spPr/>
        <p:txBody>
          <a:bodyPr/>
          <a:lstStyle>
            <a:lvl1pPr>
              <a:defRPr/>
            </a:lvl1pPr>
          </a:lstStyle>
          <a:p>
            <a:pPr>
              <a:defRPr/>
            </a:pPr>
            <a:fld id="{EC4ED49E-153D-481D-BCED-61772A7EBFF0}" type="slidenum">
              <a:rPr lang="en-US" smtClean="0"/>
              <a:pPr>
                <a:defRPr/>
              </a:pPr>
              <a:t>‹#›</a:t>
            </a:fld>
            <a:endParaRPr lang="en-US" dirty="0"/>
          </a:p>
        </p:txBody>
      </p:sp>
      <p:sp>
        <p:nvSpPr>
          <p:cNvPr id="5" name="Date Placeholder 3"/>
          <p:cNvSpPr>
            <a:spLocks noGrp="1"/>
          </p:cNvSpPr>
          <p:nvPr>
            <p:ph type="dt" sz="half" idx="13"/>
          </p:nvPr>
        </p:nvSpPr>
        <p:spPr>
          <a:xfrm>
            <a:off x="228600" y="4972050"/>
            <a:ext cx="2133600" cy="144018"/>
          </a:xfrm>
        </p:spPr>
        <p:txBody>
          <a:bodyPr/>
          <a:lstStyle>
            <a:lvl1pPr algn="l" fontAlgn="auto">
              <a:spcBef>
                <a:spcPts val="0"/>
              </a:spcBef>
              <a:spcAft>
                <a:spcPts val="0"/>
              </a:spcAft>
              <a:defRPr sz="1000">
                <a:solidFill>
                  <a:schemeClr val="bg2"/>
                </a:solidFill>
                <a:latin typeface="Arial" pitchFamily="34" charset="0"/>
                <a:cs typeface="Arial" pitchFamily="34" charset="0"/>
              </a:defRPr>
            </a:lvl1pPr>
          </a:lstStyle>
          <a:p>
            <a:pPr>
              <a:defRPr/>
            </a:pPr>
            <a:fld id="{3272847A-875D-441C-A03F-A085C453277C}" type="datetime4">
              <a:rPr lang="en-US" smtClean="0"/>
              <a:pPr>
                <a:defRPr/>
              </a:pPr>
              <a:t>September 4, 2015</a:t>
            </a:fld>
            <a:endParaRPr lang="en-US" dirty="0"/>
          </a:p>
        </p:txBody>
      </p:sp>
    </p:spTree>
    <p:extLst>
      <p:ext uri="{BB962C8B-B14F-4D97-AF65-F5344CB8AC3E}">
        <p14:creationId xmlns:p14="http://schemas.microsoft.com/office/powerpoint/2010/main" val="1510656416"/>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1" y="671512"/>
            <a:ext cx="3008313" cy="871538"/>
          </a:xfrm>
        </p:spPr>
        <p:txBody>
          <a:bodyPr anchor="b"/>
          <a:lstStyle>
            <a:lvl1pPr algn="l">
              <a:defRPr sz="2000" b="1">
                <a:latin typeface="Arial" pitchFamily="34" charset="0"/>
                <a:cs typeface="Arial" pitchFamily="34" charset="0"/>
              </a:defRPr>
            </a:lvl1pPr>
          </a:lstStyle>
          <a:p>
            <a:r>
              <a:rPr lang="en-US" dirty="0" smtClean="0"/>
              <a:t>CLICK TO EDIT MASTER TITLE STYLE</a:t>
            </a:r>
            <a:endParaRPr lang="en-US" dirty="0"/>
          </a:p>
        </p:txBody>
      </p:sp>
      <p:sp>
        <p:nvSpPr>
          <p:cNvPr id="3" name="Content Placeholder 2"/>
          <p:cNvSpPr>
            <a:spLocks noGrp="1"/>
          </p:cNvSpPr>
          <p:nvPr>
            <p:ph idx="1"/>
          </p:nvPr>
        </p:nvSpPr>
        <p:spPr>
          <a:xfrm>
            <a:off x="3575050" y="685801"/>
            <a:ext cx="5111750" cy="3908822"/>
          </a:xfrm>
        </p:spPr>
        <p:txBody>
          <a:bodyPr/>
          <a:lstStyle>
            <a:lvl1pPr>
              <a:defRPr sz="2800">
                <a:solidFill>
                  <a:srgbClr val="51626F"/>
                </a:solidFill>
                <a:latin typeface="Arial" pitchFamily="34" charset="0"/>
                <a:cs typeface="Arial" pitchFamily="34" charset="0"/>
              </a:defRPr>
            </a:lvl1pPr>
            <a:lvl2pPr>
              <a:defRPr sz="2400">
                <a:solidFill>
                  <a:srgbClr val="51626F"/>
                </a:solidFill>
                <a:latin typeface="Arial" pitchFamily="34" charset="0"/>
                <a:cs typeface="Arial" pitchFamily="34" charset="0"/>
              </a:defRPr>
            </a:lvl2pPr>
            <a:lvl3pPr>
              <a:defRPr sz="2000">
                <a:solidFill>
                  <a:srgbClr val="51626F"/>
                </a:solidFill>
                <a:latin typeface="Arial" pitchFamily="34" charset="0"/>
                <a:cs typeface="Arial" pitchFamily="34" charset="0"/>
              </a:defRPr>
            </a:lvl3pPr>
            <a:lvl4pPr>
              <a:defRPr sz="1800">
                <a:solidFill>
                  <a:srgbClr val="51626F"/>
                </a:solidFill>
                <a:latin typeface="Arial" pitchFamily="34" charset="0"/>
                <a:cs typeface="Arial" pitchFamily="34" charset="0"/>
              </a:defRPr>
            </a:lvl4pPr>
            <a:lvl5pPr marL="2057400" indent="-228600">
              <a:buClr>
                <a:srgbClr val="51626F"/>
              </a:buClr>
              <a:buFont typeface="Wingdings" pitchFamily="2" charset="2"/>
              <a:buChar char="§"/>
              <a:defRPr sz="1800">
                <a:solidFill>
                  <a:srgbClr val="51626F"/>
                </a:solidFill>
                <a:latin typeface="Arial" pitchFamily="34" charset="0"/>
                <a:cs typeface="Arial" pitchFamily="34" charset="0"/>
              </a:defRPr>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1" y="1543051"/>
            <a:ext cx="3008313" cy="3051572"/>
          </a:xfrm>
        </p:spPr>
        <p:txBody>
          <a:bodyPr/>
          <a:lstStyle>
            <a:lvl1pPr marL="0" indent="0">
              <a:buNone/>
              <a:defRPr sz="1400">
                <a:latin typeface="Arial" pitchFamily="34" charset="0"/>
                <a:cs typeface="Arial" pitchFamily="34"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6" name="Footer Placeholder 4"/>
          <p:cNvSpPr>
            <a:spLocks noGrp="1"/>
          </p:cNvSpPr>
          <p:nvPr>
            <p:ph type="ftr" sz="quarter" idx="11"/>
          </p:nvPr>
        </p:nvSpPr>
        <p:spPr/>
        <p:txBody>
          <a:bodyPr/>
          <a:lstStyle>
            <a:lvl1pPr>
              <a:defRPr/>
            </a:lvl1pPr>
          </a:lstStyle>
          <a:p>
            <a:pPr>
              <a:defRPr/>
            </a:pPr>
            <a:r>
              <a:rPr lang="en-US" dirty="0" smtClean="0"/>
              <a:t>klgates.com</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31AC45DF-C2EE-4EC3-B2FD-A1E0023E8ABB}" type="slidenum">
              <a:rPr lang="en-US" smtClean="0"/>
              <a:pPr>
                <a:defRPr/>
              </a:pPr>
              <a:t>‹#›</a:t>
            </a:fld>
            <a:endParaRPr lang="en-US" dirty="0"/>
          </a:p>
        </p:txBody>
      </p:sp>
      <p:sp>
        <p:nvSpPr>
          <p:cNvPr id="8" name="Date Placeholder 3"/>
          <p:cNvSpPr>
            <a:spLocks noGrp="1"/>
          </p:cNvSpPr>
          <p:nvPr>
            <p:ph type="dt" sz="half" idx="13"/>
          </p:nvPr>
        </p:nvSpPr>
        <p:spPr>
          <a:xfrm>
            <a:off x="228600" y="4972050"/>
            <a:ext cx="2133600" cy="144018"/>
          </a:xfrm>
        </p:spPr>
        <p:txBody>
          <a:bodyPr/>
          <a:lstStyle>
            <a:lvl1pPr algn="l" fontAlgn="auto">
              <a:spcBef>
                <a:spcPts val="0"/>
              </a:spcBef>
              <a:spcAft>
                <a:spcPts val="0"/>
              </a:spcAft>
              <a:defRPr sz="1000">
                <a:solidFill>
                  <a:schemeClr val="bg2"/>
                </a:solidFill>
                <a:latin typeface="Arial" pitchFamily="34" charset="0"/>
                <a:cs typeface="Arial" pitchFamily="34" charset="0"/>
              </a:defRPr>
            </a:lvl1pPr>
          </a:lstStyle>
          <a:p>
            <a:pPr>
              <a:defRPr/>
            </a:pPr>
            <a:fld id="{3272847A-875D-441C-A03F-A085C453277C}" type="datetime4">
              <a:rPr lang="en-US" smtClean="0"/>
              <a:pPr>
                <a:defRPr/>
              </a:pPr>
              <a:t>September 4, 2015</a:t>
            </a:fld>
            <a:endParaRPr lang="en-US" dirty="0"/>
          </a:p>
        </p:txBody>
      </p:sp>
    </p:spTree>
    <p:extLst>
      <p:ext uri="{BB962C8B-B14F-4D97-AF65-F5344CB8AC3E}">
        <p14:creationId xmlns:p14="http://schemas.microsoft.com/office/powerpoint/2010/main" val="1361851072"/>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792288" y="3600450"/>
            <a:ext cx="5486400" cy="425054"/>
          </a:xfrm>
        </p:spPr>
        <p:txBody>
          <a:bodyPr anchor="b"/>
          <a:lstStyle>
            <a:lvl1pPr algn="l">
              <a:defRPr sz="2000" b="1">
                <a:latin typeface="Arial" pitchFamily="34" charset="0"/>
                <a:cs typeface="Arial" pitchFamily="34" charset="0"/>
              </a:defRPr>
            </a:lvl1pPr>
          </a:lstStyle>
          <a:p>
            <a:r>
              <a:rPr lang="en-US" dirty="0" smtClean="0"/>
              <a:t>CLICK TO EDIT MASTER TITLE STYLE</a:t>
            </a:r>
            <a:endParaRPr lang="en-US" dirty="0"/>
          </a:p>
        </p:txBody>
      </p:sp>
      <p:sp>
        <p:nvSpPr>
          <p:cNvPr id="3" name="Picture Placeholder 2"/>
          <p:cNvSpPr>
            <a:spLocks noGrp="1"/>
          </p:cNvSpPr>
          <p:nvPr>
            <p:ph type="pic" idx="1"/>
          </p:nvPr>
        </p:nvSpPr>
        <p:spPr>
          <a:xfrm>
            <a:off x="1792288" y="459581"/>
            <a:ext cx="5486400" cy="3086100"/>
          </a:xfrm>
        </p:spPr>
        <p:txBody>
          <a:bodyPr rtlCol="0">
            <a:normAutofit/>
          </a:bodyPr>
          <a:lstStyle>
            <a:lvl1pPr marL="0" indent="0">
              <a:buNone/>
              <a:defRPr sz="3200">
                <a:latin typeface="Arial" pitchFamily="34" charset="0"/>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solidFill>
                  <a:srgbClr val="51626F"/>
                </a:solidFill>
                <a:latin typeface="Arial" pitchFamily="34" charset="0"/>
                <a:cs typeface="Arial" pitchFamily="34"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6" name="Footer Placeholder 4"/>
          <p:cNvSpPr>
            <a:spLocks noGrp="1"/>
          </p:cNvSpPr>
          <p:nvPr>
            <p:ph type="ftr" sz="quarter" idx="11"/>
          </p:nvPr>
        </p:nvSpPr>
        <p:spPr/>
        <p:txBody>
          <a:bodyPr/>
          <a:lstStyle>
            <a:lvl1pPr>
              <a:defRPr/>
            </a:lvl1pPr>
          </a:lstStyle>
          <a:p>
            <a:pPr>
              <a:defRPr/>
            </a:pPr>
            <a:r>
              <a:rPr lang="en-US" dirty="0" smtClean="0"/>
              <a:t>klgates.com</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C87B223B-8B6D-4CF0-B847-53E476C2FA22}" type="slidenum">
              <a:rPr lang="en-US" smtClean="0"/>
              <a:pPr>
                <a:defRPr/>
              </a:pPr>
              <a:t>‹#›</a:t>
            </a:fld>
            <a:endParaRPr lang="en-US" dirty="0"/>
          </a:p>
        </p:txBody>
      </p:sp>
      <p:sp>
        <p:nvSpPr>
          <p:cNvPr id="9" name="Date Placeholder 3"/>
          <p:cNvSpPr>
            <a:spLocks noGrp="1"/>
          </p:cNvSpPr>
          <p:nvPr>
            <p:ph type="dt" sz="half" idx="13"/>
          </p:nvPr>
        </p:nvSpPr>
        <p:spPr>
          <a:xfrm>
            <a:off x="228600" y="4972050"/>
            <a:ext cx="2133600" cy="144018"/>
          </a:xfrm>
        </p:spPr>
        <p:txBody>
          <a:bodyPr/>
          <a:lstStyle>
            <a:lvl1pPr algn="l" fontAlgn="auto">
              <a:spcBef>
                <a:spcPts val="0"/>
              </a:spcBef>
              <a:spcAft>
                <a:spcPts val="0"/>
              </a:spcAft>
              <a:defRPr sz="1000">
                <a:solidFill>
                  <a:schemeClr val="bg2"/>
                </a:solidFill>
                <a:latin typeface="Arial" pitchFamily="34" charset="0"/>
                <a:cs typeface="Arial" pitchFamily="34" charset="0"/>
              </a:defRPr>
            </a:lvl1pPr>
          </a:lstStyle>
          <a:p>
            <a:pPr>
              <a:defRPr/>
            </a:pPr>
            <a:fld id="{3272847A-875D-441C-A03F-A085C453277C}" type="datetime4">
              <a:rPr lang="en-US" smtClean="0"/>
              <a:pPr>
                <a:defRPr/>
              </a:pPr>
              <a:t>September 4, 2015</a:t>
            </a:fld>
            <a:endParaRPr lang="en-US" dirty="0"/>
          </a:p>
        </p:txBody>
      </p:sp>
    </p:spTree>
    <p:extLst>
      <p:ext uri="{BB962C8B-B14F-4D97-AF65-F5344CB8AC3E}">
        <p14:creationId xmlns:p14="http://schemas.microsoft.com/office/powerpoint/2010/main" val="477641396"/>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Pull Quote">
    <p:spTree>
      <p:nvGrpSpPr>
        <p:cNvPr id="1" name=""/>
        <p:cNvGrpSpPr/>
        <p:nvPr/>
      </p:nvGrpSpPr>
      <p:grpSpPr>
        <a:xfrm>
          <a:off x="0" y="0"/>
          <a:ext cx="0" cy="0"/>
          <a:chOff x="0" y="0"/>
          <a:chExt cx="0" cy="0"/>
        </a:xfrm>
      </p:grpSpPr>
      <p:sp>
        <p:nvSpPr>
          <p:cNvPr id="2" name="Title 1"/>
          <p:cNvSpPr>
            <a:spLocks noGrp="1"/>
          </p:cNvSpPr>
          <p:nvPr>
            <p:ph type="title"/>
          </p:nvPr>
        </p:nvSpPr>
        <p:spPr>
          <a:xfrm>
            <a:off x="722313" y="1028701"/>
            <a:ext cx="7772400" cy="3298031"/>
          </a:xfrm>
        </p:spPr>
        <p:txBody>
          <a:bodyPr/>
          <a:lstStyle>
            <a:lvl1pPr marL="0" marR="0" indent="0" algn="l" defTabSz="914400" rtl="0" eaLnBrk="0" fontAlgn="base" latinLnBrk="0" hangingPunct="0">
              <a:lnSpc>
                <a:spcPct val="100000"/>
              </a:lnSpc>
              <a:spcBef>
                <a:spcPct val="0"/>
              </a:spcBef>
              <a:spcAft>
                <a:spcPct val="0"/>
              </a:spcAft>
              <a:tabLst/>
              <a:defRPr sz="3200" b="0" cap="all">
                <a:solidFill>
                  <a:srgbClr val="E66E32"/>
                </a:solidFill>
                <a:latin typeface="Arial" pitchFamily="34" charset="0"/>
                <a:cs typeface="Arial" pitchFamily="34" charset="0"/>
              </a:defRPr>
            </a:lvl1pPr>
          </a:lstStyle>
          <a:p>
            <a:pPr lvl="0"/>
            <a:r>
              <a:rPr lang="en-US" noProof="0" smtClean="0"/>
              <a:t>Click to edit Master title style</a:t>
            </a:r>
            <a:endParaRPr lang="en-US" noProof="0" dirty="0"/>
          </a:p>
        </p:txBody>
      </p:sp>
      <p:sp>
        <p:nvSpPr>
          <p:cNvPr id="4" name="Footer Placeholder 4"/>
          <p:cNvSpPr>
            <a:spLocks noGrp="1"/>
          </p:cNvSpPr>
          <p:nvPr>
            <p:ph type="ftr" sz="quarter" idx="11"/>
          </p:nvPr>
        </p:nvSpPr>
        <p:spPr/>
        <p:txBody>
          <a:bodyPr/>
          <a:lstStyle>
            <a:lvl1pPr>
              <a:defRPr/>
            </a:lvl1pPr>
          </a:lstStyle>
          <a:p>
            <a:pPr>
              <a:defRPr/>
            </a:pPr>
            <a:r>
              <a:rPr lang="en-US" dirty="0" smtClean="0"/>
              <a:t>klgates.com</a:t>
            </a:r>
            <a:endParaRPr lang="en-US" dirty="0"/>
          </a:p>
        </p:txBody>
      </p:sp>
      <p:sp>
        <p:nvSpPr>
          <p:cNvPr id="5" name="Slide Number Placeholder 5"/>
          <p:cNvSpPr>
            <a:spLocks noGrp="1"/>
          </p:cNvSpPr>
          <p:nvPr>
            <p:ph type="sldNum" sz="quarter" idx="12"/>
          </p:nvPr>
        </p:nvSpPr>
        <p:spPr/>
        <p:txBody>
          <a:bodyPr/>
          <a:lstStyle>
            <a:lvl1pPr>
              <a:defRPr/>
            </a:lvl1pPr>
          </a:lstStyle>
          <a:p>
            <a:pPr>
              <a:defRPr/>
            </a:pPr>
            <a:fld id="{47BDB4A6-6A0D-4584-850A-81046701EE45}" type="slidenum">
              <a:rPr lang="en-US" smtClean="0"/>
              <a:pPr>
                <a:defRPr/>
              </a:pPr>
              <a:t>‹#›</a:t>
            </a:fld>
            <a:endParaRPr lang="en-US" dirty="0"/>
          </a:p>
        </p:txBody>
      </p:sp>
      <p:sp>
        <p:nvSpPr>
          <p:cNvPr id="6" name="Date Placeholder 3"/>
          <p:cNvSpPr>
            <a:spLocks noGrp="1"/>
          </p:cNvSpPr>
          <p:nvPr>
            <p:ph type="dt" sz="half" idx="13"/>
          </p:nvPr>
        </p:nvSpPr>
        <p:spPr>
          <a:xfrm>
            <a:off x="228600" y="4972050"/>
            <a:ext cx="2133600" cy="144018"/>
          </a:xfrm>
        </p:spPr>
        <p:txBody>
          <a:bodyPr/>
          <a:lstStyle>
            <a:lvl1pPr algn="l" fontAlgn="auto">
              <a:spcBef>
                <a:spcPts val="0"/>
              </a:spcBef>
              <a:spcAft>
                <a:spcPts val="0"/>
              </a:spcAft>
              <a:defRPr sz="1000">
                <a:solidFill>
                  <a:schemeClr val="bg2"/>
                </a:solidFill>
                <a:latin typeface="Arial" pitchFamily="34" charset="0"/>
                <a:cs typeface="Arial" pitchFamily="34" charset="0"/>
              </a:defRPr>
            </a:lvl1pPr>
          </a:lstStyle>
          <a:p>
            <a:pPr>
              <a:defRPr/>
            </a:pPr>
            <a:fld id="{3272847A-875D-441C-A03F-A085C453277C}" type="datetime4">
              <a:rPr lang="en-US" smtClean="0"/>
              <a:pPr>
                <a:defRPr/>
              </a:pPr>
              <a:t>September 4, 2015</a:t>
            </a:fld>
            <a:endParaRPr lang="en-US" dirty="0"/>
          </a:p>
        </p:txBody>
      </p:sp>
    </p:spTree>
    <p:extLst>
      <p:ext uri="{BB962C8B-B14F-4D97-AF65-F5344CB8AC3E}">
        <p14:creationId xmlns:p14="http://schemas.microsoft.com/office/powerpoint/2010/main" val="2121126306"/>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Section Divider">
    <p:spTree>
      <p:nvGrpSpPr>
        <p:cNvPr id="1" name=""/>
        <p:cNvGrpSpPr/>
        <p:nvPr/>
      </p:nvGrpSpPr>
      <p:grpSpPr>
        <a:xfrm>
          <a:off x="0" y="0"/>
          <a:ext cx="0" cy="0"/>
          <a:chOff x="0" y="0"/>
          <a:chExt cx="0" cy="0"/>
        </a:xfrm>
      </p:grpSpPr>
      <p:pic>
        <p:nvPicPr>
          <p:cNvPr id="3" name="Picture 8"/>
          <p:cNvPicPr>
            <a:picLocks noChangeAspect="1"/>
          </p:cNvPicPr>
          <p:nvPr/>
        </p:nvPicPr>
        <p:blipFill>
          <a:blip r:embed="rId2">
            <a:extLst>
              <a:ext uri="{28A0092B-C50C-407E-A947-70E740481C1C}">
                <a14:useLocalDpi xmlns:a14="http://schemas.microsoft.com/office/drawing/2010/main" val="0"/>
              </a:ext>
            </a:extLst>
          </a:blip>
          <a:srcRect r="14493"/>
          <a:stretch>
            <a:fillRect/>
          </a:stretch>
        </p:blipFill>
        <p:spPr bwMode="auto">
          <a:xfrm>
            <a:off x="-9525" y="0"/>
            <a:ext cx="9153525"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p:cNvSpPr>
            <a:spLocks noChangeArrowheads="1"/>
          </p:cNvSpPr>
          <p:nvPr/>
        </p:nvSpPr>
        <p:spPr bwMode="auto">
          <a:xfrm>
            <a:off x="1" y="1943100"/>
            <a:ext cx="9161463" cy="1485900"/>
          </a:xfrm>
          <a:prstGeom prst="rect">
            <a:avLst/>
          </a:prstGeom>
          <a:solidFill>
            <a:srgbClr val="E66E32"/>
          </a:solidFill>
          <a:ln>
            <a:noFill/>
          </a:ln>
          <a:effectLst>
            <a:outerShdw blurRad="469900" dir="6300000" sx="97000" sy="97000" algn="ctr" rotWithShape="0">
              <a:sysClr val="windowText" lastClr="000000"/>
            </a:outerShdw>
          </a:effectLst>
          <a:extLst/>
        </p:spPr>
        <p:txBody>
          <a:bodyPr/>
          <a:lstStyle/>
          <a:p>
            <a:pPr fontAlgn="auto">
              <a:spcBef>
                <a:spcPts val="0"/>
              </a:spcBef>
              <a:spcAft>
                <a:spcPts val="0"/>
              </a:spcAft>
              <a:defRPr/>
            </a:pPr>
            <a:endParaRPr lang="en-US" kern="0" dirty="0">
              <a:solidFill>
                <a:srgbClr val="51626F"/>
              </a:solidFill>
              <a:latin typeface="+mn-lt"/>
            </a:endParaRPr>
          </a:p>
        </p:txBody>
      </p:sp>
      <p:sp>
        <p:nvSpPr>
          <p:cNvPr id="2" name="Title 1"/>
          <p:cNvSpPr>
            <a:spLocks noGrp="1"/>
          </p:cNvSpPr>
          <p:nvPr>
            <p:ph type="title" hasCustomPrompt="1"/>
          </p:nvPr>
        </p:nvSpPr>
        <p:spPr>
          <a:xfrm>
            <a:off x="457200" y="2422921"/>
            <a:ext cx="8229600" cy="491729"/>
          </a:xfrm>
        </p:spPr>
        <p:txBody>
          <a:bodyPr/>
          <a:lstStyle>
            <a:lvl1pPr algn="ctr">
              <a:defRPr sz="3200" b="0">
                <a:solidFill>
                  <a:schemeClr val="bg1"/>
                </a:solidFill>
                <a:latin typeface="Arial" pitchFamily="34" charset="0"/>
                <a:cs typeface="Arial" pitchFamily="34" charset="0"/>
              </a:defRPr>
            </a:lvl1pPr>
          </a:lstStyle>
          <a:p>
            <a:r>
              <a:rPr lang="en-US" dirty="0" smtClean="0"/>
              <a:t>CLICK TO EDIT MASTER TITLE STYLE</a:t>
            </a:r>
            <a:endParaRPr lang="en-US" dirty="0"/>
          </a:p>
        </p:txBody>
      </p:sp>
    </p:spTree>
    <p:extLst>
      <p:ext uri="{BB962C8B-B14F-4D97-AF65-F5344CB8AC3E}">
        <p14:creationId xmlns:p14="http://schemas.microsoft.com/office/powerpoint/2010/main" val="386696893"/>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Final slide">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E66E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pic>
        <p:nvPicPr>
          <p:cNvPr id="4" name="Picture 6"/>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681163" y="2141392"/>
            <a:ext cx="5781675" cy="8607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6"/>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681163" y="2141392"/>
            <a:ext cx="5781675" cy="8607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76527928"/>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tangle 7"/>
          <p:cNvSpPr/>
          <p:nvPr/>
        </p:nvSpPr>
        <p:spPr bwMode="auto">
          <a:xfrm>
            <a:off x="0" y="4888706"/>
            <a:ext cx="9144000" cy="228600"/>
          </a:xfrm>
          <a:prstGeom prst="rect">
            <a:avLst/>
          </a:prstGeom>
          <a:gradFill>
            <a:gsLst>
              <a:gs pos="0">
                <a:schemeClr val="bg1">
                  <a:lumMod val="65000"/>
                </a:schemeClr>
              </a:gs>
              <a:gs pos="42000">
                <a:schemeClr val="bg1"/>
              </a:gs>
              <a:gs pos="100000">
                <a:schemeClr val="bg1"/>
              </a:gs>
            </a:gsLst>
            <a:lin ang="5400000" scaled="0"/>
          </a:gradFill>
          <a:ln w="9525" cap="flat" cmpd="sng" algn="ctr">
            <a:noFill/>
            <a:prstDash val="solid"/>
            <a:round/>
            <a:headEnd type="none" w="med" len="med"/>
            <a:tailEnd type="none" w="med" len="med"/>
          </a:ln>
          <a:effectLst/>
          <a:extLst/>
        </p:spPr>
        <p:txBody>
          <a:bodyPr/>
          <a:lstStyle/>
          <a:p>
            <a:pPr fontAlgn="auto">
              <a:spcBef>
                <a:spcPts val="0"/>
              </a:spcBef>
              <a:spcAft>
                <a:spcPts val="0"/>
              </a:spcAft>
              <a:defRPr/>
            </a:pPr>
            <a:endParaRPr lang="en-US" dirty="0">
              <a:effectLst>
                <a:outerShdw blurRad="50800" dist="38100" dir="13500000" algn="br" rotWithShape="0">
                  <a:prstClr val="black">
                    <a:alpha val="40000"/>
                  </a:prstClr>
                </a:outerShdw>
              </a:effectLst>
              <a:latin typeface="Arial" pitchFamily="34" charset="0"/>
              <a:cs typeface="Arial" pitchFamily="34" charset="0"/>
            </a:endParaRPr>
          </a:p>
        </p:txBody>
      </p:sp>
      <p:sp>
        <p:nvSpPr>
          <p:cNvPr id="1027" name="Title Placeholder 1"/>
          <p:cNvSpPr>
            <a:spLocks noGrp="1"/>
          </p:cNvSpPr>
          <p:nvPr>
            <p:ph type="title"/>
          </p:nvPr>
        </p:nvSpPr>
        <p:spPr bwMode="auto">
          <a:xfrm>
            <a:off x="457200" y="822723"/>
            <a:ext cx="8229600" cy="4917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smtClean="0"/>
              <a:t>Click to edit Master title style</a:t>
            </a:r>
            <a:endParaRPr lang="en-US" dirty="0" smtClean="0"/>
          </a:p>
        </p:txBody>
      </p:sp>
      <p:sp>
        <p:nvSpPr>
          <p:cNvPr id="1028" name="Text Placeholder 2"/>
          <p:cNvSpPr>
            <a:spLocks noGrp="1"/>
          </p:cNvSpPr>
          <p:nvPr>
            <p:ph type="body" idx="1"/>
          </p:nvPr>
        </p:nvSpPr>
        <p:spPr bwMode="auto">
          <a:xfrm>
            <a:off x="457200" y="1314451"/>
            <a:ext cx="8229600" cy="3280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5" name="Footer Placeholder 4"/>
          <p:cNvSpPr>
            <a:spLocks noGrp="1"/>
          </p:cNvSpPr>
          <p:nvPr>
            <p:ph type="ftr" sz="quarter" idx="3"/>
          </p:nvPr>
        </p:nvSpPr>
        <p:spPr>
          <a:xfrm>
            <a:off x="3124200" y="4972051"/>
            <a:ext cx="2895600" cy="145256"/>
          </a:xfrm>
          <a:prstGeom prst="rect">
            <a:avLst/>
          </a:prstGeom>
        </p:spPr>
        <p:txBody>
          <a:bodyPr vert="horz" lIns="91440" tIns="45720" rIns="91440" bIns="45720" rtlCol="0" anchor="ctr"/>
          <a:lstStyle>
            <a:lvl1pPr algn="ctr" fontAlgn="auto">
              <a:spcBef>
                <a:spcPts val="0"/>
              </a:spcBef>
              <a:spcAft>
                <a:spcPts val="0"/>
              </a:spcAft>
              <a:defRPr sz="1000" dirty="0">
                <a:solidFill>
                  <a:schemeClr val="bg2"/>
                </a:solidFill>
                <a:latin typeface="Arial" pitchFamily="34" charset="0"/>
                <a:cs typeface="Arial" pitchFamily="34" charset="0"/>
              </a:defRPr>
            </a:lvl1pPr>
          </a:lstStyle>
          <a:p>
            <a:pPr>
              <a:defRPr/>
            </a:pPr>
            <a:r>
              <a:rPr lang="en-US" dirty="0" smtClean="0"/>
              <a:t>klgates.com</a:t>
            </a:r>
            <a:endParaRPr lang="en-US" dirty="0"/>
          </a:p>
        </p:txBody>
      </p:sp>
      <p:sp>
        <p:nvSpPr>
          <p:cNvPr id="6" name="Slide Number Placeholder 5"/>
          <p:cNvSpPr>
            <a:spLocks noGrp="1"/>
          </p:cNvSpPr>
          <p:nvPr>
            <p:ph type="sldNum" sz="quarter" idx="4"/>
          </p:nvPr>
        </p:nvSpPr>
        <p:spPr>
          <a:xfrm>
            <a:off x="6781800" y="4972051"/>
            <a:ext cx="2133600" cy="145256"/>
          </a:xfrm>
          <a:prstGeom prst="rect">
            <a:avLst/>
          </a:prstGeom>
        </p:spPr>
        <p:txBody>
          <a:bodyPr vert="horz" lIns="91440" tIns="45720" rIns="91440" bIns="45720" rtlCol="0" anchor="ctr"/>
          <a:lstStyle>
            <a:lvl1pPr algn="r" fontAlgn="auto">
              <a:spcBef>
                <a:spcPts val="0"/>
              </a:spcBef>
              <a:spcAft>
                <a:spcPts val="0"/>
              </a:spcAft>
              <a:defRPr sz="1000">
                <a:solidFill>
                  <a:schemeClr val="bg2"/>
                </a:solidFill>
                <a:latin typeface="Arial" pitchFamily="34" charset="0"/>
                <a:cs typeface="Arial" pitchFamily="34" charset="0"/>
              </a:defRPr>
            </a:lvl1pPr>
          </a:lstStyle>
          <a:p>
            <a:pPr>
              <a:defRPr/>
            </a:pPr>
            <a:fld id="{1B87EFBB-23AA-4D8C-A6E3-77E6584CD387}" type="slidenum">
              <a:rPr lang="en-US" smtClean="0"/>
              <a:pPr>
                <a:defRPr/>
              </a:pPr>
              <a:t>‹#›</a:t>
            </a:fld>
            <a:endParaRPr lang="en-US" dirty="0"/>
          </a:p>
        </p:txBody>
      </p:sp>
      <p:sp>
        <p:nvSpPr>
          <p:cNvPr id="2" name="Date Placeholder 1"/>
          <p:cNvSpPr>
            <a:spLocks noGrp="1"/>
          </p:cNvSpPr>
          <p:nvPr>
            <p:ph type="dt" sz="half" idx="2"/>
          </p:nvPr>
        </p:nvSpPr>
        <p:spPr>
          <a:xfrm>
            <a:off x="152400" y="4972051"/>
            <a:ext cx="2133600" cy="145256"/>
          </a:xfrm>
          <a:prstGeom prst="rect">
            <a:avLst/>
          </a:prstGeom>
        </p:spPr>
        <p:txBody>
          <a:bodyPr vert="horz" lIns="91440" tIns="45720" rIns="91440" bIns="45720" rtlCol="0" anchor="ctr"/>
          <a:lstStyle>
            <a:lvl1pPr algn="l">
              <a:defRPr sz="1000" smtClean="0">
                <a:solidFill>
                  <a:schemeClr val="bg2"/>
                </a:solidFill>
                <a:latin typeface="+mn-lt"/>
              </a:defRPr>
            </a:lvl1pPr>
          </a:lstStyle>
          <a:p>
            <a:pPr>
              <a:defRPr/>
            </a:pPr>
            <a:fld id="{DDF09AC3-ECCC-43FD-A87F-F2D0615A8396}" type="datetimeFigureOut">
              <a:rPr lang="en-US" smtClean="0"/>
              <a:pPr>
                <a:defRPr/>
              </a:pPr>
              <a:t>9/4/2015</a:t>
            </a:fld>
            <a:endParaRPr lang="en-US" dirty="0"/>
          </a:p>
        </p:txBody>
      </p:sp>
      <p:pic>
        <p:nvPicPr>
          <p:cNvPr id="12" name="Picture 8"/>
          <p:cNvPicPr>
            <a:picLocks noChangeAspect="1"/>
          </p:cNvPicPr>
          <p:nvPr/>
        </p:nvPicPr>
        <p:blipFill>
          <a:blip r:embed="rId13">
            <a:extLst>
              <a:ext uri="{28A0092B-C50C-407E-A947-70E740481C1C}">
                <a14:useLocalDpi xmlns:a14="http://schemas.microsoft.com/office/drawing/2010/main" val="0"/>
              </a:ext>
            </a:extLst>
          </a:blip>
          <a:srcRect/>
          <a:stretch>
            <a:fillRect/>
          </a:stretch>
        </p:blipFill>
        <p:spPr bwMode="auto">
          <a:xfrm>
            <a:off x="7162800" y="0"/>
            <a:ext cx="1533525" cy="37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741" r:id="rId1"/>
    <p:sldLayoutId id="2147483742" r:id="rId2"/>
    <p:sldLayoutId id="2147483743" r:id="rId3"/>
    <p:sldLayoutId id="2147483744" r:id="rId4"/>
    <p:sldLayoutId id="2147483745" r:id="rId5"/>
    <p:sldLayoutId id="2147483746" r:id="rId6"/>
    <p:sldLayoutId id="2147483747" r:id="rId7"/>
    <p:sldLayoutId id="2147483748" r:id="rId8"/>
    <p:sldLayoutId id="2147483749" r:id="rId9"/>
    <p:sldLayoutId id="2147483750" r:id="rId10"/>
    <p:sldLayoutId id="2147483751" r:id="rId11"/>
  </p:sldLayoutIdLst>
  <p:timing>
    <p:tnLst>
      <p:par>
        <p:cTn id="1" dur="indefinite" restart="never" nodeType="tmRoot"/>
      </p:par>
    </p:tnLst>
  </p:timing>
  <p:hf hdr="0" dt="0"/>
  <p:txStyles>
    <p:titleStyle>
      <a:lvl1pPr algn="l" rtl="0" eaLnBrk="1" fontAlgn="base" hangingPunct="1">
        <a:spcBef>
          <a:spcPct val="0"/>
        </a:spcBef>
        <a:spcAft>
          <a:spcPct val="0"/>
        </a:spcAft>
        <a:defRPr sz="3000" b="1" kern="1200">
          <a:solidFill>
            <a:srgbClr val="0094B3"/>
          </a:solidFill>
          <a:latin typeface="Arial" pitchFamily="34" charset="0"/>
          <a:ea typeface="+mj-ea"/>
          <a:cs typeface="Arial" pitchFamily="34" charset="0"/>
        </a:defRPr>
      </a:lvl1pPr>
      <a:lvl2pPr algn="l" rtl="0" eaLnBrk="1" fontAlgn="base" hangingPunct="1">
        <a:spcBef>
          <a:spcPct val="0"/>
        </a:spcBef>
        <a:spcAft>
          <a:spcPct val="0"/>
        </a:spcAft>
        <a:defRPr sz="2800" b="1">
          <a:solidFill>
            <a:srgbClr val="0094B3"/>
          </a:solidFill>
          <a:latin typeface="Arial" charset="0"/>
          <a:cs typeface="Arial" charset="0"/>
        </a:defRPr>
      </a:lvl2pPr>
      <a:lvl3pPr algn="l" rtl="0" eaLnBrk="1" fontAlgn="base" hangingPunct="1">
        <a:spcBef>
          <a:spcPct val="0"/>
        </a:spcBef>
        <a:spcAft>
          <a:spcPct val="0"/>
        </a:spcAft>
        <a:defRPr sz="2800" b="1">
          <a:solidFill>
            <a:srgbClr val="0094B3"/>
          </a:solidFill>
          <a:latin typeface="Arial" charset="0"/>
          <a:cs typeface="Arial" charset="0"/>
        </a:defRPr>
      </a:lvl3pPr>
      <a:lvl4pPr algn="l" rtl="0" eaLnBrk="1" fontAlgn="base" hangingPunct="1">
        <a:spcBef>
          <a:spcPct val="0"/>
        </a:spcBef>
        <a:spcAft>
          <a:spcPct val="0"/>
        </a:spcAft>
        <a:defRPr sz="2800" b="1">
          <a:solidFill>
            <a:srgbClr val="0094B3"/>
          </a:solidFill>
          <a:latin typeface="Arial" charset="0"/>
          <a:cs typeface="Arial" charset="0"/>
        </a:defRPr>
      </a:lvl4pPr>
      <a:lvl5pPr algn="l" rtl="0" eaLnBrk="1" fontAlgn="base" hangingPunct="1">
        <a:spcBef>
          <a:spcPct val="0"/>
        </a:spcBef>
        <a:spcAft>
          <a:spcPct val="0"/>
        </a:spcAft>
        <a:defRPr sz="2800" b="1">
          <a:solidFill>
            <a:srgbClr val="0094B3"/>
          </a:solidFill>
          <a:latin typeface="Arial" charset="0"/>
          <a:cs typeface="Arial" charset="0"/>
        </a:defRPr>
      </a:lvl5pPr>
      <a:lvl6pPr marL="457200" algn="l" rtl="0" eaLnBrk="1" fontAlgn="base" hangingPunct="1">
        <a:spcBef>
          <a:spcPct val="0"/>
        </a:spcBef>
        <a:spcAft>
          <a:spcPct val="0"/>
        </a:spcAft>
        <a:defRPr sz="4400">
          <a:solidFill>
            <a:srgbClr val="0094B3"/>
          </a:solidFill>
          <a:latin typeface="Arial" charset="0"/>
          <a:cs typeface="Arial" charset="0"/>
        </a:defRPr>
      </a:lvl6pPr>
      <a:lvl7pPr marL="914400" algn="l" rtl="0" eaLnBrk="1" fontAlgn="base" hangingPunct="1">
        <a:spcBef>
          <a:spcPct val="0"/>
        </a:spcBef>
        <a:spcAft>
          <a:spcPct val="0"/>
        </a:spcAft>
        <a:defRPr sz="4400">
          <a:solidFill>
            <a:srgbClr val="0094B3"/>
          </a:solidFill>
          <a:latin typeface="Arial" charset="0"/>
          <a:cs typeface="Arial" charset="0"/>
        </a:defRPr>
      </a:lvl7pPr>
      <a:lvl8pPr marL="1371600" algn="l" rtl="0" eaLnBrk="1" fontAlgn="base" hangingPunct="1">
        <a:spcBef>
          <a:spcPct val="0"/>
        </a:spcBef>
        <a:spcAft>
          <a:spcPct val="0"/>
        </a:spcAft>
        <a:defRPr sz="4400">
          <a:solidFill>
            <a:srgbClr val="0094B3"/>
          </a:solidFill>
          <a:latin typeface="Arial" charset="0"/>
          <a:cs typeface="Arial" charset="0"/>
        </a:defRPr>
      </a:lvl8pPr>
      <a:lvl9pPr marL="1828800" algn="l" rtl="0" eaLnBrk="1" fontAlgn="base" hangingPunct="1">
        <a:spcBef>
          <a:spcPct val="0"/>
        </a:spcBef>
        <a:spcAft>
          <a:spcPct val="0"/>
        </a:spcAft>
        <a:defRPr sz="4400">
          <a:solidFill>
            <a:srgbClr val="0094B3"/>
          </a:solidFill>
          <a:latin typeface="Arial" charset="0"/>
          <a:cs typeface="Arial" charset="0"/>
        </a:defRPr>
      </a:lvl9pPr>
    </p:titleStyle>
    <p:bodyStyle>
      <a:lvl1pPr marL="342900" indent="-342900" algn="l" rtl="0" eaLnBrk="1" fontAlgn="base" hangingPunct="1">
        <a:spcBef>
          <a:spcPct val="20000"/>
        </a:spcBef>
        <a:spcAft>
          <a:spcPct val="0"/>
        </a:spcAft>
        <a:buFont typeface="Wingdings" pitchFamily="2" charset="2"/>
        <a:buChar char="§"/>
        <a:defRPr sz="2800" kern="1200">
          <a:solidFill>
            <a:srgbClr val="51626F"/>
          </a:solidFill>
          <a:latin typeface="Arial" pitchFamily="34" charset="0"/>
          <a:ea typeface="+mn-ea"/>
          <a:cs typeface="Arial" pitchFamily="34" charset="0"/>
        </a:defRPr>
      </a:lvl1pPr>
      <a:lvl2pPr marL="742950" indent="-285750" algn="l" rtl="0" eaLnBrk="1" fontAlgn="base" hangingPunct="1">
        <a:spcBef>
          <a:spcPct val="20000"/>
        </a:spcBef>
        <a:spcAft>
          <a:spcPct val="0"/>
        </a:spcAft>
        <a:buClr>
          <a:srgbClr val="0094B3"/>
        </a:buClr>
        <a:buFont typeface="Wingdings" pitchFamily="2" charset="2"/>
        <a:buChar char="§"/>
        <a:defRPr sz="2400" kern="1200">
          <a:solidFill>
            <a:srgbClr val="51626F"/>
          </a:solidFill>
          <a:latin typeface="Arial" pitchFamily="34" charset="0"/>
          <a:ea typeface="+mn-ea"/>
          <a:cs typeface="Arial" pitchFamily="34" charset="0"/>
        </a:defRPr>
      </a:lvl2pPr>
      <a:lvl3pPr marL="1143000" indent="-228600" algn="l" rtl="0" eaLnBrk="1" fontAlgn="base" hangingPunct="1">
        <a:spcBef>
          <a:spcPct val="20000"/>
        </a:spcBef>
        <a:spcAft>
          <a:spcPct val="0"/>
        </a:spcAft>
        <a:buClr>
          <a:srgbClr val="E66E32"/>
        </a:buClr>
        <a:buFont typeface="Wingdings" pitchFamily="2" charset="2"/>
        <a:buChar char="§"/>
        <a:defRPr sz="2000" kern="1200">
          <a:solidFill>
            <a:srgbClr val="51626F"/>
          </a:solidFill>
          <a:latin typeface="Arial" pitchFamily="34" charset="0"/>
          <a:ea typeface="+mn-ea"/>
          <a:cs typeface="Arial" pitchFamily="34" charset="0"/>
        </a:defRPr>
      </a:lvl3pPr>
      <a:lvl4pPr marL="1485900" indent="-228600" algn="l" rtl="0" eaLnBrk="1" fontAlgn="base" hangingPunct="1">
        <a:spcBef>
          <a:spcPct val="20000"/>
        </a:spcBef>
        <a:spcAft>
          <a:spcPct val="0"/>
        </a:spcAft>
        <a:buClr>
          <a:srgbClr val="51626F"/>
        </a:buClr>
        <a:buFont typeface="Wingdings" pitchFamily="2" charset="2"/>
        <a:buChar char="§"/>
        <a:defRPr sz="1800" kern="1200">
          <a:solidFill>
            <a:srgbClr val="51626F"/>
          </a:solidFill>
          <a:latin typeface="Arial" pitchFamily="34" charset="0"/>
          <a:ea typeface="+mn-ea"/>
          <a:cs typeface="Arial" pitchFamily="34" charset="0"/>
        </a:defRPr>
      </a:lvl4pPr>
      <a:lvl5pPr marL="1831975" indent="-228600" algn="l" rtl="0" eaLnBrk="1" fontAlgn="base" hangingPunct="1">
        <a:spcBef>
          <a:spcPct val="20000"/>
        </a:spcBef>
        <a:spcAft>
          <a:spcPct val="0"/>
        </a:spcAft>
        <a:buClr>
          <a:schemeClr val="bg2"/>
        </a:buClr>
        <a:buFont typeface="Wingdings" pitchFamily="2" charset="2"/>
        <a:buChar char="§"/>
        <a:defRPr sz="1800" kern="1200">
          <a:solidFill>
            <a:schemeClr val="bg2"/>
          </a:solidFill>
          <a:latin typeface="+mn-lt"/>
          <a:ea typeface="+mn-ea"/>
          <a:cs typeface="Arial"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Title 4"/>
          <p:cNvSpPr>
            <a:spLocks noGrp="1"/>
          </p:cNvSpPr>
          <p:nvPr>
            <p:ph type="ctrTitle"/>
          </p:nvPr>
        </p:nvSpPr>
        <p:spPr>
          <a:xfrm>
            <a:off x="3505200" y="3486150"/>
            <a:ext cx="4876800" cy="471488"/>
          </a:xfrm>
        </p:spPr>
        <p:txBody>
          <a:bodyPr>
            <a:noAutofit/>
          </a:bodyPr>
          <a:lstStyle/>
          <a:p>
            <a:r>
              <a:rPr lang="en-US" sz="3200" dirty="0" smtClean="0">
                <a:latin typeface="Arial" charset="0"/>
                <a:cs typeface="Arial" charset="0"/>
              </a:rPr>
              <a:t>Affiliated Entity Structure </a:t>
            </a:r>
            <a:endParaRPr sz="3200" dirty="0" smtClean="0">
              <a:latin typeface="Arial" charset="0"/>
              <a:cs typeface="Arial" charset="0"/>
            </a:endParaRPr>
          </a:p>
        </p:txBody>
      </p:sp>
      <p:sp>
        <p:nvSpPr>
          <p:cNvPr id="13316" name="Subtitle 5"/>
          <p:cNvSpPr>
            <a:spLocks noGrp="1"/>
          </p:cNvSpPr>
          <p:nvPr>
            <p:ph type="subTitle" idx="1"/>
          </p:nvPr>
        </p:nvSpPr>
        <p:spPr>
          <a:xfrm>
            <a:off x="2895600" y="3028950"/>
            <a:ext cx="5029200" cy="457200"/>
          </a:xfrm>
        </p:spPr>
        <p:txBody>
          <a:bodyPr>
            <a:noAutofit/>
          </a:bodyPr>
          <a:lstStyle/>
          <a:p>
            <a:pPr eaLnBrk="1" hangingPunct="1"/>
            <a:r>
              <a:rPr lang="en-US" sz="3200" dirty="0" smtClean="0">
                <a:solidFill>
                  <a:schemeClr val="bg2"/>
                </a:solidFill>
                <a:latin typeface="Arial" charset="0"/>
                <a:cs typeface="Arial" charset="0"/>
              </a:rPr>
              <a:t>Partners of the Americas</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590550"/>
            <a:ext cx="8305800" cy="990600"/>
          </a:xfrm>
        </p:spPr>
        <p:txBody>
          <a:bodyPr/>
          <a:lstStyle/>
          <a:p>
            <a:r>
              <a:rPr lang="en-US" sz="1800" dirty="0" smtClean="0"/>
              <a:t>OBJECTIVE:  </a:t>
            </a:r>
            <a:r>
              <a:rPr lang="en-US" sz="1800" b="0" cap="none" dirty="0" smtClean="0"/>
              <a:t>To implement a vehicle through which Partners of the Americas (POA) may engage in commercial activities that will generate income for POA’s charitable programs without jeopardizing POA’s 501(c)(3) tax-exemption.  </a:t>
            </a:r>
            <a:endParaRPr lang="en-US" sz="1600" b="0" dirty="0"/>
          </a:p>
        </p:txBody>
      </p:sp>
      <p:sp>
        <p:nvSpPr>
          <p:cNvPr id="3" name="Content Placeholder 2"/>
          <p:cNvSpPr>
            <a:spLocks noGrp="1"/>
          </p:cNvSpPr>
          <p:nvPr>
            <p:ph idx="1"/>
          </p:nvPr>
        </p:nvSpPr>
        <p:spPr>
          <a:xfrm>
            <a:off x="457200" y="1733550"/>
            <a:ext cx="8229600" cy="3048000"/>
          </a:xfrm>
        </p:spPr>
        <p:txBody>
          <a:bodyPr/>
          <a:lstStyle/>
          <a:p>
            <a:r>
              <a:rPr lang="en-US" sz="1600" dirty="0" smtClean="0">
                <a:solidFill>
                  <a:srgbClr val="000000"/>
                </a:solidFill>
              </a:rPr>
              <a:t>POA currently is qualified as a Section 501(c)(3) tax-exempt organization and is organized and operated as a “public charity” under federal tax law.  </a:t>
            </a:r>
          </a:p>
          <a:p>
            <a:endParaRPr lang="en-US" sz="800" dirty="0" smtClean="0">
              <a:solidFill>
                <a:srgbClr val="000000"/>
              </a:solidFill>
            </a:endParaRPr>
          </a:p>
          <a:p>
            <a:r>
              <a:rPr lang="en-US" sz="1600" dirty="0" smtClean="0">
                <a:solidFill>
                  <a:srgbClr val="000000"/>
                </a:solidFill>
              </a:rPr>
              <a:t>As a Section 501(c)(3) public charity, POA must be </a:t>
            </a:r>
            <a:r>
              <a:rPr lang="en-US" sz="1600" i="1" dirty="0" smtClean="0">
                <a:solidFill>
                  <a:srgbClr val="000000"/>
                </a:solidFill>
              </a:rPr>
              <a:t>exclusively </a:t>
            </a:r>
            <a:r>
              <a:rPr lang="en-US" sz="1600" dirty="0" smtClean="0">
                <a:solidFill>
                  <a:srgbClr val="000000"/>
                </a:solidFill>
              </a:rPr>
              <a:t>engaged in activities that further charitable purposes, consistent with its formation documents.</a:t>
            </a:r>
            <a:endParaRPr lang="en-US" sz="1600" dirty="0">
              <a:solidFill>
                <a:srgbClr val="000000"/>
              </a:solidFill>
            </a:endParaRPr>
          </a:p>
          <a:p>
            <a:endParaRPr lang="en-US" sz="800" dirty="0" smtClean="0">
              <a:solidFill>
                <a:srgbClr val="000000"/>
              </a:solidFill>
            </a:endParaRPr>
          </a:p>
          <a:p>
            <a:r>
              <a:rPr lang="en-US" sz="1600" dirty="0" smtClean="0">
                <a:solidFill>
                  <a:srgbClr val="000000"/>
                </a:solidFill>
              </a:rPr>
              <a:t>“Exclusively” is defined under federal tax law as </a:t>
            </a:r>
            <a:r>
              <a:rPr lang="en-US" sz="1600" i="1" dirty="0" smtClean="0">
                <a:solidFill>
                  <a:srgbClr val="000000"/>
                </a:solidFill>
              </a:rPr>
              <a:t>primarily</a:t>
            </a:r>
            <a:r>
              <a:rPr lang="en-US" sz="1600" dirty="0" smtClean="0">
                <a:solidFill>
                  <a:srgbClr val="000000"/>
                </a:solidFill>
              </a:rPr>
              <a:t>.  Thus, it is permissible for POA to engage in some insubstantial level of activities that do not further charitable purposes (e.g., business/commercial activities).</a:t>
            </a:r>
          </a:p>
          <a:p>
            <a:endParaRPr lang="en-US" sz="800" dirty="0" smtClean="0">
              <a:solidFill>
                <a:srgbClr val="000000"/>
              </a:solidFill>
            </a:endParaRPr>
          </a:p>
          <a:p>
            <a:r>
              <a:rPr lang="en-US" sz="1600" dirty="0" smtClean="0">
                <a:solidFill>
                  <a:srgbClr val="000000"/>
                </a:solidFill>
              </a:rPr>
              <a:t>Federal tax law does not provide any bright line definition of what is a “substantial” amount of unrelated business activities for this purpose. </a:t>
            </a:r>
            <a:endParaRPr lang="en-US" sz="1600" dirty="0">
              <a:solidFill>
                <a:srgbClr val="000000"/>
              </a:solidFill>
            </a:endParaRPr>
          </a:p>
          <a:p>
            <a:endParaRPr lang="en-US" sz="1600" dirty="0"/>
          </a:p>
        </p:txBody>
      </p:sp>
      <p:sp>
        <p:nvSpPr>
          <p:cNvPr id="4" name="Footer Placeholder 3"/>
          <p:cNvSpPr>
            <a:spLocks noGrp="1"/>
          </p:cNvSpPr>
          <p:nvPr>
            <p:ph type="ftr" sz="quarter" idx="10"/>
          </p:nvPr>
        </p:nvSpPr>
        <p:spPr/>
        <p:txBody>
          <a:bodyPr/>
          <a:lstStyle/>
          <a:p>
            <a:pPr>
              <a:defRPr/>
            </a:pPr>
            <a:r>
              <a:rPr lang="en-US" dirty="0" smtClean="0"/>
              <a:t>klgates.com</a:t>
            </a:r>
            <a:endParaRPr lang="en-US" dirty="0"/>
          </a:p>
        </p:txBody>
      </p:sp>
      <p:sp>
        <p:nvSpPr>
          <p:cNvPr id="5" name="Slide Number Placeholder 4"/>
          <p:cNvSpPr>
            <a:spLocks noGrp="1"/>
          </p:cNvSpPr>
          <p:nvPr>
            <p:ph type="sldNum" sz="quarter" idx="11"/>
          </p:nvPr>
        </p:nvSpPr>
        <p:spPr/>
        <p:txBody>
          <a:bodyPr/>
          <a:lstStyle/>
          <a:p>
            <a:pPr>
              <a:defRPr/>
            </a:pPr>
            <a:fld id="{C9489E26-CC76-44C1-88B5-9333B76C506F}" type="slidenum">
              <a:rPr lang="en-US" smtClean="0"/>
              <a:pPr>
                <a:defRPr/>
              </a:pPr>
              <a:t>2</a:t>
            </a:fld>
            <a:endParaRPr lang="en-US" dirty="0"/>
          </a:p>
        </p:txBody>
      </p:sp>
    </p:spTree>
    <p:extLst>
      <p:ext uri="{BB962C8B-B14F-4D97-AF65-F5344CB8AC3E}">
        <p14:creationId xmlns:p14="http://schemas.microsoft.com/office/powerpoint/2010/main" val="5089638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590550"/>
            <a:ext cx="8305800" cy="682229"/>
          </a:xfrm>
        </p:spPr>
        <p:txBody>
          <a:bodyPr/>
          <a:lstStyle/>
          <a:p>
            <a:r>
              <a:rPr lang="en-US" sz="2000" dirty="0" smtClean="0"/>
              <a:t>Limitation:  </a:t>
            </a:r>
            <a:r>
              <a:rPr lang="en-US" sz="2000" b="0" cap="none" dirty="0" smtClean="0"/>
              <a:t>As a Section 501(c)(3) public charity, POA cannot engage in more than an insubstantial amount of “unrelated business activities”.  </a:t>
            </a:r>
            <a:endParaRPr lang="en-US" sz="2000" b="0" dirty="0"/>
          </a:p>
        </p:txBody>
      </p:sp>
      <p:sp>
        <p:nvSpPr>
          <p:cNvPr id="3" name="Content Placeholder 2"/>
          <p:cNvSpPr>
            <a:spLocks noGrp="1"/>
          </p:cNvSpPr>
          <p:nvPr>
            <p:ph idx="1"/>
          </p:nvPr>
        </p:nvSpPr>
        <p:spPr>
          <a:xfrm>
            <a:off x="457200" y="1352550"/>
            <a:ext cx="8229600" cy="3276600"/>
          </a:xfrm>
        </p:spPr>
        <p:txBody>
          <a:bodyPr/>
          <a:lstStyle/>
          <a:p>
            <a:r>
              <a:rPr lang="en-US" sz="1800" dirty="0" smtClean="0"/>
              <a:t>“</a:t>
            </a:r>
            <a:r>
              <a:rPr lang="en-US" sz="1800" dirty="0" smtClean="0">
                <a:solidFill>
                  <a:srgbClr val="000000"/>
                </a:solidFill>
              </a:rPr>
              <a:t>Unrelated business activities” are regularly carried on trade or business activities (broadly defined) that are not substantially related and contribute importantly to POA’s charitable purposes.  </a:t>
            </a:r>
          </a:p>
          <a:p>
            <a:pPr marL="0" indent="0">
              <a:buNone/>
            </a:pPr>
            <a:endParaRPr lang="en-US" sz="1000" dirty="0" smtClean="0">
              <a:solidFill>
                <a:srgbClr val="000000"/>
              </a:solidFill>
            </a:endParaRPr>
          </a:p>
          <a:p>
            <a:r>
              <a:rPr lang="en-US" sz="1800" dirty="0" smtClean="0">
                <a:solidFill>
                  <a:srgbClr val="000000"/>
                </a:solidFill>
              </a:rPr>
              <a:t>While POA is permitted to engage in insubstantial unrelated business activities, net income from unrelated business activities (“unrelated business income” or “UBI”) is subject  to federal income tax at corporate rates (up to 35%).</a:t>
            </a:r>
          </a:p>
          <a:p>
            <a:pPr marL="0" indent="0">
              <a:buNone/>
            </a:pPr>
            <a:endParaRPr lang="en-US" sz="1000" dirty="0" smtClean="0">
              <a:solidFill>
                <a:srgbClr val="000000"/>
              </a:solidFill>
            </a:endParaRPr>
          </a:p>
          <a:p>
            <a:r>
              <a:rPr lang="en-US" sz="1800" dirty="0" smtClean="0">
                <a:solidFill>
                  <a:srgbClr val="000000"/>
                </a:solidFill>
              </a:rPr>
              <a:t>If unrelated business activities or income becomes substantial relative to POA’s charitable activities/revenue, POA’s Section 501(c)(3) tax-exemption may be jeopardized.  </a:t>
            </a:r>
          </a:p>
          <a:p>
            <a:endParaRPr lang="en-US" dirty="0"/>
          </a:p>
        </p:txBody>
      </p:sp>
      <p:sp>
        <p:nvSpPr>
          <p:cNvPr id="4" name="Footer Placeholder 3"/>
          <p:cNvSpPr>
            <a:spLocks noGrp="1"/>
          </p:cNvSpPr>
          <p:nvPr>
            <p:ph type="ftr" sz="quarter" idx="10"/>
          </p:nvPr>
        </p:nvSpPr>
        <p:spPr/>
        <p:txBody>
          <a:bodyPr/>
          <a:lstStyle/>
          <a:p>
            <a:pPr>
              <a:defRPr/>
            </a:pPr>
            <a:r>
              <a:rPr lang="en-US" dirty="0" smtClean="0"/>
              <a:t>klgates.com</a:t>
            </a:r>
            <a:endParaRPr lang="en-US" dirty="0"/>
          </a:p>
        </p:txBody>
      </p:sp>
      <p:sp>
        <p:nvSpPr>
          <p:cNvPr id="5" name="Slide Number Placeholder 4"/>
          <p:cNvSpPr>
            <a:spLocks noGrp="1"/>
          </p:cNvSpPr>
          <p:nvPr>
            <p:ph type="sldNum" sz="quarter" idx="11"/>
          </p:nvPr>
        </p:nvSpPr>
        <p:spPr/>
        <p:txBody>
          <a:bodyPr/>
          <a:lstStyle/>
          <a:p>
            <a:pPr>
              <a:defRPr/>
            </a:pPr>
            <a:fld id="{C9489E26-CC76-44C1-88B5-9333B76C506F}" type="slidenum">
              <a:rPr lang="en-US" smtClean="0"/>
              <a:pPr>
                <a:defRPr/>
              </a:pPr>
              <a:t>3</a:t>
            </a:fld>
            <a:endParaRPr lang="en-US" dirty="0"/>
          </a:p>
        </p:txBody>
      </p:sp>
    </p:spTree>
    <p:extLst>
      <p:ext uri="{BB962C8B-B14F-4D97-AF65-F5344CB8AC3E}">
        <p14:creationId xmlns:p14="http://schemas.microsoft.com/office/powerpoint/2010/main" val="17823391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85750"/>
            <a:ext cx="8305800" cy="762000"/>
          </a:xfrm>
        </p:spPr>
        <p:txBody>
          <a:bodyPr/>
          <a:lstStyle/>
          <a:p>
            <a:r>
              <a:rPr lang="en-US" sz="2000" dirty="0" smtClean="0"/>
              <a:t>Recommendation: </a:t>
            </a:r>
            <a:r>
              <a:rPr lang="en-US" sz="2000" b="0" cap="none" dirty="0" smtClean="0"/>
              <a:t> Form </a:t>
            </a:r>
            <a:r>
              <a:rPr lang="en-US" sz="2000" b="0" cap="none" dirty="0" smtClean="0"/>
              <a:t>taxable corporate subsidiary wholly-owned by POA </a:t>
            </a:r>
            <a:r>
              <a:rPr lang="en-US" sz="2000" b="0" cap="none" dirty="0" smtClean="0"/>
              <a:t>to engage in unrelated business </a:t>
            </a:r>
            <a:r>
              <a:rPr lang="en-US" sz="2000" b="0" cap="none" dirty="0" smtClean="0"/>
              <a:t>activities. </a:t>
            </a:r>
            <a:endParaRPr lang="en-US" sz="2000" dirty="0"/>
          </a:p>
        </p:txBody>
      </p:sp>
      <p:sp>
        <p:nvSpPr>
          <p:cNvPr id="3" name="Content Placeholder 2"/>
          <p:cNvSpPr>
            <a:spLocks noGrp="1"/>
          </p:cNvSpPr>
          <p:nvPr>
            <p:ph idx="1"/>
          </p:nvPr>
        </p:nvSpPr>
        <p:spPr>
          <a:xfrm>
            <a:off x="381000" y="1047749"/>
            <a:ext cx="8401050" cy="3762375"/>
          </a:xfrm>
        </p:spPr>
        <p:txBody>
          <a:bodyPr/>
          <a:lstStyle/>
          <a:p>
            <a:pPr marL="0" indent="0">
              <a:buNone/>
            </a:pPr>
            <a:r>
              <a:rPr lang="en-US" sz="1800" b="1" i="1" dirty="0" smtClean="0">
                <a:solidFill>
                  <a:srgbClr val="000000"/>
                </a:solidFill>
              </a:rPr>
              <a:t>Advantages:</a:t>
            </a:r>
            <a:endParaRPr lang="en-US" sz="1800" b="1" dirty="0">
              <a:solidFill>
                <a:srgbClr val="000000"/>
              </a:solidFill>
            </a:endParaRPr>
          </a:p>
          <a:p>
            <a:r>
              <a:rPr lang="en-US" sz="1800" dirty="0" smtClean="0">
                <a:solidFill>
                  <a:srgbClr val="000000"/>
                </a:solidFill>
              </a:rPr>
              <a:t>Insulates POA’s </a:t>
            </a:r>
            <a:r>
              <a:rPr lang="en-US" sz="1800" dirty="0">
                <a:solidFill>
                  <a:srgbClr val="000000"/>
                </a:solidFill>
              </a:rPr>
              <a:t>exempt status, if properly structured and operated</a:t>
            </a:r>
            <a:r>
              <a:rPr lang="en-US" sz="1800" dirty="0" smtClean="0">
                <a:solidFill>
                  <a:srgbClr val="000000"/>
                </a:solidFill>
              </a:rPr>
              <a:t>.</a:t>
            </a:r>
          </a:p>
          <a:p>
            <a:r>
              <a:rPr lang="en-US" sz="1800" dirty="0" smtClean="0">
                <a:solidFill>
                  <a:srgbClr val="000000"/>
                </a:solidFill>
              </a:rPr>
              <a:t>Eliminates </a:t>
            </a:r>
            <a:r>
              <a:rPr lang="en-US" sz="1800" dirty="0">
                <a:solidFill>
                  <a:srgbClr val="000000"/>
                </a:solidFill>
              </a:rPr>
              <a:t>confusion in public eye concerning POA and its activities.</a:t>
            </a:r>
            <a:r>
              <a:rPr lang="en-GB" sz="1800" dirty="0">
                <a:solidFill>
                  <a:srgbClr val="000000"/>
                </a:solidFill>
              </a:rPr>
              <a:t> </a:t>
            </a:r>
            <a:endParaRPr lang="en-US" sz="1800" dirty="0" smtClean="0">
              <a:solidFill>
                <a:srgbClr val="000000"/>
              </a:solidFill>
            </a:endParaRPr>
          </a:p>
          <a:p>
            <a:r>
              <a:rPr lang="en-US" sz="1800" dirty="0" smtClean="0">
                <a:solidFill>
                  <a:srgbClr val="000000"/>
                </a:solidFill>
              </a:rPr>
              <a:t>Provides </a:t>
            </a:r>
            <a:r>
              <a:rPr lang="en-US" sz="1800" dirty="0">
                <a:solidFill>
                  <a:srgbClr val="000000"/>
                </a:solidFill>
              </a:rPr>
              <a:t>POA insulation from liabilities arising from new activities, if properly structured and operated. </a:t>
            </a:r>
            <a:endParaRPr lang="en-US" sz="1800" dirty="0" smtClean="0">
              <a:solidFill>
                <a:srgbClr val="000000"/>
              </a:solidFill>
            </a:endParaRPr>
          </a:p>
          <a:p>
            <a:r>
              <a:rPr lang="en-US" sz="1800" dirty="0" smtClean="0">
                <a:solidFill>
                  <a:srgbClr val="000000"/>
                </a:solidFill>
              </a:rPr>
              <a:t>Dividends/distributions received </a:t>
            </a:r>
            <a:r>
              <a:rPr lang="en-US" sz="1800" dirty="0">
                <a:solidFill>
                  <a:srgbClr val="000000"/>
                </a:solidFill>
              </a:rPr>
              <a:t>from subsidiary are not taxable as </a:t>
            </a:r>
            <a:r>
              <a:rPr lang="en-US" sz="1800" dirty="0" smtClean="0">
                <a:solidFill>
                  <a:srgbClr val="000000"/>
                </a:solidFill>
              </a:rPr>
              <a:t>UBI. </a:t>
            </a:r>
          </a:p>
          <a:p>
            <a:r>
              <a:rPr lang="en-US" sz="1800" dirty="0" smtClean="0">
                <a:solidFill>
                  <a:srgbClr val="000000"/>
                </a:solidFill>
              </a:rPr>
              <a:t>Dividends </a:t>
            </a:r>
            <a:r>
              <a:rPr lang="en-US" sz="1800" dirty="0">
                <a:solidFill>
                  <a:srgbClr val="000000"/>
                </a:solidFill>
              </a:rPr>
              <a:t>from subsidiary may be used by POA for unrestricted charitable programs and activities, including for support of POA Foundation</a:t>
            </a:r>
            <a:r>
              <a:rPr lang="en-US" sz="1800" dirty="0" smtClean="0">
                <a:solidFill>
                  <a:srgbClr val="000000"/>
                </a:solidFill>
              </a:rPr>
              <a:t>.</a:t>
            </a:r>
          </a:p>
          <a:p>
            <a:pPr marL="0" indent="0">
              <a:spcBef>
                <a:spcPts val="0"/>
              </a:spcBef>
              <a:buNone/>
            </a:pPr>
            <a:endParaRPr lang="en-US" sz="800" dirty="0" smtClean="0">
              <a:solidFill>
                <a:srgbClr val="000000"/>
              </a:solidFill>
            </a:endParaRPr>
          </a:p>
          <a:p>
            <a:pPr marL="0" indent="0">
              <a:buNone/>
            </a:pPr>
            <a:r>
              <a:rPr lang="en-US" sz="1800" b="1" dirty="0" smtClean="0">
                <a:solidFill>
                  <a:srgbClr val="000000"/>
                </a:solidFill>
              </a:rPr>
              <a:t>Note:  </a:t>
            </a:r>
            <a:r>
              <a:rPr lang="en-US" sz="1800" dirty="0" smtClean="0">
                <a:solidFill>
                  <a:srgbClr val="000000"/>
                </a:solidFill>
              </a:rPr>
              <a:t>It also is possible to form the taxable subsidiary as an LLC, provided the LLC elects to be treated as a corporation for federal tax purposes.  For this reason, we would recommend forming the subsidiary as a corporation instead of an LLC.  </a:t>
            </a:r>
            <a:endParaRPr lang="en-US" sz="1800" dirty="0">
              <a:solidFill>
                <a:srgbClr val="000000"/>
              </a:solidFill>
            </a:endParaRPr>
          </a:p>
          <a:p>
            <a:pPr marL="0" indent="0">
              <a:buNone/>
            </a:pPr>
            <a:endParaRPr lang="en-US" sz="1800" dirty="0"/>
          </a:p>
        </p:txBody>
      </p:sp>
      <p:sp>
        <p:nvSpPr>
          <p:cNvPr id="4" name="Footer Placeholder 3"/>
          <p:cNvSpPr>
            <a:spLocks noGrp="1"/>
          </p:cNvSpPr>
          <p:nvPr>
            <p:ph type="ftr" sz="quarter" idx="10"/>
          </p:nvPr>
        </p:nvSpPr>
        <p:spPr/>
        <p:txBody>
          <a:bodyPr/>
          <a:lstStyle/>
          <a:p>
            <a:pPr>
              <a:defRPr/>
            </a:pPr>
            <a:r>
              <a:rPr lang="en-US" dirty="0" smtClean="0"/>
              <a:t>klgates.com</a:t>
            </a:r>
            <a:endParaRPr lang="en-US" dirty="0"/>
          </a:p>
        </p:txBody>
      </p:sp>
      <p:sp>
        <p:nvSpPr>
          <p:cNvPr id="5" name="Slide Number Placeholder 4"/>
          <p:cNvSpPr>
            <a:spLocks noGrp="1"/>
          </p:cNvSpPr>
          <p:nvPr>
            <p:ph type="sldNum" sz="quarter" idx="11"/>
          </p:nvPr>
        </p:nvSpPr>
        <p:spPr/>
        <p:txBody>
          <a:bodyPr/>
          <a:lstStyle/>
          <a:p>
            <a:pPr>
              <a:defRPr/>
            </a:pPr>
            <a:fld id="{C9489E26-CC76-44C1-88B5-9333B76C506F}" type="slidenum">
              <a:rPr lang="en-US" smtClean="0"/>
              <a:pPr>
                <a:defRPr/>
              </a:pPr>
              <a:t>4</a:t>
            </a:fld>
            <a:endParaRPr lang="en-US" dirty="0"/>
          </a:p>
        </p:txBody>
      </p:sp>
    </p:spTree>
    <p:extLst>
      <p:ext uri="{BB962C8B-B14F-4D97-AF65-F5344CB8AC3E}">
        <p14:creationId xmlns:p14="http://schemas.microsoft.com/office/powerpoint/2010/main" val="39835831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61950"/>
            <a:ext cx="8229600" cy="609600"/>
          </a:xfrm>
        </p:spPr>
        <p:txBody>
          <a:bodyPr/>
          <a:lstStyle/>
          <a:p>
            <a:r>
              <a:rPr lang="en-US" sz="1800" dirty="0" smtClean="0"/>
              <a:t>Considerations in forming a wholly-owned taxable corporate subsidiary to POA</a:t>
            </a:r>
            <a:endParaRPr lang="en-US" sz="1800" dirty="0"/>
          </a:p>
        </p:txBody>
      </p:sp>
      <p:sp>
        <p:nvSpPr>
          <p:cNvPr id="3" name="Content Placeholder 2"/>
          <p:cNvSpPr>
            <a:spLocks noGrp="1"/>
          </p:cNvSpPr>
          <p:nvPr>
            <p:ph idx="1"/>
          </p:nvPr>
        </p:nvSpPr>
        <p:spPr>
          <a:xfrm>
            <a:off x="381000" y="1047750"/>
            <a:ext cx="8458200" cy="3810000"/>
          </a:xfrm>
        </p:spPr>
        <p:txBody>
          <a:bodyPr/>
          <a:lstStyle/>
          <a:p>
            <a:pPr lvl="0"/>
            <a:r>
              <a:rPr lang="en-US" sz="1400" dirty="0" smtClean="0">
                <a:solidFill>
                  <a:srgbClr val="000000"/>
                </a:solidFill>
              </a:rPr>
              <a:t>POA </a:t>
            </a:r>
            <a:r>
              <a:rPr lang="en-US" sz="1400" dirty="0">
                <a:solidFill>
                  <a:srgbClr val="000000"/>
                </a:solidFill>
              </a:rPr>
              <a:t>must have the liquid assets available to adequately capitalize the </a:t>
            </a:r>
            <a:r>
              <a:rPr lang="en-US" sz="1400" dirty="0" smtClean="0">
                <a:solidFill>
                  <a:srgbClr val="000000"/>
                </a:solidFill>
              </a:rPr>
              <a:t>subsidiary.  </a:t>
            </a:r>
          </a:p>
          <a:p>
            <a:pPr lvl="0"/>
            <a:r>
              <a:rPr lang="en-US" sz="1400" dirty="0">
                <a:solidFill>
                  <a:srgbClr val="000000"/>
                </a:solidFill>
              </a:rPr>
              <a:t>B</a:t>
            </a:r>
            <a:r>
              <a:rPr lang="en-US" sz="1400" dirty="0" smtClean="0">
                <a:solidFill>
                  <a:srgbClr val="000000"/>
                </a:solidFill>
              </a:rPr>
              <a:t>oard </a:t>
            </a:r>
            <a:r>
              <a:rPr lang="en-US" sz="1400" dirty="0">
                <a:solidFill>
                  <a:srgbClr val="000000"/>
                </a:solidFill>
              </a:rPr>
              <a:t>of POA must make an independent determination that it is prudent to invest POA’s assets in the subsidiary. </a:t>
            </a:r>
          </a:p>
          <a:p>
            <a:pPr lvl="0"/>
            <a:r>
              <a:rPr lang="en-GB" sz="1400" dirty="0" smtClean="0">
                <a:solidFill>
                  <a:srgbClr val="000000"/>
                </a:solidFill>
              </a:rPr>
              <a:t>Taxable subsidiary will pay </a:t>
            </a:r>
            <a:r>
              <a:rPr lang="en-GB" sz="1400" dirty="0">
                <a:solidFill>
                  <a:srgbClr val="000000"/>
                </a:solidFill>
              </a:rPr>
              <a:t>tax on its net income at corporate tax </a:t>
            </a:r>
            <a:r>
              <a:rPr lang="en-GB" sz="1400" dirty="0" smtClean="0">
                <a:solidFill>
                  <a:srgbClr val="000000"/>
                </a:solidFill>
              </a:rPr>
              <a:t>rates (up to 35%).</a:t>
            </a:r>
          </a:p>
          <a:p>
            <a:pPr lvl="0"/>
            <a:r>
              <a:rPr lang="en-GB" sz="1400" dirty="0" smtClean="0">
                <a:solidFill>
                  <a:srgbClr val="000000"/>
                </a:solidFill>
              </a:rPr>
              <a:t>As POA is a Section 501(c)(3) public charity, distributions from the subsidiary will lower POA’s public support percentage.  Given POA’s very high public support percentage (90%), however, no negative impact should result due to distributions.</a:t>
            </a:r>
          </a:p>
          <a:p>
            <a:pPr lvl="0"/>
            <a:r>
              <a:rPr lang="en-GB" sz="1400" dirty="0" smtClean="0">
                <a:solidFill>
                  <a:srgbClr val="000000"/>
                </a:solidFill>
              </a:rPr>
              <a:t>If POA will provide human and/or physical resources to the subsidiary, it may only do so pursuant to written agreements in exchange for fair market value.  Agreements must be approved by disinterested directors of each organization.  </a:t>
            </a:r>
            <a:endParaRPr lang="en-US" sz="1400" dirty="0">
              <a:solidFill>
                <a:srgbClr val="000000"/>
              </a:solidFill>
            </a:endParaRPr>
          </a:p>
          <a:p>
            <a:pPr lvl="0"/>
            <a:r>
              <a:rPr lang="en-US" sz="1400" dirty="0">
                <a:solidFill>
                  <a:srgbClr val="000000"/>
                </a:solidFill>
              </a:rPr>
              <a:t>Interest, annuities, royalties, or rent paid by the subsidiary </a:t>
            </a:r>
            <a:r>
              <a:rPr lang="en-US" sz="1400" dirty="0" smtClean="0">
                <a:solidFill>
                  <a:srgbClr val="000000"/>
                </a:solidFill>
              </a:rPr>
              <a:t>to </a:t>
            </a:r>
            <a:r>
              <a:rPr lang="en-US" sz="1400" dirty="0">
                <a:solidFill>
                  <a:srgbClr val="000000"/>
                </a:solidFill>
              </a:rPr>
              <a:t>POA will be subject to tax by POA as UBI (although reimbursement of expenses for shared resources </a:t>
            </a:r>
            <a:r>
              <a:rPr lang="en-US" sz="1400" dirty="0" smtClean="0">
                <a:solidFill>
                  <a:srgbClr val="000000"/>
                </a:solidFill>
              </a:rPr>
              <a:t>should not be taxable).</a:t>
            </a:r>
          </a:p>
          <a:p>
            <a:pPr lvl="0"/>
            <a:r>
              <a:rPr lang="en-US" sz="1400" dirty="0" smtClean="0">
                <a:solidFill>
                  <a:srgbClr val="000000"/>
                </a:solidFill>
              </a:rPr>
              <a:t>Subsidiary’s board of directors may approve dividend or other distributions to POA, but subsidiary will not be entitled to take a charitable income tax deduction for the distributions.</a:t>
            </a:r>
            <a:endParaRPr lang="en-US" sz="1400" dirty="0">
              <a:solidFill>
                <a:srgbClr val="000000"/>
              </a:solidFill>
            </a:endParaRPr>
          </a:p>
          <a:p>
            <a:pPr lvl="0"/>
            <a:r>
              <a:rPr lang="en-US" sz="1400" dirty="0">
                <a:solidFill>
                  <a:srgbClr val="000000"/>
                </a:solidFill>
              </a:rPr>
              <a:t>On dissolution, transfer of any appreciated assets to POA will constitute a deemed sale of the assets at the subsidiary level, which must pay taxes on built-in appreciation on deemed sale.</a:t>
            </a:r>
          </a:p>
        </p:txBody>
      </p:sp>
      <p:sp>
        <p:nvSpPr>
          <p:cNvPr id="4" name="Footer Placeholder 3"/>
          <p:cNvSpPr>
            <a:spLocks noGrp="1"/>
          </p:cNvSpPr>
          <p:nvPr>
            <p:ph type="ftr" sz="quarter" idx="10"/>
          </p:nvPr>
        </p:nvSpPr>
        <p:spPr/>
        <p:txBody>
          <a:bodyPr/>
          <a:lstStyle/>
          <a:p>
            <a:pPr>
              <a:defRPr/>
            </a:pPr>
            <a:r>
              <a:rPr lang="en-US" dirty="0" smtClean="0"/>
              <a:t>klgates.com</a:t>
            </a:r>
            <a:endParaRPr lang="en-US" dirty="0"/>
          </a:p>
        </p:txBody>
      </p:sp>
      <p:sp>
        <p:nvSpPr>
          <p:cNvPr id="5" name="Slide Number Placeholder 4"/>
          <p:cNvSpPr>
            <a:spLocks noGrp="1"/>
          </p:cNvSpPr>
          <p:nvPr>
            <p:ph type="sldNum" sz="quarter" idx="11"/>
          </p:nvPr>
        </p:nvSpPr>
        <p:spPr/>
        <p:txBody>
          <a:bodyPr/>
          <a:lstStyle/>
          <a:p>
            <a:pPr>
              <a:defRPr/>
            </a:pPr>
            <a:fld id="{C9489E26-CC76-44C1-88B5-9333B76C506F}" type="slidenum">
              <a:rPr lang="en-US" smtClean="0"/>
              <a:pPr>
                <a:defRPr/>
              </a:pPr>
              <a:t>5</a:t>
            </a:fld>
            <a:endParaRPr lang="en-US" dirty="0"/>
          </a:p>
        </p:txBody>
      </p:sp>
    </p:spTree>
    <p:extLst>
      <p:ext uri="{BB962C8B-B14F-4D97-AF65-F5344CB8AC3E}">
        <p14:creationId xmlns:p14="http://schemas.microsoft.com/office/powerpoint/2010/main" val="22553609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85750"/>
            <a:ext cx="8305800" cy="533400"/>
          </a:xfrm>
        </p:spPr>
        <p:txBody>
          <a:bodyPr/>
          <a:lstStyle/>
          <a:p>
            <a:r>
              <a:rPr lang="en-US" sz="1800" cap="none" dirty="0" smtClean="0"/>
              <a:t>STEPS FOR IMPLEMENTING </a:t>
            </a:r>
            <a:r>
              <a:rPr lang="en-US" sz="1800" cap="none" dirty="0" smtClean="0"/>
              <a:t>TAXABLE CORPORATE </a:t>
            </a:r>
            <a:r>
              <a:rPr lang="en-US" sz="1800" cap="none" dirty="0" smtClean="0"/>
              <a:t>SUBSIDIARY</a:t>
            </a:r>
            <a:endParaRPr lang="en-US" sz="1800" cap="none" dirty="0"/>
          </a:p>
        </p:txBody>
      </p:sp>
      <p:sp>
        <p:nvSpPr>
          <p:cNvPr id="3" name="Content Placeholder 2"/>
          <p:cNvSpPr>
            <a:spLocks noGrp="1"/>
          </p:cNvSpPr>
          <p:nvPr>
            <p:ph idx="1"/>
          </p:nvPr>
        </p:nvSpPr>
        <p:spPr>
          <a:xfrm>
            <a:off x="457200" y="819150"/>
            <a:ext cx="8382000" cy="3962400"/>
          </a:xfrm>
        </p:spPr>
        <p:txBody>
          <a:bodyPr/>
          <a:lstStyle/>
          <a:p>
            <a:pPr>
              <a:spcBef>
                <a:spcPts val="300"/>
              </a:spcBef>
              <a:spcAft>
                <a:spcPts val="300"/>
              </a:spcAft>
            </a:pPr>
            <a:r>
              <a:rPr lang="en-GB" sz="1550" dirty="0">
                <a:solidFill>
                  <a:srgbClr val="000000"/>
                </a:solidFill>
              </a:rPr>
              <a:t>POA </a:t>
            </a:r>
            <a:r>
              <a:rPr lang="en-GB" sz="1550" dirty="0" smtClean="0">
                <a:solidFill>
                  <a:srgbClr val="000000"/>
                </a:solidFill>
              </a:rPr>
              <a:t>board </a:t>
            </a:r>
            <a:r>
              <a:rPr lang="en-GB" sz="1550" dirty="0">
                <a:solidFill>
                  <a:srgbClr val="000000"/>
                </a:solidFill>
              </a:rPr>
              <a:t>of </a:t>
            </a:r>
            <a:r>
              <a:rPr lang="en-GB" sz="1550" dirty="0" smtClean="0">
                <a:solidFill>
                  <a:srgbClr val="000000"/>
                </a:solidFill>
              </a:rPr>
              <a:t>directors </a:t>
            </a:r>
            <a:r>
              <a:rPr lang="en-GB" sz="1550" dirty="0">
                <a:solidFill>
                  <a:srgbClr val="000000"/>
                </a:solidFill>
              </a:rPr>
              <a:t>approves formation of subsidiary; POA board makes determination that investing POA’s assets in the subsidiary is a prudent and reasonable investment.  </a:t>
            </a:r>
            <a:endParaRPr lang="en-US" sz="1550" dirty="0">
              <a:solidFill>
                <a:srgbClr val="000000"/>
              </a:solidFill>
            </a:endParaRPr>
          </a:p>
          <a:p>
            <a:pPr>
              <a:spcBef>
                <a:spcPts val="300"/>
              </a:spcBef>
              <a:spcAft>
                <a:spcPts val="300"/>
              </a:spcAft>
            </a:pPr>
            <a:r>
              <a:rPr lang="en-GB" sz="1550" dirty="0">
                <a:solidFill>
                  <a:srgbClr val="000000"/>
                </a:solidFill>
              </a:rPr>
              <a:t>Identify initial directors and officers of the for-profit subsidiary. </a:t>
            </a:r>
            <a:r>
              <a:rPr lang="en-GB" sz="1550" dirty="0" smtClean="0">
                <a:solidFill>
                  <a:srgbClr val="000000"/>
                </a:solidFill>
              </a:rPr>
              <a:t> Choose </a:t>
            </a:r>
            <a:r>
              <a:rPr lang="en-GB" sz="1550" dirty="0">
                <a:solidFill>
                  <a:srgbClr val="000000"/>
                </a:solidFill>
              </a:rPr>
              <a:t>name (must identify the subsidiary as separate from POA but name can be similar).  </a:t>
            </a:r>
            <a:endParaRPr lang="en-US" sz="1550" dirty="0">
              <a:solidFill>
                <a:srgbClr val="000000"/>
              </a:solidFill>
            </a:endParaRPr>
          </a:p>
          <a:p>
            <a:pPr>
              <a:spcBef>
                <a:spcPts val="300"/>
              </a:spcBef>
              <a:spcAft>
                <a:spcPts val="300"/>
              </a:spcAft>
            </a:pPr>
            <a:r>
              <a:rPr lang="en-GB" sz="1550" dirty="0">
                <a:solidFill>
                  <a:srgbClr val="000000"/>
                </a:solidFill>
              </a:rPr>
              <a:t>Prepare Articles of Incorporation for subsidiary with POA as sole shareholder. File Articles of Incorporation with </a:t>
            </a:r>
            <a:r>
              <a:rPr lang="en-GB" sz="1550" dirty="0" smtClean="0">
                <a:solidFill>
                  <a:srgbClr val="000000"/>
                </a:solidFill>
              </a:rPr>
              <a:t>Secretary </a:t>
            </a:r>
            <a:r>
              <a:rPr lang="en-GB" sz="1550" dirty="0">
                <a:solidFill>
                  <a:srgbClr val="000000"/>
                </a:solidFill>
              </a:rPr>
              <a:t>of </a:t>
            </a:r>
            <a:r>
              <a:rPr lang="en-GB" sz="1550" dirty="0" smtClean="0">
                <a:solidFill>
                  <a:srgbClr val="000000"/>
                </a:solidFill>
              </a:rPr>
              <a:t>State or equivalent agency. </a:t>
            </a:r>
            <a:endParaRPr lang="en-US" sz="1550" dirty="0">
              <a:solidFill>
                <a:srgbClr val="000000"/>
              </a:solidFill>
            </a:endParaRPr>
          </a:p>
          <a:p>
            <a:pPr>
              <a:spcBef>
                <a:spcPts val="300"/>
              </a:spcBef>
              <a:spcAft>
                <a:spcPts val="300"/>
              </a:spcAft>
            </a:pPr>
            <a:r>
              <a:rPr lang="en-GB" sz="1550" dirty="0">
                <a:solidFill>
                  <a:srgbClr val="000000"/>
                </a:solidFill>
              </a:rPr>
              <a:t>Prepare Bylaws for subsidiary and other policies (e.g., conflict of interest, record retention, </a:t>
            </a:r>
            <a:r>
              <a:rPr lang="en-GB" sz="1550" dirty="0" smtClean="0">
                <a:solidFill>
                  <a:srgbClr val="000000"/>
                </a:solidFill>
              </a:rPr>
              <a:t>whistle blower policies).</a:t>
            </a:r>
            <a:endParaRPr lang="en-US" sz="1550" dirty="0">
              <a:solidFill>
                <a:srgbClr val="000000"/>
              </a:solidFill>
            </a:endParaRPr>
          </a:p>
          <a:p>
            <a:pPr>
              <a:spcBef>
                <a:spcPts val="300"/>
              </a:spcBef>
              <a:spcAft>
                <a:spcPts val="300"/>
              </a:spcAft>
            </a:pPr>
            <a:r>
              <a:rPr lang="en-GB" sz="1550" dirty="0">
                <a:solidFill>
                  <a:srgbClr val="000000"/>
                </a:solidFill>
              </a:rPr>
              <a:t>Initial directors of subsidiary hold organizational board meeting, at which Bylaws are adopted and other actions taken (e.g., appoint officers, open bank accounts, etc</a:t>
            </a:r>
            <a:r>
              <a:rPr lang="en-GB" sz="1550" dirty="0" smtClean="0">
                <a:solidFill>
                  <a:srgbClr val="000000"/>
                </a:solidFill>
              </a:rPr>
              <a:t>.). </a:t>
            </a:r>
            <a:endParaRPr lang="en-US" sz="1550" dirty="0">
              <a:solidFill>
                <a:srgbClr val="000000"/>
              </a:solidFill>
            </a:endParaRPr>
          </a:p>
          <a:p>
            <a:pPr>
              <a:spcBef>
                <a:spcPts val="300"/>
              </a:spcBef>
              <a:spcAft>
                <a:spcPts val="300"/>
              </a:spcAft>
            </a:pPr>
            <a:r>
              <a:rPr lang="en-GB" sz="1550" dirty="0">
                <a:solidFill>
                  <a:srgbClr val="000000"/>
                </a:solidFill>
              </a:rPr>
              <a:t>Issue stock certificate to POA</a:t>
            </a:r>
            <a:endParaRPr lang="en-US" sz="1550" dirty="0">
              <a:solidFill>
                <a:srgbClr val="000000"/>
              </a:solidFill>
            </a:endParaRPr>
          </a:p>
          <a:p>
            <a:pPr>
              <a:spcBef>
                <a:spcPts val="300"/>
              </a:spcBef>
              <a:spcAft>
                <a:spcPts val="300"/>
              </a:spcAft>
            </a:pPr>
            <a:r>
              <a:rPr lang="en-GB" sz="1550" dirty="0">
                <a:solidFill>
                  <a:srgbClr val="000000"/>
                </a:solidFill>
              </a:rPr>
              <a:t>Set up subsidiary’s bank accounts; capitalize subsidiary. </a:t>
            </a:r>
            <a:endParaRPr lang="en-US" sz="1550" dirty="0">
              <a:solidFill>
                <a:srgbClr val="000000"/>
              </a:solidFill>
            </a:endParaRPr>
          </a:p>
          <a:p>
            <a:pPr>
              <a:spcBef>
                <a:spcPts val="300"/>
              </a:spcBef>
              <a:spcAft>
                <a:spcPts val="300"/>
              </a:spcAft>
            </a:pPr>
            <a:r>
              <a:rPr lang="en-GB" sz="1550" dirty="0">
                <a:solidFill>
                  <a:srgbClr val="000000"/>
                </a:solidFill>
              </a:rPr>
              <a:t>Develop resource sharing </a:t>
            </a:r>
            <a:r>
              <a:rPr lang="en-GB" sz="1550" dirty="0" smtClean="0">
                <a:solidFill>
                  <a:srgbClr val="000000"/>
                </a:solidFill>
              </a:rPr>
              <a:t>agreements </a:t>
            </a:r>
            <a:r>
              <a:rPr lang="en-GB" sz="1550" dirty="0">
                <a:solidFill>
                  <a:srgbClr val="000000"/>
                </a:solidFill>
              </a:rPr>
              <a:t>and other contracts (e.g., tradename license agreement) between POA and subsidiary, as applicable.</a:t>
            </a:r>
            <a:r>
              <a:rPr lang="en-GB" sz="1600" dirty="0">
                <a:solidFill>
                  <a:srgbClr val="000000"/>
                </a:solidFill>
              </a:rPr>
              <a:t> </a:t>
            </a:r>
            <a:endParaRPr lang="en-US" sz="1600" dirty="0">
              <a:solidFill>
                <a:srgbClr val="000000"/>
              </a:solidFill>
            </a:endParaRPr>
          </a:p>
          <a:p>
            <a:endParaRPr lang="en-US" sz="1300" dirty="0"/>
          </a:p>
          <a:p>
            <a:endParaRPr lang="en-US" sz="1600" dirty="0" smtClean="0"/>
          </a:p>
        </p:txBody>
      </p:sp>
      <p:sp>
        <p:nvSpPr>
          <p:cNvPr id="4" name="Footer Placeholder 3"/>
          <p:cNvSpPr>
            <a:spLocks noGrp="1"/>
          </p:cNvSpPr>
          <p:nvPr>
            <p:ph type="ftr" sz="quarter" idx="10"/>
          </p:nvPr>
        </p:nvSpPr>
        <p:spPr/>
        <p:txBody>
          <a:bodyPr/>
          <a:lstStyle/>
          <a:p>
            <a:pPr>
              <a:defRPr/>
            </a:pPr>
            <a:r>
              <a:rPr lang="en-US" dirty="0" smtClean="0"/>
              <a:t>klgates.com</a:t>
            </a:r>
            <a:endParaRPr lang="en-US" dirty="0"/>
          </a:p>
        </p:txBody>
      </p:sp>
      <p:sp>
        <p:nvSpPr>
          <p:cNvPr id="5" name="Slide Number Placeholder 4"/>
          <p:cNvSpPr>
            <a:spLocks noGrp="1"/>
          </p:cNvSpPr>
          <p:nvPr>
            <p:ph type="sldNum" sz="quarter" idx="11"/>
          </p:nvPr>
        </p:nvSpPr>
        <p:spPr/>
        <p:txBody>
          <a:bodyPr/>
          <a:lstStyle/>
          <a:p>
            <a:pPr>
              <a:defRPr/>
            </a:pPr>
            <a:fld id="{C9489E26-CC76-44C1-88B5-9333B76C506F}" type="slidenum">
              <a:rPr lang="en-US" smtClean="0"/>
              <a:pPr>
                <a:defRPr/>
              </a:pPr>
              <a:t>6</a:t>
            </a:fld>
            <a:endParaRPr lang="en-US" dirty="0"/>
          </a:p>
        </p:txBody>
      </p:sp>
    </p:spTree>
    <p:extLst>
      <p:ext uri="{BB962C8B-B14F-4D97-AF65-F5344CB8AC3E}">
        <p14:creationId xmlns:p14="http://schemas.microsoft.com/office/powerpoint/2010/main" val="28532954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38150"/>
            <a:ext cx="8229600" cy="609600"/>
          </a:xfrm>
        </p:spPr>
        <p:txBody>
          <a:bodyPr/>
          <a:lstStyle/>
          <a:p>
            <a:r>
              <a:rPr lang="en-US" sz="1800" cap="none" dirty="0" smtClean="0"/>
              <a:t>OPERATING GUIDELINES:  AVOIDING ATTRIBUTION OF SUBSIDIARY ACTIVITIES TO POA</a:t>
            </a:r>
            <a:endParaRPr lang="en-US" sz="1800" cap="none" dirty="0"/>
          </a:p>
        </p:txBody>
      </p:sp>
      <p:sp>
        <p:nvSpPr>
          <p:cNvPr id="3" name="Content Placeholder 2"/>
          <p:cNvSpPr>
            <a:spLocks noGrp="1"/>
          </p:cNvSpPr>
          <p:nvPr>
            <p:ph idx="1"/>
          </p:nvPr>
        </p:nvSpPr>
        <p:spPr>
          <a:xfrm>
            <a:off x="457200" y="1047750"/>
            <a:ext cx="8229600" cy="3657600"/>
          </a:xfrm>
        </p:spPr>
        <p:txBody>
          <a:bodyPr/>
          <a:lstStyle/>
          <a:p>
            <a:pPr marL="0" indent="0">
              <a:buNone/>
            </a:pPr>
            <a:r>
              <a:rPr lang="en-GB" sz="1400" b="1" i="1" dirty="0" smtClean="0">
                <a:solidFill>
                  <a:srgbClr val="000000"/>
                </a:solidFill>
                <a:latin typeface="+mn-lt"/>
              </a:rPr>
              <a:t>ISSUE:  </a:t>
            </a:r>
            <a:r>
              <a:rPr lang="en-GB" sz="1400" dirty="0" smtClean="0">
                <a:solidFill>
                  <a:srgbClr val="000000"/>
                </a:solidFill>
                <a:latin typeface="+mn-lt"/>
              </a:rPr>
              <a:t>If subsidiary is </a:t>
            </a:r>
            <a:r>
              <a:rPr lang="en-GB" sz="1400" dirty="0">
                <a:solidFill>
                  <a:srgbClr val="000000"/>
                </a:solidFill>
                <a:latin typeface="+mn-lt"/>
              </a:rPr>
              <a:t>too closely controlled </a:t>
            </a:r>
            <a:r>
              <a:rPr lang="en-GB" sz="1400" dirty="0" smtClean="0">
                <a:solidFill>
                  <a:srgbClr val="000000"/>
                </a:solidFill>
                <a:latin typeface="+mn-lt"/>
              </a:rPr>
              <a:t>by POA, subsidiary’s activities </a:t>
            </a:r>
            <a:r>
              <a:rPr lang="en-GB" sz="1400" dirty="0">
                <a:solidFill>
                  <a:srgbClr val="000000"/>
                </a:solidFill>
                <a:latin typeface="+mn-lt"/>
              </a:rPr>
              <a:t>may be attributed to </a:t>
            </a:r>
            <a:r>
              <a:rPr lang="en-GB" sz="1400" dirty="0" smtClean="0">
                <a:solidFill>
                  <a:srgbClr val="000000"/>
                </a:solidFill>
                <a:latin typeface="+mn-lt"/>
              </a:rPr>
              <a:t>POA for </a:t>
            </a:r>
            <a:r>
              <a:rPr lang="en-GB" sz="1400" dirty="0">
                <a:solidFill>
                  <a:srgbClr val="000000"/>
                </a:solidFill>
                <a:latin typeface="+mn-lt"/>
              </a:rPr>
              <a:t>tax and other purposes, with the same results as if no new corporation had been </a:t>
            </a:r>
            <a:r>
              <a:rPr lang="en-GB" sz="1400" dirty="0" smtClean="0">
                <a:solidFill>
                  <a:srgbClr val="000000"/>
                </a:solidFill>
                <a:latin typeface="+mn-lt"/>
              </a:rPr>
              <a:t>formed.  For </a:t>
            </a:r>
            <a:r>
              <a:rPr lang="en-GB" sz="1400" dirty="0">
                <a:solidFill>
                  <a:srgbClr val="000000"/>
                </a:solidFill>
                <a:latin typeface="+mn-lt"/>
              </a:rPr>
              <a:t>this reason, </a:t>
            </a:r>
            <a:r>
              <a:rPr lang="en-GB" sz="1400" dirty="0" smtClean="0">
                <a:solidFill>
                  <a:srgbClr val="000000"/>
                </a:solidFill>
                <a:latin typeface="+mn-lt"/>
              </a:rPr>
              <a:t>certain operating guidelines should be strictly observed:</a:t>
            </a:r>
          </a:p>
          <a:p>
            <a:pPr>
              <a:spcBef>
                <a:spcPts val="300"/>
              </a:spcBef>
              <a:spcAft>
                <a:spcPts val="300"/>
              </a:spcAft>
            </a:pPr>
            <a:r>
              <a:rPr lang="en-GB" sz="1300" dirty="0">
                <a:solidFill>
                  <a:srgbClr val="000000"/>
                </a:solidFill>
                <a:latin typeface="+mn-lt"/>
              </a:rPr>
              <a:t>Subsidiary’s board should not be identical to that of POA; recommend keeping a majority of the board of the subsidiary </a:t>
            </a:r>
            <a:r>
              <a:rPr lang="en-GB" sz="1300" dirty="0" smtClean="0">
                <a:solidFill>
                  <a:srgbClr val="000000"/>
                </a:solidFill>
                <a:latin typeface="+mn-lt"/>
              </a:rPr>
              <a:t>independent of the </a:t>
            </a:r>
            <a:r>
              <a:rPr lang="en-GB" sz="1300" dirty="0">
                <a:solidFill>
                  <a:srgbClr val="000000"/>
                </a:solidFill>
                <a:latin typeface="+mn-lt"/>
              </a:rPr>
              <a:t>b</a:t>
            </a:r>
            <a:r>
              <a:rPr lang="en-GB" sz="1300" dirty="0" smtClean="0">
                <a:solidFill>
                  <a:srgbClr val="000000"/>
                </a:solidFill>
                <a:latin typeface="+mn-lt"/>
              </a:rPr>
              <a:t>oard </a:t>
            </a:r>
            <a:r>
              <a:rPr lang="en-GB" sz="1300" dirty="0">
                <a:solidFill>
                  <a:srgbClr val="000000"/>
                </a:solidFill>
                <a:latin typeface="+mn-lt"/>
              </a:rPr>
              <a:t>of POA.</a:t>
            </a:r>
            <a:endParaRPr lang="en-US" sz="1300" dirty="0">
              <a:solidFill>
                <a:srgbClr val="000000"/>
              </a:solidFill>
              <a:latin typeface="+mn-lt"/>
            </a:endParaRPr>
          </a:p>
          <a:p>
            <a:pPr>
              <a:spcBef>
                <a:spcPts val="300"/>
              </a:spcBef>
              <a:spcAft>
                <a:spcPts val="300"/>
              </a:spcAft>
            </a:pPr>
            <a:r>
              <a:rPr lang="en-GB" sz="1300" dirty="0">
                <a:solidFill>
                  <a:srgbClr val="000000"/>
                </a:solidFill>
                <a:latin typeface="+mn-lt"/>
              </a:rPr>
              <a:t>The subsidiary needs to be adequately capitalized, i.e., it must have a reasonable amount of money to be able to meet its day-to-day needs and expenses.</a:t>
            </a:r>
            <a:endParaRPr lang="en-US" sz="1300" dirty="0">
              <a:solidFill>
                <a:srgbClr val="000000"/>
              </a:solidFill>
              <a:latin typeface="+mn-lt"/>
            </a:endParaRPr>
          </a:p>
          <a:p>
            <a:pPr>
              <a:spcBef>
                <a:spcPts val="300"/>
              </a:spcBef>
              <a:spcAft>
                <a:spcPts val="300"/>
              </a:spcAft>
            </a:pPr>
            <a:r>
              <a:rPr lang="en-GB" sz="1300" dirty="0">
                <a:solidFill>
                  <a:srgbClr val="000000"/>
                </a:solidFill>
                <a:latin typeface="+mn-lt"/>
              </a:rPr>
              <a:t>S</a:t>
            </a:r>
            <a:r>
              <a:rPr lang="en-GB" sz="1300" dirty="0" smtClean="0">
                <a:solidFill>
                  <a:srgbClr val="000000"/>
                </a:solidFill>
                <a:latin typeface="+mn-lt"/>
              </a:rPr>
              <a:t>eparate </a:t>
            </a:r>
            <a:r>
              <a:rPr lang="en-GB" sz="1300" dirty="0">
                <a:solidFill>
                  <a:srgbClr val="000000"/>
                </a:solidFill>
                <a:latin typeface="+mn-lt"/>
              </a:rPr>
              <a:t>corporate identities </a:t>
            </a:r>
            <a:r>
              <a:rPr lang="en-GB" sz="1300" dirty="0" smtClean="0">
                <a:solidFill>
                  <a:srgbClr val="000000"/>
                </a:solidFill>
                <a:latin typeface="+mn-lt"/>
              </a:rPr>
              <a:t>of the two organizations should be </a:t>
            </a:r>
            <a:r>
              <a:rPr lang="en-GB" sz="1300" dirty="0">
                <a:solidFill>
                  <a:srgbClr val="000000"/>
                </a:solidFill>
                <a:latin typeface="+mn-lt"/>
              </a:rPr>
              <a:t>scrupulously observed, e.g., subsidiary needs to hold regular board meetings and keep minutes of those </a:t>
            </a:r>
            <a:r>
              <a:rPr lang="en-GB" sz="1300" dirty="0" smtClean="0">
                <a:solidFill>
                  <a:srgbClr val="000000"/>
                </a:solidFill>
                <a:latin typeface="+mn-lt"/>
              </a:rPr>
              <a:t>meetings.  </a:t>
            </a:r>
            <a:endParaRPr lang="en-US" sz="1300" dirty="0">
              <a:solidFill>
                <a:srgbClr val="000000"/>
              </a:solidFill>
              <a:latin typeface="+mn-lt"/>
            </a:endParaRPr>
          </a:p>
          <a:p>
            <a:pPr>
              <a:spcBef>
                <a:spcPts val="300"/>
              </a:spcBef>
              <a:spcAft>
                <a:spcPts val="300"/>
              </a:spcAft>
            </a:pPr>
            <a:r>
              <a:rPr lang="en-GB" sz="1300" dirty="0" smtClean="0">
                <a:solidFill>
                  <a:srgbClr val="000000"/>
                </a:solidFill>
                <a:latin typeface="+mn-lt"/>
              </a:rPr>
              <a:t>Subsidiary </a:t>
            </a:r>
            <a:r>
              <a:rPr lang="en-GB" sz="1300" dirty="0">
                <a:solidFill>
                  <a:srgbClr val="000000"/>
                </a:solidFill>
                <a:latin typeface="+mn-lt"/>
              </a:rPr>
              <a:t>needs its own bank accounts, tax identification number, and must keep clear set of corporate records to show that it is a legitimate legal </a:t>
            </a:r>
            <a:r>
              <a:rPr lang="en-GB" sz="1300" dirty="0" smtClean="0">
                <a:solidFill>
                  <a:srgbClr val="000000"/>
                </a:solidFill>
                <a:latin typeface="+mn-lt"/>
              </a:rPr>
              <a:t>entity.  </a:t>
            </a:r>
            <a:endParaRPr lang="en-US" sz="1300" dirty="0">
              <a:solidFill>
                <a:srgbClr val="000000"/>
              </a:solidFill>
              <a:latin typeface="+mn-lt"/>
            </a:endParaRPr>
          </a:p>
          <a:p>
            <a:pPr>
              <a:spcBef>
                <a:spcPts val="300"/>
              </a:spcBef>
              <a:spcAft>
                <a:spcPts val="300"/>
              </a:spcAft>
            </a:pPr>
            <a:r>
              <a:rPr lang="en-GB" sz="1300" dirty="0">
                <a:solidFill>
                  <a:srgbClr val="000000"/>
                </a:solidFill>
                <a:latin typeface="+mn-lt"/>
              </a:rPr>
              <a:t>If POA and subsidiary share facilities, employees, and other resources, there must be proper resource-sharing agreements in place whereby each entity pays its own share of expenses.  </a:t>
            </a:r>
            <a:endParaRPr lang="en-US" sz="1300" dirty="0">
              <a:solidFill>
                <a:srgbClr val="000000"/>
              </a:solidFill>
              <a:latin typeface="+mn-lt"/>
            </a:endParaRPr>
          </a:p>
          <a:p>
            <a:pPr>
              <a:spcBef>
                <a:spcPts val="300"/>
              </a:spcBef>
              <a:spcAft>
                <a:spcPts val="300"/>
              </a:spcAft>
            </a:pPr>
            <a:r>
              <a:rPr lang="en-US" sz="1300" dirty="0">
                <a:solidFill>
                  <a:srgbClr val="000000"/>
                </a:solidFill>
                <a:latin typeface="+mn-lt"/>
              </a:rPr>
              <a:t>All media and other communications concerning POA and </a:t>
            </a:r>
            <a:r>
              <a:rPr lang="en-US" sz="1300" dirty="0" smtClean="0">
                <a:solidFill>
                  <a:srgbClr val="000000"/>
                </a:solidFill>
                <a:latin typeface="+mn-lt"/>
              </a:rPr>
              <a:t>subsidiary </a:t>
            </a:r>
            <a:r>
              <a:rPr lang="en-US" sz="1300" dirty="0">
                <a:solidFill>
                  <a:srgbClr val="000000"/>
                </a:solidFill>
                <a:latin typeface="+mn-lt"/>
              </a:rPr>
              <a:t>must make clear </a:t>
            </a:r>
            <a:r>
              <a:rPr lang="en-US" sz="1300" dirty="0" smtClean="0">
                <a:solidFill>
                  <a:srgbClr val="000000"/>
                </a:solidFill>
                <a:latin typeface="+mn-lt"/>
              </a:rPr>
              <a:t>they </a:t>
            </a:r>
            <a:r>
              <a:rPr lang="en-US" sz="1300" dirty="0">
                <a:solidFill>
                  <a:srgbClr val="000000"/>
                </a:solidFill>
                <a:latin typeface="+mn-lt"/>
              </a:rPr>
              <a:t>are separate organizations.  Each organization should have a distinct identity (although names and logos can be similar).</a:t>
            </a:r>
          </a:p>
          <a:p>
            <a:endParaRPr lang="en-US" dirty="0"/>
          </a:p>
        </p:txBody>
      </p:sp>
      <p:sp>
        <p:nvSpPr>
          <p:cNvPr id="4" name="Footer Placeholder 3"/>
          <p:cNvSpPr>
            <a:spLocks noGrp="1"/>
          </p:cNvSpPr>
          <p:nvPr>
            <p:ph type="ftr" sz="quarter" idx="10"/>
          </p:nvPr>
        </p:nvSpPr>
        <p:spPr/>
        <p:txBody>
          <a:bodyPr/>
          <a:lstStyle/>
          <a:p>
            <a:pPr>
              <a:defRPr/>
            </a:pPr>
            <a:r>
              <a:rPr lang="en-US" dirty="0" smtClean="0"/>
              <a:t>klgates.com</a:t>
            </a:r>
            <a:endParaRPr lang="en-US" dirty="0"/>
          </a:p>
        </p:txBody>
      </p:sp>
      <p:sp>
        <p:nvSpPr>
          <p:cNvPr id="5" name="Slide Number Placeholder 4"/>
          <p:cNvSpPr>
            <a:spLocks noGrp="1"/>
          </p:cNvSpPr>
          <p:nvPr>
            <p:ph type="sldNum" sz="quarter" idx="11"/>
          </p:nvPr>
        </p:nvSpPr>
        <p:spPr/>
        <p:txBody>
          <a:bodyPr/>
          <a:lstStyle/>
          <a:p>
            <a:pPr>
              <a:defRPr/>
            </a:pPr>
            <a:fld id="{C9489E26-CC76-44C1-88B5-9333B76C506F}" type="slidenum">
              <a:rPr lang="en-US" smtClean="0"/>
              <a:pPr>
                <a:defRPr/>
              </a:pPr>
              <a:t>7</a:t>
            </a:fld>
            <a:endParaRPr lang="en-US" dirty="0"/>
          </a:p>
        </p:txBody>
      </p:sp>
    </p:spTree>
    <p:extLst>
      <p:ext uri="{BB962C8B-B14F-4D97-AF65-F5344CB8AC3E}">
        <p14:creationId xmlns:p14="http://schemas.microsoft.com/office/powerpoint/2010/main" val="21873607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38150"/>
            <a:ext cx="8229600" cy="491729"/>
          </a:xfrm>
        </p:spPr>
        <p:txBody>
          <a:bodyPr/>
          <a:lstStyle/>
          <a:p>
            <a:r>
              <a:rPr lang="en-US" sz="2000" dirty="0" smtClean="0"/>
              <a:t>Questions &amp; answers</a:t>
            </a:r>
            <a:endParaRPr lang="en-US" sz="2000" dirty="0"/>
          </a:p>
        </p:txBody>
      </p:sp>
      <p:sp>
        <p:nvSpPr>
          <p:cNvPr id="4" name="Footer Placeholder 3"/>
          <p:cNvSpPr>
            <a:spLocks noGrp="1"/>
          </p:cNvSpPr>
          <p:nvPr>
            <p:ph type="ftr" sz="quarter" idx="10"/>
          </p:nvPr>
        </p:nvSpPr>
        <p:spPr/>
        <p:txBody>
          <a:bodyPr/>
          <a:lstStyle/>
          <a:p>
            <a:pPr>
              <a:defRPr/>
            </a:pPr>
            <a:r>
              <a:rPr lang="en-US" dirty="0" smtClean="0"/>
              <a:t>klgates.com</a:t>
            </a:r>
            <a:endParaRPr lang="en-US" dirty="0"/>
          </a:p>
        </p:txBody>
      </p:sp>
      <p:sp>
        <p:nvSpPr>
          <p:cNvPr id="5" name="Slide Number Placeholder 4"/>
          <p:cNvSpPr>
            <a:spLocks noGrp="1"/>
          </p:cNvSpPr>
          <p:nvPr>
            <p:ph type="sldNum" sz="quarter" idx="11"/>
          </p:nvPr>
        </p:nvSpPr>
        <p:spPr/>
        <p:txBody>
          <a:bodyPr/>
          <a:lstStyle/>
          <a:p>
            <a:pPr>
              <a:defRPr/>
            </a:pPr>
            <a:fld id="{C9489E26-CC76-44C1-88B5-9333B76C506F}" type="slidenum">
              <a:rPr lang="en-US" smtClean="0"/>
              <a:pPr>
                <a:defRPr/>
              </a:pPr>
              <a:t>8</a:t>
            </a:fld>
            <a:endParaRPr lang="en-US" dirty="0"/>
          </a:p>
        </p:txBody>
      </p:sp>
      <p:pic>
        <p:nvPicPr>
          <p:cNvPr id="1027" name="Picture 3"/>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457200" y="1030578"/>
            <a:ext cx="8229600" cy="35046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782348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61950"/>
            <a:ext cx="8229600" cy="491729"/>
          </a:xfrm>
        </p:spPr>
        <p:txBody>
          <a:bodyPr/>
          <a:lstStyle/>
          <a:p>
            <a:r>
              <a:rPr lang="en-US" sz="2000" dirty="0"/>
              <a:t>Questions &amp; </a:t>
            </a:r>
            <a:r>
              <a:rPr lang="en-US" sz="2000" dirty="0" smtClean="0"/>
              <a:t>answers (cont’d)</a:t>
            </a:r>
            <a:endParaRPr lang="en-US" sz="2000" dirty="0"/>
          </a:p>
        </p:txBody>
      </p:sp>
      <p:sp>
        <p:nvSpPr>
          <p:cNvPr id="3" name="Content Placeholder 2"/>
          <p:cNvSpPr>
            <a:spLocks noGrp="1"/>
          </p:cNvSpPr>
          <p:nvPr>
            <p:ph idx="1"/>
          </p:nvPr>
        </p:nvSpPr>
        <p:spPr>
          <a:xfrm>
            <a:off x="457200" y="853677"/>
            <a:ext cx="8229600" cy="3927873"/>
          </a:xfrm>
        </p:spPr>
        <p:txBody>
          <a:bodyPr/>
          <a:lstStyle/>
          <a:p>
            <a:pPr marL="0" indent="0">
              <a:buNone/>
            </a:pPr>
            <a:r>
              <a:rPr lang="en-US" sz="1200" dirty="0" smtClean="0"/>
              <a:t>  </a:t>
            </a:r>
            <a:endParaRPr lang="en-US" sz="1200" dirty="0"/>
          </a:p>
          <a:p>
            <a:endParaRPr lang="en-US" dirty="0"/>
          </a:p>
        </p:txBody>
      </p:sp>
      <p:sp>
        <p:nvSpPr>
          <p:cNvPr id="4" name="Footer Placeholder 3"/>
          <p:cNvSpPr>
            <a:spLocks noGrp="1"/>
          </p:cNvSpPr>
          <p:nvPr>
            <p:ph type="ftr" sz="quarter" idx="10"/>
          </p:nvPr>
        </p:nvSpPr>
        <p:spPr/>
        <p:txBody>
          <a:bodyPr/>
          <a:lstStyle/>
          <a:p>
            <a:pPr>
              <a:defRPr/>
            </a:pPr>
            <a:r>
              <a:rPr lang="en-US" dirty="0" smtClean="0"/>
              <a:t>klgates.com</a:t>
            </a:r>
            <a:endParaRPr lang="en-US" dirty="0"/>
          </a:p>
        </p:txBody>
      </p:sp>
      <p:sp>
        <p:nvSpPr>
          <p:cNvPr id="5" name="Slide Number Placeholder 4"/>
          <p:cNvSpPr>
            <a:spLocks noGrp="1"/>
          </p:cNvSpPr>
          <p:nvPr>
            <p:ph type="sldNum" sz="quarter" idx="11"/>
          </p:nvPr>
        </p:nvSpPr>
        <p:spPr/>
        <p:txBody>
          <a:bodyPr/>
          <a:lstStyle/>
          <a:p>
            <a:pPr>
              <a:defRPr/>
            </a:pPr>
            <a:fld id="{C9489E26-CC76-44C1-88B5-9333B76C506F}" type="slidenum">
              <a:rPr lang="en-US" smtClean="0"/>
              <a:pPr>
                <a:defRPr/>
              </a:pPr>
              <a:t>9</a:t>
            </a:fld>
            <a:endParaRPr lang="en-US" dirty="0"/>
          </a:p>
        </p:txBody>
      </p:sp>
      <p:pic>
        <p:nvPicPr>
          <p:cNvPr id="717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7201" y="917553"/>
            <a:ext cx="8077199" cy="3778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361905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61950"/>
            <a:ext cx="8229600" cy="491729"/>
          </a:xfrm>
        </p:spPr>
        <p:txBody>
          <a:bodyPr/>
          <a:lstStyle/>
          <a:p>
            <a:r>
              <a:rPr lang="en-US" sz="2000" dirty="0"/>
              <a:t>Questions &amp; answers (cont’d)</a:t>
            </a:r>
          </a:p>
        </p:txBody>
      </p:sp>
      <p:sp>
        <p:nvSpPr>
          <p:cNvPr id="4" name="Footer Placeholder 3"/>
          <p:cNvSpPr>
            <a:spLocks noGrp="1"/>
          </p:cNvSpPr>
          <p:nvPr>
            <p:ph type="ftr" sz="quarter" idx="10"/>
          </p:nvPr>
        </p:nvSpPr>
        <p:spPr/>
        <p:txBody>
          <a:bodyPr/>
          <a:lstStyle/>
          <a:p>
            <a:pPr>
              <a:defRPr/>
            </a:pPr>
            <a:r>
              <a:rPr lang="en-US" dirty="0" smtClean="0"/>
              <a:t>klgates.com</a:t>
            </a:r>
            <a:endParaRPr lang="en-US" dirty="0"/>
          </a:p>
        </p:txBody>
      </p:sp>
      <p:sp>
        <p:nvSpPr>
          <p:cNvPr id="5" name="Slide Number Placeholder 4"/>
          <p:cNvSpPr>
            <a:spLocks noGrp="1"/>
          </p:cNvSpPr>
          <p:nvPr>
            <p:ph type="sldNum" sz="quarter" idx="11"/>
          </p:nvPr>
        </p:nvSpPr>
        <p:spPr/>
        <p:txBody>
          <a:bodyPr/>
          <a:lstStyle/>
          <a:p>
            <a:pPr>
              <a:defRPr/>
            </a:pPr>
            <a:fld id="{C9489E26-CC76-44C1-88B5-9333B76C506F}" type="slidenum">
              <a:rPr lang="en-US" smtClean="0"/>
              <a:pPr>
                <a:defRPr/>
              </a:pPr>
              <a:t>10</a:t>
            </a:fld>
            <a:endParaRPr lang="en-US" dirty="0"/>
          </a:p>
        </p:txBody>
      </p:sp>
      <p:pic>
        <p:nvPicPr>
          <p:cNvPr id="2050"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457200" y="1079903"/>
            <a:ext cx="8229600" cy="33297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427553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03621"/>
            <a:ext cx="8229600" cy="491729"/>
          </a:xfrm>
        </p:spPr>
        <p:txBody>
          <a:bodyPr/>
          <a:lstStyle/>
          <a:p>
            <a:r>
              <a:rPr lang="en-US" sz="2000" dirty="0"/>
              <a:t>Questions &amp; answers (cont’d)</a:t>
            </a:r>
          </a:p>
        </p:txBody>
      </p:sp>
      <p:sp>
        <p:nvSpPr>
          <p:cNvPr id="4" name="Footer Placeholder 3"/>
          <p:cNvSpPr>
            <a:spLocks noGrp="1"/>
          </p:cNvSpPr>
          <p:nvPr>
            <p:ph type="ftr" sz="quarter" idx="10"/>
          </p:nvPr>
        </p:nvSpPr>
        <p:spPr/>
        <p:txBody>
          <a:bodyPr/>
          <a:lstStyle/>
          <a:p>
            <a:pPr>
              <a:defRPr/>
            </a:pPr>
            <a:r>
              <a:rPr lang="en-US" dirty="0" smtClean="0"/>
              <a:t>klgates.com</a:t>
            </a:r>
            <a:endParaRPr lang="en-US" dirty="0"/>
          </a:p>
        </p:txBody>
      </p:sp>
      <p:sp>
        <p:nvSpPr>
          <p:cNvPr id="5" name="Slide Number Placeholder 4"/>
          <p:cNvSpPr>
            <a:spLocks noGrp="1"/>
          </p:cNvSpPr>
          <p:nvPr>
            <p:ph type="sldNum" sz="quarter" idx="11"/>
          </p:nvPr>
        </p:nvSpPr>
        <p:spPr/>
        <p:txBody>
          <a:bodyPr/>
          <a:lstStyle/>
          <a:p>
            <a:pPr>
              <a:defRPr/>
            </a:pPr>
            <a:fld id="{C9489E26-CC76-44C1-88B5-9333B76C506F}" type="slidenum">
              <a:rPr lang="en-US" smtClean="0"/>
              <a:pPr>
                <a:defRPr/>
              </a:pPr>
              <a:t>11</a:t>
            </a:fld>
            <a:endParaRPr lang="en-US" dirty="0"/>
          </a:p>
        </p:txBody>
      </p:sp>
      <p:pic>
        <p:nvPicPr>
          <p:cNvPr id="3074"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670597" y="895349"/>
            <a:ext cx="7581672" cy="38100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190003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61950"/>
            <a:ext cx="8229600" cy="491729"/>
          </a:xfrm>
        </p:spPr>
        <p:txBody>
          <a:bodyPr/>
          <a:lstStyle/>
          <a:p>
            <a:r>
              <a:rPr lang="en-US" sz="2000" dirty="0"/>
              <a:t>Questions &amp; answers (cont’d)</a:t>
            </a:r>
          </a:p>
        </p:txBody>
      </p:sp>
      <p:sp>
        <p:nvSpPr>
          <p:cNvPr id="4" name="Footer Placeholder 3"/>
          <p:cNvSpPr>
            <a:spLocks noGrp="1"/>
          </p:cNvSpPr>
          <p:nvPr>
            <p:ph type="ftr" sz="quarter" idx="10"/>
          </p:nvPr>
        </p:nvSpPr>
        <p:spPr/>
        <p:txBody>
          <a:bodyPr/>
          <a:lstStyle/>
          <a:p>
            <a:pPr>
              <a:defRPr/>
            </a:pPr>
            <a:r>
              <a:rPr lang="en-US" dirty="0" smtClean="0"/>
              <a:t>klgates.com</a:t>
            </a:r>
            <a:endParaRPr lang="en-US" dirty="0"/>
          </a:p>
        </p:txBody>
      </p:sp>
      <p:sp>
        <p:nvSpPr>
          <p:cNvPr id="5" name="Slide Number Placeholder 4"/>
          <p:cNvSpPr>
            <a:spLocks noGrp="1"/>
          </p:cNvSpPr>
          <p:nvPr>
            <p:ph type="sldNum" sz="quarter" idx="11"/>
          </p:nvPr>
        </p:nvSpPr>
        <p:spPr/>
        <p:txBody>
          <a:bodyPr/>
          <a:lstStyle/>
          <a:p>
            <a:pPr>
              <a:defRPr/>
            </a:pPr>
            <a:fld id="{C9489E26-CC76-44C1-88B5-9333B76C506F}" type="slidenum">
              <a:rPr lang="en-US" smtClean="0"/>
              <a:pPr>
                <a:defRPr/>
              </a:pPr>
              <a:t>12</a:t>
            </a:fld>
            <a:endParaRPr lang="en-US" dirty="0"/>
          </a:p>
        </p:txBody>
      </p:sp>
      <p:pic>
        <p:nvPicPr>
          <p:cNvPr id="4098"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551786" y="895350"/>
            <a:ext cx="8040427" cy="3698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267467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61950"/>
            <a:ext cx="8229600" cy="491729"/>
          </a:xfrm>
        </p:spPr>
        <p:txBody>
          <a:bodyPr/>
          <a:lstStyle/>
          <a:p>
            <a:r>
              <a:rPr lang="en-US" sz="2000" dirty="0"/>
              <a:t>Questions &amp; answers (cont’d)</a:t>
            </a:r>
          </a:p>
        </p:txBody>
      </p:sp>
      <p:sp>
        <p:nvSpPr>
          <p:cNvPr id="4" name="Footer Placeholder 3"/>
          <p:cNvSpPr>
            <a:spLocks noGrp="1"/>
          </p:cNvSpPr>
          <p:nvPr>
            <p:ph type="ftr" sz="quarter" idx="10"/>
          </p:nvPr>
        </p:nvSpPr>
        <p:spPr/>
        <p:txBody>
          <a:bodyPr/>
          <a:lstStyle/>
          <a:p>
            <a:pPr>
              <a:defRPr/>
            </a:pPr>
            <a:r>
              <a:rPr lang="en-US" dirty="0" smtClean="0"/>
              <a:t>klgates.com</a:t>
            </a:r>
            <a:endParaRPr lang="en-US" dirty="0"/>
          </a:p>
        </p:txBody>
      </p:sp>
      <p:sp>
        <p:nvSpPr>
          <p:cNvPr id="5" name="Slide Number Placeholder 4"/>
          <p:cNvSpPr>
            <a:spLocks noGrp="1"/>
          </p:cNvSpPr>
          <p:nvPr>
            <p:ph type="sldNum" sz="quarter" idx="11"/>
          </p:nvPr>
        </p:nvSpPr>
        <p:spPr/>
        <p:txBody>
          <a:bodyPr/>
          <a:lstStyle/>
          <a:p>
            <a:pPr>
              <a:defRPr/>
            </a:pPr>
            <a:fld id="{C9489E26-CC76-44C1-88B5-9333B76C506F}" type="slidenum">
              <a:rPr lang="en-US" smtClean="0"/>
              <a:pPr>
                <a:defRPr/>
              </a:pPr>
              <a:t>13</a:t>
            </a:fld>
            <a:endParaRPr lang="en-US" dirty="0"/>
          </a:p>
        </p:txBody>
      </p:sp>
      <p:pic>
        <p:nvPicPr>
          <p:cNvPr id="5122"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471356" y="895350"/>
            <a:ext cx="7689863" cy="396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292570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61950"/>
            <a:ext cx="8229600" cy="491729"/>
          </a:xfrm>
        </p:spPr>
        <p:txBody>
          <a:bodyPr/>
          <a:lstStyle/>
          <a:p>
            <a:r>
              <a:rPr lang="en-US" sz="2000" dirty="0"/>
              <a:t>Questions &amp; answers (cont’d)</a:t>
            </a:r>
          </a:p>
        </p:txBody>
      </p:sp>
      <p:sp>
        <p:nvSpPr>
          <p:cNvPr id="4" name="Footer Placeholder 3"/>
          <p:cNvSpPr>
            <a:spLocks noGrp="1"/>
          </p:cNvSpPr>
          <p:nvPr>
            <p:ph type="ftr" sz="quarter" idx="10"/>
          </p:nvPr>
        </p:nvSpPr>
        <p:spPr/>
        <p:txBody>
          <a:bodyPr/>
          <a:lstStyle/>
          <a:p>
            <a:pPr>
              <a:defRPr/>
            </a:pPr>
            <a:r>
              <a:rPr lang="en-US" dirty="0" smtClean="0"/>
              <a:t>klgates.com</a:t>
            </a:r>
            <a:endParaRPr lang="en-US" dirty="0"/>
          </a:p>
        </p:txBody>
      </p:sp>
      <p:sp>
        <p:nvSpPr>
          <p:cNvPr id="5" name="Slide Number Placeholder 4"/>
          <p:cNvSpPr>
            <a:spLocks noGrp="1"/>
          </p:cNvSpPr>
          <p:nvPr>
            <p:ph type="sldNum" sz="quarter" idx="11"/>
          </p:nvPr>
        </p:nvSpPr>
        <p:spPr/>
        <p:txBody>
          <a:bodyPr/>
          <a:lstStyle/>
          <a:p>
            <a:pPr>
              <a:defRPr/>
            </a:pPr>
            <a:fld id="{C9489E26-CC76-44C1-88B5-9333B76C506F}" type="slidenum">
              <a:rPr lang="en-US" smtClean="0"/>
              <a:pPr>
                <a:defRPr/>
              </a:pPr>
              <a:t>14</a:t>
            </a:fld>
            <a:endParaRPr lang="en-US" dirty="0"/>
          </a:p>
        </p:txBody>
      </p:sp>
      <p:pic>
        <p:nvPicPr>
          <p:cNvPr id="6146"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494471" y="895350"/>
            <a:ext cx="8155057" cy="3698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425457"/>
      </p:ext>
    </p:extLst>
  </p:cSld>
  <p:clrMapOvr>
    <a:masterClrMapping/>
  </p:clrMapOvr>
</p:sld>
</file>

<file path=ppt/theme/theme1.xml><?xml version="1.0" encoding="utf-8"?>
<a:theme xmlns:a="http://schemas.openxmlformats.org/drawingml/2006/main" name="2014 Widescreen Template">
  <a:themeElements>
    <a:clrScheme name="K&amp;L">
      <a:dk1>
        <a:srgbClr val="51626F"/>
      </a:dk1>
      <a:lt1>
        <a:srgbClr val="FFFFFF"/>
      </a:lt1>
      <a:dk2>
        <a:srgbClr val="0094B3"/>
      </a:dk2>
      <a:lt2>
        <a:srgbClr val="23526E"/>
      </a:lt2>
      <a:accent1>
        <a:srgbClr val="E66E32"/>
      </a:accent1>
      <a:accent2>
        <a:srgbClr val="C33248"/>
      </a:accent2>
      <a:accent3>
        <a:srgbClr val="622567"/>
      </a:accent3>
      <a:accent4>
        <a:srgbClr val="5B8845"/>
      </a:accent4>
      <a:accent5>
        <a:srgbClr val="EEAF30"/>
      </a:accent5>
      <a:accent6>
        <a:srgbClr val="B6BF00"/>
      </a:accent6>
      <a:hlink>
        <a:srgbClr val="0094B3"/>
      </a:hlink>
      <a:folHlink>
        <a:srgbClr val="23526E"/>
      </a:folHlink>
    </a:clrScheme>
    <a:fontScheme name="KLG Fonts">
      <a:majorFont>
        <a:latin typeface="Arial"/>
        <a:ea typeface=""/>
        <a:cs typeface=""/>
      </a:majorFont>
      <a:minorFont>
        <a:latin typeface="Arial"/>
        <a:ea typeface=""/>
        <a:cs typeface=""/>
      </a:minorFont>
    </a:fontScheme>
    <a:fmtScheme name="Verve">
      <a:fillStyleLst>
        <a:solidFill>
          <a:schemeClr val="phClr"/>
        </a:solidFill>
        <a:gradFill rotWithShape="1">
          <a:gsLst>
            <a:gs pos="0">
              <a:schemeClr val="phClr">
                <a:tint val="10000"/>
                <a:satMod val="300000"/>
              </a:schemeClr>
            </a:gs>
            <a:gs pos="34000">
              <a:schemeClr val="phClr">
                <a:tint val="13500"/>
                <a:satMod val="250000"/>
              </a:schemeClr>
            </a:gs>
            <a:gs pos="100000">
              <a:schemeClr val="phClr">
                <a:tint val="60000"/>
                <a:satMod val="200000"/>
              </a:schemeClr>
            </a:gs>
          </a:gsLst>
          <a:path path="circle">
            <a:fillToRect l="50000" t="155000" r="50000" b="-55000"/>
          </a:path>
        </a:gradFill>
        <a:gradFill rotWithShape="1">
          <a:gsLst>
            <a:gs pos="0">
              <a:schemeClr val="phClr">
                <a:tint val="60000"/>
                <a:satMod val="160000"/>
              </a:schemeClr>
            </a:gs>
            <a:gs pos="46000">
              <a:schemeClr val="phClr">
                <a:tint val="86000"/>
                <a:satMod val="160000"/>
              </a:schemeClr>
            </a:gs>
            <a:gs pos="100000">
              <a:schemeClr val="phClr">
                <a:shade val="40000"/>
                <a:satMod val="160000"/>
              </a:schemeClr>
            </a:gs>
          </a:gsLst>
          <a:path path="circle">
            <a:fillToRect l="50000" t="155000" r="50000" b="-55000"/>
          </a:path>
        </a:gradFill>
      </a:fillStyleLst>
      <a:lnStyleLst>
        <a:ln w="9525" cap="flat" cmpd="sng" algn="ctr">
          <a:solidFill>
            <a:schemeClr val="phClr">
              <a:satMod val="120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63500" dist="25400" dir="14700000" algn="t" rotWithShape="0">
              <a:srgbClr val="000000">
                <a:alpha val="50000"/>
              </a:srgbClr>
            </a:outerShdw>
          </a:effectLst>
        </a:effectStyle>
        <a:effectStyle>
          <a:effectLst>
            <a:outerShdw blurRad="50800" dist="38100" dir="14700000" algn="t" rotWithShape="0">
              <a:srgbClr val="000000">
                <a:alpha val="60000"/>
              </a:srgbClr>
            </a:outerShdw>
          </a:effectLst>
        </a:effectStyle>
        <a:effectStyle>
          <a:effectLst>
            <a:outerShdw blurRad="50800" dist="38100" dir="14700000" algn="t" rotWithShape="0">
              <a:srgbClr val="000000">
                <a:alpha val="60000"/>
              </a:srgbClr>
            </a:outerShdw>
          </a:effectLst>
          <a:scene3d>
            <a:camera prst="orthographicFront" fov="0">
              <a:rot lat="0" lon="0" rev="0"/>
            </a:camera>
            <a:lightRig rig="contrasting" dir="t">
              <a:rot lat="0" lon="0" rev="3600000"/>
            </a:lightRig>
          </a:scene3d>
          <a:sp3d prstMaterial="plastic">
            <a:bevelT w="127000" h="38200" prst="relaxedInset"/>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KLG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206C8355D678A459F2EF8957171B231" ma:contentTypeVersion="11" ma:contentTypeDescription="Create a new document." ma:contentTypeScope="" ma:versionID="acd556ae07fa19f48e80b51b5070dad1">
  <xsd:schema xmlns:xsd="http://www.w3.org/2001/XMLSchema" xmlns:xs="http://www.w3.org/2001/XMLSchema" xmlns:p="http://schemas.microsoft.com/office/2006/metadata/properties" xmlns:ns2="f2466082-b6bf-4153-98c3-3c41e85fda18" xmlns:ns3="dc808d36-874f-4b27-aec2-2fd649817929" targetNamespace="http://schemas.microsoft.com/office/2006/metadata/properties" ma:root="true" ma:fieldsID="3dc96546954f3f270c213e8ea1cb1272" ns2:_="" ns3:_="">
    <xsd:import namespace="f2466082-b6bf-4153-98c3-3c41e85fda18"/>
    <xsd:import namespace="dc808d36-874f-4b27-aec2-2fd649817929"/>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2466082-b6bf-4153-98c3-3c41e85fda1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c808d36-874f-4b27-aec2-2fd649817929"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2EFCD1F2-3E5F-4747-83BC-C67BFCCFD41F}"/>
</file>

<file path=customXml/itemProps2.xml><?xml version="1.0" encoding="utf-8"?>
<ds:datastoreItem xmlns:ds="http://schemas.openxmlformats.org/officeDocument/2006/customXml" ds:itemID="{6E4B6DFA-7E0E-4DFA-B46D-0BCE31F0DAE2}"/>
</file>

<file path=customXml/itemProps3.xml><?xml version="1.0" encoding="utf-8"?>
<ds:datastoreItem xmlns:ds="http://schemas.openxmlformats.org/officeDocument/2006/customXml" ds:itemID="{4E64A5D2-4F37-4002-9B0D-77759141ACE9}"/>
</file>

<file path=docProps/app.xml><?xml version="1.0" encoding="utf-8"?>
<Properties xmlns="http://schemas.openxmlformats.org/officeDocument/2006/extended-properties" xmlns:vt="http://schemas.openxmlformats.org/officeDocument/2006/docPropsVTypes">
  <Template>2014 Widescreen Template</Template>
  <TotalTime>5081</TotalTime>
  <Words>1143</Words>
  <Application>Microsoft Office PowerPoint</Application>
  <PresentationFormat>On-screen Show (16:9)</PresentationFormat>
  <Paragraphs>85</Paragraphs>
  <Slides>14</Slides>
  <Notes>0</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2014 Widescreen Template</vt:lpstr>
      <vt:lpstr>Affiliated Entity Structure </vt:lpstr>
      <vt:lpstr>OBJECTIVE:  To implement a vehicle through which Partners of the Americas (POA) may engage in commercial activities that will generate income for POA’s charitable programs without jeopardizing POA’s 501(c)(3) tax-exemption.  </vt:lpstr>
      <vt:lpstr>Limitation:  As a Section 501(c)(3) public charity, POA cannot engage in more than an insubstantial amount of “unrelated business activities”.  </vt:lpstr>
      <vt:lpstr>Recommendation:  Form taxable corporate subsidiary wholly-owned by POA to engage in unrelated business activities. </vt:lpstr>
      <vt:lpstr>Considerations in forming a wholly-owned taxable corporate subsidiary to POA</vt:lpstr>
      <vt:lpstr>STEPS FOR IMPLEMENTING TAXABLE CORPORATE SUBSIDIARY</vt:lpstr>
      <vt:lpstr>OPERATING GUIDELINES:  AVOIDING ATTRIBUTION OF SUBSIDIARY ACTIVITIES TO POA</vt:lpstr>
      <vt:lpstr>Questions &amp; answers</vt:lpstr>
      <vt:lpstr>Questions &amp; answers (cont’d)</vt:lpstr>
      <vt:lpstr>Questions &amp; answers (cont’d)</vt:lpstr>
      <vt:lpstr>Questions &amp; answers (cont’d)</vt:lpstr>
      <vt:lpstr>Questions &amp; answers (cont’d)</vt:lpstr>
      <vt:lpstr>Questions &amp; answers (cont’d)</vt:lpstr>
      <vt:lpstr>Questions &amp; answers (cont’d)</vt:lpstr>
    </vt:vector>
  </TitlesOfParts>
  <Company>K&amp;L Gates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Hawk, Tracey</dc:creator>
  <cp:lastModifiedBy>Hawk, Tracey</cp:lastModifiedBy>
  <cp:revision>78</cp:revision>
  <dcterms:created xsi:type="dcterms:W3CDTF">2015-01-15T21:25:56Z</dcterms:created>
  <dcterms:modified xsi:type="dcterms:W3CDTF">2015-09-05T02:10:23Z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0x0101003206C8355D678A459F2EF8957171B231</vt:lpwstr>
  </property>
  <property fmtid="{D5CDD505-2E9C-101B-9397-08002B2CF9AE}" pid="3" name="Order">
    <vt:r8>502000</vt:r8>
  </property>
</Properties>
</file>