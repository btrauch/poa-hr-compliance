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diagrams/data1.xml" ContentType="application/vnd.openxmlformats-officedocument.drawingml.diagramData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9" r:id="rId4"/>
    <p:sldId id="272" r:id="rId5"/>
    <p:sldId id="270" r:id="rId6"/>
    <p:sldId id="271" r:id="rId7"/>
    <p:sldId id="273" r:id="rId8"/>
    <p:sldId id="274" r:id="rId9"/>
    <p:sldId id="258" r:id="rId10"/>
    <p:sldId id="264" r:id="rId11"/>
    <p:sldId id="265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56" d="100"/>
          <a:sy n="156" d="100"/>
        </p:scale>
        <p:origin x="-1848" y="-6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7" Type="http://schemas.openxmlformats.org/officeDocument/2006/relationships/slide" Target="slides/slide6.xml"/><Relationship Id="rId16" Type="http://schemas.openxmlformats.org/officeDocument/2006/relationships/presProps" Target="presProps.xml"/><Relationship Id="rId2" Type="http://schemas.openxmlformats.org/officeDocument/2006/relationships/slide" Target="slides/slide1.xml"/><Relationship Id="rId20" Type="http://schemas.openxmlformats.org/officeDocument/2006/relationships/customXml" Target="../customXml/item1.xml"/><Relationship Id="rId1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printerSettings" Target="printerSettings/printerSettings1.bin"/><Relationship Id="rId5" Type="http://schemas.openxmlformats.org/officeDocument/2006/relationships/slide" Target="slides/slide4.xml"/><Relationship Id="rId19" Type="http://schemas.openxmlformats.org/officeDocument/2006/relationships/tableStyles" Target="tableStyles.xml"/><Relationship Id="rId10" Type="http://schemas.openxmlformats.org/officeDocument/2006/relationships/slide" Target="slides/slide9.xml"/><Relationship Id="rId14" Type="http://schemas.openxmlformats.org/officeDocument/2006/relationships/slide" Target="slides/slide1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B524BD-221E-0F44-AAE1-8DCB523520D7}" type="doc">
      <dgm:prSet loTypeId="urn:microsoft.com/office/officeart/2005/8/layout/hierarchy1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9DE10B-75E2-7F41-908B-F20C4564D396}">
      <dgm:prSet phldrT="[Text]">
        <dgm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dgm:style>
      </dgm:prSet>
      <dgm:spPr>
        <a:solidFill>
          <a:srgbClr val="FFA16B"/>
        </a:solidFill>
      </dgm:spPr>
      <dgm:t>
        <a:bodyPr/>
        <a:lstStyle/>
        <a:p>
          <a:r>
            <a:rPr lang="en-US" dirty="0" smtClean="0"/>
            <a:t>Director</a:t>
          </a:r>
          <a:endParaRPr lang="en-US" dirty="0"/>
        </a:p>
      </dgm:t>
    </dgm:pt>
    <dgm:pt modelId="{A2A4330C-524B-5C49-9167-666FAED498B9}" type="parTrans" cxnId="{C362DEAF-6EA9-9C4B-AD12-B2687FFCD365}">
      <dgm:prSet/>
      <dgm:spPr/>
      <dgm:t>
        <a:bodyPr/>
        <a:lstStyle/>
        <a:p>
          <a:endParaRPr lang="en-US"/>
        </a:p>
      </dgm:t>
    </dgm:pt>
    <dgm:pt modelId="{A25A973D-8CB5-BD46-8F41-FED28A5251D8}" type="sibTrans" cxnId="{C362DEAF-6EA9-9C4B-AD12-B2687FFCD365}">
      <dgm:prSet/>
      <dgm:spPr/>
      <dgm:t>
        <a:bodyPr/>
        <a:lstStyle/>
        <a:p>
          <a:endParaRPr lang="en-US"/>
        </a:p>
      </dgm:t>
    </dgm:pt>
    <dgm:pt modelId="{C26C1A0C-CDD5-D146-9A6B-F778856890AE}">
      <dgm:prSet phldrT="[Text]"/>
      <dgm:spPr>
        <a:solidFill>
          <a:srgbClr val="A8D65D">
            <a:alpha val="90000"/>
          </a:srgbClr>
        </a:solidFill>
      </dgm:spPr>
      <dgm:t>
        <a:bodyPr/>
        <a:lstStyle/>
        <a:p>
          <a:r>
            <a:rPr lang="en-US" dirty="0" smtClean="0"/>
            <a:t>Manager</a:t>
          </a:r>
          <a:endParaRPr lang="en-US" dirty="0"/>
        </a:p>
      </dgm:t>
    </dgm:pt>
    <dgm:pt modelId="{4C1A85D0-DC8E-CB48-BF49-8A9420A951C4}" type="parTrans" cxnId="{8F82629E-122C-E24A-8FFD-7BE9ED73CF50}">
      <dgm:prSet/>
      <dgm:spPr/>
      <dgm:t>
        <a:bodyPr/>
        <a:lstStyle/>
        <a:p>
          <a:endParaRPr lang="en-US"/>
        </a:p>
      </dgm:t>
    </dgm:pt>
    <dgm:pt modelId="{96305F01-9C61-4E45-AB1E-0F2933DE5815}" type="sibTrans" cxnId="{8F82629E-122C-E24A-8FFD-7BE9ED73CF50}">
      <dgm:prSet/>
      <dgm:spPr/>
      <dgm:t>
        <a:bodyPr/>
        <a:lstStyle/>
        <a:p>
          <a:endParaRPr lang="en-US"/>
        </a:p>
      </dgm:t>
    </dgm:pt>
    <dgm:pt modelId="{49E1CB67-36C6-FD40-A1F9-3D34D66935BD}">
      <dgm:prSet phldrT="[Text]"/>
      <dgm:spPr/>
      <dgm:t>
        <a:bodyPr/>
        <a:lstStyle/>
        <a:p>
          <a:r>
            <a:rPr lang="en-US" dirty="0" smtClean="0"/>
            <a:t>Worker</a:t>
          </a:r>
          <a:endParaRPr lang="en-US" dirty="0"/>
        </a:p>
      </dgm:t>
    </dgm:pt>
    <dgm:pt modelId="{44A91C20-46E1-5443-A830-CEC3B36EB65E}" type="parTrans" cxnId="{F069BB39-6DF4-5B4F-9254-7E7C5878FADB}">
      <dgm:prSet/>
      <dgm:spPr/>
      <dgm:t>
        <a:bodyPr/>
        <a:lstStyle/>
        <a:p>
          <a:endParaRPr lang="en-US"/>
        </a:p>
      </dgm:t>
    </dgm:pt>
    <dgm:pt modelId="{16A92FCD-E449-0F4B-94BA-94A75DE0E2A9}" type="sibTrans" cxnId="{F069BB39-6DF4-5B4F-9254-7E7C5878FADB}">
      <dgm:prSet/>
      <dgm:spPr/>
      <dgm:t>
        <a:bodyPr/>
        <a:lstStyle/>
        <a:p>
          <a:endParaRPr lang="en-US"/>
        </a:p>
      </dgm:t>
    </dgm:pt>
    <dgm:pt modelId="{A26DCCC4-97BA-A34B-9261-74315DEB579A}">
      <dgm:prSet phldrT="[Text]"/>
      <dgm:spPr/>
      <dgm:t>
        <a:bodyPr/>
        <a:lstStyle/>
        <a:p>
          <a:r>
            <a:rPr lang="en-US" dirty="0" smtClean="0"/>
            <a:t>Worker</a:t>
          </a:r>
          <a:endParaRPr lang="en-US" dirty="0"/>
        </a:p>
      </dgm:t>
    </dgm:pt>
    <dgm:pt modelId="{3ED0A1DD-73FB-8F42-AC83-938B67F35935}" type="parTrans" cxnId="{976B4FCD-5EAA-CF4B-B1E3-4860F05FFE1F}">
      <dgm:prSet/>
      <dgm:spPr/>
      <dgm:t>
        <a:bodyPr/>
        <a:lstStyle/>
        <a:p>
          <a:endParaRPr lang="en-US"/>
        </a:p>
      </dgm:t>
    </dgm:pt>
    <dgm:pt modelId="{6CFF6785-7A1B-9342-BB51-0DB1D5059C53}" type="sibTrans" cxnId="{976B4FCD-5EAA-CF4B-B1E3-4860F05FFE1F}">
      <dgm:prSet/>
      <dgm:spPr/>
      <dgm:t>
        <a:bodyPr/>
        <a:lstStyle/>
        <a:p>
          <a:endParaRPr lang="en-US"/>
        </a:p>
      </dgm:t>
    </dgm:pt>
    <dgm:pt modelId="{71930A46-B3BA-2646-818C-FDAE534DFFD0}">
      <dgm:prSet phldrT="[Text]"/>
      <dgm:spPr>
        <a:solidFill>
          <a:srgbClr val="A8D65D">
            <a:alpha val="90000"/>
          </a:srgbClr>
        </a:solidFill>
      </dgm:spPr>
      <dgm:t>
        <a:bodyPr/>
        <a:lstStyle/>
        <a:p>
          <a:r>
            <a:rPr lang="en-US" dirty="0" smtClean="0"/>
            <a:t>Manager</a:t>
          </a:r>
          <a:endParaRPr lang="en-US" dirty="0"/>
        </a:p>
      </dgm:t>
    </dgm:pt>
    <dgm:pt modelId="{B18E9523-1FCD-E848-9444-540E98A6796B}" type="parTrans" cxnId="{E8831EA3-6D3F-3C4D-AA94-F049813305AD}">
      <dgm:prSet/>
      <dgm:spPr/>
      <dgm:t>
        <a:bodyPr/>
        <a:lstStyle/>
        <a:p>
          <a:endParaRPr lang="en-US"/>
        </a:p>
      </dgm:t>
    </dgm:pt>
    <dgm:pt modelId="{78B539BC-70A7-8B4A-B587-C395F98219C9}" type="sibTrans" cxnId="{E8831EA3-6D3F-3C4D-AA94-F049813305AD}">
      <dgm:prSet/>
      <dgm:spPr/>
      <dgm:t>
        <a:bodyPr/>
        <a:lstStyle/>
        <a:p>
          <a:endParaRPr lang="en-US"/>
        </a:p>
      </dgm:t>
    </dgm:pt>
    <dgm:pt modelId="{2B8CD58E-E155-5745-A0AA-E63F30BCDCBB}">
      <dgm:prSet phldrT="[Text]"/>
      <dgm:spPr/>
      <dgm:t>
        <a:bodyPr/>
        <a:lstStyle/>
        <a:p>
          <a:r>
            <a:rPr lang="en-US" dirty="0" smtClean="0"/>
            <a:t>Worker</a:t>
          </a:r>
          <a:endParaRPr lang="en-US" dirty="0"/>
        </a:p>
      </dgm:t>
    </dgm:pt>
    <dgm:pt modelId="{1C580C2C-6FC1-C543-821B-1355F6EC3D1E}" type="parTrans" cxnId="{FC98779F-74F0-D342-AE63-9601712B185B}">
      <dgm:prSet/>
      <dgm:spPr/>
      <dgm:t>
        <a:bodyPr/>
        <a:lstStyle/>
        <a:p>
          <a:endParaRPr lang="en-US"/>
        </a:p>
      </dgm:t>
    </dgm:pt>
    <dgm:pt modelId="{89FAC66A-FDD4-394B-B4F0-60EED1532453}" type="sibTrans" cxnId="{FC98779F-74F0-D342-AE63-9601712B185B}">
      <dgm:prSet/>
      <dgm:spPr/>
      <dgm:t>
        <a:bodyPr/>
        <a:lstStyle/>
        <a:p>
          <a:endParaRPr lang="en-US"/>
        </a:p>
      </dgm:t>
    </dgm:pt>
    <dgm:pt modelId="{58E71D74-9606-AA4D-88CB-98549C1E177F}">
      <dgm:prSet phldrT="[Text]"/>
      <dgm:spPr/>
      <dgm:t>
        <a:bodyPr/>
        <a:lstStyle/>
        <a:p>
          <a:r>
            <a:rPr lang="en-US" dirty="0" smtClean="0"/>
            <a:t>Worker</a:t>
          </a:r>
          <a:endParaRPr lang="en-US" dirty="0"/>
        </a:p>
      </dgm:t>
    </dgm:pt>
    <dgm:pt modelId="{D13272DB-C2DA-4F45-A3A4-336DCC621F7F}" type="parTrans" cxnId="{3568BE0D-8923-154F-8EB4-FC6689B875A8}">
      <dgm:prSet/>
      <dgm:spPr/>
      <dgm:t>
        <a:bodyPr/>
        <a:lstStyle/>
        <a:p>
          <a:endParaRPr lang="en-US"/>
        </a:p>
      </dgm:t>
    </dgm:pt>
    <dgm:pt modelId="{E58A0569-2ED2-D948-AE70-211958CB5856}" type="sibTrans" cxnId="{3568BE0D-8923-154F-8EB4-FC6689B875A8}">
      <dgm:prSet/>
      <dgm:spPr/>
      <dgm:t>
        <a:bodyPr/>
        <a:lstStyle/>
        <a:p>
          <a:endParaRPr lang="en-US"/>
        </a:p>
      </dgm:t>
    </dgm:pt>
    <dgm:pt modelId="{240B5AF9-7E26-9F41-A16A-BE668B4B3701}">
      <dgm:prSet phldrT="[Text]"/>
      <dgm:spPr/>
      <dgm:t>
        <a:bodyPr/>
        <a:lstStyle/>
        <a:p>
          <a:r>
            <a:rPr lang="en-US" dirty="0" smtClean="0"/>
            <a:t>Worker</a:t>
          </a:r>
          <a:endParaRPr lang="en-US" dirty="0"/>
        </a:p>
      </dgm:t>
    </dgm:pt>
    <dgm:pt modelId="{FD3EF410-4E77-C846-A29D-453564D83992}" type="parTrans" cxnId="{2C6BC056-4C33-9A40-B26D-20D1090C3D3D}">
      <dgm:prSet/>
      <dgm:spPr/>
      <dgm:t>
        <a:bodyPr/>
        <a:lstStyle/>
        <a:p>
          <a:endParaRPr lang="en-US"/>
        </a:p>
      </dgm:t>
    </dgm:pt>
    <dgm:pt modelId="{5E2145D0-70C5-B048-9ED9-2EBB88F7BC3D}" type="sibTrans" cxnId="{2C6BC056-4C33-9A40-B26D-20D1090C3D3D}">
      <dgm:prSet/>
      <dgm:spPr/>
      <dgm:t>
        <a:bodyPr/>
        <a:lstStyle/>
        <a:p>
          <a:endParaRPr lang="en-US"/>
        </a:p>
      </dgm:t>
    </dgm:pt>
    <dgm:pt modelId="{AD575CCD-2276-F04B-B492-B76134F76B15}">
      <dgm:prSet phldrT="[Text]"/>
      <dgm:spPr>
        <a:solidFill>
          <a:srgbClr val="A8D65D">
            <a:alpha val="90000"/>
          </a:srgbClr>
        </a:solidFill>
        <a:ln>
          <a:solidFill>
            <a:srgbClr val="A8D65D"/>
          </a:solidFill>
        </a:ln>
      </dgm:spPr>
      <dgm:t>
        <a:bodyPr/>
        <a:lstStyle/>
        <a:p>
          <a:r>
            <a:rPr lang="en-US" dirty="0" smtClean="0"/>
            <a:t>Manager</a:t>
          </a:r>
          <a:endParaRPr lang="en-US" dirty="0"/>
        </a:p>
      </dgm:t>
    </dgm:pt>
    <dgm:pt modelId="{3F391BB8-3415-6247-927F-8300B1565542}" type="parTrans" cxnId="{5AFBB633-82E0-F546-810B-9364B430FBCE}">
      <dgm:prSet/>
      <dgm:spPr/>
      <dgm:t>
        <a:bodyPr/>
        <a:lstStyle/>
        <a:p>
          <a:endParaRPr lang="en-US"/>
        </a:p>
      </dgm:t>
    </dgm:pt>
    <dgm:pt modelId="{ABF2046D-C79C-B54A-BFD1-F6CE6E4BA141}" type="sibTrans" cxnId="{5AFBB633-82E0-F546-810B-9364B430FBCE}">
      <dgm:prSet/>
      <dgm:spPr/>
      <dgm:t>
        <a:bodyPr/>
        <a:lstStyle/>
        <a:p>
          <a:endParaRPr lang="en-US"/>
        </a:p>
      </dgm:t>
    </dgm:pt>
    <dgm:pt modelId="{9B97D2C1-F76C-6344-96D9-FB4B47AEC44A}">
      <dgm:prSet phldrT="[Text]"/>
      <dgm:spPr/>
      <dgm:t>
        <a:bodyPr/>
        <a:lstStyle/>
        <a:p>
          <a:r>
            <a:rPr lang="en-US" dirty="0" smtClean="0"/>
            <a:t>Worker</a:t>
          </a:r>
          <a:endParaRPr lang="en-US" dirty="0"/>
        </a:p>
      </dgm:t>
    </dgm:pt>
    <dgm:pt modelId="{F6DC1B09-B0D1-1B4E-B6CF-20160A61B85A}" type="parTrans" cxnId="{0DFE58EB-139C-8D49-8CA0-063CEA352F76}">
      <dgm:prSet/>
      <dgm:spPr/>
      <dgm:t>
        <a:bodyPr/>
        <a:lstStyle/>
        <a:p>
          <a:endParaRPr lang="en-US"/>
        </a:p>
      </dgm:t>
    </dgm:pt>
    <dgm:pt modelId="{9FE2B6A9-3B12-D044-A08F-8BBF0072B5BD}" type="sibTrans" cxnId="{0DFE58EB-139C-8D49-8CA0-063CEA352F76}">
      <dgm:prSet/>
      <dgm:spPr/>
      <dgm:t>
        <a:bodyPr/>
        <a:lstStyle/>
        <a:p>
          <a:endParaRPr lang="en-US"/>
        </a:p>
      </dgm:t>
    </dgm:pt>
    <dgm:pt modelId="{7F966F0B-DB3B-9947-8C7E-5B841E84AB48}">
      <dgm:prSet phldrT="[Text]"/>
      <dgm:spPr/>
      <dgm:t>
        <a:bodyPr/>
        <a:lstStyle/>
        <a:p>
          <a:r>
            <a:rPr lang="en-US" dirty="0" smtClean="0"/>
            <a:t>Worker</a:t>
          </a:r>
          <a:endParaRPr lang="en-US" dirty="0"/>
        </a:p>
      </dgm:t>
    </dgm:pt>
    <dgm:pt modelId="{FF47180D-A71B-3B41-8FEF-864732546BE7}" type="parTrans" cxnId="{5F56018C-23F1-C74D-8586-E9C85E8ED006}">
      <dgm:prSet/>
      <dgm:spPr/>
      <dgm:t>
        <a:bodyPr/>
        <a:lstStyle/>
        <a:p>
          <a:endParaRPr lang="en-US"/>
        </a:p>
      </dgm:t>
    </dgm:pt>
    <dgm:pt modelId="{0EB8ECA8-62FC-5C44-A652-39EDEEF693EB}" type="sibTrans" cxnId="{5F56018C-23F1-C74D-8586-E9C85E8ED006}">
      <dgm:prSet/>
      <dgm:spPr/>
      <dgm:t>
        <a:bodyPr/>
        <a:lstStyle/>
        <a:p>
          <a:endParaRPr lang="en-US"/>
        </a:p>
      </dgm:t>
    </dgm:pt>
    <dgm:pt modelId="{C9505FD7-644F-EE4D-8EF7-544557EEE732}">
      <dgm:prSet phldrT="[Text]"/>
      <dgm:spPr/>
      <dgm:t>
        <a:bodyPr/>
        <a:lstStyle/>
        <a:p>
          <a:r>
            <a:rPr lang="en-US" dirty="0" smtClean="0"/>
            <a:t>Worker</a:t>
          </a:r>
          <a:endParaRPr lang="en-US" dirty="0"/>
        </a:p>
      </dgm:t>
    </dgm:pt>
    <dgm:pt modelId="{CF000E37-A17A-B444-A9D8-F44C3069F02C}" type="parTrans" cxnId="{1DFAD4A9-DF93-7742-A787-EE6E86412EFB}">
      <dgm:prSet/>
      <dgm:spPr/>
      <dgm:t>
        <a:bodyPr/>
        <a:lstStyle/>
        <a:p>
          <a:endParaRPr lang="en-US"/>
        </a:p>
      </dgm:t>
    </dgm:pt>
    <dgm:pt modelId="{9E4AB8F1-2F4D-3D4C-B89F-C3306ED47A11}" type="sibTrans" cxnId="{1DFAD4A9-DF93-7742-A787-EE6E86412EFB}">
      <dgm:prSet/>
      <dgm:spPr/>
      <dgm:t>
        <a:bodyPr/>
        <a:lstStyle/>
        <a:p>
          <a:endParaRPr lang="en-US"/>
        </a:p>
      </dgm:t>
    </dgm:pt>
    <dgm:pt modelId="{30796A91-4F67-D647-85FA-6750E8C46470}">
      <dgm:prSet phldrT="[Text]"/>
      <dgm:spPr/>
      <dgm:t>
        <a:bodyPr/>
        <a:lstStyle/>
        <a:p>
          <a:r>
            <a:rPr lang="en-US" dirty="0" smtClean="0"/>
            <a:t>Worker</a:t>
          </a:r>
          <a:endParaRPr lang="en-US" dirty="0"/>
        </a:p>
      </dgm:t>
    </dgm:pt>
    <dgm:pt modelId="{C59D6D8D-1349-0546-8B25-E184EE5EEBA9}" type="parTrans" cxnId="{9AB685D7-4EC0-2C4D-9F0F-6E7D99EAA36C}">
      <dgm:prSet/>
      <dgm:spPr/>
      <dgm:t>
        <a:bodyPr/>
        <a:lstStyle/>
        <a:p>
          <a:endParaRPr lang="en-US"/>
        </a:p>
      </dgm:t>
    </dgm:pt>
    <dgm:pt modelId="{0CC7D550-0288-DB4B-9D85-D9B0C96E115A}" type="sibTrans" cxnId="{9AB685D7-4EC0-2C4D-9F0F-6E7D99EAA36C}">
      <dgm:prSet/>
      <dgm:spPr/>
      <dgm:t>
        <a:bodyPr/>
        <a:lstStyle/>
        <a:p>
          <a:endParaRPr lang="en-US"/>
        </a:p>
      </dgm:t>
    </dgm:pt>
    <dgm:pt modelId="{995236D1-7D34-6142-BE99-FF7B40E399FD}">
      <dgm:prSet phldrT="[Text]"/>
      <dgm:spPr/>
      <dgm:t>
        <a:bodyPr/>
        <a:lstStyle/>
        <a:p>
          <a:r>
            <a:rPr lang="en-US" dirty="0" smtClean="0"/>
            <a:t>Worker</a:t>
          </a:r>
          <a:endParaRPr lang="en-US" dirty="0"/>
        </a:p>
      </dgm:t>
    </dgm:pt>
    <dgm:pt modelId="{BBB764E4-8623-B94E-9FFD-DF7022F27BF1}" type="parTrans" cxnId="{B4217ACD-D89A-D749-A916-4987D6EBE33C}">
      <dgm:prSet/>
      <dgm:spPr/>
      <dgm:t>
        <a:bodyPr/>
        <a:lstStyle/>
        <a:p>
          <a:endParaRPr lang="en-US"/>
        </a:p>
      </dgm:t>
    </dgm:pt>
    <dgm:pt modelId="{DAC6E7F2-98AC-ED4B-9392-6D0F12DF8744}" type="sibTrans" cxnId="{B4217ACD-D89A-D749-A916-4987D6EBE33C}">
      <dgm:prSet/>
      <dgm:spPr/>
      <dgm:t>
        <a:bodyPr/>
        <a:lstStyle/>
        <a:p>
          <a:endParaRPr lang="en-US"/>
        </a:p>
      </dgm:t>
    </dgm:pt>
    <dgm:pt modelId="{D4D9F6B6-86B9-A340-9743-A4D0A3DC0DAF}">
      <dgm:prSet phldrT="[Text]"/>
      <dgm:spPr>
        <a:solidFill>
          <a:srgbClr val="A8D65D">
            <a:alpha val="90000"/>
          </a:srgbClr>
        </a:solidFill>
      </dgm:spPr>
      <dgm:t>
        <a:bodyPr/>
        <a:lstStyle/>
        <a:p>
          <a:r>
            <a:rPr lang="en-US" dirty="0" smtClean="0"/>
            <a:t>Manager</a:t>
          </a:r>
          <a:endParaRPr lang="en-US" dirty="0"/>
        </a:p>
      </dgm:t>
    </dgm:pt>
    <dgm:pt modelId="{C6EBEB23-B0C0-364D-B9A5-F033231624E5}" type="parTrans" cxnId="{1B8D2C87-F44C-3C4F-9632-DCFF4D443996}">
      <dgm:prSet/>
      <dgm:spPr/>
      <dgm:t>
        <a:bodyPr/>
        <a:lstStyle/>
        <a:p>
          <a:endParaRPr lang="en-US"/>
        </a:p>
      </dgm:t>
    </dgm:pt>
    <dgm:pt modelId="{14A658E0-7752-8044-BD55-377BF98B69AF}" type="sibTrans" cxnId="{1B8D2C87-F44C-3C4F-9632-DCFF4D443996}">
      <dgm:prSet/>
      <dgm:spPr/>
      <dgm:t>
        <a:bodyPr/>
        <a:lstStyle/>
        <a:p>
          <a:endParaRPr lang="en-US"/>
        </a:p>
      </dgm:t>
    </dgm:pt>
    <dgm:pt modelId="{53FC4031-6716-6940-A1DD-B8C8D0A992BC}">
      <dgm:prSet phldrT="[Text]"/>
      <dgm:spPr/>
      <dgm:t>
        <a:bodyPr/>
        <a:lstStyle/>
        <a:p>
          <a:r>
            <a:rPr lang="en-US" dirty="0" smtClean="0"/>
            <a:t>Worker</a:t>
          </a:r>
          <a:endParaRPr lang="en-US" dirty="0"/>
        </a:p>
      </dgm:t>
    </dgm:pt>
    <dgm:pt modelId="{868612F2-6C3E-3B43-861A-DF3F0567AD1A}" type="parTrans" cxnId="{7BAC238D-6F2F-D34F-9DEC-03C5F924C241}">
      <dgm:prSet/>
      <dgm:spPr/>
      <dgm:t>
        <a:bodyPr/>
        <a:lstStyle/>
        <a:p>
          <a:endParaRPr lang="en-US"/>
        </a:p>
      </dgm:t>
    </dgm:pt>
    <dgm:pt modelId="{AD93EC37-546C-EC48-8149-227AE2E91AB4}" type="sibTrans" cxnId="{7BAC238D-6F2F-D34F-9DEC-03C5F924C241}">
      <dgm:prSet/>
      <dgm:spPr/>
      <dgm:t>
        <a:bodyPr/>
        <a:lstStyle/>
        <a:p>
          <a:endParaRPr lang="en-US"/>
        </a:p>
      </dgm:t>
    </dgm:pt>
    <dgm:pt modelId="{B35B834C-A28E-CB4B-8196-36E982EC7836}">
      <dgm:prSet phldrT="[Text]"/>
      <dgm:spPr/>
      <dgm:t>
        <a:bodyPr/>
        <a:lstStyle/>
        <a:p>
          <a:r>
            <a:rPr lang="en-US" dirty="0" smtClean="0"/>
            <a:t>Worker</a:t>
          </a:r>
          <a:endParaRPr lang="en-US" dirty="0"/>
        </a:p>
      </dgm:t>
    </dgm:pt>
    <dgm:pt modelId="{CCBB0D4B-DEDE-AC43-B193-930BDCA24BA6}" type="parTrans" cxnId="{8EE24F2D-EC2D-924D-93C4-2BDDA1FF1F82}">
      <dgm:prSet/>
      <dgm:spPr/>
      <dgm:t>
        <a:bodyPr/>
        <a:lstStyle/>
        <a:p>
          <a:endParaRPr lang="en-US"/>
        </a:p>
      </dgm:t>
    </dgm:pt>
    <dgm:pt modelId="{8BB19E1F-1DFA-4344-BBB9-858A41F1C368}" type="sibTrans" cxnId="{8EE24F2D-EC2D-924D-93C4-2BDDA1FF1F82}">
      <dgm:prSet/>
      <dgm:spPr/>
      <dgm:t>
        <a:bodyPr/>
        <a:lstStyle/>
        <a:p>
          <a:endParaRPr lang="en-US"/>
        </a:p>
      </dgm:t>
    </dgm:pt>
    <dgm:pt modelId="{F56DB655-5CA4-0C46-93EA-E9E6C6B63840}" type="pres">
      <dgm:prSet presAssocID="{F9B524BD-221E-0F44-AAE1-8DCB523520D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9F5803EB-FC3F-DC4C-9590-B4217517C887}" type="pres">
      <dgm:prSet presAssocID="{919DE10B-75E2-7F41-908B-F20C4564D396}" presName="hierRoot1" presStyleCnt="0"/>
      <dgm:spPr/>
    </dgm:pt>
    <dgm:pt modelId="{605D1976-DBF5-7644-9AC4-E6CBE88C98D7}" type="pres">
      <dgm:prSet presAssocID="{919DE10B-75E2-7F41-908B-F20C4564D396}" presName="composite" presStyleCnt="0"/>
      <dgm:spPr/>
    </dgm:pt>
    <dgm:pt modelId="{249DAEF3-5E6C-464A-B376-C1ABBB350B60}" type="pres">
      <dgm:prSet presAssocID="{919DE10B-75E2-7F41-908B-F20C4564D396}" presName="background" presStyleLbl="node0" presStyleIdx="0" presStyleCnt="1"/>
      <dgm:spPr/>
    </dgm:pt>
    <dgm:pt modelId="{B8BC65DF-26AC-5146-B5E6-7D0AE522A3C0}" type="pres">
      <dgm:prSet presAssocID="{919DE10B-75E2-7F41-908B-F20C4564D396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EF4DD9B-0038-4841-91E9-949FFE68A198}" type="pres">
      <dgm:prSet presAssocID="{919DE10B-75E2-7F41-908B-F20C4564D396}" presName="hierChild2" presStyleCnt="0"/>
      <dgm:spPr/>
    </dgm:pt>
    <dgm:pt modelId="{66892BA1-966E-1844-BBC2-1058A50521BC}" type="pres">
      <dgm:prSet presAssocID="{4C1A85D0-DC8E-CB48-BF49-8A9420A951C4}" presName="Name10" presStyleLbl="parChTrans1D2" presStyleIdx="0" presStyleCnt="4"/>
      <dgm:spPr/>
      <dgm:t>
        <a:bodyPr/>
        <a:lstStyle/>
        <a:p>
          <a:endParaRPr lang="en-US"/>
        </a:p>
      </dgm:t>
    </dgm:pt>
    <dgm:pt modelId="{6FF9C2DF-90A0-9148-8002-CF0E3B58D8BC}" type="pres">
      <dgm:prSet presAssocID="{C26C1A0C-CDD5-D146-9A6B-F778856890AE}" presName="hierRoot2" presStyleCnt="0"/>
      <dgm:spPr/>
    </dgm:pt>
    <dgm:pt modelId="{F64975A9-EC66-154F-A060-08A4021B80D5}" type="pres">
      <dgm:prSet presAssocID="{C26C1A0C-CDD5-D146-9A6B-F778856890AE}" presName="composite2" presStyleCnt="0"/>
      <dgm:spPr/>
    </dgm:pt>
    <dgm:pt modelId="{5800F81E-BDEA-614B-9D8A-B40BC350439A}" type="pres">
      <dgm:prSet presAssocID="{C26C1A0C-CDD5-D146-9A6B-F778856890AE}" presName="background2" presStyleLbl="node2" presStyleIdx="0" presStyleCnt="4"/>
      <dgm:spPr/>
    </dgm:pt>
    <dgm:pt modelId="{F8C2B5FE-799E-AC44-BF98-27A3C589F79B}" type="pres">
      <dgm:prSet presAssocID="{C26C1A0C-CDD5-D146-9A6B-F778856890AE}" presName="text2" presStyleLbl="fgAcc2" presStyleIdx="0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DB325E4-FD74-B345-9947-0CF43D4EFC8E}" type="pres">
      <dgm:prSet presAssocID="{C26C1A0C-CDD5-D146-9A6B-F778856890AE}" presName="hierChild3" presStyleCnt="0"/>
      <dgm:spPr/>
    </dgm:pt>
    <dgm:pt modelId="{DAB1FE24-A8AF-6A4E-9B7D-FC1BFFAA69AF}" type="pres">
      <dgm:prSet presAssocID="{44A91C20-46E1-5443-A830-CEC3B36EB65E}" presName="Name17" presStyleLbl="parChTrans1D3" presStyleIdx="0" presStyleCnt="12"/>
      <dgm:spPr/>
      <dgm:t>
        <a:bodyPr/>
        <a:lstStyle/>
        <a:p>
          <a:endParaRPr lang="en-US"/>
        </a:p>
      </dgm:t>
    </dgm:pt>
    <dgm:pt modelId="{F0FFE9E0-E1E9-0848-85B1-A23624FFCA66}" type="pres">
      <dgm:prSet presAssocID="{49E1CB67-36C6-FD40-A1F9-3D34D66935BD}" presName="hierRoot3" presStyleCnt="0"/>
      <dgm:spPr/>
    </dgm:pt>
    <dgm:pt modelId="{0CF35DED-F441-804C-80B4-C3B23E1BC2A2}" type="pres">
      <dgm:prSet presAssocID="{49E1CB67-36C6-FD40-A1F9-3D34D66935BD}" presName="composite3" presStyleCnt="0"/>
      <dgm:spPr/>
    </dgm:pt>
    <dgm:pt modelId="{2DE47893-3351-8243-97D6-856DE98A4BEB}" type="pres">
      <dgm:prSet presAssocID="{49E1CB67-36C6-FD40-A1F9-3D34D66935BD}" presName="background3" presStyleLbl="node3" presStyleIdx="0" presStyleCnt="12"/>
      <dgm:spPr/>
      <dgm:t>
        <a:bodyPr/>
        <a:lstStyle/>
        <a:p>
          <a:endParaRPr lang="en-US"/>
        </a:p>
      </dgm:t>
    </dgm:pt>
    <dgm:pt modelId="{138D35EB-2ECA-3D40-BC5B-9BB1E0254305}" type="pres">
      <dgm:prSet presAssocID="{49E1CB67-36C6-FD40-A1F9-3D34D66935BD}" presName="text3" presStyleLbl="fgAcc3" presStyleIdx="0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A6F52DE-CE7C-F44C-B39A-75CE37801552}" type="pres">
      <dgm:prSet presAssocID="{49E1CB67-36C6-FD40-A1F9-3D34D66935BD}" presName="hierChild4" presStyleCnt="0"/>
      <dgm:spPr/>
    </dgm:pt>
    <dgm:pt modelId="{1EC6ACCB-57B1-EF41-BC8E-BFFCD181A122}" type="pres">
      <dgm:prSet presAssocID="{FD3EF410-4E77-C846-A29D-453564D83992}" presName="Name17" presStyleLbl="parChTrans1D3" presStyleIdx="1" presStyleCnt="12"/>
      <dgm:spPr/>
      <dgm:t>
        <a:bodyPr/>
        <a:lstStyle/>
        <a:p>
          <a:endParaRPr lang="en-US"/>
        </a:p>
      </dgm:t>
    </dgm:pt>
    <dgm:pt modelId="{D6C02307-EDFC-0E4C-BD94-8A2E826F631A}" type="pres">
      <dgm:prSet presAssocID="{240B5AF9-7E26-9F41-A16A-BE668B4B3701}" presName="hierRoot3" presStyleCnt="0"/>
      <dgm:spPr/>
    </dgm:pt>
    <dgm:pt modelId="{DC2D918C-67C8-B845-A3A8-B423FCAE5726}" type="pres">
      <dgm:prSet presAssocID="{240B5AF9-7E26-9F41-A16A-BE668B4B3701}" presName="composite3" presStyleCnt="0"/>
      <dgm:spPr/>
    </dgm:pt>
    <dgm:pt modelId="{C990B9BA-BA0D-DC4C-A248-9EEF7A0AED16}" type="pres">
      <dgm:prSet presAssocID="{240B5AF9-7E26-9F41-A16A-BE668B4B3701}" presName="background3" presStyleLbl="node3" presStyleIdx="1" presStyleCnt="12"/>
      <dgm:spPr/>
    </dgm:pt>
    <dgm:pt modelId="{DAAA26DE-50B1-904E-9C32-DDA7D0D0A98B}" type="pres">
      <dgm:prSet presAssocID="{240B5AF9-7E26-9F41-A16A-BE668B4B3701}" presName="text3" presStyleLbl="fgAcc3" presStyleIdx="1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62D323D-FB2B-7146-B23D-8A6EEB3A9A28}" type="pres">
      <dgm:prSet presAssocID="{240B5AF9-7E26-9F41-A16A-BE668B4B3701}" presName="hierChild4" presStyleCnt="0"/>
      <dgm:spPr/>
    </dgm:pt>
    <dgm:pt modelId="{912D2750-12F4-AE4B-AC35-EB7F36F0354D}" type="pres">
      <dgm:prSet presAssocID="{D13272DB-C2DA-4F45-A3A4-336DCC621F7F}" presName="Name17" presStyleLbl="parChTrans1D3" presStyleIdx="2" presStyleCnt="12"/>
      <dgm:spPr/>
      <dgm:t>
        <a:bodyPr/>
        <a:lstStyle/>
        <a:p>
          <a:endParaRPr lang="en-US"/>
        </a:p>
      </dgm:t>
    </dgm:pt>
    <dgm:pt modelId="{35AFC813-F5CC-0142-A2E8-E76F53CE190E}" type="pres">
      <dgm:prSet presAssocID="{58E71D74-9606-AA4D-88CB-98549C1E177F}" presName="hierRoot3" presStyleCnt="0"/>
      <dgm:spPr/>
    </dgm:pt>
    <dgm:pt modelId="{8707F990-AB6D-7E46-813A-35875C58281B}" type="pres">
      <dgm:prSet presAssocID="{58E71D74-9606-AA4D-88CB-98549C1E177F}" presName="composite3" presStyleCnt="0"/>
      <dgm:spPr/>
    </dgm:pt>
    <dgm:pt modelId="{15C33EAE-44E5-F840-943E-176A7AE332C1}" type="pres">
      <dgm:prSet presAssocID="{58E71D74-9606-AA4D-88CB-98549C1E177F}" presName="background3" presStyleLbl="node3" presStyleIdx="2" presStyleCnt="12"/>
      <dgm:spPr/>
    </dgm:pt>
    <dgm:pt modelId="{A8706B61-F299-ED4A-AB38-8BE3C4541DD2}" type="pres">
      <dgm:prSet presAssocID="{58E71D74-9606-AA4D-88CB-98549C1E177F}" presName="text3" presStyleLbl="fgAcc3" presStyleIdx="2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7914D6E-B697-CD47-9FA7-BC2CB613C968}" type="pres">
      <dgm:prSet presAssocID="{58E71D74-9606-AA4D-88CB-98549C1E177F}" presName="hierChild4" presStyleCnt="0"/>
      <dgm:spPr/>
    </dgm:pt>
    <dgm:pt modelId="{8E853280-BA86-3E44-9FBD-1136C9727133}" type="pres">
      <dgm:prSet presAssocID="{3F391BB8-3415-6247-927F-8300B1565542}" presName="Name10" presStyleLbl="parChTrans1D2" presStyleIdx="1" presStyleCnt="4"/>
      <dgm:spPr/>
      <dgm:t>
        <a:bodyPr/>
        <a:lstStyle/>
        <a:p>
          <a:endParaRPr lang="en-US"/>
        </a:p>
      </dgm:t>
    </dgm:pt>
    <dgm:pt modelId="{D99280E7-7E55-364A-AF7F-8019EF478997}" type="pres">
      <dgm:prSet presAssocID="{AD575CCD-2276-F04B-B492-B76134F76B15}" presName="hierRoot2" presStyleCnt="0"/>
      <dgm:spPr/>
    </dgm:pt>
    <dgm:pt modelId="{53B8C379-29F5-BB4D-A96F-BD0F46739962}" type="pres">
      <dgm:prSet presAssocID="{AD575CCD-2276-F04B-B492-B76134F76B15}" presName="composite2" presStyleCnt="0"/>
      <dgm:spPr/>
    </dgm:pt>
    <dgm:pt modelId="{B78DC4CA-D093-524D-A36A-54DC3044DB0A}" type="pres">
      <dgm:prSet presAssocID="{AD575CCD-2276-F04B-B492-B76134F76B15}" presName="background2" presStyleLbl="node2" presStyleIdx="1" presStyleCnt="4"/>
      <dgm:spPr/>
    </dgm:pt>
    <dgm:pt modelId="{E2177FFB-E3B5-AC41-9C48-57220691BB00}" type="pres">
      <dgm:prSet presAssocID="{AD575CCD-2276-F04B-B492-B76134F76B15}" presName="text2" presStyleLbl="fgAcc2" presStyleIdx="1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AD061ED-B5ED-BC4C-BB19-3CB3388255C2}" type="pres">
      <dgm:prSet presAssocID="{AD575CCD-2276-F04B-B492-B76134F76B15}" presName="hierChild3" presStyleCnt="0"/>
      <dgm:spPr/>
    </dgm:pt>
    <dgm:pt modelId="{22235E01-78D6-9443-BF16-7C8C7B4033C4}" type="pres">
      <dgm:prSet presAssocID="{F6DC1B09-B0D1-1B4E-B6CF-20160A61B85A}" presName="Name17" presStyleLbl="parChTrans1D3" presStyleIdx="3" presStyleCnt="12"/>
      <dgm:spPr/>
      <dgm:t>
        <a:bodyPr/>
        <a:lstStyle/>
        <a:p>
          <a:endParaRPr lang="en-US"/>
        </a:p>
      </dgm:t>
    </dgm:pt>
    <dgm:pt modelId="{A7DAAEC3-8379-C246-B232-B772AE95C71B}" type="pres">
      <dgm:prSet presAssocID="{9B97D2C1-F76C-6344-96D9-FB4B47AEC44A}" presName="hierRoot3" presStyleCnt="0"/>
      <dgm:spPr/>
    </dgm:pt>
    <dgm:pt modelId="{873D5ECD-34D0-1844-A4E6-78A7AE635F3F}" type="pres">
      <dgm:prSet presAssocID="{9B97D2C1-F76C-6344-96D9-FB4B47AEC44A}" presName="composite3" presStyleCnt="0"/>
      <dgm:spPr/>
    </dgm:pt>
    <dgm:pt modelId="{2BA8D0BE-CACF-ED42-B5AD-23479BB311C2}" type="pres">
      <dgm:prSet presAssocID="{9B97D2C1-F76C-6344-96D9-FB4B47AEC44A}" presName="background3" presStyleLbl="node3" presStyleIdx="3" presStyleCnt="12"/>
      <dgm:spPr/>
    </dgm:pt>
    <dgm:pt modelId="{6696C73A-E1B6-B94E-88EA-969E5EF9A926}" type="pres">
      <dgm:prSet presAssocID="{9B97D2C1-F76C-6344-96D9-FB4B47AEC44A}" presName="text3" presStyleLbl="fgAcc3" presStyleIdx="3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B30CE6D-5A5C-184B-B374-B04DA4857FF6}" type="pres">
      <dgm:prSet presAssocID="{9B97D2C1-F76C-6344-96D9-FB4B47AEC44A}" presName="hierChild4" presStyleCnt="0"/>
      <dgm:spPr/>
    </dgm:pt>
    <dgm:pt modelId="{A2CD620D-CE31-094C-8FB9-8EAA79716B28}" type="pres">
      <dgm:prSet presAssocID="{FF47180D-A71B-3B41-8FEF-864732546BE7}" presName="Name17" presStyleLbl="parChTrans1D3" presStyleIdx="4" presStyleCnt="12"/>
      <dgm:spPr/>
      <dgm:t>
        <a:bodyPr/>
        <a:lstStyle/>
        <a:p>
          <a:endParaRPr lang="en-US"/>
        </a:p>
      </dgm:t>
    </dgm:pt>
    <dgm:pt modelId="{F8F260B0-9FB9-4147-B9A7-CB2342A478F3}" type="pres">
      <dgm:prSet presAssocID="{7F966F0B-DB3B-9947-8C7E-5B841E84AB48}" presName="hierRoot3" presStyleCnt="0"/>
      <dgm:spPr/>
    </dgm:pt>
    <dgm:pt modelId="{EE4D0B48-6208-5347-84C9-ED86BA8EEAEE}" type="pres">
      <dgm:prSet presAssocID="{7F966F0B-DB3B-9947-8C7E-5B841E84AB48}" presName="composite3" presStyleCnt="0"/>
      <dgm:spPr/>
    </dgm:pt>
    <dgm:pt modelId="{46DA650E-F399-D646-A46A-287A4F739407}" type="pres">
      <dgm:prSet presAssocID="{7F966F0B-DB3B-9947-8C7E-5B841E84AB48}" presName="background3" presStyleLbl="node3" presStyleIdx="4" presStyleCnt="12"/>
      <dgm:spPr/>
    </dgm:pt>
    <dgm:pt modelId="{6881E7D6-AAAF-CD46-B7E7-6E9420BF903D}" type="pres">
      <dgm:prSet presAssocID="{7F966F0B-DB3B-9947-8C7E-5B841E84AB48}" presName="text3" presStyleLbl="fgAcc3" presStyleIdx="4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FB885C3-2183-6645-9628-A400CB936564}" type="pres">
      <dgm:prSet presAssocID="{7F966F0B-DB3B-9947-8C7E-5B841E84AB48}" presName="hierChild4" presStyleCnt="0"/>
      <dgm:spPr/>
    </dgm:pt>
    <dgm:pt modelId="{A87D0AAF-2F2C-944C-A6A8-0E0564349C68}" type="pres">
      <dgm:prSet presAssocID="{3ED0A1DD-73FB-8F42-AC83-938B67F35935}" presName="Name17" presStyleLbl="parChTrans1D3" presStyleIdx="5" presStyleCnt="12"/>
      <dgm:spPr/>
      <dgm:t>
        <a:bodyPr/>
        <a:lstStyle/>
        <a:p>
          <a:endParaRPr lang="en-US"/>
        </a:p>
      </dgm:t>
    </dgm:pt>
    <dgm:pt modelId="{CD28EE4C-70C5-E746-A5BB-A08795B9EA9E}" type="pres">
      <dgm:prSet presAssocID="{A26DCCC4-97BA-A34B-9261-74315DEB579A}" presName="hierRoot3" presStyleCnt="0"/>
      <dgm:spPr/>
    </dgm:pt>
    <dgm:pt modelId="{52463F96-58F7-9544-A0F5-D2E73535A7D2}" type="pres">
      <dgm:prSet presAssocID="{A26DCCC4-97BA-A34B-9261-74315DEB579A}" presName="composite3" presStyleCnt="0"/>
      <dgm:spPr/>
    </dgm:pt>
    <dgm:pt modelId="{EFC53353-60A0-6345-9DC9-0B21F169E759}" type="pres">
      <dgm:prSet presAssocID="{A26DCCC4-97BA-A34B-9261-74315DEB579A}" presName="background3" presStyleLbl="node3" presStyleIdx="5" presStyleCnt="12"/>
      <dgm:spPr/>
    </dgm:pt>
    <dgm:pt modelId="{9441CB0F-445D-AF40-9C8A-15B3ACC3D121}" type="pres">
      <dgm:prSet presAssocID="{A26DCCC4-97BA-A34B-9261-74315DEB579A}" presName="text3" presStyleLbl="fgAcc3" presStyleIdx="5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4DEECA2-23C1-DA4B-BF45-A1D9A66B80C2}" type="pres">
      <dgm:prSet presAssocID="{A26DCCC4-97BA-A34B-9261-74315DEB579A}" presName="hierChild4" presStyleCnt="0"/>
      <dgm:spPr/>
    </dgm:pt>
    <dgm:pt modelId="{DE77A10C-AE25-984F-8627-76C9D69D6DD3}" type="pres">
      <dgm:prSet presAssocID="{B18E9523-1FCD-E848-9444-540E98A6796B}" presName="Name10" presStyleLbl="parChTrans1D2" presStyleIdx="2" presStyleCnt="4"/>
      <dgm:spPr/>
      <dgm:t>
        <a:bodyPr/>
        <a:lstStyle/>
        <a:p>
          <a:endParaRPr lang="en-US"/>
        </a:p>
      </dgm:t>
    </dgm:pt>
    <dgm:pt modelId="{780AEEA5-D93A-EB41-A80F-8F469D1DCEE8}" type="pres">
      <dgm:prSet presAssocID="{71930A46-B3BA-2646-818C-FDAE534DFFD0}" presName="hierRoot2" presStyleCnt="0"/>
      <dgm:spPr/>
    </dgm:pt>
    <dgm:pt modelId="{7AF08CB2-1CAB-B347-8D0A-FC50D02160DA}" type="pres">
      <dgm:prSet presAssocID="{71930A46-B3BA-2646-818C-FDAE534DFFD0}" presName="composite2" presStyleCnt="0"/>
      <dgm:spPr/>
    </dgm:pt>
    <dgm:pt modelId="{A986032F-168B-B84E-A5EB-0B6888F90A78}" type="pres">
      <dgm:prSet presAssocID="{71930A46-B3BA-2646-818C-FDAE534DFFD0}" presName="background2" presStyleLbl="node2" presStyleIdx="2" presStyleCnt="4"/>
      <dgm:spPr/>
    </dgm:pt>
    <dgm:pt modelId="{907BF446-7EAF-5947-9A8D-29D93093365B}" type="pres">
      <dgm:prSet presAssocID="{71930A46-B3BA-2646-818C-FDAE534DFFD0}" presName="text2" presStyleLbl="fgAcc2" presStyleIdx="2" presStyleCnt="4" custLinFactNeighborX="-9213" custLinFactNeighborY="241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3310D2E-A42D-D942-A1DF-DDAD4FBF49DB}" type="pres">
      <dgm:prSet presAssocID="{71930A46-B3BA-2646-818C-FDAE534DFFD0}" presName="hierChild3" presStyleCnt="0"/>
      <dgm:spPr/>
    </dgm:pt>
    <dgm:pt modelId="{E8318BF7-549E-4D46-94F4-7ED08C90719A}" type="pres">
      <dgm:prSet presAssocID="{C59D6D8D-1349-0546-8B25-E184EE5EEBA9}" presName="Name17" presStyleLbl="parChTrans1D3" presStyleIdx="6" presStyleCnt="12"/>
      <dgm:spPr/>
      <dgm:t>
        <a:bodyPr/>
        <a:lstStyle/>
        <a:p>
          <a:endParaRPr lang="en-US"/>
        </a:p>
      </dgm:t>
    </dgm:pt>
    <dgm:pt modelId="{F9EFA4F5-FBCC-6F4F-ADFB-000EE3A4D68E}" type="pres">
      <dgm:prSet presAssocID="{30796A91-4F67-D647-85FA-6750E8C46470}" presName="hierRoot3" presStyleCnt="0"/>
      <dgm:spPr/>
    </dgm:pt>
    <dgm:pt modelId="{A199C8E3-BCA9-0C4F-A85D-A6925CF04D56}" type="pres">
      <dgm:prSet presAssocID="{30796A91-4F67-D647-85FA-6750E8C46470}" presName="composite3" presStyleCnt="0"/>
      <dgm:spPr/>
    </dgm:pt>
    <dgm:pt modelId="{E8C6EA39-5891-9A44-96A4-E6756D377CCA}" type="pres">
      <dgm:prSet presAssocID="{30796A91-4F67-D647-85FA-6750E8C46470}" presName="background3" presStyleLbl="node3" presStyleIdx="6" presStyleCnt="12"/>
      <dgm:spPr/>
    </dgm:pt>
    <dgm:pt modelId="{E2D33203-F29A-5D4C-A52E-A462B030F3B5}" type="pres">
      <dgm:prSet presAssocID="{30796A91-4F67-D647-85FA-6750E8C46470}" presName="text3" presStyleLbl="fgAcc3" presStyleIdx="6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F0440DD-1301-5A4E-9953-82C7449720C5}" type="pres">
      <dgm:prSet presAssocID="{30796A91-4F67-D647-85FA-6750E8C46470}" presName="hierChild4" presStyleCnt="0"/>
      <dgm:spPr/>
    </dgm:pt>
    <dgm:pt modelId="{FE8867D3-9C83-324C-9866-5F9E7B43605C}" type="pres">
      <dgm:prSet presAssocID="{BBB764E4-8623-B94E-9FFD-DF7022F27BF1}" presName="Name17" presStyleLbl="parChTrans1D3" presStyleIdx="7" presStyleCnt="12"/>
      <dgm:spPr/>
      <dgm:t>
        <a:bodyPr/>
        <a:lstStyle/>
        <a:p>
          <a:endParaRPr lang="en-US"/>
        </a:p>
      </dgm:t>
    </dgm:pt>
    <dgm:pt modelId="{FA066982-6B8B-3C44-A319-9DBECB4DBC65}" type="pres">
      <dgm:prSet presAssocID="{995236D1-7D34-6142-BE99-FF7B40E399FD}" presName="hierRoot3" presStyleCnt="0"/>
      <dgm:spPr/>
    </dgm:pt>
    <dgm:pt modelId="{AD154683-8925-1947-94B5-E8E9B8886E33}" type="pres">
      <dgm:prSet presAssocID="{995236D1-7D34-6142-BE99-FF7B40E399FD}" presName="composite3" presStyleCnt="0"/>
      <dgm:spPr/>
    </dgm:pt>
    <dgm:pt modelId="{2CF25FEB-45DA-D241-B4A2-5F52274DA061}" type="pres">
      <dgm:prSet presAssocID="{995236D1-7D34-6142-BE99-FF7B40E399FD}" presName="background3" presStyleLbl="node3" presStyleIdx="7" presStyleCnt="12"/>
      <dgm:spPr/>
    </dgm:pt>
    <dgm:pt modelId="{974D186B-5893-C443-BE31-07FCFF4AEA7C}" type="pres">
      <dgm:prSet presAssocID="{995236D1-7D34-6142-BE99-FF7B40E399FD}" presName="text3" presStyleLbl="fgAcc3" presStyleIdx="7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01A052B-A95D-CB42-8EB7-E6135BA2323D}" type="pres">
      <dgm:prSet presAssocID="{995236D1-7D34-6142-BE99-FF7B40E399FD}" presName="hierChild4" presStyleCnt="0"/>
      <dgm:spPr/>
    </dgm:pt>
    <dgm:pt modelId="{A124AF08-BC06-C14D-91AD-60171C60F1BB}" type="pres">
      <dgm:prSet presAssocID="{CF000E37-A17A-B444-A9D8-F44C3069F02C}" presName="Name17" presStyleLbl="parChTrans1D3" presStyleIdx="8" presStyleCnt="12"/>
      <dgm:spPr/>
      <dgm:t>
        <a:bodyPr/>
        <a:lstStyle/>
        <a:p>
          <a:endParaRPr lang="en-US"/>
        </a:p>
      </dgm:t>
    </dgm:pt>
    <dgm:pt modelId="{16D4861B-6E77-2340-A2B9-15ACE62699B9}" type="pres">
      <dgm:prSet presAssocID="{C9505FD7-644F-EE4D-8EF7-544557EEE732}" presName="hierRoot3" presStyleCnt="0"/>
      <dgm:spPr/>
    </dgm:pt>
    <dgm:pt modelId="{3A1C138F-0090-A04C-AF13-2ED75E951163}" type="pres">
      <dgm:prSet presAssocID="{C9505FD7-644F-EE4D-8EF7-544557EEE732}" presName="composite3" presStyleCnt="0"/>
      <dgm:spPr/>
    </dgm:pt>
    <dgm:pt modelId="{5CAA3AE6-F31D-2547-BD52-2F3719D5A500}" type="pres">
      <dgm:prSet presAssocID="{C9505FD7-644F-EE4D-8EF7-544557EEE732}" presName="background3" presStyleLbl="node3" presStyleIdx="8" presStyleCnt="12"/>
      <dgm:spPr/>
    </dgm:pt>
    <dgm:pt modelId="{9CC9B168-6633-384C-8138-6AF45D103B9A}" type="pres">
      <dgm:prSet presAssocID="{C9505FD7-644F-EE4D-8EF7-544557EEE732}" presName="text3" presStyleLbl="fgAcc3" presStyleIdx="8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81013C1-E896-1544-9D1E-D17B569BE50F}" type="pres">
      <dgm:prSet presAssocID="{C9505FD7-644F-EE4D-8EF7-544557EEE732}" presName="hierChild4" presStyleCnt="0"/>
      <dgm:spPr/>
    </dgm:pt>
    <dgm:pt modelId="{CBF2719D-F6AD-2749-A83C-BB1F56BE2C90}" type="pres">
      <dgm:prSet presAssocID="{C6EBEB23-B0C0-364D-B9A5-F033231624E5}" presName="Name10" presStyleLbl="parChTrans1D2" presStyleIdx="3" presStyleCnt="4"/>
      <dgm:spPr/>
      <dgm:t>
        <a:bodyPr/>
        <a:lstStyle/>
        <a:p>
          <a:endParaRPr lang="en-US"/>
        </a:p>
      </dgm:t>
    </dgm:pt>
    <dgm:pt modelId="{6FA344A8-0904-D94E-A6FF-D6FBCC28E846}" type="pres">
      <dgm:prSet presAssocID="{D4D9F6B6-86B9-A340-9743-A4D0A3DC0DAF}" presName="hierRoot2" presStyleCnt="0"/>
      <dgm:spPr/>
    </dgm:pt>
    <dgm:pt modelId="{13DC1FB5-45CC-C242-A7CF-6F587808B4ED}" type="pres">
      <dgm:prSet presAssocID="{D4D9F6B6-86B9-A340-9743-A4D0A3DC0DAF}" presName="composite2" presStyleCnt="0"/>
      <dgm:spPr/>
    </dgm:pt>
    <dgm:pt modelId="{CB7299B7-9022-7843-B8A4-F9981EA1B468}" type="pres">
      <dgm:prSet presAssocID="{D4D9F6B6-86B9-A340-9743-A4D0A3DC0DAF}" presName="background2" presStyleLbl="node2" presStyleIdx="3" presStyleCnt="4"/>
      <dgm:spPr/>
    </dgm:pt>
    <dgm:pt modelId="{50802EF8-372A-2C43-9674-9F87CCAE77B8}" type="pres">
      <dgm:prSet presAssocID="{D4D9F6B6-86B9-A340-9743-A4D0A3DC0DAF}" presName="text2" presStyleLbl="fgAcc2" presStyleIdx="3" presStyleCnt="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78421C1-4B05-A947-B27A-7749BBAEDDDE}" type="pres">
      <dgm:prSet presAssocID="{D4D9F6B6-86B9-A340-9743-A4D0A3DC0DAF}" presName="hierChild3" presStyleCnt="0"/>
      <dgm:spPr/>
    </dgm:pt>
    <dgm:pt modelId="{9A744E28-7359-A345-8E30-28B13F85424E}" type="pres">
      <dgm:prSet presAssocID="{868612F2-6C3E-3B43-861A-DF3F0567AD1A}" presName="Name17" presStyleLbl="parChTrans1D3" presStyleIdx="9" presStyleCnt="12"/>
      <dgm:spPr/>
      <dgm:t>
        <a:bodyPr/>
        <a:lstStyle/>
        <a:p>
          <a:endParaRPr lang="en-US"/>
        </a:p>
      </dgm:t>
    </dgm:pt>
    <dgm:pt modelId="{07ECB5C3-F785-0F4C-931B-6B08640D66EC}" type="pres">
      <dgm:prSet presAssocID="{53FC4031-6716-6940-A1DD-B8C8D0A992BC}" presName="hierRoot3" presStyleCnt="0"/>
      <dgm:spPr/>
    </dgm:pt>
    <dgm:pt modelId="{192F3B5B-3830-B74F-8639-2D250DAA0B6D}" type="pres">
      <dgm:prSet presAssocID="{53FC4031-6716-6940-A1DD-B8C8D0A992BC}" presName="composite3" presStyleCnt="0"/>
      <dgm:spPr/>
    </dgm:pt>
    <dgm:pt modelId="{3BFEB5F4-3F40-3944-8A63-4AFBD8363CB8}" type="pres">
      <dgm:prSet presAssocID="{53FC4031-6716-6940-A1DD-B8C8D0A992BC}" presName="background3" presStyleLbl="node3" presStyleIdx="9" presStyleCnt="12"/>
      <dgm:spPr/>
    </dgm:pt>
    <dgm:pt modelId="{B15F2186-8791-E747-BBD2-D23675E476CE}" type="pres">
      <dgm:prSet presAssocID="{53FC4031-6716-6940-A1DD-B8C8D0A992BC}" presName="text3" presStyleLbl="fgAcc3" presStyleIdx="9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D69B8BB-BBED-B44A-B7BC-2C372591AD19}" type="pres">
      <dgm:prSet presAssocID="{53FC4031-6716-6940-A1DD-B8C8D0A992BC}" presName="hierChild4" presStyleCnt="0"/>
      <dgm:spPr/>
    </dgm:pt>
    <dgm:pt modelId="{C9D1B8C6-2482-3E46-B59E-3B845B58E2A5}" type="pres">
      <dgm:prSet presAssocID="{CCBB0D4B-DEDE-AC43-B193-930BDCA24BA6}" presName="Name17" presStyleLbl="parChTrans1D3" presStyleIdx="10" presStyleCnt="12"/>
      <dgm:spPr/>
      <dgm:t>
        <a:bodyPr/>
        <a:lstStyle/>
        <a:p>
          <a:endParaRPr lang="en-US"/>
        </a:p>
      </dgm:t>
    </dgm:pt>
    <dgm:pt modelId="{65F5D99B-F139-C941-8CA1-F58F6AEDC5E2}" type="pres">
      <dgm:prSet presAssocID="{B35B834C-A28E-CB4B-8196-36E982EC7836}" presName="hierRoot3" presStyleCnt="0"/>
      <dgm:spPr/>
    </dgm:pt>
    <dgm:pt modelId="{2962DC0E-1C0B-084F-A7D3-F93BFF722970}" type="pres">
      <dgm:prSet presAssocID="{B35B834C-A28E-CB4B-8196-36E982EC7836}" presName="composite3" presStyleCnt="0"/>
      <dgm:spPr/>
    </dgm:pt>
    <dgm:pt modelId="{3733489F-754B-3946-84B6-F5ED46E81A13}" type="pres">
      <dgm:prSet presAssocID="{B35B834C-A28E-CB4B-8196-36E982EC7836}" presName="background3" presStyleLbl="node3" presStyleIdx="10" presStyleCnt="12"/>
      <dgm:spPr/>
    </dgm:pt>
    <dgm:pt modelId="{F546F5E0-8CA8-394F-90A5-456792BB6F94}" type="pres">
      <dgm:prSet presAssocID="{B35B834C-A28E-CB4B-8196-36E982EC7836}" presName="text3" presStyleLbl="fgAcc3" presStyleIdx="10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638A395-A16E-854D-9E81-42ADF7A703D6}" type="pres">
      <dgm:prSet presAssocID="{B35B834C-A28E-CB4B-8196-36E982EC7836}" presName="hierChild4" presStyleCnt="0"/>
      <dgm:spPr/>
    </dgm:pt>
    <dgm:pt modelId="{4EE1E1E3-D8DB-E948-93D1-478381D5704A}" type="pres">
      <dgm:prSet presAssocID="{1C580C2C-6FC1-C543-821B-1355F6EC3D1E}" presName="Name17" presStyleLbl="parChTrans1D3" presStyleIdx="11" presStyleCnt="12"/>
      <dgm:spPr/>
      <dgm:t>
        <a:bodyPr/>
        <a:lstStyle/>
        <a:p>
          <a:endParaRPr lang="en-US"/>
        </a:p>
      </dgm:t>
    </dgm:pt>
    <dgm:pt modelId="{756C2CA6-CC2D-534C-BC0C-11D3985366B0}" type="pres">
      <dgm:prSet presAssocID="{2B8CD58E-E155-5745-A0AA-E63F30BCDCBB}" presName="hierRoot3" presStyleCnt="0"/>
      <dgm:spPr/>
    </dgm:pt>
    <dgm:pt modelId="{FEEC18CC-3FD6-FC47-B29C-5CF4538B7C1A}" type="pres">
      <dgm:prSet presAssocID="{2B8CD58E-E155-5745-A0AA-E63F30BCDCBB}" presName="composite3" presStyleCnt="0"/>
      <dgm:spPr/>
    </dgm:pt>
    <dgm:pt modelId="{66A685E0-BB2B-6D49-9F43-83BA81DD9C34}" type="pres">
      <dgm:prSet presAssocID="{2B8CD58E-E155-5745-A0AA-E63F30BCDCBB}" presName="background3" presStyleLbl="node3" presStyleIdx="11" presStyleCnt="12"/>
      <dgm:spPr/>
    </dgm:pt>
    <dgm:pt modelId="{9F18AAB4-AFA6-F448-A684-39DBCB4995B8}" type="pres">
      <dgm:prSet presAssocID="{2B8CD58E-E155-5745-A0AA-E63F30BCDCBB}" presName="text3" presStyleLbl="fgAcc3" presStyleIdx="11" presStyleCnt="1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B78C430-FC5C-A64A-AA85-E737D6AA65B3}" type="pres">
      <dgm:prSet presAssocID="{2B8CD58E-E155-5745-A0AA-E63F30BCDCBB}" presName="hierChild4" presStyleCnt="0"/>
      <dgm:spPr/>
    </dgm:pt>
  </dgm:ptLst>
  <dgm:cxnLst>
    <dgm:cxn modelId="{FC98779F-74F0-D342-AE63-9601712B185B}" srcId="{D4D9F6B6-86B9-A340-9743-A4D0A3DC0DAF}" destId="{2B8CD58E-E155-5745-A0AA-E63F30BCDCBB}" srcOrd="2" destOrd="0" parTransId="{1C580C2C-6FC1-C543-821B-1355F6EC3D1E}" sibTransId="{89FAC66A-FDD4-394B-B4F0-60EED1532453}"/>
    <dgm:cxn modelId="{AEBF00AA-3BFE-5C4B-82A5-562BF89A2A1E}" type="presOf" srcId="{FD3EF410-4E77-C846-A29D-453564D83992}" destId="{1EC6ACCB-57B1-EF41-BC8E-BFFCD181A122}" srcOrd="0" destOrd="0" presId="urn:microsoft.com/office/officeart/2005/8/layout/hierarchy1"/>
    <dgm:cxn modelId="{2C6BC056-4C33-9A40-B26D-20D1090C3D3D}" srcId="{C26C1A0C-CDD5-D146-9A6B-F778856890AE}" destId="{240B5AF9-7E26-9F41-A16A-BE668B4B3701}" srcOrd="1" destOrd="0" parTransId="{FD3EF410-4E77-C846-A29D-453564D83992}" sibTransId="{5E2145D0-70C5-B048-9ED9-2EBB88F7BC3D}"/>
    <dgm:cxn modelId="{6F4A7E16-2777-0246-8729-B0A8409066AA}" type="presOf" srcId="{CF000E37-A17A-B444-A9D8-F44C3069F02C}" destId="{A124AF08-BC06-C14D-91AD-60171C60F1BB}" srcOrd="0" destOrd="0" presId="urn:microsoft.com/office/officeart/2005/8/layout/hierarchy1"/>
    <dgm:cxn modelId="{43E25D60-A8F9-9E43-854C-8EFA182ED6AC}" type="presOf" srcId="{71930A46-B3BA-2646-818C-FDAE534DFFD0}" destId="{907BF446-7EAF-5947-9A8D-29D93093365B}" srcOrd="0" destOrd="0" presId="urn:microsoft.com/office/officeart/2005/8/layout/hierarchy1"/>
    <dgm:cxn modelId="{3568BE0D-8923-154F-8EB4-FC6689B875A8}" srcId="{C26C1A0C-CDD5-D146-9A6B-F778856890AE}" destId="{58E71D74-9606-AA4D-88CB-98549C1E177F}" srcOrd="2" destOrd="0" parTransId="{D13272DB-C2DA-4F45-A3A4-336DCC621F7F}" sibTransId="{E58A0569-2ED2-D948-AE70-211958CB5856}"/>
    <dgm:cxn modelId="{976B4FCD-5EAA-CF4B-B1E3-4860F05FFE1F}" srcId="{AD575CCD-2276-F04B-B492-B76134F76B15}" destId="{A26DCCC4-97BA-A34B-9261-74315DEB579A}" srcOrd="2" destOrd="0" parTransId="{3ED0A1DD-73FB-8F42-AC83-938B67F35935}" sibTransId="{6CFF6785-7A1B-9342-BB51-0DB1D5059C53}"/>
    <dgm:cxn modelId="{68072AC9-1040-3B46-B566-971EFEB4BD6C}" type="presOf" srcId="{49E1CB67-36C6-FD40-A1F9-3D34D66935BD}" destId="{138D35EB-2ECA-3D40-BC5B-9BB1E0254305}" srcOrd="0" destOrd="0" presId="urn:microsoft.com/office/officeart/2005/8/layout/hierarchy1"/>
    <dgm:cxn modelId="{46766B5C-36B2-C341-9388-825EED6AAAD3}" type="presOf" srcId="{C9505FD7-644F-EE4D-8EF7-544557EEE732}" destId="{9CC9B168-6633-384C-8138-6AF45D103B9A}" srcOrd="0" destOrd="0" presId="urn:microsoft.com/office/officeart/2005/8/layout/hierarchy1"/>
    <dgm:cxn modelId="{9B966353-5603-6947-B82B-5BF10D267673}" type="presOf" srcId="{B18E9523-1FCD-E848-9444-540E98A6796B}" destId="{DE77A10C-AE25-984F-8627-76C9D69D6DD3}" srcOrd="0" destOrd="0" presId="urn:microsoft.com/office/officeart/2005/8/layout/hierarchy1"/>
    <dgm:cxn modelId="{D723ED58-DAC1-4F4C-A370-F1502F1F6127}" type="presOf" srcId="{F9B524BD-221E-0F44-AAE1-8DCB523520D7}" destId="{F56DB655-5CA4-0C46-93EA-E9E6C6B63840}" srcOrd="0" destOrd="0" presId="urn:microsoft.com/office/officeart/2005/8/layout/hierarchy1"/>
    <dgm:cxn modelId="{CE7B329E-CB5B-8F49-B820-515F078365A4}" type="presOf" srcId="{995236D1-7D34-6142-BE99-FF7B40E399FD}" destId="{974D186B-5893-C443-BE31-07FCFF4AEA7C}" srcOrd="0" destOrd="0" presId="urn:microsoft.com/office/officeart/2005/8/layout/hierarchy1"/>
    <dgm:cxn modelId="{02B6329D-3E69-CF4B-A25A-51100FBA70CE}" type="presOf" srcId="{4C1A85D0-DC8E-CB48-BF49-8A9420A951C4}" destId="{66892BA1-966E-1844-BBC2-1058A50521BC}" srcOrd="0" destOrd="0" presId="urn:microsoft.com/office/officeart/2005/8/layout/hierarchy1"/>
    <dgm:cxn modelId="{8EE24F2D-EC2D-924D-93C4-2BDDA1FF1F82}" srcId="{D4D9F6B6-86B9-A340-9743-A4D0A3DC0DAF}" destId="{B35B834C-A28E-CB4B-8196-36E982EC7836}" srcOrd="1" destOrd="0" parTransId="{CCBB0D4B-DEDE-AC43-B193-930BDCA24BA6}" sibTransId="{8BB19E1F-1DFA-4344-BBB9-858A41F1C368}"/>
    <dgm:cxn modelId="{5F56018C-23F1-C74D-8586-E9C85E8ED006}" srcId="{AD575CCD-2276-F04B-B492-B76134F76B15}" destId="{7F966F0B-DB3B-9947-8C7E-5B841E84AB48}" srcOrd="1" destOrd="0" parTransId="{FF47180D-A71B-3B41-8FEF-864732546BE7}" sibTransId="{0EB8ECA8-62FC-5C44-A652-39EDEEF693EB}"/>
    <dgm:cxn modelId="{E8831EA3-6D3F-3C4D-AA94-F049813305AD}" srcId="{919DE10B-75E2-7F41-908B-F20C4564D396}" destId="{71930A46-B3BA-2646-818C-FDAE534DFFD0}" srcOrd="2" destOrd="0" parTransId="{B18E9523-1FCD-E848-9444-540E98A6796B}" sibTransId="{78B539BC-70A7-8B4A-B587-C395F98219C9}"/>
    <dgm:cxn modelId="{F069BB39-6DF4-5B4F-9254-7E7C5878FADB}" srcId="{C26C1A0C-CDD5-D146-9A6B-F778856890AE}" destId="{49E1CB67-36C6-FD40-A1F9-3D34D66935BD}" srcOrd="0" destOrd="0" parTransId="{44A91C20-46E1-5443-A830-CEC3B36EB65E}" sibTransId="{16A92FCD-E449-0F4B-94BA-94A75DE0E2A9}"/>
    <dgm:cxn modelId="{AAA2C5F9-2E96-6346-A694-A0F84ED836F2}" type="presOf" srcId="{F6DC1B09-B0D1-1B4E-B6CF-20160A61B85A}" destId="{22235E01-78D6-9443-BF16-7C8C7B4033C4}" srcOrd="0" destOrd="0" presId="urn:microsoft.com/office/officeart/2005/8/layout/hierarchy1"/>
    <dgm:cxn modelId="{76484F06-3843-214E-99A8-A112CB70A878}" type="presOf" srcId="{868612F2-6C3E-3B43-861A-DF3F0567AD1A}" destId="{9A744E28-7359-A345-8E30-28B13F85424E}" srcOrd="0" destOrd="0" presId="urn:microsoft.com/office/officeart/2005/8/layout/hierarchy1"/>
    <dgm:cxn modelId="{EC03C11F-B29A-8045-83BD-ECCEB6EDF904}" type="presOf" srcId="{FF47180D-A71B-3B41-8FEF-864732546BE7}" destId="{A2CD620D-CE31-094C-8FB9-8EAA79716B28}" srcOrd="0" destOrd="0" presId="urn:microsoft.com/office/officeart/2005/8/layout/hierarchy1"/>
    <dgm:cxn modelId="{20861E93-FF58-A140-B609-5D38B08264B2}" type="presOf" srcId="{AD575CCD-2276-F04B-B492-B76134F76B15}" destId="{E2177FFB-E3B5-AC41-9C48-57220691BB00}" srcOrd="0" destOrd="0" presId="urn:microsoft.com/office/officeart/2005/8/layout/hierarchy1"/>
    <dgm:cxn modelId="{D9A43B9B-054E-A547-87AE-3CD4A78DF1E8}" type="presOf" srcId="{C59D6D8D-1349-0546-8B25-E184EE5EEBA9}" destId="{E8318BF7-549E-4D46-94F4-7ED08C90719A}" srcOrd="0" destOrd="0" presId="urn:microsoft.com/office/officeart/2005/8/layout/hierarchy1"/>
    <dgm:cxn modelId="{BF668D42-A325-A146-9688-1A7F1368FDF2}" type="presOf" srcId="{44A91C20-46E1-5443-A830-CEC3B36EB65E}" destId="{DAB1FE24-A8AF-6A4E-9B7D-FC1BFFAA69AF}" srcOrd="0" destOrd="0" presId="urn:microsoft.com/office/officeart/2005/8/layout/hierarchy1"/>
    <dgm:cxn modelId="{1DFAD4A9-DF93-7742-A787-EE6E86412EFB}" srcId="{71930A46-B3BA-2646-818C-FDAE534DFFD0}" destId="{C9505FD7-644F-EE4D-8EF7-544557EEE732}" srcOrd="2" destOrd="0" parTransId="{CF000E37-A17A-B444-A9D8-F44C3069F02C}" sibTransId="{9E4AB8F1-2F4D-3D4C-B89F-C3306ED47A11}"/>
    <dgm:cxn modelId="{5D2229FF-8D6B-274B-99F3-5B670D165F04}" type="presOf" srcId="{CCBB0D4B-DEDE-AC43-B193-930BDCA24BA6}" destId="{C9D1B8C6-2482-3E46-B59E-3B845B58E2A5}" srcOrd="0" destOrd="0" presId="urn:microsoft.com/office/officeart/2005/8/layout/hierarchy1"/>
    <dgm:cxn modelId="{2DE785BA-DCF9-F747-8621-224AB7AA9664}" type="presOf" srcId="{A26DCCC4-97BA-A34B-9261-74315DEB579A}" destId="{9441CB0F-445D-AF40-9C8A-15B3ACC3D121}" srcOrd="0" destOrd="0" presId="urn:microsoft.com/office/officeart/2005/8/layout/hierarchy1"/>
    <dgm:cxn modelId="{0DFE58EB-139C-8D49-8CA0-063CEA352F76}" srcId="{AD575CCD-2276-F04B-B492-B76134F76B15}" destId="{9B97D2C1-F76C-6344-96D9-FB4B47AEC44A}" srcOrd="0" destOrd="0" parTransId="{F6DC1B09-B0D1-1B4E-B6CF-20160A61B85A}" sibTransId="{9FE2B6A9-3B12-D044-A08F-8BBF0072B5BD}"/>
    <dgm:cxn modelId="{2E6FCD0B-E731-BB4D-AEA9-880355BF1035}" type="presOf" srcId="{D4D9F6B6-86B9-A340-9743-A4D0A3DC0DAF}" destId="{50802EF8-372A-2C43-9674-9F87CCAE77B8}" srcOrd="0" destOrd="0" presId="urn:microsoft.com/office/officeart/2005/8/layout/hierarchy1"/>
    <dgm:cxn modelId="{7BAC238D-6F2F-D34F-9DEC-03C5F924C241}" srcId="{D4D9F6B6-86B9-A340-9743-A4D0A3DC0DAF}" destId="{53FC4031-6716-6940-A1DD-B8C8D0A992BC}" srcOrd="0" destOrd="0" parTransId="{868612F2-6C3E-3B43-861A-DF3F0567AD1A}" sibTransId="{AD93EC37-546C-EC48-8149-227AE2E91AB4}"/>
    <dgm:cxn modelId="{C4E8DD07-3C0E-DD4F-9D94-1EC620F907BA}" type="presOf" srcId="{3ED0A1DD-73FB-8F42-AC83-938B67F35935}" destId="{A87D0AAF-2F2C-944C-A6A8-0E0564349C68}" srcOrd="0" destOrd="0" presId="urn:microsoft.com/office/officeart/2005/8/layout/hierarchy1"/>
    <dgm:cxn modelId="{B4217ACD-D89A-D749-A916-4987D6EBE33C}" srcId="{71930A46-B3BA-2646-818C-FDAE534DFFD0}" destId="{995236D1-7D34-6142-BE99-FF7B40E399FD}" srcOrd="1" destOrd="0" parTransId="{BBB764E4-8623-B94E-9FFD-DF7022F27BF1}" sibTransId="{DAC6E7F2-98AC-ED4B-9392-6D0F12DF8744}"/>
    <dgm:cxn modelId="{5AFBB633-82E0-F546-810B-9364B430FBCE}" srcId="{919DE10B-75E2-7F41-908B-F20C4564D396}" destId="{AD575CCD-2276-F04B-B492-B76134F76B15}" srcOrd="1" destOrd="0" parTransId="{3F391BB8-3415-6247-927F-8300B1565542}" sibTransId="{ABF2046D-C79C-B54A-BFD1-F6CE6E4BA141}"/>
    <dgm:cxn modelId="{FDD88BA4-3A64-F14C-A907-4AC484BAA69F}" type="presOf" srcId="{C6EBEB23-B0C0-364D-B9A5-F033231624E5}" destId="{CBF2719D-F6AD-2749-A83C-BB1F56BE2C90}" srcOrd="0" destOrd="0" presId="urn:microsoft.com/office/officeart/2005/8/layout/hierarchy1"/>
    <dgm:cxn modelId="{A6C100C7-AE99-EF4E-8535-A5A41D14D5AF}" type="presOf" srcId="{7F966F0B-DB3B-9947-8C7E-5B841E84AB48}" destId="{6881E7D6-AAAF-CD46-B7E7-6E9420BF903D}" srcOrd="0" destOrd="0" presId="urn:microsoft.com/office/officeart/2005/8/layout/hierarchy1"/>
    <dgm:cxn modelId="{437AAD20-EC2D-6741-A659-E6944D0ABA63}" type="presOf" srcId="{240B5AF9-7E26-9F41-A16A-BE668B4B3701}" destId="{DAAA26DE-50B1-904E-9C32-DDA7D0D0A98B}" srcOrd="0" destOrd="0" presId="urn:microsoft.com/office/officeart/2005/8/layout/hierarchy1"/>
    <dgm:cxn modelId="{AC8386DB-85D7-7B4B-8584-1EA6CF9BDB53}" type="presOf" srcId="{3F391BB8-3415-6247-927F-8300B1565542}" destId="{8E853280-BA86-3E44-9FBD-1136C9727133}" srcOrd="0" destOrd="0" presId="urn:microsoft.com/office/officeart/2005/8/layout/hierarchy1"/>
    <dgm:cxn modelId="{1B8D2C87-F44C-3C4F-9632-DCFF4D443996}" srcId="{919DE10B-75E2-7F41-908B-F20C4564D396}" destId="{D4D9F6B6-86B9-A340-9743-A4D0A3DC0DAF}" srcOrd="3" destOrd="0" parTransId="{C6EBEB23-B0C0-364D-B9A5-F033231624E5}" sibTransId="{14A658E0-7752-8044-BD55-377BF98B69AF}"/>
    <dgm:cxn modelId="{140D89DD-C509-6948-89F0-190774B5E077}" type="presOf" srcId="{919DE10B-75E2-7F41-908B-F20C4564D396}" destId="{B8BC65DF-26AC-5146-B5E6-7D0AE522A3C0}" srcOrd="0" destOrd="0" presId="urn:microsoft.com/office/officeart/2005/8/layout/hierarchy1"/>
    <dgm:cxn modelId="{6F15A5D3-DF2E-9F42-9E18-C32EDDE8D39B}" type="presOf" srcId="{C26C1A0C-CDD5-D146-9A6B-F778856890AE}" destId="{F8C2B5FE-799E-AC44-BF98-27A3C589F79B}" srcOrd="0" destOrd="0" presId="urn:microsoft.com/office/officeart/2005/8/layout/hierarchy1"/>
    <dgm:cxn modelId="{494D1820-2A1C-2142-9964-9A83C85CB2A3}" type="presOf" srcId="{9B97D2C1-F76C-6344-96D9-FB4B47AEC44A}" destId="{6696C73A-E1B6-B94E-88EA-969E5EF9A926}" srcOrd="0" destOrd="0" presId="urn:microsoft.com/office/officeart/2005/8/layout/hierarchy1"/>
    <dgm:cxn modelId="{9C0F05F0-5B14-D747-BB99-D54E58F35B20}" type="presOf" srcId="{BBB764E4-8623-B94E-9FFD-DF7022F27BF1}" destId="{FE8867D3-9C83-324C-9866-5F9E7B43605C}" srcOrd="0" destOrd="0" presId="urn:microsoft.com/office/officeart/2005/8/layout/hierarchy1"/>
    <dgm:cxn modelId="{8F82629E-122C-E24A-8FFD-7BE9ED73CF50}" srcId="{919DE10B-75E2-7F41-908B-F20C4564D396}" destId="{C26C1A0C-CDD5-D146-9A6B-F778856890AE}" srcOrd="0" destOrd="0" parTransId="{4C1A85D0-DC8E-CB48-BF49-8A9420A951C4}" sibTransId="{96305F01-9C61-4E45-AB1E-0F2933DE5815}"/>
    <dgm:cxn modelId="{27BF512E-1C22-A74E-AD07-A805D173871F}" type="presOf" srcId="{2B8CD58E-E155-5745-A0AA-E63F30BCDCBB}" destId="{9F18AAB4-AFA6-F448-A684-39DBCB4995B8}" srcOrd="0" destOrd="0" presId="urn:microsoft.com/office/officeart/2005/8/layout/hierarchy1"/>
    <dgm:cxn modelId="{9AB685D7-4EC0-2C4D-9F0F-6E7D99EAA36C}" srcId="{71930A46-B3BA-2646-818C-FDAE534DFFD0}" destId="{30796A91-4F67-D647-85FA-6750E8C46470}" srcOrd="0" destOrd="0" parTransId="{C59D6D8D-1349-0546-8B25-E184EE5EEBA9}" sibTransId="{0CC7D550-0288-DB4B-9D85-D9B0C96E115A}"/>
    <dgm:cxn modelId="{B8097668-0EAC-D342-BA88-16467DA42449}" type="presOf" srcId="{D13272DB-C2DA-4F45-A3A4-336DCC621F7F}" destId="{912D2750-12F4-AE4B-AC35-EB7F36F0354D}" srcOrd="0" destOrd="0" presId="urn:microsoft.com/office/officeart/2005/8/layout/hierarchy1"/>
    <dgm:cxn modelId="{C362DEAF-6EA9-9C4B-AD12-B2687FFCD365}" srcId="{F9B524BD-221E-0F44-AAE1-8DCB523520D7}" destId="{919DE10B-75E2-7F41-908B-F20C4564D396}" srcOrd="0" destOrd="0" parTransId="{A2A4330C-524B-5C49-9167-666FAED498B9}" sibTransId="{A25A973D-8CB5-BD46-8F41-FED28A5251D8}"/>
    <dgm:cxn modelId="{31796F24-0C67-F143-BD28-5B832E8DF926}" type="presOf" srcId="{53FC4031-6716-6940-A1DD-B8C8D0A992BC}" destId="{B15F2186-8791-E747-BBD2-D23675E476CE}" srcOrd="0" destOrd="0" presId="urn:microsoft.com/office/officeart/2005/8/layout/hierarchy1"/>
    <dgm:cxn modelId="{3094421D-1399-CA44-AF5A-4D3C55D52D43}" type="presOf" srcId="{30796A91-4F67-D647-85FA-6750E8C46470}" destId="{E2D33203-F29A-5D4C-A52E-A462B030F3B5}" srcOrd="0" destOrd="0" presId="urn:microsoft.com/office/officeart/2005/8/layout/hierarchy1"/>
    <dgm:cxn modelId="{3DEEF97E-A93F-A74A-8CE6-1513C06E5D6C}" type="presOf" srcId="{1C580C2C-6FC1-C543-821B-1355F6EC3D1E}" destId="{4EE1E1E3-D8DB-E948-93D1-478381D5704A}" srcOrd="0" destOrd="0" presId="urn:microsoft.com/office/officeart/2005/8/layout/hierarchy1"/>
    <dgm:cxn modelId="{A7940CE2-700C-D741-932D-AD50BA11C457}" type="presOf" srcId="{58E71D74-9606-AA4D-88CB-98549C1E177F}" destId="{A8706B61-F299-ED4A-AB38-8BE3C4541DD2}" srcOrd="0" destOrd="0" presId="urn:microsoft.com/office/officeart/2005/8/layout/hierarchy1"/>
    <dgm:cxn modelId="{ED8C9F92-DE64-CB43-A359-99B7BDB7A0C1}" type="presOf" srcId="{B35B834C-A28E-CB4B-8196-36E982EC7836}" destId="{F546F5E0-8CA8-394F-90A5-456792BB6F94}" srcOrd="0" destOrd="0" presId="urn:microsoft.com/office/officeart/2005/8/layout/hierarchy1"/>
    <dgm:cxn modelId="{B0C85FE5-D2A3-4643-A048-ACD2B5C080BC}" type="presParOf" srcId="{F56DB655-5CA4-0C46-93EA-E9E6C6B63840}" destId="{9F5803EB-FC3F-DC4C-9590-B4217517C887}" srcOrd="0" destOrd="0" presId="urn:microsoft.com/office/officeart/2005/8/layout/hierarchy1"/>
    <dgm:cxn modelId="{CC5809BC-EB8D-4D41-AAF7-EEE8BBFC1226}" type="presParOf" srcId="{9F5803EB-FC3F-DC4C-9590-B4217517C887}" destId="{605D1976-DBF5-7644-9AC4-E6CBE88C98D7}" srcOrd="0" destOrd="0" presId="urn:microsoft.com/office/officeart/2005/8/layout/hierarchy1"/>
    <dgm:cxn modelId="{05D3045A-BA94-4D44-99C8-196A405358F2}" type="presParOf" srcId="{605D1976-DBF5-7644-9AC4-E6CBE88C98D7}" destId="{249DAEF3-5E6C-464A-B376-C1ABBB350B60}" srcOrd="0" destOrd="0" presId="urn:microsoft.com/office/officeart/2005/8/layout/hierarchy1"/>
    <dgm:cxn modelId="{F4B1590E-57F7-FC4F-98F4-7F5CABF6D411}" type="presParOf" srcId="{605D1976-DBF5-7644-9AC4-E6CBE88C98D7}" destId="{B8BC65DF-26AC-5146-B5E6-7D0AE522A3C0}" srcOrd="1" destOrd="0" presId="urn:microsoft.com/office/officeart/2005/8/layout/hierarchy1"/>
    <dgm:cxn modelId="{5343F608-41DB-9949-B183-FC1095DF0977}" type="presParOf" srcId="{9F5803EB-FC3F-DC4C-9590-B4217517C887}" destId="{7EF4DD9B-0038-4841-91E9-949FFE68A198}" srcOrd="1" destOrd="0" presId="urn:microsoft.com/office/officeart/2005/8/layout/hierarchy1"/>
    <dgm:cxn modelId="{ECDBCC87-7C3D-2D4D-B6D9-403D360EAF76}" type="presParOf" srcId="{7EF4DD9B-0038-4841-91E9-949FFE68A198}" destId="{66892BA1-966E-1844-BBC2-1058A50521BC}" srcOrd="0" destOrd="0" presId="urn:microsoft.com/office/officeart/2005/8/layout/hierarchy1"/>
    <dgm:cxn modelId="{9F6C9181-77C0-1843-9966-04D4261C840F}" type="presParOf" srcId="{7EF4DD9B-0038-4841-91E9-949FFE68A198}" destId="{6FF9C2DF-90A0-9148-8002-CF0E3B58D8BC}" srcOrd="1" destOrd="0" presId="urn:microsoft.com/office/officeart/2005/8/layout/hierarchy1"/>
    <dgm:cxn modelId="{DE413618-9F6B-294B-AC43-8171089D4F34}" type="presParOf" srcId="{6FF9C2DF-90A0-9148-8002-CF0E3B58D8BC}" destId="{F64975A9-EC66-154F-A060-08A4021B80D5}" srcOrd="0" destOrd="0" presId="urn:microsoft.com/office/officeart/2005/8/layout/hierarchy1"/>
    <dgm:cxn modelId="{FB07BB88-EDA2-5A4E-8715-CA3A5181C4B6}" type="presParOf" srcId="{F64975A9-EC66-154F-A060-08A4021B80D5}" destId="{5800F81E-BDEA-614B-9D8A-B40BC350439A}" srcOrd="0" destOrd="0" presId="urn:microsoft.com/office/officeart/2005/8/layout/hierarchy1"/>
    <dgm:cxn modelId="{3DD7C7B5-4793-6A45-96AC-44336464504E}" type="presParOf" srcId="{F64975A9-EC66-154F-A060-08A4021B80D5}" destId="{F8C2B5FE-799E-AC44-BF98-27A3C589F79B}" srcOrd="1" destOrd="0" presId="urn:microsoft.com/office/officeart/2005/8/layout/hierarchy1"/>
    <dgm:cxn modelId="{6528F48A-E832-EF4E-9A62-B6DA144CB8F4}" type="presParOf" srcId="{6FF9C2DF-90A0-9148-8002-CF0E3B58D8BC}" destId="{2DB325E4-FD74-B345-9947-0CF43D4EFC8E}" srcOrd="1" destOrd="0" presId="urn:microsoft.com/office/officeart/2005/8/layout/hierarchy1"/>
    <dgm:cxn modelId="{97595F33-68ED-9B46-9C22-449E5B606817}" type="presParOf" srcId="{2DB325E4-FD74-B345-9947-0CF43D4EFC8E}" destId="{DAB1FE24-A8AF-6A4E-9B7D-FC1BFFAA69AF}" srcOrd="0" destOrd="0" presId="urn:microsoft.com/office/officeart/2005/8/layout/hierarchy1"/>
    <dgm:cxn modelId="{97BA7B1A-AAC9-D642-BDDC-04B26B01871F}" type="presParOf" srcId="{2DB325E4-FD74-B345-9947-0CF43D4EFC8E}" destId="{F0FFE9E0-E1E9-0848-85B1-A23624FFCA66}" srcOrd="1" destOrd="0" presId="urn:microsoft.com/office/officeart/2005/8/layout/hierarchy1"/>
    <dgm:cxn modelId="{557A0E6C-5D8F-D845-AFAA-DBB2F34C5055}" type="presParOf" srcId="{F0FFE9E0-E1E9-0848-85B1-A23624FFCA66}" destId="{0CF35DED-F441-804C-80B4-C3B23E1BC2A2}" srcOrd="0" destOrd="0" presId="urn:microsoft.com/office/officeart/2005/8/layout/hierarchy1"/>
    <dgm:cxn modelId="{3C44F131-930F-7249-A28D-270116627CB7}" type="presParOf" srcId="{0CF35DED-F441-804C-80B4-C3B23E1BC2A2}" destId="{2DE47893-3351-8243-97D6-856DE98A4BEB}" srcOrd="0" destOrd="0" presId="urn:microsoft.com/office/officeart/2005/8/layout/hierarchy1"/>
    <dgm:cxn modelId="{394809AE-FDD2-1E4F-8AC1-CC10BC002FCD}" type="presParOf" srcId="{0CF35DED-F441-804C-80B4-C3B23E1BC2A2}" destId="{138D35EB-2ECA-3D40-BC5B-9BB1E0254305}" srcOrd="1" destOrd="0" presId="urn:microsoft.com/office/officeart/2005/8/layout/hierarchy1"/>
    <dgm:cxn modelId="{36609715-9807-C648-8D71-82AD67BAAFD1}" type="presParOf" srcId="{F0FFE9E0-E1E9-0848-85B1-A23624FFCA66}" destId="{1A6F52DE-CE7C-F44C-B39A-75CE37801552}" srcOrd="1" destOrd="0" presId="urn:microsoft.com/office/officeart/2005/8/layout/hierarchy1"/>
    <dgm:cxn modelId="{8ADC4865-FAEE-2042-80C1-7A4BAFCDBD8F}" type="presParOf" srcId="{2DB325E4-FD74-B345-9947-0CF43D4EFC8E}" destId="{1EC6ACCB-57B1-EF41-BC8E-BFFCD181A122}" srcOrd="2" destOrd="0" presId="urn:microsoft.com/office/officeart/2005/8/layout/hierarchy1"/>
    <dgm:cxn modelId="{84B94DF7-31F3-CA4C-8E09-5A9947543F7C}" type="presParOf" srcId="{2DB325E4-FD74-B345-9947-0CF43D4EFC8E}" destId="{D6C02307-EDFC-0E4C-BD94-8A2E826F631A}" srcOrd="3" destOrd="0" presId="urn:microsoft.com/office/officeart/2005/8/layout/hierarchy1"/>
    <dgm:cxn modelId="{437ED039-5D3F-8549-A123-00909F6380E4}" type="presParOf" srcId="{D6C02307-EDFC-0E4C-BD94-8A2E826F631A}" destId="{DC2D918C-67C8-B845-A3A8-B423FCAE5726}" srcOrd="0" destOrd="0" presId="urn:microsoft.com/office/officeart/2005/8/layout/hierarchy1"/>
    <dgm:cxn modelId="{F3051734-802C-8549-A56F-7C86929D5EED}" type="presParOf" srcId="{DC2D918C-67C8-B845-A3A8-B423FCAE5726}" destId="{C990B9BA-BA0D-DC4C-A248-9EEF7A0AED16}" srcOrd="0" destOrd="0" presId="urn:microsoft.com/office/officeart/2005/8/layout/hierarchy1"/>
    <dgm:cxn modelId="{7A0FE342-A5AB-E842-BEC5-A82449DAE111}" type="presParOf" srcId="{DC2D918C-67C8-B845-A3A8-B423FCAE5726}" destId="{DAAA26DE-50B1-904E-9C32-DDA7D0D0A98B}" srcOrd="1" destOrd="0" presId="urn:microsoft.com/office/officeart/2005/8/layout/hierarchy1"/>
    <dgm:cxn modelId="{3289C87B-87CC-7C4B-8D57-85169F61061A}" type="presParOf" srcId="{D6C02307-EDFC-0E4C-BD94-8A2E826F631A}" destId="{762D323D-FB2B-7146-B23D-8A6EEB3A9A28}" srcOrd="1" destOrd="0" presId="urn:microsoft.com/office/officeart/2005/8/layout/hierarchy1"/>
    <dgm:cxn modelId="{C4FE9F22-8DA6-7642-A07C-3E849BD300F2}" type="presParOf" srcId="{2DB325E4-FD74-B345-9947-0CF43D4EFC8E}" destId="{912D2750-12F4-AE4B-AC35-EB7F36F0354D}" srcOrd="4" destOrd="0" presId="urn:microsoft.com/office/officeart/2005/8/layout/hierarchy1"/>
    <dgm:cxn modelId="{51D72B51-C971-3047-A55F-111889B296F0}" type="presParOf" srcId="{2DB325E4-FD74-B345-9947-0CF43D4EFC8E}" destId="{35AFC813-F5CC-0142-A2E8-E76F53CE190E}" srcOrd="5" destOrd="0" presId="urn:microsoft.com/office/officeart/2005/8/layout/hierarchy1"/>
    <dgm:cxn modelId="{B68D0CAC-7598-184D-88C8-6B366633F6D1}" type="presParOf" srcId="{35AFC813-F5CC-0142-A2E8-E76F53CE190E}" destId="{8707F990-AB6D-7E46-813A-35875C58281B}" srcOrd="0" destOrd="0" presId="urn:microsoft.com/office/officeart/2005/8/layout/hierarchy1"/>
    <dgm:cxn modelId="{5D57295A-82AC-B849-8AEB-A33DFF16670E}" type="presParOf" srcId="{8707F990-AB6D-7E46-813A-35875C58281B}" destId="{15C33EAE-44E5-F840-943E-176A7AE332C1}" srcOrd="0" destOrd="0" presId="urn:microsoft.com/office/officeart/2005/8/layout/hierarchy1"/>
    <dgm:cxn modelId="{6BCD41E0-B764-1244-98F7-A5B0F9D4F5E5}" type="presParOf" srcId="{8707F990-AB6D-7E46-813A-35875C58281B}" destId="{A8706B61-F299-ED4A-AB38-8BE3C4541DD2}" srcOrd="1" destOrd="0" presId="urn:microsoft.com/office/officeart/2005/8/layout/hierarchy1"/>
    <dgm:cxn modelId="{CE4B2575-831F-FA4C-9830-9BA4A5C929C7}" type="presParOf" srcId="{35AFC813-F5CC-0142-A2E8-E76F53CE190E}" destId="{A7914D6E-B697-CD47-9FA7-BC2CB613C968}" srcOrd="1" destOrd="0" presId="urn:microsoft.com/office/officeart/2005/8/layout/hierarchy1"/>
    <dgm:cxn modelId="{DEE9295C-09EA-2D41-A5D9-67857AA5089E}" type="presParOf" srcId="{7EF4DD9B-0038-4841-91E9-949FFE68A198}" destId="{8E853280-BA86-3E44-9FBD-1136C9727133}" srcOrd="2" destOrd="0" presId="urn:microsoft.com/office/officeart/2005/8/layout/hierarchy1"/>
    <dgm:cxn modelId="{4859F054-50F0-7C44-B1FD-DE0AC098DD77}" type="presParOf" srcId="{7EF4DD9B-0038-4841-91E9-949FFE68A198}" destId="{D99280E7-7E55-364A-AF7F-8019EF478997}" srcOrd="3" destOrd="0" presId="urn:microsoft.com/office/officeart/2005/8/layout/hierarchy1"/>
    <dgm:cxn modelId="{70DF4867-63A9-454A-974C-325374BEB3BA}" type="presParOf" srcId="{D99280E7-7E55-364A-AF7F-8019EF478997}" destId="{53B8C379-29F5-BB4D-A96F-BD0F46739962}" srcOrd="0" destOrd="0" presId="urn:microsoft.com/office/officeart/2005/8/layout/hierarchy1"/>
    <dgm:cxn modelId="{122D194C-2626-EB41-A373-E384B8F94D5F}" type="presParOf" srcId="{53B8C379-29F5-BB4D-A96F-BD0F46739962}" destId="{B78DC4CA-D093-524D-A36A-54DC3044DB0A}" srcOrd="0" destOrd="0" presId="urn:microsoft.com/office/officeart/2005/8/layout/hierarchy1"/>
    <dgm:cxn modelId="{BDD07E90-B685-8443-A4AA-9D1536AC659E}" type="presParOf" srcId="{53B8C379-29F5-BB4D-A96F-BD0F46739962}" destId="{E2177FFB-E3B5-AC41-9C48-57220691BB00}" srcOrd="1" destOrd="0" presId="urn:microsoft.com/office/officeart/2005/8/layout/hierarchy1"/>
    <dgm:cxn modelId="{71F4F0C2-C8B5-1D4D-8B34-72B528A47AAD}" type="presParOf" srcId="{D99280E7-7E55-364A-AF7F-8019EF478997}" destId="{3AD061ED-B5ED-BC4C-BB19-3CB3388255C2}" srcOrd="1" destOrd="0" presId="urn:microsoft.com/office/officeart/2005/8/layout/hierarchy1"/>
    <dgm:cxn modelId="{A8195B34-86BD-6A4E-910A-BADCD47862AD}" type="presParOf" srcId="{3AD061ED-B5ED-BC4C-BB19-3CB3388255C2}" destId="{22235E01-78D6-9443-BF16-7C8C7B4033C4}" srcOrd="0" destOrd="0" presId="urn:microsoft.com/office/officeart/2005/8/layout/hierarchy1"/>
    <dgm:cxn modelId="{E538D39E-12D7-294C-AE8A-503928BD2364}" type="presParOf" srcId="{3AD061ED-B5ED-BC4C-BB19-3CB3388255C2}" destId="{A7DAAEC3-8379-C246-B232-B772AE95C71B}" srcOrd="1" destOrd="0" presId="urn:microsoft.com/office/officeart/2005/8/layout/hierarchy1"/>
    <dgm:cxn modelId="{DD6B1F77-7983-7747-B033-B7660BE5E4A0}" type="presParOf" srcId="{A7DAAEC3-8379-C246-B232-B772AE95C71B}" destId="{873D5ECD-34D0-1844-A4E6-78A7AE635F3F}" srcOrd="0" destOrd="0" presId="urn:microsoft.com/office/officeart/2005/8/layout/hierarchy1"/>
    <dgm:cxn modelId="{62BC6310-D0BC-BD45-8AA7-65EED65DEF64}" type="presParOf" srcId="{873D5ECD-34D0-1844-A4E6-78A7AE635F3F}" destId="{2BA8D0BE-CACF-ED42-B5AD-23479BB311C2}" srcOrd="0" destOrd="0" presId="urn:microsoft.com/office/officeart/2005/8/layout/hierarchy1"/>
    <dgm:cxn modelId="{4D710467-9A11-9F49-8A63-A5B3C69991B4}" type="presParOf" srcId="{873D5ECD-34D0-1844-A4E6-78A7AE635F3F}" destId="{6696C73A-E1B6-B94E-88EA-969E5EF9A926}" srcOrd="1" destOrd="0" presId="urn:microsoft.com/office/officeart/2005/8/layout/hierarchy1"/>
    <dgm:cxn modelId="{977E2E8C-C18C-B546-9000-C0BE13D35874}" type="presParOf" srcId="{A7DAAEC3-8379-C246-B232-B772AE95C71B}" destId="{EB30CE6D-5A5C-184B-B374-B04DA4857FF6}" srcOrd="1" destOrd="0" presId="urn:microsoft.com/office/officeart/2005/8/layout/hierarchy1"/>
    <dgm:cxn modelId="{A2AF4F48-AEA9-8C4B-8CBB-6BC6D8758C72}" type="presParOf" srcId="{3AD061ED-B5ED-BC4C-BB19-3CB3388255C2}" destId="{A2CD620D-CE31-094C-8FB9-8EAA79716B28}" srcOrd="2" destOrd="0" presId="urn:microsoft.com/office/officeart/2005/8/layout/hierarchy1"/>
    <dgm:cxn modelId="{DCFAD587-4B01-1647-9971-D481667A48DD}" type="presParOf" srcId="{3AD061ED-B5ED-BC4C-BB19-3CB3388255C2}" destId="{F8F260B0-9FB9-4147-B9A7-CB2342A478F3}" srcOrd="3" destOrd="0" presId="urn:microsoft.com/office/officeart/2005/8/layout/hierarchy1"/>
    <dgm:cxn modelId="{C92DB5BE-189B-0A44-A023-969CB928A069}" type="presParOf" srcId="{F8F260B0-9FB9-4147-B9A7-CB2342A478F3}" destId="{EE4D0B48-6208-5347-84C9-ED86BA8EEAEE}" srcOrd="0" destOrd="0" presId="urn:microsoft.com/office/officeart/2005/8/layout/hierarchy1"/>
    <dgm:cxn modelId="{AF4CB631-1783-284E-90DA-847609AFE4C5}" type="presParOf" srcId="{EE4D0B48-6208-5347-84C9-ED86BA8EEAEE}" destId="{46DA650E-F399-D646-A46A-287A4F739407}" srcOrd="0" destOrd="0" presId="urn:microsoft.com/office/officeart/2005/8/layout/hierarchy1"/>
    <dgm:cxn modelId="{C0DFD185-0E62-6B4B-90CE-822A8D375237}" type="presParOf" srcId="{EE4D0B48-6208-5347-84C9-ED86BA8EEAEE}" destId="{6881E7D6-AAAF-CD46-B7E7-6E9420BF903D}" srcOrd="1" destOrd="0" presId="urn:microsoft.com/office/officeart/2005/8/layout/hierarchy1"/>
    <dgm:cxn modelId="{50BADDD1-453B-554C-AEAB-9C46CF1F6E7D}" type="presParOf" srcId="{F8F260B0-9FB9-4147-B9A7-CB2342A478F3}" destId="{8FB885C3-2183-6645-9628-A400CB936564}" srcOrd="1" destOrd="0" presId="urn:microsoft.com/office/officeart/2005/8/layout/hierarchy1"/>
    <dgm:cxn modelId="{0EEC1A6C-C7C2-AC42-9D2D-BAEBAC066A14}" type="presParOf" srcId="{3AD061ED-B5ED-BC4C-BB19-3CB3388255C2}" destId="{A87D0AAF-2F2C-944C-A6A8-0E0564349C68}" srcOrd="4" destOrd="0" presId="urn:microsoft.com/office/officeart/2005/8/layout/hierarchy1"/>
    <dgm:cxn modelId="{D27ADE74-F83C-FF4D-AFCD-02E22B7DF641}" type="presParOf" srcId="{3AD061ED-B5ED-BC4C-BB19-3CB3388255C2}" destId="{CD28EE4C-70C5-E746-A5BB-A08795B9EA9E}" srcOrd="5" destOrd="0" presId="urn:microsoft.com/office/officeart/2005/8/layout/hierarchy1"/>
    <dgm:cxn modelId="{EAFC6333-C4B3-B049-8F00-0176FB7BB9E8}" type="presParOf" srcId="{CD28EE4C-70C5-E746-A5BB-A08795B9EA9E}" destId="{52463F96-58F7-9544-A0F5-D2E73535A7D2}" srcOrd="0" destOrd="0" presId="urn:microsoft.com/office/officeart/2005/8/layout/hierarchy1"/>
    <dgm:cxn modelId="{EF2C1533-1E73-F343-BE4F-CA69BB317E3A}" type="presParOf" srcId="{52463F96-58F7-9544-A0F5-D2E73535A7D2}" destId="{EFC53353-60A0-6345-9DC9-0B21F169E759}" srcOrd="0" destOrd="0" presId="urn:microsoft.com/office/officeart/2005/8/layout/hierarchy1"/>
    <dgm:cxn modelId="{14BB9F54-2F52-8547-8790-5962D49905AC}" type="presParOf" srcId="{52463F96-58F7-9544-A0F5-D2E73535A7D2}" destId="{9441CB0F-445D-AF40-9C8A-15B3ACC3D121}" srcOrd="1" destOrd="0" presId="urn:microsoft.com/office/officeart/2005/8/layout/hierarchy1"/>
    <dgm:cxn modelId="{82B30EF7-F038-8C48-BC36-57D536B0AE9A}" type="presParOf" srcId="{CD28EE4C-70C5-E746-A5BB-A08795B9EA9E}" destId="{84DEECA2-23C1-DA4B-BF45-A1D9A66B80C2}" srcOrd="1" destOrd="0" presId="urn:microsoft.com/office/officeart/2005/8/layout/hierarchy1"/>
    <dgm:cxn modelId="{442098A0-B78D-B947-B788-C308A1998247}" type="presParOf" srcId="{7EF4DD9B-0038-4841-91E9-949FFE68A198}" destId="{DE77A10C-AE25-984F-8627-76C9D69D6DD3}" srcOrd="4" destOrd="0" presId="urn:microsoft.com/office/officeart/2005/8/layout/hierarchy1"/>
    <dgm:cxn modelId="{9FCA2AF1-1ACA-8641-9EFE-4F3D0F1F277D}" type="presParOf" srcId="{7EF4DD9B-0038-4841-91E9-949FFE68A198}" destId="{780AEEA5-D93A-EB41-A80F-8F469D1DCEE8}" srcOrd="5" destOrd="0" presId="urn:microsoft.com/office/officeart/2005/8/layout/hierarchy1"/>
    <dgm:cxn modelId="{91351262-73EE-F145-9E28-3F1C4FEC5172}" type="presParOf" srcId="{780AEEA5-D93A-EB41-A80F-8F469D1DCEE8}" destId="{7AF08CB2-1CAB-B347-8D0A-FC50D02160DA}" srcOrd="0" destOrd="0" presId="urn:microsoft.com/office/officeart/2005/8/layout/hierarchy1"/>
    <dgm:cxn modelId="{6D0623B3-36D8-6443-849C-48BCDEFBC601}" type="presParOf" srcId="{7AF08CB2-1CAB-B347-8D0A-FC50D02160DA}" destId="{A986032F-168B-B84E-A5EB-0B6888F90A78}" srcOrd="0" destOrd="0" presId="urn:microsoft.com/office/officeart/2005/8/layout/hierarchy1"/>
    <dgm:cxn modelId="{75FA23CA-EBA2-3E4E-B327-434DB4982A65}" type="presParOf" srcId="{7AF08CB2-1CAB-B347-8D0A-FC50D02160DA}" destId="{907BF446-7EAF-5947-9A8D-29D93093365B}" srcOrd="1" destOrd="0" presId="urn:microsoft.com/office/officeart/2005/8/layout/hierarchy1"/>
    <dgm:cxn modelId="{CBD018E1-430F-684F-8B73-6ABA385A6AE8}" type="presParOf" srcId="{780AEEA5-D93A-EB41-A80F-8F469D1DCEE8}" destId="{A3310D2E-A42D-D942-A1DF-DDAD4FBF49DB}" srcOrd="1" destOrd="0" presId="urn:microsoft.com/office/officeart/2005/8/layout/hierarchy1"/>
    <dgm:cxn modelId="{2D0B6E01-ED77-F847-9DA7-EEA36E722F75}" type="presParOf" srcId="{A3310D2E-A42D-D942-A1DF-DDAD4FBF49DB}" destId="{E8318BF7-549E-4D46-94F4-7ED08C90719A}" srcOrd="0" destOrd="0" presId="urn:microsoft.com/office/officeart/2005/8/layout/hierarchy1"/>
    <dgm:cxn modelId="{479DFBDE-875D-A24B-9469-6F8F7D975AF4}" type="presParOf" srcId="{A3310D2E-A42D-D942-A1DF-DDAD4FBF49DB}" destId="{F9EFA4F5-FBCC-6F4F-ADFB-000EE3A4D68E}" srcOrd="1" destOrd="0" presId="urn:microsoft.com/office/officeart/2005/8/layout/hierarchy1"/>
    <dgm:cxn modelId="{09D08BA8-2192-2F4B-91F3-109BA70825BC}" type="presParOf" srcId="{F9EFA4F5-FBCC-6F4F-ADFB-000EE3A4D68E}" destId="{A199C8E3-BCA9-0C4F-A85D-A6925CF04D56}" srcOrd="0" destOrd="0" presId="urn:microsoft.com/office/officeart/2005/8/layout/hierarchy1"/>
    <dgm:cxn modelId="{C687B5CD-54A6-6842-89A1-2A533BBAEDD8}" type="presParOf" srcId="{A199C8E3-BCA9-0C4F-A85D-A6925CF04D56}" destId="{E8C6EA39-5891-9A44-96A4-E6756D377CCA}" srcOrd="0" destOrd="0" presId="urn:microsoft.com/office/officeart/2005/8/layout/hierarchy1"/>
    <dgm:cxn modelId="{4088BCF4-BAF0-B447-A1E8-B0C3985FFFE0}" type="presParOf" srcId="{A199C8E3-BCA9-0C4F-A85D-A6925CF04D56}" destId="{E2D33203-F29A-5D4C-A52E-A462B030F3B5}" srcOrd="1" destOrd="0" presId="urn:microsoft.com/office/officeart/2005/8/layout/hierarchy1"/>
    <dgm:cxn modelId="{BE1A1DDC-2A57-CE49-96EA-354D38FDE479}" type="presParOf" srcId="{F9EFA4F5-FBCC-6F4F-ADFB-000EE3A4D68E}" destId="{DF0440DD-1301-5A4E-9953-82C7449720C5}" srcOrd="1" destOrd="0" presId="urn:microsoft.com/office/officeart/2005/8/layout/hierarchy1"/>
    <dgm:cxn modelId="{A8A542F6-809B-0F4C-861C-DEE993342315}" type="presParOf" srcId="{A3310D2E-A42D-D942-A1DF-DDAD4FBF49DB}" destId="{FE8867D3-9C83-324C-9866-5F9E7B43605C}" srcOrd="2" destOrd="0" presId="urn:microsoft.com/office/officeart/2005/8/layout/hierarchy1"/>
    <dgm:cxn modelId="{C046641E-E71E-C643-9451-DDE9B1292948}" type="presParOf" srcId="{A3310D2E-A42D-D942-A1DF-DDAD4FBF49DB}" destId="{FA066982-6B8B-3C44-A319-9DBECB4DBC65}" srcOrd="3" destOrd="0" presId="urn:microsoft.com/office/officeart/2005/8/layout/hierarchy1"/>
    <dgm:cxn modelId="{369C4CAD-21CF-9A42-AF6C-46BF258C410C}" type="presParOf" srcId="{FA066982-6B8B-3C44-A319-9DBECB4DBC65}" destId="{AD154683-8925-1947-94B5-E8E9B8886E33}" srcOrd="0" destOrd="0" presId="urn:microsoft.com/office/officeart/2005/8/layout/hierarchy1"/>
    <dgm:cxn modelId="{21CF2F91-D1F1-A549-BC22-320CED9151AE}" type="presParOf" srcId="{AD154683-8925-1947-94B5-E8E9B8886E33}" destId="{2CF25FEB-45DA-D241-B4A2-5F52274DA061}" srcOrd="0" destOrd="0" presId="urn:microsoft.com/office/officeart/2005/8/layout/hierarchy1"/>
    <dgm:cxn modelId="{6110CD83-B518-F84B-A13C-833FA40C0521}" type="presParOf" srcId="{AD154683-8925-1947-94B5-E8E9B8886E33}" destId="{974D186B-5893-C443-BE31-07FCFF4AEA7C}" srcOrd="1" destOrd="0" presId="urn:microsoft.com/office/officeart/2005/8/layout/hierarchy1"/>
    <dgm:cxn modelId="{6A30195F-CAC9-A24D-9EC2-CE9D71FBE97F}" type="presParOf" srcId="{FA066982-6B8B-3C44-A319-9DBECB4DBC65}" destId="{701A052B-A95D-CB42-8EB7-E6135BA2323D}" srcOrd="1" destOrd="0" presId="urn:microsoft.com/office/officeart/2005/8/layout/hierarchy1"/>
    <dgm:cxn modelId="{D7EE73A4-E402-5248-BD61-E7DDD858B408}" type="presParOf" srcId="{A3310D2E-A42D-D942-A1DF-DDAD4FBF49DB}" destId="{A124AF08-BC06-C14D-91AD-60171C60F1BB}" srcOrd="4" destOrd="0" presId="urn:microsoft.com/office/officeart/2005/8/layout/hierarchy1"/>
    <dgm:cxn modelId="{08DB601A-AF41-184C-BDDE-AD4B96B35643}" type="presParOf" srcId="{A3310D2E-A42D-D942-A1DF-DDAD4FBF49DB}" destId="{16D4861B-6E77-2340-A2B9-15ACE62699B9}" srcOrd="5" destOrd="0" presId="urn:microsoft.com/office/officeart/2005/8/layout/hierarchy1"/>
    <dgm:cxn modelId="{E56D74A7-3A44-AB49-A9EC-D272037BB632}" type="presParOf" srcId="{16D4861B-6E77-2340-A2B9-15ACE62699B9}" destId="{3A1C138F-0090-A04C-AF13-2ED75E951163}" srcOrd="0" destOrd="0" presId="urn:microsoft.com/office/officeart/2005/8/layout/hierarchy1"/>
    <dgm:cxn modelId="{E2D1FB72-27FD-5B4D-8E2E-ED19C99403AE}" type="presParOf" srcId="{3A1C138F-0090-A04C-AF13-2ED75E951163}" destId="{5CAA3AE6-F31D-2547-BD52-2F3719D5A500}" srcOrd="0" destOrd="0" presId="urn:microsoft.com/office/officeart/2005/8/layout/hierarchy1"/>
    <dgm:cxn modelId="{22A8D85D-CEB5-E14A-BC18-65ACA3314AC0}" type="presParOf" srcId="{3A1C138F-0090-A04C-AF13-2ED75E951163}" destId="{9CC9B168-6633-384C-8138-6AF45D103B9A}" srcOrd="1" destOrd="0" presId="urn:microsoft.com/office/officeart/2005/8/layout/hierarchy1"/>
    <dgm:cxn modelId="{6AFCBEE9-728F-4E4A-8184-381BE349DA6D}" type="presParOf" srcId="{16D4861B-6E77-2340-A2B9-15ACE62699B9}" destId="{E81013C1-E896-1544-9D1E-D17B569BE50F}" srcOrd="1" destOrd="0" presId="urn:microsoft.com/office/officeart/2005/8/layout/hierarchy1"/>
    <dgm:cxn modelId="{A83C4082-AFAB-BC41-889E-5093386A8E72}" type="presParOf" srcId="{7EF4DD9B-0038-4841-91E9-949FFE68A198}" destId="{CBF2719D-F6AD-2749-A83C-BB1F56BE2C90}" srcOrd="6" destOrd="0" presId="urn:microsoft.com/office/officeart/2005/8/layout/hierarchy1"/>
    <dgm:cxn modelId="{22358E40-581E-D445-817D-52AADD37221F}" type="presParOf" srcId="{7EF4DD9B-0038-4841-91E9-949FFE68A198}" destId="{6FA344A8-0904-D94E-A6FF-D6FBCC28E846}" srcOrd="7" destOrd="0" presId="urn:microsoft.com/office/officeart/2005/8/layout/hierarchy1"/>
    <dgm:cxn modelId="{5BBED135-1190-034B-9D36-20471488F60C}" type="presParOf" srcId="{6FA344A8-0904-D94E-A6FF-D6FBCC28E846}" destId="{13DC1FB5-45CC-C242-A7CF-6F587808B4ED}" srcOrd="0" destOrd="0" presId="urn:microsoft.com/office/officeart/2005/8/layout/hierarchy1"/>
    <dgm:cxn modelId="{D4F6522D-68D9-E148-B9E8-C52AB1AECE9F}" type="presParOf" srcId="{13DC1FB5-45CC-C242-A7CF-6F587808B4ED}" destId="{CB7299B7-9022-7843-B8A4-F9981EA1B468}" srcOrd="0" destOrd="0" presId="urn:microsoft.com/office/officeart/2005/8/layout/hierarchy1"/>
    <dgm:cxn modelId="{8F364EF5-9524-6E41-9446-66EFB0FE8789}" type="presParOf" srcId="{13DC1FB5-45CC-C242-A7CF-6F587808B4ED}" destId="{50802EF8-372A-2C43-9674-9F87CCAE77B8}" srcOrd="1" destOrd="0" presId="urn:microsoft.com/office/officeart/2005/8/layout/hierarchy1"/>
    <dgm:cxn modelId="{078A0D0C-39B7-1640-87DD-A369E44CB305}" type="presParOf" srcId="{6FA344A8-0904-D94E-A6FF-D6FBCC28E846}" destId="{078421C1-4B05-A947-B27A-7749BBAEDDDE}" srcOrd="1" destOrd="0" presId="urn:microsoft.com/office/officeart/2005/8/layout/hierarchy1"/>
    <dgm:cxn modelId="{615F9DC3-D0F5-F944-A7F4-CE905D5E51D5}" type="presParOf" srcId="{078421C1-4B05-A947-B27A-7749BBAEDDDE}" destId="{9A744E28-7359-A345-8E30-28B13F85424E}" srcOrd="0" destOrd="0" presId="urn:microsoft.com/office/officeart/2005/8/layout/hierarchy1"/>
    <dgm:cxn modelId="{A793C2BD-9007-984C-8149-4AB5D1C427CB}" type="presParOf" srcId="{078421C1-4B05-A947-B27A-7749BBAEDDDE}" destId="{07ECB5C3-F785-0F4C-931B-6B08640D66EC}" srcOrd="1" destOrd="0" presId="urn:microsoft.com/office/officeart/2005/8/layout/hierarchy1"/>
    <dgm:cxn modelId="{50E45CCB-7054-4549-B47B-2212E198D10B}" type="presParOf" srcId="{07ECB5C3-F785-0F4C-931B-6B08640D66EC}" destId="{192F3B5B-3830-B74F-8639-2D250DAA0B6D}" srcOrd="0" destOrd="0" presId="urn:microsoft.com/office/officeart/2005/8/layout/hierarchy1"/>
    <dgm:cxn modelId="{D5C1B754-FB5A-4C40-93F1-5D7D16B5EDEF}" type="presParOf" srcId="{192F3B5B-3830-B74F-8639-2D250DAA0B6D}" destId="{3BFEB5F4-3F40-3944-8A63-4AFBD8363CB8}" srcOrd="0" destOrd="0" presId="urn:microsoft.com/office/officeart/2005/8/layout/hierarchy1"/>
    <dgm:cxn modelId="{4F57621A-37FE-DD44-B520-AECEDBD046DA}" type="presParOf" srcId="{192F3B5B-3830-B74F-8639-2D250DAA0B6D}" destId="{B15F2186-8791-E747-BBD2-D23675E476CE}" srcOrd="1" destOrd="0" presId="urn:microsoft.com/office/officeart/2005/8/layout/hierarchy1"/>
    <dgm:cxn modelId="{A0CBFDA6-4A35-284B-A355-E6AAEB2F0BCE}" type="presParOf" srcId="{07ECB5C3-F785-0F4C-931B-6B08640D66EC}" destId="{8D69B8BB-BBED-B44A-B7BC-2C372591AD19}" srcOrd="1" destOrd="0" presId="urn:microsoft.com/office/officeart/2005/8/layout/hierarchy1"/>
    <dgm:cxn modelId="{532D14D2-683F-A84C-A947-57D92C508CA6}" type="presParOf" srcId="{078421C1-4B05-A947-B27A-7749BBAEDDDE}" destId="{C9D1B8C6-2482-3E46-B59E-3B845B58E2A5}" srcOrd="2" destOrd="0" presId="urn:microsoft.com/office/officeart/2005/8/layout/hierarchy1"/>
    <dgm:cxn modelId="{738F748C-67ED-4E49-ADD3-ED29F971125F}" type="presParOf" srcId="{078421C1-4B05-A947-B27A-7749BBAEDDDE}" destId="{65F5D99B-F139-C941-8CA1-F58F6AEDC5E2}" srcOrd="3" destOrd="0" presId="urn:microsoft.com/office/officeart/2005/8/layout/hierarchy1"/>
    <dgm:cxn modelId="{C10BF533-9BC1-974E-8CE3-D05CFBCB464D}" type="presParOf" srcId="{65F5D99B-F139-C941-8CA1-F58F6AEDC5E2}" destId="{2962DC0E-1C0B-084F-A7D3-F93BFF722970}" srcOrd="0" destOrd="0" presId="urn:microsoft.com/office/officeart/2005/8/layout/hierarchy1"/>
    <dgm:cxn modelId="{E4104AC2-A49E-3D43-BD2B-8C7BC1F17245}" type="presParOf" srcId="{2962DC0E-1C0B-084F-A7D3-F93BFF722970}" destId="{3733489F-754B-3946-84B6-F5ED46E81A13}" srcOrd="0" destOrd="0" presId="urn:microsoft.com/office/officeart/2005/8/layout/hierarchy1"/>
    <dgm:cxn modelId="{75FD6A8B-2B7E-E94F-BC60-21DB0C1359D9}" type="presParOf" srcId="{2962DC0E-1C0B-084F-A7D3-F93BFF722970}" destId="{F546F5E0-8CA8-394F-90A5-456792BB6F94}" srcOrd="1" destOrd="0" presId="urn:microsoft.com/office/officeart/2005/8/layout/hierarchy1"/>
    <dgm:cxn modelId="{7396792A-D008-6E4F-BC6C-F066C4BE1973}" type="presParOf" srcId="{65F5D99B-F139-C941-8CA1-F58F6AEDC5E2}" destId="{7638A395-A16E-854D-9E81-42ADF7A703D6}" srcOrd="1" destOrd="0" presId="urn:microsoft.com/office/officeart/2005/8/layout/hierarchy1"/>
    <dgm:cxn modelId="{77F3A523-D620-8545-BC56-D190A88265A5}" type="presParOf" srcId="{078421C1-4B05-A947-B27A-7749BBAEDDDE}" destId="{4EE1E1E3-D8DB-E948-93D1-478381D5704A}" srcOrd="4" destOrd="0" presId="urn:microsoft.com/office/officeart/2005/8/layout/hierarchy1"/>
    <dgm:cxn modelId="{D979EBBB-FFA2-4049-8F21-928ED3117928}" type="presParOf" srcId="{078421C1-4B05-A947-B27A-7749BBAEDDDE}" destId="{756C2CA6-CC2D-534C-BC0C-11D3985366B0}" srcOrd="5" destOrd="0" presId="urn:microsoft.com/office/officeart/2005/8/layout/hierarchy1"/>
    <dgm:cxn modelId="{C1900E94-7327-184D-86E9-9E79D51B2D21}" type="presParOf" srcId="{756C2CA6-CC2D-534C-BC0C-11D3985366B0}" destId="{FEEC18CC-3FD6-FC47-B29C-5CF4538B7C1A}" srcOrd="0" destOrd="0" presId="urn:microsoft.com/office/officeart/2005/8/layout/hierarchy1"/>
    <dgm:cxn modelId="{70E392C6-7382-5248-A4F0-3E232C351360}" type="presParOf" srcId="{FEEC18CC-3FD6-FC47-B29C-5CF4538B7C1A}" destId="{66A685E0-BB2B-6D49-9F43-83BA81DD9C34}" srcOrd="0" destOrd="0" presId="urn:microsoft.com/office/officeart/2005/8/layout/hierarchy1"/>
    <dgm:cxn modelId="{D23A29CD-F151-AE48-8F00-DF6157401DC2}" type="presParOf" srcId="{FEEC18CC-3FD6-FC47-B29C-5CF4538B7C1A}" destId="{9F18AAB4-AFA6-F448-A684-39DBCB4995B8}" srcOrd="1" destOrd="0" presId="urn:microsoft.com/office/officeart/2005/8/layout/hierarchy1"/>
    <dgm:cxn modelId="{9DA2CB27-CD99-9A48-9F3A-F346CA2428C4}" type="presParOf" srcId="{756C2CA6-CC2D-534C-BC0C-11D3985366B0}" destId="{8B78C430-FC5C-A64A-AA85-E737D6AA65B3}" srcOrd="1" destOrd="0" presId="urn:microsoft.com/office/officeart/2005/8/layout/hierarchy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E1E1E3-D8DB-E948-93D1-478381D5704A}">
      <dsp:nvSpPr>
        <dsp:cNvPr id="0" name=""/>
        <dsp:cNvSpPr/>
      </dsp:nvSpPr>
      <dsp:spPr>
        <a:xfrm>
          <a:off x="7771908" y="3349564"/>
          <a:ext cx="746411" cy="1776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037"/>
              </a:lnTo>
              <a:lnTo>
                <a:pt x="746411" y="121037"/>
              </a:lnTo>
              <a:lnTo>
                <a:pt x="746411" y="177612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D1B8C6-2482-3E46-B59E-3B845B58E2A5}">
      <dsp:nvSpPr>
        <dsp:cNvPr id="0" name=""/>
        <dsp:cNvSpPr/>
      </dsp:nvSpPr>
      <dsp:spPr>
        <a:xfrm>
          <a:off x="7726188" y="3349564"/>
          <a:ext cx="91440" cy="1776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7612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744E28-7359-A345-8E30-28B13F85424E}">
      <dsp:nvSpPr>
        <dsp:cNvPr id="0" name=""/>
        <dsp:cNvSpPr/>
      </dsp:nvSpPr>
      <dsp:spPr>
        <a:xfrm>
          <a:off x="7025497" y="3349564"/>
          <a:ext cx="746411" cy="177612"/>
        </a:xfrm>
        <a:custGeom>
          <a:avLst/>
          <a:gdLst/>
          <a:ahLst/>
          <a:cxnLst/>
          <a:rect l="0" t="0" r="0" b="0"/>
          <a:pathLst>
            <a:path>
              <a:moveTo>
                <a:pt x="746411" y="0"/>
              </a:moveTo>
              <a:lnTo>
                <a:pt x="746411" y="121037"/>
              </a:lnTo>
              <a:lnTo>
                <a:pt x="0" y="121037"/>
              </a:lnTo>
              <a:lnTo>
                <a:pt x="0" y="177612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F2719D-F6AD-2749-A83C-BB1F56BE2C90}">
      <dsp:nvSpPr>
        <dsp:cNvPr id="0" name=""/>
        <dsp:cNvSpPr/>
      </dsp:nvSpPr>
      <dsp:spPr>
        <a:xfrm>
          <a:off x="4413056" y="2784157"/>
          <a:ext cx="3358852" cy="1776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037"/>
              </a:lnTo>
              <a:lnTo>
                <a:pt x="3358852" y="121037"/>
              </a:lnTo>
              <a:lnTo>
                <a:pt x="3358852" y="177612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24AF08-BC06-C14D-91AD-60171C60F1BB}">
      <dsp:nvSpPr>
        <dsp:cNvPr id="0" name=""/>
        <dsp:cNvSpPr/>
      </dsp:nvSpPr>
      <dsp:spPr>
        <a:xfrm>
          <a:off x="5476410" y="3358937"/>
          <a:ext cx="802675" cy="1682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664"/>
              </a:lnTo>
              <a:lnTo>
                <a:pt x="802675" y="111664"/>
              </a:lnTo>
              <a:lnTo>
                <a:pt x="802675" y="168239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8867D3-9C83-324C-9866-5F9E7B43605C}">
      <dsp:nvSpPr>
        <dsp:cNvPr id="0" name=""/>
        <dsp:cNvSpPr/>
      </dsp:nvSpPr>
      <dsp:spPr>
        <a:xfrm>
          <a:off x="5430690" y="3358937"/>
          <a:ext cx="91440" cy="16823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1664"/>
              </a:lnTo>
              <a:lnTo>
                <a:pt x="101983" y="111664"/>
              </a:lnTo>
              <a:lnTo>
                <a:pt x="101983" y="168239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318BF7-549E-4D46-94F4-7ED08C90719A}">
      <dsp:nvSpPr>
        <dsp:cNvPr id="0" name=""/>
        <dsp:cNvSpPr/>
      </dsp:nvSpPr>
      <dsp:spPr>
        <a:xfrm>
          <a:off x="4786262" y="3358937"/>
          <a:ext cx="690147" cy="168239"/>
        </a:xfrm>
        <a:custGeom>
          <a:avLst/>
          <a:gdLst/>
          <a:ahLst/>
          <a:cxnLst/>
          <a:rect l="0" t="0" r="0" b="0"/>
          <a:pathLst>
            <a:path>
              <a:moveTo>
                <a:pt x="690147" y="0"/>
              </a:moveTo>
              <a:lnTo>
                <a:pt x="690147" y="111664"/>
              </a:lnTo>
              <a:lnTo>
                <a:pt x="0" y="111664"/>
              </a:lnTo>
              <a:lnTo>
                <a:pt x="0" y="168239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77A10C-AE25-984F-8627-76C9D69D6DD3}">
      <dsp:nvSpPr>
        <dsp:cNvPr id="0" name=""/>
        <dsp:cNvSpPr/>
      </dsp:nvSpPr>
      <dsp:spPr>
        <a:xfrm>
          <a:off x="4413056" y="2784157"/>
          <a:ext cx="1063353" cy="1869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0410"/>
              </a:lnTo>
              <a:lnTo>
                <a:pt x="1063353" y="130410"/>
              </a:lnTo>
              <a:lnTo>
                <a:pt x="1063353" y="186985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7D0AAF-2F2C-944C-A6A8-0E0564349C68}">
      <dsp:nvSpPr>
        <dsp:cNvPr id="0" name=""/>
        <dsp:cNvSpPr/>
      </dsp:nvSpPr>
      <dsp:spPr>
        <a:xfrm>
          <a:off x="3293439" y="3349564"/>
          <a:ext cx="746411" cy="1776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037"/>
              </a:lnTo>
              <a:lnTo>
                <a:pt x="746411" y="121037"/>
              </a:lnTo>
              <a:lnTo>
                <a:pt x="746411" y="177612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CD620D-CE31-094C-8FB9-8EAA79716B28}">
      <dsp:nvSpPr>
        <dsp:cNvPr id="0" name=""/>
        <dsp:cNvSpPr/>
      </dsp:nvSpPr>
      <dsp:spPr>
        <a:xfrm>
          <a:off x="3247719" y="3349564"/>
          <a:ext cx="91440" cy="1776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7612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235E01-78D6-9443-BF16-7C8C7B4033C4}">
      <dsp:nvSpPr>
        <dsp:cNvPr id="0" name=""/>
        <dsp:cNvSpPr/>
      </dsp:nvSpPr>
      <dsp:spPr>
        <a:xfrm>
          <a:off x="2547027" y="3349564"/>
          <a:ext cx="746411" cy="177612"/>
        </a:xfrm>
        <a:custGeom>
          <a:avLst/>
          <a:gdLst/>
          <a:ahLst/>
          <a:cxnLst/>
          <a:rect l="0" t="0" r="0" b="0"/>
          <a:pathLst>
            <a:path>
              <a:moveTo>
                <a:pt x="746411" y="0"/>
              </a:moveTo>
              <a:lnTo>
                <a:pt x="746411" y="121037"/>
              </a:lnTo>
              <a:lnTo>
                <a:pt x="0" y="121037"/>
              </a:lnTo>
              <a:lnTo>
                <a:pt x="0" y="177612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853280-BA86-3E44-9FBD-1136C9727133}">
      <dsp:nvSpPr>
        <dsp:cNvPr id="0" name=""/>
        <dsp:cNvSpPr/>
      </dsp:nvSpPr>
      <dsp:spPr>
        <a:xfrm>
          <a:off x="3293439" y="2784157"/>
          <a:ext cx="1119617" cy="177612"/>
        </a:xfrm>
        <a:custGeom>
          <a:avLst/>
          <a:gdLst/>
          <a:ahLst/>
          <a:cxnLst/>
          <a:rect l="0" t="0" r="0" b="0"/>
          <a:pathLst>
            <a:path>
              <a:moveTo>
                <a:pt x="1119617" y="0"/>
              </a:moveTo>
              <a:lnTo>
                <a:pt x="1119617" y="121037"/>
              </a:lnTo>
              <a:lnTo>
                <a:pt x="0" y="121037"/>
              </a:lnTo>
              <a:lnTo>
                <a:pt x="0" y="177612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2D2750-12F4-AE4B-AC35-EB7F36F0354D}">
      <dsp:nvSpPr>
        <dsp:cNvPr id="0" name=""/>
        <dsp:cNvSpPr/>
      </dsp:nvSpPr>
      <dsp:spPr>
        <a:xfrm>
          <a:off x="1054204" y="3349564"/>
          <a:ext cx="746411" cy="1776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1037"/>
              </a:lnTo>
              <a:lnTo>
                <a:pt x="746411" y="121037"/>
              </a:lnTo>
              <a:lnTo>
                <a:pt x="746411" y="177612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C6ACCB-57B1-EF41-BC8E-BFFCD181A122}">
      <dsp:nvSpPr>
        <dsp:cNvPr id="0" name=""/>
        <dsp:cNvSpPr/>
      </dsp:nvSpPr>
      <dsp:spPr>
        <a:xfrm>
          <a:off x="1008484" y="3349564"/>
          <a:ext cx="91440" cy="1776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7612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B1FE24-A8AF-6A4E-9B7D-FC1BFFAA69AF}">
      <dsp:nvSpPr>
        <dsp:cNvPr id="0" name=""/>
        <dsp:cNvSpPr/>
      </dsp:nvSpPr>
      <dsp:spPr>
        <a:xfrm>
          <a:off x="307792" y="3349564"/>
          <a:ext cx="746411" cy="177612"/>
        </a:xfrm>
        <a:custGeom>
          <a:avLst/>
          <a:gdLst/>
          <a:ahLst/>
          <a:cxnLst/>
          <a:rect l="0" t="0" r="0" b="0"/>
          <a:pathLst>
            <a:path>
              <a:moveTo>
                <a:pt x="746411" y="0"/>
              </a:moveTo>
              <a:lnTo>
                <a:pt x="746411" y="121037"/>
              </a:lnTo>
              <a:lnTo>
                <a:pt x="0" y="121037"/>
              </a:lnTo>
              <a:lnTo>
                <a:pt x="0" y="177612"/>
              </a:lnTo>
            </a:path>
          </a:pathLst>
        </a:custGeom>
        <a:noFill/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892BA1-966E-1844-BBC2-1058A50521BC}">
      <dsp:nvSpPr>
        <dsp:cNvPr id="0" name=""/>
        <dsp:cNvSpPr/>
      </dsp:nvSpPr>
      <dsp:spPr>
        <a:xfrm>
          <a:off x="1054204" y="2784157"/>
          <a:ext cx="3358852" cy="177612"/>
        </a:xfrm>
        <a:custGeom>
          <a:avLst/>
          <a:gdLst/>
          <a:ahLst/>
          <a:cxnLst/>
          <a:rect l="0" t="0" r="0" b="0"/>
          <a:pathLst>
            <a:path>
              <a:moveTo>
                <a:pt x="3358852" y="0"/>
              </a:moveTo>
              <a:lnTo>
                <a:pt x="3358852" y="121037"/>
              </a:lnTo>
              <a:lnTo>
                <a:pt x="0" y="121037"/>
              </a:lnTo>
              <a:lnTo>
                <a:pt x="0" y="177612"/>
              </a:lnTo>
            </a:path>
          </a:pathLst>
        </a:cu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9DAEF3-5E6C-464A-B376-C1ABBB350B60}">
      <dsp:nvSpPr>
        <dsp:cNvPr id="0" name=""/>
        <dsp:cNvSpPr/>
      </dsp:nvSpPr>
      <dsp:spPr>
        <a:xfrm>
          <a:off x="4107706" y="2396362"/>
          <a:ext cx="610700" cy="3877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8BC65DF-26AC-5146-B5E6-7D0AE522A3C0}">
      <dsp:nvSpPr>
        <dsp:cNvPr id="0" name=""/>
        <dsp:cNvSpPr/>
      </dsp:nvSpPr>
      <dsp:spPr>
        <a:xfrm>
          <a:off x="4175562" y="2460825"/>
          <a:ext cx="610700" cy="387794"/>
        </a:xfrm>
        <a:prstGeom prst="roundRect">
          <a:avLst>
            <a:gd name="adj" fmla="val 10000"/>
          </a:avLst>
        </a:prstGeom>
        <a:solidFill>
          <a:srgbClr val="FFA16B"/>
        </a:solidFill>
        <a:ln w="25400" cap="flat" cmpd="sng" algn="ctr">
          <a:solidFill>
            <a:schemeClr val="accent2">
              <a:shade val="50000"/>
            </a:schemeClr>
          </a:solidFill>
          <a:prstDash val="solid"/>
        </a:ln>
        <a:effectLst/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Director</a:t>
          </a:r>
          <a:endParaRPr lang="en-US" sz="1000" kern="1200" dirty="0"/>
        </a:p>
      </dsp:txBody>
      <dsp:txXfrm>
        <a:off x="4186920" y="2472183"/>
        <a:ext cx="587984" cy="365078"/>
      </dsp:txXfrm>
    </dsp:sp>
    <dsp:sp modelId="{5800F81E-BDEA-614B-9D8A-B40BC350439A}">
      <dsp:nvSpPr>
        <dsp:cNvPr id="0" name=""/>
        <dsp:cNvSpPr/>
      </dsp:nvSpPr>
      <dsp:spPr>
        <a:xfrm>
          <a:off x="748854" y="2961769"/>
          <a:ext cx="610700" cy="3877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8C2B5FE-799E-AC44-BF98-27A3C589F79B}">
      <dsp:nvSpPr>
        <dsp:cNvPr id="0" name=""/>
        <dsp:cNvSpPr/>
      </dsp:nvSpPr>
      <dsp:spPr>
        <a:xfrm>
          <a:off x="816709" y="3026232"/>
          <a:ext cx="610700" cy="387794"/>
        </a:xfrm>
        <a:prstGeom prst="roundRect">
          <a:avLst>
            <a:gd name="adj" fmla="val 10000"/>
          </a:avLst>
        </a:prstGeom>
        <a:solidFill>
          <a:srgbClr val="A8D65D">
            <a:alpha val="90000"/>
          </a:srgb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Manager</a:t>
          </a:r>
          <a:endParaRPr lang="en-US" sz="1000" kern="1200" dirty="0"/>
        </a:p>
      </dsp:txBody>
      <dsp:txXfrm>
        <a:off x="828067" y="3037590"/>
        <a:ext cx="587984" cy="365078"/>
      </dsp:txXfrm>
    </dsp:sp>
    <dsp:sp modelId="{2DE47893-3351-8243-97D6-856DE98A4BEB}">
      <dsp:nvSpPr>
        <dsp:cNvPr id="0" name=""/>
        <dsp:cNvSpPr/>
      </dsp:nvSpPr>
      <dsp:spPr>
        <a:xfrm>
          <a:off x="2442" y="3527176"/>
          <a:ext cx="610700" cy="3877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8D35EB-2ECA-3D40-BC5B-9BB1E0254305}">
      <dsp:nvSpPr>
        <dsp:cNvPr id="0" name=""/>
        <dsp:cNvSpPr/>
      </dsp:nvSpPr>
      <dsp:spPr>
        <a:xfrm>
          <a:off x="70298" y="3591639"/>
          <a:ext cx="610700" cy="3877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Worker</a:t>
          </a:r>
          <a:endParaRPr lang="en-US" sz="1000" kern="1200" dirty="0"/>
        </a:p>
      </dsp:txBody>
      <dsp:txXfrm>
        <a:off x="81656" y="3602997"/>
        <a:ext cx="587984" cy="365078"/>
      </dsp:txXfrm>
    </dsp:sp>
    <dsp:sp modelId="{C990B9BA-BA0D-DC4C-A248-9EEF7A0AED16}">
      <dsp:nvSpPr>
        <dsp:cNvPr id="0" name=""/>
        <dsp:cNvSpPr/>
      </dsp:nvSpPr>
      <dsp:spPr>
        <a:xfrm>
          <a:off x="748854" y="3527176"/>
          <a:ext cx="610700" cy="3877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AAA26DE-50B1-904E-9C32-DDA7D0D0A98B}">
      <dsp:nvSpPr>
        <dsp:cNvPr id="0" name=""/>
        <dsp:cNvSpPr/>
      </dsp:nvSpPr>
      <dsp:spPr>
        <a:xfrm>
          <a:off x="816709" y="3591639"/>
          <a:ext cx="610700" cy="3877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Worker</a:t>
          </a:r>
          <a:endParaRPr lang="en-US" sz="1000" kern="1200" dirty="0"/>
        </a:p>
      </dsp:txBody>
      <dsp:txXfrm>
        <a:off x="828067" y="3602997"/>
        <a:ext cx="587984" cy="365078"/>
      </dsp:txXfrm>
    </dsp:sp>
    <dsp:sp modelId="{15C33EAE-44E5-F840-943E-176A7AE332C1}">
      <dsp:nvSpPr>
        <dsp:cNvPr id="0" name=""/>
        <dsp:cNvSpPr/>
      </dsp:nvSpPr>
      <dsp:spPr>
        <a:xfrm>
          <a:off x="1495265" y="3527176"/>
          <a:ext cx="610700" cy="3877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8706B61-F299-ED4A-AB38-8BE3C4541DD2}">
      <dsp:nvSpPr>
        <dsp:cNvPr id="0" name=""/>
        <dsp:cNvSpPr/>
      </dsp:nvSpPr>
      <dsp:spPr>
        <a:xfrm>
          <a:off x="1563121" y="3591639"/>
          <a:ext cx="610700" cy="3877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Worker</a:t>
          </a:r>
          <a:endParaRPr lang="en-US" sz="1000" kern="1200" dirty="0"/>
        </a:p>
      </dsp:txBody>
      <dsp:txXfrm>
        <a:off x="1574479" y="3602997"/>
        <a:ext cx="587984" cy="365078"/>
      </dsp:txXfrm>
    </dsp:sp>
    <dsp:sp modelId="{B78DC4CA-D093-524D-A36A-54DC3044DB0A}">
      <dsp:nvSpPr>
        <dsp:cNvPr id="0" name=""/>
        <dsp:cNvSpPr/>
      </dsp:nvSpPr>
      <dsp:spPr>
        <a:xfrm>
          <a:off x="2988089" y="2961769"/>
          <a:ext cx="610700" cy="3877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2177FFB-E3B5-AC41-9C48-57220691BB00}">
      <dsp:nvSpPr>
        <dsp:cNvPr id="0" name=""/>
        <dsp:cNvSpPr/>
      </dsp:nvSpPr>
      <dsp:spPr>
        <a:xfrm>
          <a:off x="3055944" y="3026232"/>
          <a:ext cx="610700" cy="387794"/>
        </a:xfrm>
        <a:prstGeom prst="roundRect">
          <a:avLst>
            <a:gd name="adj" fmla="val 10000"/>
          </a:avLst>
        </a:prstGeom>
        <a:solidFill>
          <a:srgbClr val="A8D65D">
            <a:alpha val="90000"/>
          </a:srgbClr>
        </a:solidFill>
        <a:ln w="9525" cap="flat" cmpd="sng" algn="ctr">
          <a:solidFill>
            <a:srgbClr val="A8D65D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Manager</a:t>
          </a:r>
          <a:endParaRPr lang="en-US" sz="1000" kern="1200" dirty="0"/>
        </a:p>
      </dsp:txBody>
      <dsp:txXfrm>
        <a:off x="3067302" y="3037590"/>
        <a:ext cx="587984" cy="365078"/>
      </dsp:txXfrm>
    </dsp:sp>
    <dsp:sp modelId="{2BA8D0BE-CACF-ED42-B5AD-23479BB311C2}">
      <dsp:nvSpPr>
        <dsp:cNvPr id="0" name=""/>
        <dsp:cNvSpPr/>
      </dsp:nvSpPr>
      <dsp:spPr>
        <a:xfrm>
          <a:off x="2241677" y="3527176"/>
          <a:ext cx="610700" cy="3877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696C73A-E1B6-B94E-88EA-969E5EF9A926}">
      <dsp:nvSpPr>
        <dsp:cNvPr id="0" name=""/>
        <dsp:cNvSpPr/>
      </dsp:nvSpPr>
      <dsp:spPr>
        <a:xfrm>
          <a:off x="2309533" y="3591639"/>
          <a:ext cx="610700" cy="3877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Worker</a:t>
          </a:r>
          <a:endParaRPr lang="en-US" sz="1000" kern="1200" dirty="0"/>
        </a:p>
      </dsp:txBody>
      <dsp:txXfrm>
        <a:off x="2320891" y="3602997"/>
        <a:ext cx="587984" cy="365078"/>
      </dsp:txXfrm>
    </dsp:sp>
    <dsp:sp modelId="{46DA650E-F399-D646-A46A-287A4F739407}">
      <dsp:nvSpPr>
        <dsp:cNvPr id="0" name=""/>
        <dsp:cNvSpPr/>
      </dsp:nvSpPr>
      <dsp:spPr>
        <a:xfrm>
          <a:off x="2988089" y="3527176"/>
          <a:ext cx="610700" cy="3877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881E7D6-AAAF-CD46-B7E7-6E9420BF903D}">
      <dsp:nvSpPr>
        <dsp:cNvPr id="0" name=""/>
        <dsp:cNvSpPr/>
      </dsp:nvSpPr>
      <dsp:spPr>
        <a:xfrm>
          <a:off x="3055944" y="3591639"/>
          <a:ext cx="610700" cy="3877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Worker</a:t>
          </a:r>
          <a:endParaRPr lang="en-US" sz="1000" kern="1200" dirty="0"/>
        </a:p>
      </dsp:txBody>
      <dsp:txXfrm>
        <a:off x="3067302" y="3602997"/>
        <a:ext cx="587984" cy="365078"/>
      </dsp:txXfrm>
    </dsp:sp>
    <dsp:sp modelId="{EFC53353-60A0-6345-9DC9-0B21F169E759}">
      <dsp:nvSpPr>
        <dsp:cNvPr id="0" name=""/>
        <dsp:cNvSpPr/>
      </dsp:nvSpPr>
      <dsp:spPr>
        <a:xfrm>
          <a:off x="3734500" y="3527176"/>
          <a:ext cx="610700" cy="3877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441CB0F-445D-AF40-9C8A-15B3ACC3D121}">
      <dsp:nvSpPr>
        <dsp:cNvPr id="0" name=""/>
        <dsp:cNvSpPr/>
      </dsp:nvSpPr>
      <dsp:spPr>
        <a:xfrm>
          <a:off x="3802356" y="3591639"/>
          <a:ext cx="610700" cy="3877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Worker</a:t>
          </a:r>
          <a:endParaRPr lang="en-US" sz="1000" kern="1200" dirty="0"/>
        </a:p>
      </dsp:txBody>
      <dsp:txXfrm>
        <a:off x="3813714" y="3602997"/>
        <a:ext cx="587984" cy="365078"/>
      </dsp:txXfrm>
    </dsp:sp>
    <dsp:sp modelId="{A986032F-168B-B84E-A5EB-0B6888F90A78}">
      <dsp:nvSpPr>
        <dsp:cNvPr id="0" name=""/>
        <dsp:cNvSpPr/>
      </dsp:nvSpPr>
      <dsp:spPr>
        <a:xfrm>
          <a:off x="5171060" y="2971142"/>
          <a:ext cx="610700" cy="3877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07BF446-7EAF-5947-9A8D-29D93093365B}">
      <dsp:nvSpPr>
        <dsp:cNvPr id="0" name=""/>
        <dsp:cNvSpPr/>
      </dsp:nvSpPr>
      <dsp:spPr>
        <a:xfrm>
          <a:off x="5238915" y="3035605"/>
          <a:ext cx="610700" cy="387794"/>
        </a:xfrm>
        <a:prstGeom prst="roundRect">
          <a:avLst>
            <a:gd name="adj" fmla="val 10000"/>
          </a:avLst>
        </a:prstGeom>
        <a:solidFill>
          <a:srgbClr val="A8D65D">
            <a:alpha val="90000"/>
          </a:srgb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Manager</a:t>
          </a:r>
          <a:endParaRPr lang="en-US" sz="1000" kern="1200" dirty="0"/>
        </a:p>
      </dsp:txBody>
      <dsp:txXfrm>
        <a:off x="5250273" y="3046963"/>
        <a:ext cx="587984" cy="365078"/>
      </dsp:txXfrm>
    </dsp:sp>
    <dsp:sp modelId="{E8C6EA39-5891-9A44-96A4-E6756D377CCA}">
      <dsp:nvSpPr>
        <dsp:cNvPr id="0" name=""/>
        <dsp:cNvSpPr/>
      </dsp:nvSpPr>
      <dsp:spPr>
        <a:xfrm>
          <a:off x="4480912" y="3527176"/>
          <a:ext cx="610700" cy="3877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2D33203-F29A-5D4C-A52E-A462B030F3B5}">
      <dsp:nvSpPr>
        <dsp:cNvPr id="0" name=""/>
        <dsp:cNvSpPr/>
      </dsp:nvSpPr>
      <dsp:spPr>
        <a:xfrm>
          <a:off x="4548767" y="3591639"/>
          <a:ext cx="610700" cy="3877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Worker</a:t>
          </a:r>
          <a:endParaRPr lang="en-US" sz="1000" kern="1200" dirty="0"/>
        </a:p>
      </dsp:txBody>
      <dsp:txXfrm>
        <a:off x="4560125" y="3602997"/>
        <a:ext cx="587984" cy="365078"/>
      </dsp:txXfrm>
    </dsp:sp>
    <dsp:sp modelId="{2CF25FEB-45DA-D241-B4A2-5F52274DA061}">
      <dsp:nvSpPr>
        <dsp:cNvPr id="0" name=""/>
        <dsp:cNvSpPr/>
      </dsp:nvSpPr>
      <dsp:spPr>
        <a:xfrm>
          <a:off x="5227323" y="3527176"/>
          <a:ext cx="610700" cy="3877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74D186B-5893-C443-BE31-07FCFF4AEA7C}">
      <dsp:nvSpPr>
        <dsp:cNvPr id="0" name=""/>
        <dsp:cNvSpPr/>
      </dsp:nvSpPr>
      <dsp:spPr>
        <a:xfrm>
          <a:off x="5295179" y="3591639"/>
          <a:ext cx="610700" cy="3877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Worker</a:t>
          </a:r>
          <a:endParaRPr lang="en-US" sz="1000" kern="1200" dirty="0"/>
        </a:p>
      </dsp:txBody>
      <dsp:txXfrm>
        <a:off x="5306537" y="3602997"/>
        <a:ext cx="587984" cy="365078"/>
      </dsp:txXfrm>
    </dsp:sp>
    <dsp:sp modelId="{5CAA3AE6-F31D-2547-BD52-2F3719D5A500}">
      <dsp:nvSpPr>
        <dsp:cNvPr id="0" name=""/>
        <dsp:cNvSpPr/>
      </dsp:nvSpPr>
      <dsp:spPr>
        <a:xfrm>
          <a:off x="5973735" y="3527176"/>
          <a:ext cx="610700" cy="3877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CC9B168-6633-384C-8138-6AF45D103B9A}">
      <dsp:nvSpPr>
        <dsp:cNvPr id="0" name=""/>
        <dsp:cNvSpPr/>
      </dsp:nvSpPr>
      <dsp:spPr>
        <a:xfrm>
          <a:off x="6041591" y="3591639"/>
          <a:ext cx="610700" cy="3877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Worker</a:t>
          </a:r>
          <a:endParaRPr lang="en-US" sz="1000" kern="1200" dirty="0"/>
        </a:p>
      </dsp:txBody>
      <dsp:txXfrm>
        <a:off x="6052949" y="3602997"/>
        <a:ext cx="587984" cy="365078"/>
      </dsp:txXfrm>
    </dsp:sp>
    <dsp:sp modelId="{CB7299B7-9022-7843-B8A4-F9981EA1B468}">
      <dsp:nvSpPr>
        <dsp:cNvPr id="0" name=""/>
        <dsp:cNvSpPr/>
      </dsp:nvSpPr>
      <dsp:spPr>
        <a:xfrm>
          <a:off x="7466558" y="2961769"/>
          <a:ext cx="610700" cy="3877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0802EF8-372A-2C43-9674-9F87CCAE77B8}">
      <dsp:nvSpPr>
        <dsp:cNvPr id="0" name=""/>
        <dsp:cNvSpPr/>
      </dsp:nvSpPr>
      <dsp:spPr>
        <a:xfrm>
          <a:off x="7534414" y="3026232"/>
          <a:ext cx="610700" cy="387794"/>
        </a:xfrm>
        <a:prstGeom prst="roundRect">
          <a:avLst>
            <a:gd name="adj" fmla="val 10000"/>
          </a:avLst>
        </a:prstGeom>
        <a:solidFill>
          <a:srgbClr val="A8D65D">
            <a:alpha val="90000"/>
          </a:srgb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Manager</a:t>
          </a:r>
          <a:endParaRPr lang="en-US" sz="1000" kern="1200" dirty="0"/>
        </a:p>
      </dsp:txBody>
      <dsp:txXfrm>
        <a:off x="7545772" y="3037590"/>
        <a:ext cx="587984" cy="365078"/>
      </dsp:txXfrm>
    </dsp:sp>
    <dsp:sp modelId="{3BFEB5F4-3F40-3944-8A63-4AFBD8363CB8}">
      <dsp:nvSpPr>
        <dsp:cNvPr id="0" name=""/>
        <dsp:cNvSpPr/>
      </dsp:nvSpPr>
      <dsp:spPr>
        <a:xfrm>
          <a:off x="6720147" y="3527176"/>
          <a:ext cx="610700" cy="3877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15F2186-8791-E747-BBD2-D23675E476CE}">
      <dsp:nvSpPr>
        <dsp:cNvPr id="0" name=""/>
        <dsp:cNvSpPr/>
      </dsp:nvSpPr>
      <dsp:spPr>
        <a:xfrm>
          <a:off x="6788002" y="3591639"/>
          <a:ext cx="610700" cy="3877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Worker</a:t>
          </a:r>
          <a:endParaRPr lang="en-US" sz="1000" kern="1200" dirty="0"/>
        </a:p>
      </dsp:txBody>
      <dsp:txXfrm>
        <a:off x="6799360" y="3602997"/>
        <a:ext cx="587984" cy="365078"/>
      </dsp:txXfrm>
    </dsp:sp>
    <dsp:sp modelId="{3733489F-754B-3946-84B6-F5ED46E81A13}">
      <dsp:nvSpPr>
        <dsp:cNvPr id="0" name=""/>
        <dsp:cNvSpPr/>
      </dsp:nvSpPr>
      <dsp:spPr>
        <a:xfrm>
          <a:off x="7466558" y="3527176"/>
          <a:ext cx="610700" cy="3877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546F5E0-8CA8-394F-90A5-456792BB6F94}">
      <dsp:nvSpPr>
        <dsp:cNvPr id="0" name=""/>
        <dsp:cNvSpPr/>
      </dsp:nvSpPr>
      <dsp:spPr>
        <a:xfrm>
          <a:off x="7534414" y="3591639"/>
          <a:ext cx="610700" cy="3877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Worker</a:t>
          </a:r>
          <a:endParaRPr lang="en-US" sz="1000" kern="1200" dirty="0"/>
        </a:p>
      </dsp:txBody>
      <dsp:txXfrm>
        <a:off x="7545772" y="3602997"/>
        <a:ext cx="587984" cy="365078"/>
      </dsp:txXfrm>
    </dsp:sp>
    <dsp:sp modelId="{66A685E0-BB2B-6D49-9F43-83BA81DD9C34}">
      <dsp:nvSpPr>
        <dsp:cNvPr id="0" name=""/>
        <dsp:cNvSpPr/>
      </dsp:nvSpPr>
      <dsp:spPr>
        <a:xfrm>
          <a:off x="8212970" y="3527176"/>
          <a:ext cx="610700" cy="3877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F18AAB4-AFA6-F448-A684-39DBCB4995B8}">
      <dsp:nvSpPr>
        <dsp:cNvPr id="0" name=""/>
        <dsp:cNvSpPr/>
      </dsp:nvSpPr>
      <dsp:spPr>
        <a:xfrm>
          <a:off x="8280825" y="3591639"/>
          <a:ext cx="610700" cy="3877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Worker</a:t>
          </a:r>
          <a:endParaRPr lang="en-US" sz="1000" kern="1200" dirty="0"/>
        </a:p>
      </dsp:txBody>
      <dsp:txXfrm>
        <a:off x="8292183" y="3602997"/>
        <a:ext cx="587984" cy="3650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6BC01-6870-445B-8D09-0FCFE3C61FE7}" type="datetimeFigureOut">
              <a:rPr lang="en-US" smtClean="0"/>
              <a:t>6/22/15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824-7436-427F-BB9F-B3227222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620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6BC01-6870-445B-8D09-0FCFE3C61FE7}" type="datetimeFigureOut">
              <a:rPr lang="en-US" smtClean="0"/>
              <a:t>6/22/15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824-7436-427F-BB9F-B3227222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045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6BC01-6870-445B-8D09-0FCFE3C61FE7}" type="datetimeFigureOut">
              <a:rPr lang="en-US" smtClean="0"/>
              <a:t>6/22/15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824-7436-427F-BB9F-B3227222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79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6BC01-6870-445B-8D09-0FCFE3C61FE7}" type="datetimeFigureOut">
              <a:rPr lang="en-US" smtClean="0"/>
              <a:t>6/22/15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824-7436-427F-BB9F-B3227222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60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6BC01-6870-445B-8D09-0FCFE3C61FE7}" type="datetimeFigureOut">
              <a:rPr lang="en-US" smtClean="0"/>
              <a:t>6/22/15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824-7436-427F-BB9F-B3227222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77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6BC01-6870-445B-8D09-0FCFE3C61FE7}" type="datetimeFigureOut">
              <a:rPr lang="en-US" smtClean="0"/>
              <a:t>6/22/15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824-7436-427F-BB9F-B3227222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569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6BC01-6870-445B-8D09-0FCFE3C61FE7}" type="datetimeFigureOut">
              <a:rPr lang="en-US" smtClean="0"/>
              <a:t>6/22/15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824-7436-427F-BB9F-B3227222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837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6BC01-6870-445B-8D09-0FCFE3C61FE7}" type="datetimeFigureOut">
              <a:rPr lang="en-US" smtClean="0"/>
              <a:t>6/22/15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824-7436-427F-BB9F-B3227222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032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6BC01-6870-445B-8D09-0FCFE3C61FE7}" type="datetimeFigureOut">
              <a:rPr lang="en-US" smtClean="0"/>
              <a:t>6/22/15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824-7436-427F-BB9F-B3227222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98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6BC01-6870-445B-8D09-0FCFE3C61FE7}" type="datetimeFigureOut">
              <a:rPr lang="en-US" smtClean="0"/>
              <a:t>6/22/15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824-7436-427F-BB9F-B3227222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585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6BC01-6870-445B-8D09-0FCFE3C61FE7}" type="datetimeFigureOut">
              <a:rPr lang="en-US" smtClean="0"/>
              <a:t>6/22/15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9D824-7436-427F-BB9F-B3227222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428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py Left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54350" y="864000"/>
            <a:ext cx="5862639" cy="889920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2"/>
                </a:solidFill>
                <a:latin typeface="Memphis"/>
                <a:cs typeface="Memphis"/>
              </a:defRPr>
            </a:lvl1pPr>
          </a:lstStyle>
          <a:p>
            <a:r>
              <a:rPr lang="en-US" dirty="0" smtClean="0"/>
              <a:t>Type Title Here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358790" y="171450"/>
            <a:ext cx="2565978" cy="649350"/>
          </a:xfrm>
        </p:spPr>
        <p:txBody>
          <a:bodyPr anchor="ctr">
            <a:normAutofit/>
          </a:bodyPr>
          <a:lstStyle>
            <a:lvl1pPr algn="ctr">
              <a:buNone/>
              <a:defRPr sz="1200" baseline="0">
                <a:latin typeface="News Gothic MT"/>
                <a:cs typeface="News Gothic MT"/>
              </a:defRPr>
            </a:lvl1pPr>
          </a:lstStyle>
          <a:p>
            <a:r>
              <a:rPr lang="en-US" dirty="0" smtClean="0"/>
              <a:t>Place </a:t>
            </a:r>
            <a:r>
              <a:rPr lang="en-US" dirty="0" err="1" smtClean="0"/>
              <a:t>Logo(s</a:t>
            </a:r>
            <a:r>
              <a:rPr lang="en-US" dirty="0" smtClean="0"/>
              <a:t>) Here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25427" y="803275"/>
            <a:ext cx="2824374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 hasCustomPrompt="1"/>
          </p:nvPr>
        </p:nvSpPr>
        <p:spPr>
          <a:xfrm>
            <a:off x="3171825" y="1745281"/>
            <a:ext cx="5761038" cy="4544395"/>
          </a:xfrm>
        </p:spPr>
        <p:txBody>
          <a:bodyPr/>
          <a:lstStyle>
            <a:lvl1pPr>
              <a:buNone/>
              <a:defRPr baseline="0"/>
            </a:lvl1pPr>
          </a:lstStyle>
          <a:p>
            <a:r>
              <a:rPr lang="en-US" dirty="0" smtClean="0"/>
              <a:t>Place Image Here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112316" y="1745281"/>
            <a:ext cx="2946125" cy="457055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</p:spTree>
    <p:extLst>
      <p:ext uri="{BB962C8B-B14F-4D97-AF65-F5344CB8AC3E}">
        <p14:creationId xmlns:p14="http://schemas.microsoft.com/office/powerpoint/2010/main" val="1141558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58441" y="864000"/>
            <a:ext cx="5858548" cy="889920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accent2"/>
                </a:solidFill>
                <a:latin typeface="Memphis"/>
                <a:cs typeface="Memphis"/>
              </a:defRPr>
            </a:lvl1pPr>
          </a:lstStyle>
          <a:p>
            <a:r>
              <a:rPr lang="en-US" dirty="0" smtClean="0"/>
              <a:t>Type Title Here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358790" y="171450"/>
            <a:ext cx="2565978" cy="649350"/>
          </a:xfrm>
        </p:spPr>
        <p:txBody>
          <a:bodyPr anchor="ctr">
            <a:normAutofit/>
          </a:bodyPr>
          <a:lstStyle>
            <a:lvl1pPr algn="ctr">
              <a:buNone/>
              <a:defRPr sz="1200" baseline="0">
                <a:latin typeface="News Gothic MT"/>
                <a:cs typeface="News Gothic MT"/>
              </a:defRPr>
            </a:lvl1pPr>
          </a:lstStyle>
          <a:p>
            <a:r>
              <a:rPr lang="en-US" dirty="0" smtClean="0"/>
              <a:t>Place </a:t>
            </a:r>
            <a:r>
              <a:rPr lang="en-US" dirty="0" err="1" smtClean="0"/>
              <a:t>Logo(s</a:t>
            </a:r>
            <a:r>
              <a:rPr lang="en-US" dirty="0" smtClean="0"/>
              <a:t>) Here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25427" y="803275"/>
            <a:ext cx="2824374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9" tIns="45714" rIns="91429" bIns="45714"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112316" y="1745281"/>
            <a:ext cx="4354389" cy="457055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  <p:sp>
        <p:nvSpPr>
          <p:cNvPr id="6" name="Text Placehold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4558626" y="1742161"/>
            <a:ext cx="4354389" cy="4570559"/>
          </a:xfrm>
        </p:spPr>
        <p:txBody>
          <a:bodyPr>
            <a:normAutofit/>
          </a:bodyPr>
          <a:lstStyle>
            <a:lvl1pPr>
              <a:buNone/>
              <a:defRPr sz="2400" baseline="0">
                <a:solidFill>
                  <a:schemeClr val="accent4"/>
                </a:solidFill>
                <a:latin typeface="Memphis"/>
                <a:cs typeface="Memphis"/>
              </a:defRPr>
            </a:lvl1pPr>
          </a:lstStyle>
          <a:p>
            <a:pPr lvl="0"/>
            <a:r>
              <a:rPr lang="en-US" dirty="0" smtClean="0"/>
              <a:t>Type Copy Here</a:t>
            </a:r>
          </a:p>
        </p:txBody>
      </p:sp>
    </p:spTree>
    <p:extLst>
      <p:ext uri="{BB962C8B-B14F-4D97-AF65-F5344CB8AC3E}">
        <p14:creationId xmlns:p14="http://schemas.microsoft.com/office/powerpoint/2010/main" val="2221814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6BC01-6870-445B-8D09-0FCFE3C61FE7}" type="datetimeFigureOut">
              <a:rPr lang="en-US" smtClean="0"/>
              <a:t>6/22/15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9D824-7436-427F-BB9F-B32272222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23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jpeg"/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image" Target="../media/image6.png"/><Relationship Id="rId8" Type="http://schemas.openxmlformats.org/officeDocument/2006/relationships/image" Target="../media/image9.png"/><Relationship Id="rId9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200400" y="1143000"/>
            <a:ext cx="3164003" cy="670608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Team of Teams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11" y="335303"/>
            <a:ext cx="2839281" cy="45936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26712" y="6489515"/>
            <a:ext cx="2839280" cy="247985"/>
          </a:xfrm>
          <a:prstGeom prst="rect">
            <a:avLst/>
          </a:prstGeom>
          <a:solidFill>
            <a:srgbClr val="F15D22"/>
          </a:solidFill>
          <a:ln>
            <a:solidFill>
              <a:srgbClr val="F15D2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82058" tIns="41029" rIns="82058" bIns="41029" spcCol="0"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146961" y="6489515"/>
            <a:ext cx="2839280" cy="247985"/>
          </a:xfrm>
          <a:prstGeom prst="rect">
            <a:avLst/>
          </a:prstGeom>
          <a:solidFill>
            <a:srgbClr val="59582B"/>
          </a:solidFill>
          <a:ln>
            <a:solidFill>
              <a:srgbClr val="59582B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82058" tIns="41029" rIns="82058" bIns="41029" spcCol="0"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067213" y="6489515"/>
            <a:ext cx="2839280" cy="247985"/>
          </a:xfrm>
          <a:prstGeom prst="rect">
            <a:avLst/>
          </a:prstGeom>
          <a:solidFill>
            <a:srgbClr val="FDBB30"/>
          </a:solidFill>
          <a:ln>
            <a:solidFill>
              <a:srgbClr val="FDBB3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82058" tIns="41029" rIns="82058" bIns="41029" spcCol="0"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26712" y="813882"/>
            <a:ext cx="2839280" cy="247985"/>
          </a:xfrm>
          <a:prstGeom prst="rect">
            <a:avLst/>
          </a:prstGeom>
          <a:solidFill>
            <a:srgbClr val="F15D22"/>
          </a:solidFill>
          <a:ln>
            <a:solidFill>
              <a:srgbClr val="F15D2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82058" tIns="41029" rIns="82058" bIns="41029" spcCol="0"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971800"/>
            <a:ext cx="4045803" cy="2188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304800" y="2209800"/>
            <a:ext cx="3505200" cy="439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30046" tIns="65023" rIns="130046" bIns="65023">
            <a:spAutoFit/>
          </a:bodyPr>
          <a:lstStyle/>
          <a:p>
            <a:pPr algn="ctr" eaLnBrk="1"/>
            <a:r>
              <a:rPr lang="en-US" sz="2000" kern="1200" dirty="0">
                <a:latin typeface="Trade Gothic"/>
                <a:cs typeface="Trade Gothic"/>
              </a:rPr>
              <a:t>NEW 2015 Org Chart</a:t>
            </a:r>
          </a:p>
        </p:txBody>
      </p:sp>
      <p:pic>
        <p:nvPicPr>
          <p:cNvPr id="16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05200"/>
            <a:ext cx="4058514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876800" y="2286000"/>
            <a:ext cx="3962400" cy="439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30046" tIns="65023" rIns="130046" bIns="65023">
            <a:spAutoFit/>
          </a:bodyPr>
          <a:lstStyle/>
          <a:p>
            <a:pPr eaLnBrk="1"/>
            <a:r>
              <a:rPr lang="en-US" sz="2000" kern="1200" dirty="0">
                <a:latin typeface="TradeGothic" charset="0"/>
              </a:rPr>
              <a:t>Strategic Leadership Committees</a:t>
            </a:r>
          </a:p>
        </p:txBody>
      </p:sp>
      <p:sp>
        <p:nvSpPr>
          <p:cNvPr id="7" name="Plus 6"/>
          <p:cNvSpPr/>
          <p:nvPr/>
        </p:nvSpPr>
        <p:spPr>
          <a:xfrm>
            <a:off x="4114800" y="2286000"/>
            <a:ext cx="381000" cy="381000"/>
          </a:xfrm>
          <a:prstGeom prst="mathPlus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71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11" y="335303"/>
            <a:ext cx="2839281" cy="45936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26712" y="6489515"/>
            <a:ext cx="2839280" cy="247985"/>
          </a:xfrm>
          <a:prstGeom prst="rect">
            <a:avLst/>
          </a:prstGeom>
          <a:solidFill>
            <a:srgbClr val="F15D22"/>
          </a:solidFill>
          <a:ln>
            <a:solidFill>
              <a:srgbClr val="F15D2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82058" tIns="41029" rIns="82058" bIns="41029" spcCol="0"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146961" y="6489515"/>
            <a:ext cx="2839280" cy="247985"/>
          </a:xfrm>
          <a:prstGeom prst="rect">
            <a:avLst/>
          </a:prstGeom>
          <a:solidFill>
            <a:srgbClr val="59582B"/>
          </a:solidFill>
          <a:ln>
            <a:solidFill>
              <a:srgbClr val="59582B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82058" tIns="41029" rIns="82058" bIns="41029" spcCol="0"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067213" y="6489515"/>
            <a:ext cx="2839280" cy="247985"/>
          </a:xfrm>
          <a:prstGeom prst="rect">
            <a:avLst/>
          </a:prstGeom>
          <a:solidFill>
            <a:srgbClr val="FDBB30"/>
          </a:solidFill>
          <a:ln>
            <a:solidFill>
              <a:srgbClr val="FDBB3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82058" tIns="41029" rIns="82058" bIns="41029" spcCol="0"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26712" y="813882"/>
            <a:ext cx="2839280" cy="247985"/>
          </a:xfrm>
          <a:prstGeom prst="rect">
            <a:avLst/>
          </a:prstGeom>
          <a:solidFill>
            <a:srgbClr val="F15D22"/>
          </a:solidFill>
          <a:ln>
            <a:solidFill>
              <a:srgbClr val="F15D2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82058" tIns="41029" rIns="82058" bIns="41029" spcCol="0"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048000"/>
            <a:ext cx="4661372" cy="1400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114800" y="2362200"/>
            <a:ext cx="4876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eaLnBrk="1"/>
            <a:r>
              <a:rPr lang="en-US" kern="1200" dirty="0">
                <a:latin typeface="TradeGothic" charset="0"/>
              </a:rPr>
              <a:t>Team of Teams Strategic Leadership Committees</a:t>
            </a:r>
          </a:p>
        </p:txBody>
      </p:sp>
      <p:pic>
        <p:nvPicPr>
          <p:cNvPr id="17" name="Picture 2" descr="Team of Rivals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0" t="8725" r="16769" b="15816"/>
          <a:stretch>
            <a:fillRect/>
          </a:stretch>
        </p:blipFill>
        <p:spPr bwMode="auto">
          <a:xfrm rot="5400000">
            <a:off x="-383679" y="2060079"/>
            <a:ext cx="4392614" cy="3168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8" name="Equal 17"/>
          <p:cNvSpPr/>
          <p:nvPr/>
        </p:nvSpPr>
        <p:spPr bwMode="auto">
          <a:xfrm>
            <a:off x="3581400" y="3352800"/>
            <a:ext cx="482600" cy="304800"/>
          </a:xfrm>
          <a:prstGeom prst="mathEqual">
            <a:avLst/>
          </a:prstGeom>
          <a:solidFill>
            <a:srgbClr val="008000"/>
          </a:solid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 marL="228600">
              <a:defRPr/>
            </a:pPr>
            <a:endParaRPr lang="en-US">
              <a:cs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692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75304" y="2127250"/>
            <a:ext cx="672569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"</a:t>
            </a:r>
            <a:r>
              <a:rPr lang="en-US" sz="3200" dirty="0" smtClean="0"/>
              <a:t>It was a perfect and tragic case study </a:t>
            </a:r>
          </a:p>
          <a:p>
            <a:pPr algn="ctr"/>
            <a:r>
              <a:rPr lang="en-US" sz="3200" dirty="0" smtClean="0"/>
              <a:t>of the consequences of </a:t>
            </a:r>
          </a:p>
          <a:p>
            <a:pPr algn="ctr"/>
            <a:r>
              <a:rPr lang="en-US" sz="3200" dirty="0" smtClean="0"/>
              <a:t>information Silos and internal distrust</a:t>
            </a:r>
            <a:r>
              <a:rPr lang="en-US" sz="3200" dirty="0" smtClean="0"/>
              <a:t>”</a:t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-GM Cobalt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78354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 txBox="1">
            <a:spLocks/>
          </p:cNvSpPr>
          <p:nvPr/>
        </p:nvSpPr>
        <p:spPr>
          <a:xfrm>
            <a:off x="1508125" y="1269030"/>
            <a:ext cx="6419329" cy="4684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 baseline="0">
                <a:solidFill>
                  <a:schemeClr val="accent4"/>
                </a:solidFill>
                <a:latin typeface="Memphis"/>
                <a:ea typeface="+mn-ea"/>
                <a:cs typeface="Memphi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smtClean="0">
                <a:solidFill>
                  <a:schemeClr val="tx1"/>
                </a:solidFill>
              </a:rPr>
              <a:t>“The collective intelligence of groups and communities has little to do with the intelligence of their individual members </a:t>
            </a:r>
          </a:p>
          <a:p>
            <a:pPr algn="ctr"/>
            <a:r>
              <a:rPr lang="en-US" sz="2800" smtClean="0">
                <a:solidFill>
                  <a:schemeClr val="tx1"/>
                </a:solidFill>
              </a:rPr>
              <a:t>and much more to do with the connections between them.”</a:t>
            </a:r>
          </a:p>
          <a:p>
            <a:pPr algn="ctr"/>
            <a:endParaRPr lang="en-US" sz="2800" smtClean="0">
              <a:solidFill>
                <a:schemeClr val="tx1"/>
              </a:solidFill>
            </a:endParaRPr>
          </a:p>
          <a:p>
            <a:pPr algn="ctr"/>
            <a:r>
              <a:rPr lang="en-US" sz="2000" smtClean="0">
                <a:solidFill>
                  <a:schemeClr val="tx1"/>
                </a:solidFill>
                <a:latin typeface="Trade Gothic"/>
                <a:cs typeface="Trade Gothic"/>
              </a:rPr>
              <a:t>-Sandy Pentland, MIT Professor</a:t>
            </a:r>
            <a:endParaRPr lang="en-US" sz="2000" dirty="0">
              <a:solidFill>
                <a:schemeClr val="tx1"/>
              </a:solidFill>
              <a:latin typeface="Trade Gothic"/>
              <a:cs typeface="Trade Gothic"/>
            </a:endParaRPr>
          </a:p>
        </p:txBody>
      </p:sp>
    </p:spTree>
    <p:extLst>
      <p:ext uri="{BB962C8B-B14F-4D97-AF65-F5344CB8AC3E}">
        <p14:creationId xmlns:p14="http://schemas.microsoft.com/office/powerpoint/2010/main" val="3839745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058440" y="864000"/>
            <a:ext cx="5858548" cy="88992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Idea Flow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158750" y="1742160"/>
            <a:ext cx="8754265" cy="4570559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accent3"/>
                </a:solidFill>
              </a:rPr>
              <a:t>According to </a:t>
            </a:r>
            <a:r>
              <a:rPr lang="en-US" dirty="0" err="1" smtClean="0">
                <a:solidFill>
                  <a:schemeClr val="accent3"/>
                </a:solidFill>
              </a:rPr>
              <a:t>Pentland</a:t>
            </a:r>
            <a:r>
              <a:rPr lang="en-US" dirty="0" smtClean="0">
                <a:solidFill>
                  <a:schemeClr val="accent3"/>
                </a:solidFill>
              </a:rPr>
              <a:t>, the two major determinants of </a:t>
            </a:r>
          </a:p>
          <a:p>
            <a:pPr algn="ctr"/>
            <a:r>
              <a:rPr lang="en-US" dirty="0" smtClean="0">
                <a:solidFill>
                  <a:schemeClr val="accent3"/>
                </a:solidFill>
              </a:rPr>
              <a:t>idea flow are:</a:t>
            </a:r>
          </a:p>
          <a:p>
            <a:pPr algn="ctr"/>
            <a:endParaRPr lang="en-US" dirty="0"/>
          </a:p>
          <a:p>
            <a:pPr algn="ctr"/>
            <a:r>
              <a:rPr lang="en-US" u="sng" dirty="0" smtClean="0">
                <a:solidFill>
                  <a:srgbClr val="000000"/>
                </a:solidFill>
                <a:latin typeface="Memphis Medium"/>
                <a:cs typeface="Memphis Medium"/>
              </a:rPr>
              <a:t>Engagement</a:t>
            </a:r>
            <a:r>
              <a:rPr lang="en-US" dirty="0" smtClean="0">
                <a:solidFill>
                  <a:srgbClr val="000000"/>
                </a:solidFill>
                <a:latin typeface="Memphis Medium"/>
                <a:cs typeface="Memphis Medium"/>
              </a:rPr>
              <a:t>  within a small group, like a team, department, or neighborhood</a:t>
            </a:r>
          </a:p>
          <a:p>
            <a:pPr algn="ctr"/>
            <a:endParaRPr lang="en-US" u="sng" dirty="0">
              <a:solidFill>
                <a:srgbClr val="000000"/>
              </a:solidFill>
              <a:latin typeface="Memphis Medium"/>
              <a:cs typeface="Memphis Medium"/>
            </a:endParaRPr>
          </a:p>
          <a:p>
            <a:pPr algn="ctr"/>
            <a:r>
              <a:rPr lang="en-US" u="sng" dirty="0" smtClean="0">
                <a:solidFill>
                  <a:srgbClr val="000000"/>
                </a:solidFill>
                <a:latin typeface="Memphis Medium"/>
                <a:cs typeface="Memphis Medium"/>
              </a:rPr>
              <a:t>Exploration</a:t>
            </a:r>
            <a:r>
              <a:rPr lang="en-US" dirty="0">
                <a:solidFill>
                  <a:srgbClr val="000000"/>
                </a:solidFill>
                <a:latin typeface="Memphis Medium"/>
                <a:cs typeface="Memphis Medium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Memphis Medium"/>
                <a:cs typeface="Memphis Medium"/>
              </a:rPr>
              <a:t>or frequent contact with other units.</a:t>
            </a:r>
            <a:br>
              <a:rPr lang="en-US" dirty="0" smtClean="0">
                <a:solidFill>
                  <a:srgbClr val="000000"/>
                </a:solidFill>
                <a:latin typeface="Memphis Medium"/>
                <a:cs typeface="Memphis Medium"/>
              </a:rPr>
            </a:br>
            <a:r>
              <a:rPr lang="en-US" dirty="0" smtClean="0">
                <a:solidFill>
                  <a:srgbClr val="000000"/>
                </a:solidFill>
                <a:latin typeface="Memphis Medium"/>
                <a:cs typeface="Memphis Medium"/>
              </a:rPr>
              <a:t>In other words, a </a:t>
            </a:r>
            <a:r>
              <a:rPr lang="en-US" dirty="0" smtClean="0">
                <a:solidFill>
                  <a:schemeClr val="accent2"/>
                </a:solidFill>
                <a:latin typeface="Memphis Medium"/>
                <a:cs typeface="Memphis Medium"/>
              </a:rPr>
              <a:t>Team of Teams</a:t>
            </a:r>
            <a:r>
              <a:rPr lang="en-US" dirty="0" smtClean="0">
                <a:solidFill>
                  <a:srgbClr val="000000"/>
                </a:solidFill>
                <a:latin typeface="Memphis Medium"/>
                <a:cs typeface="Memphis Medium"/>
              </a:rPr>
              <a:t>.</a:t>
            </a:r>
            <a:endParaRPr lang="en-US" u="sng" dirty="0">
              <a:solidFill>
                <a:srgbClr val="000000"/>
              </a:solidFill>
              <a:latin typeface="Memphis Medium"/>
              <a:cs typeface="Memphis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17361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Value of Engagement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5"/>
          </p:nvPr>
        </p:nvSpPr>
        <p:spPr>
          <a:xfrm>
            <a:off x="1016000" y="2540000"/>
            <a:ext cx="7127875" cy="3807589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“Engagement was the central predictor of productivity, exceeding individual intelligence, personality, and skill.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The teams that had the highest levels of </a:t>
            </a:r>
          </a:p>
          <a:p>
            <a:r>
              <a:rPr lang="en-US" dirty="0" smtClean="0">
                <a:solidFill>
                  <a:srgbClr val="E54721"/>
                </a:solidFill>
              </a:rPr>
              <a:t>internal engagement</a:t>
            </a:r>
            <a:r>
              <a:rPr lang="en-US" dirty="0" smtClean="0">
                <a:solidFill>
                  <a:schemeClr val="tx1"/>
                </a:solidFill>
              </a:rPr>
              <a:t> and </a:t>
            </a:r>
            <a:r>
              <a:rPr lang="en-US" dirty="0" smtClean="0">
                <a:solidFill>
                  <a:schemeClr val="accent1"/>
                </a:solidFill>
              </a:rPr>
              <a:t>external exploration </a:t>
            </a:r>
            <a:r>
              <a:rPr lang="en-US" dirty="0" smtClean="0">
                <a:solidFill>
                  <a:schemeClr val="tx1"/>
                </a:solidFill>
              </a:rPr>
              <a:t>had much higher levels of creative output.</a:t>
            </a:r>
            <a:r>
              <a:rPr lang="en-US" dirty="0" smtClean="0">
                <a:solidFill>
                  <a:schemeClr val="tx1"/>
                </a:solidFill>
              </a:rPr>
              <a:t>"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230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 txBox="1">
            <a:spLocks/>
          </p:cNvSpPr>
          <p:nvPr/>
        </p:nvSpPr>
        <p:spPr>
          <a:xfrm>
            <a:off x="1016000" y="2540000"/>
            <a:ext cx="7127875" cy="3807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 baseline="0">
                <a:solidFill>
                  <a:schemeClr val="accent4"/>
                </a:solidFill>
                <a:latin typeface="Memphis"/>
                <a:ea typeface="+mn-ea"/>
                <a:cs typeface="Memphi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/>
                </a:solidFill>
              </a:rPr>
              <a:t>“</a:t>
            </a:r>
            <a:r>
              <a:rPr lang="en-US" b="1" dirty="0">
                <a:solidFill>
                  <a:schemeClr val="tx1"/>
                </a:solidFill>
              </a:rPr>
              <a:t>The speed and interdependence of our current environment means that what we cannot know has grown even faster than what we know.  </a:t>
            </a:r>
            <a:endParaRPr lang="en-US" b="1" dirty="0" smtClean="0">
              <a:solidFill>
                <a:schemeClr val="tx1"/>
              </a:solidFill>
            </a:endParaRP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Leaders </a:t>
            </a:r>
            <a:r>
              <a:rPr lang="en-US" b="1" dirty="0">
                <a:solidFill>
                  <a:schemeClr val="tx1"/>
                </a:solidFill>
              </a:rPr>
              <a:t>must find a way to empower their teams </a:t>
            </a:r>
            <a:r>
              <a:rPr lang="en-US" b="1" i="1" dirty="0">
                <a:solidFill>
                  <a:schemeClr val="tx1"/>
                </a:solidFill>
              </a:rPr>
              <a:t>to find a way"</a:t>
            </a:r>
            <a:endParaRPr lang="en-US" b="1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122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photo for steve pp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767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600"/>
            <a:ext cx="2839281" cy="45936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26712" y="6489515"/>
            <a:ext cx="2839280" cy="247985"/>
          </a:xfrm>
          <a:prstGeom prst="rect">
            <a:avLst/>
          </a:prstGeom>
          <a:solidFill>
            <a:srgbClr val="F15D22"/>
          </a:solidFill>
          <a:ln>
            <a:solidFill>
              <a:srgbClr val="F15D2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82058" tIns="41029" rIns="82058" bIns="41029" spcCol="0"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146961" y="6489515"/>
            <a:ext cx="2839280" cy="247985"/>
          </a:xfrm>
          <a:prstGeom prst="rect">
            <a:avLst/>
          </a:prstGeom>
          <a:solidFill>
            <a:srgbClr val="59582B"/>
          </a:solidFill>
          <a:ln>
            <a:solidFill>
              <a:srgbClr val="59582B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82058" tIns="41029" rIns="82058" bIns="41029" spcCol="0"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067213" y="6489515"/>
            <a:ext cx="2839280" cy="247985"/>
          </a:xfrm>
          <a:prstGeom prst="rect">
            <a:avLst/>
          </a:prstGeom>
          <a:solidFill>
            <a:srgbClr val="FDBB30"/>
          </a:solidFill>
          <a:ln>
            <a:solidFill>
              <a:srgbClr val="FDBB3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82058" tIns="41029" rIns="82058" bIns="41029" spcCol="0"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28600" y="762000"/>
            <a:ext cx="2839280" cy="247985"/>
          </a:xfrm>
          <a:prstGeom prst="rect">
            <a:avLst/>
          </a:prstGeom>
          <a:solidFill>
            <a:srgbClr val="F15D22"/>
          </a:solidFill>
          <a:ln>
            <a:solidFill>
              <a:srgbClr val="F15D2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82058" tIns="41029" rIns="82058" bIns="41029" spcCol="0" rtlCol="0" anchor="ctr"/>
          <a:lstStyle/>
          <a:p>
            <a:pPr algn="ctr"/>
            <a:endParaRPr lang="en-US"/>
          </a:p>
        </p:txBody>
      </p:sp>
      <p:pic>
        <p:nvPicPr>
          <p:cNvPr id="17" name="Picture 16" descr="Build Imag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95400"/>
            <a:ext cx="2661952" cy="1257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2" name="Line 7"/>
          <p:cNvSpPr>
            <a:spLocks noChangeShapeType="1"/>
          </p:cNvSpPr>
          <p:nvPr/>
        </p:nvSpPr>
        <p:spPr bwMode="auto">
          <a:xfrm flipV="1">
            <a:off x="10074828" y="3989809"/>
            <a:ext cx="2525712" cy="0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>
              <a:defRPr/>
            </a:pPr>
            <a:endParaRPr lang="en-US" sz="2400" kern="1200">
              <a:cs typeface="Helvetica Light" charset="0"/>
            </a:endParaRPr>
          </a:p>
        </p:txBody>
      </p:sp>
      <p:sp>
        <p:nvSpPr>
          <p:cNvPr id="23" name="Line 7"/>
          <p:cNvSpPr>
            <a:spLocks noChangeShapeType="1"/>
          </p:cNvSpPr>
          <p:nvPr/>
        </p:nvSpPr>
        <p:spPr bwMode="auto">
          <a:xfrm flipV="1">
            <a:off x="10066688" y="4071222"/>
            <a:ext cx="2525712" cy="0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>
              <a:defRPr/>
            </a:pPr>
            <a:endParaRPr lang="en-US" sz="2400" kern="1200">
              <a:cs typeface="Helvetica Light" charset="0"/>
            </a:endParaRPr>
          </a:p>
        </p:txBody>
      </p:sp>
      <p:sp>
        <p:nvSpPr>
          <p:cNvPr id="24" name="Line 7"/>
          <p:cNvSpPr>
            <a:spLocks noChangeShapeType="1"/>
          </p:cNvSpPr>
          <p:nvPr/>
        </p:nvSpPr>
        <p:spPr bwMode="auto">
          <a:xfrm flipV="1">
            <a:off x="3429000" y="1981200"/>
            <a:ext cx="2525712" cy="0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>
              <a:defRPr/>
            </a:pPr>
            <a:endParaRPr lang="en-US" sz="2400">
              <a:cs typeface="Helvetica Light" charset="0"/>
            </a:endParaRPr>
          </a:p>
        </p:txBody>
      </p:sp>
      <p:sp>
        <p:nvSpPr>
          <p:cNvPr id="25" name="Line 7"/>
          <p:cNvSpPr>
            <a:spLocks noChangeShapeType="1"/>
          </p:cNvSpPr>
          <p:nvPr/>
        </p:nvSpPr>
        <p:spPr bwMode="auto">
          <a:xfrm flipV="1">
            <a:off x="3429000" y="3733800"/>
            <a:ext cx="2525712" cy="0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>
              <a:defRPr/>
            </a:pPr>
            <a:endParaRPr lang="en-US" sz="2400">
              <a:cs typeface="Helvetica Light" charset="0"/>
            </a:endParaRPr>
          </a:p>
        </p:txBody>
      </p:sp>
      <p:sp>
        <p:nvSpPr>
          <p:cNvPr id="26" name="Line 7"/>
          <p:cNvSpPr>
            <a:spLocks noChangeShapeType="1"/>
          </p:cNvSpPr>
          <p:nvPr/>
        </p:nvSpPr>
        <p:spPr bwMode="auto">
          <a:xfrm flipV="1">
            <a:off x="3429000" y="5410200"/>
            <a:ext cx="2525712" cy="0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>
              <a:defRPr/>
            </a:pPr>
            <a:endParaRPr lang="en-US" sz="2400">
              <a:cs typeface="Helvetica Light" charset="0"/>
            </a:endParaRPr>
          </a:p>
        </p:txBody>
      </p:sp>
      <p:pic>
        <p:nvPicPr>
          <p:cNvPr id="27" name="Picture 26" descr="Build Team 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971800"/>
            <a:ext cx="2743200" cy="1295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28" name="Picture 27" descr="Build Teams 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724400"/>
            <a:ext cx="2667000" cy="1250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29" name="AutoShape 4"/>
          <p:cNvSpPr>
            <a:spLocks/>
          </p:cNvSpPr>
          <p:nvPr/>
        </p:nvSpPr>
        <p:spPr bwMode="auto">
          <a:xfrm>
            <a:off x="6477000" y="1600200"/>
            <a:ext cx="2249487" cy="6477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algn="ctr">
              <a:defRPr/>
            </a:pPr>
            <a:r>
              <a:rPr lang="en-US" sz="2800" kern="1200" dirty="0">
                <a:latin typeface="Times New Roman"/>
                <a:cs typeface="Times New Roman"/>
              </a:rPr>
              <a:t>Command</a:t>
            </a:r>
          </a:p>
        </p:txBody>
      </p:sp>
      <p:sp>
        <p:nvSpPr>
          <p:cNvPr id="30" name="AutoShape 5"/>
          <p:cNvSpPr>
            <a:spLocks/>
          </p:cNvSpPr>
          <p:nvPr/>
        </p:nvSpPr>
        <p:spPr bwMode="auto">
          <a:xfrm>
            <a:off x="6477000" y="3124200"/>
            <a:ext cx="2235850" cy="1066800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 algn="ctr" defTabSz="457200">
              <a:defRPr/>
            </a:pPr>
            <a:r>
              <a:rPr lang="en-US" sz="2600" kern="1200" dirty="0" smtClean="0">
                <a:solidFill>
                  <a:srgbClr val="232323"/>
                </a:solidFill>
                <a:latin typeface="Times New Roman"/>
                <a:cs typeface="Times New Roman"/>
              </a:rPr>
              <a:t>Command Of Teams</a:t>
            </a:r>
            <a:endParaRPr lang="en-US" sz="2600" kern="1200" dirty="0">
              <a:latin typeface="Times New Roman"/>
              <a:cs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29400" y="5029200"/>
            <a:ext cx="22098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 smtClean="0">
                <a:latin typeface="Times New Roman"/>
                <a:cs typeface="Times New Roman"/>
              </a:rPr>
              <a:t>Team of Teams</a:t>
            </a:r>
            <a:endParaRPr lang="en-US" sz="2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60692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850008515"/>
              </p:ext>
            </p:extLst>
          </p:nvPr>
        </p:nvGraphicFramePr>
        <p:xfrm>
          <a:off x="125016" y="321469"/>
          <a:ext cx="8893969" cy="63757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170" name="TextBox 2"/>
          <p:cNvSpPr txBox="1">
            <a:spLocks noChangeArrowheads="1"/>
          </p:cNvSpPr>
          <p:nvPr/>
        </p:nvSpPr>
        <p:spPr bwMode="auto">
          <a:xfrm>
            <a:off x="982266" y="428625"/>
            <a:ext cx="7233047" cy="1942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291" tIns="32146" rIns="64291" bIns="32146">
            <a:spAutoFit/>
          </a:bodyPr>
          <a:lstStyle>
            <a:lvl1pPr defTabSz="4572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cs typeface="ＭＳ Ｐゴシック" charset="0"/>
                <a:sym typeface="Helvetica Light" charset="0"/>
              </a:defRPr>
            </a:lvl1pPr>
            <a:lvl2pPr marL="742950" indent="-285750" defTabSz="4572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2pPr>
            <a:lvl3pPr marL="1143000" indent="-228600" defTabSz="4572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3pPr>
            <a:lvl4pPr marL="1600200" indent="-228600" defTabSz="4572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4pPr>
            <a:lvl5pPr marL="2057400" indent="-228600" defTabSz="4572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9pPr>
          </a:lstStyle>
          <a:p>
            <a:pPr algn="ctr" eaLnBrk="1"/>
            <a:r>
              <a:rPr lang="en-US" sz="3800" u="sng" dirty="0">
                <a:solidFill>
                  <a:srgbClr val="232323"/>
                </a:solidFill>
                <a:latin typeface="Times New Roman"/>
                <a:cs typeface="Times New Roman"/>
                <a:sym typeface="Times" charset="0"/>
              </a:rPr>
              <a:t>COMMAND</a:t>
            </a:r>
            <a:endParaRPr lang="en-US" sz="3800" u="sng" dirty="0">
              <a:solidFill>
                <a:srgbClr val="7C8184"/>
              </a:solidFill>
              <a:latin typeface="Times New Roman"/>
              <a:cs typeface="Times New Roman"/>
              <a:sym typeface="Times" charset="0"/>
            </a:endParaRPr>
          </a:p>
          <a:p>
            <a:pPr algn="ctr" eaLnBrk="1"/>
            <a:r>
              <a:rPr lang="en-US" sz="2400" dirty="0">
                <a:latin typeface="Times New Roman"/>
                <a:cs typeface="Times New Roman"/>
                <a:sym typeface="Times" charset="0"/>
              </a:rPr>
              <a:t>In this traditional top-down structure, the connections that matter are the ones between workers and their managers.</a:t>
            </a:r>
            <a:endParaRPr lang="en-US" sz="2400" dirty="0">
              <a:latin typeface="Times New Roman"/>
              <a:cs typeface="Times New Roman"/>
            </a:endParaRPr>
          </a:p>
          <a:p>
            <a:pPr eaLnBrk="1"/>
            <a:endParaRPr lang="en-US" dirty="0"/>
          </a:p>
        </p:txBody>
      </p:sp>
      <p:pic>
        <p:nvPicPr>
          <p:cNvPr id="6" name="Picture 2" descr="Build Image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4656" y="4607719"/>
            <a:ext cx="3215804" cy="1519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pic>
        <p:nvPicPr>
          <p:cNvPr id="3" name="Picture 2" descr="Screen Shot 2015-06-16 at 9.13.51 AM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72" y="6331148"/>
            <a:ext cx="8715375" cy="5268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2839281" cy="45936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52400" y="685800"/>
            <a:ext cx="2839280" cy="247985"/>
          </a:xfrm>
          <a:prstGeom prst="rect">
            <a:avLst/>
          </a:prstGeom>
          <a:solidFill>
            <a:srgbClr val="F15D22"/>
          </a:solidFill>
          <a:ln>
            <a:solidFill>
              <a:srgbClr val="F15D2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82058" tIns="41029" rIns="82058" bIns="41029" spcCol="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563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04800"/>
            <a:ext cx="2839281" cy="45936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26712" y="6489515"/>
            <a:ext cx="2839280" cy="247985"/>
          </a:xfrm>
          <a:prstGeom prst="rect">
            <a:avLst/>
          </a:prstGeom>
          <a:solidFill>
            <a:srgbClr val="F15D22"/>
          </a:solidFill>
          <a:ln>
            <a:solidFill>
              <a:srgbClr val="F15D2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82058" tIns="41029" rIns="82058" bIns="41029" spcCol="0"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3146961" y="6489515"/>
            <a:ext cx="2839280" cy="247985"/>
          </a:xfrm>
          <a:prstGeom prst="rect">
            <a:avLst/>
          </a:prstGeom>
          <a:solidFill>
            <a:srgbClr val="59582B"/>
          </a:solidFill>
          <a:ln>
            <a:solidFill>
              <a:srgbClr val="59582B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82058" tIns="41029" rIns="82058" bIns="41029" spcCol="0"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6067213" y="6489515"/>
            <a:ext cx="2839280" cy="247985"/>
          </a:xfrm>
          <a:prstGeom prst="rect">
            <a:avLst/>
          </a:prstGeom>
          <a:solidFill>
            <a:srgbClr val="FDBB30"/>
          </a:solidFill>
          <a:ln>
            <a:solidFill>
              <a:srgbClr val="FDBB30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82058" tIns="41029" rIns="82058" bIns="41029" spcCol="0"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26712" y="813882"/>
            <a:ext cx="2839280" cy="247985"/>
          </a:xfrm>
          <a:prstGeom prst="rect">
            <a:avLst/>
          </a:prstGeom>
          <a:solidFill>
            <a:srgbClr val="F15D22"/>
          </a:solidFill>
          <a:ln>
            <a:solidFill>
              <a:srgbClr val="F15D2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82058" tIns="41029" rIns="82058" bIns="41029" spcCol="0" rtlCol="0" anchor="ctr"/>
          <a:lstStyle/>
          <a:p>
            <a:pPr algn="ctr"/>
            <a:endParaRPr lang="en-US"/>
          </a:p>
        </p:txBody>
      </p:sp>
      <p:sp>
        <p:nvSpPr>
          <p:cNvPr id="22" name="Line 7"/>
          <p:cNvSpPr>
            <a:spLocks noChangeShapeType="1"/>
          </p:cNvSpPr>
          <p:nvPr/>
        </p:nvSpPr>
        <p:spPr bwMode="auto">
          <a:xfrm flipV="1">
            <a:off x="10074828" y="3989809"/>
            <a:ext cx="2525712" cy="0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>
              <a:defRPr/>
            </a:pPr>
            <a:endParaRPr lang="en-US" sz="2400" kern="1200">
              <a:cs typeface="Helvetica Light" charset="0"/>
            </a:endParaRPr>
          </a:p>
        </p:txBody>
      </p:sp>
      <p:sp>
        <p:nvSpPr>
          <p:cNvPr id="23" name="Line 7"/>
          <p:cNvSpPr>
            <a:spLocks noChangeShapeType="1"/>
          </p:cNvSpPr>
          <p:nvPr/>
        </p:nvSpPr>
        <p:spPr bwMode="auto">
          <a:xfrm flipV="1">
            <a:off x="10066688" y="4071222"/>
            <a:ext cx="2525712" cy="0"/>
          </a:xfrm>
          <a:prstGeom prst="line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50800" tIns="50800" rIns="50800" bIns="50800" anchor="ctr"/>
          <a:lstStyle/>
          <a:p>
            <a:pPr>
              <a:defRPr/>
            </a:pPr>
            <a:endParaRPr lang="en-US" sz="2400" kern="1200">
              <a:cs typeface="Helvetica Light" charset="0"/>
            </a:endParaRPr>
          </a:p>
        </p:txBody>
      </p:sp>
      <p:pic>
        <p:nvPicPr>
          <p:cNvPr id="9" name="Picture 8" descr="Build Team 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447800"/>
            <a:ext cx="4891311" cy="2311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143000" y="4114800"/>
            <a:ext cx="7010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n-US" sz="3600" u="sng" dirty="0">
                <a:solidFill>
                  <a:srgbClr val="232323"/>
                </a:solidFill>
                <a:latin typeface="Times" charset="0"/>
                <a:cs typeface="Times" charset="0"/>
                <a:sym typeface="Times" charset="0"/>
              </a:rPr>
              <a:t>COMMAND OF TEAMS</a:t>
            </a:r>
            <a:endParaRPr lang="en-US" sz="3600" u="sng" dirty="0">
              <a:solidFill>
                <a:srgbClr val="7C8184"/>
              </a:solidFill>
              <a:latin typeface="Times" charset="0"/>
              <a:cs typeface="Times" charset="0"/>
              <a:sym typeface="Times" charset="0"/>
            </a:endParaRPr>
          </a:p>
          <a:p>
            <a:pPr algn="ctr" defTabSz="457200">
              <a:defRPr/>
            </a:pPr>
            <a:r>
              <a:rPr lang="en-US" dirty="0">
                <a:latin typeface="Times" charset="0"/>
                <a:cs typeface="Times" charset="0"/>
                <a:sym typeface="Times" charset="0"/>
              </a:rPr>
              <a:t>In this structure, adaptive small teams operate within a more rigid superstructure.</a:t>
            </a:r>
            <a:endParaRPr lang="en-US" dirty="0">
              <a:cs typeface="Helvetica Light" charset="0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6490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1" descr="Build Teams 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143000"/>
            <a:ext cx="4323085" cy="2027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  <p:sp>
        <p:nvSpPr>
          <p:cNvPr id="9218" name="AutoShape 2"/>
          <p:cNvSpPr>
            <a:spLocks/>
          </p:cNvSpPr>
          <p:nvPr/>
        </p:nvSpPr>
        <p:spPr bwMode="auto">
          <a:xfrm>
            <a:off x="1447800" y="3581400"/>
            <a:ext cx="6248400" cy="1294805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5717" tIns="35717" rIns="35717" bIns="35717" anchor="ctr"/>
          <a:lstStyle/>
          <a:p>
            <a:pPr algn="ctr" defTabSz="321457">
              <a:defRPr/>
            </a:pPr>
            <a:r>
              <a:rPr lang="en-US" sz="3500" u="sng" dirty="0">
                <a:solidFill>
                  <a:srgbClr val="FF9300"/>
                </a:solidFill>
                <a:latin typeface="Times" charset="0"/>
                <a:cs typeface="Times" charset="0"/>
                <a:sym typeface="Times" charset="0"/>
              </a:rPr>
              <a:t>TEAM OF TEAMS (Our Goal)</a:t>
            </a:r>
          </a:p>
          <a:p>
            <a:pPr algn="ctr" defTabSz="321457">
              <a:defRPr/>
            </a:pPr>
            <a:r>
              <a:rPr lang="en-US" sz="2200" dirty="0">
                <a:solidFill>
                  <a:srgbClr val="3366FF"/>
                </a:solidFill>
                <a:latin typeface="Times" charset="0"/>
                <a:cs typeface="Times" charset="0"/>
                <a:sym typeface="Times" charset="0"/>
              </a:rPr>
              <a:t>The relationships among teams should resemble the closeness among individuals on those teams.</a:t>
            </a:r>
            <a:endParaRPr lang="en-US" dirty="0">
              <a:solidFill>
                <a:srgbClr val="3366FF"/>
              </a:solidFill>
              <a:cs typeface="Helvetica Light" charset="0"/>
            </a:endParaRPr>
          </a:p>
        </p:txBody>
      </p:sp>
      <p:sp>
        <p:nvSpPr>
          <p:cNvPr id="9219" name="AutoShape 3"/>
          <p:cNvSpPr>
            <a:spLocks/>
          </p:cNvSpPr>
          <p:nvPr/>
        </p:nvSpPr>
        <p:spPr bwMode="auto">
          <a:xfrm>
            <a:off x="232172" y="3696891"/>
            <a:ext cx="1129605" cy="1017984"/>
          </a:xfrm>
          <a:prstGeom prst="star5">
            <a:avLst/>
          </a:prstGeom>
          <a:solidFill>
            <a:srgbClr val="FFFF00"/>
          </a:solidFill>
          <a:ln>
            <a:noFill/>
          </a:ln>
          <a:effectLst>
            <a:outerShdw blurRad="50800" dist="12700" algn="ctr" rotWithShape="0">
              <a:srgbClr val="000000">
                <a:alpha val="50000"/>
              </a:srgbClr>
            </a:outerShdw>
          </a:effectLst>
          <a:extLst/>
        </p:spPr>
        <p:txBody>
          <a:bodyPr lIns="0" tIns="0" rIns="0" bIns="0" anchor="ctr"/>
          <a:lstStyle/>
          <a:p>
            <a:pPr>
              <a:defRPr/>
            </a:pPr>
            <a:endParaRPr lang="en-US" sz="1700">
              <a:solidFill>
                <a:srgbClr val="FFFFFF"/>
              </a:solidFill>
              <a:cs typeface="Helvetica Light" charset="0"/>
            </a:endParaRPr>
          </a:p>
        </p:txBody>
      </p:sp>
      <p:sp>
        <p:nvSpPr>
          <p:cNvPr id="9220" name="AutoShape 4"/>
          <p:cNvSpPr>
            <a:spLocks/>
          </p:cNvSpPr>
          <p:nvPr/>
        </p:nvSpPr>
        <p:spPr bwMode="auto">
          <a:xfrm>
            <a:off x="7779990" y="3679031"/>
            <a:ext cx="1129605" cy="1017984"/>
          </a:xfrm>
          <a:prstGeom prst="star5">
            <a:avLst/>
          </a:prstGeom>
          <a:solidFill>
            <a:srgbClr val="FFFF00"/>
          </a:solidFill>
          <a:ln>
            <a:noFill/>
          </a:ln>
          <a:effectLst>
            <a:outerShdw blurRad="50800" dist="12700" algn="ctr" rotWithShape="0">
              <a:srgbClr val="000000">
                <a:alpha val="50000"/>
              </a:srgbClr>
            </a:outerShdw>
          </a:effectLst>
          <a:extLst/>
        </p:spPr>
        <p:txBody>
          <a:bodyPr lIns="0" tIns="0" rIns="0" bIns="0" anchor="ctr"/>
          <a:lstStyle/>
          <a:p>
            <a:pPr>
              <a:defRPr/>
            </a:pPr>
            <a:endParaRPr lang="en-US" sz="1700">
              <a:solidFill>
                <a:srgbClr val="FFFFFF"/>
              </a:solidFill>
              <a:cs typeface="Helvetica Light" charset="0"/>
            </a:endParaRPr>
          </a:p>
        </p:txBody>
      </p:sp>
      <p:pic>
        <p:nvPicPr>
          <p:cNvPr id="4" name="Picture 3" descr="Screen Shot 2015-06-16 at 9.13.51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72" y="6215062"/>
            <a:ext cx="8715375" cy="5268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600"/>
            <a:ext cx="2839281" cy="45936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28600" y="762000"/>
            <a:ext cx="2839280" cy="247985"/>
          </a:xfrm>
          <a:prstGeom prst="rect">
            <a:avLst/>
          </a:prstGeom>
          <a:solidFill>
            <a:srgbClr val="F15D22"/>
          </a:solidFill>
          <a:ln>
            <a:solidFill>
              <a:srgbClr val="F15D22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82058" tIns="41029" rIns="82058" bIns="41029" spcCol="0"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779732"/>
      </p:ext>
    </p:extLst>
  </p:cSld>
  <p:clrMapOvr>
    <a:masterClrMapping/>
  </p:clrMapOvr>
  <p:transition xmlns:p14="http://schemas.microsoft.com/office/powerpoint/2010/main" spd="slow">
    <p:fade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92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92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" presetClass="emph" presetSubtype="2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30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0" dur="30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" dur="30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mph" presetSubtype="2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3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4" dur="3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3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1464469" y="1178719"/>
            <a:ext cx="1339453" cy="1393031"/>
          </a:xfrm>
          <a:prstGeom prst="rect">
            <a:avLst/>
          </a:prstGeom>
          <a:solidFill>
            <a:srgbClr val="FFA16B"/>
          </a:solid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35717" tIns="35717" rIns="35717" bIns="35717" anchor="ctr"/>
          <a:lstStyle/>
          <a:p>
            <a:pPr marL="160729">
              <a:defRPr/>
            </a:pPr>
            <a:endParaRPr lang="en-US">
              <a:cs typeface="Helvetica Light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232172" y="2839641"/>
            <a:ext cx="857250" cy="857250"/>
          </a:xfrm>
          <a:prstGeom prst="rect">
            <a:avLst/>
          </a:prstGeom>
          <a:solidFill>
            <a:srgbClr val="FFA16B"/>
          </a:solid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35717" tIns="35717" rIns="35717" bIns="35717" anchor="ctr"/>
          <a:lstStyle/>
          <a:p>
            <a:pPr marL="160729">
              <a:defRPr/>
            </a:pPr>
            <a:endParaRPr lang="en-US" dirty="0">
              <a:cs typeface="Helvetica Light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3071813" y="2732484"/>
            <a:ext cx="964406" cy="910828"/>
          </a:xfrm>
          <a:prstGeom prst="ellipse">
            <a:avLst/>
          </a:prstGeom>
          <a:solidFill>
            <a:srgbClr val="FF6600"/>
          </a:solid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35717" tIns="35717" rIns="35717" bIns="35717" anchor="ctr"/>
          <a:lstStyle/>
          <a:p>
            <a:pPr marL="160729">
              <a:defRPr/>
            </a:pPr>
            <a:endParaRPr lang="en-US">
              <a:cs typeface="Helvetica Light" charset="0"/>
            </a:endParaRPr>
          </a:p>
        </p:txBody>
      </p:sp>
      <p:sp>
        <p:nvSpPr>
          <p:cNvPr id="10245" name="TextBox 8"/>
          <p:cNvSpPr txBox="1">
            <a:spLocks noChangeArrowheads="1"/>
          </p:cNvSpPr>
          <p:nvPr/>
        </p:nvSpPr>
        <p:spPr bwMode="auto">
          <a:xfrm>
            <a:off x="1571625" y="1285875"/>
            <a:ext cx="1125141" cy="123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291" tIns="32146" rIns="64291" bIns="32146">
            <a:spAutoFit/>
          </a:bodyPr>
          <a:lstStyle>
            <a:lvl1pPr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cs typeface="ＭＳ Ｐゴシック" charset="0"/>
                <a:sym typeface="Helvetica Light" charset="0"/>
              </a:defRPr>
            </a:lvl1pPr>
            <a:lvl2pPr marL="742950" indent="-28575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2pPr>
            <a:lvl3pPr marL="11430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3pPr>
            <a:lvl4pPr marL="16002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4pPr>
            <a:lvl5pPr marL="20574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5pPr>
            <a:lvl6pPr marL="25146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6pPr>
            <a:lvl7pPr marL="29718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7pPr>
            <a:lvl8pPr marL="34290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8pPr>
            <a:lvl9pPr marL="38862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9pPr>
          </a:lstStyle>
          <a:p>
            <a:pPr algn="ctr" eaLnBrk="1"/>
            <a:r>
              <a:rPr lang="en-US" sz="2700" dirty="0"/>
              <a:t>Steve Vetter</a:t>
            </a:r>
          </a:p>
          <a:p>
            <a:pPr algn="ctr" eaLnBrk="1"/>
            <a:r>
              <a:rPr lang="en-US" sz="1100" dirty="0"/>
              <a:t>(President and CEO)</a:t>
            </a:r>
          </a:p>
        </p:txBody>
      </p:sp>
      <p:sp>
        <p:nvSpPr>
          <p:cNvPr id="11" name="Trapezoid 10"/>
          <p:cNvSpPr/>
          <p:nvPr/>
        </p:nvSpPr>
        <p:spPr bwMode="auto">
          <a:xfrm>
            <a:off x="125015" y="214312"/>
            <a:ext cx="1125141" cy="750094"/>
          </a:xfrm>
          <a:prstGeom prst="trapezoid">
            <a:avLst/>
          </a:prstGeom>
          <a:solidFill>
            <a:srgbClr val="A8D65D"/>
          </a:solid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35717" tIns="35717" rIns="35717" bIns="35717" anchor="ctr"/>
          <a:lstStyle/>
          <a:p>
            <a:pPr marL="160729">
              <a:defRPr/>
            </a:pPr>
            <a:endParaRPr lang="en-US">
              <a:cs typeface="Helvetica Light" charset="0"/>
            </a:endParaRPr>
          </a:p>
        </p:txBody>
      </p:sp>
      <p:sp>
        <p:nvSpPr>
          <p:cNvPr id="14" name="Trapezoid 13"/>
          <p:cNvSpPr/>
          <p:nvPr/>
        </p:nvSpPr>
        <p:spPr bwMode="auto">
          <a:xfrm>
            <a:off x="2964656" y="214312"/>
            <a:ext cx="1125141" cy="750094"/>
          </a:xfrm>
          <a:prstGeom prst="trapezoid">
            <a:avLst/>
          </a:prstGeom>
          <a:solidFill>
            <a:srgbClr val="A8D65D"/>
          </a:solid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35717" tIns="35717" rIns="35717" bIns="35717" anchor="ctr"/>
          <a:lstStyle/>
          <a:p>
            <a:pPr marL="160729">
              <a:defRPr/>
            </a:pPr>
            <a:endParaRPr lang="en-US" dirty="0">
              <a:cs typeface="Helvetica Light" charset="0"/>
            </a:endParaRPr>
          </a:p>
        </p:txBody>
      </p:sp>
      <p:sp>
        <p:nvSpPr>
          <p:cNvPr id="10248" name="TextBox 15"/>
          <p:cNvSpPr txBox="1">
            <a:spLocks noChangeArrowheads="1"/>
          </p:cNvSpPr>
          <p:nvPr/>
        </p:nvSpPr>
        <p:spPr bwMode="auto">
          <a:xfrm>
            <a:off x="232172" y="214313"/>
            <a:ext cx="910828" cy="788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291" tIns="32146" rIns="64291" bIns="32146">
            <a:spAutoFit/>
          </a:bodyPr>
          <a:lstStyle>
            <a:lvl1pPr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cs typeface="ＭＳ Ｐゴシック" charset="0"/>
                <a:sym typeface="Helvetica Light" charset="0"/>
              </a:defRPr>
            </a:lvl1pPr>
            <a:lvl2pPr marL="742950" indent="-28575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2pPr>
            <a:lvl3pPr marL="11430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3pPr>
            <a:lvl4pPr marL="16002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4pPr>
            <a:lvl5pPr marL="20574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5pPr>
            <a:lvl6pPr marL="25146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6pPr>
            <a:lvl7pPr marL="29718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7pPr>
            <a:lvl8pPr marL="34290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8pPr>
            <a:lvl9pPr marL="38862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9pPr>
          </a:lstStyle>
          <a:p>
            <a:pPr algn="ctr" eaLnBrk="1"/>
            <a:r>
              <a:rPr lang="en-US" sz="1300" dirty="0"/>
              <a:t>Peggy Carlson</a:t>
            </a:r>
          </a:p>
          <a:p>
            <a:pPr algn="ctr" eaLnBrk="1"/>
            <a:r>
              <a:rPr lang="en-US" sz="700" dirty="0"/>
              <a:t>(VP of Development Programs)</a:t>
            </a:r>
          </a:p>
        </p:txBody>
      </p:sp>
      <p:sp>
        <p:nvSpPr>
          <p:cNvPr id="10249" name="TextBox 16"/>
          <p:cNvSpPr txBox="1">
            <a:spLocks noChangeArrowheads="1"/>
          </p:cNvSpPr>
          <p:nvPr/>
        </p:nvSpPr>
        <p:spPr bwMode="auto">
          <a:xfrm>
            <a:off x="285750" y="3000375"/>
            <a:ext cx="750094" cy="618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291" tIns="32146" rIns="64291" bIns="32146">
            <a:spAutoFit/>
          </a:bodyPr>
          <a:lstStyle>
            <a:lvl1pPr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cs typeface="ＭＳ Ｐゴシック" charset="0"/>
                <a:sym typeface="Helvetica Light" charset="0"/>
              </a:defRPr>
            </a:lvl1pPr>
            <a:lvl2pPr marL="742950" indent="-28575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2pPr>
            <a:lvl3pPr marL="11430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3pPr>
            <a:lvl4pPr marL="16002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4pPr>
            <a:lvl5pPr marL="20574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5pPr>
            <a:lvl6pPr marL="25146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6pPr>
            <a:lvl7pPr marL="29718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7pPr>
            <a:lvl8pPr marL="34290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8pPr>
            <a:lvl9pPr marL="38862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9pPr>
          </a:lstStyle>
          <a:p>
            <a:pPr algn="ctr" eaLnBrk="1"/>
            <a:r>
              <a:rPr lang="en-US" sz="1300" dirty="0" err="1"/>
              <a:t>Horacio</a:t>
            </a:r>
            <a:r>
              <a:rPr lang="en-US" sz="1300" dirty="0"/>
              <a:t> Correa</a:t>
            </a:r>
          </a:p>
          <a:p>
            <a:pPr algn="ctr" eaLnBrk="1"/>
            <a:r>
              <a:rPr lang="en-US" sz="1000" dirty="0"/>
              <a:t>(CFO)</a:t>
            </a:r>
          </a:p>
        </p:txBody>
      </p:sp>
      <p:sp>
        <p:nvSpPr>
          <p:cNvPr id="10250" name="TextBox 17"/>
          <p:cNvSpPr txBox="1">
            <a:spLocks noChangeArrowheads="1"/>
          </p:cNvSpPr>
          <p:nvPr/>
        </p:nvSpPr>
        <p:spPr bwMode="auto">
          <a:xfrm>
            <a:off x="3125391" y="2893219"/>
            <a:ext cx="857250" cy="583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291" tIns="32146" rIns="64291" bIns="32146">
            <a:spAutoFit/>
          </a:bodyPr>
          <a:lstStyle>
            <a:lvl1pPr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cs typeface="ＭＳ Ｐゴシック" charset="0"/>
                <a:sym typeface="Helvetica Light" charset="0"/>
              </a:defRPr>
            </a:lvl1pPr>
            <a:lvl2pPr marL="742950" indent="-28575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2pPr>
            <a:lvl3pPr marL="11430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3pPr>
            <a:lvl4pPr marL="16002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4pPr>
            <a:lvl5pPr marL="20574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5pPr>
            <a:lvl6pPr marL="25146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6pPr>
            <a:lvl7pPr marL="29718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7pPr>
            <a:lvl8pPr marL="34290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8pPr>
            <a:lvl9pPr marL="38862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9pPr>
          </a:lstStyle>
          <a:p>
            <a:pPr algn="ctr" eaLnBrk="1"/>
            <a:r>
              <a:rPr lang="en-US" sz="1300" dirty="0" err="1"/>
              <a:t>Sherrita</a:t>
            </a:r>
            <a:r>
              <a:rPr lang="en-US" sz="1300" dirty="0"/>
              <a:t> Wilkins</a:t>
            </a:r>
          </a:p>
          <a:p>
            <a:pPr algn="ctr" eaLnBrk="1"/>
            <a:r>
              <a:rPr lang="en-US" sz="800" dirty="0"/>
              <a:t>(Chief of Staff)</a:t>
            </a:r>
          </a:p>
        </p:txBody>
      </p:sp>
      <p:cxnSp>
        <p:nvCxnSpPr>
          <p:cNvPr id="20" name="Straight Connector 19"/>
          <p:cNvCxnSpPr>
            <a:stCxn id="5" idx="3"/>
          </p:cNvCxnSpPr>
          <p:nvPr/>
        </p:nvCxnSpPr>
        <p:spPr bwMode="auto">
          <a:xfrm>
            <a:off x="1089422" y="3268266"/>
            <a:ext cx="1982391" cy="0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cxnSp>
        <p:nvCxnSpPr>
          <p:cNvPr id="22" name="Straight Connector 21"/>
          <p:cNvCxnSpPr>
            <a:stCxn id="14" idx="2"/>
          </p:cNvCxnSpPr>
          <p:nvPr/>
        </p:nvCxnSpPr>
        <p:spPr bwMode="auto">
          <a:xfrm>
            <a:off x="3527227" y="964406"/>
            <a:ext cx="26789" cy="1768078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cxnSp>
        <p:nvCxnSpPr>
          <p:cNvPr id="25" name="Straight Connector 24"/>
          <p:cNvCxnSpPr>
            <a:stCxn id="11" idx="2"/>
          </p:cNvCxnSpPr>
          <p:nvPr/>
        </p:nvCxnSpPr>
        <p:spPr bwMode="auto">
          <a:xfrm flipH="1">
            <a:off x="660797" y="964406"/>
            <a:ext cx="26789" cy="187523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cxnSp>
        <p:nvCxnSpPr>
          <p:cNvPr id="27" name="Straight Connector 26"/>
          <p:cNvCxnSpPr>
            <a:stCxn id="11" idx="3"/>
            <a:endCxn id="14" idx="1"/>
          </p:cNvCxnSpPr>
          <p:nvPr/>
        </p:nvCxnSpPr>
        <p:spPr bwMode="auto">
          <a:xfrm>
            <a:off x="1156395" y="589359"/>
            <a:ext cx="1902023" cy="0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cxnSp>
        <p:nvCxnSpPr>
          <p:cNvPr id="29" name="Straight Connector 28"/>
          <p:cNvCxnSpPr/>
          <p:nvPr/>
        </p:nvCxnSpPr>
        <p:spPr bwMode="auto">
          <a:xfrm>
            <a:off x="1250156" y="964406"/>
            <a:ext cx="214313" cy="214313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cxnSp>
        <p:nvCxnSpPr>
          <p:cNvPr id="31" name="Straight Connector 30"/>
          <p:cNvCxnSpPr/>
          <p:nvPr/>
        </p:nvCxnSpPr>
        <p:spPr bwMode="auto">
          <a:xfrm flipV="1">
            <a:off x="1089422" y="2571750"/>
            <a:ext cx="375047" cy="267891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sp>
        <p:nvSpPr>
          <p:cNvPr id="10257" name="TextBox 31"/>
          <p:cNvSpPr txBox="1">
            <a:spLocks noChangeArrowheads="1"/>
          </p:cNvSpPr>
          <p:nvPr/>
        </p:nvSpPr>
        <p:spPr bwMode="auto">
          <a:xfrm>
            <a:off x="1250156" y="53579"/>
            <a:ext cx="1714500" cy="497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291" tIns="32146" rIns="64291" bIns="32146">
            <a:spAutoFit/>
          </a:bodyPr>
          <a:lstStyle>
            <a:lvl1pPr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cs typeface="ＭＳ Ｐゴシック" charset="0"/>
                <a:sym typeface="Helvetica Light" charset="0"/>
              </a:defRPr>
            </a:lvl1pPr>
            <a:lvl2pPr marL="742950" indent="-28575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2pPr>
            <a:lvl3pPr marL="11430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3pPr>
            <a:lvl4pPr marL="16002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4pPr>
            <a:lvl5pPr marL="20574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5pPr>
            <a:lvl6pPr marL="25146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6pPr>
            <a:lvl7pPr marL="29718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7pPr>
            <a:lvl8pPr marL="34290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8pPr>
            <a:lvl9pPr marL="38862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9pPr>
          </a:lstStyle>
          <a:p>
            <a:pPr algn="ctr" eaLnBrk="1"/>
            <a:r>
              <a:rPr lang="en-US" sz="1400" b="1" dirty="0">
                <a:solidFill>
                  <a:srgbClr val="000090"/>
                </a:solidFill>
                <a:latin typeface="Arial" charset="0"/>
                <a:cs typeface="Arial" charset="0"/>
              </a:rPr>
              <a:t>Senior Executive Committee</a:t>
            </a:r>
          </a:p>
        </p:txBody>
      </p:sp>
      <p:cxnSp>
        <p:nvCxnSpPr>
          <p:cNvPr id="35" name="Straight Connector 34"/>
          <p:cNvCxnSpPr>
            <a:endCxn id="8" idx="1"/>
          </p:cNvCxnSpPr>
          <p:nvPr/>
        </p:nvCxnSpPr>
        <p:spPr bwMode="auto">
          <a:xfrm>
            <a:off x="2803922" y="2571750"/>
            <a:ext cx="409650" cy="294680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cxnSp>
        <p:nvCxnSpPr>
          <p:cNvPr id="37" name="Straight Connector 36"/>
          <p:cNvCxnSpPr/>
          <p:nvPr/>
        </p:nvCxnSpPr>
        <p:spPr bwMode="auto">
          <a:xfrm flipV="1">
            <a:off x="2803922" y="964406"/>
            <a:ext cx="160734" cy="214313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sp>
        <p:nvSpPr>
          <p:cNvPr id="43" name="Rectangle 42"/>
          <p:cNvSpPr/>
          <p:nvPr/>
        </p:nvSpPr>
        <p:spPr bwMode="auto">
          <a:xfrm>
            <a:off x="6125765" y="4286250"/>
            <a:ext cx="1500188" cy="1553766"/>
          </a:xfrm>
          <a:prstGeom prst="rect">
            <a:avLst/>
          </a:prstGeom>
          <a:solidFill>
            <a:srgbClr val="FFA16B"/>
          </a:solid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35717" tIns="35717" rIns="35717" bIns="35717" anchor="ctr"/>
          <a:lstStyle/>
          <a:p>
            <a:pPr marL="160729">
              <a:defRPr/>
            </a:pPr>
            <a:endParaRPr lang="en-US">
              <a:cs typeface="Helvetica Light" charset="0"/>
            </a:endParaRPr>
          </a:p>
        </p:txBody>
      </p:sp>
      <p:sp>
        <p:nvSpPr>
          <p:cNvPr id="44" name="Oval 43"/>
          <p:cNvSpPr/>
          <p:nvPr/>
        </p:nvSpPr>
        <p:spPr bwMode="auto">
          <a:xfrm>
            <a:off x="8001000" y="3696891"/>
            <a:ext cx="910828" cy="910828"/>
          </a:xfrm>
          <a:prstGeom prst="ellipse">
            <a:avLst/>
          </a:prstGeom>
          <a:solidFill>
            <a:srgbClr val="FF6600"/>
          </a:solid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35717" tIns="35717" rIns="35717" bIns="35717" anchor="ctr"/>
          <a:lstStyle/>
          <a:p>
            <a:pPr marL="160729">
              <a:defRPr/>
            </a:pPr>
            <a:endParaRPr lang="en-US">
              <a:cs typeface="Helvetica Light" charset="0"/>
            </a:endParaRPr>
          </a:p>
        </p:txBody>
      </p:sp>
      <p:sp>
        <p:nvSpPr>
          <p:cNvPr id="45" name="Oval 44"/>
          <p:cNvSpPr/>
          <p:nvPr/>
        </p:nvSpPr>
        <p:spPr bwMode="auto">
          <a:xfrm>
            <a:off x="4679156" y="3857625"/>
            <a:ext cx="910828" cy="910828"/>
          </a:xfrm>
          <a:prstGeom prst="ellipse">
            <a:avLst/>
          </a:prstGeom>
          <a:solidFill>
            <a:srgbClr val="FF6600"/>
          </a:solid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35717" tIns="35717" rIns="35717" bIns="35717" anchor="ctr"/>
          <a:lstStyle/>
          <a:p>
            <a:pPr marL="160729">
              <a:defRPr/>
            </a:pPr>
            <a:endParaRPr lang="en-US">
              <a:cs typeface="Helvetica Light" charset="0"/>
            </a:endParaRPr>
          </a:p>
        </p:txBody>
      </p:sp>
      <p:sp>
        <p:nvSpPr>
          <p:cNvPr id="46" name="Trapezoid 45"/>
          <p:cNvSpPr/>
          <p:nvPr/>
        </p:nvSpPr>
        <p:spPr bwMode="auto">
          <a:xfrm>
            <a:off x="7947422" y="5625703"/>
            <a:ext cx="1017984" cy="696516"/>
          </a:xfrm>
          <a:prstGeom prst="trapezoid">
            <a:avLst/>
          </a:prstGeom>
          <a:solidFill>
            <a:srgbClr val="A8D65D"/>
          </a:solid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35717" tIns="35717" rIns="35717" bIns="35717" anchor="ctr"/>
          <a:lstStyle/>
          <a:p>
            <a:pPr marL="160729">
              <a:defRPr/>
            </a:pPr>
            <a:endParaRPr lang="en-US">
              <a:cs typeface="Helvetica Light" charset="0"/>
            </a:endParaRPr>
          </a:p>
        </p:txBody>
      </p:sp>
      <p:sp>
        <p:nvSpPr>
          <p:cNvPr id="47" name="Rectangle 46"/>
          <p:cNvSpPr/>
          <p:nvPr/>
        </p:nvSpPr>
        <p:spPr bwMode="auto">
          <a:xfrm>
            <a:off x="4732734" y="5786438"/>
            <a:ext cx="857250" cy="857250"/>
          </a:xfrm>
          <a:prstGeom prst="rect">
            <a:avLst/>
          </a:prstGeom>
          <a:solidFill>
            <a:srgbClr val="FFA16B"/>
          </a:solid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35717" tIns="35717" rIns="35717" bIns="35717" anchor="ctr"/>
          <a:lstStyle/>
          <a:p>
            <a:pPr marL="160729">
              <a:defRPr/>
            </a:pPr>
            <a:endParaRPr lang="en-US" dirty="0">
              <a:cs typeface="Helvetica Light" charset="0"/>
            </a:endParaRPr>
          </a:p>
        </p:txBody>
      </p:sp>
      <p:sp>
        <p:nvSpPr>
          <p:cNvPr id="48" name="Regular Pentagon 47"/>
          <p:cNvSpPr/>
          <p:nvPr/>
        </p:nvSpPr>
        <p:spPr bwMode="auto">
          <a:xfrm>
            <a:off x="6393656" y="2893219"/>
            <a:ext cx="910828" cy="803672"/>
          </a:xfrm>
          <a:prstGeom prst="pentagon">
            <a:avLst/>
          </a:prstGeom>
          <a:solidFill>
            <a:srgbClr val="008000"/>
          </a:solid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35717" tIns="35717" rIns="35717" bIns="35717" anchor="ctr"/>
          <a:lstStyle/>
          <a:p>
            <a:pPr marL="160729">
              <a:defRPr/>
            </a:pPr>
            <a:endParaRPr lang="en-US">
              <a:cs typeface="Helvetica Light" charset="0"/>
            </a:endParaRPr>
          </a:p>
        </p:txBody>
      </p:sp>
      <p:sp>
        <p:nvSpPr>
          <p:cNvPr id="10266" name="TextBox 48"/>
          <p:cNvSpPr txBox="1">
            <a:spLocks noChangeArrowheads="1"/>
          </p:cNvSpPr>
          <p:nvPr/>
        </p:nvSpPr>
        <p:spPr bwMode="auto">
          <a:xfrm>
            <a:off x="5638800" y="6324600"/>
            <a:ext cx="2357438" cy="434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291" tIns="32146" rIns="64291" bIns="32146">
            <a:spAutoFit/>
          </a:bodyPr>
          <a:lstStyle>
            <a:lvl1pPr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cs typeface="ＭＳ Ｐゴシック" charset="0"/>
                <a:sym typeface="Helvetica Light" charset="0"/>
              </a:defRPr>
            </a:lvl1pPr>
            <a:lvl2pPr marL="742950" indent="-28575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2pPr>
            <a:lvl3pPr marL="11430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3pPr>
            <a:lvl4pPr marL="16002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4pPr>
            <a:lvl5pPr marL="20574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5pPr>
            <a:lvl6pPr marL="25146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6pPr>
            <a:lvl7pPr marL="29718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7pPr>
            <a:lvl8pPr marL="34290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8pPr>
            <a:lvl9pPr marL="38862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9pPr>
          </a:lstStyle>
          <a:p>
            <a:pPr algn="ctr" eaLnBrk="1"/>
            <a:r>
              <a:rPr lang="en-US" sz="2400" b="1" dirty="0">
                <a:solidFill>
                  <a:srgbClr val="000090"/>
                </a:solidFill>
                <a:latin typeface="Arial" charset="0"/>
                <a:cs typeface="Arial" charset="0"/>
              </a:rPr>
              <a:t>IT Committee</a:t>
            </a:r>
          </a:p>
        </p:txBody>
      </p:sp>
      <p:sp>
        <p:nvSpPr>
          <p:cNvPr id="10267" name="TextBox 49"/>
          <p:cNvSpPr txBox="1">
            <a:spLocks noChangeArrowheads="1"/>
          </p:cNvSpPr>
          <p:nvPr/>
        </p:nvSpPr>
        <p:spPr bwMode="auto">
          <a:xfrm>
            <a:off x="6286500" y="4607719"/>
            <a:ext cx="1178719" cy="973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291" tIns="32146" rIns="64291" bIns="32146">
            <a:spAutoFit/>
          </a:bodyPr>
          <a:lstStyle>
            <a:lvl1pPr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cs typeface="ＭＳ Ｐゴシック" charset="0"/>
                <a:sym typeface="Helvetica Light" charset="0"/>
              </a:defRPr>
            </a:lvl1pPr>
            <a:lvl2pPr marL="742950" indent="-28575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2pPr>
            <a:lvl3pPr marL="11430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3pPr>
            <a:lvl4pPr marL="16002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4pPr>
            <a:lvl5pPr marL="20574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5pPr>
            <a:lvl6pPr marL="25146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6pPr>
            <a:lvl7pPr marL="29718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7pPr>
            <a:lvl8pPr marL="34290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8pPr>
            <a:lvl9pPr marL="38862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9pPr>
          </a:lstStyle>
          <a:p>
            <a:pPr algn="ctr" eaLnBrk="1"/>
            <a:r>
              <a:rPr lang="en-US" sz="2200" dirty="0" err="1"/>
              <a:t>Horacio</a:t>
            </a:r>
            <a:r>
              <a:rPr lang="en-US" sz="2200" dirty="0"/>
              <a:t> Correa</a:t>
            </a:r>
          </a:p>
          <a:p>
            <a:pPr algn="ctr" eaLnBrk="1"/>
            <a:r>
              <a:rPr lang="en-US" sz="1400" dirty="0"/>
              <a:t>(CFO)</a:t>
            </a:r>
          </a:p>
        </p:txBody>
      </p:sp>
      <p:sp>
        <p:nvSpPr>
          <p:cNvPr id="10268" name="TextBox 50"/>
          <p:cNvSpPr txBox="1">
            <a:spLocks noChangeArrowheads="1"/>
          </p:cNvSpPr>
          <p:nvPr/>
        </p:nvSpPr>
        <p:spPr bwMode="auto">
          <a:xfrm>
            <a:off x="4786312" y="5840016"/>
            <a:ext cx="750094" cy="757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291" tIns="32146" rIns="64291" bIns="32146">
            <a:spAutoFit/>
          </a:bodyPr>
          <a:lstStyle>
            <a:lvl1pPr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cs typeface="ＭＳ Ｐゴシック" charset="0"/>
                <a:sym typeface="Helvetica Light" charset="0"/>
              </a:defRPr>
            </a:lvl1pPr>
            <a:lvl2pPr marL="742950" indent="-28575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2pPr>
            <a:lvl3pPr marL="11430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3pPr>
            <a:lvl4pPr marL="16002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4pPr>
            <a:lvl5pPr marL="20574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5pPr>
            <a:lvl6pPr marL="25146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6pPr>
            <a:lvl7pPr marL="29718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7pPr>
            <a:lvl8pPr marL="34290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8pPr>
            <a:lvl9pPr marL="38862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9pPr>
          </a:lstStyle>
          <a:p>
            <a:pPr algn="ctr" eaLnBrk="1"/>
            <a:r>
              <a:rPr lang="en-US" sz="1400" dirty="0"/>
              <a:t>Steve Vetter</a:t>
            </a:r>
          </a:p>
          <a:p>
            <a:pPr algn="ctr" eaLnBrk="1"/>
            <a:r>
              <a:rPr lang="en-US" sz="800" dirty="0"/>
              <a:t>(President and CEO)</a:t>
            </a:r>
          </a:p>
        </p:txBody>
      </p:sp>
      <p:sp>
        <p:nvSpPr>
          <p:cNvPr id="10269" name="TextBox 51"/>
          <p:cNvSpPr txBox="1">
            <a:spLocks noChangeArrowheads="1"/>
          </p:cNvSpPr>
          <p:nvPr/>
        </p:nvSpPr>
        <p:spPr bwMode="auto">
          <a:xfrm>
            <a:off x="8001000" y="5572125"/>
            <a:ext cx="910828" cy="811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291" tIns="32146" rIns="64291" bIns="32146">
            <a:spAutoFit/>
          </a:bodyPr>
          <a:lstStyle>
            <a:lvl1pPr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cs typeface="ＭＳ Ｐゴシック" charset="0"/>
                <a:sym typeface="Helvetica Light" charset="0"/>
              </a:defRPr>
            </a:lvl1pPr>
            <a:lvl2pPr marL="742950" indent="-28575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2pPr>
            <a:lvl3pPr marL="11430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3pPr>
            <a:lvl4pPr marL="16002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4pPr>
            <a:lvl5pPr marL="20574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5pPr>
            <a:lvl6pPr marL="25146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6pPr>
            <a:lvl7pPr marL="29718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7pPr>
            <a:lvl8pPr marL="34290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8pPr>
            <a:lvl9pPr marL="38862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9pPr>
          </a:lstStyle>
          <a:p>
            <a:pPr algn="ctr" eaLnBrk="1"/>
            <a:r>
              <a:rPr lang="en-US" sz="1200" dirty="0"/>
              <a:t>Peggy Carlson</a:t>
            </a:r>
          </a:p>
          <a:p>
            <a:pPr algn="ctr" eaLnBrk="1"/>
            <a:r>
              <a:rPr lang="en-US" sz="800" dirty="0"/>
              <a:t>(VP of Development Programs)</a:t>
            </a:r>
          </a:p>
        </p:txBody>
      </p:sp>
      <p:sp>
        <p:nvSpPr>
          <p:cNvPr id="10270" name="TextBox 52"/>
          <p:cNvSpPr txBox="1">
            <a:spLocks noChangeArrowheads="1"/>
          </p:cNvSpPr>
          <p:nvPr/>
        </p:nvSpPr>
        <p:spPr bwMode="auto">
          <a:xfrm>
            <a:off x="6500812" y="3053953"/>
            <a:ext cx="750094" cy="627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291" tIns="32146" rIns="64291" bIns="32146">
            <a:spAutoFit/>
          </a:bodyPr>
          <a:lstStyle>
            <a:lvl1pPr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cs typeface="ＭＳ Ｐゴシック" charset="0"/>
                <a:sym typeface="Helvetica Light" charset="0"/>
              </a:defRPr>
            </a:lvl1pPr>
            <a:lvl2pPr marL="742950" indent="-28575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2pPr>
            <a:lvl3pPr marL="11430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3pPr>
            <a:lvl4pPr marL="16002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4pPr>
            <a:lvl5pPr marL="20574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5pPr>
            <a:lvl6pPr marL="25146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6pPr>
            <a:lvl7pPr marL="29718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7pPr>
            <a:lvl8pPr marL="34290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8pPr>
            <a:lvl9pPr marL="38862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9pPr>
          </a:lstStyle>
          <a:p>
            <a:pPr algn="ctr" eaLnBrk="1"/>
            <a:r>
              <a:rPr lang="en-US" sz="1000" dirty="0"/>
              <a:t>Michelle Nicholson </a:t>
            </a:r>
            <a:r>
              <a:rPr lang="en-US" sz="800" dirty="0"/>
              <a:t>(Director of Comm.)</a:t>
            </a:r>
          </a:p>
        </p:txBody>
      </p:sp>
      <p:sp>
        <p:nvSpPr>
          <p:cNvPr id="10271" name="TextBox 53"/>
          <p:cNvSpPr txBox="1">
            <a:spLocks noChangeArrowheads="1"/>
          </p:cNvSpPr>
          <p:nvPr/>
        </p:nvSpPr>
        <p:spPr bwMode="auto">
          <a:xfrm>
            <a:off x="8001000" y="3810000"/>
            <a:ext cx="883444" cy="742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4291" tIns="32146" rIns="64291" bIns="32146">
            <a:spAutoFit/>
          </a:bodyPr>
          <a:lstStyle>
            <a:lvl1pPr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cs typeface="ＭＳ Ｐゴシック" charset="0"/>
                <a:sym typeface="Helvetica Light" charset="0"/>
              </a:defRPr>
            </a:lvl1pPr>
            <a:lvl2pPr marL="742950" indent="-28575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2pPr>
            <a:lvl3pPr marL="11430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3pPr>
            <a:lvl4pPr marL="16002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4pPr>
            <a:lvl5pPr marL="20574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5pPr>
            <a:lvl6pPr marL="25146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6pPr>
            <a:lvl7pPr marL="29718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7pPr>
            <a:lvl8pPr marL="34290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8pPr>
            <a:lvl9pPr marL="38862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9pPr>
          </a:lstStyle>
          <a:p>
            <a:pPr algn="ctr" eaLnBrk="1"/>
            <a:r>
              <a:rPr lang="en-US" sz="1400" dirty="0"/>
              <a:t>Ukiah Busch </a:t>
            </a:r>
          </a:p>
          <a:p>
            <a:pPr algn="ctr" eaLnBrk="1"/>
            <a:r>
              <a:rPr lang="en-US" sz="800" dirty="0"/>
              <a:t>(Sr. Program Officer)</a:t>
            </a:r>
          </a:p>
        </p:txBody>
      </p:sp>
      <p:sp>
        <p:nvSpPr>
          <p:cNvPr id="10272" name="TextBox 54"/>
          <p:cNvSpPr txBox="1">
            <a:spLocks noChangeArrowheads="1"/>
          </p:cNvSpPr>
          <p:nvPr/>
        </p:nvSpPr>
        <p:spPr bwMode="auto">
          <a:xfrm>
            <a:off x="4786312" y="3964781"/>
            <a:ext cx="696516" cy="757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291" tIns="32146" rIns="64291" bIns="32146">
            <a:spAutoFit/>
          </a:bodyPr>
          <a:lstStyle>
            <a:lvl1pPr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cs typeface="ＭＳ Ｐゴシック" charset="0"/>
                <a:sym typeface="Helvetica Light" charset="0"/>
              </a:defRPr>
            </a:lvl1pPr>
            <a:lvl2pPr marL="742950" indent="-28575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2pPr>
            <a:lvl3pPr marL="11430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3pPr>
            <a:lvl4pPr marL="16002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4pPr>
            <a:lvl5pPr marL="20574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5pPr>
            <a:lvl6pPr marL="25146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6pPr>
            <a:lvl7pPr marL="29718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7pPr>
            <a:lvl8pPr marL="34290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8pPr>
            <a:lvl9pPr marL="38862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9pPr>
          </a:lstStyle>
          <a:p>
            <a:pPr algn="ctr" eaLnBrk="1"/>
            <a:r>
              <a:rPr lang="en-US" sz="1400" dirty="0"/>
              <a:t>Liz Calvey</a:t>
            </a:r>
          </a:p>
          <a:p>
            <a:pPr algn="ctr" eaLnBrk="1"/>
            <a:r>
              <a:rPr lang="en-US" sz="800" dirty="0"/>
              <a:t>(Sr. Comm. Officer)</a:t>
            </a:r>
          </a:p>
        </p:txBody>
      </p:sp>
      <p:cxnSp>
        <p:nvCxnSpPr>
          <p:cNvPr id="57" name="Straight Connector 56"/>
          <p:cNvCxnSpPr/>
          <p:nvPr/>
        </p:nvCxnSpPr>
        <p:spPr bwMode="auto">
          <a:xfrm flipV="1">
            <a:off x="5536406" y="3429000"/>
            <a:ext cx="910828" cy="589359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cxnSp>
        <p:nvCxnSpPr>
          <p:cNvPr id="69" name="Straight Connector 68"/>
          <p:cNvCxnSpPr>
            <a:endCxn id="47" idx="0"/>
          </p:cNvCxnSpPr>
          <p:nvPr/>
        </p:nvCxnSpPr>
        <p:spPr bwMode="auto">
          <a:xfrm>
            <a:off x="5161359" y="4768453"/>
            <a:ext cx="0" cy="101798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cxnSp>
        <p:nvCxnSpPr>
          <p:cNvPr id="72" name="Straight Connector 71"/>
          <p:cNvCxnSpPr>
            <a:stCxn id="10270" idx="3"/>
          </p:cNvCxnSpPr>
          <p:nvPr/>
        </p:nvCxnSpPr>
        <p:spPr bwMode="auto">
          <a:xfrm>
            <a:off x="7250906" y="3367609"/>
            <a:ext cx="857250" cy="54359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cxnSp>
        <p:nvCxnSpPr>
          <p:cNvPr id="74" name="Straight Connector 73"/>
          <p:cNvCxnSpPr>
            <a:stCxn id="44" idx="4"/>
            <a:endCxn id="46" idx="0"/>
          </p:cNvCxnSpPr>
          <p:nvPr/>
        </p:nvCxnSpPr>
        <p:spPr bwMode="auto">
          <a:xfrm>
            <a:off x="8456414" y="4607719"/>
            <a:ext cx="0" cy="101798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cxnSp>
        <p:nvCxnSpPr>
          <p:cNvPr id="76" name="Straight Connector 75"/>
          <p:cNvCxnSpPr/>
          <p:nvPr/>
        </p:nvCxnSpPr>
        <p:spPr bwMode="auto">
          <a:xfrm>
            <a:off x="5589984" y="6215063"/>
            <a:ext cx="2411016" cy="0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cxnSp>
        <p:nvCxnSpPr>
          <p:cNvPr id="79" name="Straight Connector 78"/>
          <p:cNvCxnSpPr>
            <a:stCxn id="45" idx="5"/>
            <a:endCxn id="43" idx="1"/>
          </p:cNvCxnSpPr>
          <p:nvPr/>
        </p:nvCxnSpPr>
        <p:spPr bwMode="auto">
          <a:xfrm>
            <a:off x="5456039" y="4634508"/>
            <a:ext cx="669727" cy="428625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cxnSp>
        <p:nvCxnSpPr>
          <p:cNvPr id="86" name="Straight Connector 85"/>
          <p:cNvCxnSpPr>
            <a:stCxn id="10270" idx="2"/>
            <a:endCxn id="43" idx="0"/>
          </p:cNvCxnSpPr>
          <p:nvPr/>
        </p:nvCxnSpPr>
        <p:spPr bwMode="auto">
          <a:xfrm>
            <a:off x="6875859" y="3681264"/>
            <a:ext cx="0" cy="604986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cxnSp>
        <p:nvCxnSpPr>
          <p:cNvPr id="88" name="Straight Connector 87"/>
          <p:cNvCxnSpPr/>
          <p:nvPr/>
        </p:nvCxnSpPr>
        <p:spPr bwMode="auto">
          <a:xfrm flipH="1">
            <a:off x="7625953" y="4393406"/>
            <a:ext cx="482203" cy="267891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cxnSp>
        <p:nvCxnSpPr>
          <p:cNvPr id="90" name="Straight Connector 89"/>
          <p:cNvCxnSpPr/>
          <p:nvPr/>
        </p:nvCxnSpPr>
        <p:spPr bwMode="auto">
          <a:xfrm flipH="1" flipV="1">
            <a:off x="7625953" y="5840016"/>
            <a:ext cx="428625" cy="160734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cxnSp>
        <p:nvCxnSpPr>
          <p:cNvPr id="92" name="Straight Connector 91"/>
          <p:cNvCxnSpPr/>
          <p:nvPr/>
        </p:nvCxnSpPr>
        <p:spPr bwMode="auto">
          <a:xfrm flipV="1">
            <a:off x="5589985" y="5572125"/>
            <a:ext cx="535781" cy="214313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cxnSp>
        <p:nvCxnSpPr>
          <p:cNvPr id="94" name="Straight Connector 93"/>
          <p:cNvCxnSpPr>
            <a:stCxn id="8" idx="6"/>
            <a:endCxn id="48" idx="1"/>
          </p:cNvCxnSpPr>
          <p:nvPr/>
        </p:nvCxnSpPr>
        <p:spPr bwMode="auto">
          <a:xfrm>
            <a:off x="4036219" y="3187899"/>
            <a:ext cx="2357438" cy="12279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FF"/>
            </a:solidFill>
            <a:prstDash val="sysDot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cxnSp>
        <p:nvCxnSpPr>
          <p:cNvPr id="98" name="Straight Connector 97"/>
          <p:cNvCxnSpPr>
            <a:endCxn id="48" idx="0"/>
          </p:cNvCxnSpPr>
          <p:nvPr/>
        </p:nvCxnSpPr>
        <p:spPr bwMode="auto">
          <a:xfrm>
            <a:off x="4089797" y="964406"/>
            <a:ext cx="2759273" cy="1928813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FF"/>
            </a:solidFill>
            <a:prstDash val="sysDot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cxnSp>
        <p:nvCxnSpPr>
          <p:cNvPr id="100" name="Straight Connector 99"/>
          <p:cNvCxnSpPr>
            <a:endCxn id="45" idx="0"/>
          </p:cNvCxnSpPr>
          <p:nvPr/>
        </p:nvCxnSpPr>
        <p:spPr bwMode="auto">
          <a:xfrm>
            <a:off x="3821906" y="964406"/>
            <a:ext cx="1312664" cy="2893219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FF"/>
            </a:solidFill>
            <a:prstDash val="sysDot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cxnSp>
        <p:nvCxnSpPr>
          <p:cNvPr id="102" name="Straight Connector 101"/>
          <p:cNvCxnSpPr>
            <a:stCxn id="8" idx="5"/>
            <a:endCxn id="44" idx="2"/>
          </p:cNvCxnSpPr>
          <p:nvPr/>
        </p:nvCxnSpPr>
        <p:spPr bwMode="auto">
          <a:xfrm>
            <a:off x="3894460" y="3509367"/>
            <a:ext cx="4106540" cy="642938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FF"/>
            </a:solidFill>
            <a:prstDash val="sysDot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sp>
        <p:nvSpPr>
          <p:cNvPr id="10287" name="TextBox 106"/>
          <p:cNvSpPr txBox="1">
            <a:spLocks noChangeArrowheads="1"/>
          </p:cNvSpPr>
          <p:nvPr/>
        </p:nvSpPr>
        <p:spPr bwMode="auto">
          <a:xfrm>
            <a:off x="232172" y="5947172"/>
            <a:ext cx="3108648" cy="757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291" tIns="32146" rIns="64291" bIns="32146">
            <a:spAutoFit/>
          </a:bodyPr>
          <a:lstStyle>
            <a:lvl1pPr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cs typeface="ＭＳ Ｐゴシック" charset="0"/>
                <a:sym typeface="Helvetica Light" charset="0"/>
              </a:defRPr>
            </a:lvl1pPr>
            <a:lvl2pPr marL="742950" indent="-28575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2pPr>
            <a:lvl3pPr marL="11430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3pPr>
            <a:lvl4pPr marL="16002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4pPr>
            <a:lvl5pPr marL="20574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5pPr>
            <a:lvl6pPr marL="25146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6pPr>
            <a:lvl7pPr marL="29718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7pPr>
            <a:lvl8pPr marL="34290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8pPr>
            <a:lvl9pPr marL="38862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9pPr>
          </a:lstStyle>
          <a:p>
            <a:pPr eaLnBrk="1"/>
            <a:r>
              <a:rPr lang="en-US" sz="2200" i="1"/>
              <a:t>Sample Case for Team of Teams Approach</a:t>
            </a:r>
          </a:p>
        </p:txBody>
      </p:sp>
      <p:cxnSp>
        <p:nvCxnSpPr>
          <p:cNvPr id="109" name="Straight Connector 108"/>
          <p:cNvCxnSpPr/>
          <p:nvPr/>
        </p:nvCxnSpPr>
        <p:spPr bwMode="auto">
          <a:xfrm>
            <a:off x="3768328" y="3589734"/>
            <a:ext cx="1017984" cy="428625"/>
          </a:xfrm>
          <a:prstGeom prst="line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FF"/>
            </a:solidFill>
            <a:prstDash val="sysDot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cxnSp>
        <p:nvCxnSpPr>
          <p:cNvPr id="116" name="Elbow Connector 115"/>
          <p:cNvCxnSpPr>
            <a:stCxn id="8" idx="4"/>
            <a:endCxn id="45" idx="4"/>
          </p:cNvCxnSpPr>
          <p:nvPr/>
        </p:nvCxnSpPr>
        <p:spPr bwMode="auto">
          <a:xfrm rot="16200000" flipH="1">
            <a:off x="3781722" y="3415605"/>
            <a:ext cx="1125141" cy="1580555"/>
          </a:xfrm>
          <a:prstGeom prst="bentConnector3">
            <a:avLst>
              <a:gd name="adj1" fmla="val 114286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FF"/>
            </a:solidFill>
            <a:prstDash val="sysDot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  <p:sp>
        <p:nvSpPr>
          <p:cNvPr id="10290" name="TextBox 11"/>
          <p:cNvSpPr txBox="1">
            <a:spLocks noChangeArrowheads="1"/>
          </p:cNvSpPr>
          <p:nvPr/>
        </p:nvSpPr>
        <p:spPr bwMode="auto">
          <a:xfrm>
            <a:off x="3071813" y="267891"/>
            <a:ext cx="910828" cy="680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291" tIns="32146" rIns="64291" bIns="32146">
            <a:spAutoFit/>
          </a:bodyPr>
          <a:lstStyle>
            <a:lvl1pPr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cs typeface="ＭＳ Ｐゴシック" charset="0"/>
                <a:sym typeface="Helvetica Light" charset="0"/>
              </a:defRPr>
            </a:lvl1pPr>
            <a:lvl2pPr marL="742950" indent="-28575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2pPr>
            <a:lvl3pPr marL="11430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3pPr>
            <a:lvl4pPr marL="16002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4pPr>
            <a:lvl5pPr marL="2057400" indent="-228600" eaLnBrk="0"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5pPr>
            <a:lvl6pPr marL="25146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6pPr>
            <a:lvl7pPr marL="29718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7pPr>
            <a:lvl8pPr marL="34290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8pPr>
            <a:lvl9pPr marL="3886200" indent="-228600" algn="ctr" defTabSz="5842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0000"/>
                </a:solidFill>
                <a:latin typeface="Helvetica Light" charset="0"/>
                <a:ea typeface="ＭＳ Ｐゴシック" charset="0"/>
                <a:sym typeface="Helvetica Light" charset="0"/>
              </a:defRPr>
            </a:lvl9pPr>
          </a:lstStyle>
          <a:p>
            <a:pPr algn="ctr" eaLnBrk="1"/>
            <a:r>
              <a:rPr lang="en-US" sz="1300" dirty="0"/>
              <a:t>Matt Clausen</a:t>
            </a:r>
          </a:p>
          <a:p>
            <a:pPr algn="ctr" eaLnBrk="1"/>
            <a:r>
              <a:rPr lang="en-US" sz="700" dirty="0"/>
              <a:t>(VP Public-Private Partnerships)</a:t>
            </a:r>
          </a:p>
        </p:txBody>
      </p:sp>
      <p:cxnSp>
        <p:nvCxnSpPr>
          <p:cNvPr id="140" name="Elbow Connector 139"/>
          <p:cNvCxnSpPr>
            <a:stCxn id="14" idx="3"/>
            <a:endCxn id="44" idx="0"/>
          </p:cNvCxnSpPr>
          <p:nvPr/>
        </p:nvCxnSpPr>
        <p:spPr bwMode="auto">
          <a:xfrm>
            <a:off x="3996035" y="589360"/>
            <a:ext cx="4460379" cy="3107531"/>
          </a:xfrm>
          <a:prstGeom prst="bentConnector2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FF"/>
            </a:solidFill>
            <a:prstDash val="sysDot"/>
            <a:miter lim="0"/>
            <a:headEnd type="none" w="med" len="med"/>
            <a:tailEnd type="none" w="med" len="med"/>
          </a:ln>
          <a:effectLst>
            <a:outerShdw blurRad="38100" dist="25400" dir="5400000" algn="ctr" rotWithShape="0">
              <a:srgbClr val="000000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071069445"/>
      </p:ext>
    </p:extLst>
  </p:cSld>
  <p:clrMapOvr>
    <a:masterClrMapping/>
  </p:clrMapOvr>
  <p:transition xmlns:p14="http://schemas.microsoft.com/office/powerpoint/2010/main" spd="slow">
    <p:wheel spokes="1"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06C8355D678A459F2EF8957171B231" ma:contentTypeVersion="11" ma:contentTypeDescription="Create a new document." ma:contentTypeScope="" ma:versionID="acd556ae07fa19f48e80b51b5070dad1">
  <xsd:schema xmlns:xsd="http://www.w3.org/2001/XMLSchema" xmlns:xs="http://www.w3.org/2001/XMLSchema" xmlns:p="http://schemas.microsoft.com/office/2006/metadata/properties" xmlns:ns2="f2466082-b6bf-4153-98c3-3c41e85fda18" xmlns:ns3="dc808d36-874f-4b27-aec2-2fd649817929" targetNamespace="http://schemas.microsoft.com/office/2006/metadata/properties" ma:root="true" ma:fieldsID="3dc96546954f3f270c213e8ea1cb1272" ns2:_="" ns3:_="">
    <xsd:import namespace="f2466082-b6bf-4153-98c3-3c41e85fda18"/>
    <xsd:import namespace="dc808d36-874f-4b27-aec2-2fd6498179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66082-b6bf-4153-98c3-3c41e85fda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08d36-874f-4b27-aec2-2fd64981792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308980C-42F5-45C1-AEE0-81BCB55F2F82}"/>
</file>

<file path=customXml/itemProps2.xml><?xml version="1.0" encoding="utf-8"?>
<ds:datastoreItem xmlns:ds="http://schemas.openxmlformats.org/officeDocument/2006/customXml" ds:itemID="{D7DBB6CD-975F-4F56-BE32-D1005D3326D8}"/>
</file>

<file path=customXml/itemProps3.xml><?xml version="1.0" encoding="utf-8"?>
<ds:datastoreItem xmlns:ds="http://schemas.openxmlformats.org/officeDocument/2006/customXml" ds:itemID="{856F06CC-D3B6-4750-BBE9-0275CE13BB78}"/>
</file>

<file path=docProps/app.xml><?xml version="1.0" encoding="utf-8"?>
<Properties xmlns="http://schemas.openxmlformats.org/officeDocument/2006/extended-properties" xmlns:vt="http://schemas.openxmlformats.org/officeDocument/2006/docPropsVTypes">
  <TotalTime>697</TotalTime>
  <Words>367</Words>
  <Application>Microsoft Macintosh PowerPoint</Application>
  <PresentationFormat>On-screen Show (4:3)</PresentationFormat>
  <Paragraphs>75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Team of Teams</vt:lpstr>
      <vt:lpstr>PowerPoint Presentation</vt:lpstr>
      <vt:lpstr>PowerPoint Presentation</vt:lpstr>
      <vt:lpstr>PowerPoint Presentation</vt:lpstr>
      <vt:lpstr>Idea Flow</vt:lpstr>
      <vt:lpstr>Value of Engagement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WE ARE</dc:title>
  <dc:creator>Taylor Nelson</dc:creator>
  <cp:lastModifiedBy>Chris Daileader</cp:lastModifiedBy>
  <cp:revision>22</cp:revision>
  <dcterms:created xsi:type="dcterms:W3CDTF">2013-05-15T17:21:10Z</dcterms:created>
  <dcterms:modified xsi:type="dcterms:W3CDTF">2015-06-22T14:47:47Z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0x0101003206C8355D678A459F2EF8957171B231</vt:lpwstr>
  </property>
  <property fmtid="{D5CDD505-2E9C-101B-9397-08002B2CF9AE}" pid="3" name="Order">
    <vt:r8>151400</vt:r8>
  </property>
</Properties>
</file>