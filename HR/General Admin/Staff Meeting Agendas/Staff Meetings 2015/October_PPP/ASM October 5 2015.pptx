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diagrams/data1.xml" ContentType="application/vnd.openxmlformats-officedocument.drawingml.diagramData+xml"/>
  <Override PartName="/ppt/presentation.xml" ContentType="application/vnd.openxmlformats-officedocument.presentationml.presentation.main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1.xml" ContentType="application/vnd.openxmlformats-officedocument.theme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bookmarkIdSeed="4">
  <p:sldMasterIdLst>
    <p:sldMasterId id="2147483648" r:id="rId1"/>
  </p:sldMasterIdLst>
  <p:sldIdLst>
    <p:sldId id="256" r:id="rId2"/>
    <p:sldId id="299" r:id="rId3"/>
    <p:sldId id="301" r:id="rId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FA617"/>
    <a:srgbClr val="1C3764"/>
    <a:srgbClr val="F88D34"/>
    <a:srgbClr val="F88628"/>
    <a:srgbClr val="F7770D"/>
    <a:srgbClr val="E26B08"/>
    <a:srgbClr val="0084A9"/>
    <a:srgbClr val="B50938"/>
    <a:srgbClr val="F15D22"/>
    <a:srgbClr val="E5E5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34587" autoAdjust="0"/>
    <p:restoredTop sz="94629" autoAdjust="0"/>
  </p:normalViewPr>
  <p:slideViewPr>
    <p:cSldViewPr snapToGrid="0" showGuides="1">
      <p:cViewPr varScale="1">
        <p:scale>
          <a:sx n="142" d="100"/>
          <a:sy n="142" d="100"/>
        </p:scale>
        <p:origin x="-104" y="-976"/>
      </p:cViewPr>
      <p:guideLst>
        <p:guide orient="horz" pos="2732"/>
        <p:guide pos="200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12" Type="http://schemas.openxmlformats.org/officeDocument/2006/relationships/customXml" Target="../customXml/item3.xml"/><Relationship Id="rId2" Type="http://schemas.openxmlformats.org/officeDocument/2006/relationships/slide" Target="slides/slide1.xml"/><Relationship Id="rId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11" Type="http://schemas.openxmlformats.org/officeDocument/2006/relationships/customXml" Target="../customXml/item2.xml"/><Relationship Id="rId5" Type="http://schemas.openxmlformats.org/officeDocument/2006/relationships/printerSettings" Target="printerSettings/printerSettings1.bin"/><Relationship Id="rId10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FC2F01E-413A-44AB-9662-C71EE953A902}" type="doc">
      <dgm:prSet loTypeId="urn:microsoft.com/office/officeart/2005/8/layout/gear1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63AB608-0497-4834-8E1F-726DA99B5996}">
      <dgm:prSet phldrT="[Text]" custT="1"/>
      <dgm:spPr/>
      <dgm:t>
        <a:bodyPr/>
        <a:lstStyle/>
        <a:p>
          <a:r>
            <a:rPr lang="en-US" sz="900" dirty="0" smtClean="0">
              <a:latin typeface="TradeGothic" panose="02000503020000020004" pitchFamily="2" charset="0"/>
            </a:rPr>
            <a:t>Experience</a:t>
          </a:r>
        </a:p>
        <a:p>
          <a:r>
            <a:rPr lang="en-US" sz="900" dirty="0" smtClean="0">
              <a:latin typeface="TradeGothic" panose="02000503020000020004" pitchFamily="2" charset="0"/>
            </a:rPr>
            <a:t>Expertise</a:t>
          </a:r>
          <a:endParaRPr lang="en-US" sz="900" dirty="0">
            <a:latin typeface="TradeGothic" panose="02000503020000020004" pitchFamily="2" charset="0"/>
          </a:endParaRPr>
        </a:p>
      </dgm:t>
    </dgm:pt>
    <dgm:pt modelId="{247227FD-6FA3-4D95-8B50-968DA1259E81}" type="parTrans" cxnId="{DB3734D0-7078-4E83-84A6-1BF07259CC32}">
      <dgm:prSet/>
      <dgm:spPr/>
      <dgm:t>
        <a:bodyPr/>
        <a:lstStyle/>
        <a:p>
          <a:endParaRPr lang="en-US" sz="900">
            <a:latin typeface="TradeGothic" panose="02000503020000020004" pitchFamily="2" charset="0"/>
          </a:endParaRPr>
        </a:p>
      </dgm:t>
    </dgm:pt>
    <dgm:pt modelId="{EAAA9344-8210-480C-B7BC-78FF60EF9D6E}" type="sibTrans" cxnId="{DB3734D0-7078-4E83-84A6-1BF07259CC32}">
      <dgm:prSet/>
      <dgm:spPr/>
      <dgm:t>
        <a:bodyPr/>
        <a:lstStyle/>
        <a:p>
          <a:endParaRPr lang="en-US" sz="900">
            <a:latin typeface="TradeGothic" panose="02000503020000020004" pitchFamily="2" charset="0"/>
          </a:endParaRPr>
        </a:p>
      </dgm:t>
    </dgm:pt>
    <dgm:pt modelId="{B2DA52B1-1862-4105-B06C-75B45FA31E44}">
      <dgm:prSet phldrT="[Text]" custT="1"/>
      <dgm:spPr/>
      <dgm:t>
        <a:bodyPr/>
        <a:lstStyle/>
        <a:p>
          <a:r>
            <a:rPr lang="en-US" sz="800" dirty="0" smtClean="0">
              <a:latin typeface="TradeGothic" panose="02000503020000020004" pitchFamily="2" charset="0"/>
            </a:rPr>
            <a:t>Knowledge</a:t>
          </a:r>
          <a:endParaRPr lang="en-US" sz="800" dirty="0">
            <a:latin typeface="TradeGothic" panose="02000503020000020004" pitchFamily="2" charset="0"/>
          </a:endParaRPr>
        </a:p>
      </dgm:t>
    </dgm:pt>
    <dgm:pt modelId="{FBC3909C-5877-44E0-8F71-7F080F1D854E}" type="parTrans" cxnId="{AE26C914-5C14-4121-8C7E-17CE886FC832}">
      <dgm:prSet/>
      <dgm:spPr/>
      <dgm:t>
        <a:bodyPr/>
        <a:lstStyle/>
        <a:p>
          <a:endParaRPr lang="en-US" sz="900">
            <a:latin typeface="TradeGothic" panose="02000503020000020004" pitchFamily="2" charset="0"/>
          </a:endParaRPr>
        </a:p>
      </dgm:t>
    </dgm:pt>
    <dgm:pt modelId="{7FEC3990-5E93-46E5-B19A-3082B6782FF1}" type="sibTrans" cxnId="{AE26C914-5C14-4121-8C7E-17CE886FC832}">
      <dgm:prSet/>
      <dgm:spPr/>
      <dgm:t>
        <a:bodyPr/>
        <a:lstStyle/>
        <a:p>
          <a:endParaRPr lang="en-US" sz="900">
            <a:latin typeface="TradeGothic" panose="02000503020000020004" pitchFamily="2" charset="0"/>
          </a:endParaRPr>
        </a:p>
      </dgm:t>
    </dgm:pt>
    <dgm:pt modelId="{27270E64-F4B2-4C28-B4D5-A1262CF4D5F2}">
      <dgm:prSet phldrT="[Text]" custT="1"/>
      <dgm:spPr/>
      <dgm:t>
        <a:bodyPr/>
        <a:lstStyle/>
        <a:p>
          <a:r>
            <a:rPr lang="en-US" sz="800" dirty="0" smtClean="0">
              <a:latin typeface="TradeGothic" panose="02000503020000020004" pitchFamily="2" charset="0"/>
            </a:rPr>
            <a:t>Data/</a:t>
          </a:r>
        </a:p>
        <a:p>
          <a:r>
            <a:rPr lang="en-US" sz="800" dirty="0" smtClean="0">
              <a:latin typeface="TradeGothic" panose="02000503020000020004" pitchFamily="2" charset="0"/>
            </a:rPr>
            <a:t>Information</a:t>
          </a:r>
          <a:endParaRPr lang="en-US" sz="800" dirty="0">
            <a:latin typeface="TradeGothic" panose="02000503020000020004" pitchFamily="2" charset="0"/>
          </a:endParaRPr>
        </a:p>
      </dgm:t>
    </dgm:pt>
    <dgm:pt modelId="{51901D89-8DF3-4855-97C9-E9DC8A3BA761}" type="parTrans" cxnId="{40373BEA-6AD9-405D-8D74-D0C9CF69AA22}">
      <dgm:prSet/>
      <dgm:spPr/>
      <dgm:t>
        <a:bodyPr/>
        <a:lstStyle/>
        <a:p>
          <a:endParaRPr lang="en-US" sz="900">
            <a:latin typeface="TradeGothic" panose="02000503020000020004" pitchFamily="2" charset="0"/>
          </a:endParaRPr>
        </a:p>
      </dgm:t>
    </dgm:pt>
    <dgm:pt modelId="{AEF775EE-5CAD-4D9F-A27C-942841757D51}" type="sibTrans" cxnId="{40373BEA-6AD9-405D-8D74-D0C9CF69AA22}">
      <dgm:prSet/>
      <dgm:spPr/>
      <dgm:t>
        <a:bodyPr/>
        <a:lstStyle/>
        <a:p>
          <a:endParaRPr lang="en-US" sz="900">
            <a:latin typeface="TradeGothic" panose="02000503020000020004" pitchFamily="2" charset="0"/>
          </a:endParaRPr>
        </a:p>
      </dgm:t>
    </dgm:pt>
    <dgm:pt modelId="{9D1CBAD4-0689-4938-A932-8E0BA0177F83}" type="pres">
      <dgm:prSet presAssocID="{4FC2F01E-413A-44AB-9662-C71EE953A902}" presName="composite" presStyleCnt="0">
        <dgm:presLayoutVars>
          <dgm:chMax val="3"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EC59199F-50CA-401C-AE35-96C50C31D3C4}" type="pres">
      <dgm:prSet presAssocID="{363AB608-0497-4834-8E1F-726DA99B5996}" presName="gear1" presStyleLbl="node1" presStyleIdx="0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6AF09A5-70E1-440F-AC15-0F3647890333}" type="pres">
      <dgm:prSet presAssocID="{363AB608-0497-4834-8E1F-726DA99B5996}" presName="gear1srcNode" presStyleLbl="node1" presStyleIdx="0" presStyleCnt="3"/>
      <dgm:spPr/>
      <dgm:t>
        <a:bodyPr/>
        <a:lstStyle/>
        <a:p>
          <a:endParaRPr lang="en-US"/>
        </a:p>
      </dgm:t>
    </dgm:pt>
    <dgm:pt modelId="{8F3689B5-0293-4F3E-92B0-5E3BBC5A7602}" type="pres">
      <dgm:prSet presAssocID="{363AB608-0497-4834-8E1F-726DA99B5996}" presName="gear1dstNode" presStyleLbl="node1" presStyleIdx="0" presStyleCnt="3"/>
      <dgm:spPr/>
      <dgm:t>
        <a:bodyPr/>
        <a:lstStyle/>
        <a:p>
          <a:endParaRPr lang="en-US"/>
        </a:p>
      </dgm:t>
    </dgm:pt>
    <dgm:pt modelId="{E09D67EE-674D-4ACB-9C91-70EC3248EE37}" type="pres">
      <dgm:prSet presAssocID="{B2DA52B1-1862-4105-B06C-75B45FA31E44}" presName="gear2" presStyleLbl="node1" presStyleIdx="1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D846BA7-857D-4024-A20E-A5E6C42B4081}" type="pres">
      <dgm:prSet presAssocID="{B2DA52B1-1862-4105-B06C-75B45FA31E44}" presName="gear2srcNode" presStyleLbl="node1" presStyleIdx="1" presStyleCnt="3"/>
      <dgm:spPr/>
      <dgm:t>
        <a:bodyPr/>
        <a:lstStyle/>
        <a:p>
          <a:endParaRPr lang="en-US"/>
        </a:p>
      </dgm:t>
    </dgm:pt>
    <dgm:pt modelId="{651D028B-553E-4B77-98D8-F37AE251A30F}" type="pres">
      <dgm:prSet presAssocID="{B2DA52B1-1862-4105-B06C-75B45FA31E44}" presName="gear2dstNode" presStyleLbl="node1" presStyleIdx="1" presStyleCnt="3"/>
      <dgm:spPr/>
      <dgm:t>
        <a:bodyPr/>
        <a:lstStyle/>
        <a:p>
          <a:endParaRPr lang="en-US"/>
        </a:p>
      </dgm:t>
    </dgm:pt>
    <dgm:pt modelId="{902E07FB-F148-47B9-8F12-9D2D939C63A0}" type="pres">
      <dgm:prSet presAssocID="{27270E64-F4B2-4C28-B4D5-A1262CF4D5F2}" presName="gear3" presStyleLbl="node1" presStyleIdx="2" presStyleCnt="3"/>
      <dgm:spPr/>
      <dgm:t>
        <a:bodyPr/>
        <a:lstStyle/>
        <a:p>
          <a:endParaRPr lang="en-US"/>
        </a:p>
      </dgm:t>
    </dgm:pt>
    <dgm:pt modelId="{78E1AAE8-2CB2-4F94-8BE8-CC4E52067A27}" type="pres">
      <dgm:prSet presAssocID="{27270E64-F4B2-4C28-B4D5-A1262CF4D5F2}" presName="gear3tx" presStyleLbl="node1" presStyleIdx="2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8325789-65A3-465E-9E5B-A46D99EE9829}" type="pres">
      <dgm:prSet presAssocID="{27270E64-F4B2-4C28-B4D5-A1262CF4D5F2}" presName="gear3srcNode" presStyleLbl="node1" presStyleIdx="2" presStyleCnt="3"/>
      <dgm:spPr/>
      <dgm:t>
        <a:bodyPr/>
        <a:lstStyle/>
        <a:p>
          <a:endParaRPr lang="en-US"/>
        </a:p>
      </dgm:t>
    </dgm:pt>
    <dgm:pt modelId="{F2001647-AFC4-4C7A-A615-9C61D5B80E22}" type="pres">
      <dgm:prSet presAssocID="{27270E64-F4B2-4C28-B4D5-A1262CF4D5F2}" presName="gear3dstNode" presStyleLbl="node1" presStyleIdx="2" presStyleCnt="3"/>
      <dgm:spPr/>
      <dgm:t>
        <a:bodyPr/>
        <a:lstStyle/>
        <a:p>
          <a:endParaRPr lang="en-US"/>
        </a:p>
      </dgm:t>
    </dgm:pt>
    <dgm:pt modelId="{C763A3F8-669F-4D13-A659-3E84A52E3C39}" type="pres">
      <dgm:prSet presAssocID="{EAAA9344-8210-480C-B7BC-78FF60EF9D6E}" presName="connector1" presStyleLbl="sibTrans2D1" presStyleIdx="0" presStyleCnt="3"/>
      <dgm:spPr/>
      <dgm:t>
        <a:bodyPr/>
        <a:lstStyle/>
        <a:p>
          <a:endParaRPr lang="en-US"/>
        </a:p>
      </dgm:t>
    </dgm:pt>
    <dgm:pt modelId="{F90B4413-5E04-4DA4-AA62-EAD256CEF62D}" type="pres">
      <dgm:prSet presAssocID="{7FEC3990-5E93-46E5-B19A-3082B6782FF1}" presName="connector2" presStyleLbl="sibTrans2D1" presStyleIdx="1" presStyleCnt="3"/>
      <dgm:spPr/>
      <dgm:t>
        <a:bodyPr/>
        <a:lstStyle/>
        <a:p>
          <a:endParaRPr lang="en-US"/>
        </a:p>
      </dgm:t>
    </dgm:pt>
    <dgm:pt modelId="{7FB11E21-6800-4DEE-9456-A6853EFB7A82}" type="pres">
      <dgm:prSet presAssocID="{AEF775EE-5CAD-4D9F-A27C-942841757D51}" presName="connector3" presStyleLbl="sibTrans2D1" presStyleIdx="2" presStyleCnt="3"/>
      <dgm:spPr/>
      <dgm:t>
        <a:bodyPr/>
        <a:lstStyle/>
        <a:p>
          <a:endParaRPr lang="en-US"/>
        </a:p>
      </dgm:t>
    </dgm:pt>
  </dgm:ptLst>
  <dgm:cxnLst>
    <dgm:cxn modelId="{C87A3C47-ED86-431B-AAB0-62AAF05B4EE0}" type="presOf" srcId="{EAAA9344-8210-480C-B7BC-78FF60EF9D6E}" destId="{C763A3F8-669F-4D13-A659-3E84A52E3C39}" srcOrd="0" destOrd="0" presId="urn:microsoft.com/office/officeart/2005/8/layout/gear1"/>
    <dgm:cxn modelId="{B678F68A-F443-4054-A8EC-B651F4CE4234}" type="presOf" srcId="{27270E64-F4B2-4C28-B4D5-A1262CF4D5F2}" destId="{F2001647-AFC4-4C7A-A615-9C61D5B80E22}" srcOrd="3" destOrd="0" presId="urn:microsoft.com/office/officeart/2005/8/layout/gear1"/>
    <dgm:cxn modelId="{2BFF57E9-05DD-4D3E-BA4F-35DEB095A203}" type="presOf" srcId="{B2DA52B1-1862-4105-B06C-75B45FA31E44}" destId="{5D846BA7-857D-4024-A20E-A5E6C42B4081}" srcOrd="1" destOrd="0" presId="urn:microsoft.com/office/officeart/2005/8/layout/gear1"/>
    <dgm:cxn modelId="{58A143F4-96E7-4377-832C-90356EDD2A07}" type="presOf" srcId="{B2DA52B1-1862-4105-B06C-75B45FA31E44}" destId="{E09D67EE-674D-4ACB-9C91-70EC3248EE37}" srcOrd="0" destOrd="0" presId="urn:microsoft.com/office/officeart/2005/8/layout/gear1"/>
    <dgm:cxn modelId="{EBE46948-3060-48AC-9CFF-FD8DB38F474D}" type="presOf" srcId="{7FEC3990-5E93-46E5-B19A-3082B6782FF1}" destId="{F90B4413-5E04-4DA4-AA62-EAD256CEF62D}" srcOrd="0" destOrd="0" presId="urn:microsoft.com/office/officeart/2005/8/layout/gear1"/>
    <dgm:cxn modelId="{AE26C914-5C14-4121-8C7E-17CE886FC832}" srcId="{4FC2F01E-413A-44AB-9662-C71EE953A902}" destId="{B2DA52B1-1862-4105-B06C-75B45FA31E44}" srcOrd="1" destOrd="0" parTransId="{FBC3909C-5877-44E0-8F71-7F080F1D854E}" sibTransId="{7FEC3990-5E93-46E5-B19A-3082B6782FF1}"/>
    <dgm:cxn modelId="{6428FB50-9F77-491B-A38C-C1B732D11086}" type="presOf" srcId="{AEF775EE-5CAD-4D9F-A27C-942841757D51}" destId="{7FB11E21-6800-4DEE-9456-A6853EFB7A82}" srcOrd="0" destOrd="0" presId="urn:microsoft.com/office/officeart/2005/8/layout/gear1"/>
    <dgm:cxn modelId="{0DD1B8D7-9769-4D58-87A9-BB8A4A4D91F8}" type="presOf" srcId="{363AB608-0497-4834-8E1F-726DA99B5996}" destId="{8F3689B5-0293-4F3E-92B0-5E3BBC5A7602}" srcOrd="2" destOrd="0" presId="urn:microsoft.com/office/officeart/2005/8/layout/gear1"/>
    <dgm:cxn modelId="{75FFA60B-9A84-426A-93C3-AC8A38AE3944}" type="presOf" srcId="{363AB608-0497-4834-8E1F-726DA99B5996}" destId="{EC59199F-50CA-401C-AE35-96C50C31D3C4}" srcOrd="0" destOrd="0" presId="urn:microsoft.com/office/officeart/2005/8/layout/gear1"/>
    <dgm:cxn modelId="{9BB486FB-7018-4BF2-AB7E-5652AF915122}" type="presOf" srcId="{27270E64-F4B2-4C28-B4D5-A1262CF4D5F2}" destId="{902E07FB-F148-47B9-8F12-9D2D939C63A0}" srcOrd="0" destOrd="0" presId="urn:microsoft.com/office/officeart/2005/8/layout/gear1"/>
    <dgm:cxn modelId="{76702E0B-72C3-4203-9381-F77C367D181C}" type="presOf" srcId="{27270E64-F4B2-4C28-B4D5-A1262CF4D5F2}" destId="{78325789-65A3-465E-9E5B-A46D99EE9829}" srcOrd="2" destOrd="0" presId="urn:microsoft.com/office/officeart/2005/8/layout/gear1"/>
    <dgm:cxn modelId="{961D3AC6-5EDA-45F8-8B97-68D28ACED5BE}" type="presOf" srcId="{27270E64-F4B2-4C28-B4D5-A1262CF4D5F2}" destId="{78E1AAE8-2CB2-4F94-8BE8-CC4E52067A27}" srcOrd="1" destOrd="0" presId="urn:microsoft.com/office/officeart/2005/8/layout/gear1"/>
    <dgm:cxn modelId="{FB1795B4-5CA4-47F9-9403-C4693A84A654}" type="presOf" srcId="{B2DA52B1-1862-4105-B06C-75B45FA31E44}" destId="{651D028B-553E-4B77-98D8-F37AE251A30F}" srcOrd="2" destOrd="0" presId="urn:microsoft.com/office/officeart/2005/8/layout/gear1"/>
    <dgm:cxn modelId="{DB3734D0-7078-4E83-84A6-1BF07259CC32}" srcId="{4FC2F01E-413A-44AB-9662-C71EE953A902}" destId="{363AB608-0497-4834-8E1F-726DA99B5996}" srcOrd="0" destOrd="0" parTransId="{247227FD-6FA3-4D95-8B50-968DA1259E81}" sibTransId="{EAAA9344-8210-480C-B7BC-78FF60EF9D6E}"/>
    <dgm:cxn modelId="{2C6A4C21-34E8-4E4F-B269-B164A7805E10}" type="presOf" srcId="{4FC2F01E-413A-44AB-9662-C71EE953A902}" destId="{9D1CBAD4-0689-4938-A932-8E0BA0177F83}" srcOrd="0" destOrd="0" presId="urn:microsoft.com/office/officeart/2005/8/layout/gear1"/>
    <dgm:cxn modelId="{FBD34CC2-9EFA-401B-A05D-8A18AC448890}" type="presOf" srcId="{363AB608-0497-4834-8E1F-726DA99B5996}" destId="{06AF09A5-70E1-440F-AC15-0F3647890333}" srcOrd="1" destOrd="0" presId="urn:microsoft.com/office/officeart/2005/8/layout/gear1"/>
    <dgm:cxn modelId="{40373BEA-6AD9-405D-8D74-D0C9CF69AA22}" srcId="{4FC2F01E-413A-44AB-9662-C71EE953A902}" destId="{27270E64-F4B2-4C28-B4D5-A1262CF4D5F2}" srcOrd="2" destOrd="0" parTransId="{51901D89-8DF3-4855-97C9-E9DC8A3BA761}" sibTransId="{AEF775EE-5CAD-4D9F-A27C-942841757D51}"/>
    <dgm:cxn modelId="{516B3B21-FEF3-4BA5-AE06-D0E4916921F2}" type="presParOf" srcId="{9D1CBAD4-0689-4938-A932-8E0BA0177F83}" destId="{EC59199F-50CA-401C-AE35-96C50C31D3C4}" srcOrd="0" destOrd="0" presId="urn:microsoft.com/office/officeart/2005/8/layout/gear1"/>
    <dgm:cxn modelId="{DE3094D8-2AE1-4FB9-8F32-8E8805F00AA8}" type="presParOf" srcId="{9D1CBAD4-0689-4938-A932-8E0BA0177F83}" destId="{06AF09A5-70E1-440F-AC15-0F3647890333}" srcOrd="1" destOrd="0" presId="urn:microsoft.com/office/officeart/2005/8/layout/gear1"/>
    <dgm:cxn modelId="{9B4917B4-2A71-44D9-A229-F352D91EE0C9}" type="presParOf" srcId="{9D1CBAD4-0689-4938-A932-8E0BA0177F83}" destId="{8F3689B5-0293-4F3E-92B0-5E3BBC5A7602}" srcOrd="2" destOrd="0" presId="urn:microsoft.com/office/officeart/2005/8/layout/gear1"/>
    <dgm:cxn modelId="{15DB0C1D-5881-4111-9921-9AAAFB8A8771}" type="presParOf" srcId="{9D1CBAD4-0689-4938-A932-8E0BA0177F83}" destId="{E09D67EE-674D-4ACB-9C91-70EC3248EE37}" srcOrd="3" destOrd="0" presId="urn:microsoft.com/office/officeart/2005/8/layout/gear1"/>
    <dgm:cxn modelId="{8D127426-F205-41F0-AA85-F15C60F4005F}" type="presParOf" srcId="{9D1CBAD4-0689-4938-A932-8E0BA0177F83}" destId="{5D846BA7-857D-4024-A20E-A5E6C42B4081}" srcOrd="4" destOrd="0" presId="urn:microsoft.com/office/officeart/2005/8/layout/gear1"/>
    <dgm:cxn modelId="{C3783CFE-1688-4BF6-8A05-FC5B87A88F42}" type="presParOf" srcId="{9D1CBAD4-0689-4938-A932-8E0BA0177F83}" destId="{651D028B-553E-4B77-98D8-F37AE251A30F}" srcOrd="5" destOrd="0" presId="urn:microsoft.com/office/officeart/2005/8/layout/gear1"/>
    <dgm:cxn modelId="{57EC8C12-6D5A-4DE8-AF7D-14992D1CC58F}" type="presParOf" srcId="{9D1CBAD4-0689-4938-A932-8E0BA0177F83}" destId="{902E07FB-F148-47B9-8F12-9D2D939C63A0}" srcOrd="6" destOrd="0" presId="urn:microsoft.com/office/officeart/2005/8/layout/gear1"/>
    <dgm:cxn modelId="{D22E4A10-A486-44CC-8545-A6756B2F9A69}" type="presParOf" srcId="{9D1CBAD4-0689-4938-A932-8E0BA0177F83}" destId="{78E1AAE8-2CB2-4F94-8BE8-CC4E52067A27}" srcOrd="7" destOrd="0" presId="urn:microsoft.com/office/officeart/2005/8/layout/gear1"/>
    <dgm:cxn modelId="{B5F87005-A071-47AB-B912-D77E60689B8C}" type="presParOf" srcId="{9D1CBAD4-0689-4938-A932-8E0BA0177F83}" destId="{78325789-65A3-465E-9E5B-A46D99EE9829}" srcOrd="8" destOrd="0" presId="urn:microsoft.com/office/officeart/2005/8/layout/gear1"/>
    <dgm:cxn modelId="{8C113858-16C1-4CA3-8BEE-04C4320DEC61}" type="presParOf" srcId="{9D1CBAD4-0689-4938-A932-8E0BA0177F83}" destId="{F2001647-AFC4-4C7A-A615-9C61D5B80E22}" srcOrd="9" destOrd="0" presId="urn:microsoft.com/office/officeart/2005/8/layout/gear1"/>
    <dgm:cxn modelId="{85C58541-B519-4B67-9033-F1483076F1C4}" type="presParOf" srcId="{9D1CBAD4-0689-4938-A932-8E0BA0177F83}" destId="{C763A3F8-669F-4D13-A659-3E84A52E3C39}" srcOrd="10" destOrd="0" presId="urn:microsoft.com/office/officeart/2005/8/layout/gear1"/>
    <dgm:cxn modelId="{5B1D5EDF-D7FF-49F1-A350-4433966F7567}" type="presParOf" srcId="{9D1CBAD4-0689-4938-A932-8E0BA0177F83}" destId="{F90B4413-5E04-4DA4-AA62-EAD256CEF62D}" srcOrd="11" destOrd="0" presId="urn:microsoft.com/office/officeart/2005/8/layout/gear1"/>
    <dgm:cxn modelId="{6B162823-6D7F-4B7D-B77E-E5735F29506E}" type="presParOf" srcId="{9D1CBAD4-0689-4938-A932-8E0BA0177F83}" destId="{7FB11E21-6800-4DEE-9456-A6853EFB7A82}" srcOrd="12" destOrd="0" presId="urn:microsoft.com/office/officeart/2005/8/layout/gear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C59199F-50CA-401C-AE35-96C50C31D3C4}">
      <dsp:nvSpPr>
        <dsp:cNvPr id="0" name=""/>
        <dsp:cNvSpPr/>
      </dsp:nvSpPr>
      <dsp:spPr>
        <a:xfrm>
          <a:off x="1670702" y="1153682"/>
          <a:ext cx="1410055" cy="1410055"/>
        </a:xfrm>
        <a:prstGeom prst="gear9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900" kern="1200" dirty="0" smtClean="0">
              <a:latin typeface="TradeGothic" panose="02000503020000020004" pitchFamily="2" charset="0"/>
            </a:rPr>
            <a:t>Experience</a:t>
          </a:r>
        </a:p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900" kern="1200" dirty="0" smtClean="0">
              <a:latin typeface="TradeGothic" panose="02000503020000020004" pitchFamily="2" charset="0"/>
            </a:rPr>
            <a:t>Expertise</a:t>
          </a:r>
          <a:endParaRPr lang="en-US" sz="900" kern="1200" dirty="0">
            <a:latin typeface="TradeGothic" panose="02000503020000020004" pitchFamily="2" charset="0"/>
          </a:endParaRPr>
        </a:p>
      </dsp:txBody>
      <dsp:txXfrm>
        <a:off x="1954186" y="1483981"/>
        <a:ext cx="843087" cy="724797"/>
      </dsp:txXfrm>
    </dsp:sp>
    <dsp:sp modelId="{E09D67EE-674D-4ACB-9C91-70EC3248EE37}">
      <dsp:nvSpPr>
        <dsp:cNvPr id="0" name=""/>
        <dsp:cNvSpPr/>
      </dsp:nvSpPr>
      <dsp:spPr>
        <a:xfrm>
          <a:off x="850306" y="820396"/>
          <a:ext cx="1025495" cy="1025495"/>
        </a:xfrm>
        <a:prstGeom prst="gear6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dirty="0" smtClean="0">
              <a:latin typeface="TradeGothic" panose="02000503020000020004" pitchFamily="2" charset="0"/>
            </a:rPr>
            <a:t>Knowledge</a:t>
          </a:r>
          <a:endParaRPr lang="en-US" sz="800" kern="1200" dirty="0">
            <a:latin typeface="TradeGothic" panose="02000503020000020004" pitchFamily="2" charset="0"/>
          </a:endParaRPr>
        </a:p>
      </dsp:txBody>
      <dsp:txXfrm>
        <a:off x="1108477" y="1080128"/>
        <a:ext cx="509153" cy="506031"/>
      </dsp:txXfrm>
    </dsp:sp>
    <dsp:sp modelId="{902E07FB-F148-47B9-8F12-9D2D939C63A0}">
      <dsp:nvSpPr>
        <dsp:cNvPr id="0" name=""/>
        <dsp:cNvSpPr/>
      </dsp:nvSpPr>
      <dsp:spPr>
        <a:xfrm rot="20700000">
          <a:off x="1424688" y="112909"/>
          <a:ext cx="1004775" cy="1004775"/>
        </a:xfrm>
        <a:prstGeom prst="gear6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dirty="0" smtClean="0">
              <a:latin typeface="TradeGothic" panose="02000503020000020004" pitchFamily="2" charset="0"/>
            </a:rPr>
            <a:t>Data/</a:t>
          </a:r>
        </a:p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dirty="0" smtClean="0">
              <a:latin typeface="TradeGothic" panose="02000503020000020004" pitchFamily="2" charset="0"/>
            </a:rPr>
            <a:t>Information</a:t>
          </a:r>
          <a:endParaRPr lang="en-US" sz="800" kern="1200" dirty="0">
            <a:latin typeface="TradeGothic" panose="02000503020000020004" pitchFamily="2" charset="0"/>
          </a:endParaRPr>
        </a:p>
      </dsp:txBody>
      <dsp:txXfrm rot="-20700000">
        <a:off x="1645065" y="333285"/>
        <a:ext cx="564022" cy="564022"/>
      </dsp:txXfrm>
    </dsp:sp>
    <dsp:sp modelId="{C763A3F8-669F-4D13-A659-3E84A52E3C39}">
      <dsp:nvSpPr>
        <dsp:cNvPr id="0" name=""/>
        <dsp:cNvSpPr/>
      </dsp:nvSpPr>
      <dsp:spPr>
        <a:xfrm>
          <a:off x="1545334" y="950368"/>
          <a:ext cx="1804871" cy="1804871"/>
        </a:xfrm>
        <a:prstGeom prst="circularArrow">
          <a:avLst>
            <a:gd name="adj1" fmla="val 4687"/>
            <a:gd name="adj2" fmla="val 299029"/>
            <a:gd name="adj3" fmla="val 2458039"/>
            <a:gd name="adj4" fmla="val 15992715"/>
            <a:gd name="adj5" fmla="val 5469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0B4413-5E04-4DA4-AA62-EAD256CEF62D}">
      <dsp:nvSpPr>
        <dsp:cNvPr id="0" name=""/>
        <dsp:cNvSpPr/>
      </dsp:nvSpPr>
      <dsp:spPr>
        <a:xfrm>
          <a:off x="668693" y="600490"/>
          <a:ext cx="1311351" cy="1311351"/>
        </a:xfrm>
        <a:prstGeom prst="leftCircularArrow">
          <a:avLst>
            <a:gd name="adj1" fmla="val 6452"/>
            <a:gd name="adj2" fmla="val 429999"/>
            <a:gd name="adj3" fmla="val 10489124"/>
            <a:gd name="adj4" fmla="val 14837806"/>
            <a:gd name="adj5" fmla="val 7527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B11E21-6800-4DEE-9456-A6853EFB7A82}">
      <dsp:nvSpPr>
        <dsp:cNvPr id="0" name=""/>
        <dsp:cNvSpPr/>
      </dsp:nvSpPr>
      <dsp:spPr>
        <a:xfrm>
          <a:off x="1192273" y="-100176"/>
          <a:ext cx="1413901" cy="1413901"/>
        </a:xfrm>
        <a:prstGeom prst="circularArrow">
          <a:avLst>
            <a:gd name="adj1" fmla="val 5984"/>
            <a:gd name="adj2" fmla="val 394124"/>
            <a:gd name="adj3" fmla="val 13313824"/>
            <a:gd name="adj4" fmla="val 10508221"/>
            <a:gd name="adj5" fmla="val 6981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gear1">
  <dgm:title val=""/>
  <dgm:desc val=""/>
  <dgm:catLst>
    <dgm:cat type="relationship" pri="3000"/>
    <dgm:cat type="process" pri="28000"/>
    <dgm:cat type="cycle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 useDef="1">
    <dgm:dataModel>
      <dgm:ptLst/>
      <dgm:bg/>
      <dgm:whole/>
    </dgm:dataModel>
  </dgm:clrData>
  <dgm:layoutNode name="composite">
    <dgm:varLst>
      <dgm:chMax val="3"/>
      <dgm:animLvl val="lvl"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axis="ch" ptType="node" func="cnt" op="lte" val="1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05"/>
          <dgm:constr type="t" for="ch" forName="gear1" refType="w" fact="0.05"/>
          <dgm:constr type="w" for="ch" forName="gear1srcNode" val="1"/>
          <dgm:constr type="h" for="ch" forName="gear1srcNode" val="1"/>
          <dgm:constr type="l" for="ch" forName="gear1srcNode" refType="w" fact="0.32"/>
          <dgm:constr type="t" for="ch" forName="gear1srcNode"/>
          <dgm:constr type="w" for="ch" forName="gear1dstNode" val="1"/>
          <dgm:constr type="h" for="ch" forName="gear1dstNode" val="1"/>
          <dgm:constr type="r" for="ch" forName="gear1dstNode" refType="w" fact="0.58"/>
          <dgm:constr type="t" for="ch" forName="gear1dstNode" refType="h" fact="0.55"/>
          <dgm:constr type="diam" for="des" forName="connector1" refType="w" refFor="ch" refForName="gear1" op="equ" fact="1.1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/>
          <dgm:constr type="b" for="ch" forName="gear1ch" refType="h" fact="0.6"/>
        </dgm:constrLst>
      </dgm:if>
      <dgm:if name="Name2" axis="ch" ptType="node" func="cnt" op="equ" val="2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45"/>
          <dgm:constr type="t" for="ch" forName="gear1" refType="w" fact="0.25"/>
          <dgm:constr type="w" for="ch" forName="gear1srcNode" val="1"/>
          <dgm:constr type="h" for="ch" forName="gear1srcNode" val="1"/>
          <dgm:constr type="l" for="ch" forName="gear1srcNode" refType="w" fact="0.72"/>
          <dgm:constr type="t" for="ch" forName="gear1srcNode" refType="w" fact="0.2"/>
          <dgm:constr type="w" for="ch" forName="gear1dstNode" val="1"/>
          <dgm:constr type="h" for="ch" forName="gear1dstNode" val="1"/>
          <dgm:constr type="r" for="ch" forName="gear1dstNode" refType="w" fact="0.98"/>
          <dgm:constr type="t" for="ch" forName="gear1dstNode" refType="h" fact="0.75"/>
          <dgm:constr type="diam" for="des" forName="connector1" refType="w" refFor="ch" refForName="gear1" op="equ" fact="1.1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 refType="w" fact="0.38"/>
          <dgm:constr type="b" for="ch" forName="gear1ch" refType="w" fact="0.8"/>
          <dgm:constr type="w" for="ch" forName="gear2" refType="w" fact="0.4"/>
          <dgm:constr type="h" for="ch" forName="gear2" refType="w" fact="0.4"/>
          <dgm:constr type="l" for="ch" forName="gear2" refType="w" fact="0.13"/>
          <dgm:constr type="t" for="ch" forName="gear2" refType="w" fact="0.12"/>
          <dgm:constr type="w" for="ch" forName="gear2srcNode" val="1"/>
          <dgm:constr type="h" for="ch" forName="gear2srcNode" val="1"/>
          <dgm:constr type="l" for="ch" forName="gear2srcNode" refType="w" fact="0.23"/>
          <dgm:constr type="t" for="ch" forName="gear2srcNode" refType="w" fact="0.08"/>
          <dgm:constr type="w" for="ch" forName="gear2dstNode" val="1"/>
          <dgm:constr type="h" for="ch" forName="gear2dstNode" val="1"/>
          <dgm:constr type="l" for="ch" forName="gear2dstNode" refType="w" fact="0.1"/>
          <dgm:constr type="t" for="ch" forName="gear2dstNode" refType="h" fact="0.33"/>
          <dgm:constr type="diam" for="des" forName="connector2" refType="w" refFor="ch" refForName="gear2" op="equ" fact="-1.1"/>
          <dgm:constr type="h" for="des" forName="connector2" refType="w" refFor="ch" refForName="gear1" op="equ" fact="0.1"/>
          <dgm:constr type="w" for="ch" forName="gear2ch" refType="w" fact="0.35"/>
          <dgm:constr type="h" for="ch" forName="gear2ch" refType="w" refFor="ch" refForName="gear2ch" fact="0.6"/>
          <dgm:constr type="l" for="ch" forName="gear2ch" refType="w" fact="0.34"/>
          <dgm:constr type="t" for="ch" forName="gear2ch" refType="w" fact="0.04"/>
        </dgm:constrLst>
      </dgm:if>
      <dgm:else name="Name3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45"/>
          <dgm:constr type="t" for="ch" forName="gear1" refType="w" fact="0.45"/>
          <dgm:constr type="w" for="ch" forName="gear1srcNode" val="1"/>
          <dgm:constr type="h" for="ch" forName="gear1srcNode" val="1"/>
          <dgm:constr type="l" for="ch" forName="gear1srcNode" refType="w" fact="0.72"/>
          <dgm:constr type="t" for="ch" forName="gear1srcNode" refType="w" fact="0.4"/>
          <dgm:constr type="w" for="ch" forName="gear1dstNode" val="1"/>
          <dgm:constr type="h" for="ch" forName="gear1dstNode" val="1"/>
          <dgm:constr type="r" for="ch" forName="gear1dstNode" refType="w" fact="0.98"/>
          <dgm:constr type="t" for="ch" forName="gear1dstNode" refType="h" fact="0.95"/>
          <dgm:constr type="diam" for="des" forName="connector1" refType="w" refFor="ch" refForName="gear1" op="equ" fact="1.15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 refType="w" fact="0.38"/>
          <dgm:constr type="b" for="ch" forName="gear1ch" refType="h"/>
          <dgm:constr type="w" for="ch" forName="gear2" refType="w" fact="0.4"/>
          <dgm:constr type="h" for="ch" forName="gear2" refType="w" fact="0.4"/>
          <dgm:constr type="l" for="ch" forName="gear2" refType="w" fact="0.13"/>
          <dgm:constr type="t" for="ch" forName="gear2" refType="w" fact="0.32"/>
          <dgm:constr type="w" for="ch" forName="gear2srcNode" val="1"/>
          <dgm:constr type="h" for="ch" forName="gear2srcNode" val="1"/>
          <dgm:constr type="l" for="ch" forName="gear2srcNode" refType="w" fact="0.23"/>
          <dgm:constr type="t" for="ch" forName="gear2srcNode" refType="w" fact="0.28"/>
          <dgm:constr type="w" for="ch" forName="gear2dstNode" val="1"/>
          <dgm:constr type="h" for="ch" forName="gear2dstNode" val="1"/>
          <dgm:constr type="l" for="ch" forName="gear2dstNode" refType="w" fact="0.1"/>
          <dgm:constr type="t" for="ch" forName="gear2dstNode" refType="h" fact="0.53"/>
          <dgm:constr type="diam" for="des" forName="connector2" refType="w" refFor="ch" refForName="gear2" op="equ" fact="-1.1"/>
          <dgm:constr type="h" for="des" forName="connector2" refType="w" refFor="ch" refForName="gear1" op="equ" fact="0.1"/>
          <dgm:constr type="w" for="ch" forName="gear2ch" refType="w" fact="0.35"/>
          <dgm:constr type="h" for="ch" forName="gear2ch" refType="w" refFor="ch" refForName="gear2ch" fact="0.6"/>
          <dgm:constr type="l" for="ch" forName="gear2ch"/>
          <dgm:constr type="t" for="ch" forName="gear2ch" refType="w" fact="0.58"/>
          <dgm:constr type="w" for="ch" forName="gear3" refType="w" fact="0.48"/>
          <dgm:constr type="h" for="ch" forName="gear3" refType="w" fact="0.48"/>
          <dgm:constr type="l" for="ch" forName="gear3" refType="w" fact="0.31"/>
          <dgm:constr type="t" for="ch" forName="gear3"/>
          <dgm:constr type="w" for="ch" forName="gear3tx" refType="w" fact="0.22"/>
          <dgm:constr type="h" for="ch" forName="gear3tx" refType="w" fact="0.22"/>
          <dgm:constr type="ctrX" for="ch" forName="gear3tx" refType="ctrX" refFor="ch" refForName="gear3"/>
          <dgm:constr type="ctrY" for="ch" forName="gear3tx" refType="ctrY" refFor="ch" refForName="gear3"/>
          <dgm:constr type="w" for="ch" forName="gear3srcNode" val="1"/>
          <dgm:constr type="h" for="ch" forName="gear3srcNode" val="1"/>
          <dgm:constr type="l" for="ch" forName="gear3srcNode" refType="w" fact="0.3"/>
          <dgm:constr type="t" for="ch" forName="gear3srcNode" refType="w" fact="0.25"/>
          <dgm:constr type="w" for="ch" forName="gear3dstNode" val="1"/>
          <dgm:constr type="h" for="ch" forName="gear3dstNode" val="1"/>
          <dgm:constr type="l" for="ch" forName="gear3dstNode" refType="w" fact="0.38"/>
          <dgm:constr type="t" for="ch" forName="gear3dstNode" refType="h" fact="0.05"/>
          <dgm:constr type="diam" for="des" forName="connector3" refType="w" refFor="ch" refForName="gear3" op="equ"/>
          <dgm:constr type="h" for="des" forName="connector3" refType="w" refFor="ch" refForName="gear1" op="equ" fact="0.1"/>
          <dgm:constr type="w" for="ch" forName="gear3ch" refType="w" fact="0.35"/>
          <dgm:constr type="h" for="ch" forName="gear3ch" refType="w" refFor="ch" refForName="gear3ch" fact="0.6"/>
          <dgm:constr type="l" for="ch" forName="gear3ch" refType="w" fact="0.65"/>
          <dgm:constr type="t" for="ch" forName="gear3ch" refType="h" fact="0.13"/>
        </dgm:constrLst>
      </dgm:else>
    </dgm:choose>
    <dgm:ruleLst/>
    <dgm:forEach name="Name4" axis="ch" ptType="node" cnt="1">
      <dgm:layoutNode name="gear1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gear9" r:blip="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1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1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5">
        <dgm:if name="Name6" axis="ch" ptType="node" func="cnt" op="gte" val="1">
          <dgm:layoutNode name="gear1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7"/>
      </dgm:choose>
    </dgm:forEach>
    <dgm:forEach name="Name8" axis="ch" ptType="node" st="2" cnt="1">
      <dgm:layoutNode name="gear2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gear6" r:blip="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2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2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9">
        <dgm:if name="Name10" axis="ch" ptType="node" func="cnt" op="gte" val="1">
          <dgm:layoutNode name="gear2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11"/>
      </dgm:choose>
    </dgm:forEach>
    <dgm:forEach name="Name12" axis="ch" ptType="node" st="3" cnt="1">
      <dgm:layoutNode name="gear3" styleLbl="node1">
        <dgm:alg type="sp"/>
        <dgm:shape xmlns:r="http://schemas.openxmlformats.org/officeDocument/2006/relationships" rot="-15" type="gear6" r:blip="">
          <dgm:adjLst/>
        </dgm:shape>
        <dgm:presOf axis="self"/>
        <dgm:constrLst/>
        <dgm:ruleLst/>
      </dgm:layoutNode>
      <dgm:layoutNode name="gear3tx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3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3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13">
        <dgm:if name="Name14" axis="ch" ptType="node" func="cnt" op="gte" val="1">
          <dgm:layoutNode name="gear3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15"/>
      </dgm:choose>
    </dgm:forEach>
    <dgm:forEach name="Name16" axis="ch" ptType="sibTrans" hideLastTrans="0" cnt="1">
      <dgm:layoutNode name="connector1" styleLbl="sibTrans2D1">
        <dgm:alg type="conn">
          <dgm:param type="connRout" val="curve"/>
          <dgm:param type="srcNode" val="gear1srcNode"/>
          <dgm:param type="dstNode" val="gear1dstNode"/>
          <dgm:param type="begPts" val="midR"/>
          <dgm:param type="endPts" val="tCtr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  <dgm:forEach name="Name17" axis="ch" ptType="sibTrans" hideLastTrans="0" st="2" cnt="1">
      <dgm:layoutNode name="connector2" styleLbl="sibTrans2D1">
        <dgm:alg type="conn">
          <dgm:param type="connRout" val="curve"/>
          <dgm:param type="srcNode" val="gear2srcNode"/>
          <dgm:param type="dstNode" val="gear2dstNode"/>
          <dgm:param type="begPts" val="midL"/>
          <dgm:param type="endPts" val="midL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  <dgm:forEach name="Name18" axis="ch" ptType="sibTrans" hideLastTrans="0" st="3" cnt="1">
      <dgm:layoutNode name="connector3" styleLbl="sibTrans2D1">
        <dgm:alg type="conn">
          <dgm:param type="connRout" val="curve"/>
          <dgm:param type="srcNode" val="gear3srcNode"/>
          <dgm:param type="dstNode" val="gear3dstNode"/>
          <dgm:param type="begPts" val="midL"/>
          <dgm:param type="endPts" val="midL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>
            <a:off x="225426" y="803275"/>
            <a:ext cx="2824374" cy="228600"/>
          </a:xfrm>
          <a:prstGeom prst="rect">
            <a:avLst/>
          </a:prstGeom>
          <a:solidFill>
            <a:schemeClr val="accent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py Left 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 Photos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 Photos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Left Copy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eme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DAA0BE-CF44-9147-AA0D-6E22E446DBA0}" type="datetimeFigureOut">
              <a:rPr lang="en-US" smtClean="0"/>
              <a:t>10/6/15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64F107-A8E3-8A4C-AC75-25FC69E35D1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7" r:id="rId3"/>
    <p:sldLayoutId id="2147483658" r:id="rId4"/>
    <p:sldLayoutId id="2147483659" r:id="rId5"/>
    <p:sldLayoutId id="2147483664" r:id="rId6"/>
    <p:sldLayoutId id="2147483665" r:id="rId7"/>
    <p:sldLayoutId id="2147483660" r:id="rId8"/>
    <p:sldLayoutId id="2147483662" r:id="rId9"/>
    <p:sldLayoutId id="2147483661" r:id="rId10"/>
    <p:sldLayoutId id="2147483663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3600" kern="1200">
          <a:solidFill>
            <a:schemeClr val="tx2"/>
          </a:solidFill>
          <a:latin typeface="Memphis"/>
          <a:ea typeface="+mj-ea"/>
          <a:cs typeface="Memphi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accent1"/>
          </a:solidFill>
          <a:latin typeface="Memphis"/>
          <a:ea typeface="+mn-ea"/>
          <a:cs typeface="Memphi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400" kern="1200">
          <a:solidFill>
            <a:schemeClr val="accent4"/>
          </a:solidFill>
          <a:latin typeface="Memphis"/>
          <a:ea typeface="+mn-ea"/>
          <a:cs typeface="Memphi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800" b="1" i="0" kern="1200" baseline="0">
          <a:solidFill>
            <a:schemeClr val="accent3"/>
          </a:solidFill>
          <a:latin typeface="News Gothic MT"/>
          <a:ea typeface="+mn-ea"/>
          <a:cs typeface="News Gothic MT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200" b="1" i="0" kern="1200">
          <a:solidFill>
            <a:schemeClr val="tx1"/>
          </a:solidFill>
          <a:latin typeface="News Gothic MT"/>
          <a:ea typeface="+mn-ea"/>
          <a:cs typeface="News Gothic MT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200" kern="1200">
          <a:solidFill>
            <a:schemeClr val="tx1"/>
          </a:solidFill>
          <a:latin typeface="News Gothic MT"/>
          <a:ea typeface="+mn-ea"/>
          <a:cs typeface="News Gothic MT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4" Type="http://schemas.openxmlformats.org/officeDocument/2006/relationships/diagramLayout" Target="../diagrams/layout1.xml"/><Relationship Id="rId5" Type="http://schemas.openxmlformats.org/officeDocument/2006/relationships/diagramQuickStyle" Target="../diagrams/quickStyle1.xml"/><Relationship Id="rId6" Type="http://schemas.openxmlformats.org/officeDocument/2006/relationships/diagramColors" Target="../diagrams/colors1.xml"/><Relationship Id="rId7" Type="http://schemas.microsoft.com/office/2007/relationships/diagramDrawing" Target="../diagrams/drawing1.xml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247832" y="1221856"/>
            <a:ext cx="8118502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>
                <a:solidFill>
                  <a:srgbClr val="F15D22"/>
                </a:solidFill>
                <a:latin typeface="Levenim MT" panose="02010502060101010101" pitchFamily="2" charset="-79"/>
                <a:ea typeface="Verdana" panose="020B0604030504040204" pitchFamily="34" charset="0"/>
                <a:cs typeface="Levenim MT" panose="02010502060101010101" pitchFamily="2" charset="-79"/>
              </a:rPr>
              <a:t>Co-convener Presentation </a:t>
            </a:r>
            <a:endParaRPr lang="en-US" sz="3000" b="1" dirty="0" smtClean="0">
              <a:solidFill>
                <a:srgbClr val="F15D22"/>
              </a:solidFill>
              <a:latin typeface="Levenim MT" panose="02010502060101010101" pitchFamily="2" charset="-79"/>
              <a:ea typeface="Verdana" panose="020B0604030504040204" pitchFamily="34" charset="0"/>
              <a:cs typeface="Levenim MT" panose="02010502060101010101" pitchFamily="2" charset="-79"/>
            </a:endParaRPr>
          </a:p>
          <a:p>
            <a:r>
              <a:rPr lang="en-US" sz="2000" dirty="0">
                <a:solidFill>
                  <a:srgbClr val="F15D2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Matt Clausen</a:t>
            </a:r>
          </a:p>
          <a:p>
            <a:r>
              <a:rPr lang="en-US" sz="2000" dirty="0">
                <a:solidFill>
                  <a:srgbClr val="F15D2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Carolina Escobar</a:t>
            </a:r>
          </a:p>
          <a:p>
            <a:r>
              <a:rPr lang="en-US" sz="2000" dirty="0">
                <a:solidFill>
                  <a:srgbClr val="F15D2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Public-Private Partnerships </a:t>
            </a:r>
          </a:p>
          <a:p>
            <a:r>
              <a:rPr lang="en-US" sz="2000" dirty="0">
                <a:solidFill>
                  <a:srgbClr val="F15D2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- 15 </a:t>
            </a:r>
            <a:r>
              <a:rPr lang="en-US" sz="2000" dirty="0" smtClean="0">
                <a:solidFill>
                  <a:srgbClr val="F15D2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minutes -</a:t>
            </a:r>
            <a:endParaRPr lang="en-US" sz="2000" dirty="0">
              <a:solidFill>
                <a:srgbClr val="F15D2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2" name="AutoShape 5" descr="data:image/jpeg;base64,/9j/4AAQSkZJRgABAQAAAQABAAD/2wCEAAkGBwgHBhEUBxIVExQUFxgXGBcXGRQXFhkVFhQWGRQXGRUZHy0gGholHBQUITEiJikrLi46GCEzPDMsQygtLisBCgoKDg0OGxAQGywmICUsLC4tLC80LCwsNCssLCwsLC8wLDQsLDAsLCwuLCwsLC8wMCwsLCwsLywvLCwsLCw0LP/AABEIAOEA4QMBEQACEQEDEQH/xAAbAAEAAgMBAQAAAAAAAAAAAAAABQYDBAcCAf/EAEAQAAIBAwEEBwUEBgsBAAAAAAABAgMEBREGITFBEiJRYXGBkRMyobHBQmKS0SNDUnKC4RQkMzREg6KywtLxB//EABsBAQACAwEBAAAAAAAAAAAAAAAEBQEDBgIH/8QANBEBAAIBAgMFCAIBBAMBAAAAAAECAwQREiExBUFRkdETImFxgaGx4TLwwRQjQvFSU5IV/9oADAMBAAIRAxEAPwDuIAAAAAAAAAAAAAAAAAAAAAAAAAAAAAAAAAAAAAAAAAAAAAAAAAAAAAAAAAAAAAAAAAAAAAAAAAAAAAAAAAAAAAAAAAAAAAAAAAAAAAAAAAAAAAAAAAAAAAAAAAAAAAAAAAAAAAAAAAAAAAAAAAAAAAAAAAAAAAAAAAAAAAAAAAAAAAAAAAAAAAAAAAAAAAAAAAAAAAAAAAAAAAAAAY/b0v6R0Okunp0ujz6OumunZqeuGeHi25PHtK8XBvz232+DIeXsAAAAAAAAARGc2hs8QtKnXqPhBcfFv7KJOn0t83OOUeKDq+0MWm5Tzt4R/nwUrIbVZW8k+hP2UeyG5/i4+mhbY9Dip1jf5+jns/amoyTynhjwj16/hEzubio9ak5yffKT+bJMUrHSIQZyXnrafOXqje3dB60KtSPhKS+pi2OlusQ9Vz5aTvW0x9ZT2M2yv7aSV6lVj27oz9VufmvMh5ez8dv4cp+yy0/bGanLJ70eU+n96rtjMnaZS36VnLVc1wlF9jXIqcuG+KdrQ6LT6nHnrxY59W4am9FZTaHG41NVp9KX7EOtLz5Lz0JOLS5cvSOXjKFqO0MGDlad58I5z+vq9YHIV8paOrVgoRk2oLi+it2rfe9fQxqMVcVuCJ3nvZ0WovqMftLRtEzyj4JMjpgAAAAAAAAAActyWWr1M/Ovby0cZNQf3Y7kvBriu9nRYsFYwxjtHdz+bjNRq7zqZzUnnE8vlHL7/wCV92fzdDMW2serUj70OzvXbEptTprYbfDul02i1tNTTeOVo6x/e5KkZNAAAAAAAQe1OcWItUqOjqz91di5ya+X/pL0mm9tbeekf3ZXdo67/TU2r/Kenq5tUqTq1HKq3KTerb3tt82X0RERtDkbWm0zNp3mXkywAAAGxj765x1yp2kujLh3NdjXNHjJirkrw2htwZ74b8dJ2lnvM1k71f1mtNrsXVXpHTU8U0+Kn8aw2ZdbqMv87z+Pxs9YHEVcveqFPdBb5y7I/wDZ8v5GNRnjDXeevczo9JbU5OCOnfPw9Z7nUqNKnb0FGklGMUklySS3HO2mbTvPWXaVrWlYrHKIZDD0AAAAAAAAAMN3N07SbXKMn6Jnqkb2iHjJPDSZ+EuOx91HUy4GOjNa3Na0uIztpOMo8Gvl3ruPF6VvXhtHJsx5LY7Rek7TDoWz209DJpQudIVez7Mv3X293zKTU6O2L3q84dToe06Z9qX5W+0/L0WAhLQAAAAHxtJbwOTZrISyeTnUfBvSPdBe78N/mzpcGL2WOK/3dw+q1E58s5PL5dzSNqOAAAAAB6p9Dpr2uunPo6a+Wu4xO+3Jmu2/vdPgsFHaqdjaqniqEKUVzk3Nt9r4ashW0MXtxZLTP29VpTtScVODDSKx8efpzSezlDI5ysq2VnJ0ovqw4RnJc+itzin6sj6m2LBHBjjn3z4Jmgpn1Vva5rTwx0jumfl4R+VyKtfgAAAAAAAADxWh7SlJPmmvVGYnad2LRvEw424SptqfFbn4rczqd9+cOA4ZrynuAAFmwm19zZpRv06sO39YvN+957+8gZ9BW/OnKft+lvpO18mL3cvvR49/7/vNdsdk7PJU9bOal2rhJeMXvRU5MN8c7Wh0WDU4s8b453/Pk2zU3gACO2hrO3wdeUePQkl4taL5m/TV4stY+KLrrzTT3tHhLlJ0biQAAAAAAACybM7MVMhJVL5ONLilwlP8o9/Pl2kDVayMfu06/j9rfs/sy2ba+TlX7z+vy6DCEacEqaSSWiS4JLgkUszMzvLqIiIjaHowyAAAAAAAAAAHNdssc7HMSlFdSr11+99teu/+IvtDl48W3fHL0cj2rp/ZZ5tHS3P69/r9UETFaAAPVOc6U06TcWuDTaa8GhMRMbSzWZrO8TtKfx+2GStUlcaVV97dL8S+qZBydn4rc68lpg7Xz4+Vvej48p8/0sNntpja395U6b710l6x3/AhX7Oyx/HaVpi7awW/nvX7/hL2+Yxtz/Y1qb7ukk/R7yNbT5a9aynY9ZgyfxvHmwbSpV9n7hU2n1G93dv+h60vu5q7+LXr44tLfbwly06JxgAAAAAABH3kJI6uznKvoAAAAAAAAAAAAPFerChRlKruUU5PwS1ZmtZtMRDze0VrNp6QjL+3sNpMY40ZxkuMZRabjLk9Pg0SMd8mmybzH0Q82PDrcO1ZifCY7pc2v7K4x904XcejJejXJp80X2PJXJXiq5LNhvhvNLxtP96fBrntqAAAAB8aT4mTZ9j1fd3GOpHLoAAAAAAAAZLaHtbmEV9qUV6yS+pi87Vmfg9444r1jxmPy7Gcs70AAAAAAAAAAAGK5pe3tpxf2ouPqtD1W3DaJeMleKs18Ycfpyq29TqNwktzabTTXFao6eYi0c+cODrNqTymYnyZ7rIXl3TUbqpKaW9dLRteEnv+J4pipSd6xs25NRlyRte2/wA/Xq1jY0gAAAAAAAAAAAAAAEjs5Q/pGeoL76l+Drf8TRqrcOG0/D88kvQ049TSPjv5c/8ADqxzjtQAAAAAAAAAAAAOa7Y412GXlKK6lXWa/e+2vV6+ZfaHNx49u+OXo5HtTTTizzaOluf17/X6oImK0AAAAAAAAAAAAAAAAWj/AOf2vtMnUqPhCGnnN/lF+pX9pX2xxXxn8LnsTFxZrX8I/P8A0v5SunAAAAAAAAAAAAA0czjKOWsXTr7ucZc4y5NG7BmtivxQjarTV1GOaW+k+EuYZLH3ONunC7WjXB8pLti+aOgxZa5a8VXHZ8F8F+C8c/z8mqbGkAAAAAAAAAAAAAAA6RsVYuzwkZT96q+m/B7o/BJ+ZRa7Jx5do7uTreycHs9PEz1tz9PsnyEswAAAAAAAAAAAAAEXmJYe4XssrKmnxSlJRkteDi3vXPgSMMZq+/jifoh6qdLf/bzTH1nafopWVwVlQbdjd0ZL9mU4qXquPoi2w6m9uV6T9Ic9qdDipzx5az8JmN0C9zJisAAAAAAAAAAAAA3cNj5ZPJQprg3rJ9kF7z9N3mjVny+yxzb+7pGl0858sY/P5d7rMYxhFKO5Lcl3HNTO7t4iIjaH0MgAAAAAAAAAAAAAKvt1i3dWSq0VrKlr0u+D4+nH1LDs/Nw34J6T+VN2xpfaY4y1616/L9eqgF05gAAAAAAAAAAAAAB0HYjEuzsXVrrSdXh2qH2fXj6FJr8/HfgjpH5dT2RpfZY/aW62/Hd59VmIC3AAAAAAAAAAAAAAADSa3gc/2o2YqWc5VcfHWm97iuMO3Rc4/IutJrIvHBfr+f25ftDsycUzkxR7vh4fr8fJWCwU4AAAAAAAAAAAJ3ZPCPK3nSrL9FB9b70uUPq/5kPWan2Vdo6z/d1l2bov9Rk4rfxjr8Z8PX9ulLctxQuuAAAAAAAAAAAAAAAAAABB5XZbHZCTlFOnN/ahok33x4P5kzDrcmPl1j4q3U9l4M077bT4x6KzkNjrizpOXtqXQXFz6UPzJ+PtCt524Z3+HP0VGfsfJjibcddvjvHqrT47ieqAAAAAAAACQweIr5i76NHdFe/LlFfVvkjRqM9cNd5690JWk0l9Tfhr0758P26hY2lCxtY07ZaRit31b7Wzn8mS17Ta3V2WHFTFSKUjlDOeGwAAAAAAAAAAAAAAAAAPFarToQbrSUUubaS9WZis2naIebXrWN7TtCt5TbKytk1Yr2su3hBfxc/L1J+Hs+9ud+UfdU6jtjFTlj96ft5+imZTK3mUq63ktdOEVuivCP14lriwUxRtWPVz+o1WXUTvkn6d3k0jajgAAAAAAJXA4G6zFXqdWmn1pvh4R7X8iNqNVXDHx8E3R6HJqZ5cq98+njLpOPsbfHWqhaR0ivVvm2+bKLJltktxWdbgwUw0ilI2hsmtuAAAAAAAAAAAAAAAIbL1c5a6yx0adWP7LUlNeGktJfPxJWGMFuV94n7fhA1VtXj97FEWjw57/nmrFXbTLRk04U4tcU4z1T705FhXs7DPPeft6Ka3bOpiduGI+k+rSuNqszX/AFvRX3YxXxab+JurosFe7f5o9+1NVf8A5bfKI/aJuLitcz1uZym+2TcvmSa0rWNqxshXyXyTveZn582My8AAAAAAAPdCjVuKqjbxcpPgktWYtaKxvadoeqUte3DWN58IW/CbGNtTy7/y0/8AdJfJepV5+0O7F5+i90nY3/LP/wDPrPp5rlSpwo01GklFLckloku5FXMzM7y6CtYrG1Y2h7MMgAAAAAAAAAAAAAAAABo5LE2OTj/XKak+UuEl4SW83Ys+TF/GUbPpMOeP9yu/x7/NVr/Yaa1eOq6/dnuf4o/kWGPtKP8AnHkps3YcxzxW+k+seiAu8DlbR/pqM2u2K6a/06/Em01WK/S0fhWZdDqMf8qT9Of4R0urLSW59j3M3xzRJ5TtIAAAfacZVZaUk5PsSbfohMxHVmsTadq8/klLPZvL3fuUnFds+ovR7/gRr6vDTrby5pmLs7U5OlNvny/f2WHH7DQi08jUb+7DcvOT3vySIWTtKelI81pg7EiOeW2/wj1/6Wixx9pj6XRs4KC7uL8XxfmV+TLfJO9p3XOHT48NeHHXZsmtuAAAAAAAAAAAAAAAAAAAAAAAGOrQpVl+mjGXik/mZi0x0l5tStv5Ru054TFVH16FL8EfyNsajLHS0+aPbRae3XHXyh4Wz2HX+Hp+h6/1Wb/yl5//AD9L/wCuPJlp4fGUn+joUl/BH8jxOfLPW0+bZXSYK9KV8obkKcKa0ppJdy0NczM9W+KxHR6MMgAAAAAAAAAAAAAAAAAAAAAAAAAAAAAAAAAAAAAAAAAAAAAAAAAAAAAAAAAAAAAAAAAAAAAAAAAAAAAAAAAAAAAAAAAAAAAAAAAAAAAAAAAAAAAAAAAAAAAAAAAAAAAAAAAAAAAAAAAAAAAAAAAAAAAAAAAAAAAAAAAAAAAAAAAAAAAAAAAAAAAAAAAAAAAAAAAAAAAAAAAAAAAAAAAAAAAAAAAAAB//2Q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1435694" y="3162682"/>
            <a:ext cx="6033330" cy="25160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500" b="1" dirty="0"/>
              <a:t>Focus on Partners Strategic Goal #1 - Increased </a:t>
            </a:r>
            <a:r>
              <a:rPr lang="en-US" sz="1500" b="1" dirty="0" smtClean="0"/>
              <a:t>Financial </a:t>
            </a:r>
            <a:r>
              <a:rPr lang="en-US" sz="1500" b="1" dirty="0"/>
              <a:t>Sustainability </a:t>
            </a:r>
            <a:endParaRPr lang="en-US" sz="1500" dirty="0"/>
          </a:p>
          <a:p>
            <a:pPr>
              <a:lnSpc>
                <a:spcPct val="150000"/>
              </a:lnSpc>
            </a:pPr>
            <a:r>
              <a:rPr lang="en-US" sz="1500" dirty="0" smtClean="0"/>
              <a:t>Learning </a:t>
            </a:r>
            <a:r>
              <a:rPr lang="en-US" sz="1500" dirty="0"/>
              <a:t>through our experiences with new donors, collaborators and partners:  Program design, contracts, budgets and implementation.  What do new types of collaborators demand and how can we value our know-how, position Partners most effectively with them, and do so with the greatest potential for growth in both restricted and unrestricted revenue with the least risk?</a:t>
            </a:r>
          </a:p>
        </p:txBody>
      </p:sp>
    </p:spTree>
    <p:extLst>
      <p:ext uri="{BB962C8B-B14F-4D97-AF65-F5344CB8AC3E}">
        <p14:creationId xmlns:p14="http://schemas.microsoft.com/office/powerpoint/2010/main" val="72829502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9591" y="0"/>
            <a:ext cx="5623133" cy="5502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247832" y="1059481"/>
            <a:ext cx="2883547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 smtClean="0">
                <a:solidFill>
                  <a:srgbClr val="F15D2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…Squirrel away…</a:t>
            </a:r>
          </a:p>
          <a:p>
            <a:r>
              <a:rPr lang="en-US" sz="1500" dirty="0" smtClean="0">
                <a:solidFill>
                  <a:srgbClr val="F15D2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…Protecting our acorns…</a:t>
            </a:r>
          </a:p>
          <a:p>
            <a:r>
              <a:rPr lang="en-US" sz="1500" dirty="0" smtClean="0">
                <a:solidFill>
                  <a:srgbClr val="F15D2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…Acorns budget stile…</a:t>
            </a:r>
          </a:p>
          <a:p>
            <a:endParaRPr lang="en-US" sz="1500" dirty="0" smtClean="0">
              <a:solidFill>
                <a:srgbClr val="F15D2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en-US" sz="1500" dirty="0">
              <a:solidFill>
                <a:srgbClr val="F15D2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47831" y="2211789"/>
            <a:ext cx="327303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15D22"/>
                </a:solidFill>
                <a:latin typeface="Levenim MT" panose="02010502060101010101" pitchFamily="2" charset="-79"/>
                <a:ea typeface="Verdana" panose="020B0604030504040204" pitchFamily="34" charset="0"/>
                <a:cs typeface="Levenim MT" panose="02010502060101010101" pitchFamily="2" charset="-79"/>
              </a:rPr>
              <a:t>Acorns are to Squirrels as </a:t>
            </a:r>
          </a:p>
          <a:p>
            <a:r>
              <a:rPr lang="en-US" b="1" u="sng" dirty="0" smtClean="0">
                <a:solidFill>
                  <a:srgbClr val="F15D22"/>
                </a:solidFill>
                <a:latin typeface="Levenim MT" panose="02010502060101010101" pitchFamily="2" charset="-79"/>
                <a:ea typeface="Verdana" panose="020B0604030504040204" pitchFamily="34" charset="0"/>
                <a:cs typeface="Levenim MT" panose="02010502060101010101" pitchFamily="2" charset="-79"/>
              </a:rPr>
              <a:t>Knowledge/Experience</a:t>
            </a:r>
            <a:r>
              <a:rPr lang="en-US" b="1" dirty="0" smtClean="0">
                <a:solidFill>
                  <a:srgbClr val="F15D22"/>
                </a:solidFill>
                <a:latin typeface="Levenim MT" panose="02010502060101010101" pitchFamily="2" charset="-79"/>
                <a:ea typeface="Verdana" panose="020B0604030504040204" pitchFamily="34" charset="0"/>
                <a:cs typeface="Levenim MT" panose="02010502060101010101" pitchFamily="2" charset="-79"/>
              </a:rPr>
              <a:t> </a:t>
            </a:r>
          </a:p>
          <a:p>
            <a:r>
              <a:rPr lang="en-US" b="1" dirty="0" smtClean="0">
                <a:solidFill>
                  <a:srgbClr val="F15D22"/>
                </a:solidFill>
                <a:latin typeface="Levenim MT" panose="02010502060101010101" pitchFamily="2" charset="-79"/>
                <a:ea typeface="Verdana" panose="020B0604030504040204" pitchFamily="34" charset="0"/>
                <a:cs typeface="Levenim MT" panose="02010502060101010101" pitchFamily="2" charset="-79"/>
              </a:rPr>
              <a:t>are to Partners</a:t>
            </a:r>
            <a:endParaRPr lang="en-US" b="1" dirty="0">
              <a:solidFill>
                <a:srgbClr val="F15D22"/>
              </a:solidFill>
              <a:latin typeface="Levenim MT" panose="02010502060101010101" pitchFamily="2" charset="-79"/>
              <a:ea typeface="Verdana" panose="020B0604030504040204" pitchFamily="34" charset="0"/>
              <a:cs typeface="Levenim MT" panose="02010502060101010101" pitchFamily="2" charset="-79"/>
            </a:endParaRPr>
          </a:p>
        </p:txBody>
      </p:sp>
      <p:graphicFrame>
        <p:nvGraphicFramePr>
          <p:cNvPr id="3" name="Diagram 2"/>
          <p:cNvGraphicFramePr/>
          <p:nvPr>
            <p:extLst>
              <p:ext uri="{D42A27DB-BD31-4B8C-83A1-F6EECF244321}">
                <p14:modId xmlns:p14="http://schemas.microsoft.com/office/powerpoint/2010/main" val="3354513378"/>
              </p:ext>
            </p:extLst>
          </p:nvPr>
        </p:nvGraphicFramePr>
        <p:xfrm>
          <a:off x="0" y="3382953"/>
          <a:ext cx="3597779" cy="25637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cxnSp>
        <p:nvCxnSpPr>
          <p:cNvPr id="6" name="Straight Arrow Connector 5"/>
          <p:cNvCxnSpPr/>
          <p:nvPr/>
        </p:nvCxnSpPr>
        <p:spPr>
          <a:xfrm>
            <a:off x="4415709" y="6050423"/>
            <a:ext cx="717846" cy="0"/>
          </a:xfrm>
          <a:prstGeom prst="straightConnector1">
            <a:avLst/>
          </a:prstGeom>
          <a:ln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973936" y="3611335"/>
            <a:ext cx="1441773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Objective facts about</a:t>
            </a:r>
          </a:p>
          <a:p>
            <a:r>
              <a:rPr lang="en-US" sz="10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Events /</a:t>
            </a:r>
          </a:p>
          <a:p>
            <a:r>
              <a:rPr lang="en-US" sz="10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Analysis/exchange o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</a:t>
            </a:r>
            <a:r>
              <a:rPr lang="en-US" sz="10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Data</a:t>
            </a:r>
          </a:p>
          <a:p>
            <a:r>
              <a:rPr lang="en-US" sz="1000" dirty="0" smtClean="0">
                <a:solidFill>
                  <a:schemeClr val="accent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ACTIVITIES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644" y="5182341"/>
            <a:ext cx="144177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consequence of the information in people </a:t>
            </a:r>
            <a:endParaRPr lang="en-US" sz="1000" dirty="0" smtClean="0">
              <a:solidFill>
                <a:schemeClr val="tx1">
                  <a:lumMod val="50000"/>
                  <a:lumOff val="50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1000" dirty="0" smtClean="0">
                <a:solidFill>
                  <a:schemeClr val="accent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STAFF/VOLUNTEERS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11796" y="5445775"/>
            <a:ext cx="1441773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Knowledge develops over time and becomes </a:t>
            </a:r>
            <a:r>
              <a:rPr lang="en-US" sz="1000" dirty="0" smtClean="0">
                <a:solidFill>
                  <a:schemeClr val="accent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EXPERTISE, CONTENT, CURRICULA, BOOKS…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87026" y="5904229"/>
            <a:ext cx="3598052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 smtClean="0">
                <a:solidFill>
                  <a:srgbClr val="F15D2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Know-How  ---&gt; Leads to unrestricted profit</a:t>
            </a:r>
          </a:p>
        </p:txBody>
      </p:sp>
    </p:spTree>
    <p:extLst>
      <p:ext uri="{BB962C8B-B14F-4D97-AF65-F5344CB8AC3E}">
        <p14:creationId xmlns:p14="http://schemas.microsoft.com/office/powerpoint/2010/main" val="14147266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47831" y="1213504"/>
            <a:ext cx="515311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 smtClean="0">
                <a:solidFill>
                  <a:srgbClr val="F15D22"/>
                </a:solidFill>
                <a:latin typeface="Levenim MT" panose="02010502060101010101" pitchFamily="2" charset="-79"/>
                <a:ea typeface="Verdana" panose="020B0604030504040204" pitchFamily="34" charset="0"/>
                <a:cs typeface="Levenim MT" panose="02010502060101010101" pitchFamily="2" charset="-79"/>
              </a:rPr>
              <a:t>How do we Squirrel Away?</a:t>
            </a:r>
            <a:endParaRPr lang="en-US" sz="2000" b="1" dirty="0">
              <a:solidFill>
                <a:srgbClr val="F15D22"/>
              </a:solidFill>
              <a:latin typeface="Levenim MT" panose="02010502060101010101" pitchFamily="2" charset="-79"/>
              <a:ea typeface="Verdana" panose="020B0604030504040204" pitchFamily="34" charset="0"/>
              <a:cs typeface="Levenim MT" panose="02010502060101010101" pitchFamily="2" charset="-79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58924" y="1768650"/>
            <a:ext cx="802450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1500" b="1" dirty="0" smtClean="0"/>
              <a:t>Donor Analysis (Traditional?, non </a:t>
            </a:r>
            <a:r>
              <a:rPr lang="en-US" sz="1500" b="1" dirty="0"/>
              <a:t>t</a:t>
            </a:r>
            <a:r>
              <a:rPr lang="en-US" sz="1500" b="1" dirty="0" smtClean="0"/>
              <a:t>raditional?, flexible budget, restricted budget?</a:t>
            </a:r>
          </a:p>
          <a:p>
            <a:pPr marL="800100" lvl="1" indent="-342900">
              <a:lnSpc>
                <a:spcPct val="150000"/>
              </a:lnSpc>
              <a:buAutoNum type="arabicPeriod"/>
            </a:pPr>
            <a:r>
              <a:rPr lang="en-US" sz="1500" b="1" dirty="0" smtClean="0"/>
              <a:t>We like flexible and non traditional organizations</a:t>
            </a:r>
          </a:p>
          <a:p>
            <a:pPr marL="800100" lvl="1" indent="-342900">
              <a:lnSpc>
                <a:spcPct val="150000"/>
              </a:lnSpc>
              <a:buAutoNum type="arabicPeriod"/>
            </a:pPr>
            <a:r>
              <a:rPr lang="en-US" sz="1500" b="1" dirty="0" smtClean="0"/>
              <a:t>We like organizations with program expansion potential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1500" b="1" dirty="0" smtClean="0"/>
              <a:t>Consistency: What we Sell </a:t>
            </a:r>
            <a:r>
              <a:rPr lang="en-US" sz="1500" b="1" dirty="0"/>
              <a:t>=</a:t>
            </a:r>
            <a:r>
              <a:rPr lang="en-US" sz="1500" b="1" dirty="0" smtClean="0"/>
              <a:t> What we Budget</a:t>
            </a:r>
          </a:p>
          <a:p>
            <a:pPr marL="800100" lvl="1" indent="-342900">
              <a:lnSpc>
                <a:spcPct val="150000"/>
              </a:lnSpc>
              <a:buAutoNum type="arabicPeriod"/>
            </a:pPr>
            <a:r>
              <a:rPr lang="en-US" sz="1500" b="1" dirty="0" smtClean="0"/>
              <a:t>Identify your know-How source</a:t>
            </a:r>
          </a:p>
          <a:p>
            <a:pPr marL="800100" lvl="1" indent="-342900">
              <a:lnSpc>
                <a:spcPct val="150000"/>
              </a:lnSpc>
              <a:buAutoNum type="arabicPeriod"/>
            </a:pPr>
            <a:r>
              <a:rPr lang="en-US" sz="1500" b="1" dirty="0" smtClean="0"/>
              <a:t>Value your Know-How</a:t>
            </a:r>
          </a:p>
          <a:p>
            <a:pPr marL="342900" indent="-342900">
              <a:lnSpc>
                <a:spcPct val="150000"/>
              </a:lnSpc>
              <a:buFontTx/>
              <a:buAutoNum type="arabicPeriod"/>
            </a:pPr>
            <a:r>
              <a:rPr lang="en-US" sz="1500" b="1" dirty="0" smtClean="0"/>
              <a:t>Know-How Protection </a:t>
            </a:r>
          </a:p>
          <a:p>
            <a:pPr marL="800100" lvl="1" indent="-342900">
              <a:lnSpc>
                <a:spcPct val="150000"/>
              </a:lnSpc>
              <a:buFontTx/>
              <a:buAutoNum type="arabicPeriod"/>
            </a:pPr>
            <a:r>
              <a:rPr lang="en-US" sz="1500" b="1" dirty="0" smtClean="0"/>
              <a:t>We budget contingencies, always</a:t>
            </a:r>
          </a:p>
          <a:p>
            <a:pPr marL="800100" lvl="1" indent="-342900">
              <a:lnSpc>
                <a:spcPct val="150000"/>
              </a:lnSpc>
              <a:buFontTx/>
              <a:buAutoNum type="arabicPeriod"/>
            </a:pPr>
            <a:r>
              <a:rPr lang="en-US" sz="1500" b="1" dirty="0" smtClean="0"/>
              <a:t>We track budget lines</a:t>
            </a:r>
          </a:p>
          <a:p>
            <a:pPr marL="800100" lvl="1" indent="-342900">
              <a:lnSpc>
                <a:spcPct val="150000"/>
              </a:lnSpc>
              <a:buFontTx/>
              <a:buAutoNum type="arabicPeriod"/>
            </a:pPr>
            <a:r>
              <a:rPr lang="en-US" sz="1500" b="1" dirty="0" smtClean="0"/>
              <a:t>We are aware of the environment (example: Currency exchange)</a:t>
            </a:r>
          </a:p>
          <a:p>
            <a:pPr marL="342900" indent="-342900">
              <a:lnSpc>
                <a:spcPct val="150000"/>
              </a:lnSpc>
              <a:buFontTx/>
              <a:buAutoNum type="arabicPeriod"/>
            </a:pPr>
            <a:r>
              <a:rPr lang="en-US" sz="1500" b="1" dirty="0" smtClean="0"/>
              <a:t>Build a long term relationship ---&gt; To multiply and transfer the impact </a:t>
            </a:r>
            <a:endParaRPr lang="en-US" sz="1500" b="1" dirty="0"/>
          </a:p>
          <a:p>
            <a:pPr marL="342900" indent="-342900">
              <a:lnSpc>
                <a:spcPct val="150000"/>
              </a:lnSpc>
              <a:buAutoNum type="arabicPeriod"/>
            </a:pP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91385219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Professional Fellows Congress Presentation">
  <a:themeElements>
    <a:clrScheme name="Custom 1">
      <a:dk1>
        <a:sysClr val="windowText" lastClr="000000"/>
      </a:dk1>
      <a:lt1>
        <a:sysClr val="window" lastClr="FFFFFF"/>
      </a:lt1>
      <a:dk2>
        <a:srgbClr val="474822"/>
      </a:dk2>
      <a:lt2>
        <a:srgbClr val="FFFFFF"/>
      </a:lt2>
      <a:accent1>
        <a:srgbClr val="E54721"/>
      </a:accent1>
      <a:accent2>
        <a:srgbClr val="474822"/>
      </a:accent2>
      <a:accent3>
        <a:srgbClr val="F7AE2E"/>
      </a:accent3>
      <a:accent4>
        <a:srgbClr val="8E991A"/>
      </a:accent4>
      <a:accent5>
        <a:srgbClr val="007198"/>
      </a:accent5>
      <a:accent6>
        <a:srgbClr val="5B015D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206C8355D678A459F2EF8957171B231" ma:contentTypeVersion="11" ma:contentTypeDescription="Create a new document." ma:contentTypeScope="" ma:versionID="acd556ae07fa19f48e80b51b5070dad1">
  <xsd:schema xmlns:xsd="http://www.w3.org/2001/XMLSchema" xmlns:xs="http://www.w3.org/2001/XMLSchema" xmlns:p="http://schemas.microsoft.com/office/2006/metadata/properties" xmlns:ns2="f2466082-b6bf-4153-98c3-3c41e85fda18" xmlns:ns3="dc808d36-874f-4b27-aec2-2fd649817929" targetNamespace="http://schemas.microsoft.com/office/2006/metadata/properties" ma:root="true" ma:fieldsID="3dc96546954f3f270c213e8ea1cb1272" ns2:_="" ns3:_="">
    <xsd:import namespace="f2466082-b6bf-4153-98c3-3c41e85fda18"/>
    <xsd:import namespace="dc808d36-874f-4b27-aec2-2fd64981792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2466082-b6bf-4153-98c3-3c41e85fda1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c808d36-874f-4b27-aec2-2fd649817929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69F15398-9CB0-4DA1-B28E-7D75F1297B83}"/>
</file>

<file path=customXml/itemProps2.xml><?xml version="1.0" encoding="utf-8"?>
<ds:datastoreItem xmlns:ds="http://schemas.openxmlformats.org/officeDocument/2006/customXml" ds:itemID="{D1A574BC-8D34-43CA-AE38-44F3E250874B}"/>
</file>

<file path=customXml/itemProps3.xml><?xml version="1.0" encoding="utf-8"?>
<ds:datastoreItem xmlns:ds="http://schemas.openxmlformats.org/officeDocument/2006/customXml" ds:itemID="{943BC36F-EBE8-4F34-B664-183140D7A72F}"/>
</file>

<file path=docProps/app.xml><?xml version="1.0" encoding="utf-8"?>
<Properties xmlns="http://schemas.openxmlformats.org/officeDocument/2006/extended-properties" xmlns:vt="http://schemas.openxmlformats.org/officeDocument/2006/docPropsVTypes">
  <Template>Professional Fellows Congress Presentation</Template>
  <TotalTime>835</TotalTime>
  <Words>211</Words>
  <Application>Microsoft Macintosh PowerPoint</Application>
  <PresentationFormat>On-screen Show (4:3)</PresentationFormat>
  <Paragraphs>38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Professional Fellows Congress Presentation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POA Colombia</dc:creator>
  <cp:lastModifiedBy>Chris Daileader</cp:lastModifiedBy>
  <cp:revision>80</cp:revision>
  <dcterms:created xsi:type="dcterms:W3CDTF">2014-11-07T00:00:19Z</dcterms:created>
  <dcterms:modified xsi:type="dcterms:W3CDTF">2015-10-06T16:06:16Z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0x0101003206C8355D678A459F2EF8957171B231</vt:lpwstr>
  </property>
  <property fmtid="{D5CDD505-2E9C-101B-9397-08002B2CF9AE}" pid="3" name="Order">
    <vt:r8>503600</vt:r8>
  </property>
</Properties>
</file>