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1.xml" ContentType="application/vnd.openxmlformats-officedocument.theme+xml"/>
  <Override PartName="/ppt/commentAuthors.xml" ContentType="application/vnd.openxmlformats-officedocument.presentationml.commentAuthors+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9" r:id="rId2"/>
  </p:sldIdLst>
  <p:sldSz cx="9144000" cy="6858000" type="screen4x3"/>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ulldog" initials="B" lastIdx="3"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E8E8"/>
    <a:srgbClr val="FAE9E8"/>
    <a:srgbClr val="EF917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4" autoAdjust="0"/>
    <p:restoredTop sz="96970" autoAdjust="0"/>
  </p:normalViewPr>
  <p:slideViewPr>
    <p:cSldViewPr snapToGrid="0" showGuides="1">
      <p:cViewPr varScale="1">
        <p:scale>
          <a:sx n="85" d="100"/>
          <a:sy n="85" d="100"/>
        </p:scale>
        <p:origin x="-941" y="-86"/>
      </p:cViewPr>
      <p:guideLst>
        <p:guide orient="horz" pos="2732"/>
        <p:guide pos="200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1.xml"/><Relationship Id="rId3" Type="http://schemas.openxmlformats.org/officeDocument/2006/relationships/commentAuthors" Target="commentAuthors.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10" Type="http://schemas.openxmlformats.org/officeDocument/2006/relationships/customXml" Target="../customXml/item3.xml"/><Relationship Id="rId4" Type="http://schemas.openxmlformats.org/officeDocument/2006/relationships/presProps" Target="presProps.xml"/><Relationship Id="rId9" Type="http://schemas.openxmlformats.org/officeDocument/2006/relationships/customXml" Target="../customXml/item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4631" y="5581440"/>
            <a:ext cx="8692357" cy="682560"/>
          </a:xfrm>
        </p:spPr>
        <p:txBody>
          <a:bodyPr>
            <a:normAutofit/>
          </a:bodyPr>
          <a:lstStyle>
            <a:lvl1pPr>
              <a:defRPr sz="3600" baseline="0">
                <a:solidFill>
                  <a:schemeClr val="accent2"/>
                </a:solidFill>
                <a:latin typeface="Memphis"/>
                <a:cs typeface="Memphis"/>
              </a:defRPr>
            </a:lvl1pPr>
          </a:lstStyle>
          <a:p>
            <a:r>
              <a:rPr lang="en-US" dirty="0" smtClean="0"/>
              <a:t>Type Title Here</a:t>
            </a:r>
            <a:endParaRPr lang="en-US" dirty="0"/>
          </a:p>
        </p:txBody>
      </p:sp>
      <p:sp>
        <p:nvSpPr>
          <p:cNvPr id="8" name="Picture Placeholder 7"/>
          <p:cNvSpPr>
            <a:spLocks noGrp="1"/>
          </p:cNvSpPr>
          <p:nvPr>
            <p:ph type="pic" sz="quarter" idx="13" hasCustomPrompt="1"/>
          </p:nvPr>
        </p:nvSpPr>
        <p:spPr>
          <a:xfrm>
            <a:off x="6358790" y="171450"/>
            <a:ext cx="2565978" cy="614790"/>
          </a:xfrm>
        </p:spPr>
        <p:txBody>
          <a:bodyPr anchor="ctr">
            <a:normAutofit/>
          </a:bodyPr>
          <a:lstStyle>
            <a:lvl1pPr algn="ctr">
              <a:buNone/>
              <a:defRPr sz="1200" baseline="0">
                <a:latin typeface="News Gothic MT"/>
                <a:cs typeface="News Gothic MT"/>
              </a:defRPr>
            </a:lvl1pPr>
          </a:lstStyle>
          <a:p>
            <a:r>
              <a:rPr lang="en-US" dirty="0" smtClean="0"/>
              <a:t>Place Logo(s) Here</a:t>
            </a:r>
            <a:endParaRPr lang="en-US" dirty="0"/>
          </a:p>
        </p:txBody>
      </p:sp>
      <p:sp>
        <p:nvSpPr>
          <p:cNvPr id="10" name="Picture Placeholder 9"/>
          <p:cNvSpPr>
            <a:spLocks noGrp="1"/>
          </p:cNvSpPr>
          <p:nvPr>
            <p:ph type="pic" sz="quarter" idx="14"/>
          </p:nvPr>
        </p:nvSpPr>
        <p:spPr>
          <a:xfrm>
            <a:off x="225425" y="803274"/>
            <a:ext cx="8691563" cy="4683126"/>
          </a:xfrm>
        </p:spPr>
        <p:txBody>
          <a:bodyPr/>
          <a:lstStyle>
            <a:lvl1pPr>
              <a:buNone/>
              <a:defRPr baseline="0"/>
            </a:lvl1pPr>
          </a:lstStyle>
          <a:p>
            <a:r>
              <a:rPr lang="en-US" dirty="0" smtClean="0"/>
              <a:t>Click icon to add picture</a:t>
            </a:r>
            <a:endParaRPr lang="en-US" dirty="0"/>
          </a:p>
        </p:txBody>
      </p:sp>
      <p:sp>
        <p:nvSpPr>
          <p:cNvPr id="11" name="Rectangle 10"/>
          <p:cNvSpPr/>
          <p:nvPr userDrawn="1"/>
        </p:nvSpPr>
        <p:spPr>
          <a:xfrm>
            <a:off x="225426" y="803275"/>
            <a:ext cx="2824374" cy="2286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py Left Image Righ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54349" y="864000"/>
            <a:ext cx="5862639" cy="889920"/>
          </a:xfrm>
        </p:spPr>
        <p:txBody>
          <a:bodyPr anchor="t">
            <a:normAutofit/>
          </a:bodyPr>
          <a:lstStyle>
            <a:lvl1pPr algn="l">
              <a:defRPr sz="3600">
                <a:solidFill>
                  <a:schemeClr val="accent2"/>
                </a:solidFill>
                <a:latin typeface="Memphis"/>
                <a:cs typeface="Memphis"/>
              </a:defRPr>
            </a:lvl1pPr>
          </a:lstStyle>
          <a:p>
            <a:r>
              <a:rPr lang="en-US" dirty="0" smtClean="0"/>
              <a:t>Type Title Here</a:t>
            </a:r>
            <a:endParaRPr lang="en-US" dirty="0"/>
          </a:p>
        </p:txBody>
      </p:sp>
      <p:sp>
        <p:nvSpPr>
          <p:cNvPr id="8" name="Picture Placeholder 7"/>
          <p:cNvSpPr>
            <a:spLocks noGrp="1"/>
          </p:cNvSpPr>
          <p:nvPr>
            <p:ph type="pic" sz="quarter" idx="13" hasCustomPrompt="1"/>
          </p:nvPr>
        </p:nvSpPr>
        <p:spPr>
          <a:xfrm>
            <a:off x="6358790" y="171450"/>
            <a:ext cx="2565978" cy="649350"/>
          </a:xfrm>
        </p:spPr>
        <p:txBody>
          <a:bodyPr anchor="ctr">
            <a:normAutofit/>
          </a:bodyPr>
          <a:lstStyle>
            <a:lvl1pPr algn="ctr">
              <a:buNone/>
              <a:defRPr sz="1200" baseline="0">
                <a:latin typeface="News Gothic MT"/>
                <a:cs typeface="News Gothic MT"/>
              </a:defRPr>
            </a:lvl1pPr>
          </a:lstStyle>
          <a:p>
            <a:r>
              <a:rPr lang="en-US" dirty="0" smtClean="0"/>
              <a:t>Place Logo(s) Here</a:t>
            </a:r>
            <a:endParaRPr lang="en-US" dirty="0"/>
          </a:p>
        </p:txBody>
      </p:sp>
      <p:sp>
        <p:nvSpPr>
          <p:cNvPr id="11" name="Rectangle 10"/>
          <p:cNvSpPr/>
          <p:nvPr userDrawn="1"/>
        </p:nvSpPr>
        <p:spPr>
          <a:xfrm>
            <a:off x="225426" y="803275"/>
            <a:ext cx="2824374" cy="2286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Picture Placeholder 12"/>
          <p:cNvSpPr>
            <a:spLocks noGrp="1"/>
          </p:cNvSpPr>
          <p:nvPr>
            <p:ph type="pic" sz="quarter" idx="14" hasCustomPrompt="1"/>
          </p:nvPr>
        </p:nvSpPr>
        <p:spPr>
          <a:xfrm>
            <a:off x="3171825" y="1745280"/>
            <a:ext cx="5761038" cy="4544395"/>
          </a:xfrm>
        </p:spPr>
        <p:txBody>
          <a:bodyPr/>
          <a:lstStyle>
            <a:lvl1pPr>
              <a:buNone/>
              <a:defRPr baseline="0"/>
            </a:lvl1pPr>
          </a:lstStyle>
          <a:p>
            <a:r>
              <a:rPr lang="en-US" dirty="0" smtClean="0"/>
              <a:t>Place Image Here</a:t>
            </a:r>
            <a:endParaRPr lang="en-US" dirty="0"/>
          </a:p>
        </p:txBody>
      </p:sp>
      <p:sp>
        <p:nvSpPr>
          <p:cNvPr id="15" name="Text Placeholder 14"/>
          <p:cNvSpPr>
            <a:spLocks noGrp="1"/>
          </p:cNvSpPr>
          <p:nvPr>
            <p:ph type="body" sz="quarter" idx="15" hasCustomPrompt="1"/>
          </p:nvPr>
        </p:nvSpPr>
        <p:spPr>
          <a:xfrm>
            <a:off x="112315" y="1745280"/>
            <a:ext cx="2946125" cy="457055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58439" y="864000"/>
            <a:ext cx="5858549" cy="889920"/>
          </a:xfrm>
        </p:spPr>
        <p:txBody>
          <a:bodyPr anchor="t">
            <a:normAutofit/>
          </a:bodyPr>
          <a:lstStyle>
            <a:lvl1pPr algn="l">
              <a:defRPr sz="3600">
                <a:solidFill>
                  <a:schemeClr val="accent2"/>
                </a:solidFill>
                <a:latin typeface="Memphis"/>
                <a:cs typeface="Memphis"/>
              </a:defRPr>
            </a:lvl1pPr>
          </a:lstStyle>
          <a:p>
            <a:r>
              <a:rPr lang="en-US" dirty="0" smtClean="0"/>
              <a:t>Type Title Here</a:t>
            </a:r>
            <a:endParaRPr lang="en-US" dirty="0"/>
          </a:p>
        </p:txBody>
      </p:sp>
      <p:sp>
        <p:nvSpPr>
          <p:cNvPr id="8" name="Picture Placeholder 7"/>
          <p:cNvSpPr>
            <a:spLocks noGrp="1"/>
          </p:cNvSpPr>
          <p:nvPr>
            <p:ph type="pic" sz="quarter" idx="13" hasCustomPrompt="1"/>
          </p:nvPr>
        </p:nvSpPr>
        <p:spPr>
          <a:xfrm>
            <a:off x="6358790" y="171450"/>
            <a:ext cx="2565978" cy="649350"/>
          </a:xfrm>
        </p:spPr>
        <p:txBody>
          <a:bodyPr anchor="ctr">
            <a:normAutofit/>
          </a:bodyPr>
          <a:lstStyle>
            <a:lvl1pPr algn="ctr">
              <a:buNone/>
              <a:defRPr sz="1200" baseline="0">
                <a:latin typeface="News Gothic MT"/>
                <a:cs typeface="News Gothic MT"/>
              </a:defRPr>
            </a:lvl1pPr>
          </a:lstStyle>
          <a:p>
            <a:r>
              <a:rPr lang="en-US" dirty="0" smtClean="0"/>
              <a:t>Place Logo(s) Here</a:t>
            </a:r>
            <a:endParaRPr lang="en-US" dirty="0"/>
          </a:p>
        </p:txBody>
      </p:sp>
      <p:sp>
        <p:nvSpPr>
          <p:cNvPr id="11" name="Rectangle 10"/>
          <p:cNvSpPr/>
          <p:nvPr userDrawn="1"/>
        </p:nvSpPr>
        <p:spPr>
          <a:xfrm>
            <a:off x="225426" y="803275"/>
            <a:ext cx="2824374" cy="2286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 name="Text Placeholder 14"/>
          <p:cNvSpPr>
            <a:spLocks noGrp="1"/>
          </p:cNvSpPr>
          <p:nvPr>
            <p:ph type="body" sz="quarter" idx="15" hasCustomPrompt="1"/>
          </p:nvPr>
        </p:nvSpPr>
        <p:spPr>
          <a:xfrm>
            <a:off x="112315" y="1745280"/>
            <a:ext cx="8803814" cy="457055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58440" y="864000"/>
            <a:ext cx="5858548" cy="889920"/>
          </a:xfrm>
        </p:spPr>
        <p:txBody>
          <a:bodyPr anchor="t">
            <a:normAutofit/>
          </a:bodyPr>
          <a:lstStyle>
            <a:lvl1pPr algn="l">
              <a:defRPr sz="3600">
                <a:solidFill>
                  <a:schemeClr val="accent2"/>
                </a:solidFill>
                <a:latin typeface="Memphis"/>
                <a:cs typeface="Memphis"/>
              </a:defRPr>
            </a:lvl1pPr>
          </a:lstStyle>
          <a:p>
            <a:r>
              <a:rPr lang="en-US" dirty="0" smtClean="0"/>
              <a:t>Type Title Here</a:t>
            </a:r>
            <a:endParaRPr lang="en-US" dirty="0"/>
          </a:p>
        </p:txBody>
      </p:sp>
      <p:sp>
        <p:nvSpPr>
          <p:cNvPr id="8" name="Picture Placeholder 7"/>
          <p:cNvSpPr>
            <a:spLocks noGrp="1"/>
          </p:cNvSpPr>
          <p:nvPr>
            <p:ph type="pic" sz="quarter" idx="13" hasCustomPrompt="1"/>
          </p:nvPr>
        </p:nvSpPr>
        <p:spPr>
          <a:xfrm>
            <a:off x="6358790" y="171450"/>
            <a:ext cx="2565978" cy="649350"/>
          </a:xfrm>
        </p:spPr>
        <p:txBody>
          <a:bodyPr anchor="ctr">
            <a:normAutofit/>
          </a:bodyPr>
          <a:lstStyle>
            <a:lvl1pPr algn="ctr">
              <a:buNone/>
              <a:defRPr sz="1200" baseline="0">
                <a:latin typeface="News Gothic MT"/>
                <a:cs typeface="News Gothic MT"/>
              </a:defRPr>
            </a:lvl1pPr>
          </a:lstStyle>
          <a:p>
            <a:r>
              <a:rPr lang="en-US" dirty="0" smtClean="0"/>
              <a:t>Place Logo(s) Here</a:t>
            </a:r>
            <a:endParaRPr lang="en-US" dirty="0"/>
          </a:p>
        </p:txBody>
      </p:sp>
      <p:sp>
        <p:nvSpPr>
          <p:cNvPr id="11" name="Rectangle 10"/>
          <p:cNvSpPr/>
          <p:nvPr userDrawn="1"/>
        </p:nvSpPr>
        <p:spPr>
          <a:xfrm>
            <a:off x="225426" y="803275"/>
            <a:ext cx="2824374" cy="2286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 name="Text Placeholder 14"/>
          <p:cNvSpPr>
            <a:spLocks noGrp="1"/>
          </p:cNvSpPr>
          <p:nvPr>
            <p:ph type="body" sz="quarter" idx="15" hasCustomPrompt="1"/>
          </p:nvPr>
        </p:nvSpPr>
        <p:spPr>
          <a:xfrm>
            <a:off x="112315" y="1745280"/>
            <a:ext cx="4354389" cy="457055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6" name="Text Placeholder 14"/>
          <p:cNvSpPr>
            <a:spLocks noGrp="1"/>
          </p:cNvSpPr>
          <p:nvPr>
            <p:ph type="body" sz="quarter" idx="16" hasCustomPrompt="1"/>
          </p:nvPr>
        </p:nvSpPr>
        <p:spPr>
          <a:xfrm>
            <a:off x="4558626" y="1742160"/>
            <a:ext cx="4354389" cy="457055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54350" y="864000"/>
            <a:ext cx="5862639" cy="889920"/>
          </a:xfrm>
        </p:spPr>
        <p:txBody>
          <a:bodyPr anchor="t">
            <a:normAutofit/>
          </a:bodyPr>
          <a:lstStyle>
            <a:lvl1pPr algn="l">
              <a:defRPr sz="3600">
                <a:solidFill>
                  <a:schemeClr val="accent2"/>
                </a:solidFill>
                <a:latin typeface="Memphis"/>
                <a:cs typeface="Memphis"/>
              </a:defRPr>
            </a:lvl1pPr>
          </a:lstStyle>
          <a:p>
            <a:r>
              <a:rPr lang="en-US" dirty="0" smtClean="0"/>
              <a:t>Type Title Here</a:t>
            </a:r>
            <a:endParaRPr lang="en-US" dirty="0"/>
          </a:p>
        </p:txBody>
      </p:sp>
      <p:sp>
        <p:nvSpPr>
          <p:cNvPr id="8" name="Picture Placeholder 7"/>
          <p:cNvSpPr>
            <a:spLocks noGrp="1"/>
          </p:cNvSpPr>
          <p:nvPr>
            <p:ph type="pic" sz="quarter" idx="13" hasCustomPrompt="1"/>
          </p:nvPr>
        </p:nvSpPr>
        <p:spPr>
          <a:xfrm>
            <a:off x="6358790" y="171450"/>
            <a:ext cx="2565978" cy="649350"/>
          </a:xfrm>
        </p:spPr>
        <p:txBody>
          <a:bodyPr anchor="ctr">
            <a:normAutofit/>
          </a:bodyPr>
          <a:lstStyle>
            <a:lvl1pPr algn="ctr">
              <a:buNone/>
              <a:defRPr sz="1200" baseline="0">
                <a:latin typeface="News Gothic MT"/>
                <a:cs typeface="News Gothic MT"/>
              </a:defRPr>
            </a:lvl1pPr>
          </a:lstStyle>
          <a:p>
            <a:r>
              <a:rPr lang="en-US" dirty="0" smtClean="0"/>
              <a:t>Place Logo(s) Here</a:t>
            </a:r>
            <a:endParaRPr lang="en-US" dirty="0"/>
          </a:p>
        </p:txBody>
      </p:sp>
      <p:sp>
        <p:nvSpPr>
          <p:cNvPr id="11" name="Rectangle 10"/>
          <p:cNvSpPr/>
          <p:nvPr userDrawn="1"/>
        </p:nvSpPr>
        <p:spPr>
          <a:xfrm>
            <a:off x="225426" y="803275"/>
            <a:ext cx="2824374" cy="2286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 name="Text Placeholder 14"/>
          <p:cNvSpPr>
            <a:spLocks noGrp="1"/>
          </p:cNvSpPr>
          <p:nvPr>
            <p:ph type="body" sz="quarter" idx="15" hasCustomPrompt="1"/>
          </p:nvPr>
        </p:nvSpPr>
        <p:spPr>
          <a:xfrm>
            <a:off x="112315" y="1745280"/>
            <a:ext cx="2928845" cy="457055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7" name="Text Placeholder 14"/>
          <p:cNvSpPr>
            <a:spLocks noGrp="1"/>
          </p:cNvSpPr>
          <p:nvPr>
            <p:ph type="body" sz="quarter" idx="16" hasCustomPrompt="1"/>
          </p:nvPr>
        </p:nvSpPr>
        <p:spPr>
          <a:xfrm>
            <a:off x="3046685" y="1735138"/>
            <a:ext cx="2928845" cy="457055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9" name="Text Placeholder 14"/>
          <p:cNvSpPr>
            <a:spLocks noGrp="1"/>
          </p:cNvSpPr>
          <p:nvPr>
            <p:ph type="body" sz="quarter" idx="17" hasCustomPrompt="1"/>
          </p:nvPr>
        </p:nvSpPr>
        <p:spPr>
          <a:xfrm>
            <a:off x="5981056" y="1735138"/>
            <a:ext cx="2928845" cy="457055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ree Column Photos Top">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54350" y="864000"/>
            <a:ext cx="5862639" cy="889920"/>
          </a:xfrm>
        </p:spPr>
        <p:txBody>
          <a:bodyPr anchor="t">
            <a:normAutofit/>
          </a:bodyPr>
          <a:lstStyle>
            <a:lvl1pPr algn="l">
              <a:defRPr sz="3600">
                <a:solidFill>
                  <a:schemeClr val="accent2"/>
                </a:solidFill>
                <a:latin typeface="Memphis"/>
                <a:cs typeface="Memphis"/>
              </a:defRPr>
            </a:lvl1pPr>
          </a:lstStyle>
          <a:p>
            <a:r>
              <a:rPr lang="en-US" dirty="0" smtClean="0"/>
              <a:t>Type Title Here</a:t>
            </a:r>
            <a:endParaRPr lang="en-US" dirty="0"/>
          </a:p>
        </p:txBody>
      </p:sp>
      <p:sp>
        <p:nvSpPr>
          <p:cNvPr id="8" name="Picture Placeholder 7"/>
          <p:cNvSpPr>
            <a:spLocks noGrp="1"/>
          </p:cNvSpPr>
          <p:nvPr>
            <p:ph type="pic" sz="quarter" idx="13" hasCustomPrompt="1"/>
          </p:nvPr>
        </p:nvSpPr>
        <p:spPr>
          <a:xfrm>
            <a:off x="6358790" y="171450"/>
            <a:ext cx="2565978" cy="649350"/>
          </a:xfrm>
        </p:spPr>
        <p:txBody>
          <a:bodyPr anchor="ctr">
            <a:normAutofit/>
          </a:bodyPr>
          <a:lstStyle>
            <a:lvl1pPr algn="ctr">
              <a:buNone/>
              <a:defRPr sz="1200" baseline="0">
                <a:latin typeface="News Gothic MT"/>
                <a:cs typeface="News Gothic MT"/>
              </a:defRPr>
            </a:lvl1pPr>
          </a:lstStyle>
          <a:p>
            <a:r>
              <a:rPr lang="en-US" dirty="0" smtClean="0"/>
              <a:t>Place Logo(s) Here</a:t>
            </a:r>
            <a:endParaRPr lang="en-US" dirty="0"/>
          </a:p>
        </p:txBody>
      </p:sp>
      <p:sp>
        <p:nvSpPr>
          <p:cNvPr id="11" name="Rectangle 10"/>
          <p:cNvSpPr/>
          <p:nvPr userDrawn="1"/>
        </p:nvSpPr>
        <p:spPr>
          <a:xfrm>
            <a:off x="225426" y="803275"/>
            <a:ext cx="2824374" cy="2286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 name="Text Placeholder 14"/>
          <p:cNvSpPr>
            <a:spLocks noGrp="1"/>
          </p:cNvSpPr>
          <p:nvPr>
            <p:ph type="body" sz="quarter" idx="15" hasCustomPrompt="1"/>
          </p:nvPr>
        </p:nvSpPr>
        <p:spPr>
          <a:xfrm>
            <a:off x="112315" y="4344988"/>
            <a:ext cx="2928845" cy="1970851"/>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7" name="Text Placeholder 14"/>
          <p:cNvSpPr>
            <a:spLocks noGrp="1"/>
          </p:cNvSpPr>
          <p:nvPr>
            <p:ph type="body" sz="quarter" idx="16" hasCustomPrompt="1"/>
          </p:nvPr>
        </p:nvSpPr>
        <p:spPr>
          <a:xfrm>
            <a:off x="3046685" y="4344988"/>
            <a:ext cx="2928845" cy="196070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9" name="Text Placeholder 14"/>
          <p:cNvSpPr>
            <a:spLocks noGrp="1"/>
          </p:cNvSpPr>
          <p:nvPr>
            <p:ph type="body" sz="quarter" idx="17" hasCustomPrompt="1"/>
          </p:nvPr>
        </p:nvSpPr>
        <p:spPr>
          <a:xfrm>
            <a:off x="5981056" y="4344988"/>
            <a:ext cx="2928845" cy="196070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12" name="Picture Placeholder 11"/>
          <p:cNvSpPr>
            <a:spLocks noGrp="1"/>
          </p:cNvSpPr>
          <p:nvPr>
            <p:ph type="pic" sz="quarter" idx="18" hasCustomPrompt="1"/>
          </p:nvPr>
        </p:nvSpPr>
        <p:spPr>
          <a:xfrm>
            <a:off x="228600" y="1789113"/>
            <a:ext cx="2808288" cy="2444750"/>
          </a:xfrm>
        </p:spPr>
        <p:txBody>
          <a:bodyPr>
            <a:normAutofit/>
          </a:bodyPr>
          <a:lstStyle>
            <a:lvl1pPr>
              <a:buNone/>
              <a:defRPr sz="2000"/>
            </a:lvl1pPr>
          </a:lstStyle>
          <a:p>
            <a:r>
              <a:rPr lang="en-US" dirty="0" smtClean="0"/>
              <a:t>Place Image Here</a:t>
            </a:r>
            <a:endParaRPr lang="en-US" dirty="0"/>
          </a:p>
        </p:txBody>
      </p:sp>
      <p:sp>
        <p:nvSpPr>
          <p:cNvPr id="13" name="Picture Placeholder 11"/>
          <p:cNvSpPr>
            <a:spLocks noGrp="1"/>
          </p:cNvSpPr>
          <p:nvPr>
            <p:ph type="pic" sz="quarter" idx="19" hasCustomPrompt="1"/>
          </p:nvPr>
        </p:nvSpPr>
        <p:spPr>
          <a:xfrm>
            <a:off x="3175000" y="1779588"/>
            <a:ext cx="2808288" cy="2444750"/>
          </a:xfrm>
        </p:spPr>
        <p:txBody>
          <a:bodyPr>
            <a:normAutofit/>
          </a:bodyPr>
          <a:lstStyle>
            <a:lvl1pPr>
              <a:buNone/>
              <a:defRPr sz="2000"/>
            </a:lvl1pPr>
          </a:lstStyle>
          <a:p>
            <a:r>
              <a:rPr lang="en-US" dirty="0" smtClean="0"/>
              <a:t>Place Image Here</a:t>
            </a:r>
            <a:endParaRPr lang="en-US" dirty="0"/>
          </a:p>
        </p:txBody>
      </p:sp>
      <p:sp>
        <p:nvSpPr>
          <p:cNvPr id="14" name="Picture Placeholder 11"/>
          <p:cNvSpPr>
            <a:spLocks noGrp="1"/>
          </p:cNvSpPr>
          <p:nvPr>
            <p:ph type="pic" sz="quarter" idx="20" hasCustomPrompt="1"/>
          </p:nvPr>
        </p:nvSpPr>
        <p:spPr>
          <a:xfrm>
            <a:off x="6097341" y="1779588"/>
            <a:ext cx="2808288" cy="2444750"/>
          </a:xfrm>
        </p:spPr>
        <p:txBody>
          <a:bodyPr>
            <a:normAutofit/>
          </a:bodyPr>
          <a:lstStyle>
            <a:lvl1pPr>
              <a:buNone/>
              <a:defRPr sz="2000"/>
            </a:lvl1pPr>
          </a:lstStyle>
          <a:p>
            <a:r>
              <a:rPr lang="en-US" dirty="0" smtClean="0"/>
              <a:t>Place Image Here</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lumn Photos Bottom">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54350" y="864000"/>
            <a:ext cx="5862639" cy="889920"/>
          </a:xfrm>
        </p:spPr>
        <p:txBody>
          <a:bodyPr anchor="t">
            <a:normAutofit/>
          </a:bodyPr>
          <a:lstStyle>
            <a:lvl1pPr algn="l">
              <a:defRPr sz="3600">
                <a:solidFill>
                  <a:schemeClr val="accent2"/>
                </a:solidFill>
                <a:latin typeface="Memphis"/>
                <a:cs typeface="Memphis"/>
              </a:defRPr>
            </a:lvl1pPr>
          </a:lstStyle>
          <a:p>
            <a:r>
              <a:rPr lang="en-US" dirty="0" smtClean="0"/>
              <a:t>Type Title Here</a:t>
            </a:r>
            <a:endParaRPr lang="en-US" dirty="0"/>
          </a:p>
        </p:txBody>
      </p:sp>
      <p:sp>
        <p:nvSpPr>
          <p:cNvPr id="8" name="Picture Placeholder 7"/>
          <p:cNvSpPr>
            <a:spLocks noGrp="1"/>
          </p:cNvSpPr>
          <p:nvPr>
            <p:ph type="pic" sz="quarter" idx="13" hasCustomPrompt="1"/>
          </p:nvPr>
        </p:nvSpPr>
        <p:spPr>
          <a:xfrm>
            <a:off x="6358790" y="171450"/>
            <a:ext cx="2565978" cy="649350"/>
          </a:xfrm>
        </p:spPr>
        <p:txBody>
          <a:bodyPr anchor="ctr">
            <a:normAutofit/>
          </a:bodyPr>
          <a:lstStyle>
            <a:lvl1pPr algn="ctr">
              <a:buNone/>
              <a:defRPr sz="1200" baseline="0">
                <a:latin typeface="News Gothic MT"/>
                <a:cs typeface="News Gothic MT"/>
              </a:defRPr>
            </a:lvl1pPr>
          </a:lstStyle>
          <a:p>
            <a:r>
              <a:rPr lang="en-US" dirty="0" smtClean="0"/>
              <a:t>Place Logo(s) Here</a:t>
            </a:r>
            <a:endParaRPr lang="en-US" dirty="0"/>
          </a:p>
        </p:txBody>
      </p:sp>
      <p:sp>
        <p:nvSpPr>
          <p:cNvPr id="11" name="Rectangle 10"/>
          <p:cNvSpPr/>
          <p:nvPr userDrawn="1"/>
        </p:nvSpPr>
        <p:spPr>
          <a:xfrm>
            <a:off x="225426" y="803275"/>
            <a:ext cx="2824374" cy="2286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 name="Text Placeholder 14"/>
          <p:cNvSpPr>
            <a:spLocks noGrp="1"/>
          </p:cNvSpPr>
          <p:nvPr>
            <p:ph type="body" sz="quarter" idx="15" hasCustomPrompt="1"/>
          </p:nvPr>
        </p:nvSpPr>
        <p:spPr>
          <a:xfrm>
            <a:off x="112315" y="1787778"/>
            <a:ext cx="2928845" cy="1970851"/>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7" name="Text Placeholder 14"/>
          <p:cNvSpPr>
            <a:spLocks noGrp="1"/>
          </p:cNvSpPr>
          <p:nvPr>
            <p:ph type="body" sz="quarter" idx="16" hasCustomPrompt="1"/>
          </p:nvPr>
        </p:nvSpPr>
        <p:spPr>
          <a:xfrm>
            <a:off x="3046685" y="1787778"/>
            <a:ext cx="2928845" cy="196070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9" name="Text Placeholder 14"/>
          <p:cNvSpPr>
            <a:spLocks noGrp="1"/>
          </p:cNvSpPr>
          <p:nvPr>
            <p:ph type="body" sz="quarter" idx="17" hasCustomPrompt="1"/>
          </p:nvPr>
        </p:nvSpPr>
        <p:spPr>
          <a:xfrm>
            <a:off x="5981056" y="1787778"/>
            <a:ext cx="2928845" cy="196070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12" name="Picture Placeholder 11"/>
          <p:cNvSpPr>
            <a:spLocks noGrp="1"/>
          </p:cNvSpPr>
          <p:nvPr>
            <p:ph type="pic" sz="quarter" idx="18" hasCustomPrompt="1"/>
          </p:nvPr>
        </p:nvSpPr>
        <p:spPr>
          <a:xfrm>
            <a:off x="228600" y="3828153"/>
            <a:ext cx="2808288" cy="2444750"/>
          </a:xfrm>
        </p:spPr>
        <p:txBody>
          <a:bodyPr>
            <a:normAutofit/>
          </a:bodyPr>
          <a:lstStyle>
            <a:lvl1pPr>
              <a:buNone/>
              <a:defRPr sz="2000"/>
            </a:lvl1pPr>
          </a:lstStyle>
          <a:p>
            <a:r>
              <a:rPr lang="en-US" dirty="0" smtClean="0"/>
              <a:t>Place Image Here</a:t>
            </a:r>
            <a:endParaRPr lang="en-US" dirty="0"/>
          </a:p>
        </p:txBody>
      </p:sp>
      <p:sp>
        <p:nvSpPr>
          <p:cNvPr id="13" name="Picture Placeholder 11"/>
          <p:cNvSpPr>
            <a:spLocks noGrp="1"/>
          </p:cNvSpPr>
          <p:nvPr>
            <p:ph type="pic" sz="quarter" idx="19" hasCustomPrompt="1"/>
          </p:nvPr>
        </p:nvSpPr>
        <p:spPr>
          <a:xfrm>
            <a:off x="3175000" y="3818628"/>
            <a:ext cx="2808288" cy="2444750"/>
          </a:xfrm>
        </p:spPr>
        <p:txBody>
          <a:bodyPr>
            <a:normAutofit/>
          </a:bodyPr>
          <a:lstStyle>
            <a:lvl1pPr>
              <a:buNone/>
              <a:defRPr sz="2000"/>
            </a:lvl1pPr>
          </a:lstStyle>
          <a:p>
            <a:r>
              <a:rPr lang="en-US" dirty="0" smtClean="0"/>
              <a:t>Place Image Here</a:t>
            </a:r>
            <a:endParaRPr lang="en-US" dirty="0"/>
          </a:p>
        </p:txBody>
      </p:sp>
      <p:sp>
        <p:nvSpPr>
          <p:cNvPr id="14" name="Picture Placeholder 11"/>
          <p:cNvSpPr>
            <a:spLocks noGrp="1"/>
          </p:cNvSpPr>
          <p:nvPr>
            <p:ph type="pic" sz="quarter" idx="20" hasCustomPrompt="1"/>
          </p:nvPr>
        </p:nvSpPr>
        <p:spPr>
          <a:xfrm>
            <a:off x="6097341" y="3818628"/>
            <a:ext cx="2808288" cy="2444750"/>
          </a:xfrm>
        </p:spPr>
        <p:txBody>
          <a:bodyPr>
            <a:normAutofit/>
          </a:bodyPr>
          <a:lstStyle>
            <a:lvl1pPr>
              <a:buNone/>
              <a:defRPr sz="2000"/>
            </a:lvl1pPr>
          </a:lstStyle>
          <a:p>
            <a:r>
              <a:rPr lang="en-US" dirty="0" smtClean="0"/>
              <a:t>Place Image Here</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 Righ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58439" y="864000"/>
            <a:ext cx="5858549" cy="889920"/>
          </a:xfrm>
        </p:spPr>
        <p:txBody>
          <a:bodyPr anchor="t">
            <a:normAutofit/>
          </a:bodyPr>
          <a:lstStyle>
            <a:lvl1pPr algn="l">
              <a:defRPr sz="3600">
                <a:solidFill>
                  <a:schemeClr val="accent2"/>
                </a:solidFill>
                <a:latin typeface="Memphis"/>
                <a:cs typeface="Memphis"/>
              </a:defRPr>
            </a:lvl1pPr>
          </a:lstStyle>
          <a:p>
            <a:r>
              <a:rPr lang="en-US" dirty="0" smtClean="0"/>
              <a:t>Type Title Here</a:t>
            </a:r>
            <a:endParaRPr lang="en-US" dirty="0"/>
          </a:p>
        </p:txBody>
      </p:sp>
      <p:sp>
        <p:nvSpPr>
          <p:cNvPr id="8" name="Picture Placeholder 7"/>
          <p:cNvSpPr>
            <a:spLocks noGrp="1"/>
          </p:cNvSpPr>
          <p:nvPr>
            <p:ph type="pic" sz="quarter" idx="13" hasCustomPrompt="1"/>
          </p:nvPr>
        </p:nvSpPr>
        <p:spPr>
          <a:xfrm>
            <a:off x="6358790" y="171450"/>
            <a:ext cx="2565978" cy="649350"/>
          </a:xfrm>
        </p:spPr>
        <p:txBody>
          <a:bodyPr anchor="ctr">
            <a:normAutofit/>
          </a:bodyPr>
          <a:lstStyle>
            <a:lvl1pPr algn="ctr">
              <a:buNone/>
              <a:defRPr sz="1200" baseline="0">
                <a:latin typeface="News Gothic MT"/>
                <a:cs typeface="News Gothic MT"/>
              </a:defRPr>
            </a:lvl1pPr>
          </a:lstStyle>
          <a:p>
            <a:r>
              <a:rPr lang="en-US" dirty="0" smtClean="0"/>
              <a:t>Place Logo(s) Here</a:t>
            </a:r>
            <a:endParaRPr lang="en-US" dirty="0"/>
          </a:p>
        </p:txBody>
      </p:sp>
      <p:sp>
        <p:nvSpPr>
          <p:cNvPr id="11" name="Rectangle 10"/>
          <p:cNvSpPr/>
          <p:nvPr userDrawn="1"/>
        </p:nvSpPr>
        <p:spPr>
          <a:xfrm>
            <a:off x="225426" y="803275"/>
            <a:ext cx="2824374" cy="2286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 name="Text Placeholder 14"/>
          <p:cNvSpPr>
            <a:spLocks noGrp="1"/>
          </p:cNvSpPr>
          <p:nvPr>
            <p:ph type="body" sz="quarter" idx="15" hasCustomPrompt="1"/>
          </p:nvPr>
        </p:nvSpPr>
        <p:spPr>
          <a:xfrm>
            <a:off x="112315" y="1745280"/>
            <a:ext cx="2928845" cy="457055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14" name="Chart Placeholder 13"/>
          <p:cNvSpPr>
            <a:spLocks noGrp="1"/>
          </p:cNvSpPr>
          <p:nvPr>
            <p:ph type="chart" sz="quarter" idx="16" hasCustomPrompt="1"/>
          </p:nvPr>
        </p:nvSpPr>
        <p:spPr>
          <a:xfrm>
            <a:off x="3205314" y="1735138"/>
            <a:ext cx="5710086" cy="4579937"/>
          </a:xfrm>
        </p:spPr>
        <p:txBody>
          <a:bodyPr/>
          <a:lstStyle>
            <a:lvl1pPr>
              <a:buNone/>
              <a:defRPr baseline="0"/>
            </a:lvl1pPr>
          </a:lstStyle>
          <a:p>
            <a:r>
              <a:rPr lang="en-US" dirty="0" smtClean="0"/>
              <a:t>Place Chart Here</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rt Lef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58439" y="864000"/>
            <a:ext cx="5858549" cy="889920"/>
          </a:xfrm>
        </p:spPr>
        <p:txBody>
          <a:bodyPr anchor="t">
            <a:normAutofit/>
          </a:bodyPr>
          <a:lstStyle>
            <a:lvl1pPr algn="l">
              <a:defRPr sz="3600">
                <a:solidFill>
                  <a:schemeClr val="accent2"/>
                </a:solidFill>
                <a:latin typeface="Memphis"/>
                <a:cs typeface="Memphis"/>
              </a:defRPr>
            </a:lvl1pPr>
          </a:lstStyle>
          <a:p>
            <a:r>
              <a:rPr lang="en-US" dirty="0" smtClean="0"/>
              <a:t>Type Title Here</a:t>
            </a:r>
            <a:endParaRPr lang="en-US" dirty="0"/>
          </a:p>
        </p:txBody>
      </p:sp>
      <p:sp>
        <p:nvSpPr>
          <p:cNvPr id="8" name="Picture Placeholder 7"/>
          <p:cNvSpPr>
            <a:spLocks noGrp="1"/>
          </p:cNvSpPr>
          <p:nvPr>
            <p:ph type="pic" sz="quarter" idx="13" hasCustomPrompt="1"/>
          </p:nvPr>
        </p:nvSpPr>
        <p:spPr>
          <a:xfrm>
            <a:off x="6358790" y="171450"/>
            <a:ext cx="2565978" cy="649350"/>
          </a:xfrm>
        </p:spPr>
        <p:txBody>
          <a:bodyPr anchor="ctr">
            <a:normAutofit/>
          </a:bodyPr>
          <a:lstStyle>
            <a:lvl1pPr algn="ctr">
              <a:buNone/>
              <a:defRPr sz="1200" baseline="0">
                <a:latin typeface="News Gothic MT"/>
                <a:cs typeface="News Gothic MT"/>
              </a:defRPr>
            </a:lvl1pPr>
          </a:lstStyle>
          <a:p>
            <a:r>
              <a:rPr lang="en-US" dirty="0" smtClean="0"/>
              <a:t>Place Logo(s) Here</a:t>
            </a:r>
            <a:endParaRPr lang="en-US" dirty="0"/>
          </a:p>
        </p:txBody>
      </p:sp>
      <p:sp>
        <p:nvSpPr>
          <p:cNvPr id="11" name="Rectangle 10"/>
          <p:cNvSpPr/>
          <p:nvPr userDrawn="1"/>
        </p:nvSpPr>
        <p:spPr>
          <a:xfrm>
            <a:off x="225426" y="803275"/>
            <a:ext cx="2824374" cy="2286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 name="Text Placeholder 14"/>
          <p:cNvSpPr>
            <a:spLocks noGrp="1"/>
          </p:cNvSpPr>
          <p:nvPr>
            <p:ph type="body" sz="quarter" idx="15" hasCustomPrompt="1"/>
          </p:nvPr>
        </p:nvSpPr>
        <p:spPr>
          <a:xfrm>
            <a:off x="5978644" y="1745280"/>
            <a:ext cx="2928845" cy="457055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14" name="Chart Placeholder 13"/>
          <p:cNvSpPr>
            <a:spLocks noGrp="1"/>
          </p:cNvSpPr>
          <p:nvPr>
            <p:ph type="chart" sz="quarter" idx="16" hasCustomPrompt="1"/>
          </p:nvPr>
        </p:nvSpPr>
        <p:spPr>
          <a:xfrm>
            <a:off x="199307" y="1735138"/>
            <a:ext cx="5710086" cy="4579937"/>
          </a:xfrm>
        </p:spPr>
        <p:txBody>
          <a:bodyPr/>
          <a:lstStyle>
            <a:lvl1pPr>
              <a:buNone/>
              <a:defRPr baseline="0"/>
            </a:lvl1pPr>
          </a:lstStyle>
          <a:p>
            <a:r>
              <a:rPr lang="en-US" dirty="0" smtClean="0"/>
              <a:t>Place Chart Here</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Left Copy Righ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58439" y="864000"/>
            <a:ext cx="5858549" cy="889920"/>
          </a:xfrm>
        </p:spPr>
        <p:txBody>
          <a:bodyPr anchor="t">
            <a:normAutofit/>
          </a:bodyPr>
          <a:lstStyle>
            <a:lvl1pPr algn="l">
              <a:defRPr sz="3600">
                <a:solidFill>
                  <a:schemeClr val="accent2"/>
                </a:solidFill>
                <a:latin typeface="Memphis"/>
                <a:cs typeface="Memphis"/>
              </a:defRPr>
            </a:lvl1pPr>
          </a:lstStyle>
          <a:p>
            <a:r>
              <a:rPr lang="en-US" dirty="0" smtClean="0"/>
              <a:t>Type Title Here</a:t>
            </a:r>
            <a:endParaRPr lang="en-US" dirty="0"/>
          </a:p>
        </p:txBody>
      </p:sp>
      <p:sp>
        <p:nvSpPr>
          <p:cNvPr id="8" name="Picture Placeholder 7"/>
          <p:cNvSpPr>
            <a:spLocks noGrp="1"/>
          </p:cNvSpPr>
          <p:nvPr>
            <p:ph type="pic" sz="quarter" idx="13" hasCustomPrompt="1"/>
          </p:nvPr>
        </p:nvSpPr>
        <p:spPr>
          <a:xfrm>
            <a:off x="6358790" y="171450"/>
            <a:ext cx="2565978" cy="649350"/>
          </a:xfrm>
        </p:spPr>
        <p:txBody>
          <a:bodyPr anchor="ctr">
            <a:normAutofit/>
          </a:bodyPr>
          <a:lstStyle>
            <a:lvl1pPr algn="ctr">
              <a:buNone/>
              <a:defRPr sz="1200" baseline="0">
                <a:latin typeface="News Gothic MT"/>
                <a:cs typeface="News Gothic MT"/>
              </a:defRPr>
            </a:lvl1pPr>
          </a:lstStyle>
          <a:p>
            <a:r>
              <a:rPr lang="en-US" dirty="0" smtClean="0"/>
              <a:t>Place Logo(s) Here</a:t>
            </a:r>
            <a:endParaRPr lang="en-US" dirty="0"/>
          </a:p>
        </p:txBody>
      </p:sp>
      <p:sp>
        <p:nvSpPr>
          <p:cNvPr id="11" name="Rectangle 10"/>
          <p:cNvSpPr/>
          <p:nvPr userDrawn="1"/>
        </p:nvSpPr>
        <p:spPr>
          <a:xfrm>
            <a:off x="225426" y="803275"/>
            <a:ext cx="2824374" cy="2286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 name="Text Placeholder 14"/>
          <p:cNvSpPr>
            <a:spLocks noGrp="1"/>
          </p:cNvSpPr>
          <p:nvPr>
            <p:ph type="body" sz="quarter" idx="15" hasCustomPrompt="1"/>
          </p:nvPr>
        </p:nvSpPr>
        <p:spPr>
          <a:xfrm>
            <a:off x="3055356" y="1745280"/>
            <a:ext cx="5869413" cy="457055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9" name="Picture Placeholder 8"/>
          <p:cNvSpPr>
            <a:spLocks noGrp="1"/>
          </p:cNvSpPr>
          <p:nvPr>
            <p:ph type="pic" sz="quarter" idx="16" hasCustomPrompt="1"/>
          </p:nvPr>
        </p:nvSpPr>
        <p:spPr>
          <a:xfrm>
            <a:off x="219075" y="1036800"/>
            <a:ext cx="2835275" cy="5383050"/>
          </a:xfrm>
        </p:spPr>
        <p:txBody>
          <a:bodyPr/>
          <a:lstStyle>
            <a:lvl1pPr>
              <a:buNone/>
              <a:defRPr baseline="0"/>
            </a:lvl1pPr>
          </a:lstStyle>
          <a:p>
            <a:r>
              <a:rPr lang="en-US" dirty="0" smtClean="0"/>
              <a:t>Place Image Here</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emed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58439" y="864000"/>
            <a:ext cx="4397587" cy="889920"/>
          </a:xfrm>
        </p:spPr>
        <p:txBody>
          <a:bodyPr anchor="t">
            <a:normAutofit/>
          </a:bodyPr>
          <a:lstStyle>
            <a:lvl1pPr algn="l">
              <a:defRPr sz="3600">
                <a:solidFill>
                  <a:schemeClr val="accent2"/>
                </a:solidFill>
                <a:latin typeface="Memphis"/>
                <a:cs typeface="Memphis"/>
              </a:defRPr>
            </a:lvl1pPr>
          </a:lstStyle>
          <a:p>
            <a:r>
              <a:rPr lang="en-US" dirty="0" smtClean="0"/>
              <a:t>Type Title Here</a:t>
            </a:r>
            <a:endParaRPr lang="en-US" dirty="0"/>
          </a:p>
        </p:txBody>
      </p:sp>
      <p:sp>
        <p:nvSpPr>
          <p:cNvPr id="8" name="Picture Placeholder 7"/>
          <p:cNvSpPr>
            <a:spLocks noGrp="1"/>
          </p:cNvSpPr>
          <p:nvPr>
            <p:ph type="pic" sz="quarter" idx="13" hasCustomPrompt="1"/>
          </p:nvPr>
        </p:nvSpPr>
        <p:spPr>
          <a:xfrm>
            <a:off x="6358790" y="171450"/>
            <a:ext cx="2565978" cy="649350"/>
          </a:xfrm>
        </p:spPr>
        <p:txBody>
          <a:bodyPr anchor="ctr">
            <a:normAutofit/>
          </a:bodyPr>
          <a:lstStyle>
            <a:lvl1pPr algn="ctr">
              <a:buNone/>
              <a:defRPr sz="1200" baseline="0">
                <a:latin typeface="News Gothic MT"/>
                <a:cs typeface="News Gothic MT"/>
              </a:defRPr>
            </a:lvl1pPr>
          </a:lstStyle>
          <a:p>
            <a:r>
              <a:rPr lang="en-US" dirty="0" smtClean="0"/>
              <a:t>Place Logo(s) Here</a:t>
            </a:r>
            <a:endParaRPr lang="en-US" dirty="0"/>
          </a:p>
        </p:txBody>
      </p:sp>
      <p:sp>
        <p:nvSpPr>
          <p:cNvPr id="11" name="Rectangle 10"/>
          <p:cNvSpPr/>
          <p:nvPr userDrawn="1"/>
        </p:nvSpPr>
        <p:spPr>
          <a:xfrm>
            <a:off x="225426" y="803275"/>
            <a:ext cx="2824374" cy="2286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 name="Text Placeholder 14"/>
          <p:cNvSpPr>
            <a:spLocks noGrp="1"/>
          </p:cNvSpPr>
          <p:nvPr>
            <p:ph type="body" sz="quarter" idx="15" hasCustomPrompt="1"/>
          </p:nvPr>
        </p:nvSpPr>
        <p:spPr>
          <a:xfrm>
            <a:off x="112315" y="1745280"/>
            <a:ext cx="7335072" cy="457055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7" name="Picture Placeholder 9"/>
          <p:cNvSpPr>
            <a:spLocks noGrp="1"/>
          </p:cNvSpPr>
          <p:nvPr>
            <p:ph type="pic" sz="quarter" idx="14"/>
          </p:nvPr>
        </p:nvSpPr>
        <p:spPr>
          <a:xfrm>
            <a:off x="7568342" y="1035050"/>
            <a:ext cx="1348646" cy="5358550"/>
          </a:xfrm>
        </p:spPr>
        <p:txBody>
          <a:bodyPr>
            <a:normAutofit/>
          </a:bodyPr>
          <a:lstStyle>
            <a:lvl1pPr>
              <a:buNone/>
              <a:defRPr sz="2400"/>
            </a:lvl1pPr>
          </a:lstStyle>
          <a:p>
            <a:r>
              <a:rPr lang="en-US" dirty="0" smtClean="0"/>
              <a:t>Click icon to add picture</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3"/>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7013" y="1028160"/>
            <a:ext cx="8691562" cy="55296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Header 1</a:t>
            </a:r>
          </a:p>
          <a:p>
            <a:pPr lvl="1"/>
            <a:r>
              <a:rPr lang="en-US" dirty="0" smtClean="0"/>
              <a:t>Header 2</a:t>
            </a:r>
          </a:p>
          <a:p>
            <a:pPr lvl="2"/>
            <a:r>
              <a:rPr lang="en-US" dirty="0" smtClean="0"/>
              <a:t>Header 3</a:t>
            </a:r>
          </a:p>
          <a:p>
            <a:pPr lvl="3"/>
            <a:r>
              <a:rPr lang="en-US" dirty="0" smtClean="0"/>
              <a:t>Body Bold</a:t>
            </a:r>
          </a:p>
          <a:p>
            <a:pPr lvl="4"/>
            <a:r>
              <a:rPr lang="en-US" dirty="0" smtClean="0"/>
              <a:t>Body Text</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4DAA0BE-CF44-9147-AA0D-6E22E446DBA0}" type="datetimeFigureOut">
              <a:rPr lang="en-US" smtClean="0"/>
              <a:t>6/4/2015</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64F107-A8E3-8A4C-AC75-25FC69E35D1F}"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7" r:id="rId3"/>
    <p:sldLayoutId id="2147483658" r:id="rId4"/>
    <p:sldLayoutId id="2147483659" r:id="rId5"/>
    <p:sldLayoutId id="2147483664" r:id="rId6"/>
    <p:sldLayoutId id="2147483665" r:id="rId7"/>
    <p:sldLayoutId id="2147483660" r:id="rId8"/>
    <p:sldLayoutId id="2147483662" r:id="rId9"/>
    <p:sldLayoutId id="2147483661" r:id="rId10"/>
    <p:sldLayoutId id="2147483663" r:id="rId11"/>
  </p:sldLayoutIdLst>
  <p:txStyles>
    <p:titleStyle>
      <a:lvl1pPr algn="ctr" defTabSz="457200" rtl="0" eaLnBrk="1" latinLnBrk="0" hangingPunct="1">
        <a:spcBef>
          <a:spcPct val="0"/>
        </a:spcBef>
        <a:buNone/>
        <a:defRPr sz="3600" kern="1200">
          <a:solidFill>
            <a:schemeClr val="tx2"/>
          </a:solidFill>
          <a:latin typeface="Memphis"/>
          <a:ea typeface="+mj-ea"/>
          <a:cs typeface="Memphis"/>
        </a:defRPr>
      </a:lvl1pPr>
    </p:titleStyle>
    <p:bodyStyle>
      <a:lvl1pPr marL="342900" indent="-342900" algn="l" defTabSz="457200" rtl="0" eaLnBrk="1" latinLnBrk="0" hangingPunct="1">
        <a:spcBef>
          <a:spcPct val="20000"/>
        </a:spcBef>
        <a:buFont typeface="Arial"/>
        <a:buChar char="•"/>
        <a:defRPr sz="3200" kern="1200">
          <a:solidFill>
            <a:schemeClr val="accent1"/>
          </a:solidFill>
          <a:latin typeface="Memphis"/>
          <a:ea typeface="+mn-ea"/>
          <a:cs typeface="Memphis"/>
        </a:defRPr>
      </a:lvl1pPr>
      <a:lvl2pPr marL="742950" indent="-285750" algn="l" defTabSz="457200" rtl="0" eaLnBrk="1" latinLnBrk="0" hangingPunct="1">
        <a:spcBef>
          <a:spcPct val="20000"/>
        </a:spcBef>
        <a:buFont typeface="Arial"/>
        <a:buChar char="–"/>
        <a:defRPr sz="2400" kern="1200">
          <a:solidFill>
            <a:schemeClr val="accent4"/>
          </a:solidFill>
          <a:latin typeface="Memphis"/>
          <a:ea typeface="+mn-ea"/>
          <a:cs typeface="Memphis"/>
        </a:defRPr>
      </a:lvl2pPr>
      <a:lvl3pPr marL="1143000" indent="-228600" algn="l" defTabSz="457200" rtl="0" eaLnBrk="1" latinLnBrk="0" hangingPunct="1">
        <a:spcBef>
          <a:spcPct val="20000"/>
        </a:spcBef>
        <a:buFont typeface="Arial"/>
        <a:buChar char="•"/>
        <a:defRPr sz="1800" b="1" i="0" kern="1200" baseline="0">
          <a:solidFill>
            <a:schemeClr val="accent3"/>
          </a:solidFill>
          <a:latin typeface="News Gothic MT"/>
          <a:ea typeface="+mn-ea"/>
          <a:cs typeface="News Gothic MT"/>
        </a:defRPr>
      </a:lvl3pPr>
      <a:lvl4pPr marL="1600200" indent="-228600" algn="l" defTabSz="457200" rtl="0" eaLnBrk="1" latinLnBrk="0" hangingPunct="1">
        <a:spcBef>
          <a:spcPct val="20000"/>
        </a:spcBef>
        <a:buFont typeface="Arial"/>
        <a:buChar char="–"/>
        <a:defRPr sz="1200" b="1" i="0" kern="1200">
          <a:solidFill>
            <a:schemeClr val="tx1"/>
          </a:solidFill>
          <a:latin typeface="News Gothic MT"/>
          <a:ea typeface="+mn-ea"/>
          <a:cs typeface="News Gothic MT"/>
        </a:defRPr>
      </a:lvl4pPr>
      <a:lvl5pPr marL="2057400" indent="-228600" algn="l" defTabSz="457200" rtl="0" eaLnBrk="1" latinLnBrk="0" hangingPunct="1">
        <a:spcBef>
          <a:spcPct val="20000"/>
        </a:spcBef>
        <a:buFont typeface="Arial"/>
        <a:buChar char="»"/>
        <a:defRPr sz="1200" kern="1200">
          <a:solidFill>
            <a:schemeClr val="tx1"/>
          </a:solidFill>
          <a:latin typeface="News Gothic MT"/>
          <a:ea typeface="+mn-ea"/>
          <a:cs typeface="News Gothic MT"/>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39017" y="245934"/>
            <a:ext cx="5862639" cy="889920"/>
          </a:xfrm>
        </p:spPr>
        <p:txBody>
          <a:bodyPr>
            <a:normAutofit/>
          </a:bodyPr>
          <a:lstStyle/>
          <a:p>
            <a:pPr algn="r"/>
            <a:r>
              <a:rPr lang="en-US" dirty="0" smtClean="0"/>
              <a:t>2014-2016 </a:t>
            </a:r>
            <a:r>
              <a:rPr lang="en-US" dirty="0"/>
              <a:t>Strategic </a:t>
            </a:r>
            <a:r>
              <a:rPr lang="en-US" dirty="0" smtClean="0"/>
              <a:t>Plan</a:t>
            </a:r>
            <a:endParaRPr lang="en-US" dirty="0"/>
          </a:p>
        </p:txBody>
      </p:sp>
      <p:sp>
        <p:nvSpPr>
          <p:cNvPr id="4" name="Text Placeholder 3"/>
          <p:cNvSpPr>
            <a:spLocks noGrp="1"/>
          </p:cNvSpPr>
          <p:nvPr>
            <p:ph type="body" sz="quarter" idx="15"/>
          </p:nvPr>
        </p:nvSpPr>
        <p:spPr>
          <a:xfrm>
            <a:off x="239559" y="1278468"/>
            <a:ext cx="1736479" cy="5029208"/>
          </a:xfrm>
        </p:spPr>
        <p:style>
          <a:lnRef idx="2">
            <a:schemeClr val="accent2"/>
          </a:lnRef>
          <a:fillRef idx="1">
            <a:schemeClr val="lt1"/>
          </a:fillRef>
          <a:effectRef idx="0">
            <a:schemeClr val="accent2"/>
          </a:effectRef>
          <a:fontRef idx="minor">
            <a:schemeClr val="dk1"/>
          </a:fontRef>
        </p:style>
        <p:txBody>
          <a:bodyPr>
            <a:normAutofit fontScale="70000" lnSpcReduction="20000"/>
          </a:bodyPr>
          <a:lstStyle/>
          <a:p>
            <a:pPr marL="457200" indent="-457200">
              <a:buFont typeface="+mj-lt"/>
              <a:buAutoNum type="arabicPeriod"/>
            </a:pPr>
            <a:endParaRPr lang="en-US" sz="1500" b="1" dirty="0" smtClean="0">
              <a:solidFill>
                <a:schemeClr val="accent1"/>
              </a:solidFill>
            </a:endParaRPr>
          </a:p>
          <a:p>
            <a:pPr marL="457200" indent="-457200">
              <a:buFont typeface="+mj-lt"/>
              <a:buAutoNum type="arabicPeriod"/>
            </a:pPr>
            <a:r>
              <a:rPr lang="en-US" sz="1500" b="1" dirty="0" smtClean="0">
                <a:solidFill>
                  <a:schemeClr val="accent1"/>
                </a:solidFill>
              </a:rPr>
              <a:t>Build </a:t>
            </a:r>
            <a:r>
              <a:rPr lang="en-US" sz="1500" b="1" dirty="0">
                <a:solidFill>
                  <a:schemeClr val="accent1"/>
                </a:solidFill>
              </a:rPr>
              <a:t>a Financially Sustainable </a:t>
            </a:r>
            <a:r>
              <a:rPr lang="en-US" sz="1500" b="1" dirty="0" smtClean="0">
                <a:solidFill>
                  <a:schemeClr val="accent1"/>
                </a:solidFill>
              </a:rPr>
              <a:t>Organization</a:t>
            </a:r>
          </a:p>
          <a:p>
            <a:pPr marL="0" indent="0"/>
            <a:endParaRPr lang="en-US" sz="1500" b="1" dirty="0">
              <a:solidFill>
                <a:schemeClr val="accent1"/>
              </a:solidFill>
            </a:endParaRPr>
          </a:p>
          <a:p>
            <a:pPr marL="171450" indent="-171450">
              <a:buFont typeface="Wingdings" pitchFamily="2" charset="2"/>
              <a:buChar char="Ø"/>
            </a:pPr>
            <a:r>
              <a:rPr lang="en-US" sz="1200" dirty="0" smtClean="0">
                <a:solidFill>
                  <a:schemeClr val="accent5">
                    <a:lumMod val="50000"/>
                  </a:schemeClr>
                </a:solidFill>
              </a:rPr>
              <a:t>Ensuring </a:t>
            </a:r>
            <a:r>
              <a:rPr lang="en-US" sz="1200" dirty="0">
                <a:solidFill>
                  <a:schemeClr val="accent5">
                    <a:lumMod val="50000"/>
                  </a:schemeClr>
                </a:solidFill>
              </a:rPr>
              <a:t>that Partners remains strong and influential is our top priority. </a:t>
            </a:r>
            <a:endParaRPr lang="en-US" sz="1200" dirty="0" smtClean="0">
              <a:solidFill>
                <a:schemeClr val="accent5">
                  <a:lumMod val="50000"/>
                </a:schemeClr>
              </a:solidFill>
            </a:endParaRPr>
          </a:p>
          <a:p>
            <a:pPr marL="0" indent="0"/>
            <a:endParaRPr lang="en-US" sz="1200" dirty="0">
              <a:solidFill>
                <a:schemeClr val="accent5">
                  <a:lumMod val="50000"/>
                </a:schemeClr>
              </a:solidFill>
            </a:endParaRPr>
          </a:p>
          <a:p>
            <a:pPr marL="171450" indent="-171450">
              <a:buFont typeface="Wingdings" pitchFamily="2" charset="2"/>
              <a:buChar char="Ø"/>
            </a:pPr>
            <a:r>
              <a:rPr lang="en-US" sz="1200" dirty="0" smtClean="0">
                <a:solidFill>
                  <a:schemeClr val="accent5">
                    <a:lumMod val="50000"/>
                  </a:schemeClr>
                </a:solidFill>
              </a:rPr>
              <a:t>We </a:t>
            </a:r>
            <a:r>
              <a:rPr lang="en-US" sz="1200" dirty="0">
                <a:solidFill>
                  <a:schemeClr val="accent5">
                    <a:lumMod val="50000"/>
                  </a:schemeClr>
                </a:solidFill>
              </a:rPr>
              <a:t>all must make the necessary effort and time investment into sustaining Partners mission and strengthening our capacity to be financially independent.  </a:t>
            </a:r>
            <a:endParaRPr lang="en-US" sz="1200" dirty="0" smtClean="0">
              <a:solidFill>
                <a:schemeClr val="accent5">
                  <a:lumMod val="50000"/>
                </a:schemeClr>
              </a:solidFill>
            </a:endParaRPr>
          </a:p>
          <a:p>
            <a:pPr marL="171450" indent="-171450">
              <a:buFont typeface="Wingdings" pitchFamily="2" charset="2"/>
              <a:buChar char="Ø"/>
            </a:pPr>
            <a:endParaRPr lang="en-US" sz="1200" dirty="0">
              <a:solidFill>
                <a:schemeClr val="accent5">
                  <a:lumMod val="50000"/>
                </a:schemeClr>
              </a:solidFill>
            </a:endParaRPr>
          </a:p>
          <a:p>
            <a:pPr marL="171450" indent="-171450">
              <a:buFont typeface="Wingdings" pitchFamily="2" charset="2"/>
              <a:buChar char="Ø"/>
            </a:pPr>
            <a:r>
              <a:rPr lang="en-US" sz="1200" dirty="0" smtClean="0">
                <a:solidFill>
                  <a:schemeClr val="accent5">
                    <a:lumMod val="50000"/>
                  </a:schemeClr>
                </a:solidFill>
              </a:rPr>
              <a:t>The </a:t>
            </a:r>
            <a:r>
              <a:rPr lang="en-US" sz="1200" dirty="0">
                <a:solidFill>
                  <a:schemeClr val="accent5">
                    <a:lumMod val="50000"/>
                  </a:schemeClr>
                </a:solidFill>
              </a:rPr>
              <a:t>goal here is to “hold and expand” our core activities in areas such as Youth Engagement and in programs like A Ganar, Farmer to Farmer and the various professional leadership exchanges  that we manage with the Department of State. </a:t>
            </a:r>
            <a:endParaRPr lang="en-US" sz="1200" dirty="0" smtClean="0">
              <a:solidFill>
                <a:schemeClr val="accent5">
                  <a:lumMod val="50000"/>
                </a:schemeClr>
              </a:solidFill>
            </a:endParaRPr>
          </a:p>
          <a:p>
            <a:pPr marL="0" indent="0"/>
            <a:endParaRPr lang="en-US" sz="1200" dirty="0">
              <a:solidFill>
                <a:schemeClr val="accent5">
                  <a:lumMod val="50000"/>
                </a:schemeClr>
              </a:solidFill>
            </a:endParaRPr>
          </a:p>
          <a:p>
            <a:pPr marL="171450" indent="-171450">
              <a:buFont typeface="Wingdings" pitchFamily="2" charset="2"/>
              <a:buChar char="Ø"/>
            </a:pPr>
            <a:r>
              <a:rPr lang="en-US" sz="1200" dirty="0" smtClean="0">
                <a:solidFill>
                  <a:schemeClr val="accent5">
                    <a:lumMod val="50000"/>
                  </a:schemeClr>
                </a:solidFill>
              </a:rPr>
              <a:t>At </a:t>
            </a:r>
            <a:r>
              <a:rPr lang="en-US" sz="1200" dirty="0">
                <a:solidFill>
                  <a:schemeClr val="accent5">
                    <a:lumMod val="50000"/>
                  </a:schemeClr>
                </a:solidFill>
              </a:rPr>
              <a:t>the same time, all must put a renewed emphasis on putting the infrastructure in place that will allow Partners to capitalize on new opportunities and develop unsolicited proposals in which we can champion new ideas that leverage the talent of our growing network of volunteers and affiliated institutions</a:t>
            </a:r>
            <a:r>
              <a:rPr lang="en-US" sz="1200" dirty="0" smtClean="0">
                <a:solidFill>
                  <a:schemeClr val="accent5">
                    <a:lumMod val="50000"/>
                  </a:schemeClr>
                </a:solidFill>
              </a:rPr>
              <a:t>.</a:t>
            </a:r>
            <a:endParaRPr lang="en-US" sz="1200" dirty="0">
              <a:solidFill>
                <a:schemeClr val="accent5">
                  <a:lumMod val="50000"/>
                </a:schemeClr>
              </a:solidFill>
            </a:endParaRPr>
          </a:p>
        </p:txBody>
      </p:sp>
      <p:sp>
        <p:nvSpPr>
          <p:cNvPr id="5" name="Text Placeholder 4"/>
          <p:cNvSpPr>
            <a:spLocks noGrp="1"/>
          </p:cNvSpPr>
          <p:nvPr>
            <p:ph type="body" sz="quarter" idx="16"/>
          </p:nvPr>
        </p:nvSpPr>
        <p:spPr>
          <a:xfrm>
            <a:off x="2408133" y="1287475"/>
            <a:ext cx="1923897" cy="5001830"/>
          </a:xfrm>
        </p:spPr>
        <p:style>
          <a:lnRef idx="2">
            <a:schemeClr val="accent5"/>
          </a:lnRef>
          <a:fillRef idx="1">
            <a:schemeClr val="lt1"/>
          </a:fillRef>
          <a:effectRef idx="0">
            <a:schemeClr val="accent5"/>
          </a:effectRef>
          <a:fontRef idx="minor">
            <a:schemeClr val="dk1"/>
          </a:fontRef>
        </p:style>
        <p:txBody>
          <a:bodyPr>
            <a:normAutofit fontScale="32500" lnSpcReduction="20000"/>
          </a:bodyPr>
          <a:lstStyle/>
          <a:p>
            <a:pPr marL="457200" indent="-457200">
              <a:buFont typeface="+mj-lt"/>
              <a:buAutoNum type="arabicPeriod" startAt="2"/>
            </a:pPr>
            <a:endParaRPr lang="en-US" sz="2900" b="1" dirty="0" smtClean="0">
              <a:solidFill>
                <a:schemeClr val="accent1"/>
              </a:solidFill>
            </a:endParaRPr>
          </a:p>
          <a:p>
            <a:pPr marL="457200" indent="-457200">
              <a:buFont typeface="+mj-lt"/>
              <a:buAutoNum type="arabicPeriod" startAt="2"/>
            </a:pPr>
            <a:r>
              <a:rPr lang="en-US" sz="3400" b="1" dirty="0" smtClean="0">
                <a:solidFill>
                  <a:schemeClr val="accent1"/>
                </a:solidFill>
              </a:rPr>
              <a:t>Strengthen </a:t>
            </a:r>
            <a:r>
              <a:rPr lang="en-US" sz="3400" b="1" dirty="0">
                <a:solidFill>
                  <a:schemeClr val="accent1"/>
                </a:solidFill>
              </a:rPr>
              <a:t>Our </a:t>
            </a:r>
            <a:r>
              <a:rPr lang="en-US" sz="3400" b="1" dirty="0" smtClean="0">
                <a:solidFill>
                  <a:schemeClr val="accent1"/>
                </a:solidFill>
              </a:rPr>
              <a:t>Network</a:t>
            </a:r>
          </a:p>
          <a:p>
            <a:pPr marL="0" indent="0"/>
            <a:endParaRPr lang="en-US" sz="2900" b="1" dirty="0">
              <a:solidFill>
                <a:schemeClr val="accent1"/>
              </a:solidFill>
            </a:endParaRPr>
          </a:p>
          <a:p>
            <a:pPr>
              <a:buFont typeface="Wingdings" pitchFamily="2" charset="2"/>
              <a:buChar char="Ø"/>
            </a:pPr>
            <a:endParaRPr lang="en-US" sz="2500" dirty="0" smtClean="0">
              <a:solidFill>
                <a:schemeClr val="accent5">
                  <a:lumMod val="50000"/>
                </a:schemeClr>
              </a:solidFill>
            </a:endParaRPr>
          </a:p>
          <a:p>
            <a:pPr>
              <a:buFont typeface="Wingdings" pitchFamily="2" charset="2"/>
              <a:buChar char="Ø"/>
            </a:pPr>
            <a:r>
              <a:rPr lang="en-US" sz="2500" dirty="0" smtClean="0">
                <a:solidFill>
                  <a:schemeClr val="accent5">
                    <a:lumMod val="50000"/>
                  </a:schemeClr>
                </a:solidFill>
              </a:rPr>
              <a:t>The </a:t>
            </a:r>
            <a:r>
              <a:rPr lang="en-US" sz="2500" dirty="0">
                <a:solidFill>
                  <a:schemeClr val="accent5">
                    <a:lumMod val="50000"/>
                  </a:schemeClr>
                </a:solidFill>
              </a:rPr>
              <a:t>core strength of Partners has always been its ability to connect individuals and organizations across the hemisphere and amass a network that is greater than the sum of its parts. </a:t>
            </a:r>
            <a:endParaRPr lang="en-US" sz="2500" dirty="0" smtClean="0">
              <a:solidFill>
                <a:schemeClr val="accent5">
                  <a:lumMod val="50000"/>
                </a:schemeClr>
              </a:solidFill>
            </a:endParaRPr>
          </a:p>
          <a:p>
            <a:pPr marL="0" indent="0"/>
            <a:endParaRPr lang="en-US" sz="2500" dirty="0">
              <a:solidFill>
                <a:schemeClr val="accent5">
                  <a:lumMod val="50000"/>
                </a:schemeClr>
              </a:solidFill>
            </a:endParaRPr>
          </a:p>
          <a:p>
            <a:pPr>
              <a:buFont typeface="Wingdings" pitchFamily="2" charset="2"/>
              <a:buChar char="Ø"/>
            </a:pPr>
            <a:r>
              <a:rPr lang="en-US" sz="2500" dirty="0">
                <a:solidFill>
                  <a:schemeClr val="accent5">
                    <a:lumMod val="50000"/>
                  </a:schemeClr>
                </a:solidFill>
              </a:rPr>
              <a:t>Today we are creating a revitalized network of volunteers, civil society organizations, businesses, universities, governments and collaborators of all forms. </a:t>
            </a:r>
            <a:endParaRPr lang="en-US" sz="2500" dirty="0" smtClean="0">
              <a:solidFill>
                <a:schemeClr val="accent5">
                  <a:lumMod val="50000"/>
                </a:schemeClr>
              </a:solidFill>
            </a:endParaRPr>
          </a:p>
          <a:p>
            <a:pPr marL="0" indent="0"/>
            <a:endParaRPr lang="en-US" sz="2500" dirty="0" smtClean="0">
              <a:solidFill>
                <a:schemeClr val="accent5">
                  <a:lumMod val="50000"/>
                </a:schemeClr>
              </a:solidFill>
            </a:endParaRPr>
          </a:p>
          <a:p>
            <a:pPr>
              <a:buFont typeface="Wingdings" pitchFamily="2" charset="2"/>
              <a:buChar char="Ø"/>
            </a:pPr>
            <a:r>
              <a:rPr lang="en-US" sz="2500" dirty="0" smtClean="0">
                <a:solidFill>
                  <a:schemeClr val="accent5">
                    <a:lumMod val="50000"/>
                  </a:schemeClr>
                </a:solidFill>
              </a:rPr>
              <a:t>We </a:t>
            </a:r>
            <a:r>
              <a:rPr lang="en-US" sz="2500" dirty="0">
                <a:solidFill>
                  <a:schemeClr val="accent5">
                    <a:lumMod val="50000"/>
                  </a:schemeClr>
                </a:solidFill>
              </a:rPr>
              <a:t>need to place renewed emphasis on learning and educating ourselves about the many ways to position Partners. </a:t>
            </a:r>
            <a:endParaRPr lang="en-US" sz="2500" dirty="0" smtClean="0">
              <a:solidFill>
                <a:schemeClr val="accent5">
                  <a:lumMod val="50000"/>
                </a:schemeClr>
              </a:solidFill>
            </a:endParaRPr>
          </a:p>
          <a:p>
            <a:pPr marL="0" indent="0"/>
            <a:endParaRPr lang="en-US" sz="2500" dirty="0">
              <a:solidFill>
                <a:schemeClr val="accent5">
                  <a:lumMod val="50000"/>
                </a:schemeClr>
              </a:solidFill>
            </a:endParaRPr>
          </a:p>
          <a:p>
            <a:pPr>
              <a:buFont typeface="Wingdings" pitchFamily="2" charset="2"/>
              <a:buChar char="Ø"/>
            </a:pPr>
            <a:r>
              <a:rPr lang="en-US" sz="2500" dirty="0">
                <a:solidFill>
                  <a:schemeClr val="accent5">
                    <a:lumMod val="50000"/>
                  </a:schemeClr>
                </a:solidFill>
              </a:rPr>
              <a:t>We are in a new era and need to be learning-ready, proactive</a:t>
            </a:r>
            <a:r>
              <a:rPr lang="en-US" sz="2500" dirty="0" smtClean="0">
                <a:solidFill>
                  <a:schemeClr val="accent5">
                    <a:lumMod val="50000"/>
                  </a:schemeClr>
                </a:solidFill>
              </a:rPr>
              <a:t>, and </a:t>
            </a:r>
            <a:r>
              <a:rPr lang="en-US" sz="2500" dirty="0">
                <a:solidFill>
                  <a:schemeClr val="accent5">
                    <a:lumMod val="50000"/>
                  </a:schemeClr>
                </a:solidFill>
              </a:rPr>
              <a:t>able to make connections and collaborate meaningfully across program areas. </a:t>
            </a:r>
          </a:p>
          <a:p>
            <a:endParaRPr lang="en-US" dirty="0"/>
          </a:p>
        </p:txBody>
      </p:sp>
      <p:sp>
        <p:nvSpPr>
          <p:cNvPr id="6" name="Text Placeholder 5"/>
          <p:cNvSpPr>
            <a:spLocks noGrp="1"/>
          </p:cNvSpPr>
          <p:nvPr>
            <p:ph type="body" sz="quarter" idx="17"/>
          </p:nvPr>
        </p:nvSpPr>
        <p:spPr>
          <a:xfrm>
            <a:off x="4711995" y="1287475"/>
            <a:ext cx="1920308" cy="5010297"/>
          </a:xfrm>
        </p:spPr>
        <p:style>
          <a:lnRef idx="2">
            <a:schemeClr val="accent6"/>
          </a:lnRef>
          <a:fillRef idx="1">
            <a:schemeClr val="lt1"/>
          </a:fillRef>
          <a:effectRef idx="0">
            <a:schemeClr val="accent6"/>
          </a:effectRef>
          <a:fontRef idx="minor">
            <a:schemeClr val="dk1"/>
          </a:fontRef>
        </p:style>
        <p:txBody>
          <a:bodyPr>
            <a:normAutofit fontScale="32500" lnSpcReduction="20000"/>
          </a:bodyPr>
          <a:lstStyle/>
          <a:p>
            <a:pPr marL="457200" indent="-457200">
              <a:buFont typeface="+mj-lt"/>
              <a:buAutoNum type="arabicPeriod" startAt="2"/>
            </a:pPr>
            <a:endParaRPr lang="en-US" sz="3400" b="1" dirty="0">
              <a:solidFill>
                <a:schemeClr val="accent1"/>
              </a:solidFill>
            </a:endParaRPr>
          </a:p>
          <a:p>
            <a:pPr marL="0" indent="0"/>
            <a:r>
              <a:rPr lang="en-US" sz="3400" b="1" dirty="0" smtClean="0">
                <a:solidFill>
                  <a:schemeClr val="accent1"/>
                </a:solidFill>
              </a:rPr>
              <a:t>3. 	Create </a:t>
            </a:r>
            <a:r>
              <a:rPr lang="en-US" sz="3400" b="1" dirty="0">
                <a:solidFill>
                  <a:schemeClr val="accent1"/>
                </a:solidFill>
              </a:rPr>
              <a:t>an </a:t>
            </a:r>
            <a:r>
              <a:rPr lang="en-US" sz="3400" b="1" dirty="0" smtClean="0">
                <a:solidFill>
                  <a:schemeClr val="accent1"/>
                </a:solidFill>
              </a:rPr>
              <a:t>	Accountable 	and 	Transparent 	Organization</a:t>
            </a:r>
            <a:endParaRPr lang="en-US" sz="3400" b="1" dirty="0">
              <a:solidFill>
                <a:schemeClr val="accent1"/>
              </a:solidFill>
            </a:endParaRPr>
          </a:p>
          <a:p>
            <a:pPr marL="0" indent="0"/>
            <a:endParaRPr lang="en-US" sz="2500" b="1" dirty="0" smtClean="0">
              <a:solidFill>
                <a:schemeClr val="accent1"/>
              </a:solidFill>
            </a:endParaRPr>
          </a:p>
          <a:p>
            <a:pPr>
              <a:buFont typeface="Wingdings" pitchFamily="2" charset="2"/>
              <a:buChar char="Ø"/>
            </a:pPr>
            <a:r>
              <a:rPr lang="en-US" sz="2500" dirty="0" smtClean="0">
                <a:solidFill>
                  <a:schemeClr val="accent5">
                    <a:lumMod val="50000"/>
                  </a:schemeClr>
                </a:solidFill>
              </a:rPr>
              <a:t>Partners </a:t>
            </a:r>
            <a:r>
              <a:rPr lang="en-US" sz="2500" dirty="0">
                <a:solidFill>
                  <a:schemeClr val="accent5">
                    <a:lumMod val="50000"/>
                  </a:schemeClr>
                </a:solidFill>
              </a:rPr>
              <a:t>must continually nurture its relationship with donors, grant-writers and all those who support our mission. </a:t>
            </a:r>
            <a:endParaRPr lang="en-US" sz="2500" dirty="0" smtClean="0">
              <a:solidFill>
                <a:schemeClr val="accent5">
                  <a:lumMod val="50000"/>
                </a:schemeClr>
              </a:solidFill>
            </a:endParaRPr>
          </a:p>
          <a:p>
            <a:pPr>
              <a:buFont typeface="Wingdings" pitchFamily="2" charset="2"/>
              <a:buChar char="Ø"/>
            </a:pPr>
            <a:endParaRPr lang="en-US" sz="2500" dirty="0" smtClean="0">
              <a:solidFill>
                <a:schemeClr val="accent5">
                  <a:lumMod val="50000"/>
                </a:schemeClr>
              </a:solidFill>
            </a:endParaRPr>
          </a:p>
          <a:p>
            <a:pPr>
              <a:buFont typeface="Wingdings" pitchFamily="2" charset="2"/>
              <a:buChar char="Ø"/>
            </a:pPr>
            <a:r>
              <a:rPr lang="en-US" sz="2500" dirty="0" smtClean="0">
                <a:solidFill>
                  <a:schemeClr val="accent5">
                    <a:lumMod val="50000"/>
                  </a:schemeClr>
                </a:solidFill>
              </a:rPr>
              <a:t>To </a:t>
            </a:r>
            <a:r>
              <a:rPr lang="en-US" sz="2500" dirty="0">
                <a:solidFill>
                  <a:schemeClr val="accent5">
                    <a:lumMod val="50000"/>
                  </a:schemeClr>
                </a:solidFill>
              </a:rPr>
              <a:t>inspire trust and confidence in our operations, it is imperative that Partners create a climate of transparency and accountability, in which contributors can freely access financial and programmatic information. </a:t>
            </a:r>
            <a:endParaRPr lang="en-US" sz="2500" dirty="0" smtClean="0">
              <a:solidFill>
                <a:schemeClr val="accent5">
                  <a:lumMod val="50000"/>
                </a:schemeClr>
              </a:solidFill>
            </a:endParaRPr>
          </a:p>
          <a:p>
            <a:pPr>
              <a:buFont typeface="Wingdings" pitchFamily="2" charset="2"/>
              <a:buChar char="Ø"/>
            </a:pPr>
            <a:endParaRPr lang="en-US" sz="2500" dirty="0" smtClean="0">
              <a:solidFill>
                <a:schemeClr val="accent5">
                  <a:lumMod val="50000"/>
                </a:schemeClr>
              </a:solidFill>
            </a:endParaRPr>
          </a:p>
          <a:p>
            <a:pPr>
              <a:buFont typeface="Wingdings" pitchFamily="2" charset="2"/>
              <a:buChar char="Ø"/>
            </a:pPr>
            <a:r>
              <a:rPr lang="en-US" sz="2500" dirty="0" smtClean="0">
                <a:solidFill>
                  <a:schemeClr val="accent5">
                    <a:lumMod val="50000"/>
                  </a:schemeClr>
                </a:solidFill>
              </a:rPr>
              <a:t>Through </a:t>
            </a:r>
            <a:r>
              <a:rPr lang="en-US" sz="2500" dirty="0">
                <a:solidFill>
                  <a:schemeClr val="accent5">
                    <a:lumMod val="50000"/>
                  </a:schemeClr>
                </a:solidFill>
              </a:rPr>
              <a:t>clean audits, an efficient governance structure, on-time submissions of quarterly and annual reports, improving donor communication, and  attaining BBB certification, Partners will be able to ensure supporters that their contributions are wisely invested and buttress our reputation among competitors and members alike</a:t>
            </a:r>
            <a:r>
              <a:rPr lang="en-US" sz="2500" dirty="0" smtClean="0"/>
              <a:t>.</a:t>
            </a:r>
            <a:endParaRPr lang="en-US" sz="2500" dirty="0"/>
          </a:p>
        </p:txBody>
      </p:sp>
      <p:sp>
        <p:nvSpPr>
          <p:cNvPr id="7" name="Text Placeholder 5"/>
          <p:cNvSpPr txBox="1">
            <a:spLocks/>
          </p:cNvSpPr>
          <p:nvPr/>
        </p:nvSpPr>
        <p:spPr>
          <a:xfrm>
            <a:off x="7023530" y="1287475"/>
            <a:ext cx="1848376" cy="5018227"/>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None/>
              <a:defRPr sz="2400" kern="1200" baseline="0">
                <a:solidFill>
                  <a:schemeClr val="accent4"/>
                </a:solidFill>
                <a:latin typeface="Memphis"/>
                <a:ea typeface="+mn-ea"/>
                <a:cs typeface="Memphis"/>
              </a:defRPr>
            </a:lvl1pPr>
            <a:lvl2pPr marL="742950" indent="-285750" algn="l" defTabSz="457200" rtl="0" eaLnBrk="1" latinLnBrk="0" hangingPunct="1">
              <a:spcBef>
                <a:spcPct val="20000"/>
              </a:spcBef>
              <a:buFont typeface="Arial"/>
              <a:buChar char="–"/>
              <a:defRPr sz="2400" kern="1200">
                <a:solidFill>
                  <a:schemeClr val="dk1"/>
                </a:solidFill>
                <a:latin typeface="+mn-lt"/>
                <a:ea typeface="+mn-ea"/>
                <a:cs typeface="+mn-cs"/>
              </a:defRPr>
            </a:lvl2pPr>
            <a:lvl3pPr marL="1143000" indent="-228600" algn="l" defTabSz="457200" rtl="0" eaLnBrk="1" latinLnBrk="0" hangingPunct="1">
              <a:spcBef>
                <a:spcPct val="20000"/>
              </a:spcBef>
              <a:buFont typeface="Arial"/>
              <a:buChar char="•"/>
              <a:defRPr sz="1800" b="1" i="0" kern="1200" baseline="0">
                <a:solidFill>
                  <a:schemeClr val="dk1"/>
                </a:solidFill>
                <a:latin typeface="+mn-lt"/>
                <a:ea typeface="+mn-ea"/>
                <a:cs typeface="+mn-cs"/>
              </a:defRPr>
            </a:lvl3pPr>
            <a:lvl4pPr marL="1600200" indent="-228600" algn="l" defTabSz="457200" rtl="0" eaLnBrk="1" latinLnBrk="0" hangingPunct="1">
              <a:spcBef>
                <a:spcPct val="20000"/>
              </a:spcBef>
              <a:buFont typeface="Arial"/>
              <a:buChar char="–"/>
              <a:defRPr sz="1200" b="1" i="0" kern="1200">
                <a:solidFill>
                  <a:schemeClr val="dk1"/>
                </a:solidFill>
                <a:latin typeface="+mn-lt"/>
                <a:ea typeface="+mn-ea"/>
                <a:cs typeface="+mn-cs"/>
              </a:defRPr>
            </a:lvl4pPr>
            <a:lvl5pPr marL="2057400" indent="-228600" algn="l" defTabSz="457200" rtl="0" eaLnBrk="1" latinLnBrk="0" hangingPunct="1">
              <a:spcBef>
                <a:spcPct val="20000"/>
              </a:spcBef>
              <a:buFont typeface="Arial"/>
              <a:buChar char="»"/>
              <a:defRPr sz="1200" kern="1200">
                <a:solidFill>
                  <a:schemeClr val="dk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dk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dk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dk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dk1"/>
                </a:solidFill>
                <a:latin typeface="+mn-lt"/>
                <a:ea typeface="+mn-ea"/>
                <a:cs typeface="+mn-cs"/>
              </a:defRPr>
            </a:lvl9pPr>
          </a:lstStyle>
          <a:p>
            <a:pPr marL="0" indent="0"/>
            <a:endParaRPr lang="en-US" sz="1000" b="1" dirty="0" smtClean="0">
              <a:solidFill>
                <a:schemeClr val="accent1"/>
              </a:solidFill>
            </a:endParaRPr>
          </a:p>
          <a:p>
            <a:pPr marL="228600" indent="-228600">
              <a:buAutoNum type="arabicPeriod" startAt="4"/>
            </a:pPr>
            <a:r>
              <a:rPr lang="en-US" sz="1100" b="1" dirty="0" smtClean="0">
                <a:solidFill>
                  <a:schemeClr val="accent1"/>
                </a:solidFill>
              </a:rPr>
              <a:t>Evaluate  and Communicate Our  Impact and Value</a:t>
            </a:r>
          </a:p>
          <a:p>
            <a:pPr marL="0" indent="0"/>
            <a:endParaRPr lang="en-US" sz="1100" b="1" dirty="0" smtClean="0">
              <a:solidFill>
                <a:schemeClr val="accent1"/>
              </a:solidFill>
            </a:endParaRPr>
          </a:p>
          <a:p>
            <a:pPr>
              <a:lnSpc>
                <a:spcPct val="80000"/>
              </a:lnSpc>
              <a:buFont typeface="Wingdings" pitchFamily="2" charset="2"/>
              <a:buChar char="Ø"/>
            </a:pPr>
            <a:r>
              <a:rPr lang="en-US" sz="800" i="1" dirty="0" smtClean="0">
                <a:solidFill>
                  <a:schemeClr val="accent5">
                    <a:lumMod val="50000"/>
                  </a:schemeClr>
                </a:solidFill>
              </a:rPr>
              <a:t>Consistent </a:t>
            </a:r>
            <a:r>
              <a:rPr lang="en-US" sz="800" i="1" dirty="0">
                <a:solidFill>
                  <a:schemeClr val="accent5">
                    <a:lumMod val="50000"/>
                  </a:schemeClr>
                </a:solidFill>
              </a:rPr>
              <a:t>and compelling communication under a unified brand is crucial </a:t>
            </a:r>
            <a:r>
              <a:rPr lang="en-US" sz="800" i="1" dirty="0" smtClean="0">
                <a:solidFill>
                  <a:schemeClr val="accent5">
                    <a:lumMod val="50000"/>
                  </a:schemeClr>
                </a:solidFill>
              </a:rPr>
              <a:t>for </a:t>
            </a:r>
            <a:r>
              <a:rPr lang="en-US" sz="800" i="1" dirty="0">
                <a:solidFill>
                  <a:schemeClr val="accent5">
                    <a:lumMod val="50000"/>
                  </a:schemeClr>
                </a:solidFill>
              </a:rPr>
              <a:t>increasing visibility, building strategic partnerships, and providing value to </a:t>
            </a:r>
            <a:r>
              <a:rPr lang="en-US" sz="800" i="1" dirty="0" smtClean="0">
                <a:solidFill>
                  <a:schemeClr val="accent5">
                    <a:lumMod val="50000"/>
                  </a:schemeClr>
                </a:solidFill>
              </a:rPr>
              <a:t>Partners’ network</a:t>
            </a:r>
            <a:r>
              <a:rPr lang="en-US" sz="800" i="1" dirty="0">
                <a:solidFill>
                  <a:schemeClr val="accent5">
                    <a:lumMod val="50000"/>
                  </a:schemeClr>
                </a:solidFill>
              </a:rPr>
              <a:t>.</a:t>
            </a:r>
          </a:p>
          <a:p>
            <a:pPr marL="0" indent="0">
              <a:lnSpc>
                <a:spcPct val="80000"/>
              </a:lnSpc>
            </a:pPr>
            <a:r>
              <a:rPr lang="en-US" sz="800" i="1" dirty="0">
                <a:solidFill>
                  <a:schemeClr val="accent5">
                    <a:lumMod val="50000"/>
                  </a:schemeClr>
                </a:solidFill>
              </a:rPr>
              <a:t> </a:t>
            </a:r>
          </a:p>
          <a:p>
            <a:pPr>
              <a:lnSpc>
                <a:spcPct val="80000"/>
              </a:lnSpc>
              <a:buFont typeface="Wingdings" pitchFamily="2" charset="2"/>
              <a:buChar char="Ø"/>
            </a:pPr>
            <a:r>
              <a:rPr lang="en-US" sz="800" i="1" dirty="0" smtClean="0">
                <a:solidFill>
                  <a:schemeClr val="accent5">
                    <a:lumMod val="50000"/>
                  </a:schemeClr>
                </a:solidFill>
              </a:rPr>
              <a:t>Identifying opportunities </a:t>
            </a:r>
            <a:r>
              <a:rPr lang="en-US" sz="800" i="1" dirty="0">
                <a:solidFill>
                  <a:schemeClr val="accent5">
                    <a:lumMod val="50000"/>
                  </a:schemeClr>
                </a:solidFill>
              </a:rPr>
              <a:t>to highlight the unique work of Partners through diverse communication outlets (i.e., success stories, case studies, one-pagers, </a:t>
            </a:r>
            <a:r>
              <a:rPr lang="en-US" sz="800" i="1" dirty="0" smtClean="0">
                <a:solidFill>
                  <a:schemeClr val="accent5">
                    <a:lumMod val="50000"/>
                  </a:schemeClr>
                </a:solidFill>
              </a:rPr>
              <a:t>info graphics, </a:t>
            </a:r>
            <a:r>
              <a:rPr lang="en-US" sz="800" i="1" dirty="0">
                <a:solidFill>
                  <a:schemeClr val="accent5">
                    <a:lumMod val="50000"/>
                  </a:schemeClr>
                </a:solidFill>
              </a:rPr>
              <a:t>photos, videos, etc.) is essential for informing and inspiring stakeholders, growing our network, and elevating our brand.</a:t>
            </a:r>
          </a:p>
          <a:p>
            <a:pPr>
              <a:lnSpc>
                <a:spcPct val="80000"/>
              </a:lnSpc>
              <a:buFont typeface="Wingdings" pitchFamily="2" charset="2"/>
              <a:buChar char="Ø"/>
            </a:pPr>
            <a:endParaRPr lang="en-US" sz="800" i="1" dirty="0">
              <a:solidFill>
                <a:schemeClr val="accent5">
                  <a:lumMod val="50000"/>
                </a:schemeClr>
              </a:solidFill>
            </a:endParaRPr>
          </a:p>
          <a:p>
            <a:pPr>
              <a:lnSpc>
                <a:spcPct val="80000"/>
              </a:lnSpc>
              <a:buFont typeface="Wingdings" pitchFamily="2" charset="2"/>
              <a:buChar char="Ø"/>
            </a:pPr>
            <a:r>
              <a:rPr lang="en-US" sz="800" i="1" dirty="0" smtClean="0">
                <a:solidFill>
                  <a:schemeClr val="accent5">
                    <a:lumMod val="50000"/>
                  </a:schemeClr>
                </a:solidFill>
              </a:rPr>
              <a:t>Ensuring </a:t>
            </a:r>
            <a:r>
              <a:rPr lang="en-US" sz="800" i="1" dirty="0">
                <a:solidFill>
                  <a:schemeClr val="accent5">
                    <a:lumMod val="50000"/>
                  </a:schemeClr>
                </a:solidFill>
              </a:rPr>
              <a:t>our programs and projects achieve measurable results, and improving our capacity to aggregate these results to represent organization-wide impact, will improve our image as a technically sound organization.</a:t>
            </a:r>
          </a:p>
          <a:p>
            <a:pPr>
              <a:lnSpc>
                <a:spcPct val="80000"/>
              </a:lnSpc>
              <a:buFont typeface="Wingdings" pitchFamily="2" charset="2"/>
              <a:buChar char="Ø"/>
            </a:pPr>
            <a:endParaRPr lang="en-US" sz="800" i="1" dirty="0">
              <a:solidFill>
                <a:schemeClr val="accent5">
                  <a:lumMod val="50000"/>
                </a:schemeClr>
              </a:solidFill>
            </a:endParaRPr>
          </a:p>
          <a:p>
            <a:pPr marL="0" indent="0"/>
            <a:endParaRPr lang="en-US" sz="1100" b="1" dirty="0" smtClean="0">
              <a:solidFill>
                <a:schemeClr val="accent1"/>
              </a:solidFill>
            </a:endParaRPr>
          </a:p>
          <a:p>
            <a:pPr marL="0" indent="0"/>
            <a:endParaRPr lang="en-US" sz="1100" b="1" dirty="0">
              <a:solidFill>
                <a:schemeClr val="accent1"/>
              </a:solidFill>
            </a:endParaRPr>
          </a:p>
          <a:p>
            <a:pPr marL="0" indent="0"/>
            <a:endParaRPr lang="en-US" sz="1100" b="1" dirty="0" smtClean="0">
              <a:solidFill>
                <a:schemeClr val="accent1"/>
              </a:solidFill>
            </a:endParaRPr>
          </a:p>
        </p:txBody>
      </p:sp>
    </p:spTree>
    <p:extLst>
      <p:ext uri="{BB962C8B-B14F-4D97-AF65-F5344CB8AC3E}">
        <p14:creationId xmlns:p14="http://schemas.microsoft.com/office/powerpoint/2010/main" val="3255552878"/>
      </p:ext>
    </p:extLst>
  </p:cSld>
  <p:clrMapOvr>
    <a:masterClrMapping/>
  </p:clrMapOvr>
  <p:timing>
    <p:tnLst>
      <p:par>
        <p:cTn id="1" dur="indefinite" restart="never" nodeType="tmRoot"/>
      </p:par>
    </p:tnLst>
  </p:timing>
</p:sld>
</file>

<file path=ppt/theme/theme1.xml><?xml version="1.0" encoding="utf-8"?>
<a:theme xmlns:a="http://schemas.openxmlformats.org/drawingml/2006/main" name="PartnersPPTTemplate">
  <a:themeElements>
    <a:clrScheme name="Custom 1">
      <a:dk1>
        <a:sysClr val="windowText" lastClr="000000"/>
      </a:dk1>
      <a:lt1>
        <a:sysClr val="window" lastClr="FFFFFF"/>
      </a:lt1>
      <a:dk2>
        <a:srgbClr val="474822"/>
      </a:dk2>
      <a:lt2>
        <a:srgbClr val="FFFFFF"/>
      </a:lt2>
      <a:accent1>
        <a:srgbClr val="E54721"/>
      </a:accent1>
      <a:accent2>
        <a:srgbClr val="474822"/>
      </a:accent2>
      <a:accent3>
        <a:srgbClr val="F7AE2E"/>
      </a:accent3>
      <a:accent4>
        <a:srgbClr val="8E991A"/>
      </a:accent4>
      <a:accent5>
        <a:srgbClr val="007198"/>
      </a:accent5>
      <a:accent6>
        <a:srgbClr val="5B015D"/>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206C8355D678A459F2EF8957171B231" ma:contentTypeVersion="11" ma:contentTypeDescription="Create a new document." ma:contentTypeScope="" ma:versionID="acd556ae07fa19f48e80b51b5070dad1">
  <xsd:schema xmlns:xsd="http://www.w3.org/2001/XMLSchema" xmlns:xs="http://www.w3.org/2001/XMLSchema" xmlns:p="http://schemas.microsoft.com/office/2006/metadata/properties" xmlns:ns2="f2466082-b6bf-4153-98c3-3c41e85fda18" xmlns:ns3="dc808d36-874f-4b27-aec2-2fd649817929" targetNamespace="http://schemas.microsoft.com/office/2006/metadata/properties" ma:root="true" ma:fieldsID="3dc96546954f3f270c213e8ea1cb1272" ns2:_="" ns3:_="">
    <xsd:import namespace="f2466082-b6bf-4153-98c3-3c41e85fda18"/>
    <xsd:import namespace="dc808d36-874f-4b27-aec2-2fd64981792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2466082-b6bf-4153-98c3-3c41e85fda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c808d36-874f-4b27-aec2-2fd649817929"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BF499C4-F1FA-4FDE-A468-7743DBF26CC4}"/>
</file>

<file path=customXml/itemProps2.xml><?xml version="1.0" encoding="utf-8"?>
<ds:datastoreItem xmlns:ds="http://schemas.openxmlformats.org/officeDocument/2006/customXml" ds:itemID="{E71A1734-3F49-4B9D-872B-387D62D2C335}"/>
</file>

<file path=customXml/itemProps3.xml><?xml version="1.0" encoding="utf-8"?>
<ds:datastoreItem xmlns:ds="http://schemas.openxmlformats.org/officeDocument/2006/customXml" ds:itemID="{06D5F817-737F-4F3F-AFF7-1FCDA8FE2EBA}"/>
</file>

<file path=docProps/app.xml><?xml version="1.0" encoding="utf-8"?>
<Properties xmlns="http://schemas.openxmlformats.org/officeDocument/2006/extended-properties" xmlns:vt="http://schemas.openxmlformats.org/officeDocument/2006/docPropsVTypes">
  <Template>PartnersPPTTemplate</Template>
  <TotalTime>3557</TotalTime>
  <Words>361</Words>
  <Application>Microsoft Office PowerPoint</Application>
  <PresentationFormat>On-screen Show (4:3)</PresentationFormat>
  <Paragraphs>40</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PartnersPPTTemplate</vt:lpstr>
      <vt:lpstr>2014-2016 Strategic Plan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Jamie M. Trimarchi</dc:creator>
  <cp:lastModifiedBy>Sherrita Wilkins</cp:lastModifiedBy>
  <cp:revision>146</cp:revision>
  <cp:lastPrinted>2015-02-27T21:00:40Z</cp:lastPrinted>
  <dcterms:created xsi:type="dcterms:W3CDTF">2012-08-01T19:26:25Z</dcterms:created>
  <dcterms:modified xsi:type="dcterms:W3CDTF">2015-06-04T16:44:45Z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0x0101003206C8355D678A459F2EF8957171B231</vt:lpwstr>
  </property>
  <property fmtid="{D5CDD505-2E9C-101B-9397-08002B2CF9AE}" pid="3" name="Order">
    <vt:r8>504800</vt:r8>
  </property>
</Properties>
</file>