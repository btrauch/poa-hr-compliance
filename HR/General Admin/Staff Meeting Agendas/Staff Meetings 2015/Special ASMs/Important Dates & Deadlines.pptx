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80" d="100"/>
          <a:sy n="80" d="100"/>
        </p:scale>
        <p:origin x="-1085" y="-91"/>
      </p:cViewPr>
      <p:guideLst>
        <p:guide orient="horz" pos="2732"/>
        <p:guide pos="200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4631" y="5581440"/>
            <a:ext cx="8692357" cy="682560"/>
          </a:xfrm>
        </p:spPr>
        <p:txBody>
          <a:bodyPr>
            <a:normAutofit/>
          </a:bodyPr>
          <a:lstStyle>
            <a:lvl1pPr>
              <a:defRPr sz="3600" baseline="0">
                <a:solidFill>
                  <a:schemeClr val="accent2"/>
                </a:solidFill>
                <a:latin typeface="Memphis"/>
                <a:cs typeface="Memphis"/>
              </a:defRPr>
            </a:lvl1pPr>
          </a:lstStyle>
          <a:p>
            <a:r>
              <a:rPr lang="en-US" dirty="0" smtClean="0"/>
              <a:t>Type Title Here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358790" y="171450"/>
            <a:ext cx="2565978" cy="614790"/>
          </a:xfrm>
        </p:spPr>
        <p:txBody>
          <a:bodyPr anchor="ctr">
            <a:normAutofit/>
          </a:bodyPr>
          <a:lstStyle>
            <a:lvl1pPr algn="ctr">
              <a:buNone/>
              <a:defRPr sz="1200" baseline="0">
                <a:latin typeface="News Gothic MT"/>
                <a:cs typeface="News Gothic MT"/>
              </a:defRPr>
            </a:lvl1pPr>
          </a:lstStyle>
          <a:p>
            <a:r>
              <a:rPr lang="en-US" dirty="0" smtClean="0"/>
              <a:t>Place </a:t>
            </a:r>
            <a:r>
              <a:rPr lang="en-US" dirty="0" err="1" smtClean="0"/>
              <a:t>Logo(s</a:t>
            </a:r>
            <a:r>
              <a:rPr lang="en-US" dirty="0" smtClean="0"/>
              <a:t>) Here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225425" y="803274"/>
            <a:ext cx="8691563" cy="4683126"/>
          </a:xfrm>
        </p:spPr>
        <p:txBody>
          <a:bodyPr/>
          <a:lstStyle>
            <a:lvl1pPr>
              <a:buNone/>
              <a:defRPr baseline="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25426" y="803275"/>
            <a:ext cx="2824374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Left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54349" y="864000"/>
            <a:ext cx="5862639" cy="889920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2"/>
                </a:solidFill>
                <a:latin typeface="Memphis"/>
                <a:cs typeface="Memphis"/>
              </a:defRPr>
            </a:lvl1pPr>
          </a:lstStyle>
          <a:p>
            <a:r>
              <a:rPr lang="en-US" dirty="0" smtClean="0"/>
              <a:t>Type Title Here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358790" y="171450"/>
            <a:ext cx="2565978" cy="649350"/>
          </a:xfrm>
        </p:spPr>
        <p:txBody>
          <a:bodyPr anchor="ctr">
            <a:normAutofit/>
          </a:bodyPr>
          <a:lstStyle>
            <a:lvl1pPr algn="ctr">
              <a:buNone/>
              <a:defRPr sz="1200" baseline="0">
                <a:latin typeface="News Gothic MT"/>
                <a:cs typeface="News Gothic MT"/>
              </a:defRPr>
            </a:lvl1pPr>
          </a:lstStyle>
          <a:p>
            <a:r>
              <a:rPr lang="en-US" dirty="0" smtClean="0"/>
              <a:t>Place </a:t>
            </a:r>
            <a:r>
              <a:rPr lang="en-US" dirty="0" err="1" smtClean="0"/>
              <a:t>Logo(s</a:t>
            </a:r>
            <a:r>
              <a:rPr lang="en-US" dirty="0" smtClean="0"/>
              <a:t>) Here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25426" y="803275"/>
            <a:ext cx="2824374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 hasCustomPrompt="1"/>
          </p:nvPr>
        </p:nvSpPr>
        <p:spPr>
          <a:xfrm>
            <a:off x="3171825" y="1745280"/>
            <a:ext cx="5761038" cy="4544395"/>
          </a:xfrm>
        </p:spPr>
        <p:txBody>
          <a:bodyPr/>
          <a:lstStyle>
            <a:lvl1pPr>
              <a:buNone/>
              <a:defRPr baseline="0"/>
            </a:lvl1pPr>
          </a:lstStyle>
          <a:p>
            <a:r>
              <a:rPr lang="en-US" dirty="0" smtClean="0"/>
              <a:t>Place Image Here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112315" y="1745280"/>
            <a:ext cx="2946125" cy="457055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58439" y="864000"/>
            <a:ext cx="5858549" cy="889920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2"/>
                </a:solidFill>
                <a:latin typeface="Memphis"/>
                <a:cs typeface="Memphis"/>
              </a:defRPr>
            </a:lvl1pPr>
          </a:lstStyle>
          <a:p>
            <a:r>
              <a:rPr lang="en-US" dirty="0" smtClean="0"/>
              <a:t>Type Title Here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358790" y="171450"/>
            <a:ext cx="2565978" cy="649350"/>
          </a:xfrm>
        </p:spPr>
        <p:txBody>
          <a:bodyPr anchor="ctr">
            <a:normAutofit/>
          </a:bodyPr>
          <a:lstStyle>
            <a:lvl1pPr algn="ctr">
              <a:buNone/>
              <a:defRPr sz="1200" baseline="0">
                <a:latin typeface="News Gothic MT"/>
                <a:cs typeface="News Gothic MT"/>
              </a:defRPr>
            </a:lvl1pPr>
          </a:lstStyle>
          <a:p>
            <a:r>
              <a:rPr lang="en-US" dirty="0" smtClean="0"/>
              <a:t>Place </a:t>
            </a:r>
            <a:r>
              <a:rPr lang="en-US" dirty="0" err="1" smtClean="0"/>
              <a:t>Logo(s</a:t>
            </a:r>
            <a:r>
              <a:rPr lang="en-US" dirty="0" smtClean="0"/>
              <a:t>) Here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25426" y="803275"/>
            <a:ext cx="2824374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112315" y="1745280"/>
            <a:ext cx="8803814" cy="457055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58440" y="864000"/>
            <a:ext cx="5858548" cy="889920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2"/>
                </a:solidFill>
                <a:latin typeface="Memphis"/>
                <a:cs typeface="Memphis"/>
              </a:defRPr>
            </a:lvl1pPr>
          </a:lstStyle>
          <a:p>
            <a:r>
              <a:rPr lang="en-US" dirty="0" smtClean="0"/>
              <a:t>Type Title Here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358790" y="171450"/>
            <a:ext cx="2565978" cy="649350"/>
          </a:xfrm>
        </p:spPr>
        <p:txBody>
          <a:bodyPr anchor="ctr">
            <a:normAutofit/>
          </a:bodyPr>
          <a:lstStyle>
            <a:lvl1pPr algn="ctr">
              <a:buNone/>
              <a:defRPr sz="1200" baseline="0">
                <a:latin typeface="News Gothic MT"/>
                <a:cs typeface="News Gothic MT"/>
              </a:defRPr>
            </a:lvl1pPr>
          </a:lstStyle>
          <a:p>
            <a:r>
              <a:rPr lang="en-US" dirty="0" smtClean="0"/>
              <a:t>Place </a:t>
            </a:r>
            <a:r>
              <a:rPr lang="en-US" dirty="0" err="1" smtClean="0"/>
              <a:t>Logo(s</a:t>
            </a:r>
            <a:r>
              <a:rPr lang="en-US" dirty="0" smtClean="0"/>
              <a:t>) Here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25426" y="803275"/>
            <a:ext cx="2824374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112315" y="1745280"/>
            <a:ext cx="4354389" cy="457055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6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4558626" y="1742160"/>
            <a:ext cx="4354389" cy="457055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54350" y="864000"/>
            <a:ext cx="5862639" cy="889920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2"/>
                </a:solidFill>
                <a:latin typeface="Memphis"/>
                <a:cs typeface="Memphis"/>
              </a:defRPr>
            </a:lvl1pPr>
          </a:lstStyle>
          <a:p>
            <a:r>
              <a:rPr lang="en-US" dirty="0" smtClean="0"/>
              <a:t>Type Title Here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358790" y="171450"/>
            <a:ext cx="2565978" cy="649350"/>
          </a:xfrm>
        </p:spPr>
        <p:txBody>
          <a:bodyPr anchor="ctr">
            <a:normAutofit/>
          </a:bodyPr>
          <a:lstStyle>
            <a:lvl1pPr algn="ctr">
              <a:buNone/>
              <a:defRPr sz="1200" baseline="0">
                <a:latin typeface="News Gothic MT"/>
                <a:cs typeface="News Gothic MT"/>
              </a:defRPr>
            </a:lvl1pPr>
          </a:lstStyle>
          <a:p>
            <a:r>
              <a:rPr lang="en-US" dirty="0" smtClean="0"/>
              <a:t>Place </a:t>
            </a:r>
            <a:r>
              <a:rPr lang="en-US" dirty="0" err="1" smtClean="0"/>
              <a:t>Logo(s</a:t>
            </a:r>
            <a:r>
              <a:rPr lang="en-US" dirty="0" smtClean="0"/>
              <a:t>) Here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25426" y="803275"/>
            <a:ext cx="2824374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112315" y="1745280"/>
            <a:ext cx="2928845" cy="457055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3046685" y="1735138"/>
            <a:ext cx="2928845" cy="457055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7" hasCustomPrompt="1"/>
          </p:nvPr>
        </p:nvSpPr>
        <p:spPr>
          <a:xfrm>
            <a:off x="5981056" y="1735138"/>
            <a:ext cx="2928845" cy="457055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Photos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54350" y="864000"/>
            <a:ext cx="5862639" cy="889920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2"/>
                </a:solidFill>
                <a:latin typeface="Memphis"/>
                <a:cs typeface="Memphis"/>
              </a:defRPr>
            </a:lvl1pPr>
          </a:lstStyle>
          <a:p>
            <a:r>
              <a:rPr lang="en-US" dirty="0" smtClean="0"/>
              <a:t>Type Title Here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358790" y="171450"/>
            <a:ext cx="2565978" cy="649350"/>
          </a:xfrm>
        </p:spPr>
        <p:txBody>
          <a:bodyPr anchor="ctr">
            <a:normAutofit/>
          </a:bodyPr>
          <a:lstStyle>
            <a:lvl1pPr algn="ctr">
              <a:buNone/>
              <a:defRPr sz="1200" baseline="0">
                <a:latin typeface="News Gothic MT"/>
                <a:cs typeface="News Gothic MT"/>
              </a:defRPr>
            </a:lvl1pPr>
          </a:lstStyle>
          <a:p>
            <a:r>
              <a:rPr lang="en-US" dirty="0" smtClean="0"/>
              <a:t>Place </a:t>
            </a:r>
            <a:r>
              <a:rPr lang="en-US" dirty="0" err="1" smtClean="0"/>
              <a:t>Logo(s</a:t>
            </a:r>
            <a:r>
              <a:rPr lang="en-US" dirty="0" smtClean="0"/>
              <a:t>) Here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25426" y="803275"/>
            <a:ext cx="2824374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112315" y="4344988"/>
            <a:ext cx="2928845" cy="1970851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3046685" y="4344988"/>
            <a:ext cx="2928845" cy="196070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7" hasCustomPrompt="1"/>
          </p:nvPr>
        </p:nvSpPr>
        <p:spPr>
          <a:xfrm>
            <a:off x="5981056" y="4344988"/>
            <a:ext cx="2928845" cy="196070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8" hasCustomPrompt="1"/>
          </p:nvPr>
        </p:nvSpPr>
        <p:spPr>
          <a:xfrm>
            <a:off x="228600" y="1789113"/>
            <a:ext cx="2808288" cy="2444750"/>
          </a:xfrm>
        </p:spPr>
        <p:txBody>
          <a:bodyPr>
            <a:normAutofit/>
          </a:bodyPr>
          <a:lstStyle>
            <a:lvl1pPr>
              <a:buNone/>
              <a:defRPr sz="2000"/>
            </a:lvl1pPr>
          </a:lstStyle>
          <a:p>
            <a:r>
              <a:rPr lang="en-US" dirty="0" smtClean="0"/>
              <a:t>Place Image Here</a:t>
            </a:r>
            <a:endParaRPr lang="en-US" dirty="0"/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9" hasCustomPrompt="1"/>
          </p:nvPr>
        </p:nvSpPr>
        <p:spPr>
          <a:xfrm>
            <a:off x="3175000" y="1779588"/>
            <a:ext cx="2808288" cy="2444750"/>
          </a:xfrm>
        </p:spPr>
        <p:txBody>
          <a:bodyPr>
            <a:normAutofit/>
          </a:bodyPr>
          <a:lstStyle>
            <a:lvl1pPr>
              <a:buNone/>
              <a:defRPr sz="2000"/>
            </a:lvl1pPr>
          </a:lstStyle>
          <a:p>
            <a:r>
              <a:rPr lang="en-US" dirty="0" smtClean="0"/>
              <a:t>Place Image Here</a:t>
            </a:r>
            <a:endParaRPr lang="en-US" dirty="0"/>
          </a:p>
        </p:txBody>
      </p:sp>
      <p:sp>
        <p:nvSpPr>
          <p:cNvPr id="14" name="Picture Placeholder 11"/>
          <p:cNvSpPr>
            <a:spLocks noGrp="1"/>
          </p:cNvSpPr>
          <p:nvPr>
            <p:ph type="pic" sz="quarter" idx="20" hasCustomPrompt="1"/>
          </p:nvPr>
        </p:nvSpPr>
        <p:spPr>
          <a:xfrm>
            <a:off x="6097341" y="1779588"/>
            <a:ext cx="2808288" cy="2444750"/>
          </a:xfrm>
        </p:spPr>
        <p:txBody>
          <a:bodyPr>
            <a:normAutofit/>
          </a:bodyPr>
          <a:lstStyle>
            <a:lvl1pPr>
              <a:buNone/>
              <a:defRPr sz="2000"/>
            </a:lvl1pPr>
          </a:lstStyle>
          <a:p>
            <a:r>
              <a:rPr lang="en-US" dirty="0" smtClean="0"/>
              <a:t>Place Image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Photos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54350" y="864000"/>
            <a:ext cx="5862639" cy="889920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2"/>
                </a:solidFill>
                <a:latin typeface="Memphis"/>
                <a:cs typeface="Memphis"/>
              </a:defRPr>
            </a:lvl1pPr>
          </a:lstStyle>
          <a:p>
            <a:r>
              <a:rPr lang="en-US" dirty="0" smtClean="0"/>
              <a:t>Type Title Here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358790" y="171450"/>
            <a:ext cx="2565978" cy="649350"/>
          </a:xfrm>
        </p:spPr>
        <p:txBody>
          <a:bodyPr anchor="ctr">
            <a:normAutofit/>
          </a:bodyPr>
          <a:lstStyle>
            <a:lvl1pPr algn="ctr">
              <a:buNone/>
              <a:defRPr sz="1200" baseline="0">
                <a:latin typeface="News Gothic MT"/>
                <a:cs typeface="News Gothic MT"/>
              </a:defRPr>
            </a:lvl1pPr>
          </a:lstStyle>
          <a:p>
            <a:r>
              <a:rPr lang="en-US" dirty="0" smtClean="0"/>
              <a:t>Place </a:t>
            </a:r>
            <a:r>
              <a:rPr lang="en-US" dirty="0" err="1" smtClean="0"/>
              <a:t>Logo(s</a:t>
            </a:r>
            <a:r>
              <a:rPr lang="en-US" dirty="0" smtClean="0"/>
              <a:t>) Here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25426" y="803275"/>
            <a:ext cx="2824374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112315" y="1787778"/>
            <a:ext cx="2928845" cy="1970851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3046685" y="1787778"/>
            <a:ext cx="2928845" cy="196070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7" hasCustomPrompt="1"/>
          </p:nvPr>
        </p:nvSpPr>
        <p:spPr>
          <a:xfrm>
            <a:off x="5981056" y="1787778"/>
            <a:ext cx="2928845" cy="196070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8" hasCustomPrompt="1"/>
          </p:nvPr>
        </p:nvSpPr>
        <p:spPr>
          <a:xfrm>
            <a:off x="228600" y="3828153"/>
            <a:ext cx="2808288" cy="2444750"/>
          </a:xfrm>
        </p:spPr>
        <p:txBody>
          <a:bodyPr>
            <a:normAutofit/>
          </a:bodyPr>
          <a:lstStyle>
            <a:lvl1pPr>
              <a:buNone/>
              <a:defRPr sz="2000"/>
            </a:lvl1pPr>
          </a:lstStyle>
          <a:p>
            <a:r>
              <a:rPr lang="en-US" dirty="0" smtClean="0"/>
              <a:t>Place Image Here</a:t>
            </a:r>
            <a:endParaRPr lang="en-US" dirty="0"/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9" hasCustomPrompt="1"/>
          </p:nvPr>
        </p:nvSpPr>
        <p:spPr>
          <a:xfrm>
            <a:off x="3175000" y="3818628"/>
            <a:ext cx="2808288" cy="2444750"/>
          </a:xfrm>
        </p:spPr>
        <p:txBody>
          <a:bodyPr>
            <a:normAutofit/>
          </a:bodyPr>
          <a:lstStyle>
            <a:lvl1pPr>
              <a:buNone/>
              <a:defRPr sz="2000"/>
            </a:lvl1pPr>
          </a:lstStyle>
          <a:p>
            <a:r>
              <a:rPr lang="en-US" dirty="0" smtClean="0"/>
              <a:t>Place Image Here</a:t>
            </a:r>
            <a:endParaRPr lang="en-US" dirty="0"/>
          </a:p>
        </p:txBody>
      </p:sp>
      <p:sp>
        <p:nvSpPr>
          <p:cNvPr id="14" name="Picture Placeholder 11"/>
          <p:cNvSpPr>
            <a:spLocks noGrp="1"/>
          </p:cNvSpPr>
          <p:nvPr>
            <p:ph type="pic" sz="quarter" idx="20" hasCustomPrompt="1"/>
          </p:nvPr>
        </p:nvSpPr>
        <p:spPr>
          <a:xfrm>
            <a:off x="6097341" y="3818628"/>
            <a:ext cx="2808288" cy="2444750"/>
          </a:xfrm>
        </p:spPr>
        <p:txBody>
          <a:bodyPr>
            <a:normAutofit/>
          </a:bodyPr>
          <a:lstStyle>
            <a:lvl1pPr>
              <a:buNone/>
              <a:defRPr sz="2000"/>
            </a:lvl1pPr>
          </a:lstStyle>
          <a:p>
            <a:r>
              <a:rPr lang="en-US" dirty="0" smtClean="0"/>
              <a:t>Place Image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58439" y="864000"/>
            <a:ext cx="5858549" cy="889920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2"/>
                </a:solidFill>
                <a:latin typeface="Memphis"/>
                <a:cs typeface="Memphis"/>
              </a:defRPr>
            </a:lvl1pPr>
          </a:lstStyle>
          <a:p>
            <a:r>
              <a:rPr lang="en-US" dirty="0" smtClean="0"/>
              <a:t>Type Title Here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358790" y="171450"/>
            <a:ext cx="2565978" cy="649350"/>
          </a:xfrm>
        </p:spPr>
        <p:txBody>
          <a:bodyPr anchor="ctr">
            <a:normAutofit/>
          </a:bodyPr>
          <a:lstStyle>
            <a:lvl1pPr algn="ctr">
              <a:buNone/>
              <a:defRPr sz="1200" baseline="0">
                <a:latin typeface="News Gothic MT"/>
                <a:cs typeface="News Gothic MT"/>
              </a:defRPr>
            </a:lvl1pPr>
          </a:lstStyle>
          <a:p>
            <a:r>
              <a:rPr lang="en-US" dirty="0" smtClean="0"/>
              <a:t>Place </a:t>
            </a:r>
            <a:r>
              <a:rPr lang="en-US" dirty="0" err="1" smtClean="0"/>
              <a:t>Logo(s</a:t>
            </a:r>
            <a:r>
              <a:rPr lang="en-US" dirty="0" smtClean="0"/>
              <a:t>) Here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25426" y="803275"/>
            <a:ext cx="2824374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112315" y="1745280"/>
            <a:ext cx="2928845" cy="457055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14" name="Chart Placeholder 13"/>
          <p:cNvSpPr>
            <a:spLocks noGrp="1"/>
          </p:cNvSpPr>
          <p:nvPr>
            <p:ph type="chart" sz="quarter" idx="16" hasCustomPrompt="1"/>
          </p:nvPr>
        </p:nvSpPr>
        <p:spPr>
          <a:xfrm>
            <a:off x="3205314" y="1735138"/>
            <a:ext cx="5710086" cy="4579937"/>
          </a:xfrm>
        </p:spPr>
        <p:txBody>
          <a:bodyPr/>
          <a:lstStyle>
            <a:lvl1pPr>
              <a:buNone/>
              <a:defRPr baseline="0"/>
            </a:lvl1pPr>
          </a:lstStyle>
          <a:p>
            <a:r>
              <a:rPr lang="en-US" dirty="0" smtClean="0"/>
              <a:t>Place Chart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58439" y="864000"/>
            <a:ext cx="5858549" cy="889920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2"/>
                </a:solidFill>
                <a:latin typeface="Memphis"/>
                <a:cs typeface="Memphis"/>
              </a:defRPr>
            </a:lvl1pPr>
          </a:lstStyle>
          <a:p>
            <a:r>
              <a:rPr lang="en-US" dirty="0" smtClean="0"/>
              <a:t>Type Title Here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358790" y="171450"/>
            <a:ext cx="2565978" cy="649350"/>
          </a:xfrm>
        </p:spPr>
        <p:txBody>
          <a:bodyPr anchor="ctr">
            <a:normAutofit/>
          </a:bodyPr>
          <a:lstStyle>
            <a:lvl1pPr algn="ctr">
              <a:buNone/>
              <a:defRPr sz="1200" baseline="0">
                <a:latin typeface="News Gothic MT"/>
                <a:cs typeface="News Gothic MT"/>
              </a:defRPr>
            </a:lvl1pPr>
          </a:lstStyle>
          <a:p>
            <a:r>
              <a:rPr lang="en-US" dirty="0" smtClean="0"/>
              <a:t>Place </a:t>
            </a:r>
            <a:r>
              <a:rPr lang="en-US" dirty="0" err="1" smtClean="0"/>
              <a:t>Logo(s</a:t>
            </a:r>
            <a:r>
              <a:rPr lang="en-US" dirty="0" smtClean="0"/>
              <a:t>) Here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25426" y="803275"/>
            <a:ext cx="2824374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5978644" y="1745280"/>
            <a:ext cx="2928845" cy="457055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14" name="Chart Placeholder 13"/>
          <p:cNvSpPr>
            <a:spLocks noGrp="1"/>
          </p:cNvSpPr>
          <p:nvPr>
            <p:ph type="chart" sz="quarter" idx="16" hasCustomPrompt="1"/>
          </p:nvPr>
        </p:nvSpPr>
        <p:spPr>
          <a:xfrm>
            <a:off x="199307" y="1735138"/>
            <a:ext cx="5710086" cy="4579937"/>
          </a:xfrm>
        </p:spPr>
        <p:txBody>
          <a:bodyPr/>
          <a:lstStyle>
            <a:lvl1pPr>
              <a:buNone/>
              <a:defRPr baseline="0"/>
            </a:lvl1pPr>
          </a:lstStyle>
          <a:p>
            <a:r>
              <a:rPr lang="en-US" dirty="0" smtClean="0"/>
              <a:t>Place Chart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Cop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58439" y="864000"/>
            <a:ext cx="5858549" cy="889920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2"/>
                </a:solidFill>
                <a:latin typeface="Memphis"/>
                <a:cs typeface="Memphis"/>
              </a:defRPr>
            </a:lvl1pPr>
          </a:lstStyle>
          <a:p>
            <a:r>
              <a:rPr lang="en-US" dirty="0" smtClean="0"/>
              <a:t>Type Title Here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358790" y="171450"/>
            <a:ext cx="2565978" cy="649350"/>
          </a:xfrm>
        </p:spPr>
        <p:txBody>
          <a:bodyPr anchor="ctr">
            <a:normAutofit/>
          </a:bodyPr>
          <a:lstStyle>
            <a:lvl1pPr algn="ctr">
              <a:buNone/>
              <a:defRPr sz="1200" baseline="0">
                <a:latin typeface="News Gothic MT"/>
                <a:cs typeface="News Gothic MT"/>
              </a:defRPr>
            </a:lvl1pPr>
          </a:lstStyle>
          <a:p>
            <a:r>
              <a:rPr lang="en-US" dirty="0" smtClean="0"/>
              <a:t>Place </a:t>
            </a:r>
            <a:r>
              <a:rPr lang="en-US" dirty="0" err="1" smtClean="0"/>
              <a:t>Logo(s</a:t>
            </a:r>
            <a:r>
              <a:rPr lang="en-US" dirty="0" smtClean="0"/>
              <a:t>) Here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25426" y="803275"/>
            <a:ext cx="2824374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3055356" y="1745280"/>
            <a:ext cx="5869413" cy="457055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219075" y="1036800"/>
            <a:ext cx="2835275" cy="5383050"/>
          </a:xfrm>
        </p:spPr>
        <p:txBody>
          <a:bodyPr/>
          <a:lstStyle>
            <a:lvl1pPr>
              <a:buNone/>
              <a:defRPr baseline="0"/>
            </a:lvl1pPr>
          </a:lstStyle>
          <a:p>
            <a:r>
              <a:rPr lang="en-US" dirty="0" smtClean="0"/>
              <a:t>Place Image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58439" y="864000"/>
            <a:ext cx="4397587" cy="889920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2"/>
                </a:solidFill>
                <a:latin typeface="Memphis"/>
                <a:cs typeface="Memphis"/>
              </a:defRPr>
            </a:lvl1pPr>
          </a:lstStyle>
          <a:p>
            <a:r>
              <a:rPr lang="en-US" dirty="0" smtClean="0"/>
              <a:t>Type Title Here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358790" y="171450"/>
            <a:ext cx="2565978" cy="649350"/>
          </a:xfrm>
        </p:spPr>
        <p:txBody>
          <a:bodyPr anchor="ctr">
            <a:normAutofit/>
          </a:bodyPr>
          <a:lstStyle>
            <a:lvl1pPr algn="ctr">
              <a:buNone/>
              <a:defRPr sz="1200" baseline="0">
                <a:latin typeface="News Gothic MT"/>
                <a:cs typeface="News Gothic MT"/>
              </a:defRPr>
            </a:lvl1pPr>
          </a:lstStyle>
          <a:p>
            <a:r>
              <a:rPr lang="en-US" dirty="0" smtClean="0"/>
              <a:t>Place </a:t>
            </a:r>
            <a:r>
              <a:rPr lang="en-US" dirty="0" err="1" smtClean="0"/>
              <a:t>Logo(s</a:t>
            </a:r>
            <a:r>
              <a:rPr lang="en-US" dirty="0" smtClean="0"/>
              <a:t>) Here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25426" y="803275"/>
            <a:ext cx="2824374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112315" y="1745280"/>
            <a:ext cx="7335072" cy="457055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7568342" y="1035050"/>
            <a:ext cx="1348646" cy="5358550"/>
          </a:xfrm>
        </p:spPr>
        <p:txBody>
          <a:bodyPr>
            <a:normAutofit/>
          </a:bodyPr>
          <a:lstStyle>
            <a:lvl1pPr>
              <a:buNone/>
              <a:defRPr sz="2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7013" y="1028160"/>
            <a:ext cx="8691562" cy="55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Header 1</a:t>
            </a:r>
          </a:p>
          <a:p>
            <a:pPr lvl="1"/>
            <a:r>
              <a:rPr lang="en-US" dirty="0" smtClean="0"/>
              <a:t>Header 2</a:t>
            </a:r>
          </a:p>
          <a:p>
            <a:pPr lvl="2"/>
            <a:r>
              <a:rPr lang="en-US" dirty="0" smtClean="0"/>
              <a:t>Header 3</a:t>
            </a:r>
          </a:p>
          <a:p>
            <a:pPr lvl="3"/>
            <a:r>
              <a:rPr lang="en-US" dirty="0" smtClean="0"/>
              <a:t>Body Bold</a:t>
            </a:r>
          </a:p>
          <a:p>
            <a:pPr lvl="4"/>
            <a:r>
              <a:rPr lang="en-US" dirty="0" smtClean="0"/>
              <a:t>Body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AA0BE-CF44-9147-AA0D-6E22E446DBA0}" type="datetimeFigureOut">
              <a:rPr lang="en-US" smtClean="0"/>
              <a:t>6/4/2015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64F107-A8E3-8A4C-AC75-25FC69E35D1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58" r:id="rId4"/>
    <p:sldLayoutId id="2147483659" r:id="rId5"/>
    <p:sldLayoutId id="2147483664" r:id="rId6"/>
    <p:sldLayoutId id="2147483665" r:id="rId7"/>
    <p:sldLayoutId id="2147483660" r:id="rId8"/>
    <p:sldLayoutId id="2147483662" r:id="rId9"/>
    <p:sldLayoutId id="2147483661" r:id="rId10"/>
    <p:sldLayoutId id="214748366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2"/>
          </a:solidFill>
          <a:latin typeface="Memphis"/>
          <a:ea typeface="+mj-ea"/>
          <a:cs typeface="Memphi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accent1"/>
          </a:solidFill>
          <a:latin typeface="Memphis"/>
          <a:ea typeface="+mn-ea"/>
          <a:cs typeface="Memphi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accent4"/>
          </a:solidFill>
          <a:latin typeface="Memphis"/>
          <a:ea typeface="+mn-ea"/>
          <a:cs typeface="Memphi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1" i="0" kern="1200" baseline="0">
          <a:solidFill>
            <a:schemeClr val="accent3"/>
          </a:solidFill>
          <a:latin typeface="News Gothic MT"/>
          <a:ea typeface="+mn-ea"/>
          <a:cs typeface="News Gothic M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b="1" i="0" kern="1200">
          <a:solidFill>
            <a:schemeClr val="tx1"/>
          </a:solidFill>
          <a:latin typeface="News Gothic MT"/>
          <a:ea typeface="+mn-ea"/>
          <a:cs typeface="News Gothic M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News Gothic MT"/>
          <a:ea typeface="+mn-ea"/>
          <a:cs typeface="News Gothic M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838575" y="203600"/>
            <a:ext cx="5034491" cy="778533"/>
          </a:xfrm>
        </p:spPr>
        <p:txBody>
          <a:bodyPr>
            <a:noAutofit/>
          </a:bodyPr>
          <a:lstStyle/>
          <a:p>
            <a:r>
              <a:rPr lang="en-US" sz="2000" b="1" dirty="0" smtClean="0"/>
              <a:t>NEW  2015 Organizational Structure &amp; Midyear Goals Review Process </a:t>
            </a:r>
            <a:endParaRPr lang="en-US" sz="2000" b="1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102766"/>
              </p:ext>
            </p:extLst>
          </p:nvPr>
        </p:nvGraphicFramePr>
        <p:xfrm>
          <a:off x="225424" y="1226608"/>
          <a:ext cx="8709025" cy="542132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03301"/>
                <a:gridCol w="5915025"/>
                <a:gridCol w="1790699"/>
              </a:tblGrid>
              <a:tr h="293708">
                <a:tc>
                  <a:txBody>
                    <a:bodyPr/>
                    <a:lstStyle/>
                    <a:p>
                      <a:r>
                        <a:rPr lang="en-US" sz="1400" i="0" dirty="0" smtClean="0"/>
                        <a:t>Date </a:t>
                      </a:r>
                      <a:endParaRPr lang="en-US" sz="14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Activity </a:t>
                      </a:r>
                      <a:endParaRPr lang="en-US" sz="1400" b="1" i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Leads </a:t>
                      </a:r>
                      <a:endParaRPr lang="en-US" sz="1400" dirty="0"/>
                    </a:p>
                  </a:txBody>
                  <a:tcPr/>
                </a:tc>
              </a:tr>
              <a:tr h="729463">
                <a:tc>
                  <a:txBody>
                    <a:bodyPr/>
                    <a:lstStyle/>
                    <a:p>
                      <a:pPr marL="0" marR="0" lvl="0" indent="0" algn="l" defTabSz="4572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None/>
                      </a:pPr>
                      <a:r>
                        <a:rPr lang="en-US" sz="1400" b="1" u="sng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June 3</a:t>
                      </a:r>
                      <a:endParaRPr lang="en-US" sz="1400" b="1" u="sng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None/>
                      </a:pPr>
                      <a:r>
                        <a:rPr lang="en-US" sz="140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Finalize 2015 NEW Organizational Structure</a:t>
                      </a:r>
                    </a:p>
                    <a:p>
                      <a:pPr marL="0" marR="0" lv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None/>
                      </a:pPr>
                      <a:endParaRPr lang="en-US" sz="1400" i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None/>
                      </a:pPr>
                      <a:r>
                        <a:rPr lang="en-US" sz="11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Steve &amp; Horacio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</a:tr>
              <a:tr h="701404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1" u="sng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June 4</a:t>
                      </a:r>
                      <a:endParaRPr lang="en-US" sz="1400" b="1" u="sng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None/>
                      </a:pPr>
                      <a:r>
                        <a:rPr lang="en-US" sz="140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Announce 2015 NEW Organizational Structure to DC Staff 		</a:t>
                      </a:r>
                    </a:p>
                    <a:p>
                      <a:pPr marL="0" marR="0" lv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None/>
                      </a:pPr>
                      <a:r>
                        <a:rPr lang="en-US" sz="140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(begin feedback and adoption process) </a:t>
                      </a:r>
                    </a:p>
                    <a:p>
                      <a:pPr marL="0" indent="0">
                        <a:buFont typeface="Arial" pitchFamily="34" charset="0"/>
                        <a:buNone/>
                      </a:pPr>
                      <a:endParaRPr lang="en-US" sz="1400" i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Steve </a:t>
                      </a:r>
                    </a:p>
                  </a:txBody>
                  <a:tcPr/>
                </a:tc>
              </a:tr>
              <a:tr h="844061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1" u="sng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June 9 - 19</a:t>
                      </a:r>
                      <a:endParaRPr lang="en-US" sz="1400" b="1" u="sng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40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Send feedback to Program/Units on 2015 Goals</a:t>
                      </a:r>
                      <a:r>
                        <a:rPr lang="en-US" sz="1400" i="1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 &amp; schedule meetings with Program/Unit Directors to review organizational priorities and provide in-person feedback on goals.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Sherrita </a:t>
                      </a:r>
                    </a:p>
                  </a:txBody>
                  <a:tcPr/>
                </a:tc>
              </a:tr>
              <a:tr h="584981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1" u="sng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June 22</a:t>
                      </a:r>
                      <a:endParaRPr lang="en-US" sz="1400" b="1" u="sng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Hold President’s Council Meeting to Share and Review Revised Mid-year Goals (team by team)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President’s Council</a:t>
                      </a:r>
                    </a:p>
                  </a:txBody>
                  <a:tcPr/>
                </a:tc>
              </a:tr>
              <a:tr h="72946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1" u="sng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June 30</a:t>
                      </a:r>
                      <a:endParaRPr lang="en-US" sz="1400" b="1" u="sng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None/>
                      </a:pPr>
                      <a:r>
                        <a:rPr lang="en-US" sz="140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Each Team Submits Final 2015 Goals. Begin Lifting Core 2015 Goals and Organizational Priorities into a Draft 2016-2018 Strategic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Each Program/Unit</a:t>
                      </a:r>
                    </a:p>
                    <a:p>
                      <a:r>
                        <a:rPr lang="en-US" sz="1400" baseline="0" dirty="0" smtClean="0"/>
                        <a:t>Senior Management</a:t>
                      </a:r>
                      <a:endParaRPr lang="en-US" sz="1400" dirty="0" smtClean="0"/>
                    </a:p>
                    <a:p>
                      <a:endParaRPr lang="en-US" sz="1400" dirty="0" smtClean="0"/>
                    </a:p>
                  </a:txBody>
                  <a:tcPr/>
                </a:tc>
              </a:tr>
              <a:tr h="522116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1" u="sng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July 9</a:t>
                      </a:r>
                      <a:endParaRPr lang="en-US" sz="1400" b="1" u="sng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None/>
                      </a:pPr>
                      <a:r>
                        <a:rPr lang="en-US" sz="1400" i="1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Send Corporate Goals and Draft Strategic Plan to 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Sherrita</a:t>
                      </a:r>
                      <a:r>
                        <a:rPr lang="en-US" sz="1400" baseline="0" dirty="0" smtClean="0"/>
                        <a:t> </a:t>
                      </a:r>
                      <a:endParaRPr lang="en-US" sz="1400" dirty="0" smtClean="0"/>
                    </a:p>
                  </a:txBody>
                  <a:tcPr/>
                </a:tc>
              </a:tr>
              <a:tr h="908857">
                <a:tc>
                  <a:txBody>
                    <a:bodyPr/>
                    <a:lstStyle/>
                    <a:p>
                      <a:r>
                        <a:rPr lang="en-US" sz="1400" b="1" u="sng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July 23 </a:t>
                      </a:r>
                      <a:endParaRPr lang="en-US" sz="1400" b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/>
                        <a:buNone/>
                        <a:tabLst/>
                        <a:defRPr/>
                      </a:pPr>
                      <a:r>
                        <a:rPr lang="en-US" sz="1400" i="1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Tentative</a:t>
                      </a:r>
                      <a:r>
                        <a:rPr lang="en-US" sz="1400" i="1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: Joint International &amp; Foundation Board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Sherrita</a:t>
                      </a:r>
                      <a:r>
                        <a:rPr lang="en-US" sz="1400" baseline="0" dirty="0" smtClean="0"/>
                        <a:t> to confirm date</a:t>
                      </a:r>
                      <a:endParaRPr lang="en-US" sz="1400" dirty="0" smtClean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6004295"/>
      </p:ext>
    </p:extLst>
  </p:cSld>
  <p:clrMapOvr>
    <a:masterClrMapping/>
  </p:clrMapOvr>
</p:sld>
</file>

<file path=ppt/theme/theme1.xml><?xml version="1.0" encoding="utf-8"?>
<a:theme xmlns:a="http://schemas.openxmlformats.org/drawingml/2006/main" name="PartnersPPTTemplate">
  <a:themeElements>
    <a:clrScheme name="Custom 1">
      <a:dk1>
        <a:sysClr val="windowText" lastClr="000000"/>
      </a:dk1>
      <a:lt1>
        <a:sysClr val="window" lastClr="FFFFFF"/>
      </a:lt1>
      <a:dk2>
        <a:srgbClr val="474822"/>
      </a:dk2>
      <a:lt2>
        <a:srgbClr val="FFFFFF"/>
      </a:lt2>
      <a:accent1>
        <a:srgbClr val="E54721"/>
      </a:accent1>
      <a:accent2>
        <a:srgbClr val="474822"/>
      </a:accent2>
      <a:accent3>
        <a:srgbClr val="F7AE2E"/>
      </a:accent3>
      <a:accent4>
        <a:srgbClr val="8E991A"/>
      </a:accent4>
      <a:accent5>
        <a:srgbClr val="007198"/>
      </a:accent5>
      <a:accent6>
        <a:srgbClr val="5B015D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1" ma:contentTypeDescription="Create a new document." ma:contentTypeScope="" ma:versionID="acd556ae07fa19f48e80b51b5070dad1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dc96546954f3f270c213e8ea1cb1272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1F9912C-3ABA-44B9-8301-2F0F81EFAA85}"/>
</file>

<file path=customXml/itemProps2.xml><?xml version="1.0" encoding="utf-8"?>
<ds:datastoreItem xmlns:ds="http://schemas.openxmlformats.org/officeDocument/2006/customXml" ds:itemID="{EAA8CA95-E532-46BC-BC83-9B6F77D6D12F}"/>
</file>

<file path=customXml/itemProps3.xml><?xml version="1.0" encoding="utf-8"?>
<ds:datastoreItem xmlns:ds="http://schemas.openxmlformats.org/officeDocument/2006/customXml" ds:itemID="{BB2A51F4-6992-450E-AA25-E766F4D0777A}"/>
</file>

<file path=docProps/app.xml><?xml version="1.0" encoding="utf-8"?>
<Properties xmlns="http://schemas.openxmlformats.org/officeDocument/2006/extended-properties" xmlns:vt="http://schemas.openxmlformats.org/officeDocument/2006/docPropsVTypes">
  <Template>PartnersPPTTemplate</Template>
  <TotalTime>2350</TotalTime>
  <Words>135</Words>
  <Application>Microsoft Office PowerPoint</Application>
  <PresentationFormat>On-screen Show (4:3)</PresentationFormat>
  <Paragraphs>27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PartnersPPTTemplate</vt:lpstr>
      <vt:lpstr>NEW  2015 Organizational Structure &amp; Midyear Goals Review Process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Staff Meeting Agenda September 10, 2012</dc:title>
  <dc:creator>Bulldog</dc:creator>
  <cp:lastModifiedBy>Sherrita Wilkins</cp:lastModifiedBy>
  <cp:revision>47</cp:revision>
  <cp:lastPrinted>2012-12-31T18:06:31Z</cp:lastPrinted>
  <dcterms:created xsi:type="dcterms:W3CDTF">2012-09-10T02:00:24Z</dcterms:created>
  <dcterms:modified xsi:type="dcterms:W3CDTF">2015-06-04T16:57:02Z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Order">
    <vt:r8>505400</vt:r8>
  </property>
</Properties>
</file>