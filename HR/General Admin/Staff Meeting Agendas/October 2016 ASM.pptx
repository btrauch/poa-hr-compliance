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79" r:id="rId4"/>
    <p:sldId id="280" r:id="rId5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2" autoAdjust="0"/>
    <p:restoredTop sz="84777" autoAdjust="0"/>
  </p:normalViewPr>
  <p:slideViewPr>
    <p:cSldViewPr>
      <p:cViewPr>
        <p:scale>
          <a:sx n="66" d="100"/>
          <a:sy n="66" d="100"/>
        </p:scale>
        <p:origin x="-828" y="2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9075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738" y="0"/>
            <a:ext cx="4029075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80584-3B09-4B81-8FA0-93721A629EDD}" type="datetimeFigureOut">
              <a:rPr lang="en-US" smtClean="0"/>
              <a:t>9/12/2016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3"/>
            <a:ext cx="35052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0275" y="3330575"/>
            <a:ext cx="7435850" cy="3154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7975"/>
            <a:ext cx="4029075" cy="3508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738" y="6657975"/>
            <a:ext cx="4029075" cy="3508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90001-975B-40AC-B23E-C5DA91251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19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3999" cy="18854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539239" y="572325"/>
            <a:ext cx="3613912" cy="6613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880228" y="1782317"/>
            <a:ext cx="3511573" cy="398889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5731736"/>
            <a:ext cx="9143999" cy="11262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457200" y="6279127"/>
            <a:ext cx="2803271" cy="5130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7107681" y="6446177"/>
            <a:ext cx="221005" cy="221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5446648" y="6415011"/>
            <a:ext cx="314794" cy="3147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97305" y="487298"/>
            <a:ext cx="6549389" cy="67217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629917"/>
            <a:ext cx="7767319" cy="36841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746" y="6465417"/>
            <a:ext cx="1414779" cy="19393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3421" y="6465417"/>
            <a:ext cx="1225092" cy="19393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5236" y="2571877"/>
            <a:ext cx="6114415" cy="5626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3600" b="1" dirty="0" smtClean="0">
                <a:solidFill>
                  <a:srgbClr val="F82036"/>
                </a:solidFill>
                <a:latin typeface="Memphis Medium"/>
                <a:cs typeface="Memphis Medium"/>
              </a:rPr>
              <a:t>All-Staff Meeting</a:t>
            </a:r>
            <a:endParaRPr sz="3600" dirty="0">
              <a:latin typeface="Memphis Medium"/>
              <a:cs typeface="Memphis Medi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73144" y="3925696"/>
            <a:ext cx="1998598" cy="3149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2000" dirty="0" smtClean="0">
                <a:latin typeface="TradeGothic"/>
                <a:cs typeface="TradeGothic"/>
              </a:rPr>
              <a:t>October 2016</a:t>
            </a:r>
            <a:endParaRPr lang="en-US" sz="2000" dirty="0" smtClean="0">
              <a:latin typeface="TradeGothic"/>
              <a:cs typeface="TradeGothic"/>
            </a:endParaRPr>
          </a:p>
          <a:p>
            <a:pPr marL="12700" algn="ctr">
              <a:lnSpc>
                <a:spcPct val="100000"/>
              </a:lnSpc>
            </a:pPr>
            <a:r>
              <a:rPr lang="en-US" sz="2000" dirty="0" smtClean="0">
                <a:latin typeface="TradeGothic"/>
                <a:cs typeface="TradeGothic"/>
              </a:rPr>
              <a:t>President’s Office</a:t>
            </a:r>
            <a:endParaRPr sz="2000" dirty="0">
              <a:latin typeface="TradeGothic"/>
              <a:cs typeface="Trade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kern="1200" dirty="0" smtClean="0">
                <a:solidFill>
                  <a:srgbClr val="F82036"/>
                </a:solidFill>
                <a:latin typeface="Memphis Medium"/>
                <a:ea typeface="+mn-ea"/>
                <a:cs typeface="Memphis Medium"/>
              </a:rPr>
              <a:t>Today’s Agenda</a:t>
            </a:r>
            <a:endParaRPr lang="en-US" sz="3600" b="1" kern="1200" dirty="0">
              <a:solidFill>
                <a:srgbClr val="F82036"/>
              </a:solidFill>
              <a:latin typeface="Memphis Medium"/>
              <a:ea typeface="+mn-ea"/>
              <a:cs typeface="Memphis Medium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24000"/>
            <a:ext cx="7767319" cy="3684143"/>
          </a:xfrm>
        </p:spPr>
        <p:txBody>
          <a:bodyPr/>
          <a:lstStyle/>
          <a:p>
            <a:pPr algn="ctr"/>
            <a:endParaRPr lang="en-US" sz="2000" b="1" dirty="0" smtClean="0"/>
          </a:p>
          <a:p>
            <a:pPr algn="l"/>
            <a:r>
              <a:rPr lang="en-US" sz="2000" b="1" dirty="0" smtClean="0">
                <a:latin typeface="TradeGothic" pitchFamily="2" charset="0"/>
              </a:rPr>
              <a:t>Following the President’s Opening Remarks:</a:t>
            </a:r>
          </a:p>
          <a:p>
            <a:pPr algn="l"/>
            <a:endParaRPr lang="en-US" sz="2000" b="1" dirty="0" smtClean="0">
              <a:latin typeface="TradeGothic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>
                <a:latin typeface="TradeGothic" pitchFamily="2" charset="0"/>
              </a:rPr>
              <a:t>Midterm Review Recap &amp; Transition Plan Summary</a:t>
            </a:r>
            <a:endParaRPr lang="en-US" sz="2000" dirty="0" smtClean="0">
              <a:latin typeface="TradeGothic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dirty="0" smtClean="0">
              <a:latin typeface="TradeGothic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>
                <a:latin typeface="TradeGothic" pitchFamily="2" charset="0"/>
              </a:rPr>
              <a:t>Convention Update </a:t>
            </a:r>
            <a:endParaRPr lang="en-US" sz="2000" dirty="0" smtClean="0">
              <a:latin typeface="TradeGothic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dirty="0" smtClean="0">
              <a:latin typeface="TradeGothic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>
                <a:latin typeface="TradeGothic" pitchFamily="2" charset="0"/>
              </a:rPr>
              <a:t>Additional Announcements (100kstrong, Annual Report, F&amp;A, plus any others)</a:t>
            </a:r>
            <a:endParaRPr lang="en-US" sz="2000" dirty="0" smtClean="0">
              <a:latin typeface="TradeGothic" pitchFamily="2" charset="0"/>
            </a:endParaRPr>
          </a:p>
          <a:p>
            <a:endParaRPr lang="en-US" sz="2000" dirty="0" smtClean="0">
              <a:latin typeface="TradeGothic" pitchFamily="2" charset="0"/>
            </a:endParaRPr>
          </a:p>
          <a:p>
            <a:endParaRPr lang="en-US" sz="2000" dirty="0">
              <a:latin typeface="TradeGothic" pitchFamily="2" charset="0"/>
            </a:endParaRPr>
          </a:p>
          <a:p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637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kern="1200" dirty="0" smtClean="0">
                <a:solidFill>
                  <a:srgbClr val="F82036"/>
                </a:solidFill>
                <a:latin typeface="Memphis Medium"/>
                <a:ea typeface="+mn-ea"/>
                <a:cs typeface="Memphis Medium"/>
              </a:rPr>
              <a:t>Key</a:t>
            </a:r>
            <a:r>
              <a:rPr lang="en-US" sz="3600" b="1" kern="1200" dirty="0" smtClean="0">
                <a:solidFill>
                  <a:srgbClr val="F82036"/>
                </a:solidFill>
                <a:latin typeface="Memphis Medium"/>
                <a:ea typeface="+mn-ea"/>
                <a:cs typeface="Memphis Medium"/>
              </a:rPr>
              <a:t> Dates &amp; Deadlines</a:t>
            </a:r>
            <a:endParaRPr lang="en-US" sz="3600" b="1" kern="1200" dirty="0">
              <a:solidFill>
                <a:srgbClr val="F82036"/>
              </a:solidFill>
              <a:latin typeface="Memphis Medium"/>
              <a:ea typeface="+mn-ea"/>
              <a:cs typeface="Memphis Medium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295400"/>
            <a:ext cx="7767319" cy="3684143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sz="2000" b="1" dirty="0" smtClean="0">
                <a:latin typeface="TradeGothic" pitchFamily="2" charset="0"/>
              </a:rPr>
              <a:t>Board Related Meetings</a:t>
            </a:r>
          </a:p>
          <a:p>
            <a:pPr marL="457200" indent="-457200">
              <a:buAutoNum type="arabicPeriod"/>
            </a:pPr>
            <a:endParaRPr lang="en-US" sz="2000" b="1" dirty="0">
              <a:latin typeface="TradeGothic" pitchFamily="2" charset="0"/>
            </a:endParaRPr>
          </a:p>
          <a:p>
            <a:pPr marL="342900" lvl="3" indent="-342900">
              <a:buFont typeface="Arial" pitchFamily="34" charset="0"/>
              <a:buChar char="•"/>
            </a:pPr>
            <a:r>
              <a:rPr lang="en-US" sz="2000" dirty="0" smtClean="0">
                <a:latin typeface="TradeGothic" pitchFamily="2" charset="0"/>
              </a:rPr>
              <a:t>October 24</a:t>
            </a:r>
            <a:r>
              <a:rPr lang="en-US" sz="2000" baseline="30000" dirty="0" smtClean="0">
                <a:latin typeface="TradeGothic" pitchFamily="2" charset="0"/>
              </a:rPr>
              <a:t>th</a:t>
            </a:r>
            <a:r>
              <a:rPr lang="en-US" sz="2000" dirty="0" smtClean="0">
                <a:latin typeface="TradeGothic" pitchFamily="2" charset="0"/>
              </a:rPr>
              <a:t> – Board Meeting </a:t>
            </a:r>
          </a:p>
          <a:p>
            <a:pPr marL="342900" lvl="3" indent="-342900">
              <a:buFont typeface="Arial" pitchFamily="34" charset="0"/>
              <a:buChar char="•"/>
            </a:pPr>
            <a:r>
              <a:rPr lang="en-US" sz="2000" dirty="0" smtClean="0">
                <a:latin typeface="TradeGothic" pitchFamily="2" charset="0"/>
              </a:rPr>
              <a:t>December 5</a:t>
            </a:r>
            <a:r>
              <a:rPr lang="en-US" sz="2000" baseline="30000" dirty="0" smtClean="0">
                <a:latin typeface="TradeGothic" pitchFamily="2" charset="0"/>
              </a:rPr>
              <a:t>th</a:t>
            </a:r>
            <a:r>
              <a:rPr lang="en-US" sz="2000" dirty="0" smtClean="0">
                <a:latin typeface="TradeGothic" pitchFamily="2" charset="0"/>
              </a:rPr>
              <a:t> – Board Elections</a:t>
            </a:r>
          </a:p>
          <a:p>
            <a:pPr marL="342900" lvl="3" indent="-342900">
              <a:buFont typeface="Arial" pitchFamily="34" charset="0"/>
              <a:buChar char="•"/>
            </a:pPr>
            <a:r>
              <a:rPr lang="en-US" sz="2000" dirty="0" smtClean="0">
                <a:latin typeface="TradeGothic" pitchFamily="2" charset="0"/>
              </a:rPr>
              <a:t>December 7</a:t>
            </a:r>
            <a:r>
              <a:rPr lang="en-US" sz="2000" baseline="30000" dirty="0" smtClean="0">
                <a:latin typeface="TradeGothic" pitchFamily="2" charset="0"/>
              </a:rPr>
              <a:t>th  </a:t>
            </a:r>
            <a:r>
              <a:rPr lang="en-US" sz="2000" dirty="0" smtClean="0">
                <a:latin typeface="TradeGothic" pitchFamily="2" charset="0"/>
              </a:rPr>
              <a:t>– Board Meeting </a:t>
            </a:r>
          </a:p>
          <a:p>
            <a:pPr lvl="2"/>
            <a:endParaRPr lang="en-US" sz="2000" dirty="0" smtClean="0">
              <a:latin typeface="TradeGothic" pitchFamily="2" charset="0"/>
            </a:endParaRPr>
          </a:p>
          <a:p>
            <a:pPr lvl="2"/>
            <a:endParaRPr lang="en-US" sz="2000" dirty="0" smtClean="0">
              <a:latin typeface="TradeGothic" pitchFamily="2" charset="0"/>
            </a:endParaRPr>
          </a:p>
          <a:p>
            <a:pPr lvl="2"/>
            <a:r>
              <a:rPr lang="en-US" sz="2000" b="1" dirty="0" smtClean="0">
                <a:latin typeface="TradeGothic" pitchFamily="2" charset="0"/>
              </a:rPr>
              <a:t>2. </a:t>
            </a:r>
            <a:r>
              <a:rPr lang="en-US" sz="2000" b="1" dirty="0" smtClean="0">
                <a:latin typeface="TradeGothic" pitchFamily="2" charset="0"/>
              </a:rPr>
              <a:t>Budget Process</a:t>
            </a:r>
          </a:p>
          <a:p>
            <a:pPr marL="342900" lvl="2" indent="-342900">
              <a:buFont typeface="Arial" pitchFamily="34" charset="0"/>
              <a:buChar char="•"/>
            </a:pPr>
            <a:r>
              <a:rPr lang="en-US" sz="2000" dirty="0" smtClean="0">
                <a:latin typeface="TradeGothic" pitchFamily="2" charset="0"/>
              </a:rPr>
              <a:t>October 20</a:t>
            </a:r>
            <a:r>
              <a:rPr lang="en-US" sz="2000" baseline="30000" dirty="0" smtClean="0">
                <a:latin typeface="TradeGothic" pitchFamily="2" charset="0"/>
              </a:rPr>
              <a:t>th</a:t>
            </a:r>
            <a:r>
              <a:rPr lang="en-US" sz="2000" dirty="0" smtClean="0">
                <a:latin typeface="TradeGothic" pitchFamily="2" charset="0"/>
              </a:rPr>
              <a:t> – Draft Program Budgets</a:t>
            </a:r>
          </a:p>
          <a:p>
            <a:pPr marL="342900" lvl="2" indent="-342900">
              <a:buFont typeface="Arial" pitchFamily="34" charset="0"/>
              <a:buChar char="•"/>
            </a:pPr>
            <a:r>
              <a:rPr lang="en-US" sz="2000" dirty="0" smtClean="0">
                <a:latin typeface="TradeGothic" pitchFamily="2" charset="0"/>
              </a:rPr>
              <a:t>Nov 1-10 – Admin Unit Budgets</a:t>
            </a:r>
          </a:p>
          <a:p>
            <a:pPr marL="342900" lvl="2" indent="-342900">
              <a:buFont typeface="Arial" pitchFamily="34" charset="0"/>
              <a:buChar char="•"/>
            </a:pPr>
            <a:r>
              <a:rPr lang="en-US" sz="2000" dirty="0" smtClean="0">
                <a:latin typeface="TradeGothic" pitchFamily="2" charset="0"/>
              </a:rPr>
              <a:t>Nov 10-20 – Negotiate &amp; Finalize Draft 2017 Budget </a:t>
            </a:r>
            <a:r>
              <a:rPr lang="en-US" sz="2000" dirty="0" smtClean="0">
                <a:latin typeface="TradeGothic" pitchFamily="2" charset="0"/>
              </a:rPr>
              <a:t> </a:t>
            </a:r>
          </a:p>
          <a:p>
            <a:pPr marL="342900" lvl="2" indent="-342900">
              <a:buFont typeface="Arial" pitchFamily="34" charset="0"/>
              <a:buChar char="•"/>
            </a:pPr>
            <a:r>
              <a:rPr lang="en-US" sz="2000" dirty="0" smtClean="0">
                <a:latin typeface="TradeGothic" pitchFamily="2" charset="0"/>
              </a:rPr>
              <a:t>By Nov 25 – Send to Board of Directors</a:t>
            </a:r>
            <a:endParaRPr lang="en-US" sz="2000" dirty="0" smtClean="0">
              <a:latin typeface="TradeGothic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dirty="0" smtClean="0">
              <a:latin typeface="TradeGothic" pitchFamily="2" charset="0"/>
            </a:endParaRPr>
          </a:p>
          <a:p>
            <a:endParaRPr lang="en-US" sz="2000" dirty="0" smtClean="0">
              <a:latin typeface="TradeGothic" pitchFamily="2" charset="0"/>
            </a:endParaRPr>
          </a:p>
          <a:p>
            <a:endParaRPr lang="en-US" sz="2000" dirty="0">
              <a:latin typeface="TradeGothic" pitchFamily="2" charset="0"/>
            </a:endParaRPr>
          </a:p>
          <a:p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462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kern="1200" dirty="0" smtClean="0">
                <a:solidFill>
                  <a:srgbClr val="F82036"/>
                </a:solidFill>
                <a:latin typeface="Memphis Medium"/>
                <a:ea typeface="+mn-ea"/>
                <a:cs typeface="Memphis Medium"/>
              </a:rPr>
              <a:t>Key</a:t>
            </a:r>
            <a:r>
              <a:rPr lang="en-US" sz="3600" b="1" kern="1200" dirty="0" smtClean="0">
                <a:solidFill>
                  <a:srgbClr val="F82036"/>
                </a:solidFill>
                <a:latin typeface="Memphis Medium"/>
                <a:ea typeface="+mn-ea"/>
                <a:cs typeface="Memphis Medium"/>
              </a:rPr>
              <a:t> Dates &amp; Deadlines</a:t>
            </a:r>
            <a:endParaRPr lang="en-US" sz="3600" b="1" kern="1200" dirty="0">
              <a:solidFill>
                <a:srgbClr val="F82036"/>
              </a:solidFill>
              <a:latin typeface="Memphis Medium"/>
              <a:ea typeface="+mn-ea"/>
              <a:cs typeface="Memphis Medium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382000" cy="3684143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sz="2000" b="1" dirty="0" smtClean="0">
                <a:latin typeface="TradeGothic" pitchFamily="2" charset="0"/>
              </a:rPr>
              <a:t>Performance Review Process </a:t>
            </a:r>
          </a:p>
          <a:p>
            <a:pPr marL="457200" indent="-457200">
              <a:buAutoNum type="arabicPeriod"/>
            </a:pPr>
            <a:endParaRPr lang="en-US" sz="2000" b="1" dirty="0">
              <a:latin typeface="TradeGothic" pitchFamily="2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radeGothic" pitchFamily="2" charset="0"/>
              </a:rPr>
              <a:t>Nov. </a:t>
            </a:r>
            <a:r>
              <a:rPr lang="en-US" sz="2000" dirty="0">
                <a:latin typeface="TradeGothic" pitchFamily="2" charset="0"/>
              </a:rPr>
              <a:t>7-15th </a:t>
            </a:r>
            <a:r>
              <a:rPr lang="en-US" sz="2000" dirty="0" smtClean="0">
                <a:latin typeface="TradeGothic" pitchFamily="2" charset="0"/>
              </a:rPr>
              <a:t>- send </a:t>
            </a:r>
            <a:r>
              <a:rPr lang="en-US" sz="2000" dirty="0">
                <a:latin typeface="TradeGothic" pitchFamily="2" charset="0"/>
              </a:rPr>
              <a:t>initial performance review email and attachments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radeGothic" pitchFamily="2" charset="0"/>
              </a:rPr>
              <a:t>Dec. </a:t>
            </a:r>
            <a:r>
              <a:rPr lang="en-US" sz="2000" dirty="0">
                <a:latin typeface="TradeGothic" pitchFamily="2" charset="0"/>
              </a:rPr>
              <a:t>16th </a:t>
            </a:r>
            <a:r>
              <a:rPr lang="en-US" sz="2000" dirty="0" smtClean="0">
                <a:latin typeface="TradeGothic" pitchFamily="2" charset="0"/>
              </a:rPr>
              <a:t>- all </a:t>
            </a:r>
            <a:r>
              <a:rPr lang="en-US" sz="2000" dirty="0">
                <a:latin typeface="TradeGothic" pitchFamily="2" charset="0"/>
              </a:rPr>
              <a:t>completed reviews for individuals and units submitted and draft 2017 goals.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radeGothic" pitchFamily="2" charset="0"/>
              </a:rPr>
              <a:t>Dec. </a:t>
            </a:r>
            <a:r>
              <a:rPr lang="en-US" sz="2000" dirty="0">
                <a:latin typeface="TradeGothic" pitchFamily="2" charset="0"/>
              </a:rPr>
              <a:t>23rd </a:t>
            </a:r>
            <a:r>
              <a:rPr lang="en-US" sz="2000" dirty="0" smtClean="0">
                <a:latin typeface="TradeGothic" pitchFamily="2" charset="0"/>
              </a:rPr>
              <a:t>- Steve </a:t>
            </a:r>
            <a:r>
              <a:rPr lang="en-US" sz="2000" dirty="0">
                <a:latin typeface="TradeGothic" pitchFamily="2" charset="0"/>
              </a:rPr>
              <a:t>completes his review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radeGothic" pitchFamily="2" charset="0"/>
              </a:rPr>
              <a:t>Jan. </a:t>
            </a:r>
            <a:r>
              <a:rPr lang="en-US" sz="2000" dirty="0">
                <a:latin typeface="TradeGothic" pitchFamily="2" charset="0"/>
              </a:rPr>
              <a:t>20th </a:t>
            </a:r>
            <a:r>
              <a:rPr lang="en-US" sz="2000" dirty="0" smtClean="0">
                <a:latin typeface="TradeGothic" pitchFamily="2" charset="0"/>
              </a:rPr>
              <a:t>- final </a:t>
            </a:r>
            <a:r>
              <a:rPr lang="en-US" sz="2000" dirty="0">
                <a:latin typeface="TradeGothic" pitchFamily="2" charset="0"/>
              </a:rPr>
              <a:t>2017 goals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radeGothic" pitchFamily="2" charset="0"/>
              </a:rPr>
              <a:t>Jan. </a:t>
            </a:r>
            <a:r>
              <a:rPr lang="en-US" sz="2000" dirty="0">
                <a:latin typeface="TradeGothic" pitchFamily="2" charset="0"/>
              </a:rPr>
              <a:t>26th </a:t>
            </a:r>
            <a:r>
              <a:rPr lang="en-US" sz="2000" dirty="0" smtClean="0">
                <a:latin typeface="TradeGothic" pitchFamily="2" charset="0"/>
              </a:rPr>
              <a:t>- draft </a:t>
            </a:r>
            <a:r>
              <a:rPr lang="en-US" sz="2000" dirty="0">
                <a:latin typeface="TradeGothic" pitchFamily="2" charset="0"/>
              </a:rPr>
              <a:t>presentations ready for review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radeGothic" pitchFamily="2" charset="0"/>
              </a:rPr>
              <a:t>Jan. </a:t>
            </a:r>
            <a:r>
              <a:rPr lang="en-US" sz="2000" dirty="0">
                <a:latin typeface="TradeGothic" pitchFamily="2" charset="0"/>
              </a:rPr>
              <a:t>31st </a:t>
            </a:r>
            <a:r>
              <a:rPr lang="en-US" sz="2000" dirty="0" smtClean="0">
                <a:latin typeface="TradeGothic" pitchFamily="2" charset="0"/>
              </a:rPr>
              <a:t>- review </a:t>
            </a:r>
            <a:r>
              <a:rPr lang="en-US" sz="2000" dirty="0">
                <a:latin typeface="TradeGothic" pitchFamily="2" charset="0"/>
              </a:rPr>
              <a:t>preview all staff retreat </a:t>
            </a:r>
          </a:p>
          <a:p>
            <a:pPr lvl="2"/>
            <a:endParaRPr lang="en-US" sz="2000" dirty="0" smtClean="0">
              <a:latin typeface="TradeGothic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dirty="0" smtClean="0">
              <a:latin typeface="TradeGothic" pitchFamily="2" charset="0"/>
            </a:endParaRPr>
          </a:p>
          <a:p>
            <a:endParaRPr lang="en-US" sz="2000" dirty="0" smtClean="0">
              <a:latin typeface="TradeGothic" pitchFamily="2" charset="0"/>
            </a:endParaRPr>
          </a:p>
          <a:p>
            <a:endParaRPr lang="en-US" sz="2000" dirty="0">
              <a:latin typeface="TradeGothic" pitchFamily="2" charset="0"/>
            </a:endParaRPr>
          </a:p>
          <a:p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409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1" ma:contentTypeDescription="Create a new document." ma:contentTypeScope="" ma:versionID="acd556ae07fa19f48e80b51b5070dad1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dc96546954f3f270c213e8ea1cb1272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9A9B17F-9184-4412-B834-6E591704D2E1}"/>
</file>

<file path=customXml/itemProps2.xml><?xml version="1.0" encoding="utf-8"?>
<ds:datastoreItem xmlns:ds="http://schemas.openxmlformats.org/officeDocument/2006/customXml" ds:itemID="{E0BD1EAE-8EC0-4D69-828D-155C95EAA344}"/>
</file>

<file path=customXml/itemProps3.xml><?xml version="1.0" encoding="utf-8"?>
<ds:datastoreItem xmlns:ds="http://schemas.openxmlformats.org/officeDocument/2006/customXml" ds:itemID="{460BF77B-5BCC-4615-AC7E-B914753A137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38135</TotalTime>
  <Words>161</Words>
  <Application>Microsoft Office PowerPoint</Application>
  <PresentationFormat>On-screen Show (4:3)</PresentationFormat>
  <Paragraphs>43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Today’s Agenda</vt:lpstr>
      <vt:lpstr>Key Dates &amp; Deadlines</vt:lpstr>
      <vt:lpstr>Key Dates &amp; Deadlines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Security and Agriculture</dc:title>
  <dc:creator>Michael Moscarelli</dc:creator>
  <cp:lastModifiedBy>Sherrita Wilkins</cp:lastModifiedBy>
  <cp:revision>51</cp:revision>
  <cp:lastPrinted>2016-09-12T13:38:58Z</cp:lastPrinted>
  <dcterms:created xsi:type="dcterms:W3CDTF">2016-04-25T13:45:48Z</dcterms:created>
  <dcterms:modified xsi:type="dcterms:W3CDTF">2016-10-07T13:22:39Z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2016-04-11T00:00:00Z</vt:filetime>
  </property>
  <property fmtid="{D5CDD505-2E9C-101B-9397-08002B2CF9AE}" pid="3" name="LastSaved">
    <vt:filetime>2016-04-25T00:00:00Z</vt:filetime>
  </property>
  <property fmtid="{D5CDD505-2E9C-101B-9397-08002B2CF9AE}" pid="4" name="ContentTypeId">
    <vt:lpwstr>0x0101003206C8355D678A459F2EF8957171B231</vt:lpwstr>
  </property>
  <property fmtid="{D5CDD505-2E9C-101B-9397-08002B2CF9AE}" pid="5" name="Order">
    <vt:r8>43800</vt:r8>
  </property>
</Properties>
</file>