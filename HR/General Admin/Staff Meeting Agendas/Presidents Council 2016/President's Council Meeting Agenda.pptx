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ustomXml" Target="../customXml/item1.xml"/><Relationship Id="rId3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tableStyles" Target="tableStyles.xml"/><Relationship Id="rId15" Type="http://schemas.openxmlformats.org/officeDocument/2006/relationships/customXml" Target="../customXml/item3.xml"/><Relationship Id="rId10" Type="http://schemas.openxmlformats.org/officeDocument/2006/relationships/slide" Target="slides/slide5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3999" cy="188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39239" y="572325"/>
            <a:ext cx="3613912" cy="661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880228" y="1782317"/>
            <a:ext cx="3511573" cy="39888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731736"/>
            <a:ext cx="9143999" cy="112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57200" y="6279127"/>
            <a:ext cx="2803271" cy="513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bk object 18"/>
          <p:cNvSpPr/>
          <p:nvPr/>
        </p:nvSpPr>
        <p:spPr>
          <a:xfrm>
            <a:off x="7107681" y="6446177"/>
            <a:ext cx="221005" cy="221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bk object 19"/>
          <p:cNvSpPr/>
          <p:nvPr/>
        </p:nvSpPr>
        <p:spPr>
          <a:xfrm>
            <a:off x="5446648" y="6415011"/>
            <a:ext cx="314794" cy="3147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305" y="487298"/>
            <a:ext cx="6549389" cy="6721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29917"/>
            <a:ext cx="7767319" cy="36841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95746" y="6465417"/>
            <a:ext cx="1414779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3421" y="6465417"/>
            <a:ext cx="1225092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artners.net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www.partners.net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artners.net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www.partners.net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artners.net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artners.net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5236" y="2571877"/>
            <a:ext cx="6114415" cy="5626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3600" b="1">
                <a:solidFill>
                  <a:srgbClr val="F82036"/>
                </a:solidFill>
                <a:latin typeface="Memphis Medium"/>
                <a:cs typeface="Memphis Medium"/>
              </a:rPr>
              <a:t>President</a:t>
            </a:r>
            <a:r>
              <a:rPr dirty="0" smtClean="0" sz="3600" spc="-270" b="1">
                <a:solidFill>
                  <a:srgbClr val="F82036"/>
                </a:solidFill>
                <a:latin typeface="Memphis Medium"/>
                <a:cs typeface="Memphis Medium"/>
              </a:rPr>
              <a:t>’</a:t>
            </a:r>
            <a:r>
              <a:rPr dirty="0" smtClean="0" sz="3600" spc="0" b="1">
                <a:solidFill>
                  <a:srgbClr val="F82036"/>
                </a:solidFill>
                <a:latin typeface="Memphis Medium"/>
                <a:cs typeface="Memphis Medium"/>
              </a:rPr>
              <a:t>s Council Me</a:t>
            </a:r>
            <a:r>
              <a:rPr dirty="0" smtClean="0" sz="3600" spc="10" b="1">
                <a:solidFill>
                  <a:srgbClr val="F82036"/>
                </a:solidFill>
                <a:latin typeface="Memphis Medium"/>
                <a:cs typeface="Memphis Medium"/>
              </a:rPr>
              <a:t>e</a:t>
            </a:r>
            <a:r>
              <a:rPr dirty="0" smtClean="0" sz="3600" spc="0" b="1">
                <a:solidFill>
                  <a:srgbClr val="F82036"/>
                </a:solidFill>
                <a:latin typeface="Memphis Medium"/>
                <a:cs typeface="Memphis Medium"/>
              </a:rPr>
              <a:t>ting</a:t>
            </a:r>
            <a:endParaRPr sz="3600">
              <a:latin typeface="Memphis Medium"/>
              <a:cs typeface="Memphi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8673" y="3925696"/>
            <a:ext cx="1254125" cy="31496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000">
                <a:latin typeface="TradeGothic"/>
                <a:cs typeface="TradeGothic"/>
              </a:rPr>
              <a:t>3/2</a:t>
            </a:r>
            <a:r>
              <a:rPr dirty="0" smtClean="0" sz="2000" spc="-10">
                <a:latin typeface="TradeGothic"/>
                <a:cs typeface="TradeGothic"/>
              </a:rPr>
              <a:t>8</a:t>
            </a:r>
            <a:r>
              <a:rPr dirty="0" smtClean="0" sz="2000" spc="0">
                <a:latin typeface="TradeGothic"/>
                <a:cs typeface="TradeGothic"/>
              </a:rPr>
              <a:t>/20</a:t>
            </a:r>
            <a:r>
              <a:rPr dirty="0" smtClean="0" sz="2000" spc="-10">
                <a:latin typeface="TradeGothic"/>
                <a:cs typeface="TradeGothic"/>
              </a:rPr>
              <a:t>1</a:t>
            </a:r>
            <a:r>
              <a:rPr dirty="0" smtClean="0" sz="2000" spc="0">
                <a:latin typeface="TradeGothic"/>
                <a:cs typeface="TradeGothic"/>
              </a:rPr>
              <a:t>6</a:t>
            </a:r>
            <a:endParaRPr sz="2000">
              <a:latin typeface="TradeGothic"/>
              <a:cs typeface="Trade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200025">
              <a:lnSpc>
                <a:spcPct val="100000"/>
              </a:lnSpc>
            </a:pPr>
            <a:r>
              <a:rPr dirty="0" smtClean="0" sz="4400" b="1">
                <a:solidFill>
                  <a:srgbClr val="F82036"/>
                </a:solidFill>
                <a:latin typeface="Memphis Medium"/>
                <a:cs typeface="Memphis Medium"/>
              </a:rPr>
              <a:t>Agenda</a:t>
            </a:r>
            <a:r>
              <a:rPr dirty="0" smtClean="0" sz="4400" spc="-20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&amp; Deliverables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563878"/>
            <a:ext cx="8566150" cy="4126229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mtClean="0" sz="1800" spc="10">
                <a:latin typeface="TradeGothic"/>
                <a:cs typeface="TradeGothic"/>
              </a:rPr>
              <a:t>W</a:t>
            </a:r>
            <a:r>
              <a:rPr dirty="0" smtClean="0" sz="1800" spc="5">
                <a:latin typeface="TradeGothic"/>
                <a:cs typeface="TradeGothic"/>
              </a:rPr>
              <a:t>h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t</a:t>
            </a:r>
            <a:r>
              <a:rPr dirty="0" smtClean="0" sz="1800" spc="-70">
                <a:latin typeface="TradeGothic"/>
                <a:cs typeface="TradeGothic"/>
              </a:rPr>
              <a:t>’</a:t>
            </a:r>
            <a:r>
              <a:rPr dirty="0" smtClean="0" sz="1800" spc="0">
                <a:latin typeface="TradeGothic"/>
                <a:cs typeface="TradeGothic"/>
              </a:rPr>
              <a:t>s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n</a:t>
            </a:r>
            <a:r>
              <a:rPr dirty="0" smtClean="0" sz="1800" spc="-2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t</a:t>
            </a:r>
            <a:r>
              <a:rPr dirty="0" smtClean="0" sz="1800" spc="5">
                <a:latin typeface="TradeGothic"/>
                <a:cs typeface="TradeGothic"/>
              </a:rPr>
              <a:t>h</a:t>
            </a:r>
            <a:r>
              <a:rPr dirty="0" smtClean="0" sz="1800" spc="0">
                <a:latin typeface="TradeGothic"/>
                <a:cs typeface="TradeGothic"/>
              </a:rPr>
              <a:t>e</a:t>
            </a:r>
            <a:r>
              <a:rPr dirty="0" smtClean="0" sz="1800" spc="-2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P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5">
                <a:latin typeface="TradeGothic"/>
                <a:cs typeface="TradeGothic"/>
              </a:rPr>
              <a:t>p</a:t>
            </a:r>
            <a:r>
              <a:rPr dirty="0" smtClean="0" sz="1800" spc="0">
                <a:latin typeface="TradeGothic"/>
                <a:cs typeface="TradeGothic"/>
              </a:rPr>
              <a:t>e</a:t>
            </a:r>
            <a:r>
              <a:rPr dirty="0" smtClean="0" sz="1800" spc="-10">
                <a:latin typeface="TradeGothic"/>
                <a:cs typeface="TradeGothic"/>
              </a:rPr>
              <a:t>l</a:t>
            </a:r>
            <a:r>
              <a:rPr dirty="0" smtClean="0" sz="1800" spc="0">
                <a:latin typeface="TradeGothic"/>
                <a:cs typeface="TradeGothic"/>
              </a:rPr>
              <a:t>ine?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(</a:t>
            </a:r>
            <a:r>
              <a:rPr dirty="0" smtClean="0" sz="1800" spc="10">
                <a:latin typeface="TradeGothic"/>
                <a:cs typeface="TradeGothic"/>
              </a:rPr>
              <a:t>2</a:t>
            </a:r>
            <a:r>
              <a:rPr dirty="0" smtClean="0" sz="1800" spc="0">
                <a:latin typeface="TradeGothic"/>
                <a:cs typeface="TradeGothic"/>
              </a:rPr>
              <a:t>5</a:t>
            </a:r>
            <a:r>
              <a:rPr dirty="0" smtClean="0" sz="1800" spc="-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m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5">
                <a:latin typeface="TradeGothic"/>
                <a:cs typeface="TradeGothic"/>
              </a:rPr>
              <a:t>n</a:t>
            </a:r>
            <a:r>
              <a:rPr dirty="0" smtClean="0" sz="1800" spc="0">
                <a:latin typeface="TradeGothic"/>
                <a:cs typeface="TradeGothic"/>
              </a:rPr>
              <a:t>utes)</a:t>
            </a:r>
            <a:endParaRPr sz="1800">
              <a:latin typeface="TradeGothic"/>
              <a:cs typeface="TradeGothic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dirty="0" smtClean="0" sz="1800">
                <a:latin typeface="Wingdings"/>
                <a:cs typeface="Wingdings"/>
              </a:rPr>
              <a:t></a:t>
            </a:r>
            <a:r>
              <a:rPr dirty="0" smtClean="0" sz="1800" spc="200">
                <a:latin typeface="Times New Roman"/>
                <a:cs typeface="Times New Roman"/>
              </a:rPr>
              <a:t> </a:t>
            </a:r>
            <a:r>
              <a:rPr dirty="0" smtClean="0" sz="1800" spc="0" u="heavy">
                <a:latin typeface="TradeGothic"/>
                <a:cs typeface="TradeGothic"/>
              </a:rPr>
              <a:t>Del</a:t>
            </a:r>
            <a:r>
              <a:rPr dirty="0" smtClean="0" sz="1800" spc="5" u="heavy">
                <a:latin typeface="TradeGothic"/>
                <a:cs typeface="TradeGothic"/>
              </a:rPr>
              <a:t>i</a:t>
            </a:r>
            <a:r>
              <a:rPr dirty="0" smtClean="0" sz="1800" spc="0" u="heavy">
                <a:latin typeface="TradeGothic"/>
                <a:cs typeface="TradeGothic"/>
              </a:rPr>
              <a:t>ver</a:t>
            </a:r>
            <a:r>
              <a:rPr dirty="0" smtClean="0" sz="1800" spc="0" u="heavy">
                <a:latin typeface="TradeGothic"/>
                <a:cs typeface="TradeGothic"/>
              </a:rPr>
              <a:t>able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– l</a:t>
            </a:r>
            <a:r>
              <a:rPr dirty="0" smtClean="0" sz="1800" spc="5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st of</a:t>
            </a:r>
            <a:r>
              <a:rPr dirty="0" smtClean="0" sz="1800" spc="-1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each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u</a:t>
            </a:r>
            <a:r>
              <a:rPr dirty="0" smtClean="0" sz="1800" spc="-10">
                <a:latin typeface="TradeGothic"/>
                <a:cs typeface="TradeGothic"/>
              </a:rPr>
              <a:t>n</a:t>
            </a:r>
            <a:r>
              <a:rPr dirty="0" smtClean="0" sz="1800" spc="0">
                <a:latin typeface="TradeGothic"/>
                <a:cs typeface="TradeGothic"/>
              </a:rPr>
              <a:t>it</a:t>
            </a:r>
            <a:r>
              <a:rPr dirty="0" smtClean="0" sz="1800" spc="-65">
                <a:latin typeface="TradeGothic"/>
                <a:cs typeface="TradeGothic"/>
              </a:rPr>
              <a:t>’</a:t>
            </a:r>
            <a:r>
              <a:rPr dirty="0" smtClean="0" sz="1800" spc="0">
                <a:latin typeface="TradeGothic"/>
                <a:cs typeface="TradeGothic"/>
              </a:rPr>
              <a:t>s top acti</a:t>
            </a:r>
            <a:r>
              <a:rPr dirty="0" smtClean="0" sz="1800" spc="5">
                <a:latin typeface="TradeGothic"/>
                <a:cs typeface="TradeGothic"/>
              </a:rPr>
              <a:t>v</a:t>
            </a:r>
            <a:r>
              <a:rPr dirty="0" smtClean="0" sz="1800" spc="0">
                <a:latin typeface="TradeGothic"/>
                <a:cs typeface="TradeGothic"/>
              </a:rPr>
              <a:t>it</a:t>
            </a:r>
            <a:r>
              <a:rPr dirty="0" smtClean="0" sz="1800" spc="5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es</a:t>
            </a:r>
            <a:r>
              <a:rPr dirty="0" smtClean="0" sz="1800" spc="-2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and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dea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l</a:t>
            </a:r>
            <a:r>
              <a:rPr dirty="0" smtClean="0" sz="1800" spc="5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nes for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the </a:t>
            </a:r>
            <a:r>
              <a:rPr dirty="0" smtClean="0" sz="1800" spc="25">
                <a:latin typeface="TradeGothic"/>
                <a:cs typeface="TradeGothic"/>
              </a:rPr>
              <a:t>2</a:t>
            </a:r>
            <a:r>
              <a:rPr dirty="0" smtClean="0" baseline="25462" sz="1800" spc="0">
                <a:latin typeface="TradeGothic"/>
                <a:cs typeface="TradeGothic"/>
              </a:rPr>
              <a:t>nd</a:t>
            </a:r>
            <a:r>
              <a:rPr dirty="0" smtClean="0" baseline="25462" sz="1800" spc="247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q</a:t>
            </a:r>
            <a:r>
              <a:rPr dirty="0" smtClean="0" sz="1800" spc="-10">
                <a:latin typeface="TradeGothic"/>
                <a:cs typeface="TradeGothic"/>
              </a:rPr>
              <a:t>u</a:t>
            </a:r>
            <a:r>
              <a:rPr dirty="0" smtClean="0" sz="1800" spc="0">
                <a:latin typeface="TradeGothic"/>
                <a:cs typeface="TradeGothic"/>
              </a:rPr>
              <a:t>arter</a:t>
            </a:r>
            <a:endParaRPr sz="1800">
              <a:latin typeface="TradeGothic"/>
              <a:cs typeface="TradeGothic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3"/>
              </a:spcBef>
            </a:pPr>
            <a:endParaRPr sz="1000"/>
          </a:p>
          <a:p>
            <a:pPr marL="413384" indent="-401320">
              <a:lnSpc>
                <a:spcPct val="100000"/>
              </a:lnSpc>
              <a:buFont typeface="Wingdings"/>
              <a:buChar char=""/>
              <a:tabLst>
                <a:tab pos="413384" algn="l"/>
              </a:tabLst>
            </a:pP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5">
                <a:latin typeface="TradeGothic"/>
                <a:cs typeface="TradeGothic"/>
              </a:rPr>
              <a:t>p</a:t>
            </a:r>
            <a:r>
              <a:rPr dirty="0" smtClean="0" sz="1800" spc="10">
                <a:latin typeface="TradeGothic"/>
                <a:cs typeface="TradeGothic"/>
              </a:rPr>
              <a:t>r</a:t>
            </a:r>
            <a:r>
              <a:rPr dirty="0" smtClean="0" sz="1800" spc="0">
                <a:latin typeface="TradeGothic"/>
                <a:cs typeface="TradeGothic"/>
              </a:rPr>
              <a:t>il</a:t>
            </a:r>
            <a:r>
              <a:rPr dirty="0" smtClean="0" sz="1800" spc="-40">
                <a:latin typeface="TradeGothic"/>
                <a:cs typeface="TradeGothic"/>
              </a:rPr>
              <a:t> </a:t>
            </a:r>
            <a:r>
              <a:rPr dirty="0" smtClean="0" sz="1800" spc="20">
                <a:latin typeface="TradeGothic"/>
                <a:cs typeface="TradeGothic"/>
              </a:rPr>
              <a:t>4</a:t>
            </a:r>
            <a:r>
              <a:rPr dirty="0" smtClean="0" baseline="25462" sz="1800" spc="7">
                <a:latin typeface="TradeGothic"/>
                <a:cs typeface="TradeGothic"/>
              </a:rPr>
              <a:t>t</a:t>
            </a:r>
            <a:r>
              <a:rPr dirty="0" smtClean="0" baseline="25462" sz="1800" spc="0">
                <a:latin typeface="TradeGothic"/>
                <a:cs typeface="TradeGothic"/>
              </a:rPr>
              <a:t>h</a:t>
            </a:r>
            <a:r>
              <a:rPr dirty="0" smtClean="0" baseline="25462" sz="1800" spc="22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10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M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10">
                <a:latin typeface="TradeGothic"/>
                <a:cs typeface="TradeGothic"/>
              </a:rPr>
              <a:t>g</a:t>
            </a:r>
            <a:r>
              <a:rPr dirty="0" smtClean="0" sz="1800" spc="10">
                <a:latin typeface="TradeGothic"/>
                <a:cs typeface="TradeGothic"/>
              </a:rPr>
              <a:t>e</a:t>
            </a:r>
            <a:r>
              <a:rPr dirty="0" smtClean="0" sz="1800" spc="0">
                <a:latin typeface="TradeGothic"/>
                <a:cs typeface="TradeGothic"/>
              </a:rPr>
              <a:t>nda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(</a:t>
            </a:r>
            <a:r>
              <a:rPr dirty="0" smtClean="0" sz="1800" spc="10">
                <a:latin typeface="TradeGothic"/>
                <a:cs typeface="TradeGothic"/>
              </a:rPr>
              <a:t>1</a:t>
            </a:r>
            <a:r>
              <a:rPr dirty="0" smtClean="0" sz="1800" spc="0">
                <a:latin typeface="TradeGothic"/>
                <a:cs typeface="TradeGothic"/>
              </a:rPr>
              <a:t>0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m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5">
                <a:latin typeface="TradeGothic"/>
                <a:cs typeface="TradeGothic"/>
              </a:rPr>
              <a:t>n</a:t>
            </a:r>
            <a:r>
              <a:rPr dirty="0" smtClean="0" sz="1800" spc="0">
                <a:latin typeface="TradeGothic"/>
                <a:cs typeface="TradeGothic"/>
              </a:rPr>
              <a:t>utes)</a:t>
            </a:r>
            <a:endParaRPr sz="1800">
              <a:latin typeface="TradeGothic"/>
              <a:cs typeface="TradeGothic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dirty="0" smtClean="0" sz="1800">
                <a:latin typeface="Wingdings"/>
                <a:cs typeface="Wingdings"/>
              </a:rPr>
              <a:t></a:t>
            </a:r>
            <a:r>
              <a:rPr dirty="0" smtClean="0" sz="1800" spc="200">
                <a:latin typeface="Times New Roman"/>
                <a:cs typeface="Times New Roman"/>
              </a:rPr>
              <a:t> </a:t>
            </a:r>
            <a:r>
              <a:rPr dirty="0" smtClean="0" sz="1800" spc="0" u="heavy">
                <a:latin typeface="TradeGothic"/>
                <a:cs typeface="TradeGothic"/>
              </a:rPr>
              <a:t>Del</a:t>
            </a:r>
            <a:r>
              <a:rPr dirty="0" smtClean="0" sz="1800" spc="5" u="heavy">
                <a:latin typeface="TradeGothic"/>
                <a:cs typeface="TradeGothic"/>
              </a:rPr>
              <a:t>i</a:t>
            </a:r>
            <a:r>
              <a:rPr dirty="0" smtClean="0" sz="1800" spc="0" u="heavy">
                <a:latin typeface="TradeGothic"/>
                <a:cs typeface="TradeGothic"/>
              </a:rPr>
              <a:t>ver</a:t>
            </a:r>
            <a:r>
              <a:rPr dirty="0" smtClean="0" sz="1800" spc="0" u="heavy">
                <a:latin typeface="TradeGothic"/>
                <a:cs typeface="TradeGothic"/>
              </a:rPr>
              <a:t>able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– </a:t>
            </a:r>
            <a:r>
              <a:rPr dirty="0" smtClean="0" sz="1800" spc="0">
                <a:latin typeface="TradeGothic"/>
                <a:cs typeface="TradeGothic"/>
              </a:rPr>
              <a:t>outline of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the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agen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a for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the </a:t>
            </a:r>
            <a:r>
              <a:rPr dirty="0" smtClean="0" sz="1800" spc="-10">
                <a:latin typeface="TradeGothic"/>
                <a:cs typeface="TradeGothic"/>
              </a:rPr>
              <a:t>u</a:t>
            </a:r>
            <a:r>
              <a:rPr dirty="0" smtClean="0" sz="1800" spc="0">
                <a:latin typeface="TradeGothic"/>
                <a:cs typeface="TradeGothic"/>
              </a:rPr>
              <a:t>pcomi</a:t>
            </a:r>
            <a:r>
              <a:rPr dirty="0" smtClean="0" sz="1800" spc="-10">
                <a:latin typeface="TradeGothic"/>
                <a:cs typeface="TradeGothic"/>
              </a:rPr>
              <a:t>n</a:t>
            </a:r>
            <a:r>
              <a:rPr dirty="0" smtClean="0" sz="1800" spc="0">
                <a:latin typeface="TradeGothic"/>
                <a:cs typeface="TradeGothic"/>
              </a:rPr>
              <a:t>g</a:t>
            </a:r>
            <a:r>
              <a:rPr dirty="0" smtClean="0" sz="1800" spc="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A</a:t>
            </a:r>
            <a:r>
              <a:rPr dirty="0" smtClean="0" sz="1800" spc="5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M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to </a:t>
            </a:r>
            <a:r>
              <a:rPr dirty="0" smtClean="0" sz="1800" spc="5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hare</a:t>
            </a:r>
            <a:r>
              <a:rPr dirty="0" smtClean="0" sz="1800" spc="-1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with </a:t>
            </a:r>
            <a:r>
              <a:rPr dirty="0" smtClean="0" sz="1800" spc="5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taff</a:t>
            </a:r>
            <a:endParaRPr sz="1800">
              <a:latin typeface="TradeGothic"/>
              <a:cs typeface="TradeGothic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6"/>
              </a:spcBef>
            </a:pPr>
            <a:endParaRPr sz="1000"/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mtClean="0" sz="1800" spc="10">
                <a:latin typeface="TradeGothic"/>
                <a:cs typeface="TradeGothic"/>
              </a:rPr>
              <a:t>S</a:t>
            </a:r>
            <a:r>
              <a:rPr dirty="0" smtClean="0" sz="1800" spc="5">
                <a:latin typeface="TradeGothic"/>
                <a:cs typeface="TradeGothic"/>
              </a:rPr>
              <a:t>h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re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B</a:t>
            </a:r>
            <a:r>
              <a:rPr dirty="0" smtClean="0" sz="1800" spc="10">
                <a:latin typeface="TradeGothic"/>
                <a:cs typeface="TradeGothic"/>
              </a:rPr>
              <a:t>o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rd</a:t>
            </a:r>
            <a:r>
              <a:rPr dirty="0" smtClean="0" sz="1800" spc="-40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R</a:t>
            </a:r>
            <a:r>
              <a:rPr dirty="0" smtClean="0" sz="1800" spc="10">
                <a:latin typeface="TradeGothic"/>
                <a:cs typeface="TradeGothic"/>
              </a:rPr>
              <a:t>e</a:t>
            </a:r>
            <a:r>
              <a:rPr dirty="0" smtClean="0" sz="1800" spc="5">
                <a:latin typeface="TradeGothic"/>
                <a:cs typeface="TradeGothic"/>
              </a:rPr>
              <a:t>p</a:t>
            </a:r>
            <a:r>
              <a:rPr dirty="0" smtClean="0" sz="1800" spc="0">
                <a:latin typeface="TradeGothic"/>
                <a:cs typeface="TradeGothic"/>
              </a:rPr>
              <a:t>ort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G</a:t>
            </a:r>
            <a:r>
              <a:rPr dirty="0" smtClean="0" sz="1800" spc="5">
                <a:latin typeface="TradeGothic"/>
                <a:cs typeface="TradeGothic"/>
              </a:rPr>
              <a:t>u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5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e</a:t>
            </a:r>
            <a:r>
              <a:rPr dirty="0" smtClean="0" sz="1800" spc="-10">
                <a:latin typeface="TradeGothic"/>
                <a:cs typeface="TradeGothic"/>
              </a:rPr>
              <a:t>l</a:t>
            </a:r>
            <a:r>
              <a:rPr dirty="0" smtClean="0" sz="1800" spc="0">
                <a:latin typeface="TradeGothic"/>
                <a:cs typeface="TradeGothic"/>
              </a:rPr>
              <a:t>ines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(</a:t>
            </a:r>
            <a:r>
              <a:rPr dirty="0" smtClean="0" sz="1800" spc="10">
                <a:latin typeface="TradeGothic"/>
                <a:cs typeface="TradeGothic"/>
              </a:rPr>
              <a:t>1</a:t>
            </a:r>
            <a:r>
              <a:rPr dirty="0" smtClean="0" sz="1800" spc="0">
                <a:latin typeface="TradeGothic"/>
                <a:cs typeface="TradeGothic"/>
              </a:rPr>
              <a:t>0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m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5">
                <a:latin typeface="TradeGothic"/>
                <a:cs typeface="TradeGothic"/>
              </a:rPr>
              <a:t>n</a:t>
            </a:r>
            <a:r>
              <a:rPr dirty="0" smtClean="0" sz="1800" spc="0">
                <a:latin typeface="TradeGothic"/>
                <a:cs typeface="TradeGothic"/>
              </a:rPr>
              <a:t>utes)</a:t>
            </a:r>
            <a:endParaRPr sz="1800">
              <a:latin typeface="TradeGothic"/>
              <a:cs typeface="TradeGothic"/>
            </a:endParaRPr>
          </a:p>
          <a:p>
            <a:pPr marL="756285" marR="12700" indent="-287020">
              <a:lnSpc>
                <a:spcPct val="100000"/>
              </a:lnSpc>
              <a:spcBef>
                <a:spcPts val="430"/>
              </a:spcBef>
            </a:pPr>
            <a:r>
              <a:rPr dirty="0" smtClean="0" sz="1800">
                <a:latin typeface="Wingdings"/>
                <a:cs typeface="Wingdings"/>
              </a:rPr>
              <a:t></a:t>
            </a:r>
            <a:r>
              <a:rPr dirty="0" smtClean="0" sz="1800" spc="200">
                <a:latin typeface="Times New Roman"/>
                <a:cs typeface="Times New Roman"/>
              </a:rPr>
              <a:t> </a:t>
            </a:r>
            <a:r>
              <a:rPr dirty="0" smtClean="0" sz="1800" spc="0" u="heavy">
                <a:latin typeface="TradeGothic"/>
                <a:cs typeface="TradeGothic"/>
              </a:rPr>
              <a:t>Del</a:t>
            </a:r>
            <a:r>
              <a:rPr dirty="0" smtClean="0" sz="1800" spc="5" u="heavy">
                <a:latin typeface="TradeGothic"/>
                <a:cs typeface="TradeGothic"/>
              </a:rPr>
              <a:t>i</a:t>
            </a:r>
            <a:r>
              <a:rPr dirty="0" smtClean="0" sz="1800" spc="0" u="heavy">
                <a:latin typeface="TradeGothic"/>
                <a:cs typeface="TradeGothic"/>
              </a:rPr>
              <a:t>ver</a:t>
            </a:r>
            <a:r>
              <a:rPr dirty="0" smtClean="0" sz="1800" spc="0" u="heavy">
                <a:latin typeface="TradeGothic"/>
                <a:cs typeface="TradeGothic"/>
              </a:rPr>
              <a:t>able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– </a:t>
            </a:r>
            <a:r>
              <a:rPr dirty="0" smtClean="0" sz="1800" spc="0">
                <a:latin typeface="TradeGothic"/>
                <a:cs typeface="TradeGothic"/>
              </a:rPr>
              <a:t>PC</a:t>
            </a:r>
            <a:r>
              <a:rPr dirty="0" smtClean="0" sz="1800" spc="-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has a clear </a:t>
            </a:r>
            <a:r>
              <a:rPr dirty="0" smtClean="0" sz="1800" spc="-10">
                <a:latin typeface="TradeGothic"/>
                <a:cs typeface="TradeGothic"/>
              </a:rPr>
              <a:t>u</a:t>
            </a:r>
            <a:r>
              <a:rPr dirty="0" smtClean="0" sz="1800" spc="0">
                <a:latin typeface="TradeGothic"/>
                <a:cs typeface="TradeGothic"/>
              </a:rPr>
              <a:t>n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erstan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ing</a:t>
            </a:r>
            <a:r>
              <a:rPr dirty="0" smtClean="0" sz="1800" spc="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of the req</a:t>
            </a:r>
            <a:r>
              <a:rPr dirty="0" smtClean="0" sz="1800" spc="-10">
                <a:latin typeface="TradeGothic"/>
                <a:cs typeface="TradeGothic"/>
              </a:rPr>
              <a:t>u</a:t>
            </a:r>
            <a:r>
              <a:rPr dirty="0" smtClean="0" sz="1800" spc="0">
                <a:latin typeface="TradeGothic"/>
                <a:cs typeface="TradeGothic"/>
              </a:rPr>
              <a:t>irements for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their board</a:t>
            </a:r>
            <a:r>
              <a:rPr dirty="0" smtClean="0" sz="1800" spc="0">
                <a:latin typeface="TradeGothic"/>
                <a:cs typeface="TradeGothic"/>
              </a:rPr>
              <a:t> reports due on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pril </a:t>
            </a:r>
            <a:r>
              <a:rPr dirty="0" smtClean="0" sz="1800" spc="10">
                <a:latin typeface="TradeGothic"/>
                <a:cs typeface="TradeGothic"/>
              </a:rPr>
              <a:t>7</a:t>
            </a:r>
            <a:r>
              <a:rPr dirty="0" smtClean="0" baseline="25462" sz="1800" spc="-7">
                <a:latin typeface="TradeGothic"/>
                <a:cs typeface="TradeGothic"/>
              </a:rPr>
              <a:t>th</a:t>
            </a:r>
            <a:endParaRPr baseline="25462" sz="1800">
              <a:latin typeface="TradeGothic"/>
              <a:cs typeface="TradeGothic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7"/>
              </a:spcBef>
            </a:pPr>
            <a:endParaRPr sz="1000"/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5042535" algn="l"/>
              </a:tabLst>
            </a:pPr>
            <a:r>
              <a:rPr dirty="0" smtClean="0" sz="1800" spc="5">
                <a:latin typeface="TradeGothic"/>
                <a:cs typeface="TradeGothic"/>
              </a:rPr>
              <a:t>R</a:t>
            </a:r>
            <a:r>
              <a:rPr dirty="0" smtClean="0" sz="1800" spc="5">
                <a:latin typeface="TradeGothic"/>
                <a:cs typeface="TradeGothic"/>
              </a:rPr>
              <a:t>e</a:t>
            </a:r>
            <a:r>
              <a:rPr dirty="0" smtClean="0" sz="1800" spc="0">
                <a:latin typeface="TradeGothic"/>
                <a:cs typeface="TradeGothic"/>
              </a:rPr>
              <a:t>v</a:t>
            </a:r>
            <a:r>
              <a:rPr dirty="0" smtClean="0" sz="1800" spc="5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ew</a:t>
            </a:r>
            <a:r>
              <a:rPr dirty="0" smtClean="0" sz="1800" spc="-40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D</a:t>
            </a:r>
            <a:r>
              <a:rPr dirty="0" smtClean="0" sz="1800" spc="10">
                <a:latin typeface="TradeGothic"/>
                <a:cs typeface="TradeGothic"/>
              </a:rPr>
              <a:t>r</a:t>
            </a:r>
            <a:r>
              <a:rPr dirty="0" smtClean="0" sz="1800" spc="5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ft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5">
                <a:latin typeface="TradeGothic"/>
                <a:cs typeface="TradeGothic"/>
              </a:rPr>
              <a:t>g</a:t>
            </a:r>
            <a:r>
              <a:rPr dirty="0" smtClean="0" sz="1800" spc="5">
                <a:latin typeface="TradeGothic"/>
                <a:cs typeface="TradeGothic"/>
              </a:rPr>
              <a:t>e</a:t>
            </a:r>
            <a:r>
              <a:rPr dirty="0" smtClean="0" sz="1800" spc="-10">
                <a:latin typeface="TradeGothic"/>
                <a:cs typeface="TradeGothic"/>
              </a:rPr>
              <a:t>n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a</a:t>
            </a:r>
            <a:r>
              <a:rPr dirty="0" smtClean="0" sz="1800" spc="-3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f</a:t>
            </a:r>
            <a:r>
              <a:rPr dirty="0" smtClean="0" sz="1800" spc="5">
                <a:latin typeface="TradeGothic"/>
                <a:cs typeface="TradeGothic"/>
              </a:rPr>
              <a:t>o</a:t>
            </a:r>
            <a:r>
              <a:rPr dirty="0" smtClean="0" sz="1800" spc="0">
                <a:latin typeface="TradeGothic"/>
                <a:cs typeface="TradeGothic"/>
              </a:rPr>
              <a:t>r</a:t>
            </a:r>
            <a:r>
              <a:rPr dirty="0" smtClean="0" sz="1800" spc="-25">
                <a:latin typeface="TradeGothic"/>
                <a:cs typeface="TradeGothic"/>
              </a:rPr>
              <a:t> </a:t>
            </a:r>
            <a:r>
              <a:rPr dirty="0" smtClean="0" sz="1800" spc="10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p</a:t>
            </a:r>
            <a:r>
              <a:rPr dirty="0" smtClean="0" sz="1800" spc="10">
                <a:latin typeface="TradeGothic"/>
                <a:cs typeface="TradeGothic"/>
              </a:rPr>
              <a:t>r</a:t>
            </a:r>
            <a:r>
              <a:rPr dirty="0" smtClean="0" sz="1800" spc="0">
                <a:latin typeface="TradeGothic"/>
                <a:cs typeface="TradeGothic"/>
              </a:rPr>
              <a:t>il</a:t>
            </a:r>
            <a:r>
              <a:rPr dirty="0" smtClean="0" sz="1800" spc="-40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B</a:t>
            </a:r>
            <a:r>
              <a:rPr dirty="0" smtClean="0" sz="1800" spc="5">
                <a:latin typeface="TradeGothic"/>
                <a:cs typeface="TradeGothic"/>
              </a:rPr>
              <a:t>o</a:t>
            </a:r>
            <a:r>
              <a:rPr dirty="0" smtClean="0" sz="1800" spc="5">
                <a:latin typeface="TradeGothic"/>
                <a:cs typeface="TradeGothic"/>
              </a:rPr>
              <a:t>a</a:t>
            </a:r>
            <a:r>
              <a:rPr dirty="0" smtClean="0" sz="1800" spc="0">
                <a:latin typeface="TradeGothic"/>
                <a:cs typeface="TradeGothic"/>
              </a:rPr>
              <a:t>rd</a:t>
            </a:r>
            <a:r>
              <a:rPr dirty="0" smtClean="0" sz="1800" spc="-45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M</a:t>
            </a:r>
            <a:r>
              <a:rPr dirty="0" smtClean="0" sz="1800" spc="5">
                <a:latin typeface="TradeGothic"/>
                <a:cs typeface="TradeGothic"/>
              </a:rPr>
              <a:t>e</a:t>
            </a:r>
            <a:r>
              <a:rPr dirty="0" smtClean="0" sz="1800" spc="5">
                <a:latin typeface="TradeGothic"/>
                <a:cs typeface="TradeGothic"/>
              </a:rPr>
              <a:t>e</a:t>
            </a:r>
            <a:r>
              <a:rPr dirty="0" smtClean="0" sz="1800" spc="0">
                <a:latin typeface="TradeGothic"/>
                <a:cs typeface="TradeGothic"/>
              </a:rPr>
              <a:t>ting	</a:t>
            </a:r>
            <a:r>
              <a:rPr dirty="0" smtClean="0" sz="1800" spc="10">
                <a:latin typeface="TradeGothic"/>
                <a:cs typeface="TradeGothic"/>
              </a:rPr>
              <a:t>(</a:t>
            </a:r>
            <a:r>
              <a:rPr dirty="0" smtClean="0" sz="1800" spc="10">
                <a:latin typeface="TradeGothic"/>
                <a:cs typeface="TradeGothic"/>
              </a:rPr>
              <a:t>1</a:t>
            </a:r>
            <a:r>
              <a:rPr dirty="0" smtClean="0" sz="1800" spc="0">
                <a:latin typeface="TradeGothic"/>
                <a:cs typeface="TradeGothic"/>
              </a:rPr>
              <a:t>0</a:t>
            </a:r>
            <a:r>
              <a:rPr dirty="0" smtClean="0" sz="1800" spc="-30">
                <a:latin typeface="TradeGothic"/>
                <a:cs typeface="TradeGothic"/>
              </a:rPr>
              <a:t> </a:t>
            </a:r>
            <a:r>
              <a:rPr dirty="0" smtClean="0" sz="1800" spc="5">
                <a:latin typeface="TradeGothic"/>
                <a:cs typeface="TradeGothic"/>
              </a:rPr>
              <a:t>m</a:t>
            </a:r>
            <a:r>
              <a:rPr dirty="0" smtClean="0" sz="1800" spc="10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n</a:t>
            </a:r>
            <a:r>
              <a:rPr dirty="0" smtClean="0" sz="1800" spc="-10">
                <a:latin typeface="TradeGothic"/>
                <a:cs typeface="TradeGothic"/>
              </a:rPr>
              <a:t>u</a:t>
            </a:r>
            <a:r>
              <a:rPr dirty="0" smtClean="0" sz="1800" spc="0">
                <a:latin typeface="TradeGothic"/>
                <a:cs typeface="TradeGothic"/>
              </a:rPr>
              <a:t>te</a:t>
            </a:r>
            <a:r>
              <a:rPr dirty="0" smtClean="0" sz="1800" spc="10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)</a:t>
            </a:r>
            <a:endParaRPr sz="1800">
              <a:latin typeface="TradeGothic"/>
              <a:cs typeface="TradeGothic"/>
            </a:endParaRPr>
          </a:p>
          <a:p>
            <a:pPr marL="756285" marR="149860" indent="-343535">
              <a:lnSpc>
                <a:spcPct val="100000"/>
              </a:lnSpc>
              <a:spcBef>
                <a:spcPts val="430"/>
              </a:spcBef>
              <a:tabLst>
                <a:tab pos="756285" algn="l"/>
              </a:tabLst>
            </a:pPr>
            <a:r>
              <a:rPr dirty="0" smtClean="0" sz="1800">
                <a:latin typeface="Wingdings"/>
                <a:cs typeface="Wingdings"/>
              </a:rPr>
              <a:t></a:t>
            </a:r>
            <a:r>
              <a:rPr dirty="0" smtClean="0" sz="1800">
                <a:latin typeface="Times New Roman"/>
                <a:cs typeface="Times New Roman"/>
              </a:rPr>
              <a:t>	</a:t>
            </a:r>
            <a:r>
              <a:rPr dirty="0" smtClean="0" sz="1800" u="heavy">
                <a:latin typeface="TradeGothic"/>
                <a:cs typeface="TradeGothic"/>
              </a:rPr>
              <a:t>Del</a:t>
            </a:r>
            <a:r>
              <a:rPr dirty="0" smtClean="0" sz="1800" spc="5" u="heavy">
                <a:latin typeface="TradeGothic"/>
                <a:cs typeface="TradeGothic"/>
              </a:rPr>
              <a:t>i</a:t>
            </a:r>
            <a:r>
              <a:rPr dirty="0" smtClean="0" sz="1800" spc="0" u="heavy">
                <a:latin typeface="TradeGothic"/>
                <a:cs typeface="TradeGothic"/>
              </a:rPr>
              <a:t>ver</a:t>
            </a:r>
            <a:r>
              <a:rPr dirty="0" smtClean="0" sz="1800" spc="0" u="heavy">
                <a:latin typeface="TradeGothic"/>
                <a:cs typeface="TradeGothic"/>
              </a:rPr>
              <a:t>able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– </a:t>
            </a:r>
            <a:r>
              <a:rPr dirty="0" smtClean="0" sz="1800" spc="0">
                <a:latin typeface="TradeGothic"/>
                <a:cs typeface="TradeGothic"/>
              </a:rPr>
              <a:t>u</a:t>
            </a:r>
            <a:r>
              <a:rPr dirty="0" smtClean="0" sz="1800" spc="-10">
                <a:latin typeface="TradeGothic"/>
                <a:cs typeface="TradeGothic"/>
              </a:rPr>
              <a:t>p</a:t>
            </a:r>
            <a:r>
              <a:rPr dirty="0" smtClean="0" sz="1800" spc="0">
                <a:latin typeface="TradeGothic"/>
                <a:cs typeface="TradeGothic"/>
              </a:rPr>
              <a:t>dated vers</a:t>
            </a:r>
            <a:r>
              <a:rPr dirty="0" smtClean="0" sz="1800" spc="5">
                <a:latin typeface="TradeGothic"/>
                <a:cs typeface="TradeGothic"/>
              </a:rPr>
              <a:t>i</a:t>
            </a:r>
            <a:r>
              <a:rPr dirty="0" smtClean="0" sz="1800" spc="0">
                <a:latin typeface="TradeGothic"/>
                <a:cs typeface="TradeGothic"/>
              </a:rPr>
              <a:t>on</a:t>
            </a:r>
            <a:r>
              <a:rPr dirty="0" smtClean="0" sz="1800" spc="-1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of the draft board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meeting</a:t>
            </a:r>
            <a:r>
              <a:rPr dirty="0" smtClean="0" sz="1800" spc="1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agen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0">
                <a:latin typeface="TradeGothic"/>
                <a:cs typeface="TradeGothic"/>
              </a:rPr>
              <a:t>a to </a:t>
            </a:r>
            <a:r>
              <a:rPr dirty="0" smtClean="0" sz="1800" spc="5">
                <a:latin typeface="TradeGothic"/>
                <a:cs typeface="TradeGothic"/>
              </a:rPr>
              <a:t>s</a:t>
            </a:r>
            <a:r>
              <a:rPr dirty="0" smtClean="0" sz="1800" spc="0">
                <a:latin typeface="TradeGothic"/>
                <a:cs typeface="TradeGothic"/>
              </a:rPr>
              <a:t>hare t</a:t>
            </a:r>
            <a:r>
              <a:rPr dirty="0" smtClean="0" sz="1800" spc="-10">
                <a:latin typeface="TradeGothic"/>
                <a:cs typeface="TradeGothic"/>
              </a:rPr>
              <a:t>h</a:t>
            </a:r>
            <a:r>
              <a:rPr dirty="0" smtClean="0" sz="1800" spc="0">
                <a:latin typeface="TradeGothic"/>
                <a:cs typeface="TradeGothic"/>
              </a:rPr>
              <a:t>e</a:t>
            </a:r>
            <a:r>
              <a:rPr dirty="0" smtClean="0" sz="1800" spc="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boar</a:t>
            </a:r>
            <a:r>
              <a:rPr dirty="0" smtClean="0" sz="1800" spc="-10">
                <a:latin typeface="TradeGothic"/>
                <a:cs typeface="TradeGothic"/>
              </a:rPr>
              <a:t>d</a:t>
            </a:r>
            <a:r>
              <a:rPr dirty="0" smtClean="0" sz="1800" spc="-70">
                <a:latin typeface="TradeGothic"/>
                <a:cs typeface="TradeGothic"/>
              </a:rPr>
              <a:t>’</a:t>
            </a:r>
            <a:r>
              <a:rPr dirty="0" smtClean="0" sz="1800" spc="0">
                <a:latin typeface="TradeGothic"/>
                <a:cs typeface="TradeGothic"/>
              </a:rPr>
              <a:t>s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executi</a:t>
            </a:r>
            <a:r>
              <a:rPr dirty="0" smtClean="0" sz="1800" spc="5">
                <a:latin typeface="TradeGothic"/>
                <a:cs typeface="TradeGothic"/>
              </a:rPr>
              <a:t>v</a:t>
            </a:r>
            <a:r>
              <a:rPr dirty="0" smtClean="0" sz="1800" spc="0">
                <a:latin typeface="TradeGothic"/>
                <a:cs typeface="TradeGothic"/>
              </a:rPr>
              <a:t>e</a:t>
            </a:r>
            <a:r>
              <a:rPr dirty="0" smtClean="0" sz="1800" spc="-10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committee for</a:t>
            </a:r>
            <a:r>
              <a:rPr dirty="0" smtClean="0" sz="1800" spc="5">
                <a:latin typeface="TradeGothic"/>
                <a:cs typeface="TradeGothic"/>
              </a:rPr>
              <a:t> </a:t>
            </a:r>
            <a:r>
              <a:rPr dirty="0" smtClean="0" sz="1800" spc="0">
                <a:latin typeface="TradeGothic"/>
                <a:cs typeface="TradeGothic"/>
              </a:rPr>
              <a:t>review</a:t>
            </a:r>
            <a:endParaRPr sz="1800">
              <a:latin typeface="TradeGothic"/>
              <a:cs typeface="Trade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368935">
              <a:lnSpc>
                <a:spcPct val="100000"/>
              </a:lnSpc>
            </a:pPr>
            <a:r>
              <a:rPr dirty="0" smtClean="0" sz="4400" b="1">
                <a:solidFill>
                  <a:srgbClr val="F82036"/>
                </a:solidFill>
                <a:latin typeface="Memphis Medium"/>
                <a:cs typeface="Memphis Medium"/>
              </a:rPr>
              <a:t>What</a:t>
            </a:r>
            <a:r>
              <a:rPr dirty="0" smtClean="0" sz="4400" spc="-335" b="1">
                <a:solidFill>
                  <a:srgbClr val="F82036"/>
                </a:solidFill>
                <a:latin typeface="Memphis Medium"/>
                <a:cs typeface="Memphis Medium"/>
              </a:rPr>
              <a:t>’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s</a:t>
            </a:r>
            <a:r>
              <a:rPr dirty="0" smtClean="0" sz="4400" spc="-1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in the Pipe</a:t>
            </a:r>
            <a:r>
              <a:rPr dirty="0" smtClean="0" sz="4400" spc="-15" b="1">
                <a:solidFill>
                  <a:srgbClr val="F82036"/>
                </a:solidFill>
                <a:latin typeface="Memphis Medium"/>
                <a:cs typeface="Memphis Medium"/>
              </a:rPr>
              <a:t>l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ine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4025" y="1390650"/>
          <a:ext cx="8093075" cy="4330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5225"/>
                <a:gridCol w="5638800"/>
              </a:tblGrid>
              <a:tr h="392557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</a:pPr>
                      <a:r>
                        <a:rPr dirty="0" smtClean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0">
                        <a:lnSpc>
                          <a:spcPct val="100000"/>
                        </a:lnSpc>
                      </a:pPr>
                      <a:r>
                        <a:rPr dirty="0" smtClean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mtClean="0" sz="1800" spc="-20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mtClean="0" sz="18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ana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Comb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mtClean="0" sz="18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ng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Chi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mtClean="0" sz="18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Labor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 spc="-1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LE/YE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  <a:tr h="39242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 spc="-1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 (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00k,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 CB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G,</a:t>
                      </a:r>
                      <a:r>
                        <a:rPr dirty="0" smtClean="0" sz="1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SENA)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Comp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Comm</a:t>
                      </a:r>
                      <a:r>
                        <a:rPr dirty="0" smtClean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mtClean="0" sz="1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Memb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mtClean="0" sz="1800" spc="-4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sh</a:t>
                      </a:r>
                      <a:r>
                        <a:rPr dirty="0" smtClean="0" sz="1800" spc="-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 spc="-10">
                          <a:latin typeface="Calibri"/>
                          <a:cs typeface="Calibri"/>
                        </a:rPr>
                        <a:t>PD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>
                          <a:latin typeface="Calibri"/>
                          <a:cs typeface="Calibri"/>
                        </a:rPr>
                        <a:t>Finance</a:t>
                      </a:r>
                      <a:r>
                        <a:rPr dirty="0" smtClean="0" sz="18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Ad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mtClean="0" sz="1800" spc="-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mtClean="0" sz="1800" spc="-1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mtClean="0" sz="18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mtClean="0" sz="1800" spc="5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mtClean="0" sz="1800" spc="5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mtClean="0" sz="1800" spc="-114">
                          <a:latin typeface="Calibri"/>
                          <a:cs typeface="Calibri"/>
                        </a:rPr>
                        <a:t>’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s O</a:t>
                      </a:r>
                      <a:r>
                        <a:rPr dirty="0" smtClean="0" sz="1800" spc="-15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fi</a:t>
                      </a:r>
                      <a:r>
                        <a:rPr dirty="0" smtClean="0" sz="18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mtClean="0" sz="1800" spc="0">
                          <a:latin typeface="Calibri"/>
                          <a:cs typeface="Calibri"/>
                        </a:rPr>
                        <a:t>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7260" y="364997"/>
            <a:ext cx="5730875" cy="68516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2256155" algn="l"/>
              </a:tabLst>
            </a:pPr>
            <a:r>
              <a:rPr dirty="0" smtClean="0" sz="4400" b="1">
                <a:solidFill>
                  <a:srgbClr val="F82036"/>
                </a:solidFill>
                <a:latin typeface="Memphis Medium"/>
                <a:cs typeface="Memphis Medium"/>
              </a:rPr>
              <a:t>April</a:t>
            </a:r>
            <a:r>
              <a:rPr dirty="0" smtClean="0" sz="4400" spc="-2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5" b="1">
                <a:solidFill>
                  <a:srgbClr val="F82036"/>
                </a:solidFill>
                <a:latin typeface="Memphis Medium"/>
                <a:cs typeface="Memphis Medium"/>
              </a:rPr>
              <a:t>4</a:t>
            </a:r>
            <a:r>
              <a:rPr dirty="0" smtClean="0" baseline="24904" sz="4350" spc="0" b="1">
                <a:solidFill>
                  <a:srgbClr val="F82036"/>
                </a:solidFill>
                <a:latin typeface="Memphis Medium"/>
                <a:cs typeface="Memphis Medium"/>
              </a:rPr>
              <a:t>t</a:t>
            </a:r>
            <a:r>
              <a:rPr dirty="0" smtClean="0" baseline="24904" sz="4350" spc="22" b="1">
                <a:solidFill>
                  <a:srgbClr val="F82036"/>
                </a:solidFill>
                <a:latin typeface="Memphis Medium"/>
                <a:cs typeface="Memphis Medium"/>
              </a:rPr>
              <a:t>h</a:t>
            </a:r>
            <a:r>
              <a:rPr dirty="0" smtClean="0" baseline="24904" sz="4350" spc="22" b="1">
                <a:solidFill>
                  <a:srgbClr val="F82036"/>
                </a:solidFill>
                <a:latin typeface="Memphis Medium"/>
                <a:cs typeface="Memphis Medium"/>
              </a:rPr>
              <a:t>	</a:t>
            </a:r>
            <a:r>
              <a:rPr dirty="0" smtClean="0" sz="4400" spc="15" b="1">
                <a:solidFill>
                  <a:srgbClr val="F82036"/>
                </a:solidFill>
                <a:latin typeface="Memphis Medium"/>
                <a:cs typeface="Memphis Medium"/>
              </a:rPr>
              <a:t>ASM</a:t>
            </a:r>
            <a:r>
              <a:rPr dirty="0" smtClean="0" sz="4400" spc="-2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Agen</a:t>
            </a:r>
            <a:r>
              <a:rPr dirty="0" smtClean="0" sz="4400" spc="-20" b="1">
                <a:solidFill>
                  <a:srgbClr val="F82036"/>
                </a:solidFill>
                <a:latin typeface="Memphis Medium"/>
                <a:cs typeface="Memphis Medium"/>
              </a:rPr>
              <a:t>d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a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935098"/>
            <a:ext cx="1777364" cy="155003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Ho</a:t>
            </a:r>
            <a:r>
              <a:rPr dirty="0" smtClean="0" sz="2000" spc="-35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ts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>
              <a:lnSpc>
                <a:spcPts val="1400"/>
              </a:lnSpc>
              <a:buFont typeface="Arial"/>
              <a:buChar char="•"/>
            </a:pPr>
            <a:endParaRPr sz="1400"/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Co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1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io</a:t>
            </a:r>
            <a:r>
              <a:rPr dirty="0" smtClean="0" sz="2000" spc="-1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it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>
              <a:lnSpc>
                <a:spcPts val="1400"/>
              </a:lnSpc>
              <a:buFont typeface="Arial"/>
              <a:buChar char="•"/>
            </a:pPr>
            <a:endParaRPr sz="1400"/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P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r>
              <a:rPr dirty="0" smtClean="0" sz="2000" spc="-10">
                <a:latin typeface="Calibri"/>
                <a:cs typeface="Calibri"/>
              </a:rPr>
              <a:t>e</a:t>
            </a:r>
            <a:r>
              <a:rPr dirty="0" smtClean="0" sz="2000" spc="-25">
                <a:latin typeface="Calibri"/>
                <a:cs typeface="Calibri"/>
              </a:rPr>
              <a:t>n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4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2457" y="215010"/>
            <a:ext cx="4879975" cy="122047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algn="ctr">
              <a:lnSpc>
                <a:spcPct val="100000"/>
              </a:lnSpc>
            </a:pPr>
            <a:r>
              <a:rPr dirty="0" smtClean="0" sz="4000" spc="-30" b="1">
                <a:solidFill>
                  <a:srgbClr val="F82036"/>
                </a:solidFill>
                <a:latin typeface="Memphis Medium"/>
                <a:cs typeface="Memphis Medium"/>
              </a:rPr>
              <a:t>A</a:t>
            </a:r>
            <a:r>
              <a:rPr dirty="0" smtClean="0" sz="4000" spc="-40" b="1">
                <a:solidFill>
                  <a:srgbClr val="F82036"/>
                </a:solidFill>
                <a:latin typeface="Memphis Medium"/>
                <a:cs typeface="Memphis Medium"/>
              </a:rPr>
              <a:t>p</a:t>
            </a:r>
            <a:r>
              <a:rPr dirty="0" smtClean="0" sz="4000" spc="-15" b="1">
                <a:solidFill>
                  <a:srgbClr val="F82036"/>
                </a:solidFill>
                <a:latin typeface="Memphis Medium"/>
                <a:cs typeface="Memphis Medium"/>
              </a:rPr>
              <a:t>ril</a:t>
            </a:r>
            <a:r>
              <a:rPr dirty="0" smtClean="0" sz="4000" spc="20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000" spc="-25" b="1">
                <a:solidFill>
                  <a:srgbClr val="F82036"/>
                </a:solidFill>
                <a:latin typeface="Memphis Medium"/>
                <a:cs typeface="Memphis Medium"/>
              </a:rPr>
              <a:t>Bo</a:t>
            </a:r>
            <a:r>
              <a:rPr dirty="0" smtClean="0" sz="4000" spc="-45" b="1">
                <a:solidFill>
                  <a:srgbClr val="F82036"/>
                </a:solidFill>
                <a:latin typeface="Memphis Medium"/>
                <a:cs typeface="Memphis Medium"/>
              </a:rPr>
              <a:t>a</a:t>
            </a:r>
            <a:r>
              <a:rPr dirty="0" smtClean="0" sz="4000" spc="-20" b="1">
                <a:solidFill>
                  <a:srgbClr val="F82036"/>
                </a:solidFill>
                <a:latin typeface="Memphis Medium"/>
                <a:cs typeface="Memphis Medium"/>
              </a:rPr>
              <a:t>rd</a:t>
            </a:r>
            <a:r>
              <a:rPr dirty="0" smtClean="0" sz="4000" spc="3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000" spc="-25" b="1">
                <a:solidFill>
                  <a:srgbClr val="F82036"/>
                </a:solidFill>
                <a:latin typeface="Memphis Medium"/>
                <a:cs typeface="Memphis Medium"/>
              </a:rPr>
              <a:t>Meeti</a:t>
            </a:r>
            <a:r>
              <a:rPr dirty="0" smtClean="0" sz="4000" spc="-45" b="1">
                <a:solidFill>
                  <a:srgbClr val="F82036"/>
                </a:solidFill>
                <a:latin typeface="Memphis Medium"/>
                <a:cs typeface="Memphis Medium"/>
              </a:rPr>
              <a:t>n</a:t>
            </a:r>
            <a:r>
              <a:rPr dirty="0" smtClean="0" sz="4000" spc="-25" b="1">
                <a:solidFill>
                  <a:srgbClr val="F82036"/>
                </a:solidFill>
                <a:latin typeface="Memphis Medium"/>
                <a:cs typeface="Memphis Medium"/>
              </a:rPr>
              <a:t>g</a:t>
            </a:r>
            <a:endParaRPr sz="4000">
              <a:latin typeface="Memphis Medium"/>
              <a:cs typeface="Memphis Medium"/>
            </a:endParaRPr>
          </a:p>
          <a:p>
            <a:pPr algn="ctr" marR="635">
              <a:lnSpc>
                <a:spcPct val="100000"/>
              </a:lnSpc>
            </a:pPr>
            <a:r>
              <a:rPr dirty="0" smtClean="0" sz="4000" spc="-20" b="1">
                <a:solidFill>
                  <a:srgbClr val="F82036"/>
                </a:solidFill>
                <a:latin typeface="Memphis Medium"/>
                <a:cs typeface="Memphis Medium"/>
              </a:rPr>
              <a:t>Draft</a:t>
            </a:r>
            <a:r>
              <a:rPr dirty="0" smtClean="0" sz="4000" spc="1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000" spc="-30" b="1">
                <a:solidFill>
                  <a:srgbClr val="F82036"/>
                </a:solidFill>
                <a:latin typeface="Memphis Medium"/>
                <a:cs typeface="Memphis Medium"/>
              </a:rPr>
              <a:t>Ag</a:t>
            </a:r>
            <a:r>
              <a:rPr dirty="0" smtClean="0" sz="4000" spc="-40" b="1">
                <a:solidFill>
                  <a:srgbClr val="F82036"/>
                </a:solidFill>
                <a:latin typeface="Memphis Medium"/>
                <a:cs typeface="Memphis Medium"/>
              </a:rPr>
              <a:t>e</a:t>
            </a:r>
            <a:r>
              <a:rPr dirty="0" smtClean="0" sz="4000" spc="-25" b="1">
                <a:solidFill>
                  <a:srgbClr val="F82036"/>
                </a:solidFill>
                <a:latin typeface="Memphis Medium"/>
                <a:cs typeface="Memphis Medium"/>
              </a:rPr>
              <a:t>nda</a:t>
            </a:r>
            <a:endParaRPr sz="4000">
              <a:latin typeface="Memphis Medium"/>
              <a:cs typeface="Memphis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97558"/>
            <a:ext cx="3868420" cy="337947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000" b="1" u="heavy">
                <a:solidFill>
                  <a:srgbClr val="2E9AFF"/>
                </a:solidFill>
                <a:latin typeface="Calibri"/>
                <a:cs typeface="Calibri"/>
              </a:rPr>
              <a:t>S</a:t>
            </a:r>
            <a:r>
              <a:rPr dirty="0" smtClean="0" sz="2000" spc="-25" b="1" u="heavy">
                <a:solidFill>
                  <a:srgbClr val="2E9AFF"/>
                </a:solidFill>
                <a:latin typeface="Calibri"/>
                <a:cs typeface="Calibri"/>
              </a:rPr>
              <a:t>t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anda</a:t>
            </a:r>
            <a:r>
              <a:rPr dirty="0" smtClean="0" sz="2000" spc="-30" b="1" u="heavy">
                <a:solidFill>
                  <a:srgbClr val="2E9AFF"/>
                </a:solidFill>
                <a:latin typeface="Calibri"/>
                <a:cs typeface="Calibri"/>
              </a:rPr>
              <a:t>r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d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I</a:t>
            </a:r>
            <a:r>
              <a:rPr dirty="0" smtClean="0" sz="2000" spc="-25" b="1" u="heavy">
                <a:solidFill>
                  <a:srgbClr val="2E9AFF"/>
                </a:solidFill>
                <a:latin typeface="Calibri"/>
                <a:cs typeface="Calibri"/>
              </a:rPr>
              <a:t>t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ems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oll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Call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&amp;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Minu</a:t>
            </a:r>
            <a:r>
              <a:rPr dirty="0" smtClean="0" sz="2000" spc="-2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P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ide</a:t>
            </a:r>
            <a:r>
              <a:rPr dirty="0" smtClean="0" sz="2000" spc="-30">
                <a:latin typeface="Calibri"/>
                <a:cs typeface="Calibri"/>
              </a:rPr>
              <a:t>n</a:t>
            </a:r>
            <a:r>
              <a:rPr dirty="0" smtClean="0" sz="2000" spc="70">
                <a:latin typeface="Calibri"/>
                <a:cs typeface="Calibri"/>
              </a:rPr>
              <a:t>t</a:t>
            </a:r>
            <a:r>
              <a:rPr dirty="0" smtClean="0" sz="2000" spc="-120">
                <a:latin typeface="Calibri"/>
                <a:cs typeface="Calibri"/>
              </a:rPr>
              <a:t>’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epo</a:t>
            </a:r>
            <a:r>
              <a:rPr dirty="0" smtClean="0" sz="2000" spc="-1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 spc="-125">
                <a:latin typeface="Calibri"/>
                <a:cs typeface="Calibri"/>
              </a:rPr>
              <a:t>T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easu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75">
                <a:latin typeface="Calibri"/>
                <a:cs typeface="Calibri"/>
              </a:rPr>
              <a:t>r</a:t>
            </a:r>
            <a:r>
              <a:rPr dirty="0" smtClean="0" sz="2000" spc="-120">
                <a:latin typeface="Calibri"/>
                <a:cs typeface="Calibri"/>
              </a:rPr>
              <a:t>’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eport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Finance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eport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Arial"/>
              <a:buChar char="•"/>
            </a:pPr>
            <a:endParaRPr sz="1000"/>
          </a:p>
          <a:p>
            <a:pPr>
              <a:lnSpc>
                <a:spcPts val="1400"/>
              </a:lnSpc>
              <a:buFont typeface="Arial"/>
              <a:buChar char="•"/>
            </a:pPr>
            <a:endParaRPr sz="1400"/>
          </a:p>
          <a:p>
            <a:pPr marL="12700">
              <a:lnSpc>
                <a:spcPct val="100000"/>
              </a:lnSpc>
            </a:pPr>
            <a:r>
              <a:rPr dirty="0" smtClean="0" sz="2000" b="1" u="heavy">
                <a:solidFill>
                  <a:srgbClr val="2E9AFF"/>
                </a:solidFill>
                <a:latin typeface="Calibri"/>
                <a:cs typeface="Calibri"/>
              </a:rPr>
              <a:t>Commi</a:t>
            </a:r>
            <a:r>
              <a:rPr dirty="0" smtClean="0" sz="2000" spc="-25" b="1" u="heavy">
                <a:solidFill>
                  <a:srgbClr val="2E9AFF"/>
                </a:solidFill>
                <a:latin typeface="Calibri"/>
                <a:cs typeface="Calibri"/>
              </a:rPr>
              <a:t>t</a:t>
            </a:r>
            <a:r>
              <a:rPr dirty="0" smtClean="0" sz="2000" spc="-25" b="1" u="heavy">
                <a:solidFill>
                  <a:srgbClr val="2E9AFF"/>
                </a:solidFill>
                <a:latin typeface="Calibri"/>
                <a:cs typeface="Calibri"/>
              </a:rPr>
              <a:t>t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ee</a:t>
            </a:r>
            <a:r>
              <a:rPr dirty="0" smtClean="0" sz="2000" spc="-35" b="1" u="heavy">
                <a:solidFill>
                  <a:srgbClr val="2E9AFF"/>
                </a:solidFill>
                <a:latin typeface="Calibri"/>
                <a:cs typeface="Calibri"/>
              </a:rPr>
              <a:t> </a:t>
            </a:r>
            <a:r>
              <a:rPr dirty="0" smtClean="0" sz="2000" spc="-25" b="1" u="heavy">
                <a:solidFill>
                  <a:srgbClr val="2E9AFF"/>
                </a:solidFill>
                <a:latin typeface="Calibri"/>
                <a:cs typeface="Calibri"/>
              </a:rPr>
              <a:t>R</a:t>
            </a:r>
            <a:r>
              <a:rPr dirty="0" smtClean="0" sz="2000" spc="0" b="1" u="heavy">
                <a:solidFill>
                  <a:srgbClr val="2E9AFF"/>
                </a:solidFill>
                <a:latin typeface="Calibri"/>
                <a:cs typeface="Calibri"/>
              </a:rPr>
              <a:t>eports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Membe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ship</a:t>
            </a:r>
            <a:endParaRPr sz="2000">
              <a:latin typeface="Calibri"/>
              <a:cs typeface="Calibri"/>
            </a:endParaRPr>
          </a:p>
          <a:p>
            <a:pPr marL="299085" marR="1270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P</a:t>
            </a:r>
            <a:r>
              <a:rPr dirty="0" smtClean="0" sz="2000" spc="-4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og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am Manage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25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&amp;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esou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ce</a:t>
            </a:r>
            <a:r>
              <a:rPr dirty="0" smtClean="0" sz="2000" spc="0">
                <a:latin typeface="Calibri"/>
                <a:cs typeface="Calibri"/>
              </a:rPr>
              <a:t> D</a:t>
            </a:r>
            <a:r>
              <a:rPr dirty="0" smtClean="0" sz="2000" spc="-10">
                <a:latin typeface="Calibri"/>
                <a:cs typeface="Calibri"/>
              </a:rPr>
              <a:t>e</a:t>
            </a:r>
            <a:r>
              <a:rPr dirty="0" smtClean="0" sz="2000" spc="-3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5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opme</a:t>
            </a:r>
            <a:r>
              <a:rPr dirty="0" smtClean="0" sz="2000" spc="-25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Boa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-10">
                <a:latin typeface="Calibri"/>
                <a:cs typeface="Calibri"/>
              </a:rPr>
              <a:t>e</a:t>
            </a:r>
            <a:r>
              <a:rPr dirty="0" smtClean="0" sz="2000" spc="-3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5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opme</a:t>
            </a:r>
            <a:r>
              <a:rPr dirty="0" smtClean="0" sz="2000" spc="-25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2000" b="1" u="heavy">
                <a:solidFill>
                  <a:srgbClr val="87072A"/>
                </a:solidFill>
                <a:latin typeface="Calibri"/>
                <a:cs typeface="Calibri"/>
              </a:rPr>
              <a:t>Action</a:t>
            </a:r>
            <a:r>
              <a:rPr dirty="0" smtClean="0" sz="2000" spc="-30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I</a:t>
            </a:r>
            <a:r>
              <a:rPr dirty="0" smtClean="0" sz="2000" spc="-20" b="1" u="heavy">
                <a:solidFill>
                  <a:srgbClr val="87072A"/>
                </a:solidFill>
                <a:latin typeface="Calibri"/>
                <a:cs typeface="Calibri"/>
              </a:rPr>
              <a:t>t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ems</a:t>
            </a:r>
            <a:r>
              <a:rPr dirty="0" smtClean="0" sz="2000" spc="-20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(N</a:t>
            </a:r>
            <a:r>
              <a:rPr dirty="0" smtClean="0" sz="2000" spc="-15" b="1" u="heavy">
                <a:solidFill>
                  <a:srgbClr val="87072A"/>
                </a:solidFill>
                <a:latin typeface="Calibri"/>
                <a:cs typeface="Calibri"/>
              </a:rPr>
              <a:t>e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w</a:t>
            </a:r>
            <a:r>
              <a:rPr dirty="0" smtClean="0" sz="2000" spc="-5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Bu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s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ine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s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s)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2</a:t>
            </a:r>
            <a:r>
              <a:rPr dirty="0" smtClean="0" sz="2000" spc="5">
                <a:latin typeface="Calibri"/>
                <a:cs typeface="Calibri"/>
              </a:rPr>
              <a:t>0</a:t>
            </a:r>
            <a:r>
              <a:rPr dirty="0" smtClean="0" sz="2000" spc="0">
                <a:latin typeface="Calibri"/>
                <a:cs typeface="Calibri"/>
              </a:rPr>
              <a:t>16</a:t>
            </a:r>
            <a:r>
              <a:rPr dirty="0" smtClean="0" sz="2000" spc="-2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Final B</a:t>
            </a:r>
            <a:r>
              <a:rPr dirty="0" smtClean="0" sz="2000" spc="5">
                <a:latin typeface="Calibri"/>
                <a:cs typeface="Calibri"/>
              </a:rPr>
              <a:t>u</a:t>
            </a:r>
            <a:r>
              <a:rPr dirty="0" smtClean="0" sz="2000" spc="0">
                <a:latin typeface="Calibri"/>
                <a:cs typeface="Calibri"/>
              </a:rPr>
              <a:t>dg</a:t>
            </a:r>
            <a:r>
              <a:rPr dirty="0" smtClean="0" sz="2000" spc="-2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  <a:p>
            <a:pPr marL="299085" marR="11811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2</a:t>
            </a:r>
            <a:r>
              <a:rPr dirty="0" smtClean="0" sz="2000" spc="5">
                <a:latin typeface="Calibri"/>
                <a:cs typeface="Calibri"/>
              </a:rPr>
              <a:t>0</a:t>
            </a:r>
            <a:r>
              <a:rPr dirty="0" smtClean="0" sz="2000" spc="0">
                <a:latin typeface="Calibri"/>
                <a:cs typeface="Calibri"/>
              </a:rPr>
              <a:t>15</a:t>
            </a:r>
            <a:r>
              <a:rPr dirty="0" smtClean="0" sz="2000" spc="-2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Corpo</a:t>
            </a:r>
            <a:r>
              <a:rPr dirty="0" smtClean="0" sz="2000" spc="-45">
                <a:latin typeface="Calibri"/>
                <a:cs typeface="Calibri"/>
              </a:rPr>
              <a:t>r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-40">
                <a:latin typeface="Calibri"/>
                <a:cs typeface="Calibri"/>
              </a:rPr>
              <a:t>P</a:t>
            </a:r>
            <a:r>
              <a:rPr dirty="0" smtClean="0" sz="2000" spc="0">
                <a:latin typeface="Calibri"/>
                <a:cs typeface="Calibri"/>
              </a:rPr>
              <a:t>er</a:t>
            </a:r>
            <a:r>
              <a:rPr dirty="0" smtClean="0" sz="2000" spc="-40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or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an</a:t>
            </a:r>
            <a:r>
              <a:rPr dirty="0" smtClean="0" sz="2000" spc="5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e/</a:t>
            </a:r>
            <a:r>
              <a:rPr dirty="0" smtClean="0" sz="2000" spc="0">
                <a:latin typeface="Calibri"/>
                <a:cs typeface="Calibri"/>
              </a:rPr>
              <a:t> 2</a:t>
            </a:r>
            <a:r>
              <a:rPr dirty="0" smtClean="0" sz="2000" spc="5">
                <a:latin typeface="Calibri"/>
                <a:cs typeface="Calibri"/>
              </a:rPr>
              <a:t>0</a:t>
            </a:r>
            <a:r>
              <a:rPr dirty="0" smtClean="0" sz="2000" spc="0">
                <a:latin typeface="Calibri"/>
                <a:cs typeface="Calibri"/>
              </a:rPr>
              <a:t>16</a:t>
            </a:r>
            <a:r>
              <a:rPr dirty="0" smtClean="0" sz="2000" spc="-2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Goa</a:t>
            </a:r>
            <a:r>
              <a:rPr dirty="0" smtClean="0" sz="2000" spc="-10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v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sed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St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egic Plan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m</a:t>
            </a:r>
            <a:r>
              <a:rPr dirty="0" smtClean="0" sz="2000" spc="-1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l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ne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C</a:t>
            </a:r>
            <a:r>
              <a:rPr dirty="0" smtClean="0" sz="2000" spc="-3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O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45">
                <a:latin typeface="Calibri"/>
                <a:cs typeface="Calibri"/>
              </a:rPr>
              <a:t>P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r</a:t>
            </a:r>
            <a:r>
              <a:rPr dirty="0" smtClean="0" sz="2000" spc="-40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or</a:t>
            </a:r>
            <a:r>
              <a:rPr dirty="0" smtClean="0" sz="2000" spc="-15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ance </a:t>
            </a:r>
            <a:r>
              <a:rPr dirty="0" smtClean="0" sz="2000" spc="5">
                <a:latin typeface="Calibri"/>
                <a:cs typeface="Calibri"/>
              </a:rPr>
              <a:t>(</a:t>
            </a:r>
            <a:r>
              <a:rPr dirty="0" smtClean="0" sz="2000" spc="0">
                <a:latin typeface="Calibri"/>
                <a:cs typeface="Calibri"/>
              </a:rPr>
              <a:t>C</a:t>
            </a:r>
            <a:r>
              <a:rPr dirty="0" smtClean="0" sz="2000" spc="-10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os</a:t>
            </a:r>
            <a:r>
              <a:rPr dirty="0" smtClean="0" sz="2000" spc="-10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mtClean="0" sz="2000">
                <a:latin typeface="Calibri"/>
                <a:cs typeface="Calibri"/>
              </a:rPr>
              <a:t>Sess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on)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400"/>
              </a:lnSpc>
            </a:pPr>
            <a:endParaRPr sz="1400"/>
          </a:p>
          <a:p>
            <a:pPr marL="12700">
              <a:lnSpc>
                <a:spcPct val="100000"/>
              </a:lnSpc>
            </a:pPr>
            <a:r>
              <a:rPr dirty="0" smtClean="0" sz="2000" b="1" u="heavy">
                <a:solidFill>
                  <a:srgbClr val="87072A"/>
                </a:solidFill>
                <a:latin typeface="Calibri"/>
                <a:cs typeface="Calibri"/>
              </a:rPr>
              <a:t>Disc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u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s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s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ion</a:t>
            </a:r>
            <a:r>
              <a:rPr dirty="0" smtClean="0" sz="2000" spc="-35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I</a:t>
            </a:r>
            <a:r>
              <a:rPr dirty="0" smtClean="0" sz="2000" spc="-20" b="1" u="heavy">
                <a:solidFill>
                  <a:srgbClr val="87072A"/>
                </a:solidFill>
                <a:latin typeface="Calibri"/>
                <a:cs typeface="Calibri"/>
              </a:rPr>
              <a:t>t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ems</a:t>
            </a:r>
            <a:r>
              <a:rPr dirty="0" smtClean="0" sz="2000" spc="-5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(Old</a:t>
            </a:r>
            <a:r>
              <a:rPr dirty="0" smtClean="0" sz="2000" spc="-20" b="1" u="heavy">
                <a:solidFill>
                  <a:srgbClr val="87072A"/>
                </a:solidFill>
                <a:latin typeface="Calibri"/>
                <a:cs typeface="Calibri"/>
              </a:rPr>
              <a:t> 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B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u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si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n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es</a:t>
            </a:r>
            <a:r>
              <a:rPr dirty="0" smtClean="0" sz="2000" spc="5" b="1" u="heavy">
                <a:solidFill>
                  <a:srgbClr val="87072A"/>
                </a:solidFill>
                <a:latin typeface="Calibri"/>
                <a:cs typeface="Calibri"/>
              </a:rPr>
              <a:t>s</a:t>
            </a:r>
            <a:r>
              <a:rPr dirty="0" smtClean="0" sz="2000" spc="0" b="1" u="heavy">
                <a:solidFill>
                  <a:srgbClr val="87072A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99085" marR="332105" indent="-287020">
              <a:lnSpc>
                <a:spcPts val="2400"/>
              </a:lnSpc>
              <a:spcBef>
                <a:spcPts val="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mtClean="0" sz="2000" b="1">
                <a:latin typeface="Calibri"/>
                <a:cs typeface="Calibri"/>
              </a:rPr>
              <a:t>Co</a:t>
            </a:r>
            <a:r>
              <a:rPr dirty="0" smtClean="0" sz="2000" spc="-25" b="1">
                <a:latin typeface="Calibri"/>
                <a:cs typeface="Calibri"/>
              </a:rPr>
              <a:t>n</a:t>
            </a:r>
            <a:r>
              <a:rPr dirty="0" smtClean="0" sz="2000" spc="-25" b="1">
                <a:latin typeface="Calibri"/>
                <a:cs typeface="Calibri"/>
              </a:rPr>
              <a:t>v</a:t>
            </a:r>
            <a:r>
              <a:rPr dirty="0" smtClean="0" sz="2000" spc="0" b="1">
                <a:latin typeface="Calibri"/>
                <a:cs typeface="Calibri"/>
              </a:rPr>
              <a:t>e</a:t>
            </a:r>
            <a:r>
              <a:rPr dirty="0" smtClean="0" sz="2000" spc="-25" b="1">
                <a:latin typeface="Calibri"/>
                <a:cs typeface="Calibri"/>
              </a:rPr>
              <a:t>n</a:t>
            </a:r>
            <a:r>
              <a:rPr dirty="0" smtClean="0" sz="2000" spc="0" b="1">
                <a:latin typeface="Calibri"/>
                <a:cs typeface="Calibri"/>
              </a:rPr>
              <a:t>tion</a:t>
            </a:r>
            <a:r>
              <a:rPr dirty="0" smtClean="0" sz="2000" spc="-15" b="1">
                <a:latin typeface="Calibri"/>
                <a:cs typeface="Calibri"/>
              </a:rPr>
              <a:t> </a:t>
            </a:r>
            <a:r>
              <a:rPr dirty="0" smtClean="0" sz="2000" spc="0" b="1">
                <a:latin typeface="Calibri"/>
                <a:cs typeface="Calibri"/>
              </a:rPr>
              <a:t>Up</a:t>
            </a:r>
            <a:r>
              <a:rPr dirty="0" smtClean="0" sz="2000" spc="5" b="1">
                <a:latin typeface="Calibri"/>
                <a:cs typeface="Calibri"/>
              </a:rPr>
              <a:t>d</a:t>
            </a:r>
            <a:r>
              <a:rPr dirty="0" smtClean="0" sz="2000" spc="-30" b="1">
                <a:latin typeface="Calibri"/>
                <a:cs typeface="Calibri"/>
              </a:rPr>
              <a:t>a</a:t>
            </a:r>
            <a:r>
              <a:rPr dirty="0" smtClean="0" sz="2000" spc="-25" b="1">
                <a:latin typeface="Calibri"/>
                <a:cs typeface="Calibri"/>
              </a:rPr>
              <a:t>t</a:t>
            </a:r>
            <a:r>
              <a:rPr dirty="0" smtClean="0" sz="2000" spc="0" b="1">
                <a:latin typeface="Calibri"/>
                <a:cs typeface="Calibri"/>
              </a:rPr>
              <a:t>e</a:t>
            </a:r>
            <a:r>
              <a:rPr dirty="0" smtClean="0" sz="2000" spc="-20" b="1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(spe</a:t>
            </a:r>
            <a:r>
              <a:rPr dirty="0" smtClean="0" sz="2000" spc="5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ial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-40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ocus</a:t>
            </a:r>
            <a:r>
              <a:rPr dirty="0" smtClean="0" sz="2000" spc="-2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on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Sponso</a:t>
            </a:r>
            <a:r>
              <a:rPr dirty="0" smtClean="0" sz="2000" spc="-4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ship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ts val="2320"/>
              </a:lnSpc>
            </a:pPr>
            <a:r>
              <a:rPr dirty="0" smtClean="0" sz="2000">
                <a:latin typeface="Calibri"/>
                <a:cs typeface="Calibri"/>
              </a:rPr>
              <a:t>Culti</a:t>
            </a:r>
            <a:r>
              <a:rPr dirty="0" smtClean="0" sz="2000" spc="-35">
                <a:latin typeface="Calibri"/>
                <a:cs typeface="Calibri"/>
              </a:rPr>
              <a:t>v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tion)</a:t>
            </a:r>
            <a:endParaRPr sz="20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mtClean="0" sz="2000">
                <a:latin typeface="Calibri"/>
                <a:cs typeface="Calibri"/>
              </a:rPr>
              <a:t>IDB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5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mbu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se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25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4400" b="1">
                <a:solidFill>
                  <a:srgbClr val="F82036"/>
                </a:solidFill>
                <a:latin typeface="Memphis Medium"/>
                <a:cs typeface="Memphis Medium"/>
              </a:rPr>
              <a:t>Board</a:t>
            </a:r>
            <a:r>
              <a:rPr dirty="0" smtClean="0" sz="4400" spc="-2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Report Gui</a:t>
            </a:r>
            <a:r>
              <a:rPr dirty="0" smtClean="0" sz="4400" spc="-20" b="1">
                <a:solidFill>
                  <a:srgbClr val="F82036"/>
                </a:solidFill>
                <a:latin typeface="Memphis Medium"/>
                <a:cs typeface="Memphis Medium"/>
              </a:rPr>
              <a:t>d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elin</a:t>
            </a:r>
            <a:r>
              <a:rPr dirty="0" smtClean="0" sz="4400" spc="-15" b="1">
                <a:solidFill>
                  <a:srgbClr val="F82036"/>
                </a:solidFill>
                <a:latin typeface="Memphis Medium"/>
                <a:cs typeface="Memphis Medium"/>
              </a:rPr>
              <a:t>e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s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10842"/>
            <a:ext cx="7837170" cy="4385945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buFont typeface="Calibri"/>
              <a:buAutoNum type="arabicPeriod"/>
              <a:tabLst>
                <a:tab pos="262890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P</a:t>
            </a:r>
            <a:r>
              <a:rPr dirty="0" smtClean="0" sz="2000" spc="-30" b="1" u="heavy">
                <a:latin typeface="Calibri"/>
                <a:cs typeface="Calibri"/>
              </a:rPr>
              <a:t>r</a:t>
            </a:r>
            <a:r>
              <a:rPr dirty="0" smtClean="0" sz="2000" spc="-15" b="1" u="heavy">
                <a:latin typeface="Calibri"/>
                <a:cs typeface="Calibri"/>
              </a:rPr>
              <a:t>e</a:t>
            </a:r>
            <a:r>
              <a:rPr dirty="0" smtClean="0" sz="2000" spc="-35" b="1" u="heavy">
                <a:latin typeface="Calibri"/>
                <a:cs typeface="Calibri"/>
              </a:rPr>
              <a:t>f</a:t>
            </a:r>
            <a:r>
              <a:rPr dirty="0" smtClean="0" sz="2000" spc="0" b="1" u="heavy">
                <a:latin typeface="Calibri"/>
                <a:cs typeface="Calibri"/>
              </a:rPr>
              <a:t>er</a:t>
            </a:r>
            <a:r>
              <a:rPr dirty="0" smtClean="0" sz="2000" spc="-35" b="1" u="heavy">
                <a:latin typeface="Calibri"/>
                <a:cs typeface="Calibri"/>
              </a:rPr>
              <a:t>r</a:t>
            </a:r>
            <a:r>
              <a:rPr dirty="0" smtClean="0" sz="2000" spc="0" b="1" u="heavy">
                <a:latin typeface="Calibri"/>
                <a:cs typeface="Calibri"/>
              </a:rPr>
              <a:t>ed</a:t>
            </a:r>
            <a:r>
              <a:rPr dirty="0" smtClean="0" sz="2000" spc="15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Le</a:t>
            </a:r>
            <a:r>
              <a:rPr dirty="0" smtClean="0" sz="2000" spc="5" b="1" u="heavy">
                <a:latin typeface="Calibri"/>
                <a:cs typeface="Calibri"/>
              </a:rPr>
              <a:t>n</a:t>
            </a:r>
            <a:r>
              <a:rPr dirty="0" smtClean="0" sz="2000" spc="-15" b="1" u="heavy">
                <a:latin typeface="Calibri"/>
                <a:cs typeface="Calibri"/>
              </a:rPr>
              <a:t>g</a:t>
            </a:r>
            <a:r>
              <a:rPr dirty="0" smtClean="0" sz="2000" spc="0" b="1" u="heavy">
                <a:latin typeface="Calibri"/>
                <a:cs typeface="Calibri"/>
              </a:rPr>
              <a:t>t</a:t>
            </a:r>
            <a:r>
              <a:rPr dirty="0" smtClean="0" sz="2000" spc="10" b="1" u="heavy">
                <a:latin typeface="Calibri"/>
                <a:cs typeface="Calibri"/>
              </a:rPr>
              <a:t>h</a:t>
            </a:r>
            <a:r>
              <a:rPr dirty="0" smtClean="0" sz="2000" spc="0">
                <a:latin typeface="Calibri"/>
                <a:cs typeface="Calibri"/>
              </a:rPr>
              <a:t>: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2</a:t>
            </a:r>
            <a:r>
              <a:rPr dirty="0" smtClean="0" sz="2000" spc="-5">
                <a:latin typeface="Calibri"/>
                <a:cs typeface="Calibri"/>
              </a:rPr>
              <a:t>-</a:t>
            </a:r>
            <a:r>
              <a:rPr dirty="0" smtClean="0" sz="2000" spc="0">
                <a:latin typeface="Calibri"/>
                <a:cs typeface="Calibri"/>
              </a:rPr>
              <a:t>pages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Calibri"/>
              <a:buAutoNum type="arabicPeriod"/>
            </a:pPr>
            <a:endParaRPr sz="1000"/>
          </a:p>
          <a:p>
            <a:pPr>
              <a:lnSpc>
                <a:spcPts val="1400"/>
              </a:lnSpc>
              <a:spcBef>
                <a:spcPts val="1"/>
              </a:spcBef>
              <a:buFont typeface="Calibri"/>
              <a:buAutoNum type="arabicPeriod"/>
            </a:pPr>
            <a:endParaRPr sz="1400"/>
          </a:p>
          <a:p>
            <a:pPr marL="12700" marR="12700">
              <a:lnSpc>
                <a:spcPct val="100000"/>
              </a:lnSpc>
              <a:buFont typeface="Calibri"/>
              <a:buAutoNum type="arabicPeriod"/>
              <a:tabLst>
                <a:tab pos="262890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E</a:t>
            </a:r>
            <a:r>
              <a:rPr dirty="0" smtClean="0" sz="2000" spc="-55" b="1" u="heavy">
                <a:latin typeface="Calibri"/>
                <a:cs typeface="Calibri"/>
              </a:rPr>
              <a:t>x</a:t>
            </a:r>
            <a:r>
              <a:rPr dirty="0" smtClean="0" sz="2000" spc="0" b="1" u="heavy">
                <a:latin typeface="Calibri"/>
                <a:cs typeface="Calibri"/>
              </a:rPr>
              <a:t>ecu</a:t>
            </a:r>
            <a:r>
              <a:rPr dirty="0" smtClean="0" sz="2000" spc="0" b="1" u="heavy">
                <a:latin typeface="Calibri"/>
                <a:cs typeface="Calibri"/>
              </a:rPr>
              <a:t>ti</a:t>
            </a:r>
            <a:r>
              <a:rPr dirty="0" smtClean="0" sz="2000" spc="-25" b="1" u="heavy">
                <a:latin typeface="Calibri"/>
                <a:cs typeface="Calibri"/>
              </a:rPr>
              <a:t>v</a:t>
            </a:r>
            <a:r>
              <a:rPr dirty="0" smtClean="0" sz="2000" spc="0" b="1" u="heavy">
                <a:latin typeface="Calibri"/>
                <a:cs typeface="Calibri"/>
              </a:rPr>
              <a:t>e</a:t>
            </a:r>
            <a:r>
              <a:rPr dirty="0" smtClean="0" sz="2000" spc="-10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Sum</a:t>
            </a:r>
            <a:r>
              <a:rPr dirty="0" smtClean="0" sz="2000" spc="0" b="1" u="heavy">
                <a:latin typeface="Calibri"/>
                <a:cs typeface="Calibri"/>
              </a:rPr>
              <a:t>mar</a:t>
            </a:r>
            <a:r>
              <a:rPr dirty="0" smtClean="0" sz="2000" spc="5" b="1" u="heavy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: </a:t>
            </a:r>
            <a:r>
              <a:rPr dirty="0" smtClean="0" sz="2000" spc="-10">
                <a:latin typeface="Calibri"/>
                <a:cs typeface="Calibri"/>
              </a:rPr>
              <a:t>P</a:t>
            </a:r>
            <a:r>
              <a:rPr dirty="0" smtClean="0" sz="2000" spc="0">
                <a:latin typeface="Calibri"/>
                <a:cs typeface="Calibri"/>
              </a:rPr>
              <a:t>l</a:t>
            </a:r>
            <a:r>
              <a:rPr dirty="0" smtClean="0" sz="2000" spc="-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ase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include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an </a:t>
            </a:r>
            <a:r>
              <a:rPr dirty="0" smtClean="0" sz="2000" spc="-20">
                <a:latin typeface="Calibri"/>
                <a:cs typeface="Calibri"/>
              </a:rPr>
              <a:t>o</a:t>
            </a:r>
            <a:r>
              <a:rPr dirty="0" smtClean="0" sz="2000" spc="-3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1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v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w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t </a:t>
            </a:r>
            <a:r>
              <a:rPr dirty="0" smtClean="0" sz="2000" spc="5">
                <a:latin typeface="Calibri"/>
                <a:cs typeface="Calibri"/>
              </a:rPr>
              <a:t>S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-3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an 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5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lude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in</a:t>
            </a:r>
            <a:r>
              <a:rPr dirty="0" smtClean="0" sz="2000" spc="0">
                <a:latin typeface="Calibri"/>
                <a:cs typeface="Calibri"/>
              </a:rPr>
              <a:t> his P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de</a:t>
            </a:r>
            <a:r>
              <a:rPr dirty="0" smtClean="0" sz="2000" spc="-20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t's</a:t>
            </a:r>
            <a:r>
              <a:rPr dirty="0" smtClean="0" sz="2000" spc="25">
                <a:latin typeface="Calibri"/>
                <a:cs typeface="Calibri"/>
              </a:rPr>
              <a:t> </a:t>
            </a:r>
            <a:r>
              <a:rPr dirty="0" smtClean="0" sz="2000" spc="-3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eport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of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 </a:t>
            </a:r>
            <a:r>
              <a:rPr dirty="0" smtClean="0" sz="2000" spc="-55">
                <a:latin typeface="Calibri"/>
                <a:cs typeface="Calibri"/>
              </a:rPr>
              <a:t>k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y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init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ti</a:t>
            </a:r>
            <a:r>
              <a:rPr dirty="0" smtClean="0" sz="2000" spc="-35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r>
              <a:rPr dirty="0" smtClean="0" sz="2000" spc="5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t </a:t>
            </a:r>
            <a:r>
              <a:rPr dirty="0" smtClean="0" sz="2000" spc="-2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our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eam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is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dr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v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ng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w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th</a:t>
            </a:r>
            <a:r>
              <a:rPr dirty="0" smtClean="0" sz="2000" spc="0">
                <a:latin typeface="Calibri"/>
                <a:cs typeface="Calibri"/>
              </a:rPr>
              <a:t> highl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g</a:t>
            </a:r>
            <a:r>
              <a:rPr dirty="0" smtClean="0" sz="2000" spc="-20">
                <a:latin typeface="Calibri"/>
                <a:cs typeface="Calibri"/>
              </a:rPr>
              <a:t>h</a:t>
            </a:r>
            <a:r>
              <a:rPr dirty="0" smtClean="0" sz="2000" spc="0">
                <a:latin typeface="Calibri"/>
                <a:cs typeface="Calibri"/>
              </a:rPr>
              <a:t>ts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-5">
                <a:latin typeface="Calibri"/>
                <a:cs typeface="Calibri"/>
              </a:rPr>
              <a:t>o</a:t>
            </a:r>
            <a:r>
              <a:rPr dirty="0" smtClean="0" sz="2000" spc="0">
                <a:latin typeface="Calibri"/>
                <a:cs typeface="Calibri"/>
              </a:rPr>
              <a:t>f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each.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Calibri"/>
              <a:buAutoNum type="arabicPeriod"/>
            </a:pPr>
            <a:endParaRPr sz="1000"/>
          </a:p>
          <a:p>
            <a:pPr>
              <a:lnSpc>
                <a:spcPts val="1400"/>
              </a:lnSpc>
              <a:spcBef>
                <a:spcPts val="3"/>
              </a:spcBef>
              <a:buFont typeface="Calibri"/>
              <a:buAutoNum type="arabicPeriod"/>
            </a:pPr>
            <a:endParaRPr sz="1400"/>
          </a:p>
          <a:p>
            <a:pPr marL="320675" indent="-308610">
              <a:lnSpc>
                <a:spcPct val="100000"/>
              </a:lnSpc>
              <a:buFont typeface="Calibri"/>
              <a:buAutoNum type="arabicPeriod"/>
              <a:tabLst>
                <a:tab pos="320675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P</a:t>
            </a:r>
            <a:r>
              <a:rPr dirty="0" smtClean="0" sz="2000" spc="-30" b="1" u="heavy">
                <a:latin typeface="Calibri"/>
                <a:cs typeface="Calibri"/>
              </a:rPr>
              <a:t>r</a:t>
            </a:r>
            <a:r>
              <a:rPr dirty="0" smtClean="0" sz="2000" spc="0" b="1" u="heavy">
                <a:latin typeface="Calibri"/>
                <a:cs typeface="Calibri"/>
              </a:rPr>
              <a:t>og</a:t>
            </a:r>
            <a:r>
              <a:rPr dirty="0" smtClean="0" sz="2000" spc="-55" b="1" u="heavy">
                <a:latin typeface="Calibri"/>
                <a:cs typeface="Calibri"/>
              </a:rPr>
              <a:t>r</a:t>
            </a:r>
            <a:r>
              <a:rPr dirty="0" smtClean="0" sz="2000" spc="-10" b="1" u="heavy">
                <a:latin typeface="Calibri"/>
                <a:cs typeface="Calibri"/>
              </a:rPr>
              <a:t>a</a:t>
            </a:r>
            <a:r>
              <a:rPr dirty="0" smtClean="0" sz="2000" spc="0" b="1" u="heavy">
                <a:latin typeface="Calibri"/>
                <a:cs typeface="Calibri"/>
              </a:rPr>
              <a:t>m</a:t>
            </a:r>
            <a:r>
              <a:rPr dirty="0" smtClean="0" sz="2000" spc="-10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Summa</a:t>
            </a:r>
            <a:r>
              <a:rPr dirty="0" smtClean="0" sz="2000" spc="-10" b="1" u="heavy">
                <a:latin typeface="Calibri"/>
                <a:cs typeface="Calibri"/>
              </a:rPr>
              <a:t>r</a:t>
            </a:r>
            <a:r>
              <a:rPr dirty="0" smtClean="0" sz="2000" spc="0" b="1" u="heavy">
                <a:latin typeface="Calibri"/>
                <a:cs typeface="Calibri"/>
              </a:rPr>
              <a:t>ies</a:t>
            </a:r>
            <a:r>
              <a:rPr dirty="0" smtClean="0" sz="2000" spc="0">
                <a:latin typeface="Calibri"/>
                <a:cs typeface="Calibri"/>
              </a:rPr>
              <a:t>: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or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-5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l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og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under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-2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our</a:t>
            </a:r>
            <a:r>
              <a:rPr dirty="0" smtClean="0" sz="2000" spc="-2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unit's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pu</a:t>
            </a:r>
            <a:r>
              <a:rPr dirty="0" smtClean="0" sz="2000" spc="20">
                <a:latin typeface="Calibri"/>
                <a:cs typeface="Calibri"/>
              </a:rPr>
              <a:t>r</a:t>
            </a:r>
            <a:r>
              <a:rPr dirty="0" smtClean="0" sz="2000" spc="-1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i</a:t>
            </a:r>
            <a:r>
              <a:rPr dirty="0" smtClean="0" sz="2000" spc="-20">
                <a:latin typeface="Calibri"/>
                <a:cs typeface="Calibri"/>
              </a:rPr>
              <a:t>e</a:t>
            </a:r>
            <a:r>
              <a:rPr dirty="0" smtClean="0" sz="2000" spc="-175">
                <a:latin typeface="Calibri"/>
                <a:cs typeface="Calibri"/>
              </a:rPr>
              <a:t>w</a:t>
            </a:r>
            <a:r>
              <a:rPr dirty="0" smtClean="0" sz="2000" spc="0">
                <a:latin typeface="Calibri"/>
                <a:cs typeface="Calibri"/>
              </a:rPr>
              <a:t>,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ple</a:t>
            </a:r>
            <a:r>
              <a:rPr dirty="0" smtClean="0" sz="2000" spc="-1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se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mtClean="0" sz="2000">
                <a:latin typeface="Calibri"/>
                <a:cs typeface="Calibri"/>
              </a:rPr>
              <a:t>include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 </a:t>
            </a:r>
            <a:r>
              <a:rPr dirty="0" smtClean="0" sz="2000" spc="-35">
                <a:latin typeface="Calibri"/>
                <a:cs typeface="Calibri"/>
              </a:rPr>
              <a:t>f</a:t>
            </a:r>
            <a:r>
              <a:rPr dirty="0" smtClean="0" sz="2000" spc="0">
                <a:latin typeface="Calibri"/>
                <a:cs typeface="Calibri"/>
              </a:rPr>
              <a:t>ol</a:t>
            </a:r>
            <a:r>
              <a:rPr dirty="0" smtClean="0" sz="2000" spc="-10">
                <a:latin typeface="Calibri"/>
                <a:cs typeface="Calibri"/>
              </a:rPr>
              <a:t>l</a:t>
            </a:r>
            <a:r>
              <a:rPr dirty="0" smtClean="0" sz="2000" spc="-15">
                <a:latin typeface="Calibri"/>
                <a:cs typeface="Calibri"/>
              </a:rPr>
              <a:t>o</a:t>
            </a:r>
            <a:r>
              <a:rPr dirty="0" smtClean="0" sz="2000" spc="0">
                <a:latin typeface="Calibri"/>
                <a:cs typeface="Calibri"/>
              </a:rPr>
              <a:t>w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10">
                <a:latin typeface="Calibri"/>
                <a:cs typeface="Calibri"/>
              </a:rPr>
              <a:t>g</a:t>
            </a:r>
            <a:r>
              <a:rPr dirty="0" smtClean="0" sz="2000" spc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700"/>
              </a:lnSpc>
              <a:spcBef>
                <a:spcPts val="16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5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a</a:t>
            </a:r>
            <a:r>
              <a:rPr dirty="0" smtClean="0" sz="1400" spc="-10">
                <a:latin typeface="Calibri"/>
                <a:cs typeface="Calibri"/>
              </a:rPr>
              <a:t>m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-10">
                <a:latin typeface="Calibri"/>
                <a:cs typeface="Calibri"/>
              </a:rPr>
              <a:t>O</a:t>
            </a:r>
            <a:r>
              <a:rPr dirty="0" smtClean="0" sz="1400" spc="-15">
                <a:latin typeface="Calibri"/>
                <a:cs typeface="Calibri"/>
              </a:rPr>
              <a:t>v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1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vi</a:t>
            </a:r>
            <a:r>
              <a:rPr dirty="0" smtClean="0" sz="1400" spc="-15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w</a:t>
            </a:r>
            <a:r>
              <a:rPr dirty="0" smtClean="0" sz="1400" spc="10">
                <a:latin typeface="Calibri"/>
                <a:cs typeface="Calibri"/>
              </a:rPr>
              <a:t> </a:t>
            </a:r>
            <a:r>
              <a:rPr dirty="0" smtClean="0" sz="1400" spc="-10">
                <a:latin typeface="Calibri"/>
                <a:cs typeface="Calibri"/>
              </a:rPr>
              <a:t>(</a:t>
            </a:r>
            <a:r>
              <a:rPr dirty="0" smtClean="0" sz="1400" spc="-50">
                <a:latin typeface="Calibri"/>
                <a:cs typeface="Calibri"/>
              </a:rPr>
              <a:t>k</a:t>
            </a:r>
            <a:r>
              <a:rPr dirty="0" smtClean="0" sz="1400" spc="-15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y</a:t>
            </a:r>
            <a:r>
              <a:rPr dirty="0" smtClean="0" sz="1400" spc="5">
                <a:latin typeface="Calibri"/>
                <a:cs typeface="Calibri"/>
              </a:rPr>
              <a:t> </a:t>
            </a:r>
            <a:r>
              <a:rPr dirty="0" smtClean="0" sz="1400" spc="-15">
                <a:latin typeface="Calibri"/>
                <a:cs typeface="Calibri"/>
              </a:rPr>
              <a:t>g</a:t>
            </a:r>
            <a:r>
              <a:rPr dirty="0" smtClean="0" sz="1400" spc="0">
                <a:latin typeface="Calibri"/>
                <a:cs typeface="Calibri"/>
              </a:rPr>
              <a:t>oals</a:t>
            </a:r>
            <a:r>
              <a:rPr dirty="0" smtClean="0" sz="1400" spc="-25">
                <a:latin typeface="Calibri"/>
                <a:cs typeface="Calibri"/>
              </a:rPr>
              <a:t>/</a:t>
            </a:r>
            <a:r>
              <a:rPr dirty="0" smtClean="0" sz="1400" spc="0">
                <a:latin typeface="Calibri"/>
                <a:cs typeface="Calibri"/>
              </a:rPr>
              <a:t>obje</a:t>
            </a:r>
            <a:r>
              <a:rPr dirty="0" smtClean="0" sz="1400" spc="-15">
                <a:latin typeface="Calibri"/>
                <a:cs typeface="Calibri"/>
              </a:rPr>
              <a:t>c</a:t>
            </a:r>
            <a:r>
              <a:rPr dirty="0" smtClean="0" sz="1400" spc="0">
                <a:latin typeface="Calibri"/>
                <a:cs typeface="Calibri"/>
              </a:rPr>
              <a:t>ti</a:t>
            </a:r>
            <a:r>
              <a:rPr dirty="0" smtClean="0" sz="1400" spc="-10">
                <a:latin typeface="Calibri"/>
                <a:cs typeface="Calibri"/>
              </a:rPr>
              <a:t>v</a:t>
            </a:r>
            <a:r>
              <a:rPr dirty="0" smtClean="0" sz="1400" spc="0">
                <a:latin typeface="Calibri"/>
                <a:cs typeface="Calibri"/>
              </a:rPr>
              <a:t>es)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S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art</a:t>
            </a:r>
            <a:r>
              <a:rPr dirty="0" smtClean="0" sz="1400" spc="-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D</a:t>
            </a:r>
            <a:r>
              <a:rPr dirty="0" smtClean="0" sz="1400" spc="-15">
                <a:latin typeface="Calibri"/>
                <a:cs typeface="Calibri"/>
              </a:rPr>
              <a:t>a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 and</a:t>
            </a:r>
            <a:r>
              <a:rPr dirty="0" smtClean="0" sz="1400" spc="-5">
                <a:latin typeface="Calibri"/>
                <a:cs typeface="Calibri"/>
              </a:rPr>
              <a:t> 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oje</a:t>
            </a:r>
            <a:r>
              <a:rPr dirty="0" smtClean="0" sz="1400" spc="-10">
                <a:latin typeface="Calibri"/>
                <a:cs typeface="Calibri"/>
              </a:rPr>
              <a:t>c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ed</a:t>
            </a:r>
            <a:r>
              <a:rPr dirty="0" smtClean="0" sz="1400" spc="-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d</a:t>
            </a:r>
            <a:r>
              <a:rPr dirty="0" smtClean="0" sz="1400" spc="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D</a:t>
            </a:r>
            <a:r>
              <a:rPr dirty="0" smtClean="0" sz="1400" spc="-15">
                <a:latin typeface="Calibri"/>
                <a:cs typeface="Calibri"/>
              </a:rPr>
              <a:t>a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>
                <a:latin typeface="Calibri"/>
                <a:cs typeface="Calibri"/>
              </a:rPr>
              <a:t>Fu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-10">
                <a:latin typeface="Calibri"/>
                <a:cs typeface="Calibri"/>
              </a:rPr>
              <a:t>d</a:t>
            </a:r>
            <a:r>
              <a:rPr dirty="0" smtClean="0" sz="1400" spc="0">
                <a:latin typeface="Calibri"/>
                <a:cs typeface="Calibri"/>
              </a:rPr>
              <a:t>er</a:t>
            </a:r>
            <a:r>
              <a:rPr dirty="0" smtClean="0" sz="1400" spc="-10">
                <a:latin typeface="Calibri"/>
                <a:cs typeface="Calibri"/>
              </a:rPr>
              <a:t>(</a:t>
            </a:r>
            <a:r>
              <a:rPr dirty="0" smtClean="0" sz="1400" spc="0">
                <a:latin typeface="Calibri"/>
                <a:cs typeface="Calibri"/>
              </a:rPr>
              <a:t>s)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B</a:t>
            </a:r>
            <a:r>
              <a:rPr dirty="0" smtClean="0" sz="1400" spc="-10">
                <a:latin typeface="Calibri"/>
                <a:cs typeface="Calibri"/>
              </a:rPr>
              <a:t>u</a:t>
            </a:r>
            <a:r>
              <a:rPr dirty="0" smtClean="0" sz="1400" spc="-10">
                <a:latin typeface="Calibri"/>
                <a:cs typeface="Calibri"/>
              </a:rPr>
              <a:t>d</a:t>
            </a:r>
            <a:r>
              <a:rPr dirty="0" smtClean="0" sz="1400" spc="-15">
                <a:latin typeface="Calibri"/>
                <a:cs typeface="Calibri"/>
              </a:rPr>
              <a:t>g</a:t>
            </a:r>
            <a:r>
              <a:rPr dirty="0" smtClean="0" sz="1400" spc="-15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oje</a:t>
            </a:r>
            <a:r>
              <a:rPr dirty="0" smtClean="0" sz="1400" spc="-10">
                <a:latin typeface="Calibri"/>
                <a:cs typeface="Calibri"/>
              </a:rPr>
              <a:t>c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ed Sp</a:t>
            </a:r>
            <a:r>
              <a:rPr dirty="0" smtClean="0" sz="1400" spc="-5">
                <a:latin typeface="Calibri"/>
                <a:cs typeface="Calibri"/>
              </a:rPr>
              <a:t>e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-10">
                <a:latin typeface="Calibri"/>
                <a:cs typeface="Calibri"/>
              </a:rPr>
              <a:t>d</a:t>
            </a:r>
            <a:r>
              <a:rPr dirty="0" smtClean="0" sz="1400" spc="0">
                <a:latin typeface="Calibri"/>
                <a:cs typeface="Calibri"/>
              </a:rPr>
              <a:t>ing</a:t>
            </a:r>
            <a:r>
              <a:rPr dirty="0" smtClean="0" sz="1400" spc="1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t</a:t>
            </a:r>
            <a:r>
              <a:rPr dirty="0" smtClean="0" sz="1400" spc="-10">
                <a:latin typeface="Calibri"/>
                <a:cs typeface="Calibri"/>
              </a:rPr>
              <a:t>h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ough</a:t>
            </a:r>
            <a:r>
              <a:rPr dirty="0" smtClean="0" sz="1400" spc="-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2</a:t>
            </a:r>
            <a:r>
              <a:rPr dirty="0" smtClean="0" sz="1400" spc="-10">
                <a:latin typeface="Calibri"/>
                <a:cs typeface="Calibri"/>
              </a:rPr>
              <a:t>0</a:t>
            </a:r>
            <a:r>
              <a:rPr dirty="0" smtClean="0" sz="1400" spc="0">
                <a:latin typeface="Calibri"/>
                <a:cs typeface="Calibri"/>
              </a:rPr>
              <a:t>15</a:t>
            </a:r>
            <a:r>
              <a:rPr dirty="0" smtClean="0" sz="1400" spc="1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vs</a:t>
            </a:r>
            <a:r>
              <a:rPr dirty="0" smtClean="0" sz="1400" spc="-15">
                <a:latin typeface="Calibri"/>
                <a:cs typeface="Calibri"/>
              </a:rPr>
              <a:t> </a:t>
            </a:r>
            <a:r>
              <a:rPr dirty="0" smtClean="0" sz="1400" spc="-10">
                <a:latin typeface="Calibri"/>
                <a:cs typeface="Calibri"/>
              </a:rPr>
              <a:t>c</a:t>
            </a:r>
            <a:r>
              <a:rPr dirty="0" smtClean="0" sz="1400" spc="-10">
                <a:latin typeface="Calibri"/>
                <a:cs typeface="Calibri"/>
              </a:rPr>
              <a:t>u</a:t>
            </a:r>
            <a:r>
              <a:rPr dirty="0" smtClean="0" sz="1400" spc="0">
                <a:latin typeface="Calibri"/>
                <a:cs typeface="Calibri"/>
              </a:rPr>
              <a:t>r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-2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t</a:t>
            </a:r>
            <a:r>
              <a:rPr dirty="0" smtClean="0" sz="1400" spc="1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sp</a:t>
            </a:r>
            <a:r>
              <a:rPr dirty="0" smtClean="0" sz="1400" spc="-10">
                <a:latin typeface="Calibri"/>
                <a:cs typeface="Calibri"/>
              </a:rPr>
              <a:t>e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-10">
                <a:latin typeface="Calibri"/>
                <a:cs typeface="Calibri"/>
              </a:rPr>
              <a:t>d</a:t>
            </a:r>
            <a:r>
              <a:rPr dirty="0" smtClean="0" sz="1400" spc="0">
                <a:latin typeface="Calibri"/>
                <a:cs typeface="Calibri"/>
              </a:rPr>
              <a:t>ing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-100">
                <a:latin typeface="Calibri"/>
                <a:cs typeface="Calibri"/>
              </a:rPr>
              <a:t>Y</a:t>
            </a:r>
            <a:r>
              <a:rPr dirty="0" smtClean="0" sz="1400" spc="0">
                <a:latin typeface="Calibri"/>
                <a:cs typeface="Calibri"/>
              </a:rPr>
              <a:t>ea</a:t>
            </a:r>
            <a:r>
              <a:rPr dirty="0" smtClean="0" sz="1400" spc="-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-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o-D</a:t>
            </a:r>
            <a:r>
              <a:rPr dirty="0" smtClean="0" sz="1400" spc="-15">
                <a:latin typeface="Calibri"/>
                <a:cs typeface="Calibri"/>
              </a:rPr>
              <a:t>a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-10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Highlig</a:t>
            </a:r>
            <a:r>
              <a:rPr dirty="0" smtClean="0" sz="1400" spc="-20">
                <a:latin typeface="Calibri"/>
                <a:cs typeface="Calibri"/>
              </a:rPr>
              <a:t>h</a:t>
            </a:r>
            <a:r>
              <a:rPr dirty="0" smtClean="0" sz="1400" spc="0">
                <a:latin typeface="Calibri"/>
                <a:cs typeface="Calibri"/>
              </a:rPr>
              <a:t>ts/ </a:t>
            </a:r>
            <a:r>
              <a:rPr dirty="0" smtClean="0" sz="1400" spc="-5">
                <a:latin typeface="Calibri"/>
                <a:cs typeface="Calibri"/>
              </a:rPr>
              <a:t>C</a:t>
            </a:r>
            <a:r>
              <a:rPr dirty="0" smtClean="0" sz="1400" spc="-10">
                <a:latin typeface="Calibri"/>
                <a:cs typeface="Calibri"/>
              </a:rPr>
              <a:t>h</a:t>
            </a:r>
            <a:r>
              <a:rPr dirty="0" smtClean="0" sz="1400" spc="0">
                <a:latin typeface="Calibri"/>
                <a:cs typeface="Calibri"/>
              </a:rPr>
              <a:t>alle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-15">
                <a:latin typeface="Calibri"/>
                <a:cs typeface="Calibri"/>
              </a:rPr>
              <a:t>g</a:t>
            </a:r>
            <a:r>
              <a:rPr dirty="0" smtClean="0" sz="1400" spc="0">
                <a:latin typeface="Calibri"/>
                <a:cs typeface="Calibri"/>
              </a:rPr>
              <a:t>es/</a:t>
            </a:r>
            <a:r>
              <a:rPr dirty="0" smtClean="0" sz="1400" spc="25">
                <a:latin typeface="Calibri"/>
                <a:cs typeface="Calibri"/>
              </a:rPr>
              <a:t> </a:t>
            </a:r>
            <a:r>
              <a:rPr dirty="0" smtClean="0" sz="1400" spc="0">
                <a:latin typeface="Calibri"/>
                <a:cs typeface="Calibri"/>
              </a:rPr>
              <a:t>L</a:t>
            </a:r>
            <a:r>
              <a:rPr dirty="0" smtClean="0" sz="1400" spc="-5">
                <a:latin typeface="Calibri"/>
                <a:cs typeface="Calibri"/>
              </a:rPr>
              <a:t>e</a:t>
            </a:r>
            <a:r>
              <a:rPr dirty="0" smtClean="0" sz="1400" spc="0">
                <a:latin typeface="Calibri"/>
                <a:cs typeface="Calibri"/>
              </a:rPr>
              <a:t>ssons</a:t>
            </a:r>
            <a:r>
              <a:rPr dirty="0" smtClean="0" sz="1400" spc="-5">
                <a:latin typeface="Calibri"/>
                <a:cs typeface="Calibri"/>
              </a:rPr>
              <a:t> </a:t>
            </a:r>
            <a:r>
              <a:rPr dirty="0" smtClean="0" sz="1400" spc="-10">
                <a:latin typeface="Calibri"/>
                <a:cs typeface="Calibri"/>
              </a:rPr>
              <a:t>L</a:t>
            </a:r>
            <a:r>
              <a:rPr dirty="0" smtClean="0" sz="1400" spc="0">
                <a:latin typeface="Calibri"/>
                <a:cs typeface="Calibri"/>
              </a:rPr>
              <a:t>ear</a:t>
            </a:r>
            <a:r>
              <a:rPr dirty="0" smtClean="0" sz="1400" spc="-10">
                <a:latin typeface="Calibri"/>
                <a:cs typeface="Calibri"/>
              </a:rPr>
              <a:t>n</a:t>
            </a:r>
            <a:r>
              <a:rPr dirty="0" smtClean="0" sz="1400" spc="0">
                <a:latin typeface="Calibri"/>
                <a:cs typeface="Calibri"/>
              </a:rPr>
              <a:t>ed</a:t>
            </a:r>
            <a:endParaRPr sz="1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dirty="0" smtClean="0" sz="1400">
                <a:latin typeface="Wingdings"/>
                <a:cs typeface="Wingdings"/>
              </a:rPr>
              <a:t></a:t>
            </a:r>
            <a:r>
              <a:rPr dirty="0" smtClean="0" sz="1400">
                <a:latin typeface="Times New Roman"/>
                <a:cs typeface="Times New Roman"/>
              </a:rPr>
              <a:t>	</a:t>
            </a:r>
            <a:r>
              <a:rPr dirty="0" smtClean="0" sz="1400" spc="-5">
                <a:latin typeface="Calibri"/>
                <a:cs typeface="Calibri"/>
              </a:rPr>
              <a:t>P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og</a:t>
            </a:r>
            <a:r>
              <a:rPr dirty="0" smtClean="0" sz="1400" spc="-20">
                <a:latin typeface="Calibri"/>
                <a:cs typeface="Calibri"/>
              </a:rPr>
              <a:t>r</a:t>
            </a:r>
            <a:r>
              <a:rPr dirty="0" smtClean="0" sz="1400" spc="0">
                <a:latin typeface="Calibri"/>
                <a:cs typeface="Calibri"/>
              </a:rPr>
              <a:t>am</a:t>
            </a:r>
            <a:r>
              <a:rPr dirty="0" smtClean="0" sz="1400" spc="-25">
                <a:latin typeface="Calibri"/>
                <a:cs typeface="Calibri"/>
              </a:rPr>
              <a:t> </a:t>
            </a:r>
            <a:r>
              <a:rPr dirty="0" smtClean="0" sz="1400" spc="-5">
                <a:latin typeface="Calibri"/>
                <a:cs typeface="Calibri"/>
              </a:rPr>
              <a:t>C</a:t>
            </a:r>
            <a:r>
              <a:rPr dirty="0" smtClean="0" sz="1400" spc="-10">
                <a:latin typeface="Calibri"/>
                <a:cs typeface="Calibri"/>
              </a:rPr>
              <a:t>h</a:t>
            </a:r>
            <a:r>
              <a:rPr dirty="0" smtClean="0" sz="1400" spc="0">
                <a:latin typeface="Calibri"/>
                <a:cs typeface="Calibri"/>
              </a:rPr>
              <a:t>a</a:t>
            </a:r>
            <a:r>
              <a:rPr dirty="0" smtClean="0" sz="1400" spc="-10">
                <a:latin typeface="Calibri"/>
                <a:cs typeface="Calibri"/>
              </a:rPr>
              <a:t>p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er</a:t>
            </a:r>
            <a:r>
              <a:rPr dirty="0" smtClean="0" sz="1400" spc="15">
                <a:latin typeface="Calibri"/>
                <a:cs typeface="Calibri"/>
              </a:rPr>
              <a:t> </a:t>
            </a:r>
            <a:r>
              <a:rPr dirty="0" smtClean="0" sz="1400" spc="-10">
                <a:latin typeface="Calibri"/>
                <a:cs typeface="Calibri"/>
              </a:rPr>
              <a:t>I</a:t>
            </a:r>
            <a:r>
              <a:rPr dirty="0" smtClean="0" sz="1400" spc="-20">
                <a:latin typeface="Calibri"/>
                <a:cs typeface="Calibri"/>
              </a:rPr>
              <a:t>n</a:t>
            </a:r>
            <a:r>
              <a:rPr dirty="0" smtClean="0" sz="1400" spc="-15">
                <a:latin typeface="Calibri"/>
                <a:cs typeface="Calibri"/>
              </a:rPr>
              <a:t>t</a:t>
            </a:r>
            <a:r>
              <a:rPr dirty="0" smtClean="0" sz="1400" spc="0">
                <a:latin typeface="Calibri"/>
                <a:cs typeface="Calibri"/>
              </a:rPr>
              <a:t>e</a:t>
            </a:r>
            <a:r>
              <a:rPr dirty="0" smtClean="0" sz="1400" spc="-5">
                <a:latin typeface="Calibri"/>
                <a:cs typeface="Calibri"/>
              </a:rPr>
              <a:t>g</a:t>
            </a:r>
            <a:r>
              <a:rPr dirty="0" smtClean="0" sz="1400" spc="-25">
                <a:latin typeface="Calibri"/>
                <a:cs typeface="Calibri"/>
              </a:rPr>
              <a:t>r</a:t>
            </a:r>
            <a:r>
              <a:rPr dirty="0" smtClean="0" sz="1400" spc="-15">
                <a:latin typeface="Calibri"/>
                <a:cs typeface="Calibri"/>
              </a:rPr>
              <a:t>a</a:t>
            </a:r>
            <a:r>
              <a:rPr dirty="0" smtClean="0" sz="1400" spc="0">
                <a:latin typeface="Calibri"/>
                <a:cs typeface="Calibri"/>
              </a:rPr>
              <a:t>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4400" b="1">
                <a:solidFill>
                  <a:srgbClr val="F82036"/>
                </a:solidFill>
                <a:latin typeface="Memphis Medium"/>
                <a:cs typeface="Memphis Medium"/>
              </a:rPr>
              <a:t>Board</a:t>
            </a:r>
            <a:r>
              <a:rPr dirty="0" smtClean="0" sz="4400" spc="-25" b="1">
                <a:solidFill>
                  <a:srgbClr val="F82036"/>
                </a:solidFill>
                <a:latin typeface="Memphis Medium"/>
                <a:cs typeface="Memphis Medium"/>
              </a:rPr>
              <a:t> 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Report Gui</a:t>
            </a:r>
            <a:r>
              <a:rPr dirty="0" smtClean="0" sz="4400" spc="-20" b="1">
                <a:solidFill>
                  <a:srgbClr val="F82036"/>
                </a:solidFill>
                <a:latin typeface="Memphis Medium"/>
                <a:cs typeface="Memphis Medium"/>
              </a:rPr>
              <a:t>d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elin</a:t>
            </a:r>
            <a:r>
              <a:rPr dirty="0" smtClean="0" sz="4400" spc="-15" b="1">
                <a:solidFill>
                  <a:srgbClr val="F82036"/>
                </a:solidFill>
                <a:latin typeface="Memphis Medium"/>
                <a:cs typeface="Memphis Medium"/>
              </a:rPr>
              <a:t>e</a:t>
            </a:r>
            <a:r>
              <a:rPr dirty="0" smtClean="0" sz="4400" spc="0" b="1">
                <a:solidFill>
                  <a:srgbClr val="F82036"/>
                </a:solidFill>
                <a:latin typeface="Memphis Medium"/>
                <a:cs typeface="Memphis Medium"/>
              </a:rPr>
              <a:t>s</a:t>
            </a:r>
            <a:endParaRPr sz="4400">
              <a:latin typeface="Memphis Medium"/>
              <a:cs typeface="Memphis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dirty="0" smtClean="0" sz="1200" spc="-6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	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noAutofit/>
          </a:bodyPr>
          <a:lstStyle/>
          <a:p>
            <a:pPr marL="12700">
              <a:lnSpc>
                <a:spcPct val="100000"/>
              </a:lnSpc>
            </a:pPr>
            <a:r>
              <a:rPr dirty="0" smtClean="0" sz="120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dirty="0" smtClean="0" sz="1200" spc="-1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dirty="0" smtClean="0" sz="1200" spc="-5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dirty="0" smtClean="0" sz="1200" spc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29917"/>
            <a:ext cx="7527290" cy="3684270"/>
          </a:xfrm>
          <a:prstGeom prst="rect">
            <a:avLst/>
          </a:prstGeom>
        </p:spPr>
        <p:txBody>
          <a:bodyPr wrap="square" lIns="0" tIns="0" rIns="0" bIns="0" rtlCol="0" vert="horz">
            <a:noAutofit/>
          </a:bodyPr>
          <a:lstStyle/>
          <a:p>
            <a:pPr marL="12700" marR="12700">
              <a:lnSpc>
                <a:spcPct val="100000"/>
              </a:lnSpc>
              <a:buFont typeface="Calibri"/>
              <a:buAutoNum type="arabicPeriod" startAt="4"/>
              <a:tabLst>
                <a:tab pos="320675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Unit</a:t>
            </a:r>
            <a:r>
              <a:rPr dirty="0" smtClean="0" sz="2000" spc="-40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Go</a:t>
            </a:r>
            <a:r>
              <a:rPr dirty="0" smtClean="0" sz="2000" spc="-10" b="1" u="heavy">
                <a:latin typeface="Calibri"/>
                <a:cs typeface="Calibri"/>
              </a:rPr>
              <a:t>a</a:t>
            </a:r>
            <a:r>
              <a:rPr dirty="0" smtClean="0" sz="2000" spc="0" b="1" u="heavy">
                <a:latin typeface="Calibri"/>
                <a:cs typeface="Calibri"/>
              </a:rPr>
              <a:t>ls</a:t>
            </a:r>
            <a:r>
              <a:rPr dirty="0" smtClean="0" sz="2000" spc="0" b="1" u="heavy">
                <a:latin typeface="Calibri"/>
                <a:cs typeface="Calibri"/>
              </a:rPr>
              <a:t> </a:t>
            </a:r>
            <a:r>
              <a:rPr dirty="0" smtClean="0" sz="2000" spc="-10" b="1" u="heavy">
                <a:latin typeface="Calibri"/>
                <a:cs typeface="Calibri"/>
              </a:rPr>
              <a:t>U</a:t>
            </a:r>
            <a:r>
              <a:rPr dirty="0" smtClean="0" sz="2000" spc="0" b="1" u="heavy">
                <a:latin typeface="Calibri"/>
                <a:cs typeface="Calibri"/>
              </a:rPr>
              <a:t>p</a:t>
            </a:r>
            <a:r>
              <a:rPr dirty="0" smtClean="0" sz="2000" spc="5" b="1" u="heavy">
                <a:latin typeface="Calibri"/>
                <a:cs typeface="Calibri"/>
              </a:rPr>
              <a:t>d</a:t>
            </a:r>
            <a:r>
              <a:rPr dirty="0" smtClean="0" sz="2000" spc="-30" b="1" u="heavy">
                <a:latin typeface="Calibri"/>
                <a:cs typeface="Calibri"/>
              </a:rPr>
              <a:t>a</a:t>
            </a:r>
            <a:r>
              <a:rPr dirty="0" smtClean="0" sz="2000" spc="-25" b="1" u="heavy">
                <a:latin typeface="Calibri"/>
                <a:cs typeface="Calibri"/>
              </a:rPr>
              <a:t>t</a:t>
            </a:r>
            <a:r>
              <a:rPr dirty="0" smtClean="0" sz="2000" spc="0" b="1" u="heavy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: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15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ubm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ed </a:t>
            </a:r>
            <a:r>
              <a:rPr dirty="0" smtClean="0" sz="2000" spc="-15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our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u</a:t>
            </a:r>
            <a:r>
              <a:rPr dirty="0" smtClean="0" sz="2000" spc="5">
                <a:latin typeface="Calibri"/>
                <a:cs typeface="Calibri"/>
              </a:rPr>
              <a:t>n</a:t>
            </a:r>
            <a:r>
              <a:rPr dirty="0" smtClean="0" sz="2000" spc="0">
                <a:latin typeface="Calibri"/>
                <a:cs typeface="Calibri"/>
              </a:rPr>
              <a:t>i</a:t>
            </a:r>
            <a:r>
              <a:rPr dirty="0" smtClean="0" sz="2000" spc="65">
                <a:latin typeface="Calibri"/>
                <a:cs typeface="Calibri"/>
              </a:rPr>
              <a:t>t</a:t>
            </a:r>
            <a:r>
              <a:rPr dirty="0" smtClean="0" sz="2000" spc="-120">
                <a:latin typeface="Calibri"/>
                <a:cs typeface="Calibri"/>
              </a:rPr>
              <a:t>’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2</a:t>
            </a:r>
            <a:r>
              <a:rPr dirty="0" smtClean="0" sz="2000" spc="5">
                <a:latin typeface="Calibri"/>
                <a:cs typeface="Calibri"/>
              </a:rPr>
              <a:t>0</a:t>
            </a:r>
            <a:r>
              <a:rPr dirty="0" smtClean="0" sz="2000" spc="0">
                <a:latin typeface="Calibri"/>
                <a:cs typeface="Calibri"/>
              </a:rPr>
              <a:t>16</a:t>
            </a:r>
            <a:r>
              <a:rPr dirty="0" smtClean="0" sz="2000" spc="-30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g</a:t>
            </a:r>
            <a:r>
              <a:rPr dirty="0" smtClean="0" sz="2000" spc="0">
                <a:latin typeface="Calibri"/>
                <a:cs typeface="Calibri"/>
              </a:rPr>
              <a:t>oals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ba</a:t>
            </a:r>
            <a:r>
              <a:rPr dirty="0" smtClean="0" sz="2000" spc="5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k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in</a:t>
            </a:r>
            <a:r>
              <a:rPr dirty="0" smtClean="0" sz="2000" spc="0">
                <a:latin typeface="Calibri"/>
                <a:cs typeface="Calibri"/>
              </a:rPr>
              <a:t> Januar</a:t>
            </a:r>
            <a:r>
              <a:rPr dirty="0" smtClean="0" sz="2000" spc="-13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.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10">
                <a:latin typeface="Calibri"/>
                <a:cs typeface="Calibri"/>
              </a:rPr>
              <a:t>l</a:t>
            </a:r>
            <a:r>
              <a:rPr dirty="0" smtClean="0" sz="2000" spc="0">
                <a:latin typeface="Calibri"/>
                <a:cs typeface="Calibri"/>
              </a:rPr>
              <a:t>ea</a:t>
            </a:r>
            <a:r>
              <a:rPr dirty="0" smtClean="0" sz="2000" spc="-1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-15">
                <a:latin typeface="Calibri"/>
                <a:cs typeface="Calibri"/>
              </a:rPr>
              <a:t>o</a:t>
            </a:r>
            <a:r>
              <a:rPr dirty="0" smtClean="0" sz="2000" spc="-10">
                <a:latin typeface="Calibri"/>
                <a:cs typeface="Calibri"/>
              </a:rPr>
              <a:t>v</a:t>
            </a:r>
            <a:r>
              <a:rPr dirty="0" smtClean="0" sz="2000" spc="0">
                <a:latin typeface="Calibri"/>
                <a:cs typeface="Calibri"/>
              </a:rPr>
              <a:t>ide a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og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s upd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 on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w</a:t>
            </a:r>
            <a:r>
              <a:rPr dirty="0" smtClean="0" sz="2000" spc="0">
                <a:latin typeface="Calibri"/>
                <a:cs typeface="Calibri"/>
              </a:rPr>
              <a:t>he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 </a:t>
            </a:r>
            <a:r>
              <a:rPr dirty="0" smtClean="0" sz="2000" spc="-25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</a:t>
            </a:r>
            <a:r>
              <a:rPr dirty="0" smtClean="0" sz="2000" spc="-35">
                <a:latin typeface="Calibri"/>
                <a:cs typeface="Calibri"/>
              </a:rPr>
              <a:t> </a:t>
            </a:r>
            <a:r>
              <a:rPr dirty="0" smtClean="0" sz="2000" spc="-30">
                <a:latin typeface="Calibri"/>
                <a:cs typeface="Calibri"/>
              </a:rPr>
              <a:t>s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and </a:t>
            </a:r>
            <a:r>
              <a:rPr dirty="0" smtClean="0" sz="2000" spc="-10">
                <a:latin typeface="Calibri"/>
                <a:cs typeface="Calibri"/>
              </a:rPr>
              <a:t>w</a:t>
            </a:r>
            <a:r>
              <a:rPr dirty="0" smtClean="0" sz="2000" spc="0">
                <a:latin typeface="Calibri"/>
                <a:cs typeface="Calibri"/>
              </a:rPr>
              <a:t>ith each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g</a:t>
            </a:r>
            <a:r>
              <a:rPr dirty="0" smtClean="0" sz="2000" spc="0">
                <a:latin typeface="Calibri"/>
                <a:cs typeface="Calibri"/>
              </a:rPr>
              <a:t>oal.</a:t>
            </a:r>
            <a:r>
              <a:rPr dirty="0" smtClean="0" sz="2000" spc="-3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An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ea</a:t>
            </a:r>
            <a:r>
              <a:rPr dirty="0" smtClean="0" sz="2000" spc="-45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y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-30">
                <a:latin typeface="Calibri"/>
                <a:cs typeface="Calibri"/>
              </a:rPr>
              <a:t>w</a:t>
            </a:r>
            <a:r>
              <a:rPr dirty="0" smtClean="0" sz="2000" spc="-4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y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o do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this 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-40">
                <a:latin typeface="Calibri"/>
                <a:cs typeface="Calibri"/>
              </a:rPr>
              <a:t>a</a:t>
            </a:r>
            <a:r>
              <a:rPr dirty="0" smtClean="0" sz="2000" spc="0">
                <a:latin typeface="Calibri"/>
                <a:cs typeface="Calibri"/>
              </a:rPr>
              <a:t>y be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o add another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-10">
                <a:latin typeface="Calibri"/>
                <a:cs typeface="Calibri"/>
              </a:rPr>
              <a:t>c</a:t>
            </a:r>
            <a:r>
              <a:rPr dirty="0" smtClean="0" sz="2000" spc="0">
                <a:latin typeface="Calibri"/>
                <a:cs typeface="Calibri"/>
              </a:rPr>
              <a:t>olu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n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o rig</a:t>
            </a:r>
            <a:r>
              <a:rPr dirty="0" smtClean="0" sz="2000" spc="-25">
                <a:latin typeface="Calibri"/>
                <a:cs typeface="Calibri"/>
              </a:rPr>
              <a:t>h</a:t>
            </a:r>
            <a:r>
              <a:rPr dirty="0" smtClean="0" sz="2000" spc="15">
                <a:latin typeface="Calibri"/>
                <a:cs typeface="Calibri"/>
              </a:rPr>
              <a:t>t</a:t>
            </a:r>
            <a:r>
              <a:rPr dirty="0" smtClean="0" sz="2000" spc="-5">
                <a:latin typeface="Calibri"/>
                <a:cs typeface="Calibri"/>
              </a:rPr>
              <a:t>-</a:t>
            </a:r>
            <a:r>
              <a:rPr dirty="0" smtClean="0" sz="2000" spc="0">
                <a:latin typeface="Calibri"/>
                <a:cs typeface="Calibri"/>
              </a:rPr>
              <a:t>hand</a:t>
            </a:r>
            <a:r>
              <a:rPr dirty="0" smtClean="0" sz="2000" spc="0">
                <a:latin typeface="Calibri"/>
                <a:cs typeface="Calibri"/>
              </a:rPr>
              <a:t> s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de of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40">
                <a:latin typeface="Calibri"/>
                <a:cs typeface="Calibri"/>
              </a:rPr>
              <a:t>e</a:t>
            </a:r>
            <a:r>
              <a:rPr dirty="0" smtClean="0" sz="2000" spc="-55">
                <a:latin typeface="Calibri"/>
                <a:cs typeface="Calibri"/>
              </a:rPr>
              <a:t>x</a:t>
            </a:r>
            <a:r>
              <a:rPr dirty="0" smtClean="0" sz="2000" spc="0">
                <a:latin typeface="Calibri"/>
                <a:cs typeface="Calibri"/>
              </a:rPr>
              <a:t>cel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sp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eadshe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and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label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it "</a:t>
            </a:r>
            <a:r>
              <a:rPr dirty="0" smtClean="0" sz="2000" spc="-15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ea</a:t>
            </a:r>
            <a:r>
              <a:rPr dirty="0" smtClean="0" sz="2000" spc="10">
                <a:latin typeface="Calibri"/>
                <a:cs typeface="Calibri"/>
              </a:rPr>
              <a:t>r</a:t>
            </a:r>
            <a:r>
              <a:rPr dirty="0" smtClean="0" sz="2000" spc="-5">
                <a:latin typeface="Calibri"/>
                <a:cs typeface="Calibri"/>
              </a:rPr>
              <a:t>-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-5">
                <a:latin typeface="Calibri"/>
                <a:cs typeface="Calibri"/>
              </a:rPr>
              <a:t>o</a:t>
            </a:r>
            <a:r>
              <a:rPr dirty="0" smtClean="0" sz="2000" spc="-5">
                <a:latin typeface="Calibri"/>
                <a:cs typeface="Calibri"/>
              </a:rPr>
              <a:t>-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4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og</a:t>
            </a:r>
            <a:r>
              <a:rPr dirty="0" smtClean="0" sz="2000" spc="-2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es</a:t>
            </a:r>
            <a:r>
              <a:rPr dirty="0" smtClean="0" sz="2000" spc="-10">
                <a:latin typeface="Calibri"/>
                <a:cs typeface="Calibri"/>
              </a:rPr>
              <a:t>s</a:t>
            </a:r>
            <a:r>
              <a:rPr dirty="0" smtClean="0" sz="2000" spc="0">
                <a:latin typeface="Calibri"/>
                <a:cs typeface="Calibri"/>
              </a:rPr>
              <a:t>." This</a:t>
            </a:r>
            <a:r>
              <a:rPr dirty="0" smtClean="0" sz="2000" spc="0">
                <a:latin typeface="Calibri"/>
                <a:cs typeface="Calibri"/>
              </a:rPr>
              <a:t> p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og</a:t>
            </a:r>
            <a:r>
              <a:rPr dirty="0" smtClean="0" sz="2000" spc="-2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ess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upd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on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15">
                <a:latin typeface="Calibri"/>
                <a:cs typeface="Calibri"/>
              </a:rPr>
              <a:t>g</a:t>
            </a:r>
            <a:r>
              <a:rPr dirty="0" smtClean="0" sz="2000" spc="0">
                <a:latin typeface="Calibri"/>
                <a:cs typeface="Calibri"/>
              </a:rPr>
              <a:t>oals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w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ll</a:t>
            </a:r>
            <a:r>
              <a:rPr dirty="0" smtClean="0" sz="2000" spc="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be su</a:t>
            </a:r>
            <a:r>
              <a:rPr dirty="0" smtClean="0" sz="2000" spc="5">
                <a:latin typeface="Calibri"/>
                <a:cs typeface="Calibri"/>
              </a:rPr>
              <a:t>b</a:t>
            </a:r>
            <a:r>
              <a:rPr dirty="0" smtClean="0" sz="2000" spc="0">
                <a:latin typeface="Calibri"/>
                <a:cs typeface="Calibri"/>
              </a:rPr>
              <a:t>m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ed in addit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on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3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o </a:t>
            </a:r>
            <a:r>
              <a:rPr dirty="0" smtClean="0" sz="2000" spc="-2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our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20">
                <a:latin typeface="Calibri"/>
                <a:cs typeface="Calibri"/>
              </a:rPr>
              <a:t>2</a:t>
            </a:r>
            <a:r>
              <a:rPr dirty="0" smtClean="0" sz="2000" spc="-5">
                <a:latin typeface="Calibri"/>
                <a:cs typeface="Calibri"/>
              </a:rPr>
              <a:t>-</a:t>
            </a:r>
            <a:r>
              <a:rPr dirty="0" smtClean="0" sz="2000" spc="0">
                <a:latin typeface="Calibri"/>
                <a:cs typeface="Calibri"/>
              </a:rPr>
              <a:t>page</a:t>
            </a:r>
            <a:r>
              <a:rPr dirty="0" smtClean="0" sz="2000" spc="0">
                <a:latin typeface="Calibri"/>
                <a:cs typeface="Calibri"/>
              </a:rPr>
              <a:t> 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eport,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 l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er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being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p</a:t>
            </a:r>
            <a:r>
              <a:rPr dirty="0" smtClean="0" sz="2000" spc="-2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epa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ed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o upd</a:t>
            </a:r>
            <a:r>
              <a:rPr dirty="0" smtClean="0" sz="2000" spc="-25">
                <a:latin typeface="Calibri"/>
                <a:cs typeface="Calibri"/>
              </a:rPr>
              <a:t>a</a:t>
            </a:r>
            <a:r>
              <a:rPr dirty="0" smtClean="0" sz="2000" spc="-2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 </a:t>
            </a:r>
            <a:r>
              <a:rPr dirty="0" smtClean="0" sz="2000" spc="5">
                <a:latin typeface="Calibri"/>
                <a:cs typeface="Calibri"/>
              </a:rPr>
              <a:t>b</a:t>
            </a:r>
            <a:r>
              <a:rPr dirty="0" smtClean="0" sz="2000" spc="0">
                <a:latin typeface="Calibri"/>
                <a:cs typeface="Calibri"/>
              </a:rPr>
              <a:t>oa</a:t>
            </a:r>
            <a:r>
              <a:rPr dirty="0" smtClean="0" sz="2000" spc="-3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d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on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the</a:t>
            </a:r>
            <a:r>
              <a:rPr dirty="0" smtClean="0" sz="2000" spc="-1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big t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c</a:t>
            </a:r>
            <a:r>
              <a:rPr dirty="0" smtClean="0" sz="2000" spc="-55">
                <a:latin typeface="Calibri"/>
                <a:cs typeface="Calibri"/>
              </a:rPr>
              <a:t>k</a:t>
            </a:r>
            <a:r>
              <a:rPr dirty="0" smtClean="0" sz="2000" spc="-15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 i</a:t>
            </a:r>
            <a:r>
              <a:rPr dirty="0" smtClean="0" sz="2000" spc="-30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10">
                <a:latin typeface="Calibri"/>
                <a:cs typeface="Calibri"/>
              </a:rPr>
              <a:t>m</a:t>
            </a:r>
            <a:r>
              <a:rPr dirty="0" smtClean="0" sz="2000" spc="0">
                <a:latin typeface="Calibri"/>
                <a:cs typeface="Calibri"/>
              </a:rPr>
              <a:t>s</a:t>
            </a:r>
            <a:r>
              <a:rPr dirty="0" smtClean="0" sz="2000" spc="20">
                <a:latin typeface="Calibri"/>
                <a:cs typeface="Calibri"/>
              </a:rPr>
              <a:t> </a:t>
            </a:r>
            <a:r>
              <a:rPr dirty="0" smtClean="0" sz="2000" spc="-2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ou'</a:t>
            </a:r>
            <a:r>
              <a:rPr dirty="0" smtClean="0" sz="2000" spc="-25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e</a:t>
            </a:r>
            <a:r>
              <a:rPr dirty="0" smtClean="0" sz="2000" spc="-35">
                <a:latin typeface="Calibri"/>
                <a:cs typeface="Calibri"/>
              </a:rPr>
              <a:t> </a:t>
            </a:r>
            <a:r>
              <a:rPr dirty="0" smtClean="0" sz="2000" spc="-30">
                <a:latin typeface="Calibri"/>
                <a:cs typeface="Calibri"/>
              </a:rPr>
              <a:t>w</a:t>
            </a:r>
            <a:r>
              <a:rPr dirty="0" smtClean="0" sz="2000" spc="0">
                <a:latin typeface="Calibri"/>
                <a:cs typeface="Calibri"/>
              </a:rPr>
              <a:t>ork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ng</a:t>
            </a:r>
            <a:r>
              <a:rPr dirty="0" smtClean="0" sz="2000" spc="-5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on.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Calibri"/>
              <a:buAutoNum type="arabicPeriod" startAt="4"/>
            </a:pPr>
            <a:endParaRPr sz="1000"/>
          </a:p>
          <a:p>
            <a:pPr>
              <a:lnSpc>
                <a:spcPts val="1400"/>
              </a:lnSpc>
              <a:buFont typeface="Calibri"/>
              <a:buAutoNum type="arabicPeriod" startAt="4"/>
            </a:pPr>
            <a:endParaRPr sz="1400"/>
          </a:p>
          <a:p>
            <a:pPr marL="12700" marR="755015">
              <a:lnSpc>
                <a:spcPct val="100000"/>
              </a:lnSpc>
              <a:buFont typeface="Calibri"/>
              <a:buAutoNum type="arabicPeriod" startAt="4"/>
              <a:tabLst>
                <a:tab pos="262890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S</a:t>
            </a:r>
            <a:r>
              <a:rPr dirty="0" smtClean="0" sz="2000" spc="-30" b="1" u="heavy">
                <a:latin typeface="Calibri"/>
                <a:cs typeface="Calibri"/>
              </a:rPr>
              <a:t>a</a:t>
            </a:r>
            <a:r>
              <a:rPr dirty="0" smtClean="0" sz="2000" spc="-25" b="1" u="heavy">
                <a:latin typeface="Calibri"/>
                <a:cs typeface="Calibri"/>
              </a:rPr>
              <a:t>v</a:t>
            </a:r>
            <a:r>
              <a:rPr dirty="0" smtClean="0" sz="2000" spc="0" b="1" u="heavy">
                <a:latin typeface="Calibri"/>
                <a:cs typeface="Calibri"/>
              </a:rPr>
              <a:t>e</a:t>
            </a:r>
            <a:r>
              <a:rPr dirty="0" smtClean="0" sz="2000" spc="-5" b="1" u="heavy">
                <a:latin typeface="Calibri"/>
                <a:cs typeface="Calibri"/>
              </a:rPr>
              <a:t> </a:t>
            </a:r>
            <a:r>
              <a:rPr dirty="0" smtClean="0" sz="2000" spc="-25" b="1" u="heavy">
                <a:latin typeface="Calibri"/>
                <a:cs typeface="Calibri"/>
              </a:rPr>
              <a:t>R</a:t>
            </a:r>
            <a:r>
              <a:rPr dirty="0" smtClean="0" sz="2000" spc="0" b="1" u="heavy">
                <a:latin typeface="Calibri"/>
                <a:cs typeface="Calibri"/>
              </a:rPr>
              <a:t>eports</a:t>
            </a:r>
            <a:r>
              <a:rPr dirty="0" smtClean="0" sz="2000" spc="-15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on</a:t>
            </a:r>
            <a:r>
              <a:rPr dirty="0" smtClean="0" sz="2000" spc="-15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the</a:t>
            </a:r>
            <a:r>
              <a:rPr dirty="0" smtClean="0" sz="2000" spc="0" b="1" u="heavy">
                <a:latin typeface="Calibri"/>
                <a:cs typeface="Calibri"/>
              </a:rPr>
              <a:t> </a:t>
            </a:r>
            <a:r>
              <a:rPr dirty="0" smtClean="0" sz="2000" spc="-5" b="1" u="heavy">
                <a:latin typeface="Calibri"/>
                <a:cs typeface="Calibri"/>
              </a:rPr>
              <a:t>J</a:t>
            </a:r>
            <a:r>
              <a:rPr dirty="0" smtClean="0" sz="2000" spc="-5" b="1" u="heavy">
                <a:latin typeface="Calibri"/>
                <a:cs typeface="Calibri"/>
              </a:rPr>
              <a:t>-</a:t>
            </a:r>
            <a:r>
              <a:rPr dirty="0" smtClean="0" sz="2000" spc="0" b="1" u="heavy">
                <a:latin typeface="Calibri"/>
                <a:cs typeface="Calibri"/>
              </a:rPr>
              <a:t>Dr</a:t>
            </a:r>
            <a:r>
              <a:rPr dirty="0" smtClean="0" sz="2000" spc="-10" b="1" u="heavy">
                <a:latin typeface="Calibri"/>
                <a:cs typeface="Calibri"/>
              </a:rPr>
              <a:t>i</a:t>
            </a:r>
            <a:r>
              <a:rPr dirty="0" smtClean="0" sz="2000" spc="-25" b="1" u="heavy">
                <a:latin typeface="Calibri"/>
                <a:cs typeface="Calibri"/>
              </a:rPr>
              <a:t>v</a:t>
            </a:r>
            <a:r>
              <a:rPr dirty="0" smtClean="0" sz="2000" spc="-5" b="1" u="heavy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:</a:t>
            </a:r>
            <a:r>
              <a:rPr dirty="0" smtClean="0" sz="2000" spc="15">
                <a:latin typeface="Calibri"/>
                <a:cs typeface="Calibri"/>
              </a:rPr>
              <a:t> </a:t>
            </a:r>
            <a:r>
              <a:rPr dirty="0" smtClean="0" sz="2000" spc="-5" u="heavy">
                <a:solidFill>
                  <a:srgbClr val="F05D21"/>
                </a:solidFill>
                <a:latin typeface="Calibri"/>
                <a:cs typeface="Calibri"/>
              </a:rPr>
              <a:t>J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: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\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Boa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ds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\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Boa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d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 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2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0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1</a:t>
            </a:r>
            <a:r>
              <a:rPr dirty="0" smtClean="0" sz="2000" spc="10" u="heavy">
                <a:solidFill>
                  <a:srgbClr val="F05D21"/>
                </a:solidFill>
                <a:latin typeface="Calibri"/>
                <a:cs typeface="Calibri"/>
              </a:rPr>
              <a:t>6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\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Ap</a:t>
            </a:r>
            <a:r>
              <a:rPr dirty="0" smtClean="0" sz="2000" spc="-10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il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 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Boa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d</a:t>
            </a:r>
            <a:r>
              <a:rPr dirty="0" smtClean="0" sz="2000" spc="0">
                <a:solidFill>
                  <a:srgbClr val="F05D21"/>
                </a:solidFill>
                <a:latin typeface="Calibri"/>
                <a:cs typeface="Calibri"/>
              </a:rPr>
              <a:t> 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Me</a:t>
            </a:r>
            <a:r>
              <a:rPr dirty="0" smtClean="0" sz="2000" spc="-15" u="heavy">
                <a:solidFill>
                  <a:srgbClr val="F05D21"/>
                </a:solidFill>
                <a:latin typeface="Calibri"/>
                <a:cs typeface="Calibri"/>
              </a:rPr>
              <a:t>e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tin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g</a:t>
            </a:r>
            <a:r>
              <a:rPr dirty="0" smtClean="0" sz="2000" spc="5" u="heavy">
                <a:solidFill>
                  <a:srgbClr val="F05D21"/>
                </a:solidFill>
                <a:latin typeface="Calibri"/>
                <a:cs typeface="Calibri"/>
              </a:rPr>
              <a:t>\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Boa</a:t>
            </a:r>
            <a:r>
              <a:rPr dirty="0" smtClean="0" sz="2000" spc="-30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d</a:t>
            </a:r>
            <a:r>
              <a:rPr dirty="0" smtClean="0" sz="2000" spc="-20" u="heavy">
                <a:solidFill>
                  <a:srgbClr val="F05D21"/>
                </a:solidFill>
                <a:latin typeface="Calibri"/>
                <a:cs typeface="Calibri"/>
              </a:rPr>
              <a:t> </a:t>
            </a:r>
            <a:r>
              <a:rPr dirty="0" smtClean="0" sz="2000" spc="-35" u="heavy">
                <a:solidFill>
                  <a:srgbClr val="F05D21"/>
                </a:solidFill>
                <a:latin typeface="Calibri"/>
                <a:cs typeface="Calibri"/>
              </a:rPr>
              <a:t>R</a:t>
            </a:r>
            <a:r>
              <a:rPr dirty="0" smtClean="0" sz="2000" spc="0" u="heavy">
                <a:solidFill>
                  <a:srgbClr val="F05D21"/>
                </a:solidFill>
                <a:latin typeface="Calibri"/>
                <a:cs typeface="Calibri"/>
              </a:rPr>
              <a:t>eports</a:t>
            </a:r>
            <a:endParaRPr sz="2000">
              <a:latin typeface="Calibri"/>
              <a:cs typeface="Calibri"/>
            </a:endParaRPr>
          </a:p>
          <a:p>
            <a:pPr>
              <a:lnSpc>
                <a:spcPts val="1000"/>
              </a:lnSpc>
              <a:buFont typeface="Calibri"/>
              <a:buAutoNum type="arabicPeriod" startAt="4"/>
            </a:pPr>
            <a:endParaRPr sz="1000"/>
          </a:p>
          <a:p>
            <a:pPr>
              <a:lnSpc>
                <a:spcPts val="1400"/>
              </a:lnSpc>
              <a:spcBef>
                <a:spcPts val="2"/>
              </a:spcBef>
              <a:buFont typeface="Calibri"/>
              <a:buAutoNum type="arabicPeriod" startAt="4"/>
            </a:pPr>
            <a:endParaRPr sz="1400"/>
          </a:p>
          <a:p>
            <a:pPr marL="262890" indent="-250825">
              <a:lnSpc>
                <a:spcPct val="100000"/>
              </a:lnSpc>
              <a:buFont typeface="Calibri"/>
              <a:buAutoNum type="arabicPeriod" startAt="4"/>
              <a:tabLst>
                <a:tab pos="262890" algn="l"/>
              </a:tabLst>
            </a:pPr>
            <a:r>
              <a:rPr dirty="0" smtClean="0" sz="2000" spc="0" b="1" u="heavy">
                <a:latin typeface="Calibri"/>
                <a:cs typeface="Calibri"/>
              </a:rPr>
              <a:t>Su</a:t>
            </a:r>
            <a:r>
              <a:rPr dirty="0" smtClean="0" sz="2000" spc="5" b="1" u="heavy">
                <a:latin typeface="Calibri"/>
                <a:cs typeface="Calibri"/>
              </a:rPr>
              <a:t>b</a:t>
            </a:r>
            <a:r>
              <a:rPr dirty="0" smtClean="0" sz="2000" spc="0" b="1" u="heavy">
                <a:latin typeface="Calibri"/>
                <a:cs typeface="Calibri"/>
              </a:rPr>
              <a:t>mis</a:t>
            </a:r>
            <a:r>
              <a:rPr dirty="0" smtClean="0" sz="2000" spc="0" b="1" u="heavy">
                <a:latin typeface="Calibri"/>
                <a:cs typeface="Calibri"/>
              </a:rPr>
              <a:t>si</a:t>
            </a:r>
            <a:r>
              <a:rPr dirty="0" smtClean="0" sz="2000" spc="-5" b="1" u="heavy">
                <a:latin typeface="Calibri"/>
                <a:cs typeface="Calibri"/>
              </a:rPr>
              <a:t>o</a:t>
            </a:r>
            <a:r>
              <a:rPr dirty="0" smtClean="0" sz="2000" spc="0" b="1" u="heavy">
                <a:latin typeface="Calibri"/>
                <a:cs typeface="Calibri"/>
              </a:rPr>
              <a:t>n</a:t>
            </a:r>
            <a:r>
              <a:rPr dirty="0" smtClean="0" sz="2000" spc="-30" b="1" u="heavy">
                <a:latin typeface="Calibri"/>
                <a:cs typeface="Calibri"/>
              </a:rPr>
              <a:t> </a:t>
            </a:r>
            <a:r>
              <a:rPr dirty="0" smtClean="0" sz="2000" spc="0" b="1" u="heavy">
                <a:latin typeface="Calibri"/>
                <a:cs typeface="Calibri"/>
              </a:rPr>
              <a:t>De</a:t>
            </a:r>
            <a:r>
              <a:rPr dirty="0" smtClean="0" sz="2000" spc="-10" b="1" u="heavy">
                <a:latin typeface="Calibri"/>
                <a:cs typeface="Calibri"/>
              </a:rPr>
              <a:t>a</a:t>
            </a:r>
            <a:r>
              <a:rPr dirty="0" smtClean="0" sz="2000" spc="0" b="1" u="heavy">
                <a:latin typeface="Calibri"/>
                <a:cs typeface="Calibri"/>
              </a:rPr>
              <a:t>dlin</a:t>
            </a:r>
            <a:r>
              <a:rPr dirty="0" smtClean="0" sz="2000" spc="10" b="1" u="heavy">
                <a:latin typeface="Calibri"/>
                <a:cs typeface="Calibri"/>
              </a:rPr>
              <a:t>e</a:t>
            </a:r>
            <a:r>
              <a:rPr dirty="0" smtClean="0" sz="2000" spc="0">
                <a:latin typeface="Calibri"/>
                <a:cs typeface="Calibri"/>
              </a:rPr>
              <a:t>: </a:t>
            </a:r>
            <a:r>
              <a:rPr dirty="0" smtClean="0" sz="2000" spc="-15">
                <a:latin typeface="Calibri"/>
                <a:cs typeface="Calibri"/>
              </a:rPr>
              <a:t>T</a:t>
            </a:r>
            <a:r>
              <a:rPr dirty="0" smtClean="0" sz="2000" spc="0">
                <a:latin typeface="Calibri"/>
                <a:cs typeface="Calibri"/>
              </a:rPr>
              <a:t>hu</a:t>
            </a:r>
            <a:r>
              <a:rPr dirty="0" smtClean="0" sz="2000" spc="-40">
                <a:latin typeface="Calibri"/>
                <a:cs typeface="Calibri"/>
              </a:rPr>
              <a:t>r</a:t>
            </a:r>
            <a:r>
              <a:rPr dirty="0" smtClean="0" sz="2000" spc="0">
                <a:latin typeface="Calibri"/>
                <a:cs typeface="Calibri"/>
              </a:rPr>
              <a:t>sd</a:t>
            </a:r>
            <a:r>
              <a:rPr dirty="0" smtClean="0" sz="2000" spc="-40">
                <a:latin typeface="Calibri"/>
                <a:cs typeface="Calibri"/>
              </a:rPr>
              <a:t>a</a:t>
            </a:r>
            <a:r>
              <a:rPr dirty="0" smtClean="0" sz="2000" spc="-140">
                <a:latin typeface="Calibri"/>
                <a:cs typeface="Calibri"/>
              </a:rPr>
              <a:t>y</a:t>
            </a:r>
            <a:r>
              <a:rPr dirty="0" smtClean="0" sz="2000" spc="0">
                <a:latin typeface="Calibri"/>
                <a:cs typeface="Calibri"/>
              </a:rPr>
              <a:t>,</a:t>
            </a:r>
            <a:r>
              <a:rPr dirty="0" smtClean="0" sz="2000" spc="-20">
                <a:latin typeface="Calibri"/>
                <a:cs typeface="Calibri"/>
              </a:rPr>
              <a:t> </a:t>
            </a:r>
            <a:r>
              <a:rPr dirty="0" smtClean="0" sz="2000" spc="0">
                <a:latin typeface="Calibri"/>
                <a:cs typeface="Calibri"/>
              </a:rPr>
              <a:t>A</a:t>
            </a:r>
            <a:r>
              <a:rPr dirty="0" smtClean="0" sz="2000" spc="5">
                <a:latin typeface="Calibri"/>
                <a:cs typeface="Calibri"/>
              </a:rPr>
              <a:t>p</a:t>
            </a:r>
            <a:r>
              <a:rPr dirty="0" smtClean="0" sz="2000" spc="0">
                <a:latin typeface="Calibri"/>
                <a:cs typeface="Calibri"/>
              </a:rPr>
              <a:t>r</a:t>
            </a:r>
            <a:r>
              <a:rPr dirty="0" smtClean="0" sz="2000" spc="-10">
                <a:latin typeface="Calibri"/>
                <a:cs typeface="Calibri"/>
              </a:rPr>
              <a:t>i</a:t>
            </a:r>
            <a:r>
              <a:rPr dirty="0" smtClean="0" sz="2000" spc="0">
                <a:latin typeface="Calibri"/>
                <a:cs typeface="Calibri"/>
              </a:rPr>
              <a:t>l 7, 20</a:t>
            </a:r>
            <a:r>
              <a:rPr dirty="0" smtClean="0" sz="2000" spc="5">
                <a:latin typeface="Calibri"/>
                <a:cs typeface="Calibri"/>
              </a:rPr>
              <a:t>1</a:t>
            </a:r>
            <a:r>
              <a:rPr dirty="0" smtClean="0" sz="2000" spc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268DF4-CE20-4A33-AE62-5D3EFF9FDAFE}"/>
</file>

<file path=customXml/itemProps2.xml><?xml version="1.0" encoding="utf-8"?>
<ds:datastoreItem xmlns:ds="http://schemas.openxmlformats.org/officeDocument/2006/customXml" ds:itemID="{0A0FD025-2F36-46CA-B144-6E56CC7DF085}"/>
</file>

<file path=customXml/itemProps3.xml><?xml version="1.0" encoding="utf-8"?>
<ds:datastoreItem xmlns:ds="http://schemas.openxmlformats.org/officeDocument/2006/customXml" ds:itemID="{B4EC0EE9-B0A3-4DAB-9F78-15CCAC68133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Security and Agriculture</dc:title>
  <dc:creator>Michael Moscarelli</dc:creator>
  <dcterms:created xsi:type="dcterms:W3CDTF">2016-04-25T13:45:48Z</dcterms:created>
  <dcterms:modified xsi:type="dcterms:W3CDTF">2016-04-25T13:45:48Z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2016-04-11T00:00:00Z</vt:filetime>
  </property>
  <property fmtid="{D5CDD505-2E9C-101B-9397-08002B2CF9AE}" pid="3" name="LastSaved">
    <vt:filetime>2016-04-25T00:00:00Z</vt:filetime>
  </property>
  <property fmtid="{D5CDD505-2E9C-101B-9397-08002B2CF9AE}" pid="4" name="ContentTypeId">
    <vt:lpwstr>0x0101003206C8355D678A459F2EF8957171B231</vt:lpwstr>
  </property>
  <property fmtid="{D5CDD505-2E9C-101B-9397-08002B2CF9AE}" pid="5" name="Order">
    <vt:r8>152600</vt:r8>
  </property>
</Properties>
</file>