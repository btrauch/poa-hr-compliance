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23"/>
  </p:notesMasterIdLst>
  <p:sldIdLst>
    <p:sldId id="257" r:id="rId6"/>
    <p:sldId id="265" r:id="rId7"/>
    <p:sldId id="291" r:id="rId8"/>
    <p:sldId id="295" r:id="rId9"/>
    <p:sldId id="296" r:id="rId10"/>
    <p:sldId id="297" r:id="rId11"/>
    <p:sldId id="299" r:id="rId12"/>
    <p:sldId id="300" r:id="rId13"/>
    <p:sldId id="301" r:id="rId14"/>
    <p:sldId id="303" r:id="rId15"/>
    <p:sldId id="304" r:id="rId16"/>
    <p:sldId id="298" r:id="rId17"/>
    <p:sldId id="305" r:id="rId18"/>
    <p:sldId id="306" r:id="rId19"/>
    <p:sldId id="275" r:id="rId20"/>
    <p:sldId id="290" r:id="rId21"/>
    <p:sldId id="263" r:id="rId2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08A718-8A8A-F4C8-D938-50DA9A4A46C2}" name="Shannon (PJ) Pierre Jerome" initials="S(PJ" userId="S::spierre-jerome@partners.net::effc0ca2-8bcf-4934-b98f-d195f1e4cad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483C"/>
    <a:srgbClr val="E46054"/>
    <a:srgbClr val="663300"/>
    <a:srgbClr val="5C801F"/>
    <a:srgbClr val="658E22"/>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9E3549-F677-5C84-E456-E28048B6A69F}" v="1" dt="2022-10-24T21:27:13.481"/>
    <p1510:client id="{E318BCDF-139D-45AE-8A3C-ADFF0F112D81}" v="1148" dt="2022-10-12T17:27:23.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cPhail" userId="d9640ad9-0be2-4377-a498-4127ac76f093" providerId="ADAL" clId="{E318BCDF-139D-45AE-8A3C-ADFF0F112D81}"/>
    <pc:docChg chg="undo custSel addSld delSld modSld sldOrd">
      <pc:chgData name="John McPhail" userId="d9640ad9-0be2-4377-a498-4127ac76f093" providerId="ADAL" clId="{E318BCDF-139D-45AE-8A3C-ADFF0F112D81}" dt="2022-10-12T19:49:19.014" v="12245" actId="20577"/>
      <pc:docMkLst>
        <pc:docMk/>
      </pc:docMkLst>
      <pc:sldChg chg="modSp mod modNotesTx">
        <pc:chgData name="John McPhail" userId="d9640ad9-0be2-4377-a498-4127ac76f093" providerId="ADAL" clId="{E318BCDF-139D-45AE-8A3C-ADFF0F112D81}" dt="2022-10-12T14:32:30.331" v="3037" actId="20577"/>
        <pc:sldMkLst>
          <pc:docMk/>
          <pc:sldMk cId="2335778617" sldId="257"/>
        </pc:sldMkLst>
        <pc:spChg chg="mod">
          <ac:chgData name="John McPhail" userId="d9640ad9-0be2-4377-a498-4127ac76f093" providerId="ADAL" clId="{E318BCDF-139D-45AE-8A3C-ADFF0F112D81}" dt="2022-10-04T12:20:28.590" v="45" actId="1076"/>
          <ac:spMkLst>
            <pc:docMk/>
            <pc:sldMk cId="2335778617" sldId="257"/>
            <ac:spMk id="2" creationId="{00000000-0000-0000-0000-000000000000}"/>
          </ac:spMkLst>
        </pc:spChg>
        <pc:spChg chg="mod">
          <ac:chgData name="John McPhail" userId="d9640ad9-0be2-4377-a498-4127ac76f093" providerId="ADAL" clId="{E318BCDF-139D-45AE-8A3C-ADFF0F112D81}" dt="2022-10-04T12:20:34.760" v="87" actId="1038"/>
          <ac:spMkLst>
            <pc:docMk/>
            <pc:sldMk cId="2335778617" sldId="257"/>
            <ac:spMk id="5" creationId="{00000000-0000-0000-0000-000000000000}"/>
          </ac:spMkLst>
        </pc:spChg>
        <pc:spChg chg="mod">
          <ac:chgData name="John McPhail" userId="d9640ad9-0be2-4377-a498-4127ac76f093" providerId="ADAL" clId="{E318BCDF-139D-45AE-8A3C-ADFF0F112D81}" dt="2022-10-12T14:32:30.331" v="3037" actId="20577"/>
          <ac:spMkLst>
            <pc:docMk/>
            <pc:sldMk cId="2335778617" sldId="257"/>
            <ac:spMk id="6" creationId="{00000000-0000-0000-0000-000000000000}"/>
          </ac:spMkLst>
        </pc:spChg>
      </pc:sldChg>
      <pc:sldChg chg="addSp delSp modSp mod ord modAnim chgLayout modNotesTx">
        <pc:chgData name="John McPhail" userId="d9640ad9-0be2-4377-a498-4127ac76f093" providerId="ADAL" clId="{E318BCDF-139D-45AE-8A3C-ADFF0F112D81}" dt="2022-10-12T15:35:55.918" v="3528"/>
        <pc:sldMkLst>
          <pc:docMk/>
          <pc:sldMk cId="1292798378" sldId="265"/>
        </pc:sldMkLst>
        <pc:spChg chg="add del mod">
          <ac:chgData name="John McPhail" userId="d9640ad9-0be2-4377-a498-4127ac76f093" providerId="ADAL" clId="{E318BCDF-139D-45AE-8A3C-ADFF0F112D81}" dt="2022-10-04T12:19:52.632" v="9" actId="478"/>
          <ac:spMkLst>
            <pc:docMk/>
            <pc:sldMk cId="1292798378" sldId="265"/>
            <ac:spMk id="2" creationId="{00000000-0000-0000-0000-000000000000}"/>
          </ac:spMkLst>
        </pc:spChg>
        <pc:spChg chg="add del mod ord">
          <ac:chgData name="John McPhail" userId="d9640ad9-0be2-4377-a498-4127ac76f093" providerId="ADAL" clId="{E318BCDF-139D-45AE-8A3C-ADFF0F112D81}" dt="2022-10-04T12:19:50.323" v="8" actId="700"/>
          <ac:spMkLst>
            <pc:docMk/>
            <pc:sldMk cId="1292798378" sldId="265"/>
            <ac:spMk id="3" creationId="{08F9E49F-DFA1-4873-F454-A58068EA3A03}"/>
          </ac:spMkLst>
        </pc:spChg>
        <pc:spChg chg="del mod">
          <ac:chgData name="John McPhail" userId="d9640ad9-0be2-4377-a498-4127ac76f093" providerId="ADAL" clId="{E318BCDF-139D-45AE-8A3C-ADFF0F112D81}" dt="2022-10-04T12:19:29.940" v="5"/>
          <ac:spMkLst>
            <pc:docMk/>
            <pc:sldMk cId="1292798378" sldId="265"/>
            <ac:spMk id="4" creationId="{39EC7627-E31E-4FB3-A38A-16A5A4E34F6C}"/>
          </ac:spMkLst>
        </pc:spChg>
        <pc:spChg chg="add del mod ord">
          <ac:chgData name="John McPhail" userId="d9640ad9-0be2-4377-a498-4127ac76f093" providerId="ADAL" clId="{E318BCDF-139D-45AE-8A3C-ADFF0F112D81}" dt="2022-10-04T12:19:50.323" v="8" actId="700"/>
          <ac:spMkLst>
            <pc:docMk/>
            <pc:sldMk cId="1292798378" sldId="265"/>
            <ac:spMk id="5" creationId="{3D463F0E-B592-41F8-3964-6199E0CAF48D}"/>
          </ac:spMkLst>
        </pc:spChg>
        <pc:spChg chg="add mod ord">
          <ac:chgData name="John McPhail" userId="d9640ad9-0be2-4377-a498-4127ac76f093" providerId="ADAL" clId="{E318BCDF-139D-45AE-8A3C-ADFF0F112D81}" dt="2022-10-04T12:21:06.607" v="138" actId="20577"/>
          <ac:spMkLst>
            <pc:docMk/>
            <pc:sldMk cId="1292798378" sldId="265"/>
            <ac:spMk id="6" creationId="{5B9422D0-C8F8-417C-2DD1-68909B76649B}"/>
          </ac:spMkLst>
        </pc:spChg>
        <pc:spChg chg="add mod ord">
          <ac:chgData name="John McPhail" userId="d9640ad9-0be2-4377-a498-4127ac76f093" providerId="ADAL" clId="{E318BCDF-139D-45AE-8A3C-ADFF0F112D81}" dt="2022-10-04T19:10:47.869" v="857" actId="313"/>
          <ac:spMkLst>
            <pc:docMk/>
            <pc:sldMk cId="1292798378" sldId="265"/>
            <ac:spMk id="8" creationId="{FB69A0BD-6A20-5B52-A31B-F9674845711A}"/>
          </ac:spMkLst>
        </pc:spChg>
      </pc:sldChg>
      <pc:sldChg chg="del">
        <pc:chgData name="John McPhail" userId="d9640ad9-0be2-4377-a498-4127ac76f093" providerId="ADAL" clId="{E318BCDF-139D-45AE-8A3C-ADFF0F112D81}" dt="2022-10-04T12:18:56.945" v="0" actId="47"/>
        <pc:sldMkLst>
          <pc:docMk/>
          <pc:sldMk cId="3759849056" sldId="266"/>
        </pc:sldMkLst>
      </pc:sldChg>
      <pc:sldChg chg="del">
        <pc:chgData name="John McPhail" userId="d9640ad9-0be2-4377-a498-4127ac76f093" providerId="ADAL" clId="{E318BCDF-139D-45AE-8A3C-ADFF0F112D81}" dt="2022-10-04T12:18:56.945" v="0" actId="47"/>
        <pc:sldMkLst>
          <pc:docMk/>
          <pc:sldMk cId="2779141017" sldId="267"/>
        </pc:sldMkLst>
      </pc:sldChg>
      <pc:sldChg chg="del">
        <pc:chgData name="John McPhail" userId="d9640ad9-0be2-4377-a498-4127ac76f093" providerId="ADAL" clId="{E318BCDF-139D-45AE-8A3C-ADFF0F112D81}" dt="2022-10-04T12:18:56.945" v="0" actId="47"/>
        <pc:sldMkLst>
          <pc:docMk/>
          <pc:sldMk cId="2287591713" sldId="268"/>
        </pc:sldMkLst>
      </pc:sldChg>
      <pc:sldChg chg="del">
        <pc:chgData name="John McPhail" userId="d9640ad9-0be2-4377-a498-4127ac76f093" providerId="ADAL" clId="{E318BCDF-139D-45AE-8A3C-ADFF0F112D81}" dt="2022-10-04T12:18:56.945" v="0" actId="47"/>
        <pc:sldMkLst>
          <pc:docMk/>
          <pc:sldMk cId="1256613640" sldId="269"/>
        </pc:sldMkLst>
      </pc:sldChg>
      <pc:sldChg chg="del">
        <pc:chgData name="John McPhail" userId="d9640ad9-0be2-4377-a498-4127ac76f093" providerId="ADAL" clId="{E318BCDF-139D-45AE-8A3C-ADFF0F112D81}" dt="2022-10-04T12:18:56.945" v="0" actId="47"/>
        <pc:sldMkLst>
          <pc:docMk/>
          <pc:sldMk cId="2793787801" sldId="272"/>
        </pc:sldMkLst>
      </pc:sldChg>
      <pc:sldChg chg="del">
        <pc:chgData name="John McPhail" userId="d9640ad9-0be2-4377-a498-4127ac76f093" providerId="ADAL" clId="{E318BCDF-139D-45AE-8A3C-ADFF0F112D81}" dt="2022-10-04T12:18:56.945" v="0" actId="47"/>
        <pc:sldMkLst>
          <pc:docMk/>
          <pc:sldMk cId="3080619732" sldId="274"/>
        </pc:sldMkLst>
      </pc:sldChg>
      <pc:sldChg chg="modNotesTx">
        <pc:chgData name="John McPhail" userId="d9640ad9-0be2-4377-a498-4127ac76f093" providerId="ADAL" clId="{E318BCDF-139D-45AE-8A3C-ADFF0F112D81}" dt="2022-10-12T12:42:11.941" v="2334" actId="20577"/>
        <pc:sldMkLst>
          <pc:docMk/>
          <pc:sldMk cId="3080427583" sldId="275"/>
        </pc:sldMkLst>
      </pc:sldChg>
      <pc:sldChg chg="del">
        <pc:chgData name="John McPhail" userId="d9640ad9-0be2-4377-a498-4127ac76f093" providerId="ADAL" clId="{E318BCDF-139D-45AE-8A3C-ADFF0F112D81}" dt="2022-10-04T12:20:07.244" v="14" actId="47"/>
        <pc:sldMkLst>
          <pc:docMk/>
          <pc:sldMk cId="1697835997" sldId="276"/>
        </pc:sldMkLst>
      </pc:sldChg>
      <pc:sldChg chg="del">
        <pc:chgData name="John McPhail" userId="d9640ad9-0be2-4377-a498-4127ac76f093" providerId="ADAL" clId="{E318BCDF-139D-45AE-8A3C-ADFF0F112D81}" dt="2022-10-04T12:18:56.945" v="0" actId="47"/>
        <pc:sldMkLst>
          <pc:docMk/>
          <pc:sldMk cId="434828258" sldId="280"/>
        </pc:sldMkLst>
      </pc:sldChg>
      <pc:sldChg chg="del">
        <pc:chgData name="John McPhail" userId="d9640ad9-0be2-4377-a498-4127ac76f093" providerId="ADAL" clId="{E318BCDF-139D-45AE-8A3C-ADFF0F112D81}" dt="2022-10-04T12:18:56.945" v="0" actId="47"/>
        <pc:sldMkLst>
          <pc:docMk/>
          <pc:sldMk cId="3206713448" sldId="281"/>
        </pc:sldMkLst>
      </pc:sldChg>
      <pc:sldChg chg="del">
        <pc:chgData name="John McPhail" userId="d9640ad9-0be2-4377-a498-4127ac76f093" providerId="ADAL" clId="{E318BCDF-139D-45AE-8A3C-ADFF0F112D81}" dt="2022-10-04T12:18:56.945" v="0" actId="47"/>
        <pc:sldMkLst>
          <pc:docMk/>
          <pc:sldMk cId="2819314263" sldId="282"/>
        </pc:sldMkLst>
      </pc:sldChg>
      <pc:sldChg chg="del">
        <pc:chgData name="John McPhail" userId="d9640ad9-0be2-4377-a498-4127ac76f093" providerId="ADAL" clId="{E318BCDF-139D-45AE-8A3C-ADFF0F112D81}" dt="2022-10-04T12:18:56.945" v="0" actId="47"/>
        <pc:sldMkLst>
          <pc:docMk/>
          <pc:sldMk cId="977504286" sldId="284"/>
        </pc:sldMkLst>
      </pc:sldChg>
      <pc:sldChg chg="del">
        <pc:chgData name="John McPhail" userId="d9640ad9-0be2-4377-a498-4127ac76f093" providerId="ADAL" clId="{E318BCDF-139D-45AE-8A3C-ADFF0F112D81}" dt="2022-10-04T12:18:56.945" v="0" actId="47"/>
        <pc:sldMkLst>
          <pc:docMk/>
          <pc:sldMk cId="1161450812" sldId="289"/>
        </pc:sldMkLst>
      </pc:sldChg>
      <pc:sldChg chg="modSp mod">
        <pc:chgData name="John McPhail" userId="d9640ad9-0be2-4377-a498-4127ac76f093" providerId="ADAL" clId="{E318BCDF-139D-45AE-8A3C-ADFF0F112D81}" dt="2022-10-12T17:12:18.338" v="11816" actId="20577"/>
        <pc:sldMkLst>
          <pc:docMk/>
          <pc:sldMk cId="1017511450" sldId="290"/>
        </pc:sldMkLst>
        <pc:spChg chg="mod">
          <ac:chgData name="John McPhail" userId="d9640ad9-0be2-4377-a498-4127ac76f093" providerId="ADAL" clId="{E318BCDF-139D-45AE-8A3C-ADFF0F112D81}" dt="2022-10-12T17:12:12.048" v="11806" actId="20577"/>
          <ac:spMkLst>
            <pc:docMk/>
            <pc:sldMk cId="1017511450" sldId="290"/>
            <ac:spMk id="7" creationId="{8AC6C78A-3524-7DEB-66D0-B69D121E4017}"/>
          </ac:spMkLst>
        </pc:spChg>
        <pc:spChg chg="mod">
          <ac:chgData name="John McPhail" userId="d9640ad9-0be2-4377-a498-4127ac76f093" providerId="ADAL" clId="{E318BCDF-139D-45AE-8A3C-ADFF0F112D81}" dt="2022-10-12T17:12:18.338" v="11816" actId="20577"/>
          <ac:spMkLst>
            <pc:docMk/>
            <pc:sldMk cId="1017511450" sldId="290"/>
            <ac:spMk id="8" creationId="{862A46E1-5896-96DD-56D5-3691723343C0}"/>
          </ac:spMkLst>
        </pc:spChg>
      </pc:sldChg>
      <pc:sldChg chg="new del">
        <pc:chgData name="John McPhail" userId="d9640ad9-0be2-4377-a498-4127ac76f093" providerId="ADAL" clId="{E318BCDF-139D-45AE-8A3C-ADFF0F112D81}" dt="2022-10-04T12:19:59.552" v="11" actId="47"/>
        <pc:sldMkLst>
          <pc:docMk/>
          <pc:sldMk cId="1758854842" sldId="291"/>
        </pc:sldMkLst>
      </pc:sldChg>
      <pc:sldChg chg="modSp add mod modAnim modNotesTx">
        <pc:chgData name="John McPhail" userId="d9640ad9-0be2-4377-a498-4127ac76f093" providerId="ADAL" clId="{E318BCDF-139D-45AE-8A3C-ADFF0F112D81}" dt="2022-10-12T19:48:53.207" v="12244" actId="20577"/>
        <pc:sldMkLst>
          <pc:docMk/>
          <pc:sldMk cId="3796811751" sldId="291"/>
        </pc:sldMkLst>
        <pc:spChg chg="mod">
          <ac:chgData name="John McPhail" userId="d9640ad9-0be2-4377-a498-4127ac76f093" providerId="ADAL" clId="{E318BCDF-139D-45AE-8A3C-ADFF0F112D81}" dt="2022-10-12T14:33:07.349" v="3054" actId="5793"/>
          <ac:spMkLst>
            <pc:docMk/>
            <pc:sldMk cId="3796811751" sldId="291"/>
            <ac:spMk id="6" creationId="{5B9422D0-C8F8-417C-2DD1-68909B76649B}"/>
          </ac:spMkLst>
        </pc:spChg>
        <pc:spChg chg="mod">
          <ac:chgData name="John McPhail" userId="d9640ad9-0be2-4377-a498-4127ac76f093" providerId="ADAL" clId="{E318BCDF-139D-45AE-8A3C-ADFF0F112D81}" dt="2022-10-12T17:14:26.417" v="11903" actId="20577"/>
          <ac:spMkLst>
            <pc:docMk/>
            <pc:sldMk cId="3796811751" sldId="291"/>
            <ac:spMk id="8" creationId="{FB69A0BD-6A20-5B52-A31B-F9674845711A}"/>
          </ac:spMkLst>
        </pc:spChg>
      </pc:sldChg>
      <pc:sldChg chg="del">
        <pc:chgData name="John McPhail" userId="d9640ad9-0be2-4377-a498-4127ac76f093" providerId="ADAL" clId="{E318BCDF-139D-45AE-8A3C-ADFF0F112D81}" dt="2022-10-04T12:18:56.945" v="0" actId="47"/>
        <pc:sldMkLst>
          <pc:docMk/>
          <pc:sldMk cId="4136304179" sldId="291"/>
        </pc:sldMkLst>
      </pc:sldChg>
      <pc:sldChg chg="addSp delSp modSp add del mod modAnim">
        <pc:chgData name="John McPhail" userId="d9640ad9-0be2-4377-a498-4127ac76f093" providerId="ADAL" clId="{E318BCDF-139D-45AE-8A3C-ADFF0F112D81}" dt="2022-10-12T12:43:19.151" v="2336" actId="47"/>
        <pc:sldMkLst>
          <pc:docMk/>
          <pc:sldMk cId="2436754258" sldId="292"/>
        </pc:sldMkLst>
        <pc:spChg chg="del">
          <ac:chgData name="John McPhail" userId="d9640ad9-0be2-4377-a498-4127ac76f093" providerId="ADAL" clId="{E318BCDF-139D-45AE-8A3C-ADFF0F112D81}" dt="2022-10-12T12:09:27.105" v="1706"/>
          <ac:spMkLst>
            <pc:docMk/>
            <pc:sldMk cId="2436754258" sldId="292"/>
            <ac:spMk id="2" creationId="{5D90EE6F-37C4-A1A7-03DD-83AB7EC73098}"/>
          </ac:spMkLst>
        </pc:spChg>
        <pc:picChg chg="add mod">
          <ac:chgData name="John McPhail" userId="d9640ad9-0be2-4377-a498-4127ac76f093" providerId="ADAL" clId="{E318BCDF-139D-45AE-8A3C-ADFF0F112D81}" dt="2022-10-12T12:09:27.110" v="1708"/>
          <ac:picMkLst>
            <pc:docMk/>
            <pc:sldMk cId="2436754258" sldId="292"/>
            <ac:picMk id="4" creationId="{65B75FF5-FEF0-5BC8-12FC-F45B84869923}"/>
          </ac:picMkLst>
        </pc:picChg>
        <pc:picChg chg="add mod">
          <ac:chgData name="John McPhail" userId="d9640ad9-0be2-4377-a498-4127ac76f093" providerId="ADAL" clId="{E318BCDF-139D-45AE-8A3C-ADFF0F112D81}" dt="2022-10-12T12:09:27.135" v="1710"/>
          <ac:picMkLst>
            <pc:docMk/>
            <pc:sldMk cId="2436754258" sldId="292"/>
            <ac:picMk id="6" creationId="{DA22C84D-0BD0-0060-FC2E-6E2994AEE95A}"/>
          </ac:picMkLst>
        </pc:picChg>
        <pc:picChg chg="add mod">
          <ac:chgData name="John McPhail" userId="d9640ad9-0be2-4377-a498-4127ac76f093" providerId="ADAL" clId="{E318BCDF-139D-45AE-8A3C-ADFF0F112D81}" dt="2022-10-12T12:09:27.169" v="1713"/>
          <ac:picMkLst>
            <pc:docMk/>
            <pc:sldMk cId="2436754258" sldId="292"/>
            <ac:picMk id="8" creationId="{707E1FF6-119B-334F-F1DD-04BCBC56F931}"/>
          </ac:picMkLst>
        </pc:picChg>
        <pc:picChg chg="add mod">
          <ac:chgData name="John McPhail" userId="d9640ad9-0be2-4377-a498-4127ac76f093" providerId="ADAL" clId="{E318BCDF-139D-45AE-8A3C-ADFF0F112D81}" dt="2022-10-12T12:09:27.211" v="1716"/>
          <ac:picMkLst>
            <pc:docMk/>
            <pc:sldMk cId="2436754258" sldId="292"/>
            <ac:picMk id="10" creationId="{A8ADD195-3DB8-21C1-A17D-D12E819484DD}"/>
          </ac:picMkLst>
        </pc:picChg>
        <pc:picChg chg="add mod">
          <ac:chgData name="John McPhail" userId="d9640ad9-0be2-4377-a498-4127ac76f093" providerId="ADAL" clId="{E318BCDF-139D-45AE-8A3C-ADFF0F112D81}" dt="2022-10-12T12:09:27.261" v="1719"/>
          <ac:picMkLst>
            <pc:docMk/>
            <pc:sldMk cId="2436754258" sldId="292"/>
            <ac:picMk id="12" creationId="{C642B5EF-1DB4-4E59-A138-8E908990B779}"/>
          </ac:picMkLst>
        </pc:picChg>
      </pc:sldChg>
      <pc:sldChg chg="del">
        <pc:chgData name="John McPhail" userId="d9640ad9-0be2-4377-a498-4127ac76f093" providerId="ADAL" clId="{E318BCDF-139D-45AE-8A3C-ADFF0F112D81}" dt="2022-10-04T12:18:56.945" v="0" actId="47"/>
        <pc:sldMkLst>
          <pc:docMk/>
          <pc:sldMk cId="2592908572" sldId="293"/>
        </pc:sldMkLst>
      </pc:sldChg>
      <pc:sldChg chg="addSp delSp modSp add del mod modAnim">
        <pc:chgData name="John McPhail" userId="d9640ad9-0be2-4377-a498-4127ac76f093" providerId="ADAL" clId="{E318BCDF-139D-45AE-8A3C-ADFF0F112D81}" dt="2022-10-12T12:16:44.048" v="1882" actId="47"/>
        <pc:sldMkLst>
          <pc:docMk/>
          <pc:sldMk cId="2813982857" sldId="293"/>
        </pc:sldMkLst>
        <pc:spChg chg="del">
          <ac:chgData name="John McPhail" userId="d9640ad9-0be2-4377-a498-4127ac76f093" providerId="ADAL" clId="{E318BCDF-139D-45AE-8A3C-ADFF0F112D81}" dt="2022-10-12T12:11:11.674" v="1725"/>
          <ac:spMkLst>
            <pc:docMk/>
            <pc:sldMk cId="2813982857" sldId="293"/>
            <ac:spMk id="2" creationId="{C230308F-5748-1E61-A37D-8EC6CBD4DAB6}"/>
          </ac:spMkLst>
        </pc:spChg>
        <pc:picChg chg="add mod">
          <ac:chgData name="John McPhail" userId="d9640ad9-0be2-4377-a498-4127ac76f093" providerId="ADAL" clId="{E318BCDF-139D-45AE-8A3C-ADFF0F112D81}" dt="2022-10-12T12:11:11.681" v="1727"/>
          <ac:picMkLst>
            <pc:docMk/>
            <pc:sldMk cId="2813982857" sldId="293"/>
            <ac:picMk id="4" creationId="{FE1B9A16-D551-81B2-F3C2-FC693BA327B9}"/>
          </ac:picMkLst>
        </pc:picChg>
        <pc:picChg chg="add mod">
          <ac:chgData name="John McPhail" userId="d9640ad9-0be2-4377-a498-4127ac76f093" providerId="ADAL" clId="{E318BCDF-139D-45AE-8A3C-ADFF0F112D81}" dt="2022-10-12T12:11:11.696" v="1729"/>
          <ac:picMkLst>
            <pc:docMk/>
            <pc:sldMk cId="2813982857" sldId="293"/>
            <ac:picMk id="6" creationId="{28301CAB-F113-7F66-D3C3-8657F09B2AAA}"/>
          </ac:picMkLst>
        </pc:picChg>
        <pc:picChg chg="add mod">
          <ac:chgData name="John McPhail" userId="d9640ad9-0be2-4377-a498-4127ac76f093" providerId="ADAL" clId="{E318BCDF-139D-45AE-8A3C-ADFF0F112D81}" dt="2022-10-12T12:11:11.798" v="1732"/>
          <ac:picMkLst>
            <pc:docMk/>
            <pc:sldMk cId="2813982857" sldId="293"/>
            <ac:picMk id="8" creationId="{B5875C35-16A2-FAA6-D811-58EEFBC562EE}"/>
          </ac:picMkLst>
        </pc:picChg>
        <pc:picChg chg="add mod">
          <ac:chgData name="John McPhail" userId="d9640ad9-0be2-4377-a498-4127ac76f093" providerId="ADAL" clId="{E318BCDF-139D-45AE-8A3C-ADFF0F112D81}" dt="2022-10-12T12:11:11.866" v="1735"/>
          <ac:picMkLst>
            <pc:docMk/>
            <pc:sldMk cId="2813982857" sldId="293"/>
            <ac:picMk id="10" creationId="{F60BD0E2-3024-24E4-30BF-F78136022AE0}"/>
          </ac:picMkLst>
        </pc:picChg>
        <pc:picChg chg="add mod">
          <ac:chgData name="John McPhail" userId="d9640ad9-0be2-4377-a498-4127ac76f093" providerId="ADAL" clId="{E318BCDF-139D-45AE-8A3C-ADFF0F112D81}" dt="2022-10-12T12:11:11.931" v="1738"/>
          <ac:picMkLst>
            <pc:docMk/>
            <pc:sldMk cId="2813982857" sldId="293"/>
            <ac:picMk id="12" creationId="{DACFF743-4AEE-0279-57FF-EB5661708318}"/>
          </ac:picMkLst>
        </pc:picChg>
        <pc:picChg chg="add mod">
          <ac:chgData name="John McPhail" userId="d9640ad9-0be2-4377-a498-4127ac76f093" providerId="ADAL" clId="{E318BCDF-139D-45AE-8A3C-ADFF0F112D81}" dt="2022-10-12T12:11:12.041" v="1741"/>
          <ac:picMkLst>
            <pc:docMk/>
            <pc:sldMk cId="2813982857" sldId="293"/>
            <ac:picMk id="14" creationId="{1CD0793F-8808-C1D4-4BBE-CAAB9FD947DE}"/>
          </ac:picMkLst>
        </pc:picChg>
        <pc:picChg chg="add mod">
          <ac:chgData name="John McPhail" userId="d9640ad9-0be2-4377-a498-4127ac76f093" providerId="ADAL" clId="{E318BCDF-139D-45AE-8A3C-ADFF0F112D81}" dt="2022-10-12T12:11:12.134" v="1744"/>
          <ac:picMkLst>
            <pc:docMk/>
            <pc:sldMk cId="2813982857" sldId="293"/>
            <ac:picMk id="16" creationId="{87D257E4-69A6-89DE-FDCE-997400F6D36A}"/>
          </ac:picMkLst>
        </pc:picChg>
        <pc:picChg chg="add mod">
          <ac:chgData name="John McPhail" userId="d9640ad9-0be2-4377-a498-4127ac76f093" providerId="ADAL" clId="{E318BCDF-139D-45AE-8A3C-ADFF0F112D81}" dt="2022-10-12T12:11:12.258" v="1747"/>
          <ac:picMkLst>
            <pc:docMk/>
            <pc:sldMk cId="2813982857" sldId="293"/>
            <ac:picMk id="18" creationId="{86FEA708-71C2-838B-C637-EC2D02530547}"/>
          </ac:picMkLst>
        </pc:picChg>
        <pc:picChg chg="add mod">
          <ac:chgData name="John McPhail" userId="d9640ad9-0be2-4377-a498-4127ac76f093" providerId="ADAL" clId="{E318BCDF-139D-45AE-8A3C-ADFF0F112D81}" dt="2022-10-12T12:11:12.381" v="1750"/>
          <ac:picMkLst>
            <pc:docMk/>
            <pc:sldMk cId="2813982857" sldId="293"/>
            <ac:picMk id="20" creationId="{A3BF9183-0AE8-B619-4254-1B2A150BF8F2}"/>
          </ac:picMkLst>
        </pc:picChg>
        <pc:picChg chg="add mod">
          <ac:chgData name="John McPhail" userId="d9640ad9-0be2-4377-a498-4127ac76f093" providerId="ADAL" clId="{E318BCDF-139D-45AE-8A3C-ADFF0F112D81}" dt="2022-10-12T12:11:12.481" v="1753"/>
          <ac:picMkLst>
            <pc:docMk/>
            <pc:sldMk cId="2813982857" sldId="293"/>
            <ac:picMk id="22" creationId="{5860090A-54D2-B172-6C61-499B1939C199}"/>
          </ac:picMkLst>
        </pc:picChg>
        <pc:picChg chg="add mod">
          <ac:chgData name="John McPhail" userId="d9640ad9-0be2-4377-a498-4127ac76f093" providerId="ADAL" clId="{E318BCDF-139D-45AE-8A3C-ADFF0F112D81}" dt="2022-10-12T12:11:12.700" v="1756"/>
          <ac:picMkLst>
            <pc:docMk/>
            <pc:sldMk cId="2813982857" sldId="293"/>
            <ac:picMk id="24" creationId="{8B5F4B4D-AA24-A883-2374-87CF367FBCBA}"/>
          </ac:picMkLst>
        </pc:picChg>
      </pc:sldChg>
      <pc:sldChg chg="new del">
        <pc:chgData name="John McPhail" userId="d9640ad9-0be2-4377-a498-4127ac76f093" providerId="ADAL" clId="{E318BCDF-139D-45AE-8A3C-ADFF0F112D81}" dt="2022-10-12T19:46:36.617" v="12150" actId="47"/>
        <pc:sldMkLst>
          <pc:docMk/>
          <pc:sldMk cId="2937298415" sldId="294"/>
        </pc:sldMkLst>
      </pc:sldChg>
      <pc:sldChg chg="addSp delSp modSp add mod modAnim modNotesTx">
        <pc:chgData name="John McPhail" userId="d9640ad9-0be2-4377-a498-4127ac76f093" providerId="ADAL" clId="{E318BCDF-139D-45AE-8A3C-ADFF0F112D81}" dt="2022-10-12T15:41:37.464" v="4432" actId="20577"/>
        <pc:sldMkLst>
          <pc:docMk/>
          <pc:sldMk cId="746417670" sldId="295"/>
        </pc:sldMkLst>
        <pc:spChg chg="add del mod">
          <ac:chgData name="John McPhail" userId="d9640ad9-0be2-4377-a498-4127ac76f093" providerId="ADAL" clId="{E318BCDF-139D-45AE-8A3C-ADFF0F112D81}" dt="2022-10-12T12:11:51.093" v="1761" actId="478"/>
          <ac:spMkLst>
            <pc:docMk/>
            <pc:sldMk cId="746417670" sldId="295"/>
            <ac:spMk id="3" creationId="{D47B7233-7BFB-68E5-DF55-45E3D9954460}"/>
          </ac:spMkLst>
        </pc:spChg>
        <pc:spChg chg="mod">
          <ac:chgData name="John McPhail" userId="d9640ad9-0be2-4377-a498-4127ac76f093" providerId="ADAL" clId="{E318BCDF-139D-45AE-8A3C-ADFF0F112D81}" dt="2022-10-12T12:13:36.161" v="1831" actId="20577"/>
          <ac:spMkLst>
            <pc:docMk/>
            <pc:sldMk cId="746417670" sldId="295"/>
            <ac:spMk id="6" creationId="{5B9422D0-C8F8-417C-2DD1-68909B76649B}"/>
          </ac:spMkLst>
        </pc:spChg>
        <pc:spChg chg="del">
          <ac:chgData name="John McPhail" userId="d9640ad9-0be2-4377-a498-4127ac76f093" providerId="ADAL" clId="{E318BCDF-139D-45AE-8A3C-ADFF0F112D81}" dt="2022-10-12T12:11:48.756" v="1760" actId="478"/>
          <ac:spMkLst>
            <pc:docMk/>
            <pc:sldMk cId="746417670" sldId="295"/>
            <ac:spMk id="8" creationId="{FB69A0BD-6A20-5B52-A31B-F9674845711A}"/>
          </ac:spMkLst>
        </pc:spChg>
        <pc:picChg chg="add mod">
          <ac:chgData name="John McPhail" userId="d9640ad9-0be2-4377-a498-4127ac76f093" providerId="ADAL" clId="{E318BCDF-139D-45AE-8A3C-ADFF0F112D81}" dt="2022-10-12T12:12:49.340" v="1779"/>
          <ac:picMkLst>
            <pc:docMk/>
            <pc:sldMk cId="746417670" sldId="295"/>
            <ac:picMk id="4" creationId="{012577DF-FDBB-6537-3838-9D6D1996C231}"/>
          </ac:picMkLst>
        </pc:picChg>
        <pc:picChg chg="add mod">
          <ac:chgData name="John McPhail" userId="d9640ad9-0be2-4377-a498-4127ac76f093" providerId="ADAL" clId="{E318BCDF-139D-45AE-8A3C-ADFF0F112D81}" dt="2022-10-12T12:12:49.340" v="1779"/>
          <ac:picMkLst>
            <pc:docMk/>
            <pc:sldMk cId="746417670" sldId="295"/>
            <ac:picMk id="5" creationId="{78C9F3C8-D6C1-64D6-273F-EC4F32BED37C}"/>
          </ac:picMkLst>
        </pc:picChg>
        <pc:picChg chg="add mod">
          <ac:chgData name="John McPhail" userId="d9640ad9-0be2-4377-a498-4127ac76f093" providerId="ADAL" clId="{E318BCDF-139D-45AE-8A3C-ADFF0F112D81}" dt="2022-10-12T12:12:49.340" v="1779"/>
          <ac:picMkLst>
            <pc:docMk/>
            <pc:sldMk cId="746417670" sldId="295"/>
            <ac:picMk id="9" creationId="{8CC6C610-A376-969E-DB23-A4C78FA97089}"/>
          </ac:picMkLst>
        </pc:picChg>
        <pc:picChg chg="add mod">
          <ac:chgData name="John McPhail" userId="d9640ad9-0be2-4377-a498-4127ac76f093" providerId="ADAL" clId="{E318BCDF-139D-45AE-8A3C-ADFF0F112D81}" dt="2022-10-12T12:12:49.340" v="1779"/>
          <ac:picMkLst>
            <pc:docMk/>
            <pc:sldMk cId="746417670" sldId="295"/>
            <ac:picMk id="10" creationId="{F3EDF5B3-6398-BB57-5BB6-178B666B49F1}"/>
          </ac:picMkLst>
        </pc:picChg>
        <pc:picChg chg="add mod">
          <ac:chgData name="John McPhail" userId="d9640ad9-0be2-4377-a498-4127ac76f093" providerId="ADAL" clId="{E318BCDF-139D-45AE-8A3C-ADFF0F112D81}" dt="2022-10-12T12:12:49.340" v="1779"/>
          <ac:picMkLst>
            <pc:docMk/>
            <pc:sldMk cId="746417670" sldId="295"/>
            <ac:picMk id="11" creationId="{DF260F1A-599B-2152-E4A2-F00B0421DFCE}"/>
          </ac:picMkLst>
        </pc:picChg>
      </pc:sldChg>
      <pc:sldChg chg="del">
        <pc:chgData name="John McPhail" userId="d9640ad9-0be2-4377-a498-4127ac76f093" providerId="ADAL" clId="{E318BCDF-139D-45AE-8A3C-ADFF0F112D81}" dt="2022-10-04T12:18:56.945" v="0" actId="47"/>
        <pc:sldMkLst>
          <pc:docMk/>
          <pc:sldMk cId="1759328137" sldId="295"/>
        </pc:sldMkLst>
      </pc:sldChg>
      <pc:sldChg chg="addSp delSp modSp add mod delAnim modAnim modNotesTx">
        <pc:chgData name="John McPhail" userId="d9640ad9-0be2-4377-a498-4127ac76f093" providerId="ADAL" clId="{E318BCDF-139D-45AE-8A3C-ADFF0F112D81}" dt="2022-10-12T15:42:36.505" v="4605" actId="20577"/>
        <pc:sldMkLst>
          <pc:docMk/>
          <pc:sldMk cId="1577956365" sldId="296"/>
        </pc:sldMkLst>
        <pc:spChg chg="mod">
          <ac:chgData name="John McPhail" userId="d9640ad9-0be2-4377-a498-4127ac76f093" providerId="ADAL" clId="{E318BCDF-139D-45AE-8A3C-ADFF0F112D81}" dt="2022-10-12T12:25:26.816" v="2005" actId="20577"/>
          <ac:spMkLst>
            <pc:docMk/>
            <pc:sldMk cId="1577956365" sldId="296"/>
            <ac:spMk id="6" creationId="{5B9422D0-C8F8-417C-2DD1-68909B76649B}"/>
          </ac:spMkLst>
        </pc:spChg>
        <pc:picChg chg="add mod">
          <ac:chgData name="John McPhail" userId="d9640ad9-0be2-4377-a498-4127ac76f093" providerId="ADAL" clId="{E318BCDF-139D-45AE-8A3C-ADFF0F112D81}" dt="2022-10-12T12:14:31.722" v="1832"/>
          <ac:picMkLst>
            <pc:docMk/>
            <pc:sldMk cId="1577956365" sldId="296"/>
            <ac:picMk id="2" creationId="{614B2F02-017A-3231-1A1A-D7FF5CDE305C}"/>
          </ac:picMkLst>
        </pc:picChg>
        <pc:picChg chg="add del mod">
          <ac:chgData name="John McPhail" userId="d9640ad9-0be2-4377-a498-4127ac76f093" providerId="ADAL" clId="{E318BCDF-139D-45AE-8A3C-ADFF0F112D81}" dt="2022-10-12T12:16:13.078" v="1879" actId="478"/>
          <ac:picMkLst>
            <pc:docMk/>
            <pc:sldMk cId="1577956365" sldId="296"/>
            <ac:picMk id="3" creationId="{0F8EDDBF-5EF7-EE91-E97F-E4E3E5F3142B}"/>
          </ac:picMkLst>
        </pc:picChg>
        <pc:picChg chg="add del mod">
          <ac:chgData name="John McPhail" userId="d9640ad9-0be2-4377-a498-4127ac76f093" providerId="ADAL" clId="{E318BCDF-139D-45AE-8A3C-ADFF0F112D81}" dt="2022-10-12T12:16:13.078" v="1879" actId="478"/>
          <ac:picMkLst>
            <pc:docMk/>
            <pc:sldMk cId="1577956365" sldId="296"/>
            <ac:picMk id="4" creationId="{8AAEC02D-13F5-D2AA-0752-AC7828275DAA}"/>
          </ac:picMkLst>
        </pc:picChg>
        <pc:picChg chg="add del mod">
          <ac:chgData name="John McPhail" userId="d9640ad9-0be2-4377-a498-4127ac76f093" providerId="ADAL" clId="{E318BCDF-139D-45AE-8A3C-ADFF0F112D81}" dt="2022-10-12T12:16:13.078" v="1879" actId="478"/>
          <ac:picMkLst>
            <pc:docMk/>
            <pc:sldMk cId="1577956365" sldId="296"/>
            <ac:picMk id="5" creationId="{D0A62AB2-D53A-14AB-C371-C9B0F0D7B8B2}"/>
          </ac:picMkLst>
        </pc:picChg>
        <pc:picChg chg="add del mod">
          <ac:chgData name="John McPhail" userId="d9640ad9-0be2-4377-a498-4127ac76f093" providerId="ADAL" clId="{E318BCDF-139D-45AE-8A3C-ADFF0F112D81}" dt="2022-10-12T12:16:13.078" v="1879" actId="478"/>
          <ac:picMkLst>
            <pc:docMk/>
            <pc:sldMk cId="1577956365" sldId="296"/>
            <ac:picMk id="8" creationId="{18967DAC-0783-69CE-C2F8-E5E3DE7A6421}"/>
          </ac:picMkLst>
        </pc:picChg>
        <pc:picChg chg="add del mod">
          <ac:chgData name="John McPhail" userId="d9640ad9-0be2-4377-a498-4127ac76f093" providerId="ADAL" clId="{E318BCDF-139D-45AE-8A3C-ADFF0F112D81}" dt="2022-10-12T12:16:13.078" v="1879" actId="478"/>
          <ac:picMkLst>
            <pc:docMk/>
            <pc:sldMk cId="1577956365" sldId="296"/>
            <ac:picMk id="9" creationId="{204215D2-F086-5896-8D66-54CE6C82F6B7}"/>
          </ac:picMkLst>
        </pc:picChg>
        <pc:picChg chg="add del mod">
          <ac:chgData name="John McPhail" userId="d9640ad9-0be2-4377-a498-4127ac76f093" providerId="ADAL" clId="{E318BCDF-139D-45AE-8A3C-ADFF0F112D81}" dt="2022-10-12T12:16:13.078" v="1879" actId="478"/>
          <ac:picMkLst>
            <pc:docMk/>
            <pc:sldMk cId="1577956365" sldId="296"/>
            <ac:picMk id="10" creationId="{705C21D0-DEF1-854A-3EE9-A59A34845ECB}"/>
          </ac:picMkLst>
        </pc:picChg>
        <pc:picChg chg="add del mod">
          <ac:chgData name="John McPhail" userId="d9640ad9-0be2-4377-a498-4127ac76f093" providerId="ADAL" clId="{E318BCDF-139D-45AE-8A3C-ADFF0F112D81}" dt="2022-10-12T12:16:13.078" v="1879" actId="478"/>
          <ac:picMkLst>
            <pc:docMk/>
            <pc:sldMk cId="1577956365" sldId="296"/>
            <ac:picMk id="11" creationId="{6E3A2E24-CF49-560F-2974-CF50B050F08B}"/>
          </ac:picMkLst>
        </pc:picChg>
        <pc:picChg chg="add del mod">
          <ac:chgData name="John McPhail" userId="d9640ad9-0be2-4377-a498-4127ac76f093" providerId="ADAL" clId="{E318BCDF-139D-45AE-8A3C-ADFF0F112D81}" dt="2022-10-12T12:16:13.078" v="1879" actId="478"/>
          <ac:picMkLst>
            <pc:docMk/>
            <pc:sldMk cId="1577956365" sldId="296"/>
            <ac:picMk id="12" creationId="{B08A2E5D-1BDA-6365-F05F-B9DABF13C9DF}"/>
          </ac:picMkLst>
        </pc:picChg>
        <pc:picChg chg="add del mod">
          <ac:chgData name="John McPhail" userId="d9640ad9-0be2-4377-a498-4127ac76f093" providerId="ADAL" clId="{E318BCDF-139D-45AE-8A3C-ADFF0F112D81}" dt="2022-10-12T12:16:13.078" v="1879" actId="478"/>
          <ac:picMkLst>
            <pc:docMk/>
            <pc:sldMk cId="1577956365" sldId="296"/>
            <ac:picMk id="13" creationId="{9E625AB5-30A9-7475-5E5B-1A21F173D38E}"/>
          </ac:picMkLst>
        </pc:picChg>
        <pc:picChg chg="add del mod">
          <ac:chgData name="John McPhail" userId="d9640ad9-0be2-4377-a498-4127ac76f093" providerId="ADAL" clId="{E318BCDF-139D-45AE-8A3C-ADFF0F112D81}" dt="2022-10-12T12:16:13.078" v="1879" actId="478"/>
          <ac:picMkLst>
            <pc:docMk/>
            <pc:sldMk cId="1577956365" sldId="296"/>
            <ac:picMk id="14" creationId="{87020D2E-78CF-D170-26AD-499EC873E789}"/>
          </ac:picMkLst>
        </pc:picChg>
        <pc:picChg chg="add del mod">
          <ac:chgData name="John McPhail" userId="d9640ad9-0be2-4377-a498-4127ac76f093" providerId="ADAL" clId="{E318BCDF-139D-45AE-8A3C-ADFF0F112D81}" dt="2022-10-12T12:16:33.906" v="1881"/>
          <ac:picMkLst>
            <pc:docMk/>
            <pc:sldMk cId="1577956365" sldId="296"/>
            <ac:picMk id="15" creationId="{224F4905-FA8E-48B4-2D86-1A6A7FB05C27}"/>
          </ac:picMkLst>
        </pc:picChg>
        <pc:picChg chg="add del mod">
          <ac:chgData name="John McPhail" userId="d9640ad9-0be2-4377-a498-4127ac76f093" providerId="ADAL" clId="{E318BCDF-139D-45AE-8A3C-ADFF0F112D81}" dt="2022-10-12T12:16:33.906" v="1881"/>
          <ac:picMkLst>
            <pc:docMk/>
            <pc:sldMk cId="1577956365" sldId="296"/>
            <ac:picMk id="16" creationId="{DCC2360E-35C7-8BA0-FBF9-682D4B813BE3}"/>
          </ac:picMkLst>
        </pc:picChg>
        <pc:picChg chg="add del mod">
          <ac:chgData name="John McPhail" userId="d9640ad9-0be2-4377-a498-4127ac76f093" providerId="ADAL" clId="{E318BCDF-139D-45AE-8A3C-ADFF0F112D81}" dt="2022-10-12T12:16:33.906" v="1881"/>
          <ac:picMkLst>
            <pc:docMk/>
            <pc:sldMk cId="1577956365" sldId="296"/>
            <ac:picMk id="19" creationId="{576D0F82-7588-5DD3-7782-5634501D17ED}"/>
          </ac:picMkLst>
        </pc:picChg>
        <pc:picChg chg="add del mod">
          <ac:chgData name="John McPhail" userId="d9640ad9-0be2-4377-a498-4127ac76f093" providerId="ADAL" clId="{E318BCDF-139D-45AE-8A3C-ADFF0F112D81}" dt="2022-10-12T12:16:33.906" v="1881"/>
          <ac:picMkLst>
            <pc:docMk/>
            <pc:sldMk cId="1577956365" sldId="296"/>
            <ac:picMk id="20" creationId="{E7EEA4E5-676C-49B9-0D51-B3AC64F89268}"/>
          </ac:picMkLst>
        </pc:picChg>
        <pc:picChg chg="add del mod">
          <ac:chgData name="John McPhail" userId="d9640ad9-0be2-4377-a498-4127ac76f093" providerId="ADAL" clId="{E318BCDF-139D-45AE-8A3C-ADFF0F112D81}" dt="2022-10-12T12:16:33.906" v="1881"/>
          <ac:picMkLst>
            <pc:docMk/>
            <pc:sldMk cId="1577956365" sldId="296"/>
            <ac:picMk id="21" creationId="{FDD85770-28F9-F9F0-0306-FF2926B75690}"/>
          </ac:picMkLst>
        </pc:picChg>
        <pc:picChg chg="add del mod">
          <ac:chgData name="John McPhail" userId="d9640ad9-0be2-4377-a498-4127ac76f093" providerId="ADAL" clId="{E318BCDF-139D-45AE-8A3C-ADFF0F112D81}" dt="2022-10-12T12:16:33.906" v="1881"/>
          <ac:picMkLst>
            <pc:docMk/>
            <pc:sldMk cId="1577956365" sldId="296"/>
            <ac:picMk id="22" creationId="{17DE7BBB-0E79-ED4C-8F47-5D0938F701D2}"/>
          </ac:picMkLst>
        </pc:picChg>
        <pc:picChg chg="add del mod">
          <ac:chgData name="John McPhail" userId="d9640ad9-0be2-4377-a498-4127ac76f093" providerId="ADAL" clId="{E318BCDF-139D-45AE-8A3C-ADFF0F112D81}" dt="2022-10-12T12:16:33.906" v="1881"/>
          <ac:picMkLst>
            <pc:docMk/>
            <pc:sldMk cId="1577956365" sldId="296"/>
            <ac:picMk id="23" creationId="{B4C63159-69AB-0B9C-003D-47633907D321}"/>
          </ac:picMkLst>
        </pc:picChg>
        <pc:picChg chg="add del mod">
          <ac:chgData name="John McPhail" userId="d9640ad9-0be2-4377-a498-4127ac76f093" providerId="ADAL" clId="{E318BCDF-139D-45AE-8A3C-ADFF0F112D81}" dt="2022-10-12T12:16:33.906" v="1881"/>
          <ac:picMkLst>
            <pc:docMk/>
            <pc:sldMk cId="1577956365" sldId="296"/>
            <ac:picMk id="24" creationId="{DA9B764C-2934-DB16-4F7C-E6A65E22766E}"/>
          </ac:picMkLst>
        </pc:picChg>
        <pc:picChg chg="add del mod">
          <ac:chgData name="John McPhail" userId="d9640ad9-0be2-4377-a498-4127ac76f093" providerId="ADAL" clId="{E318BCDF-139D-45AE-8A3C-ADFF0F112D81}" dt="2022-10-12T12:16:33.906" v="1881"/>
          <ac:picMkLst>
            <pc:docMk/>
            <pc:sldMk cId="1577956365" sldId="296"/>
            <ac:picMk id="25" creationId="{BD87FC28-A454-F1DB-C6B9-1E2EC64B8A26}"/>
          </ac:picMkLst>
        </pc:picChg>
        <pc:picChg chg="add del mod">
          <ac:chgData name="John McPhail" userId="d9640ad9-0be2-4377-a498-4127ac76f093" providerId="ADAL" clId="{E318BCDF-139D-45AE-8A3C-ADFF0F112D81}" dt="2022-10-12T12:16:33.906" v="1881"/>
          <ac:picMkLst>
            <pc:docMk/>
            <pc:sldMk cId="1577956365" sldId="296"/>
            <ac:picMk id="27" creationId="{68A12EB3-3A79-AE35-DF49-9A2D22EDAAF3}"/>
          </ac:picMkLst>
        </pc:picChg>
        <pc:picChg chg="add del mod">
          <ac:chgData name="John McPhail" userId="d9640ad9-0be2-4377-a498-4127ac76f093" providerId="ADAL" clId="{E318BCDF-139D-45AE-8A3C-ADFF0F112D81}" dt="2022-10-12T12:16:33.906" v="1881"/>
          <ac:picMkLst>
            <pc:docMk/>
            <pc:sldMk cId="1577956365" sldId="296"/>
            <ac:picMk id="28" creationId="{0E0D0C39-0C6F-BC24-924C-F0C7DE22A6A1}"/>
          </ac:picMkLst>
        </pc:picChg>
        <pc:picChg chg="add mod">
          <ac:chgData name="John McPhail" userId="d9640ad9-0be2-4377-a498-4127ac76f093" providerId="ADAL" clId="{E318BCDF-139D-45AE-8A3C-ADFF0F112D81}" dt="2022-10-12T12:16:52.810" v="1883"/>
          <ac:picMkLst>
            <pc:docMk/>
            <pc:sldMk cId="1577956365" sldId="296"/>
            <ac:picMk id="30" creationId="{B7E3E9EA-7F95-92B9-98C0-2FDEC11B03D2}"/>
          </ac:picMkLst>
        </pc:picChg>
        <pc:picChg chg="add mod">
          <ac:chgData name="John McPhail" userId="d9640ad9-0be2-4377-a498-4127ac76f093" providerId="ADAL" clId="{E318BCDF-139D-45AE-8A3C-ADFF0F112D81}" dt="2022-10-12T12:16:52.810" v="1883"/>
          <ac:picMkLst>
            <pc:docMk/>
            <pc:sldMk cId="1577956365" sldId="296"/>
            <ac:picMk id="31" creationId="{22EF0AC5-44B7-19DD-C696-729CBA502681}"/>
          </ac:picMkLst>
        </pc:picChg>
        <pc:picChg chg="add mod">
          <ac:chgData name="John McPhail" userId="d9640ad9-0be2-4377-a498-4127ac76f093" providerId="ADAL" clId="{E318BCDF-139D-45AE-8A3C-ADFF0F112D81}" dt="2022-10-12T12:16:52.810" v="1883"/>
          <ac:picMkLst>
            <pc:docMk/>
            <pc:sldMk cId="1577956365" sldId="296"/>
            <ac:picMk id="32" creationId="{829F06BC-A901-65ED-D759-1C8992D1FA6C}"/>
          </ac:picMkLst>
        </pc:picChg>
        <pc:picChg chg="add mod">
          <ac:chgData name="John McPhail" userId="d9640ad9-0be2-4377-a498-4127ac76f093" providerId="ADAL" clId="{E318BCDF-139D-45AE-8A3C-ADFF0F112D81}" dt="2022-10-12T12:16:52.810" v="1883"/>
          <ac:picMkLst>
            <pc:docMk/>
            <pc:sldMk cId="1577956365" sldId="296"/>
            <ac:picMk id="33" creationId="{0410917C-6069-3FE7-19E0-3CCC875344EB}"/>
          </ac:picMkLst>
        </pc:picChg>
        <pc:picChg chg="add mod">
          <ac:chgData name="John McPhail" userId="d9640ad9-0be2-4377-a498-4127ac76f093" providerId="ADAL" clId="{E318BCDF-139D-45AE-8A3C-ADFF0F112D81}" dt="2022-10-12T12:16:52.810" v="1883"/>
          <ac:picMkLst>
            <pc:docMk/>
            <pc:sldMk cId="1577956365" sldId="296"/>
            <ac:picMk id="34" creationId="{63338D38-0C0C-9C99-3253-8F354324E109}"/>
          </ac:picMkLst>
        </pc:picChg>
        <pc:picChg chg="add mod">
          <ac:chgData name="John McPhail" userId="d9640ad9-0be2-4377-a498-4127ac76f093" providerId="ADAL" clId="{E318BCDF-139D-45AE-8A3C-ADFF0F112D81}" dt="2022-10-12T12:16:52.810" v="1883"/>
          <ac:picMkLst>
            <pc:docMk/>
            <pc:sldMk cId="1577956365" sldId="296"/>
            <ac:picMk id="35" creationId="{2329AAA4-D8D9-0EEA-7C5F-E38C85CAF377}"/>
          </ac:picMkLst>
        </pc:picChg>
        <pc:picChg chg="add mod">
          <ac:chgData name="John McPhail" userId="d9640ad9-0be2-4377-a498-4127ac76f093" providerId="ADAL" clId="{E318BCDF-139D-45AE-8A3C-ADFF0F112D81}" dt="2022-10-12T12:16:52.810" v="1883"/>
          <ac:picMkLst>
            <pc:docMk/>
            <pc:sldMk cId="1577956365" sldId="296"/>
            <ac:picMk id="36" creationId="{191773CF-193B-556E-2E5B-AC23AB5269A3}"/>
          </ac:picMkLst>
        </pc:picChg>
        <pc:picChg chg="add mod">
          <ac:chgData name="John McPhail" userId="d9640ad9-0be2-4377-a498-4127ac76f093" providerId="ADAL" clId="{E318BCDF-139D-45AE-8A3C-ADFF0F112D81}" dt="2022-10-12T12:16:52.810" v="1883"/>
          <ac:picMkLst>
            <pc:docMk/>
            <pc:sldMk cId="1577956365" sldId="296"/>
            <ac:picMk id="40" creationId="{B6CC8AC7-A7CD-562B-01A8-3542AD01C852}"/>
          </ac:picMkLst>
        </pc:picChg>
        <pc:picChg chg="add mod">
          <ac:chgData name="John McPhail" userId="d9640ad9-0be2-4377-a498-4127ac76f093" providerId="ADAL" clId="{E318BCDF-139D-45AE-8A3C-ADFF0F112D81}" dt="2022-10-12T12:16:52.810" v="1883"/>
          <ac:picMkLst>
            <pc:docMk/>
            <pc:sldMk cId="1577956365" sldId="296"/>
            <ac:picMk id="41" creationId="{C4AEF311-1028-1B5F-8E06-236074D9FE9E}"/>
          </ac:picMkLst>
        </pc:picChg>
        <pc:picChg chg="add mod">
          <ac:chgData name="John McPhail" userId="d9640ad9-0be2-4377-a498-4127ac76f093" providerId="ADAL" clId="{E318BCDF-139D-45AE-8A3C-ADFF0F112D81}" dt="2022-10-12T12:16:52.810" v="1883"/>
          <ac:picMkLst>
            <pc:docMk/>
            <pc:sldMk cId="1577956365" sldId="296"/>
            <ac:picMk id="42" creationId="{A8EB53FF-0577-B9BA-311C-9F150167C9C3}"/>
          </ac:picMkLst>
        </pc:picChg>
        <pc:picChg chg="add mod">
          <ac:chgData name="John McPhail" userId="d9640ad9-0be2-4377-a498-4127ac76f093" providerId="ADAL" clId="{E318BCDF-139D-45AE-8A3C-ADFF0F112D81}" dt="2022-10-12T12:16:52.810" v="1883"/>
          <ac:picMkLst>
            <pc:docMk/>
            <pc:sldMk cId="1577956365" sldId="296"/>
            <ac:picMk id="43" creationId="{7C4D4180-8E0C-169C-9AB8-FC4124273940}"/>
          </ac:picMkLst>
        </pc:picChg>
      </pc:sldChg>
      <pc:sldChg chg="del">
        <pc:chgData name="John McPhail" userId="d9640ad9-0be2-4377-a498-4127ac76f093" providerId="ADAL" clId="{E318BCDF-139D-45AE-8A3C-ADFF0F112D81}" dt="2022-10-04T12:18:56.945" v="0" actId="47"/>
        <pc:sldMkLst>
          <pc:docMk/>
          <pc:sldMk cId="3676579558" sldId="296"/>
        </pc:sldMkLst>
      </pc:sldChg>
      <pc:sldChg chg="addSp modSp add modAnim modNotesTx">
        <pc:chgData name="John McPhail" userId="d9640ad9-0be2-4377-a498-4127ac76f093" providerId="ADAL" clId="{E318BCDF-139D-45AE-8A3C-ADFF0F112D81}" dt="2022-10-12T17:21:02.263" v="11931" actId="20577"/>
        <pc:sldMkLst>
          <pc:docMk/>
          <pc:sldMk cId="545270821" sldId="297"/>
        </pc:sldMkLst>
        <pc:spChg chg="mod">
          <ac:chgData name="John McPhail" userId="d9640ad9-0be2-4377-a498-4127ac76f093" providerId="ADAL" clId="{E318BCDF-139D-45AE-8A3C-ADFF0F112D81}" dt="2022-10-12T12:25:21.234" v="2004" actId="20577"/>
          <ac:spMkLst>
            <pc:docMk/>
            <pc:sldMk cId="545270821" sldId="297"/>
            <ac:spMk id="6" creationId="{5B9422D0-C8F8-417C-2DD1-68909B76649B}"/>
          </ac:spMkLst>
        </pc:spChg>
        <pc:picChg chg="add mod">
          <ac:chgData name="John McPhail" userId="d9640ad9-0be2-4377-a498-4127ac76f093" providerId="ADAL" clId="{E318BCDF-139D-45AE-8A3C-ADFF0F112D81}" dt="2022-10-12T12:25:12.169" v="1991"/>
          <ac:picMkLst>
            <pc:docMk/>
            <pc:sldMk cId="545270821" sldId="297"/>
            <ac:picMk id="2" creationId="{BE61226F-5B62-C74F-DCFC-1706EF2FE340}"/>
          </ac:picMkLst>
        </pc:picChg>
        <pc:picChg chg="add mod">
          <ac:chgData name="John McPhail" userId="d9640ad9-0be2-4377-a498-4127ac76f093" providerId="ADAL" clId="{E318BCDF-139D-45AE-8A3C-ADFF0F112D81}" dt="2022-10-12T12:25:12.169" v="1991"/>
          <ac:picMkLst>
            <pc:docMk/>
            <pc:sldMk cId="545270821" sldId="297"/>
            <ac:picMk id="3" creationId="{01F3BCFC-28CD-FC2F-7CF9-DE041231F10A}"/>
          </ac:picMkLst>
        </pc:picChg>
        <pc:picChg chg="add mod">
          <ac:chgData name="John McPhail" userId="d9640ad9-0be2-4377-a498-4127ac76f093" providerId="ADAL" clId="{E318BCDF-139D-45AE-8A3C-ADFF0F112D81}" dt="2022-10-12T12:25:12.169" v="1991"/>
          <ac:picMkLst>
            <pc:docMk/>
            <pc:sldMk cId="545270821" sldId="297"/>
            <ac:picMk id="4" creationId="{B5C1DB3A-FEC4-001B-0FAD-F83326CF1566}"/>
          </ac:picMkLst>
        </pc:picChg>
        <pc:picChg chg="add mod">
          <ac:chgData name="John McPhail" userId="d9640ad9-0be2-4377-a498-4127ac76f093" providerId="ADAL" clId="{E318BCDF-139D-45AE-8A3C-ADFF0F112D81}" dt="2022-10-12T12:25:12.169" v="1991"/>
          <ac:picMkLst>
            <pc:docMk/>
            <pc:sldMk cId="545270821" sldId="297"/>
            <ac:picMk id="5" creationId="{EF0655E9-7A93-2748-46DB-4F8A12F9458D}"/>
          </ac:picMkLst>
        </pc:picChg>
        <pc:picChg chg="add mod">
          <ac:chgData name="John McPhail" userId="d9640ad9-0be2-4377-a498-4127ac76f093" providerId="ADAL" clId="{E318BCDF-139D-45AE-8A3C-ADFF0F112D81}" dt="2022-10-12T12:25:12.169" v="1991"/>
          <ac:picMkLst>
            <pc:docMk/>
            <pc:sldMk cId="545270821" sldId="297"/>
            <ac:picMk id="8" creationId="{CA31C294-19FB-FBB6-A23D-B36CF7092FD6}"/>
          </ac:picMkLst>
        </pc:picChg>
        <pc:picChg chg="add mod">
          <ac:chgData name="John McPhail" userId="d9640ad9-0be2-4377-a498-4127ac76f093" providerId="ADAL" clId="{E318BCDF-139D-45AE-8A3C-ADFF0F112D81}" dt="2022-10-12T12:25:12.169" v="1991"/>
          <ac:picMkLst>
            <pc:docMk/>
            <pc:sldMk cId="545270821" sldId="297"/>
            <ac:picMk id="9" creationId="{D498DCCE-DE8D-5781-68C9-DB60EA0213AB}"/>
          </ac:picMkLst>
        </pc:picChg>
        <pc:picChg chg="add mod">
          <ac:chgData name="John McPhail" userId="d9640ad9-0be2-4377-a498-4127ac76f093" providerId="ADAL" clId="{E318BCDF-139D-45AE-8A3C-ADFF0F112D81}" dt="2022-10-12T12:25:12.169" v="1991"/>
          <ac:picMkLst>
            <pc:docMk/>
            <pc:sldMk cId="545270821" sldId="297"/>
            <ac:picMk id="10" creationId="{02DA841E-4B27-417B-0E9F-7A5BDA98138C}"/>
          </ac:picMkLst>
        </pc:picChg>
        <pc:picChg chg="add mod">
          <ac:chgData name="John McPhail" userId="d9640ad9-0be2-4377-a498-4127ac76f093" providerId="ADAL" clId="{E318BCDF-139D-45AE-8A3C-ADFF0F112D81}" dt="2022-10-12T12:25:12.169" v="1991"/>
          <ac:picMkLst>
            <pc:docMk/>
            <pc:sldMk cId="545270821" sldId="297"/>
            <ac:picMk id="11" creationId="{2A9DC1C6-7F6D-59A3-A396-92B3669E27C0}"/>
          </ac:picMkLst>
        </pc:picChg>
        <pc:picChg chg="add mod">
          <ac:chgData name="John McPhail" userId="d9640ad9-0be2-4377-a498-4127ac76f093" providerId="ADAL" clId="{E318BCDF-139D-45AE-8A3C-ADFF0F112D81}" dt="2022-10-12T12:25:12.169" v="1991"/>
          <ac:picMkLst>
            <pc:docMk/>
            <pc:sldMk cId="545270821" sldId="297"/>
            <ac:picMk id="12" creationId="{8B0FDFD5-5C33-B03B-F5DF-CEF8B4D4C150}"/>
          </ac:picMkLst>
        </pc:picChg>
        <pc:picChg chg="add mod">
          <ac:chgData name="John McPhail" userId="d9640ad9-0be2-4377-a498-4127ac76f093" providerId="ADAL" clId="{E318BCDF-139D-45AE-8A3C-ADFF0F112D81}" dt="2022-10-12T12:25:12.169" v="1991"/>
          <ac:picMkLst>
            <pc:docMk/>
            <pc:sldMk cId="545270821" sldId="297"/>
            <ac:picMk id="13" creationId="{8C2C1562-4175-FC78-D958-E9173BCDBF5A}"/>
          </ac:picMkLst>
        </pc:picChg>
        <pc:picChg chg="add mod">
          <ac:chgData name="John McPhail" userId="d9640ad9-0be2-4377-a498-4127ac76f093" providerId="ADAL" clId="{E318BCDF-139D-45AE-8A3C-ADFF0F112D81}" dt="2022-10-12T12:25:12.169" v="1991"/>
          <ac:picMkLst>
            <pc:docMk/>
            <pc:sldMk cId="545270821" sldId="297"/>
            <ac:picMk id="14" creationId="{C9AC9B60-FA22-249A-E3B7-7716D64E2487}"/>
          </ac:picMkLst>
        </pc:picChg>
        <pc:picChg chg="add mod">
          <ac:chgData name="John McPhail" userId="d9640ad9-0be2-4377-a498-4127ac76f093" providerId="ADAL" clId="{E318BCDF-139D-45AE-8A3C-ADFF0F112D81}" dt="2022-10-12T12:25:12.169" v="1991"/>
          <ac:picMkLst>
            <pc:docMk/>
            <pc:sldMk cId="545270821" sldId="297"/>
            <ac:picMk id="15" creationId="{E12C9E08-7379-C972-2C76-77D98F7CDF5A}"/>
          </ac:picMkLst>
        </pc:picChg>
        <pc:picChg chg="add mod">
          <ac:chgData name="John McPhail" userId="d9640ad9-0be2-4377-a498-4127ac76f093" providerId="ADAL" clId="{E318BCDF-139D-45AE-8A3C-ADFF0F112D81}" dt="2022-10-12T12:25:12.169" v="1991"/>
          <ac:picMkLst>
            <pc:docMk/>
            <pc:sldMk cId="545270821" sldId="297"/>
            <ac:picMk id="16" creationId="{622859F8-CD28-C50E-3895-7AFCE1AD9E4B}"/>
          </ac:picMkLst>
        </pc:picChg>
        <pc:picChg chg="add mod">
          <ac:chgData name="John McPhail" userId="d9640ad9-0be2-4377-a498-4127ac76f093" providerId="ADAL" clId="{E318BCDF-139D-45AE-8A3C-ADFF0F112D81}" dt="2022-10-12T12:25:12.169" v="1991"/>
          <ac:picMkLst>
            <pc:docMk/>
            <pc:sldMk cId="545270821" sldId="297"/>
            <ac:picMk id="19" creationId="{E7FE448C-EA94-35AE-C33E-280197A28422}"/>
          </ac:picMkLst>
        </pc:picChg>
        <pc:picChg chg="add mod">
          <ac:chgData name="John McPhail" userId="d9640ad9-0be2-4377-a498-4127ac76f093" providerId="ADAL" clId="{E318BCDF-139D-45AE-8A3C-ADFF0F112D81}" dt="2022-10-12T12:25:12.169" v="1991"/>
          <ac:picMkLst>
            <pc:docMk/>
            <pc:sldMk cId="545270821" sldId="297"/>
            <ac:picMk id="20" creationId="{A8AB65C3-6725-B418-7E2A-B17D78A58128}"/>
          </ac:picMkLst>
        </pc:picChg>
        <pc:picChg chg="add mod">
          <ac:chgData name="John McPhail" userId="d9640ad9-0be2-4377-a498-4127ac76f093" providerId="ADAL" clId="{E318BCDF-139D-45AE-8A3C-ADFF0F112D81}" dt="2022-10-12T12:25:12.169" v="1991"/>
          <ac:picMkLst>
            <pc:docMk/>
            <pc:sldMk cId="545270821" sldId="297"/>
            <ac:picMk id="21" creationId="{8F9152D4-0716-AA9C-1752-AF81E67E4B4B}"/>
          </ac:picMkLst>
        </pc:picChg>
        <pc:picChg chg="add mod">
          <ac:chgData name="John McPhail" userId="d9640ad9-0be2-4377-a498-4127ac76f093" providerId="ADAL" clId="{E318BCDF-139D-45AE-8A3C-ADFF0F112D81}" dt="2022-10-12T12:25:12.169" v="1991"/>
          <ac:picMkLst>
            <pc:docMk/>
            <pc:sldMk cId="545270821" sldId="297"/>
            <ac:picMk id="22" creationId="{8D179E26-780D-9B6B-FB08-2754F2E9A171}"/>
          </ac:picMkLst>
        </pc:picChg>
        <pc:picChg chg="add mod">
          <ac:chgData name="John McPhail" userId="d9640ad9-0be2-4377-a498-4127ac76f093" providerId="ADAL" clId="{E318BCDF-139D-45AE-8A3C-ADFF0F112D81}" dt="2022-10-12T12:25:12.169" v="1991"/>
          <ac:picMkLst>
            <pc:docMk/>
            <pc:sldMk cId="545270821" sldId="297"/>
            <ac:picMk id="23" creationId="{D5CBFC21-2EC4-540D-5C39-2366D95CAE58}"/>
          </ac:picMkLst>
        </pc:picChg>
        <pc:picChg chg="add mod">
          <ac:chgData name="John McPhail" userId="d9640ad9-0be2-4377-a498-4127ac76f093" providerId="ADAL" clId="{E318BCDF-139D-45AE-8A3C-ADFF0F112D81}" dt="2022-10-12T12:25:12.169" v="1991"/>
          <ac:picMkLst>
            <pc:docMk/>
            <pc:sldMk cId="545270821" sldId="297"/>
            <ac:picMk id="24" creationId="{364E7445-CF0A-DC16-E074-01DB1A09657B}"/>
          </ac:picMkLst>
        </pc:picChg>
        <pc:picChg chg="add mod">
          <ac:chgData name="John McPhail" userId="d9640ad9-0be2-4377-a498-4127ac76f093" providerId="ADAL" clId="{E318BCDF-139D-45AE-8A3C-ADFF0F112D81}" dt="2022-10-12T12:25:12.169" v="1991"/>
          <ac:picMkLst>
            <pc:docMk/>
            <pc:sldMk cId="545270821" sldId="297"/>
            <ac:picMk id="25" creationId="{FDB95FDA-799A-1A71-3DFD-842C7A48B80D}"/>
          </ac:picMkLst>
        </pc:picChg>
        <pc:picChg chg="add mod">
          <ac:chgData name="John McPhail" userId="d9640ad9-0be2-4377-a498-4127ac76f093" providerId="ADAL" clId="{E318BCDF-139D-45AE-8A3C-ADFF0F112D81}" dt="2022-10-12T12:25:12.169" v="1991"/>
          <ac:picMkLst>
            <pc:docMk/>
            <pc:sldMk cId="545270821" sldId="297"/>
            <ac:picMk id="27" creationId="{164D847E-160C-0161-1F05-E683926DB48F}"/>
          </ac:picMkLst>
        </pc:picChg>
        <pc:picChg chg="add mod">
          <ac:chgData name="John McPhail" userId="d9640ad9-0be2-4377-a498-4127ac76f093" providerId="ADAL" clId="{E318BCDF-139D-45AE-8A3C-ADFF0F112D81}" dt="2022-10-12T12:25:12.169" v="1991"/>
          <ac:picMkLst>
            <pc:docMk/>
            <pc:sldMk cId="545270821" sldId="297"/>
            <ac:picMk id="28" creationId="{EB37CEC6-1C9E-E170-3A87-E1B0B9A92656}"/>
          </ac:picMkLst>
        </pc:picChg>
        <pc:picChg chg="add mod">
          <ac:chgData name="John McPhail" userId="d9640ad9-0be2-4377-a498-4127ac76f093" providerId="ADAL" clId="{E318BCDF-139D-45AE-8A3C-ADFF0F112D81}" dt="2022-10-12T12:25:12.169" v="1991"/>
          <ac:picMkLst>
            <pc:docMk/>
            <pc:sldMk cId="545270821" sldId="297"/>
            <ac:picMk id="30" creationId="{D066C959-828F-0D05-056B-2D82DB27FD89}"/>
          </ac:picMkLst>
        </pc:picChg>
        <pc:picChg chg="add mod">
          <ac:chgData name="John McPhail" userId="d9640ad9-0be2-4377-a498-4127ac76f093" providerId="ADAL" clId="{E318BCDF-139D-45AE-8A3C-ADFF0F112D81}" dt="2022-10-12T12:25:12.169" v="1991"/>
          <ac:picMkLst>
            <pc:docMk/>
            <pc:sldMk cId="545270821" sldId="297"/>
            <ac:picMk id="31" creationId="{9FE3C56E-4582-6689-EFEC-DBA19E10202D}"/>
          </ac:picMkLst>
        </pc:picChg>
      </pc:sldChg>
      <pc:sldChg chg="addSp modSp add mod modAnim modNotesTx">
        <pc:chgData name="John McPhail" userId="d9640ad9-0be2-4377-a498-4127ac76f093" providerId="ADAL" clId="{E318BCDF-139D-45AE-8A3C-ADFF0F112D81}" dt="2022-10-12T17:09:04.164" v="10990" actId="20577"/>
        <pc:sldMkLst>
          <pc:docMk/>
          <pc:sldMk cId="2105787816" sldId="298"/>
        </pc:sldMkLst>
        <pc:spChg chg="mod">
          <ac:chgData name="John McPhail" userId="d9640ad9-0be2-4377-a498-4127ac76f093" providerId="ADAL" clId="{E318BCDF-139D-45AE-8A3C-ADFF0F112D81}" dt="2022-10-12T12:37:31.346" v="2258" actId="20577"/>
          <ac:spMkLst>
            <pc:docMk/>
            <pc:sldMk cId="2105787816" sldId="298"/>
            <ac:spMk id="6" creationId="{5B9422D0-C8F8-417C-2DD1-68909B76649B}"/>
          </ac:spMkLst>
        </pc:spChg>
        <pc:picChg chg="add mod">
          <ac:chgData name="John McPhail" userId="d9640ad9-0be2-4377-a498-4127ac76f093" providerId="ADAL" clId="{E318BCDF-139D-45AE-8A3C-ADFF0F112D81}" dt="2022-10-12T13:05:35.538" v="2498"/>
          <ac:picMkLst>
            <pc:docMk/>
            <pc:sldMk cId="2105787816" sldId="298"/>
            <ac:picMk id="2" creationId="{1E6467A2-7B29-1519-F9EB-06087C744A47}"/>
          </ac:picMkLst>
        </pc:picChg>
        <pc:picChg chg="add mod">
          <ac:chgData name="John McPhail" userId="d9640ad9-0be2-4377-a498-4127ac76f093" providerId="ADAL" clId="{E318BCDF-139D-45AE-8A3C-ADFF0F112D81}" dt="2022-10-12T13:05:35.538" v="2498"/>
          <ac:picMkLst>
            <pc:docMk/>
            <pc:sldMk cId="2105787816" sldId="298"/>
            <ac:picMk id="3" creationId="{CCDCAFDC-F73A-1E3E-A174-028A87B18DBE}"/>
          </ac:picMkLst>
        </pc:picChg>
        <pc:picChg chg="add mod">
          <ac:chgData name="John McPhail" userId="d9640ad9-0be2-4377-a498-4127ac76f093" providerId="ADAL" clId="{E318BCDF-139D-45AE-8A3C-ADFF0F112D81}" dt="2022-10-12T13:05:35.538" v="2498"/>
          <ac:picMkLst>
            <pc:docMk/>
            <pc:sldMk cId="2105787816" sldId="298"/>
            <ac:picMk id="4" creationId="{550AE636-9970-7E46-7DEF-A84145C9C66D}"/>
          </ac:picMkLst>
        </pc:picChg>
      </pc:sldChg>
      <pc:sldChg chg="addSp modSp add mod modAnim modNotesTx">
        <pc:chgData name="John McPhail" userId="d9640ad9-0be2-4377-a498-4127ac76f093" providerId="ADAL" clId="{E318BCDF-139D-45AE-8A3C-ADFF0F112D81}" dt="2022-10-12T19:48:26.246" v="12243" actId="20577"/>
        <pc:sldMkLst>
          <pc:docMk/>
          <pc:sldMk cId="3731585094" sldId="299"/>
        </pc:sldMkLst>
        <pc:spChg chg="mod">
          <ac:chgData name="John McPhail" userId="d9640ad9-0be2-4377-a498-4127ac76f093" providerId="ADAL" clId="{E318BCDF-139D-45AE-8A3C-ADFF0F112D81}" dt="2022-10-12T12:31:05.321" v="2092" actId="20577"/>
          <ac:spMkLst>
            <pc:docMk/>
            <pc:sldMk cId="3731585094" sldId="299"/>
            <ac:spMk id="6" creationId="{5B9422D0-C8F8-417C-2DD1-68909B76649B}"/>
          </ac:spMkLst>
        </pc:spChg>
        <pc:picChg chg="add mod">
          <ac:chgData name="John McPhail" userId="d9640ad9-0be2-4377-a498-4127ac76f093" providerId="ADAL" clId="{E318BCDF-139D-45AE-8A3C-ADFF0F112D81}" dt="2022-10-12T12:30:55.856" v="2065"/>
          <ac:picMkLst>
            <pc:docMk/>
            <pc:sldMk cId="3731585094" sldId="299"/>
            <ac:picMk id="2" creationId="{C9971BDF-F925-32BD-906E-C311A4C78A40}"/>
          </ac:picMkLst>
        </pc:picChg>
        <pc:picChg chg="add mod">
          <ac:chgData name="John McPhail" userId="d9640ad9-0be2-4377-a498-4127ac76f093" providerId="ADAL" clId="{E318BCDF-139D-45AE-8A3C-ADFF0F112D81}" dt="2022-10-12T12:30:55.856" v="2065"/>
          <ac:picMkLst>
            <pc:docMk/>
            <pc:sldMk cId="3731585094" sldId="299"/>
            <ac:picMk id="3" creationId="{658BC215-7CD3-312B-265A-1CB80494B277}"/>
          </ac:picMkLst>
        </pc:picChg>
        <pc:picChg chg="add mod">
          <ac:chgData name="John McPhail" userId="d9640ad9-0be2-4377-a498-4127ac76f093" providerId="ADAL" clId="{E318BCDF-139D-45AE-8A3C-ADFF0F112D81}" dt="2022-10-12T12:30:55.856" v="2065"/>
          <ac:picMkLst>
            <pc:docMk/>
            <pc:sldMk cId="3731585094" sldId="299"/>
            <ac:picMk id="4" creationId="{667FD66F-B3AD-F519-300E-6230BAEA4A54}"/>
          </ac:picMkLst>
        </pc:picChg>
        <pc:picChg chg="add mod">
          <ac:chgData name="John McPhail" userId="d9640ad9-0be2-4377-a498-4127ac76f093" providerId="ADAL" clId="{E318BCDF-139D-45AE-8A3C-ADFF0F112D81}" dt="2022-10-12T12:30:55.856" v="2065"/>
          <ac:picMkLst>
            <pc:docMk/>
            <pc:sldMk cId="3731585094" sldId="299"/>
            <ac:picMk id="5" creationId="{8F12A8F1-30E5-13B1-441F-230B484133B9}"/>
          </ac:picMkLst>
        </pc:picChg>
        <pc:picChg chg="add mod">
          <ac:chgData name="John McPhail" userId="d9640ad9-0be2-4377-a498-4127ac76f093" providerId="ADAL" clId="{E318BCDF-139D-45AE-8A3C-ADFF0F112D81}" dt="2022-10-12T12:30:55.856" v="2065"/>
          <ac:picMkLst>
            <pc:docMk/>
            <pc:sldMk cId="3731585094" sldId="299"/>
            <ac:picMk id="8" creationId="{78C843C2-4049-CEA9-21C2-E47440741274}"/>
          </ac:picMkLst>
        </pc:picChg>
        <pc:picChg chg="add mod">
          <ac:chgData name="John McPhail" userId="d9640ad9-0be2-4377-a498-4127ac76f093" providerId="ADAL" clId="{E318BCDF-139D-45AE-8A3C-ADFF0F112D81}" dt="2022-10-12T12:30:55.856" v="2065"/>
          <ac:picMkLst>
            <pc:docMk/>
            <pc:sldMk cId="3731585094" sldId="299"/>
            <ac:picMk id="9" creationId="{88CD8CE4-7655-A33B-B0CD-790240426E6E}"/>
          </ac:picMkLst>
        </pc:picChg>
        <pc:picChg chg="add mod">
          <ac:chgData name="John McPhail" userId="d9640ad9-0be2-4377-a498-4127ac76f093" providerId="ADAL" clId="{E318BCDF-139D-45AE-8A3C-ADFF0F112D81}" dt="2022-10-12T12:30:55.856" v="2065"/>
          <ac:picMkLst>
            <pc:docMk/>
            <pc:sldMk cId="3731585094" sldId="299"/>
            <ac:picMk id="10" creationId="{939FF1D7-4D0A-9DF5-8F15-1A49BB492E6F}"/>
          </ac:picMkLst>
        </pc:picChg>
        <pc:picChg chg="add mod">
          <ac:chgData name="John McPhail" userId="d9640ad9-0be2-4377-a498-4127ac76f093" providerId="ADAL" clId="{E318BCDF-139D-45AE-8A3C-ADFF0F112D81}" dt="2022-10-12T12:30:55.856" v="2065"/>
          <ac:picMkLst>
            <pc:docMk/>
            <pc:sldMk cId="3731585094" sldId="299"/>
            <ac:picMk id="11" creationId="{E547AE00-A122-68DB-89F8-EEFEEA15871E}"/>
          </ac:picMkLst>
        </pc:picChg>
        <pc:picChg chg="add mod">
          <ac:chgData name="John McPhail" userId="d9640ad9-0be2-4377-a498-4127ac76f093" providerId="ADAL" clId="{E318BCDF-139D-45AE-8A3C-ADFF0F112D81}" dt="2022-10-12T12:30:55.856" v="2065"/>
          <ac:picMkLst>
            <pc:docMk/>
            <pc:sldMk cId="3731585094" sldId="299"/>
            <ac:picMk id="12" creationId="{A61CA891-53FE-2E11-62EF-B77DD09398ED}"/>
          </ac:picMkLst>
        </pc:picChg>
        <pc:picChg chg="add mod">
          <ac:chgData name="John McPhail" userId="d9640ad9-0be2-4377-a498-4127ac76f093" providerId="ADAL" clId="{E318BCDF-139D-45AE-8A3C-ADFF0F112D81}" dt="2022-10-12T12:30:55.856" v="2065"/>
          <ac:picMkLst>
            <pc:docMk/>
            <pc:sldMk cId="3731585094" sldId="299"/>
            <ac:picMk id="13" creationId="{FBC2DC3A-440D-87C5-5955-781082BA9BA8}"/>
          </ac:picMkLst>
        </pc:picChg>
        <pc:picChg chg="add mod">
          <ac:chgData name="John McPhail" userId="d9640ad9-0be2-4377-a498-4127ac76f093" providerId="ADAL" clId="{E318BCDF-139D-45AE-8A3C-ADFF0F112D81}" dt="2022-10-12T12:30:55.856" v="2065"/>
          <ac:picMkLst>
            <pc:docMk/>
            <pc:sldMk cId="3731585094" sldId="299"/>
            <ac:picMk id="14" creationId="{10D3F1A7-F8A2-D510-872B-6B6E192C8B70}"/>
          </ac:picMkLst>
        </pc:picChg>
        <pc:picChg chg="add mod">
          <ac:chgData name="John McPhail" userId="d9640ad9-0be2-4377-a498-4127ac76f093" providerId="ADAL" clId="{E318BCDF-139D-45AE-8A3C-ADFF0F112D81}" dt="2022-10-12T12:30:55.856" v="2065"/>
          <ac:picMkLst>
            <pc:docMk/>
            <pc:sldMk cId="3731585094" sldId="299"/>
            <ac:picMk id="15" creationId="{A7DE68CA-B545-F474-6DD0-77E9B71FA1F2}"/>
          </ac:picMkLst>
        </pc:picChg>
        <pc:picChg chg="add mod">
          <ac:chgData name="John McPhail" userId="d9640ad9-0be2-4377-a498-4127ac76f093" providerId="ADAL" clId="{E318BCDF-139D-45AE-8A3C-ADFF0F112D81}" dt="2022-10-12T12:30:55.856" v="2065"/>
          <ac:picMkLst>
            <pc:docMk/>
            <pc:sldMk cId="3731585094" sldId="299"/>
            <ac:picMk id="16" creationId="{23BBA153-0C9A-1EA0-2ED4-A2D3BAD0D755}"/>
          </ac:picMkLst>
        </pc:picChg>
        <pc:picChg chg="add mod">
          <ac:chgData name="John McPhail" userId="d9640ad9-0be2-4377-a498-4127ac76f093" providerId="ADAL" clId="{E318BCDF-139D-45AE-8A3C-ADFF0F112D81}" dt="2022-10-12T12:30:55.856" v="2065"/>
          <ac:picMkLst>
            <pc:docMk/>
            <pc:sldMk cId="3731585094" sldId="299"/>
            <ac:picMk id="19" creationId="{492A90D4-E683-A833-FB02-700500DBFB55}"/>
          </ac:picMkLst>
        </pc:picChg>
        <pc:picChg chg="add mod">
          <ac:chgData name="John McPhail" userId="d9640ad9-0be2-4377-a498-4127ac76f093" providerId="ADAL" clId="{E318BCDF-139D-45AE-8A3C-ADFF0F112D81}" dt="2022-10-12T12:30:55.856" v="2065"/>
          <ac:picMkLst>
            <pc:docMk/>
            <pc:sldMk cId="3731585094" sldId="299"/>
            <ac:picMk id="20" creationId="{11788D67-2E45-0022-0090-7F9380C39E2E}"/>
          </ac:picMkLst>
        </pc:picChg>
        <pc:picChg chg="add mod">
          <ac:chgData name="John McPhail" userId="d9640ad9-0be2-4377-a498-4127ac76f093" providerId="ADAL" clId="{E318BCDF-139D-45AE-8A3C-ADFF0F112D81}" dt="2022-10-12T12:30:55.856" v="2065"/>
          <ac:picMkLst>
            <pc:docMk/>
            <pc:sldMk cId="3731585094" sldId="299"/>
            <ac:picMk id="21" creationId="{CA4E367A-4674-2516-37F0-DF45C0867E53}"/>
          </ac:picMkLst>
        </pc:picChg>
        <pc:picChg chg="add mod">
          <ac:chgData name="John McPhail" userId="d9640ad9-0be2-4377-a498-4127ac76f093" providerId="ADAL" clId="{E318BCDF-139D-45AE-8A3C-ADFF0F112D81}" dt="2022-10-12T12:30:55.856" v="2065"/>
          <ac:picMkLst>
            <pc:docMk/>
            <pc:sldMk cId="3731585094" sldId="299"/>
            <ac:picMk id="22" creationId="{BF43B4E0-78E2-E654-73CC-4B725686F672}"/>
          </ac:picMkLst>
        </pc:picChg>
        <pc:picChg chg="add mod">
          <ac:chgData name="John McPhail" userId="d9640ad9-0be2-4377-a498-4127ac76f093" providerId="ADAL" clId="{E318BCDF-139D-45AE-8A3C-ADFF0F112D81}" dt="2022-10-12T12:30:55.856" v="2065"/>
          <ac:picMkLst>
            <pc:docMk/>
            <pc:sldMk cId="3731585094" sldId="299"/>
            <ac:picMk id="23" creationId="{975AE97D-6D67-0C9F-E6A8-206E4808B5CA}"/>
          </ac:picMkLst>
        </pc:picChg>
      </pc:sldChg>
      <pc:sldChg chg="addSp delSp modSp add del mod modAnim">
        <pc:chgData name="John McPhail" userId="d9640ad9-0be2-4377-a498-4127ac76f093" providerId="ADAL" clId="{E318BCDF-139D-45AE-8A3C-ADFF0F112D81}" dt="2022-10-12T12:19:33.330" v="1902" actId="47"/>
        <pc:sldMkLst>
          <pc:docMk/>
          <pc:sldMk cId="4258993286" sldId="299"/>
        </pc:sldMkLst>
        <pc:spChg chg="del">
          <ac:chgData name="John McPhail" userId="d9640ad9-0be2-4377-a498-4127ac76f093" providerId="ADAL" clId="{E318BCDF-139D-45AE-8A3C-ADFF0F112D81}" dt="2022-10-12T12:16:02.058" v="1844"/>
          <ac:spMkLst>
            <pc:docMk/>
            <pc:sldMk cId="4258993286" sldId="299"/>
            <ac:spMk id="2" creationId="{34E4FCFA-F7D1-50A2-F816-E7BBC42F70CA}"/>
          </ac:spMkLst>
        </pc:spChg>
        <pc:picChg chg="add mod">
          <ac:chgData name="John McPhail" userId="d9640ad9-0be2-4377-a498-4127ac76f093" providerId="ADAL" clId="{E318BCDF-139D-45AE-8A3C-ADFF0F112D81}" dt="2022-10-12T12:16:02.064" v="1846"/>
          <ac:picMkLst>
            <pc:docMk/>
            <pc:sldMk cId="4258993286" sldId="299"/>
            <ac:picMk id="4" creationId="{16F5E409-0F58-3C63-34B8-F90D996DBC01}"/>
          </ac:picMkLst>
        </pc:picChg>
        <pc:picChg chg="add mod">
          <ac:chgData name="John McPhail" userId="d9640ad9-0be2-4377-a498-4127ac76f093" providerId="ADAL" clId="{E318BCDF-139D-45AE-8A3C-ADFF0F112D81}" dt="2022-10-12T12:16:02.077" v="1848"/>
          <ac:picMkLst>
            <pc:docMk/>
            <pc:sldMk cId="4258993286" sldId="299"/>
            <ac:picMk id="6" creationId="{578A2D6D-BCD5-756E-3894-82B5B16EF5E4}"/>
          </ac:picMkLst>
        </pc:picChg>
        <pc:picChg chg="add mod">
          <ac:chgData name="John McPhail" userId="d9640ad9-0be2-4377-a498-4127ac76f093" providerId="ADAL" clId="{E318BCDF-139D-45AE-8A3C-ADFF0F112D81}" dt="2022-10-12T12:16:02.135" v="1851"/>
          <ac:picMkLst>
            <pc:docMk/>
            <pc:sldMk cId="4258993286" sldId="299"/>
            <ac:picMk id="8" creationId="{5BD88359-B0A4-E8FB-C317-16637A95E4BA}"/>
          </ac:picMkLst>
        </pc:picChg>
        <pc:picChg chg="add mod">
          <ac:chgData name="John McPhail" userId="d9640ad9-0be2-4377-a498-4127ac76f093" providerId="ADAL" clId="{E318BCDF-139D-45AE-8A3C-ADFF0F112D81}" dt="2022-10-12T12:16:02.210" v="1854"/>
          <ac:picMkLst>
            <pc:docMk/>
            <pc:sldMk cId="4258993286" sldId="299"/>
            <ac:picMk id="10" creationId="{84315853-8EC6-5F44-132B-AF95E112F7A9}"/>
          </ac:picMkLst>
        </pc:picChg>
        <pc:picChg chg="add mod">
          <ac:chgData name="John McPhail" userId="d9640ad9-0be2-4377-a498-4127ac76f093" providerId="ADAL" clId="{E318BCDF-139D-45AE-8A3C-ADFF0F112D81}" dt="2022-10-12T12:16:02.375" v="1857"/>
          <ac:picMkLst>
            <pc:docMk/>
            <pc:sldMk cId="4258993286" sldId="299"/>
            <ac:picMk id="12" creationId="{41259FD7-0055-1F29-969E-014089623C13}"/>
          </ac:picMkLst>
        </pc:picChg>
        <pc:picChg chg="add mod">
          <ac:chgData name="John McPhail" userId="d9640ad9-0be2-4377-a498-4127ac76f093" providerId="ADAL" clId="{E318BCDF-139D-45AE-8A3C-ADFF0F112D81}" dt="2022-10-12T12:16:02.452" v="1860"/>
          <ac:picMkLst>
            <pc:docMk/>
            <pc:sldMk cId="4258993286" sldId="299"/>
            <ac:picMk id="14" creationId="{5BD83926-4E0D-648F-1626-6616389DADC4}"/>
          </ac:picMkLst>
        </pc:picChg>
        <pc:picChg chg="add mod">
          <ac:chgData name="John McPhail" userId="d9640ad9-0be2-4377-a498-4127ac76f093" providerId="ADAL" clId="{E318BCDF-139D-45AE-8A3C-ADFF0F112D81}" dt="2022-10-12T12:16:02.552" v="1863"/>
          <ac:picMkLst>
            <pc:docMk/>
            <pc:sldMk cId="4258993286" sldId="299"/>
            <ac:picMk id="16" creationId="{557F0450-108C-C5A7-48CF-6826EC39190E}"/>
          </ac:picMkLst>
        </pc:picChg>
        <pc:picChg chg="add mod">
          <ac:chgData name="John McPhail" userId="d9640ad9-0be2-4377-a498-4127ac76f093" providerId="ADAL" clId="{E318BCDF-139D-45AE-8A3C-ADFF0F112D81}" dt="2022-10-12T12:16:02.645" v="1866"/>
          <ac:picMkLst>
            <pc:docMk/>
            <pc:sldMk cId="4258993286" sldId="299"/>
            <ac:picMk id="18" creationId="{A0FE3382-AF37-F5E0-2936-FB3A610BB71D}"/>
          </ac:picMkLst>
        </pc:picChg>
        <pc:picChg chg="add mod">
          <ac:chgData name="John McPhail" userId="d9640ad9-0be2-4377-a498-4127ac76f093" providerId="ADAL" clId="{E318BCDF-139D-45AE-8A3C-ADFF0F112D81}" dt="2022-10-12T12:16:02.722" v="1869"/>
          <ac:picMkLst>
            <pc:docMk/>
            <pc:sldMk cId="4258993286" sldId="299"/>
            <ac:picMk id="20" creationId="{955ADC59-3086-D7BB-6BD5-B5D44A1BF640}"/>
          </ac:picMkLst>
        </pc:picChg>
        <pc:picChg chg="add mod">
          <ac:chgData name="John McPhail" userId="d9640ad9-0be2-4377-a498-4127ac76f093" providerId="ADAL" clId="{E318BCDF-139D-45AE-8A3C-ADFF0F112D81}" dt="2022-10-12T12:16:02.808" v="1872"/>
          <ac:picMkLst>
            <pc:docMk/>
            <pc:sldMk cId="4258993286" sldId="299"/>
            <ac:picMk id="22" creationId="{DBD568A3-8056-6DBC-F23A-1708ADD49768}"/>
          </ac:picMkLst>
        </pc:picChg>
        <pc:picChg chg="add mod">
          <ac:chgData name="John McPhail" userId="d9640ad9-0be2-4377-a498-4127ac76f093" providerId="ADAL" clId="{E318BCDF-139D-45AE-8A3C-ADFF0F112D81}" dt="2022-10-12T12:16:02.897" v="1875"/>
          <ac:picMkLst>
            <pc:docMk/>
            <pc:sldMk cId="4258993286" sldId="299"/>
            <ac:picMk id="24" creationId="{5ED2BFDF-BDB3-BB92-A4A1-2AE7771CAC81}"/>
          </ac:picMkLst>
        </pc:picChg>
      </pc:sldChg>
      <pc:sldChg chg="addSp delSp modSp add del mod modAnim">
        <pc:chgData name="John McPhail" userId="d9640ad9-0be2-4377-a498-4127ac76f093" providerId="ADAL" clId="{E318BCDF-139D-45AE-8A3C-ADFF0F112D81}" dt="2022-10-12T12:19:31.663" v="1901" actId="47"/>
        <pc:sldMkLst>
          <pc:docMk/>
          <pc:sldMk cId="2200502355" sldId="300"/>
        </pc:sldMkLst>
        <pc:spChg chg="del">
          <ac:chgData name="John McPhail" userId="d9640ad9-0be2-4377-a498-4127ac76f093" providerId="ADAL" clId="{E318BCDF-139D-45AE-8A3C-ADFF0F112D81}" dt="2022-10-12T12:19:09.143" v="1889"/>
          <ac:spMkLst>
            <pc:docMk/>
            <pc:sldMk cId="2200502355" sldId="300"/>
            <ac:spMk id="2" creationId="{0FA1583C-5A43-6A23-4D30-8A44C360106D}"/>
          </ac:spMkLst>
        </pc:spChg>
        <pc:picChg chg="add mod">
          <ac:chgData name="John McPhail" userId="d9640ad9-0be2-4377-a498-4127ac76f093" providerId="ADAL" clId="{E318BCDF-139D-45AE-8A3C-ADFF0F112D81}" dt="2022-10-12T12:19:09.148" v="1891"/>
          <ac:picMkLst>
            <pc:docMk/>
            <pc:sldMk cId="2200502355" sldId="300"/>
            <ac:picMk id="4" creationId="{618DB451-ED03-1FD3-F5E0-648011450B8A}"/>
          </ac:picMkLst>
        </pc:picChg>
        <pc:picChg chg="add mod">
          <ac:chgData name="John McPhail" userId="d9640ad9-0be2-4377-a498-4127ac76f093" providerId="ADAL" clId="{E318BCDF-139D-45AE-8A3C-ADFF0F112D81}" dt="2022-10-12T12:19:09.168" v="1893"/>
          <ac:picMkLst>
            <pc:docMk/>
            <pc:sldMk cId="2200502355" sldId="300"/>
            <ac:picMk id="6" creationId="{F2EC56AA-15AB-E91B-59EC-1033D494B5B6}"/>
          </ac:picMkLst>
        </pc:picChg>
        <pc:picChg chg="add mod">
          <ac:chgData name="John McPhail" userId="d9640ad9-0be2-4377-a498-4127ac76f093" providerId="ADAL" clId="{E318BCDF-139D-45AE-8A3C-ADFF0F112D81}" dt="2022-10-12T12:19:09.224" v="1896"/>
          <ac:picMkLst>
            <pc:docMk/>
            <pc:sldMk cId="2200502355" sldId="300"/>
            <ac:picMk id="8" creationId="{F2A34AAF-4C04-25EE-4837-08647241D37C}"/>
          </ac:picMkLst>
        </pc:picChg>
        <pc:picChg chg="add mod">
          <ac:chgData name="John McPhail" userId="d9640ad9-0be2-4377-a498-4127ac76f093" providerId="ADAL" clId="{E318BCDF-139D-45AE-8A3C-ADFF0F112D81}" dt="2022-10-12T12:19:09.292" v="1899"/>
          <ac:picMkLst>
            <pc:docMk/>
            <pc:sldMk cId="2200502355" sldId="300"/>
            <ac:picMk id="10" creationId="{D4885F89-C712-4E7C-6AC0-3757ED955FCC}"/>
          </ac:picMkLst>
        </pc:picChg>
      </pc:sldChg>
      <pc:sldChg chg="addSp modSp add modAnim modNotesTx">
        <pc:chgData name="John McPhail" userId="d9640ad9-0be2-4377-a498-4127ac76f093" providerId="ADAL" clId="{E318BCDF-139D-45AE-8A3C-ADFF0F112D81}" dt="2022-10-12T19:47:46.984" v="12152" actId="6549"/>
        <pc:sldMkLst>
          <pc:docMk/>
          <pc:sldMk cId="2327383491" sldId="300"/>
        </pc:sldMkLst>
        <pc:spChg chg="mod">
          <ac:chgData name="John McPhail" userId="d9640ad9-0be2-4377-a498-4127ac76f093" providerId="ADAL" clId="{E318BCDF-139D-45AE-8A3C-ADFF0F112D81}" dt="2022-10-12T12:36:29.892" v="2167" actId="20577"/>
          <ac:spMkLst>
            <pc:docMk/>
            <pc:sldMk cId="2327383491" sldId="300"/>
            <ac:spMk id="6" creationId="{5B9422D0-C8F8-417C-2DD1-68909B76649B}"/>
          </ac:spMkLst>
        </pc:spChg>
        <pc:spChg chg="add mod">
          <ac:chgData name="John McPhail" userId="d9640ad9-0be2-4377-a498-4127ac76f093" providerId="ADAL" clId="{E318BCDF-139D-45AE-8A3C-ADFF0F112D81}" dt="2022-10-12T12:36:22.615" v="2157"/>
          <ac:spMkLst>
            <pc:docMk/>
            <pc:sldMk cId="2327383491" sldId="300"/>
            <ac:spMk id="8" creationId="{20441EF3-8DDB-2F05-DAFB-891644E453B0}"/>
          </ac:spMkLst>
        </pc:spChg>
        <pc:picChg chg="add mod">
          <ac:chgData name="John McPhail" userId="d9640ad9-0be2-4377-a498-4127ac76f093" providerId="ADAL" clId="{E318BCDF-139D-45AE-8A3C-ADFF0F112D81}" dt="2022-10-12T12:36:22.615" v="2157"/>
          <ac:picMkLst>
            <pc:docMk/>
            <pc:sldMk cId="2327383491" sldId="300"/>
            <ac:picMk id="2" creationId="{D11241F1-AD0E-ECC9-A219-EEE798044F8C}"/>
          </ac:picMkLst>
        </pc:picChg>
        <pc:picChg chg="add mod">
          <ac:chgData name="John McPhail" userId="d9640ad9-0be2-4377-a498-4127ac76f093" providerId="ADAL" clId="{E318BCDF-139D-45AE-8A3C-ADFF0F112D81}" dt="2022-10-12T12:36:22.615" v="2157"/>
          <ac:picMkLst>
            <pc:docMk/>
            <pc:sldMk cId="2327383491" sldId="300"/>
            <ac:picMk id="3" creationId="{A0D9F6B7-F440-22AC-0354-83FC283EC8B9}"/>
          </ac:picMkLst>
        </pc:picChg>
        <pc:picChg chg="add mod">
          <ac:chgData name="John McPhail" userId="d9640ad9-0be2-4377-a498-4127ac76f093" providerId="ADAL" clId="{E318BCDF-139D-45AE-8A3C-ADFF0F112D81}" dt="2022-10-12T12:36:22.615" v="2157"/>
          <ac:picMkLst>
            <pc:docMk/>
            <pc:sldMk cId="2327383491" sldId="300"/>
            <ac:picMk id="4" creationId="{86B1035E-D28D-8B80-E214-E4B874EDF065}"/>
          </ac:picMkLst>
        </pc:picChg>
        <pc:picChg chg="add mod">
          <ac:chgData name="John McPhail" userId="d9640ad9-0be2-4377-a498-4127ac76f093" providerId="ADAL" clId="{E318BCDF-139D-45AE-8A3C-ADFF0F112D81}" dt="2022-10-12T12:36:22.615" v="2157"/>
          <ac:picMkLst>
            <pc:docMk/>
            <pc:sldMk cId="2327383491" sldId="300"/>
            <ac:picMk id="5" creationId="{CF4FD8DD-0B5B-21A2-14C3-FAEB17C0CE6C}"/>
          </ac:picMkLst>
        </pc:picChg>
      </pc:sldChg>
      <pc:sldChg chg="addSp modSp add mod modAnim modNotesTx">
        <pc:chgData name="John McPhail" userId="d9640ad9-0be2-4377-a498-4127ac76f093" providerId="ADAL" clId="{E318BCDF-139D-45AE-8A3C-ADFF0F112D81}" dt="2022-10-12T17:22:39.008" v="12000" actId="20577"/>
        <pc:sldMkLst>
          <pc:docMk/>
          <pc:sldMk cId="2062153912" sldId="301"/>
        </pc:sldMkLst>
        <pc:spChg chg="mod">
          <ac:chgData name="John McPhail" userId="d9640ad9-0be2-4377-a498-4127ac76f093" providerId="ADAL" clId="{E318BCDF-139D-45AE-8A3C-ADFF0F112D81}" dt="2022-10-12T12:36:57.184" v="2196" actId="20577"/>
          <ac:spMkLst>
            <pc:docMk/>
            <pc:sldMk cId="2062153912" sldId="301"/>
            <ac:spMk id="6" creationId="{5B9422D0-C8F8-417C-2DD1-68909B76649B}"/>
          </ac:spMkLst>
        </pc:spChg>
        <pc:picChg chg="add mod">
          <ac:chgData name="John McPhail" userId="d9640ad9-0be2-4377-a498-4127ac76f093" providerId="ADAL" clId="{E318BCDF-139D-45AE-8A3C-ADFF0F112D81}" dt="2022-10-12T12:40:58.536" v="2273"/>
          <ac:picMkLst>
            <pc:docMk/>
            <pc:sldMk cId="2062153912" sldId="301"/>
            <ac:picMk id="2" creationId="{E6C0DB13-98CF-D8E6-9317-E64276CC59AB}"/>
          </ac:picMkLst>
        </pc:picChg>
        <pc:picChg chg="add mod">
          <ac:chgData name="John McPhail" userId="d9640ad9-0be2-4377-a498-4127ac76f093" providerId="ADAL" clId="{E318BCDF-139D-45AE-8A3C-ADFF0F112D81}" dt="2022-10-12T12:40:58.536" v="2273"/>
          <ac:picMkLst>
            <pc:docMk/>
            <pc:sldMk cId="2062153912" sldId="301"/>
            <ac:picMk id="3" creationId="{4DF115F7-38AE-E774-2536-DB9C23AE079E}"/>
          </ac:picMkLst>
        </pc:picChg>
        <pc:picChg chg="add mod">
          <ac:chgData name="John McPhail" userId="d9640ad9-0be2-4377-a498-4127ac76f093" providerId="ADAL" clId="{E318BCDF-139D-45AE-8A3C-ADFF0F112D81}" dt="2022-10-12T12:40:58.536" v="2273"/>
          <ac:picMkLst>
            <pc:docMk/>
            <pc:sldMk cId="2062153912" sldId="301"/>
            <ac:picMk id="4" creationId="{84EFB4B8-50D1-1464-B70C-5EB0618EDA1F}"/>
          </ac:picMkLst>
        </pc:picChg>
      </pc:sldChg>
      <pc:sldChg chg="addSp delSp modSp add del mod modAnim">
        <pc:chgData name="John McPhail" userId="d9640ad9-0be2-4377-a498-4127ac76f093" providerId="ADAL" clId="{E318BCDF-139D-45AE-8A3C-ADFF0F112D81}" dt="2022-10-12T12:43:17.147" v="2335" actId="47"/>
        <pc:sldMkLst>
          <pc:docMk/>
          <pc:sldMk cId="2374780987" sldId="302"/>
        </pc:sldMkLst>
        <pc:spChg chg="del">
          <ac:chgData name="John McPhail" userId="d9640ad9-0be2-4377-a498-4127ac76f093" providerId="ADAL" clId="{E318BCDF-139D-45AE-8A3C-ADFF0F112D81}" dt="2022-10-12T12:34:22.871" v="2117"/>
          <ac:spMkLst>
            <pc:docMk/>
            <pc:sldMk cId="2374780987" sldId="302"/>
            <ac:spMk id="2" creationId="{15944FC6-2437-F83E-B00D-B48D5C31F7F3}"/>
          </ac:spMkLst>
        </pc:spChg>
        <pc:spChg chg="add mod">
          <ac:chgData name="John McPhail" userId="d9640ad9-0be2-4377-a498-4127ac76f093" providerId="ADAL" clId="{E318BCDF-139D-45AE-8A3C-ADFF0F112D81}" dt="2022-10-12T12:35:50.457" v="2154" actId="1036"/>
          <ac:spMkLst>
            <pc:docMk/>
            <pc:sldMk cId="2374780987" sldId="302"/>
            <ac:spMk id="11" creationId="{380A696C-F2A3-C902-6194-B3D9575E3E33}"/>
          </ac:spMkLst>
        </pc:spChg>
        <pc:picChg chg="add mod">
          <ac:chgData name="John McPhail" userId="d9640ad9-0be2-4377-a498-4127ac76f093" providerId="ADAL" clId="{E318BCDF-139D-45AE-8A3C-ADFF0F112D81}" dt="2022-10-12T12:34:22.878" v="2119"/>
          <ac:picMkLst>
            <pc:docMk/>
            <pc:sldMk cId="2374780987" sldId="302"/>
            <ac:picMk id="4" creationId="{4A4ABCCB-607B-B924-3069-0EC83BA69256}"/>
          </ac:picMkLst>
        </pc:picChg>
        <pc:picChg chg="add mod">
          <ac:chgData name="John McPhail" userId="d9640ad9-0be2-4377-a498-4127ac76f093" providerId="ADAL" clId="{E318BCDF-139D-45AE-8A3C-ADFF0F112D81}" dt="2022-10-12T12:34:22.891" v="2121"/>
          <ac:picMkLst>
            <pc:docMk/>
            <pc:sldMk cId="2374780987" sldId="302"/>
            <ac:picMk id="6" creationId="{218E22DE-2BDA-2258-85DC-D3BED87FB384}"/>
          </ac:picMkLst>
        </pc:picChg>
        <pc:picChg chg="add mod">
          <ac:chgData name="John McPhail" userId="d9640ad9-0be2-4377-a498-4127ac76f093" providerId="ADAL" clId="{E318BCDF-139D-45AE-8A3C-ADFF0F112D81}" dt="2022-10-12T12:34:22.918" v="2124"/>
          <ac:picMkLst>
            <pc:docMk/>
            <pc:sldMk cId="2374780987" sldId="302"/>
            <ac:picMk id="8" creationId="{C56C891A-76E9-D141-1A2A-1DBA1ED16FF9}"/>
          </ac:picMkLst>
        </pc:picChg>
        <pc:picChg chg="add mod">
          <ac:chgData name="John McPhail" userId="d9640ad9-0be2-4377-a498-4127ac76f093" providerId="ADAL" clId="{E318BCDF-139D-45AE-8A3C-ADFF0F112D81}" dt="2022-10-12T12:34:22.996" v="2127"/>
          <ac:picMkLst>
            <pc:docMk/>
            <pc:sldMk cId="2374780987" sldId="302"/>
            <ac:picMk id="10" creationId="{A215BA1A-560E-2603-DD2B-5DF05B7B574E}"/>
          </ac:picMkLst>
        </pc:picChg>
      </pc:sldChg>
      <pc:sldChg chg="addSp delSp modSp add del mod modAnim">
        <pc:chgData name="John McPhail" userId="d9640ad9-0be2-4377-a498-4127ac76f093" providerId="ADAL" clId="{E318BCDF-139D-45AE-8A3C-ADFF0F112D81}" dt="2022-10-12T12:34:14.034" v="2114" actId="47"/>
        <pc:sldMkLst>
          <pc:docMk/>
          <pc:sldMk cId="3946640300" sldId="302"/>
        </pc:sldMkLst>
        <pc:spChg chg="del">
          <ac:chgData name="John McPhail" userId="d9640ad9-0be2-4377-a498-4127ac76f093" providerId="ADAL" clId="{E318BCDF-139D-45AE-8A3C-ADFF0F112D81}" dt="2022-10-12T12:21:16.246" v="1910"/>
          <ac:spMkLst>
            <pc:docMk/>
            <pc:sldMk cId="3946640300" sldId="302"/>
            <ac:spMk id="2" creationId="{16B52AEF-658F-03B5-5D48-9A690E8FBB8A}"/>
          </ac:spMkLst>
        </pc:spChg>
        <pc:picChg chg="add mod">
          <ac:chgData name="John McPhail" userId="d9640ad9-0be2-4377-a498-4127ac76f093" providerId="ADAL" clId="{E318BCDF-139D-45AE-8A3C-ADFF0F112D81}" dt="2022-10-12T12:21:16.253" v="1912"/>
          <ac:picMkLst>
            <pc:docMk/>
            <pc:sldMk cId="3946640300" sldId="302"/>
            <ac:picMk id="4" creationId="{4BF4CFEA-DFAE-CF68-5484-91C0527AE5A2}"/>
          </ac:picMkLst>
        </pc:picChg>
        <pc:picChg chg="add mod">
          <ac:chgData name="John McPhail" userId="d9640ad9-0be2-4377-a498-4127ac76f093" providerId="ADAL" clId="{E318BCDF-139D-45AE-8A3C-ADFF0F112D81}" dt="2022-10-12T12:21:16.274" v="1914"/>
          <ac:picMkLst>
            <pc:docMk/>
            <pc:sldMk cId="3946640300" sldId="302"/>
            <ac:picMk id="6" creationId="{E981164D-A27B-C0E9-E805-EEB301FF3D7A}"/>
          </ac:picMkLst>
        </pc:picChg>
        <pc:picChg chg="add mod">
          <ac:chgData name="John McPhail" userId="d9640ad9-0be2-4377-a498-4127ac76f093" providerId="ADAL" clId="{E318BCDF-139D-45AE-8A3C-ADFF0F112D81}" dt="2022-10-12T12:21:16.337" v="1917"/>
          <ac:picMkLst>
            <pc:docMk/>
            <pc:sldMk cId="3946640300" sldId="302"/>
            <ac:picMk id="8" creationId="{EA266CA0-48BE-DA7B-8C93-290E2302229C}"/>
          </ac:picMkLst>
        </pc:picChg>
        <pc:picChg chg="add mod">
          <ac:chgData name="John McPhail" userId="d9640ad9-0be2-4377-a498-4127ac76f093" providerId="ADAL" clId="{E318BCDF-139D-45AE-8A3C-ADFF0F112D81}" dt="2022-10-12T12:21:16.405" v="1920"/>
          <ac:picMkLst>
            <pc:docMk/>
            <pc:sldMk cId="3946640300" sldId="302"/>
            <ac:picMk id="10" creationId="{4364DE15-95F0-E553-59E4-136881CFB7E7}"/>
          </ac:picMkLst>
        </pc:picChg>
        <pc:picChg chg="add mod">
          <ac:chgData name="John McPhail" userId="d9640ad9-0be2-4377-a498-4127ac76f093" providerId="ADAL" clId="{E318BCDF-139D-45AE-8A3C-ADFF0F112D81}" dt="2022-10-12T12:21:16.498" v="1923"/>
          <ac:picMkLst>
            <pc:docMk/>
            <pc:sldMk cId="3946640300" sldId="302"/>
            <ac:picMk id="12" creationId="{C6C23454-EABB-703B-792E-04981CE51448}"/>
          </ac:picMkLst>
        </pc:picChg>
        <pc:picChg chg="add mod">
          <ac:chgData name="John McPhail" userId="d9640ad9-0be2-4377-a498-4127ac76f093" providerId="ADAL" clId="{E318BCDF-139D-45AE-8A3C-ADFF0F112D81}" dt="2022-10-12T12:21:16.574" v="1926"/>
          <ac:picMkLst>
            <pc:docMk/>
            <pc:sldMk cId="3946640300" sldId="302"/>
            <ac:picMk id="14" creationId="{279A584A-947F-DA86-9C41-5F68D30A7218}"/>
          </ac:picMkLst>
        </pc:picChg>
        <pc:picChg chg="add mod">
          <ac:chgData name="John McPhail" userId="d9640ad9-0be2-4377-a498-4127ac76f093" providerId="ADAL" clId="{E318BCDF-139D-45AE-8A3C-ADFF0F112D81}" dt="2022-10-12T12:21:16.655" v="1929"/>
          <ac:picMkLst>
            <pc:docMk/>
            <pc:sldMk cId="3946640300" sldId="302"/>
            <ac:picMk id="16" creationId="{A9C012EE-12DB-78AA-0647-66C81C38F83D}"/>
          </ac:picMkLst>
        </pc:picChg>
        <pc:picChg chg="add mod">
          <ac:chgData name="John McPhail" userId="d9640ad9-0be2-4377-a498-4127ac76f093" providerId="ADAL" clId="{E318BCDF-139D-45AE-8A3C-ADFF0F112D81}" dt="2022-10-12T12:21:16.758" v="1932"/>
          <ac:picMkLst>
            <pc:docMk/>
            <pc:sldMk cId="3946640300" sldId="302"/>
            <ac:picMk id="18" creationId="{F7F373F2-4B40-4944-CC90-A9A1C91347D5}"/>
          </ac:picMkLst>
        </pc:picChg>
        <pc:picChg chg="add mod">
          <ac:chgData name="John McPhail" userId="d9640ad9-0be2-4377-a498-4127ac76f093" providerId="ADAL" clId="{E318BCDF-139D-45AE-8A3C-ADFF0F112D81}" dt="2022-10-12T12:21:16.891" v="1935"/>
          <ac:picMkLst>
            <pc:docMk/>
            <pc:sldMk cId="3946640300" sldId="302"/>
            <ac:picMk id="20" creationId="{C79067F8-DCD7-9C9D-3B3E-A7B54A3FBCA2}"/>
          </ac:picMkLst>
        </pc:picChg>
        <pc:picChg chg="add mod">
          <ac:chgData name="John McPhail" userId="d9640ad9-0be2-4377-a498-4127ac76f093" providerId="ADAL" clId="{E318BCDF-139D-45AE-8A3C-ADFF0F112D81}" dt="2022-10-12T12:21:17.002" v="1938"/>
          <ac:picMkLst>
            <pc:docMk/>
            <pc:sldMk cId="3946640300" sldId="302"/>
            <ac:picMk id="22" creationId="{4A3AEB23-879F-12D8-747B-38E68D8BCA0F}"/>
          </ac:picMkLst>
        </pc:picChg>
        <pc:picChg chg="add mod">
          <ac:chgData name="John McPhail" userId="d9640ad9-0be2-4377-a498-4127ac76f093" providerId="ADAL" clId="{E318BCDF-139D-45AE-8A3C-ADFF0F112D81}" dt="2022-10-12T12:21:17.137" v="1941"/>
          <ac:picMkLst>
            <pc:docMk/>
            <pc:sldMk cId="3946640300" sldId="302"/>
            <ac:picMk id="24" creationId="{87777285-018D-81D8-E4CE-BFF63FE8CB46}"/>
          </ac:picMkLst>
        </pc:picChg>
        <pc:picChg chg="add mod">
          <ac:chgData name="John McPhail" userId="d9640ad9-0be2-4377-a498-4127ac76f093" providerId="ADAL" clId="{E318BCDF-139D-45AE-8A3C-ADFF0F112D81}" dt="2022-10-12T12:21:17.266" v="1944"/>
          <ac:picMkLst>
            <pc:docMk/>
            <pc:sldMk cId="3946640300" sldId="302"/>
            <ac:picMk id="26" creationId="{7CAFAAF2-26F3-41EC-A9AC-1F04C681B688}"/>
          </ac:picMkLst>
        </pc:picChg>
        <pc:picChg chg="add mod">
          <ac:chgData name="John McPhail" userId="d9640ad9-0be2-4377-a498-4127ac76f093" providerId="ADAL" clId="{E318BCDF-139D-45AE-8A3C-ADFF0F112D81}" dt="2022-10-12T12:21:17.372" v="1947"/>
          <ac:picMkLst>
            <pc:docMk/>
            <pc:sldMk cId="3946640300" sldId="302"/>
            <ac:picMk id="28" creationId="{A5BB9DF3-0079-70B9-45CF-F0B5C0A92098}"/>
          </ac:picMkLst>
        </pc:picChg>
        <pc:picChg chg="add mod">
          <ac:chgData name="John McPhail" userId="d9640ad9-0be2-4377-a498-4127ac76f093" providerId="ADAL" clId="{E318BCDF-139D-45AE-8A3C-ADFF0F112D81}" dt="2022-10-12T12:21:17.603" v="1950"/>
          <ac:picMkLst>
            <pc:docMk/>
            <pc:sldMk cId="3946640300" sldId="302"/>
            <ac:picMk id="30" creationId="{E8B6C1FC-0F5D-0C90-815E-13216D3784CC}"/>
          </ac:picMkLst>
        </pc:picChg>
        <pc:picChg chg="add mod">
          <ac:chgData name="John McPhail" userId="d9640ad9-0be2-4377-a498-4127ac76f093" providerId="ADAL" clId="{E318BCDF-139D-45AE-8A3C-ADFF0F112D81}" dt="2022-10-12T12:21:17.806" v="1953"/>
          <ac:picMkLst>
            <pc:docMk/>
            <pc:sldMk cId="3946640300" sldId="302"/>
            <ac:picMk id="32" creationId="{A67F4E20-5B00-A54A-3970-C5CED4534F46}"/>
          </ac:picMkLst>
        </pc:picChg>
        <pc:picChg chg="add mod">
          <ac:chgData name="John McPhail" userId="d9640ad9-0be2-4377-a498-4127ac76f093" providerId="ADAL" clId="{E318BCDF-139D-45AE-8A3C-ADFF0F112D81}" dt="2022-10-12T12:21:18.028" v="1956"/>
          <ac:picMkLst>
            <pc:docMk/>
            <pc:sldMk cId="3946640300" sldId="302"/>
            <ac:picMk id="34" creationId="{6A4EBFBB-D9D2-C2B5-384C-94428A0AF035}"/>
          </ac:picMkLst>
        </pc:picChg>
        <pc:picChg chg="add mod">
          <ac:chgData name="John McPhail" userId="d9640ad9-0be2-4377-a498-4127ac76f093" providerId="ADAL" clId="{E318BCDF-139D-45AE-8A3C-ADFF0F112D81}" dt="2022-10-12T12:21:18.228" v="1959"/>
          <ac:picMkLst>
            <pc:docMk/>
            <pc:sldMk cId="3946640300" sldId="302"/>
            <ac:picMk id="36" creationId="{51169CA9-6EF9-49F4-C304-F8AF903F9475}"/>
          </ac:picMkLst>
        </pc:picChg>
        <pc:picChg chg="add mod">
          <ac:chgData name="John McPhail" userId="d9640ad9-0be2-4377-a498-4127ac76f093" providerId="ADAL" clId="{E318BCDF-139D-45AE-8A3C-ADFF0F112D81}" dt="2022-10-12T12:21:18.484" v="1962"/>
          <ac:picMkLst>
            <pc:docMk/>
            <pc:sldMk cId="3946640300" sldId="302"/>
            <ac:picMk id="38" creationId="{A996E522-0FEE-7371-70D2-F38D1DCDA451}"/>
          </ac:picMkLst>
        </pc:picChg>
        <pc:picChg chg="add mod">
          <ac:chgData name="John McPhail" userId="d9640ad9-0be2-4377-a498-4127ac76f093" providerId="ADAL" clId="{E318BCDF-139D-45AE-8A3C-ADFF0F112D81}" dt="2022-10-12T12:21:18.851" v="1965"/>
          <ac:picMkLst>
            <pc:docMk/>
            <pc:sldMk cId="3946640300" sldId="302"/>
            <ac:picMk id="40" creationId="{27981C11-C758-03C0-F0F3-AF59C85545EE}"/>
          </ac:picMkLst>
        </pc:picChg>
        <pc:picChg chg="add mod">
          <ac:chgData name="John McPhail" userId="d9640ad9-0be2-4377-a498-4127ac76f093" providerId="ADAL" clId="{E318BCDF-139D-45AE-8A3C-ADFF0F112D81}" dt="2022-10-12T12:21:18.982" v="1968"/>
          <ac:picMkLst>
            <pc:docMk/>
            <pc:sldMk cId="3946640300" sldId="302"/>
            <ac:picMk id="42" creationId="{F9ACF688-0ACF-9D2C-ACB1-C31D8F8FCF00}"/>
          </ac:picMkLst>
        </pc:picChg>
        <pc:picChg chg="add mod">
          <ac:chgData name="John McPhail" userId="d9640ad9-0be2-4377-a498-4127ac76f093" providerId="ADAL" clId="{E318BCDF-139D-45AE-8A3C-ADFF0F112D81}" dt="2022-10-12T12:21:19.221" v="1971"/>
          <ac:picMkLst>
            <pc:docMk/>
            <pc:sldMk cId="3946640300" sldId="302"/>
            <ac:picMk id="44" creationId="{C608315B-5148-03D2-220A-7B815063E25B}"/>
          </ac:picMkLst>
        </pc:picChg>
        <pc:picChg chg="add mod">
          <ac:chgData name="John McPhail" userId="d9640ad9-0be2-4377-a498-4127ac76f093" providerId="ADAL" clId="{E318BCDF-139D-45AE-8A3C-ADFF0F112D81}" dt="2022-10-12T12:21:19.493" v="1974"/>
          <ac:picMkLst>
            <pc:docMk/>
            <pc:sldMk cId="3946640300" sldId="302"/>
            <ac:picMk id="46" creationId="{1609F6D1-8F3D-C146-94F9-8871F75F5E9D}"/>
          </ac:picMkLst>
        </pc:picChg>
        <pc:picChg chg="add mod">
          <ac:chgData name="John McPhail" userId="d9640ad9-0be2-4377-a498-4127ac76f093" providerId="ADAL" clId="{E318BCDF-139D-45AE-8A3C-ADFF0F112D81}" dt="2022-10-12T12:21:19.792" v="1977"/>
          <ac:picMkLst>
            <pc:docMk/>
            <pc:sldMk cId="3946640300" sldId="302"/>
            <ac:picMk id="48" creationId="{35516D85-0E79-42F6-6C1C-FDE18C5DAA20}"/>
          </ac:picMkLst>
        </pc:picChg>
        <pc:picChg chg="add mod">
          <ac:chgData name="John McPhail" userId="d9640ad9-0be2-4377-a498-4127ac76f093" providerId="ADAL" clId="{E318BCDF-139D-45AE-8A3C-ADFF0F112D81}" dt="2022-10-12T12:21:20.089" v="1980"/>
          <ac:picMkLst>
            <pc:docMk/>
            <pc:sldMk cId="3946640300" sldId="302"/>
            <ac:picMk id="50" creationId="{9652E94D-BA73-EF8D-1835-B8976855CF03}"/>
          </ac:picMkLst>
        </pc:picChg>
      </pc:sldChg>
      <pc:sldChg chg="addSp delSp modSp add del mod modAnim">
        <pc:chgData name="John McPhail" userId="d9640ad9-0be2-4377-a498-4127ac76f093" providerId="ADAL" clId="{E318BCDF-139D-45AE-8A3C-ADFF0F112D81}" dt="2022-10-12T12:34:13.024" v="2113" actId="47"/>
        <pc:sldMkLst>
          <pc:docMk/>
          <pc:sldMk cId="908878851" sldId="303"/>
        </pc:sldMkLst>
        <pc:spChg chg="del">
          <ac:chgData name="John McPhail" userId="d9640ad9-0be2-4377-a498-4127ac76f093" providerId="ADAL" clId="{E318BCDF-139D-45AE-8A3C-ADFF0F112D81}" dt="2022-10-12T12:29:38.056" v="2008"/>
          <ac:spMkLst>
            <pc:docMk/>
            <pc:sldMk cId="908878851" sldId="303"/>
            <ac:spMk id="2" creationId="{E0F439B5-84B9-81CB-4C66-DF8889247158}"/>
          </ac:spMkLst>
        </pc:spChg>
        <pc:picChg chg="add mod">
          <ac:chgData name="John McPhail" userId="d9640ad9-0be2-4377-a498-4127ac76f093" providerId="ADAL" clId="{E318BCDF-139D-45AE-8A3C-ADFF0F112D81}" dt="2022-10-12T12:30:12.447" v="2064" actId="14100"/>
          <ac:picMkLst>
            <pc:docMk/>
            <pc:sldMk cId="908878851" sldId="303"/>
            <ac:picMk id="4" creationId="{8FD708F2-2BE4-6913-7DF5-81F689B2A1F3}"/>
          </ac:picMkLst>
        </pc:picChg>
        <pc:picChg chg="add mod">
          <ac:chgData name="John McPhail" userId="d9640ad9-0be2-4377-a498-4127ac76f093" providerId="ADAL" clId="{E318BCDF-139D-45AE-8A3C-ADFF0F112D81}" dt="2022-10-12T12:30:12.447" v="2064" actId="14100"/>
          <ac:picMkLst>
            <pc:docMk/>
            <pc:sldMk cId="908878851" sldId="303"/>
            <ac:picMk id="6" creationId="{B0F703EF-E3B7-D6B4-6B6E-1FB62157844D}"/>
          </ac:picMkLst>
        </pc:picChg>
        <pc:picChg chg="add mod">
          <ac:chgData name="John McPhail" userId="d9640ad9-0be2-4377-a498-4127ac76f093" providerId="ADAL" clId="{E318BCDF-139D-45AE-8A3C-ADFF0F112D81}" dt="2022-10-12T12:30:12.447" v="2064" actId="14100"/>
          <ac:picMkLst>
            <pc:docMk/>
            <pc:sldMk cId="908878851" sldId="303"/>
            <ac:picMk id="8" creationId="{6CF1F596-D6AC-F492-58FE-3EB5655631D4}"/>
          </ac:picMkLst>
        </pc:picChg>
        <pc:picChg chg="add mod">
          <ac:chgData name="John McPhail" userId="d9640ad9-0be2-4377-a498-4127ac76f093" providerId="ADAL" clId="{E318BCDF-139D-45AE-8A3C-ADFF0F112D81}" dt="2022-10-12T12:30:12.447" v="2064" actId="14100"/>
          <ac:picMkLst>
            <pc:docMk/>
            <pc:sldMk cId="908878851" sldId="303"/>
            <ac:picMk id="10" creationId="{57AB0CF3-38A8-EB6E-5E59-30EE452CF1B0}"/>
          </ac:picMkLst>
        </pc:picChg>
        <pc:picChg chg="add mod">
          <ac:chgData name="John McPhail" userId="d9640ad9-0be2-4377-a498-4127ac76f093" providerId="ADAL" clId="{E318BCDF-139D-45AE-8A3C-ADFF0F112D81}" dt="2022-10-12T12:30:12.447" v="2064" actId="14100"/>
          <ac:picMkLst>
            <pc:docMk/>
            <pc:sldMk cId="908878851" sldId="303"/>
            <ac:picMk id="12" creationId="{A77E32BA-6589-FAC7-7408-2E4FDD50B982}"/>
          </ac:picMkLst>
        </pc:picChg>
        <pc:picChg chg="add mod">
          <ac:chgData name="John McPhail" userId="d9640ad9-0be2-4377-a498-4127ac76f093" providerId="ADAL" clId="{E318BCDF-139D-45AE-8A3C-ADFF0F112D81}" dt="2022-10-12T12:30:12.447" v="2064" actId="14100"/>
          <ac:picMkLst>
            <pc:docMk/>
            <pc:sldMk cId="908878851" sldId="303"/>
            <ac:picMk id="14" creationId="{3EDB6590-6C0F-18C6-DDB0-5A113AD1BB75}"/>
          </ac:picMkLst>
        </pc:picChg>
        <pc:picChg chg="add mod">
          <ac:chgData name="John McPhail" userId="d9640ad9-0be2-4377-a498-4127ac76f093" providerId="ADAL" clId="{E318BCDF-139D-45AE-8A3C-ADFF0F112D81}" dt="2022-10-12T12:30:12.447" v="2064" actId="14100"/>
          <ac:picMkLst>
            <pc:docMk/>
            <pc:sldMk cId="908878851" sldId="303"/>
            <ac:picMk id="16" creationId="{77997A7E-A3D2-CF31-7D54-B1EB6E1FE88C}"/>
          </ac:picMkLst>
        </pc:picChg>
        <pc:picChg chg="add mod">
          <ac:chgData name="John McPhail" userId="d9640ad9-0be2-4377-a498-4127ac76f093" providerId="ADAL" clId="{E318BCDF-139D-45AE-8A3C-ADFF0F112D81}" dt="2022-10-12T12:30:12.447" v="2064" actId="14100"/>
          <ac:picMkLst>
            <pc:docMk/>
            <pc:sldMk cId="908878851" sldId="303"/>
            <ac:picMk id="18" creationId="{81D76E9B-B110-4207-F44A-1A52149B9C3D}"/>
          </ac:picMkLst>
        </pc:picChg>
        <pc:picChg chg="add mod">
          <ac:chgData name="John McPhail" userId="d9640ad9-0be2-4377-a498-4127ac76f093" providerId="ADAL" clId="{E318BCDF-139D-45AE-8A3C-ADFF0F112D81}" dt="2022-10-12T12:30:12.447" v="2064" actId="14100"/>
          <ac:picMkLst>
            <pc:docMk/>
            <pc:sldMk cId="908878851" sldId="303"/>
            <ac:picMk id="20" creationId="{7593DDE5-E4C8-608D-C22B-F86FBDBEDB0A}"/>
          </ac:picMkLst>
        </pc:picChg>
        <pc:picChg chg="add mod">
          <ac:chgData name="John McPhail" userId="d9640ad9-0be2-4377-a498-4127ac76f093" providerId="ADAL" clId="{E318BCDF-139D-45AE-8A3C-ADFF0F112D81}" dt="2022-10-12T12:30:12.447" v="2064" actId="14100"/>
          <ac:picMkLst>
            <pc:docMk/>
            <pc:sldMk cId="908878851" sldId="303"/>
            <ac:picMk id="22" creationId="{9BC4D2B6-F305-7FE7-59A0-1A61F7227042}"/>
          </ac:picMkLst>
        </pc:picChg>
        <pc:picChg chg="add mod">
          <ac:chgData name="John McPhail" userId="d9640ad9-0be2-4377-a498-4127ac76f093" providerId="ADAL" clId="{E318BCDF-139D-45AE-8A3C-ADFF0F112D81}" dt="2022-10-12T12:30:12.447" v="2064" actId="14100"/>
          <ac:picMkLst>
            <pc:docMk/>
            <pc:sldMk cId="908878851" sldId="303"/>
            <ac:picMk id="24" creationId="{EB43E421-E737-272D-035A-8DE9B3F8104C}"/>
          </ac:picMkLst>
        </pc:picChg>
        <pc:picChg chg="add mod">
          <ac:chgData name="John McPhail" userId="d9640ad9-0be2-4377-a498-4127ac76f093" providerId="ADAL" clId="{E318BCDF-139D-45AE-8A3C-ADFF0F112D81}" dt="2022-10-12T12:30:12.447" v="2064" actId="14100"/>
          <ac:picMkLst>
            <pc:docMk/>
            <pc:sldMk cId="908878851" sldId="303"/>
            <ac:picMk id="26" creationId="{B5DC18D2-42C2-A229-D2C7-097686D6EF07}"/>
          </ac:picMkLst>
        </pc:picChg>
        <pc:picChg chg="add mod">
          <ac:chgData name="John McPhail" userId="d9640ad9-0be2-4377-a498-4127ac76f093" providerId="ADAL" clId="{E318BCDF-139D-45AE-8A3C-ADFF0F112D81}" dt="2022-10-12T12:30:12.447" v="2064" actId="14100"/>
          <ac:picMkLst>
            <pc:docMk/>
            <pc:sldMk cId="908878851" sldId="303"/>
            <ac:picMk id="28" creationId="{03F31FF8-0415-A2AF-511A-4CEB26C34B8C}"/>
          </ac:picMkLst>
        </pc:picChg>
        <pc:picChg chg="add mod">
          <ac:chgData name="John McPhail" userId="d9640ad9-0be2-4377-a498-4127ac76f093" providerId="ADAL" clId="{E318BCDF-139D-45AE-8A3C-ADFF0F112D81}" dt="2022-10-12T12:30:12.447" v="2064" actId="14100"/>
          <ac:picMkLst>
            <pc:docMk/>
            <pc:sldMk cId="908878851" sldId="303"/>
            <ac:picMk id="30" creationId="{C889D0A1-247A-F8E2-1DC7-CD7F112C9B5B}"/>
          </ac:picMkLst>
        </pc:picChg>
        <pc:picChg chg="add mod">
          <ac:chgData name="John McPhail" userId="d9640ad9-0be2-4377-a498-4127ac76f093" providerId="ADAL" clId="{E318BCDF-139D-45AE-8A3C-ADFF0F112D81}" dt="2022-10-12T12:30:12.447" v="2064" actId="14100"/>
          <ac:picMkLst>
            <pc:docMk/>
            <pc:sldMk cId="908878851" sldId="303"/>
            <ac:picMk id="32" creationId="{20D0E8FD-F5A5-A0C4-4F1F-286605FDC933}"/>
          </ac:picMkLst>
        </pc:picChg>
        <pc:picChg chg="add mod">
          <ac:chgData name="John McPhail" userId="d9640ad9-0be2-4377-a498-4127ac76f093" providerId="ADAL" clId="{E318BCDF-139D-45AE-8A3C-ADFF0F112D81}" dt="2022-10-12T12:30:12.447" v="2064" actId="14100"/>
          <ac:picMkLst>
            <pc:docMk/>
            <pc:sldMk cId="908878851" sldId="303"/>
            <ac:picMk id="34" creationId="{1AFC0529-DD00-7930-3B60-A2AD85DC0D4C}"/>
          </ac:picMkLst>
        </pc:picChg>
        <pc:picChg chg="add mod">
          <ac:chgData name="John McPhail" userId="d9640ad9-0be2-4377-a498-4127ac76f093" providerId="ADAL" clId="{E318BCDF-139D-45AE-8A3C-ADFF0F112D81}" dt="2022-10-12T12:30:12.447" v="2064" actId="14100"/>
          <ac:picMkLst>
            <pc:docMk/>
            <pc:sldMk cId="908878851" sldId="303"/>
            <ac:picMk id="36" creationId="{92803148-FCA7-F256-7473-BCC71A0B1640}"/>
          </ac:picMkLst>
        </pc:picChg>
        <pc:picChg chg="add mod">
          <ac:chgData name="John McPhail" userId="d9640ad9-0be2-4377-a498-4127ac76f093" providerId="ADAL" clId="{E318BCDF-139D-45AE-8A3C-ADFF0F112D81}" dt="2022-10-12T12:30:12.447" v="2064" actId="14100"/>
          <ac:picMkLst>
            <pc:docMk/>
            <pc:sldMk cId="908878851" sldId="303"/>
            <ac:picMk id="38" creationId="{B712FE96-B5D6-96D5-B645-BDA516C190E8}"/>
          </ac:picMkLst>
        </pc:picChg>
      </pc:sldChg>
      <pc:sldChg chg="addSp modSp add mod modAnim modNotesTx">
        <pc:chgData name="John McPhail" userId="d9640ad9-0be2-4377-a498-4127ac76f093" providerId="ADAL" clId="{E318BCDF-139D-45AE-8A3C-ADFF0F112D81}" dt="2022-10-12T19:49:19.014" v="12245" actId="20577"/>
        <pc:sldMkLst>
          <pc:docMk/>
          <pc:sldMk cId="1789890990" sldId="303"/>
        </pc:sldMkLst>
        <pc:spChg chg="mod">
          <ac:chgData name="John McPhail" userId="d9640ad9-0be2-4377-a498-4127ac76f093" providerId="ADAL" clId="{E318BCDF-139D-45AE-8A3C-ADFF0F112D81}" dt="2022-10-12T12:37:09.699" v="2212" actId="20577"/>
          <ac:spMkLst>
            <pc:docMk/>
            <pc:sldMk cId="1789890990" sldId="303"/>
            <ac:spMk id="6" creationId="{5B9422D0-C8F8-417C-2DD1-68909B76649B}"/>
          </ac:spMkLst>
        </pc:spChg>
        <pc:spChg chg="add mod">
          <ac:chgData name="John McPhail" userId="d9640ad9-0be2-4377-a498-4127ac76f093" providerId="ADAL" clId="{E318BCDF-139D-45AE-8A3C-ADFF0F112D81}" dt="2022-10-12T12:45:44.354" v="2406" actId="1038"/>
          <ac:spMkLst>
            <pc:docMk/>
            <pc:sldMk cId="1789890990" sldId="303"/>
            <ac:spMk id="12" creationId="{86060D09-55B7-1724-5ADC-3ABDAA98B093}"/>
          </ac:spMkLst>
        </pc:spChg>
        <pc:picChg chg="add mod">
          <ac:chgData name="John McPhail" userId="d9640ad9-0be2-4377-a498-4127ac76f093" providerId="ADAL" clId="{E318BCDF-139D-45AE-8A3C-ADFF0F112D81}" dt="2022-10-12T12:44:58.930" v="2365"/>
          <ac:picMkLst>
            <pc:docMk/>
            <pc:sldMk cId="1789890990" sldId="303"/>
            <ac:picMk id="2" creationId="{8165E504-6B63-E986-E58A-8442470CFD04}"/>
          </ac:picMkLst>
        </pc:picChg>
        <pc:picChg chg="add mod">
          <ac:chgData name="John McPhail" userId="d9640ad9-0be2-4377-a498-4127ac76f093" providerId="ADAL" clId="{E318BCDF-139D-45AE-8A3C-ADFF0F112D81}" dt="2022-10-12T12:44:58.930" v="2365"/>
          <ac:picMkLst>
            <pc:docMk/>
            <pc:sldMk cId="1789890990" sldId="303"/>
            <ac:picMk id="3" creationId="{5EB4FAC1-269C-A5EB-4E1D-B4C34DB6D441}"/>
          </ac:picMkLst>
        </pc:picChg>
        <pc:picChg chg="add mod">
          <ac:chgData name="John McPhail" userId="d9640ad9-0be2-4377-a498-4127ac76f093" providerId="ADAL" clId="{E318BCDF-139D-45AE-8A3C-ADFF0F112D81}" dt="2022-10-12T12:44:58.930" v="2365"/>
          <ac:picMkLst>
            <pc:docMk/>
            <pc:sldMk cId="1789890990" sldId="303"/>
            <ac:picMk id="4" creationId="{3C7A6059-7F4F-6248-DAC3-8698F1656386}"/>
          </ac:picMkLst>
        </pc:picChg>
        <pc:picChg chg="add mod">
          <ac:chgData name="John McPhail" userId="d9640ad9-0be2-4377-a498-4127ac76f093" providerId="ADAL" clId="{E318BCDF-139D-45AE-8A3C-ADFF0F112D81}" dt="2022-10-12T12:44:58.930" v="2365"/>
          <ac:picMkLst>
            <pc:docMk/>
            <pc:sldMk cId="1789890990" sldId="303"/>
            <ac:picMk id="5" creationId="{8FB24048-6563-9B38-8BE2-F7CF2B2ABC70}"/>
          </ac:picMkLst>
        </pc:picChg>
        <pc:picChg chg="add mod">
          <ac:chgData name="John McPhail" userId="d9640ad9-0be2-4377-a498-4127ac76f093" providerId="ADAL" clId="{E318BCDF-139D-45AE-8A3C-ADFF0F112D81}" dt="2022-10-12T12:44:58.930" v="2365"/>
          <ac:picMkLst>
            <pc:docMk/>
            <pc:sldMk cId="1789890990" sldId="303"/>
            <ac:picMk id="8" creationId="{9C21E1C0-2BC7-DA2D-293D-D31D07EDEE6E}"/>
          </ac:picMkLst>
        </pc:picChg>
        <pc:picChg chg="add mod">
          <ac:chgData name="John McPhail" userId="d9640ad9-0be2-4377-a498-4127ac76f093" providerId="ADAL" clId="{E318BCDF-139D-45AE-8A3C-ADFF0F112D81}" dt="2022-10-12T12:44:58.930" v="2365"/>
          <ac:picMkLst>
            <pc:docMk/>
            <pc:sldMk cId="1789890990" sldId="303"/>
            <ac:picMk id="9" creationId="{D119641D-2297-7F25-F4AB-94D2784942D5}"/>
          </ac:picMkLst>
        </pc:picChg>
        <pc:picChg chg="add mod">
          <ac:chgData name="John McPhail" userId="d9640ad9-0be2-4377-a498-4127ac76f093" providerId="ADAL" clId="{E318BCDF-139D-45AE-8A3C-ADFF0F112D81}" dt="2022-10-12T12:44:58.930" v="2365"/>
          <ac:picMkLst>
            <pc:docMk/>
            <pc:sldMk cId="1789890990" sldId="303"/>
            <ac:picMk id="10" creationId="{500E7483-B0BA-EF35-6301-22D5380ED82B}"/>
          </ac:picMkLst>
        </pc:picChg>
        <pc:picChg chg="add mod">
          <ac:chgData name="John McPhail" userId="d9640ad9-0be2-4377-a498-4127ac76f093" providerId="ADAL" clId="{E318BCDF-139D-45AE-8A3C-ADFF0F112D81}" dt="2022-10-12T12:44:58.930" v="2365"/>
          <ac:picMkLst>
            <pc:docMk/>
            <pc:sldMk cId="1789890990" sldId="303"/>
            <ac:picMk id="11" creationId="{648E186F-F42D-F8B6-89D2-338CA15A4452}"/>
          </ac:picMkLst>
        </pc:picChg>
      </pc:sldChg>
      <pc:sldChg chg="addSp modSp add mod modAnim modNotesTx">
        <pc:chgData name="John McPhail" userId="d9640ad9-0be2-4377-a498-4127ac76f093" providerId="ADAL" clId="{E318BCDF-139D-45AE-8A3C-ADFF0F112D81}" dt="2022-10-12T17:01:29.509" v="9825" actId="20577"/>
        <pc:sldMkLst>
          <pc:docMk/>
          <pc:sldMk cId="3531759158" sldId="304"/>
        </pc:sldMkLst>
        <pc:spChg chg="mod">
          <ac:chgData name="John McPhail" userId="d9640ad9-0be2-4377-a498-4127ac76f093" providerId="ADAL" clId="{E318BCDF-139D-45AE-8A3C-ADFF0F112D81}" dt="2022-10-12T12:37:19.748" v="2224" actId="20577"/>
          <ac:spMkLst>
            <pc:docMk/>
            <pc:sldMk cId="3531759158" sldId="304"/>
            <ac:spMk id="6" creationId="{5B9422D0-C8F8-417C-2DD1-68909B76649B}"/>
          </ac:spMkLst>
        </pc:spChg>
        <pc:picChg chg="add mod">
          <ac:chgData name="John McPhail" userId="d9640ad9-0be2-4377-a498-4127ac76f093" providerId="ADAL" clId="{E318BCDF-139D-45AE-8A3C-ADFF0F112D81}" dt="2022-10-12T13:01:18.649" v="2466"/>
          <ac:picMkLst>
            <pc:docMk/>
            <pc:sldMk cId="3531759158" sldId="304"/>
            <ac:picMk id="2" creationId="{87858455-22AB-EDDD-9112-AB8E088345A2}"/>
          </ac:picMkLst>
        </pc:picChg>
        <pc:picChg chg="add mod">
          <ac:chgData name="John McPhail" userId="d9640ad9-0be2-4377-a498-4127ac76f093" providerId="ADAL" clId="{E318BCDF-139D-45AE-8A3C-ADFF0F112D81}" dt="2022-10-12T13:01:18.649" v="2466"/>
          <ac:picMkLst>
            <pc:docMk/>
            <pc:sldMk cId="3531759158" sldId="304"/>
            <ac:picMk id="3" creationId="{11357A23-E63D-A742-55FF-D0BB58BB3A2B}"/>
          </ac:picMkLst>
        </pc:picChg>
        <pc:picChg chg="add mod">
          <ac:chgData name="John McPhail" userId="d9640ad9-0be2-4377-a498-4127ac76f093" providerId="ADAL" clId="{E318BCDF-139D-45AE-8A3C-ADFF0F112D81}" dt="2022-10-12T13:01:18.649" v="2466"/>
          <ac:picMkLst>
            <pc:docMk/>
            <pc:sldMk cId="3531759158" sldId="304"/>
            <ac:picMk id="4" creationId="{80B1438A-7708-C638-70C9-57103FE1AB78}"/>
          </ac:picMkLst>
        </pc:picChg>
        <pc:picChg chg="add mod">
          <ac:chgData name="John McPhail" userId="d9640ad9-0be2-4377-a498-4127ac76f093" providerId="ADAL" clId="{E318BCDF-139D-45AE-8A3C-ADFF0F112D81}" dt="2022-10-12T13:01:18.649" v="2466"/>
          <ac:picMkLst>
            <pc:docMk/>
            <pc:sldMk cId="3531759158" sldId="304"/>
            <ac:picMk id="5" creationId="{3C8BBD5B-31AA-B98D-2DE7-73E9DB589370}"/>
          </ac:picMkLst>
        </pc:picChg>
        <pc:picChg chg="add mod">
          <ac:chgData name="John McPhail" userId="d9640ad9-0be2-4377-a498-4127ac76f093" providerId="ADAL" clId="{E318BCDF-139D-45AE-8A3C-ADFF0F112D81}" dt="2022-10-12T13:01:18.649" v="2466"/>
          <ac:picMkLst>
            <pc:docMk/>
            <pc:sldMk cId="3531759158" sldId="304"/>
            <ac:picMk id="8" creationId="{B1C9D206-BBA8-219A-1031-B3EB9EEE2A7A}"/>
          </ac:picMkLst>
        </pc:picChg>
        <pc:picChg chg="add mod">
          <ac:chgData name="John McPhail" userId="d9640ad9-0be2-4377-a498-4127ac76f093" providerId="ADAL" clId="{E318BCDF-139D-45AE-8A3C-ADFF0F112D81}" dt="2022-10-12T13:01:18.649" v="2466"/>
          <ac:picMkLst>
            <pc:docMk/>
            <pc:sldMk cId="3531759158" sldId="304"/>
            <ac:picMk id="9" creationId="{A3BFF1DE-759C-221B-3928-CE17467942B1}"/>
          </ac:picMkLst>
        </pc:picChg>
        <pc:picChg chg="add mod">
          <ac:chgData name="John McPhail" userId="d9640ad9-0be2-4377-a498-4127ac76f093" providerId="ADAL" clId="{E318BCDF-139D-45AE-8A3C-ADFF0F112D81}" dt="2022-10-12T13:01:18.649" v="2466"/>
          <ac:picMkLst>
            <pc:docMk/>
            <pc:sldMk cId="3531759158" sldId="304"/>
            <ac:picMk id="10" creationId="{9A3B5994-28F5-29A3-DFEE-1532FC0F3D98}"/>
          </ac:picMkLst>
        </pc:picChg>
        <pc:picChg chg="add mod">
          <ac:chgData name="John McPhail" userId="d9640ad9-0be2-4377-a498-4127ac76f093" providerId="ADAL" clId="{E318BCDF-139D-45AE-8A3C-ADFF0F112D81}" dt="2022-10-12T13:01:18.649" v="2466"/>
          <ac:picMkLst>
            <pc:docMk/>
            <pc:sldMk cId="3531759158" sldId="304"/>
            <ac:picMk id="11" creationId="{F030231C-1A43-18B2-EC40-B1E28EAD6573}"/>
          </ac:picMkLst>
        </pc:picChg>
        <pc:picChg chg="add mod">
          <ac:chgData name="John McPhail" userId="d9640ad9-0be2-4377-a498-4127ac76f093" providerId="ADAL" clId="{E318BCDF-139D-45AE-8A3C-ADFF0F112D81}" dt="2022-10-12T13:01:18.649" v="2466"/>
          <ac:picMkLst>
            <pc:docMk/>
            <pc:sldMk cId="3531759158" sldId="304"/>
            <ac:picMk id="12" creationId="{A751BE6C-4150-758F-6BB4-788280A8A0DA}"/>
          </ac:picMkLst>
        </pc:picChg>
        <pc:picChg chg="add mod">
          <ac:chgData name="John McPhail" userId="d9640ad9-0be2-4377-a498-4127ac76f093" providerId="ADAL" clId="{E318BCDF-139D-45AE-8A3C-ADFF0F112D81}" dt="2022-10-12T13:01:18.649" v="2466"/>
          <ac:picMkLst>
            <pc:docMk/>
            <pc:sldMk cId="3531759158" sldId="304"/>
            <ac:picMk id="13" creationId="{B077853D-B3EA-E79C-893F-3BFE13E43D86}"/>
          </ac:picMkLst>
        </pc:picChg>
        <pc:picChg chg="add mod">
          <ac:chgData name="John McPhail" userId="d9640ad9-0be2-4377-a498-4127ac76f093" providerId="ADAL" clId="{E318BCDF-139D-45AE-8A3C-ADFF0F112D81}" dt="2022-10-12T13:01:18.649" v="2466"/>
          <ac:picMkLst>
            <pc:docMk/>
            <pc:sldMk cId="3531759158" sldId="304"/>
            <ac:picMk id="14" creationId="{3A06C2E7-5F46-37E4-DD94-27DC4F04F334}"/>
          </ac:picMkLst>
        </pc:picChg>
        <pc:picChg chg="add mod">
          <ac:chgData name="John McPhail" userId="d9640ad9-0be2-4377-a498-4127ac76f093" providerId="ADAL" clId="{E318BCDF-139D-45AE-8A3C-ADFF0F112D81}" dt="2022-10-12T13:01:18.649" v="2466"/>
          <ac:picMkLst>
            <pc:docMk/>
            <pc:sldMk cId="3531759158" sldId="304"/>
            <ac:picMk id="15" creationId="{EDCD7E90-F59D-2B3A-E7C6-959E844172AD}"/>
          </ac:picMkLst>
        </pc:picChg>
        <pc:picChg chg="add mod">
          <ac:chgData name="John McPhail" userId="d9640ad9-0be2-4377-a498-4127ac76f093" providerId="ADAL" clId="{E318BCDF-139D-45AE-8A3C-ADFF0F112D81}" dt="2022-10-12T13:01:18.649" v="2466"/>
          <ac:picMkLst>
            <pc:docMk/>
            <pc:sldMk cId="3531759158" sldId="304"/>
            <ac:picMk id="16" creationId="{57AD6E56-F56B-0EDD-72FF-6212F78D9E87}"/>
          </ac:picMkLst>
        </pc:picChg>
        <pc:picChg chg="add mod">
          <ac:chgData name="John McPhail" userId="d9640ad9-0be2-4377-a498-4127ac76f093" providerId="ADAL" clId="{E318BCDF-139D-45AE-8A3C-ADFF0F112D81}" dt="2022-10-12T13:01:18.649" v="2466"/>
          <ac:picMkLst>
            <pc:docMk/>
            <pc:sldMk cId="3531759158" sldId="304"/>
            <ac:picMk id="19" creationId="{68533B21-D1C0-B448-43B0-DACD99A95AF4}"/>
          </ac:picMkLst>
        </pc:picChg>
      </pc:sldChg>
      <pc:sldChg chg="addSp delSp modSp add del mod modAnim">
        <pc:chgData name="John McPhail" userId="d9640ad9-0be2-4377-a498-4127ac76f093" providerId="ADAL" clId="{E318BCDF-139D-45AE-8A3C-ADFF0F112D81}" dt="2022-10-12T12:34:10.867" v="2112" actId="47"/>
        <pc:sldMkLst>
          <pc:docMk/>
          <pc:sldMk cId="3628122196" sldId="304"/>
        </pc:sldMkLst>
        <pc:spChg chg="del">
          <ac:chgData name="John McPhail" userId="d9640ad9-0be2-4377-a498-4127ac76f093" providerId="ADAL" clId="{E318BCDF-139D-45AE-8A3C-ADFF0F112D81}" dt="2022-10-12T12:33:40.876" v="2100"/>
          <ac:spMkLst>
            <pc:docMk/>
            <pc:sldMk cId="3628122196" sldId="304"/>
            <ac:spMk id="2" creationId="{D7879AD4-8989-0E1E-8221-FA6927EBCD0E}"/>
          </ac:spMkLst>
        </pc:spChg>
        <pc:picChg chg="add mod">
          <ac:chgData name="John McPhail" userId="d9640ad9-0be2-4377-a498-4127ac76f093" providerId="ADAL" clId="{E318BCDF-139D-45AE-8A3C-ADFF0F112D81}" dt="2022-10-12T12:33:40.881" v="2102"/>
          <ac:picMkLst>
            <pc:docMk/>
            <pc:sldMk cId="3628122196" sldId="304"/>
            <ac:picMk id="4" creationId="{74CEB8F3-3B58-BF23-061A-5BDB31F32CA1}"/>
          </ac:picMkLst>
        </pc:picChg>
        <pc:picChg chg="add mod">
          <ac:chgData name="John McPhail" userId="d9640ad9-0be2-4377-a498-4127ac76f093" providerId="ADAL" clId="{E318BCDF-139D-45AE-8A3C-ADFF0F112D81}" dt="2022-10-12T12:33:40.893" v="2104"/>
          <ac:picMkLst>
            <pc:docMk/>
            <pc:sldMk cId="3628122196" sldId="304"/>
            <ac:picMk id="6" creationId="{2166BF4C-E43A-B847-5F50-034961E0585A}"/>
          </ac:picMkLst>
        </pc:picChg>
        <pc:picChg chg="add mod">
          <ac:chgData name="John McPhail" userId="d9640ad9-0be2-4377-a498-4127ac76f093" providerId="ADAL" clId="{E318BCDF-139D-45AE-8A3C-ADFF0F112D81}" dt="2022-10-12T12:33:40.930" v="2107"/>
          <ac:picMkLst>
            <pc:docMk/>
            <pc:sldMk cId="3628122196" sldId="304"/>
            <ac:picMk id="8" creationId="{DF4756CC-9EE5-9FC3-3D46-4DD39A5AA4C1}"/>
          </ac:picMkLst>
        </pc:picChg>
        <pc:picChg chg="add mod">
          <ac:chgData name="John McPhail" userId="d9640ad9-0be2-4377-a498-4127ac76f093" providerId="ADAL" clId="{E318BCDF-139D-45AE-8A3C-ADFF0F112D81}" dt="2022-10-12T12:33:40.998" v="2110"/>
          <ac:picMkLst>
            <pc:docMk/>
            <pc:sldMk cId="3628122196" sldId="304"/>
            <ac:picMk id="10" creationId="{C645DAD0-0A74-F4FA-7F37-F5EBF5F432D2}"/>
          </ac:picMkLst>
        </pc:picChg>
      </pc:sldChg>
      <pc:sldChg chg="addSp delSp modSp add del mod modAnim">
        <pc:chgData name="John McPhail" userId="d9640ad9-0be2-4377-a498-4127ac76f093" providerId="ADAL" clId="{E318BCDF-139D-45AE-8A3C-ADFF0F112D81}" dt="2022-10-12T13:05:41.114" v="2499" actId="47"/>
        <pc:sldMkLst>
          <pc:docMk/>
          <pc:sldMk cId="1509338090" sldId="305"/>
        </pc:sldMkLst>
        <pc:spChg chg="del">
          <ac:chgData name="John McPhail" userId="d9640ad9-0be2-4377-a498-4127ac76f093" providerId="ADAL" clId="{E318BCDF-139D-45AE-8A3C-ADFF0F112D81}" dt="2022-10-12T13:05:00.396" v="2487"/>
          <ac:spMkLst>
            <pc:docMk/>
            <pc:sldMk cId="1509338090" sldId="305"/>
            <ac:spMk id="2" creationId="{2EB52983-ED42-206F-2AAE-D06EA8CCD3A5}"/>
          </ac:spMkLst>
        </pc:spChg>
        <pc:picChg chg="add mod">
          <ac:chgData name="John McPhail" userId="d9640ad9-0be2-4377-a498-4127ac76f093" providerId="ADAL" clId="{E318BCDF-139D-45AE-8A3C-ADFF0F112D81}" dt="2022-10-12T13:05:00.402" v="2489"/>
          <ac:picMkLst>
            <pc:docMk/>
            <pc:sldMk cId="1509338090" sldId="305"/>
            <ac:picMk id="4" creationId="{17C2D51E-01DD-FE9C-E448-3DEE27D3D3C9}"/>
          </ac:picMkLst>
        </pc:picChg>
        <pc:picChg chg="add mod">
          <ac:chgData name="John McPhail" userId="d9640ad9-0be2-4377-a498-4127ac76f093" providerId="ADAL" clId="{E318BCDF-139D-45AE-8A3C-ADFF0F112D81}" dt="2022-10-12T13:05:00.415" v="2491"/>
          <ac:picMkLst>
            <pc:docMk/>
            <pc:sldMk cId="1509338090" sldId="305"/>
            <ac:picMk id="6" creationId="{ED6378EF-9C28-E497-23F3-75ACA6B2D52D}"/>
          </ac:picMkLst>
        </pc:picChg>
        <pc:picChg chg="add mod">
          <ac:chgData name="John McPhail" userId="d9640ad9-0be2-4377-a498-4127ac76f093" providerId="ADAL" clId="{E318BCDF-139D-45AE-8A3C-ADFF0F112D81}" dt="2022-10-12T13:05:00.493" v="2494"/>
          <ac:picMkLst>
            <pc:docMk/>
            <pc:sldMk cId="1509338090" sldId="305"/>
            <ac:picMk id="8" creationId="{0BE3551B-1478-A528-0B25-03C60801146A}"/>
          </ac:picMkLst>
        </pc:picChg>
      </pc:sldChg>
      <pc:sldChg chg="addSp delSp modSp add del mod modAnim">
        <pc:chgData name="John McPhail" userId="d9640ad9-0be2-4377-a498-4127ac76f093" providerId="ADAL" clId="{E318BCDF-139D-45AE-8A3C-ADFF0F112D81}" dt="2022-10-12T13:04:51.779" v="2484" actId="47"/>
        <pc:sldMkLst>
          <pc:docMk/>
          <pc:sldMk cId="2741799463" sldId="305"/>
        </pc:sldMkLst>
        <pc:spChg chg="del">
          <ac:chgData name="John McPhail" userId="d9640ad9-0be2-4377-a498-4127ac76f093" providerId="ADAL" clId="{E318BCDF-139D-45AE-8A3C-ADFF0F112D81}" dt="2022-10-12T12:39:25.547" v="2261"/>
          <ac:spMkLst>
            <pc:docMk/>
            <pc:sldMk cId="2741799463" sldId="305"/>
            <ac:spMk id="2" creationId="{D9418410-5B61-B3B8-4BE9-DC59B291752C}"/>
          </ac:spMkLst>
        </pc:spChg>
        <pc:picChg chg="add mod">
          <ac:chgData name="John McPhail" userId="d9640ad9-0be2-4377-a498-4127ac76f093" providerId="ADAL" clId="{E318BCDF-139D-45AE-8A3C-ADFF0F112D81}" dt="2022-10-12T12:39:25.555" v="2263"/>
          <ac:picMkLst>
            <pc:docMk/>
            <pc:sldMk cId="2741799463" sldId="305"/>
            <ac:picMk id="4" creationId="{8BA8250F-2A58-BF33-DCB9-38B4E49BAD47}"/>
          </ac:picMkLst>
        </pc:picChg>
        <pc:picChg chg="add mod">
          <ac:chgData name="John McPhail" userId="d9640ad9-0be2-4377-a498-4127ac76f093" providerId="ADAL" clId="{E318BCDF-139D-45AE-8A3C-ADFF0F112D81}" dt="2022-10-12T12:39:25.577" v="2265"/>
          <ac:picMkLst>
            <pc:docMk/>
            <pc:sldMk cId="2741799463" sldId="305"/>
            <ac:picMk id="6" creationId="{5ABA852A-3B80-8AFB-D774-53C589A0FD7E}"/>
          </ac:picMkLst>
        </pc:picChg>
        <pc:picChg chg="add mod">
          <ac:chgData name="John McPhail" userId="d9640ad9-0be2-4377-a498-4127ac76f093" providerId="ADAL" clId="{E318BCDF-139D-45AE-8A3C-ADFF0F112D81}" dt="2022-10-12T12:39:25.649" v="2268"/>
          <ac:picMkLst>
            <pc:docMk/>
            <pc:sldMk cId="2741799463" sldId="305"/>
            <ac:picMk id="8" creationId="{DFF74F76-ACA5-0336-984F-08A130373760}"/>
          </ac:picMkLst>
        </pc:picChg>
      </pc:sldChg>
      <pc:sldChg chg="addSp delSp modSp add mod delAnim modAnim modNotesTx">
        <pc:chgData name="John McPhail" userId="d9640ad9-0be2-4377-a498-4127ac76f093" providerId="ADAL" clId="{E318BCDF-139D-45AE-8A3C-ADFF0F112D81}" dt="2022-10-12T17:09:27.436" v="11095" actId="20577"/>
        <pc:sldMkLst>
          <pc:docMk/>
          <pc:sldMk cId="3990202878" sldId="305"/>
        </pc:sldMkLst>
        <pc:spChg chg="mod">
          <ac:chgData name="John McPhail" userId="d9640ad9-0be2-4377-a498-4127ac76f093" providerId="ADAL" clId="{E318BCDF-139D-45AE-8A3C-ADFF0F112D81}" dt="2022-10-12T13:06:13.936" v="2508" actId="120"/>
          <ac:spMkLst>
            <pc:docMk/>
            <pc:sldMk cId="3990202878" sldId="305"/>
            <ac:spMk id="6" creationId="{5B9422D0-C8F8-417C-2DD1-68909B76649B}"/>
          </ac:spMkLst>
        </pc:spChg>
        <pc:spChg chg="add mod">
          <ac:chgData name="John McPhail" userId="d9640ad9-0be2-4377-a498-4127ac76f093" providerId="ADAL" clId="{E318BCDF-139D-45AE-8A3C-ADFF0F112D81}" dt="2022-10-12T13:50:59.326" v="2717" actId="1076"/>
          <ac:spMkLst>
            <pc:docMk/>
            <pc:sldMk cId="3990202878" sldId="305"/>
            <ac:spMk id="51" creationId="{9C46E5FC-6D70-46DC-FE47-E6BB2F56EF60}"/>
          </ac:spMkLst>
        </pc:spChg>
        <pc:spChg chg="add mod">
          <ac:chgData name="John McPhail" userId="d9640ad9-0be2-4377-a498-4127ac76f093" providerId="ADAL" clId="{E318BCDF-139D-45AE-8A3C-ADFF0F112D81}" dt="2022-10-12T13:51:03.461" v="2718" actId="1076"/>
          <ac:spMkLst>
            <pc:docMk/>
            <pc:sldMk cId="3990202878" sldId="305"/>
            <ac:spMk id="52" creationId="{C878C266-CEDA-4066-FF0F-A9339CAAB767}"/>
          </ac:spMkLst>
        </pc:spChg>
        <pc:spChg chg="add mod">
          <ac:chgData name="John McPhail" userId="d9640ad9-0be2-4377-a498-4127ac76f093" providerId="ADAL" clId="{E318BCDF-139D-45AE-8A3C-ADFF0F112D81}" dt="2022-10-12T13:51:12.862" v="2719" actId="1076"/>
          <ac:spMkLst>
            <pc:docMk/>
            <pc:sldMk cId="3990202878" sldId="305"/>
            <ac:spMk id="53" creationId="{6BB4664C-4F5E-BAB0-DA85-5EA04CB65259}"/>
          </ac:spMkLst>
        </pc:spChg>
        <pc:spChg chg="add mod">
          <ac:chgData name="John McPhail" userId="d9640ad9-0be2-4377-a498-4127ac76f093" providerId="ADAL" clId="{E318BCDF-139D-45AE-8A3C-ADFF0F112D81}" dt="2022-10-12T13:50:50.612" v="2714" actId="1076"/>
          <ac:spMkLst>
            <pc:docMk/>
            <pc:sldMk cId="3990202878" sldId="305"/>
            <ac:spMk id="54" creationId="{2FAF1D12-B238-3359-A7DE-697428D1CC73}"/>
          </ac:spMkLst>
        </pc:spChg>
        <pc:spChg chg="add del mod">
          <ac:chgData name="John McPhail" userId="d9640ad9-0be2-4377-a498-4127ac76f093" providerId="ADAL" clId="{E318BCDF-139D-45AE-8A3C-ADFF0F112D81}" dt="2022-10-12T13:56:23.777" v="2738" actId="478"/>
          <ac:spMkLst>
            <pc:docMk/>
            <pc:sldMk cId="3990202878" sldId="305"/>
            <ac:spMk id="55" creationId="{0EAB3644-1732-5729-6FFD-5ADDDB3A249B}"/>
          </ac:spMkLst>
        </pc:spChg>
        <pc:spChg chg="add del mod">
          <ac:chgData name="John McPhail" userId="d9640ad9-0be2-4377-a498-4127ac76f093" providerId="ADAL" clId="{E318BCDF-139D-45AE-8A3C-ADFF0F112D81}" dt="2022-10-12T13:59:05.079" v="2885"/>
          <ac:spMkLst>
            <pc:docMk/>
            <pc:sldMk cId="3990202878" sldId="305"/>
            <ac:spMk id="57" creationId="{D5A81443-F6A6-8910-8612-52DF143EAFC1}"/>
          </ac:spMkLst>
        </pc:spChg>
        <pc:spChg chg="add del mod">
          <ac:chgData name="John McPhail" userId="d9640ad9-0be2-4377-a498-4127ac76f093" providerId="ADAL" clId="{E318BCDF-139D-45AE-8A3C-ADFF0F112D81}" dt="2022-10-12T13:59:15.272" v="3014" actId="478"/>
          <ac:spMkLst>
            <pc:docMk/>
            <pc:sldMk cId="3990202878" sldId="305"/>
            <ac:spMk id="58" creationId="{CEF7CA06-E1A8-208E-372C-DCA3FF8F757B}"/>
          </ac:spMkLst>
        </pc:spChg>
        <pc:picChg chg="del">
          <ac:chgData name="John McPhail" userId="d9640ad9-0be2-4377-a498-4127ac76f093" providerId="ADAL" clId="{E318BCDF-139D-45AE-8A3C-ADFF0F112D81}" dt="2022-10-12T13:06:01.854" v="2503" actId="478"/>
          <ac:picMkLst>
            <pc:docMk/>
            <pc:sldMk cId="3990202878" sldId="305"/>
            <ac:picMk id="2" creationId="{1E6467A2-7B29-1519-F9EB-06087C744A47}"/>
          </ac:picMkLst>
        </pc:picChg>
        <pc:picChg chg="del">
          <ac:chgData name="John McPhail" userId="d9640ad9-0be2-4377-a498-4127ac76f093" providerId="ADAL" clId="{E318BCDF-139D-45AE-8A3C-ADFF0F112D81}" dt="2022-10-12T13:05:59.742" v="2502" actId="478"/>
          <ac:picMkLst>
            <pc:docMk/>
            <pc:sldMk cId="3990202878" sldId="305"/>
            <ac:picMk id="3" creationId="{CCDCAFDC-F73A-1E3E-A174-028A87B18DBE}"/>
          </ac:picMkLst>
        </pc:picChg>
        <pc:picChg chg="del">
          <ac:chgData name="John McPhail" userId="d9640ad9-0be2-4377-a498-4127ac76f093" providerId="ADAL" clId="{E318BCDF-139D-45AE-8A3C-ADFF0F112D81}" dt="2022-10-12T13:05:57.900" v="2501" actId="478"/>
          <ac:picMkLst>
            <pc:docMk/>
            <pc:sldMk cId="3990202878" sldId="305"/>
            <ac:picMk id="4" creationId="{550AE636-9970-7E46-7DEF-A84145C9C66D}"/>
          </ac:picMkLst>
        </pc:picChg>
        <pc:picChg chg="add mod">
          <ac:chgData name="John McPhail" userId="d9640ad9-0be2-4377-a498-4127ac76f093" providerId="ADAL" clId="{E318BCDF-139D-45AE-8A3C-ADFF0F112D81}" dt="2022-10-12T13:26:39.402" v="2646"/>
          <ac:picMkLst>
            <pc:docMk/>
            <pc:sldMk cId="3990202878" sldId="305"/>
            <ac:picMk id="5" creationId="{566A225D-7741-A78C-5A75-20DA52F1C3EA}"/>
          </ac:picMkLst>
        </pc:picChg>
        <pc:picChg chg="add mod">
          <ac:chgData name="John McPhail" userId="d9640ad9-0be2-4377-a498-4127ac76f093" providerId="ADAL" clId="{E318BCDF-139D-45AE-8A3C-ADFF0F112D81}" dt="2022-10-12T13:26:39.402" v="2646"/>
          <ac:picMkLst>
            <pc:docMk/>
            <pc:sldMk cId="3990202878" sldId="305"/>
            <ac:picMk id="8" creationId="{41B8989A-1D5F-1FF8-8694-18F2E981A4CB}"/>
          </ac:picMkLst>
        </pc:picChg>
        <pc:picChg chg="add mod">
          <ac:chgData name="John McPhail" userId="d9640ad9-0be2-4377-a498-4127ac76f093" providerId="ADAL" clId="{E318BCDF-139D-45AE-8A3C-ADFF0F112D81}" dt="2022-10-12T13:26:39.402" v="2646"/>
          <ac:picMkLst>
            <pc:docMk/>
            <pc:sldMk cId="3990202878" sldId="305"/>
            <ac:picMk id="9" creationId="{CFF42ABE-1CF3-4141-A0A0-634B18E0EB83}"/>
          </ac:picMkLst>
        </pc:picChg>
        <pc:picChg chg="add mod">
          <ac:chgData name="John McPhail" userId="d9640ad9-0be2-4377-a498-4127ac76f093" providerId="ADAL" clId="{E318BCDF-139D-45AE-8A3C-ADFF0F112D81}" dt="2022-10-12T13:26:39.402" v="2646"/>
          <ac:picMkLst>
            <pc:docMk/>
            <pc:sldMk cId="3990202878" sldId="305"/>
            <ac:picMk id="10" creationId="{28647467-0428-B95B-8DAE-08A241AC0055}"/>
          </ac:picMkLst>
        </pc:picChg>
        <pc:picChg chg="add mod">
          <ac:chgData name="John McPhail" userId="d9640ad9-0be2-4377-a498-4127ac76f093" providerId="ADAL" clId="{E318BCDF-139D-45AE-8A3C-ADFF0F112D81}" dt="2022-10-12T13:26:39.402" v="2646"/>
          <ac:picMkLst>
            <pc:docMk/>
            <pc:sldMk cId="3990202878" sldId="305"/>
            <ac:picMk id="11" creationId="{49C21EB2-4A24-4EB0-569C-B3F2FAF3C855}"/>
          </ac:picMkLst>
        </pc:picChg>
        <pc:picChg chg="add mod">
          <ac:chgData name="John McPhail" userId="d9640ad9-0be2-4377-a498-4127ac76f093" providerId="ADAL" clId="{E318BCDF-139D-45AE-8A3C-ADFF0F112D81}" dt="2022-10-12T13:26:39.402" v="2646"/>
          <ac:picMkLst>
            <pc:docMk/>
            <pc:sldMk cId="3990202878" sldId="305"/>
            <ac:picMk id="12" creationId="{AA83E673-6A4F-D3EE-B662-AA7E8C8C9F6A}"/>
          </ac:picMkLst>
        </pc:picChg>
        <pc:picChg chg="add mod">
          <ac:chgData name="John McPhail" userId="d9640ad9-0be2-4377-a498-4127ac76f093" providerId="ADAL" clId="{E318BCDF-139D-45AE-8A3C-ADFF0F112D81}" dt="2022-10-12T13:26:39.402" v="2646"/>
          <ac:picMkLst>
            <pc:docMk/>
            <pc:sldMk cId="3990202878" sldId="305"/>
            <ac:picMk id="13" creationId="{F77E67F0-95E8-07F8-9382-4F9600D6DDF6}"/>
          </ac:picMkLst>
        </pc:picChg>
        <pc:picChg chg="add mod">
          <ac:chgData name="John McPhail" userId="d9640ad9-0be2-4377-a498-4127ac76f093" providerId="ADAL" clId="{E318BCDF-139D-45AE-8A3C-ADFF0F112D81}" dt="2022-10-12T13:26:39.402" v="2646"/>
          <ac:picMkLst>
            <pc:docMk/>
            <pc:sldMk cId="3990202878" sldId="305"/>
            <ac:picMk id="14" creationId="{FF43CCFB-1D96-158E-8CD6-5B88ADB16A7C}"/>
          </ac:picMkLst>
        </pc:picChg>
        <pc:picChg chg="add mod">
          <ac:chgData name="John McPhail" userId="d9640ad9-0be2-4377-a498-4127ac76f093" providerId="ADAL" clId="{E318BCDF-139D-45AE-8A3C-ADFF0F112D81}" dt="2022-10-12T13:26:39.402" v="2646"/>
          <ac:picMkLst>
            <pc:docMk/>
            <pc:sldMk cId="3990202878" sldId="305"/>
            <ac:picMk id="15" creationId="{A2F7D689-EE54-4277-E179-D8AD1DFD3BE9}"/>
          </ac:picMkLst>
        </pc:picChg>
        <pc:picChg chg="add mod">
          <ac:chgData name="John McPhail" userId="d9640ad9-0be2-4377-a498-4127ac76f093" providerId="ADAL" clId="{E318BCDF-139D-45AE-8A3C-ADFF0F112D81}" dt="2022-10-12T13:26:39.402" v="2646"/>
          <ac:picMkLst>
            <pc:docMk/>
            <pc:sldMk cId="3990202878" sldId="305"/>
            <ac:picMk id="16" creationId="{68441F93-F98E-FABC-EC1E-30B6EA4BB0E5}"/>
          </ac:picMkLst>
        </pc:picChg>
        <pc:picChg chg="add mod">
          <ac:chgData name="John McPhail" userId="d9640ad9-0be2-4377-a498-4127ac76f093" providerId="ADAL" clId="{E318BCDF-139D-45AE-8A3C-ADFF0F112D81}" dt="2022-10-12T13:26:39.402" v="2646"/>
          <ac:picMkLst>
            <pc:docMk/>
            <pc:sldMk cId="3990202878" sldId="305"/>
            <ac:picMk id="19" creationId="{57A73B54-47D3-15B4-0B8E-C1F593CDECA1}"/>
          </ac:picMkLst>
        </pc:picChg>
        <pc:picChg chg="add mod">
          <ac:chgData name="John McPhail" userId="d9640ad9-0be2-4377-a498-4127ac76f093" providerId="ADAL" clId="{E318BCDF-139D-45AE-8A3C-ADFF0F112D81}" dt="2022-10-12T13:26:39.402" v="2646"/>
          <ac:picMkLst>
            <pc:docMk/>
            <pc:sldMk cId="3990202878" sldId="305"/>
            <ac:picMk id="20" creationId="{7214278C-1437-6BBF-CDFB-86C3E1A32A7C}"/>
          </ac:picMkLst>
        </pc:picChg>
        <pc:picChg chg="add mod">
          <ac:chgData name="John McPhail" userId="d9640ad9-0be2-4377-a498-4127ac76f093" providerId="ADAL" clId="{E318BCDF-139D-45AE-8A3C-ADFF0F112D81}" dt="2022-10-12T13:26:39.402" v="2646"/>
          <ac:picMkLst>
            <pc:docMk/>
            <pc:sldMk cId="3990202878" sldId="305"/>
            <ac:picMk id="21" creationId="{B075AAE7-C9BD-350A-7F44-0208B0D63FE4}"/>
          </ac:picMkLst>
        </pc:picChg>
        <pc:picChg chg="add mod">
          <ac:chgData name="John McPhail" userId="d9640ad9-0be2-4377-a498-4127ac76f093" providerId="ADAL" clId="{E318BCDF-139D-45AE-8A3C-ADFF0F112D81}" dt="2022-10-12T13:26:39.402" v="2646"/>
          <ac:picMkLst>
            <pc:docMk/>
            <pc:sldMk cId="3990202878" sldId="305"/>
            <ac:picMk id="22" creationId="{D1F9C9F9-2497-ADA5-2821-6DD04A7240C4}"/>
          </ac:picMkLst>
        </pc:picChg>
        <pc:picChg chg="add mod">
          <ac:chgData name="John McPhail" userId="d9640ad9-0be2-4377-a498-4127ac76f093" providerId="ADAL" clId="{E318BCDF-139D-45AE-8A3C-ADFF0F112D81}" dt="2022-10-12T13:26:39.402" v="2646"/>
          <ac:picMkLst>
            <pc:docMk/>
            <pc:sldMk cId="3990202878" sldId="305"/>
            <ac:picMk id="23" creationId="{A6999D92-8C69-C419-135C-42882ACCF90E}"/>
          </ac:picMkLst>
        </pc:picChg>
        <pc:picChg chg="add mod">
          <ac:chgData name="John McPhail" userId="d9640ad9-0be2-4377-a498-4127ac76f093" providerId="ADAL" clId="{E318BCDF-139D-45AE-8A3C-ADFF0F112D81}" dt="2022-10-12T13:26:39.402" v="2646"/>
          <ac:picMkLst>
            <pc:docMk/>
            <pc:sldMk cId="3990202878" sldId="305"/>
            <ac:picMk id="24" creationId="{15518F44-04BE-6114-3CCF-C40F1F89E809}"/>
          </ac:picMkLst>
        </pc:picChg>
        <pc:picChg chg="add mod">
          <ac:chgData name="John McPhail" userId="d9640ad9-0be2-4377-a498-4127ac76f093" providerId="ADAL" clId="{E318BCDF-139D-45AE-8A3C-ADFF0F112D81}" dt="2022-10-12T13:26:39.402" v="2646"/>
          <ac:picMkLst>
            <pc:docMk/>
            <pc:sldMk cId="3990202878" sldId="305"/>
            <ac:picMk id="25" creationId="{E7502A0E-B03A-CDEA-AE6E-19600BAADC80}"/>
          </ac:picMkLst>
        </pc:picChg>
        <pc:picChg chg="add mod">
          <ac:chgData name="John McPhail" userId="d9640ad9-0be2-4377-a498-4127ac76f093" providerId="ADAL" clId="{E318BCDF-139D-45AE-8A3C-ADFF0F112D81}" dt="2022-10-12T13:26:39.402" v="2646"/>
          <ac:picMkLst>
            <pc:docMk/>
            <pc:sldMk cId="3990202878" sldId="305"/>
            <ac:picMk id="27" creationId="{D29E167A-DAA9-451E-F277-EFEE8957BB54}"/>
          </ac:picMkLst>
        </pc:picChg>
        <pc:picChg chg="add mod">
          <ac:chgData name="John McPhail" userId="d9640ad9-0be2-4377-a498-4127ac76f093" providerId="ADAL" clId="{E318BCDF-139D-45AE-8A3C-ADFF0F112D81}" dt="2022-10-12T13:26:39.402" v="2646"/>
          <ac:picMkLst>
            <pc:docMk/>
            <pc:sldMk cId="3990202878" sldId="305"/>
            <ac:picMk id="28" creationId="{F34A394E-AE40-8381-477C-EA0F1047EC84}"/>
          </ac:picMkLst>
        </pc:picChg>
        <pc:picChg chg="add mod">
          <ac:chgData name="John McPhail" userId="d9640ad9-0be2-4377-a498-4127ac76f093" providerId="ADAL" clId="{E318BCDF-139D-45AE-8A3C-ADFF0F112D81}" dt="2022-10-12T13:26:39.402" v="2646"/>
          <ac:picMkLst>
            <pc:docMk/>
            <pc:sldMk cId="3990202878" sldId="305"/>
            <ac:picMk id="30" creationId="{45BC96F8-3E35-A29C-360A-56231B842054}"/>
          </ac:picMkLst>
        </pc:picChg>
        <pc:picChg chg="add mod">
          <ac:chgData name="John McPhail" userId="d9640ad9-0be2-4377-a498-4127ac76f093" providerId="ADAL" clId="{E318BCDF-139D-45AE-8A3C-ADFF0F112D81}" dt="2022-10-12T13:26:39.402" v="2646"/>
          <ac:picMkLst>
            <pc:docMk/>
            <pc:sldMk cId="3990202878" sldId="305"/>
            <ac:picMk id="31" creationId="{CB568D0A-4ADD-2D37-227B-619B2B01C157}"/>
          </ac:picMkLst>
        </pc:picChg>
        <pc:picChg chg="add mod">
          <ac:chgData name="John McPhail" userId="d9640ad9-0be2-4377-a498-4127ac76f093" providerId="ADAL" clId="{E318BCDF-139D-45AE-8A3C-ADFF0F112D81}" dt="2022-10-12T13:26:39.402" v="2646"/>
          <ac:picMkLst>
            <pc:docMk/>
            <pc:sldMk cId="3990202878" sldId="305"/>
            <ac:picMk id="32" creationId="{36DE872A-CBE8-66DD-164D-C317BA8FC23A}"/>
          </ac:picMkLst>
        </pc:picChg>
        <pc:picChg chg="add mod">
          <ac:chgData name="John McPhail" userId="d9640ad9-0be2-4377-a498-4127ac76f093" providerId="ADAL" clId="{E318BCDF-139D-45AE-8A3C-ADFF0F112D81}" dt="2022-10-12T13:26:39.402" v="2646"/>
          <ac:picMkLst>
            <pc:docMk/>
            <pc:sldMk cId="3990202878" sldId="305"/>
            <ac:picMk id="33" creationId="{2328CD55-88E5-01F4-0682-9EEB03F675EA}"/>
          </ac:picMkLst>
        </pc:picChg>
        <pc:picChg chg="add mod">
          <ac:chgData name="John McPhail" userId="d9640ad9-0be2-4377-a498-4127ac76f093" providerId="ADAL" clId="{E318BCDF-139D-45AE-8A3C-ADFF0F112D81}" dt="2022-10-12T13:26:39.402" v="2646"/>
          <ac:picMkLst>
            <pc:docMk/>
            <pc:sldMk cId="3990202878" sldId="305"/>
            <ac:picMk id="34" creationId="{BBAE9B7E-322E-48CE-9509-D33827DE3C2B}"/>
          </ac:picMkLst>
        </pc:picChg>
        <pc:picChg chg="add mod">
          <ac:chgData name="John McPhail" userId="d9640ad9-0be2-4377-a498-4127ac76f093" providerId="ADAL" clId="{E318BCDF-139D-45AE-8A3C-ADFF0F112D81}" dt="2022-10-12T13:26:39.402" v="2646"/>
          <ac:picMkLst>
            <pc:docMk/>
            <pc:sldMk cId="3990202878" sldId="305"/>
            <ac:picMk id="35" creationId="{361CF4AF-6751-AEC2-9436-1D3C4E905C87}"/>
          </ac:picMkLst>
        </pc:picChg>
        <pc:picChg chg="add mod">
          <ac:chgData name="John McPhail" userId="d9640ad9-0be2-4377-a498-4127ac76f093" providerId="ADAL" clId="{E318BCDF-139D-45AE-8A3C-ADFF0F112D81}" dt="2022-10-12T13:26:39.402" v="2646"/>
          <ac:picMkLst>
            <pc:docMk/>
            <pc:sldMk cId="3990202878" sldId="305"/>
            <ac:picMk id="36" creationId="{57BB04A4-5968-FEA9-B509-30B5593BFA9E}"/>
          </ac:picMkLst>
        </pc:picChg>
        <pc:picChg chg="add mod">
          <ac:chgData name="John McPhail" userId="d9640ad9-0be2-4377-a498-4127ac76f093" providerId="ADAL" clId="{E318BCDF-139D-45AE-8A3C-ADFF0F112D81}" dt="2022-10-12T13:26:39.402" v="2646"/>
          <ac:picMkLst>
            <pc:docMk/>
            <pc:sldMk cId="3990202878" sldId="305"/>
            <ac:picMk id="40" creationId="{261C9D75-9E59-A664-5407-E0AD9A5B8350}"/>
          </ac:picMkLst>
        </pc:picChg>
        <pc:picChg chg="add mod">
          <ac:chgData name="John McPhail" userId="d9640ad9-0be2-4377-a498-4127ac76f093" providerId="ADAL" clId="{E318BCDF-139D-45AE-8A3C-ADFF0F112D81}" dt="2022-10-12T13:26:39.402" v="2646"/>
          <ac:picMkLst>
            <pc:docMk/>
            <pc:sldMk cId="3990202878" sldId="305"/>
            <ac:picMk id="41" creationId="{25395A09-4A7A-3569-BA6E-2448B4A4F2AE}"/>
          </ac:picMkLst>
        </pc:picChg>
        <pc:picChg chg="add mod">
          <ac:chgData name="John McPhail" userId="d9640ad9-0be2-4377-a498-4127ac76f093" providerId="ADAL" clId="{E318BCDF-139D-45AE-8A3C-ADFF0F112D81}" dt="2022-10-12T13:26:39.402" v="2646"/>
          <ac:picMkLst>
            <pc:docMk/>
            <pc:sldMk cId="3990202878" sldId="305"/>
            <ac:picMk id="42" creationId="{E64708F3-5773-F2E4-5321-23D639570C1B}"/>
          </ac:picMkLst>
        </pc:picChg>
        <pc:picChg chg="add mod">
          <ac:chgData name="John McPhail" userId="d9640ad9-0be2-4377-a498-4127ac76f093" providerId="ADAL" clId="{E318BCDF-139D-45AE-8A3C-ADFF0F112D81}" dt="2022-10-12T13:26:39.402" v="2646"/>
          <ac:picMkLst>
            <pc:docMk/>
            <pc:sldMk cId="3990202878" sldId="305"/>
            <ac:picMk id="43" creationId="{3019070A-C1E8-9A24-18CD-81A319B90C40}"/>
          </ac:picMkLst>
        </pc:picChg>
        <pc:picChg chg="add mod">
          <ac:chgData name="John McPhail" userId="d9640ad9-0be2-4377-a498-4127ac76f093" providerId="ADAL" clId="{E318BCDF-139D-45AE-8A3C-ADFF0F112D81}" dt="2022-10-12T13:26:39.402" v="2646"/>
          <ac:picMkLst>
            <pc:docMk/>
            <pc:sldMk cId="3990202878" sldId="305"/>
            <ac:picMk id="44" creationId="{383AD3A8-2B78-FF1A-6960-B40D303F7F21}"/>
          </ac:picMkLst>
        </pc:picChg>
        <pc:picChg chg="add mod">
          <ac:chgData name="John McPhail" userId="d9640ad9-0be2-4377-a498-4127ac76f093" providerId="ADAL" clId="{E318BCDF-139D-45AE-8A3C-ADFF0F112D81}" dt="2022-10-12T13:50:55.327" v="2716" actId="1076"/>
          <ac:picMkLst>
            <pc:docMk/>
            <pc:sldMk cId="3990202878" sldId="305"/>
            <ac:picMk id="45" creationId="{3BA4C693-E0D6-D595-F378-E90EF83499D2}"/>
          </ac:picMkLst>
        </pc:picChg>
        <pc:picChg chg="add mod">
          <ac:chgData name="John McPhail" userId="d9640ad9-0be2-4377-a498-4127ac76f093" providerId="ADAL" clId="{E318BCDF-139D-45AE-8A3C-ADFF0F112D81}" dt="2022-10-12T13:57:09.996" v="2882" actId="1036"/>
          <ac:picMkLst>
            <pc:docMk/>
            <pc:sldMk cId="3990202878" sldId="305"/>
            <ac:picMk id="56" creationId="{16E1241F-0B93-0F7D-FB3B-CA1742C7082F}"/>
          </ac:picMkLst>
        </pc:picChg>
        <pc:inkChg chg="add del">
          <ac:chgData name="John McPhail" userId="d9640ad9-0be2-4377-a498-4127ac76f093" providerId="ADAL" clId="{E318BCDF-139D-45AE-8A3C-ADFF0F112D81}" dt="2022-10-12T13:49:01.866" v="2651" actId="9405"/>
          <ac:inkMkLst>
            <pc:docMk/>
            <pc:sldMk cId="3990202878" sldId="305"/>
            <ac:inkMk id="46" creationId="{A81C5C8E-D3E3-B5C8-91BF-CAFC68F1654E}"/>
          </ac:inkMkLst>
        </pc:inkChg>
        <pc:inkChg chg="add">
          <ac:chgData name="John McPhail" userId="d9640ad9-0be2-4377-a498-4127ac76f093" providerId="ADAL" clId="{E318BCDF-139D-45AE-8A3C-ADFF0F112D81}" dt="2022-10-12T13:49:14.398" v="2652" actId="9405"/>
          <ac:inkMkLst>
            <pc:docMk/>
            <pc:sldMk cId="3990202878" sldId="305"/>
            <ac:inkMk id="47" creationId="{9A66AEF7-9F69-8382-2424-5F4DC75D12E4}"/>
          </ac:inkMkLst>
        </pc:inkChg>
        <pc:inkChg chg="add">
          <ac:chgData name="John McPhail" userId="d9640ad9-0be2-4377-a498-4127ac76f093" providerId="ADAL" clId="{E318BCDF-139D-45AE-8A3C-ADFF0F112D81}" dt="2022-10-12T13:49:28.700" v="2653" actId="9405"/>
          <ac:inkMkLst>
            <pc:docMk/>
            <pc:sldMk cId="3990202878" sldId="305"/>
            <ac:inkMk id="48" creationId="{F7DB4252-2DF9-1F74-A876-68FABB9E0682}"/>
          </ac:inkMkLst>
        </pc:inkChg>
        <pc:inkChg chg="add">
          <ac:chgData name="John McPhail" userId="d9640ad9-0be2-4377-a498-4127ac76f093" providerId="ADAL" clId="{E318BCDF-139D-45AE-8A3C-ADFF0F112D81}" dt="2022-10-12T13:49:33.140" v="2654" actId="9405"/>
          <ac:inkMkLst>
            <pc:docMk/>
            <pc:sldMk cId="3990202878" sldId="305"/>
            <ac:inkMk id="49" creationId="{9651D674-5FEA-4EFA-5D02-BA6E489293F3}"/>
          </ac:inkMkLst>
        </pc:inkChg>
        <pc:inkChg chg="add">
          <ac:chgData name="John McPhail" userId="d9640ad9-0be2-4377-a498-4127ac76f093" providerId="ADAL" clId="{E318BCDF-139D-45AE-8A3C-ADFF0F112D81}" dt="2022-10-12T13:49:36.166" v="2655" actId="9405"/>
          <ac:inkMkLst>
            <pc:docMk/>
            <pc:sldMk cId="3990202878" sldId="305"/>
            <ac:inkMk id="50" creationId="{2ED5088C-5A46-E92E-3337-48904B9FB3A8}"/>
          </ac:inkMkLst>
        </pc:inkChg>
      </pc:sldChg>
      <pc:sldChg chg="delSp add mod delAnim modAnim modNotesTx">
        <pc:chgData name="John McPhail" userId="d9640ad9-0be2-4377-a498-4127ac76f093" providerId="ADAL" clId="{E318BCDF-139D-45AE-8A3C-ADFF0F112D81}" dt="2022-10-12T19:47:18.370" v="12151" actId="20577"/>
        <pc:sldMkLst>
          <pc:docMk/>
          <pc:sldMk cId="775576071" sldId="306"/>
        </pc:sldMkLst>
        <pc:spChg chg="del">
          <ac:chgData name="John McPhail" userId="d9640ad9-0be2-4377-a498-4127ac76f093" providerId="ADAL" clId="{E318BCDF-139D-45AE-8A3C-ADFF0F112D81}" dt="2022-10-12T14:00:30.810" v="3024" actId="478"/>
          <ac:spMkLst>
            <pc:docMk/>
            <pc:sldMk cId="775576071" sldId="306"/>
            <ac:spMk id="51" creationId="{9C46E5FC-6D70-46DC-FE47-E6BB2F56EF60}"/>
          </ac:spMkLst>
        </pc:spChg>
        <pc:spChg chg="del">
          <ac:chgData name="John McPhail" userId="d9640ad9-0be2-4377-a498-4127ac76f093" providerId="ADAL" clId="{E318BCDF-139D-45AE-8A3C-ADFF0F112D81}" dt="2022-10-12T14:00:29.136" v="3023" actId="478"/>
          <ac:spMkLst>
            <pc:docMk/>
            <pc:sldMk cId="775576071" sldId="306"/>
            <ac:spMk id="52" creationId="{C878C266-CEDA-4066-FF0F-A9339CAAB767}"/>
          </ac:spMkLst>
        </pc:spChg>
        <pc:spChg chg="del">
          <ac:chgData name="John McPhail" userId="d9640ad9-0be2-4377-a498-4127ac76f093" providerId="ADAL" clId="{E318BCDF-139D-45AE-8A3C-ADFF0F112D81}" dt="2022-10-12T14:00:27.543" v="3022" actId="478"/>
          <ac:spMkLst>
            <pc:docMk/>
            <pc:sldMk cId="775576071" sldId="306"/>
            <ac:spMk id="53" creationId="{6BB4664C-4F5E-BAB0-DA85-5EA04CB65259}"/>
          </ac:spMkLst>
        </pc:spChg>
        <pc:spChg chg="del">
          <ac:chgData name="John McPhail" userId="d9640ad9-0be2-4377-a498-4127ac76f093" providerId="ADAL" clId="{E318BCDF-139D-45AE-8A3C-ADFF0F112D81}" dt="2022-10-12T14:00:25.177" v="3021" actId="478"/>
          <ac:spMkLst>
            <pc:docMk/>
            <pc:sldMk cId="775576071" sldId="306"/>
            <ac:spMk id="54" creationId="{2FAF1D12-B238-3359-A7DE-697428D1CC73}"/>
          </ac:spMkLst>
        </pc:spChg>
        <pc:inkChg chg="del">
          <ac:chgData name="John McPhail" userId="d9640ad9-0be2-4377-a498-4127ac76f093" providerId="ADAL" clId="{E318BCDF-139D-45AE-8A3C-ADFF0F112D81}" dt="2022-10-12T14:00:18.682" v="3017" actId="478"/>
          <ac:inkMkLst>
            <pc:docMk/>
            <pc:sldMk cId="775576071" sldId="306"/>
            <ac:inkMk id="47" creationId="{9A66AEF7-9F69-8382-2424-5F4DC75D12E4}"/>
          </ac:inkMkLst>
        </pc:inkChg>
        <pc:inkChg chg="del">
          <ac:chgData name="John McPhail" userId="d9640ad9-0be2-4377-a498-4127ac76f093" providerId="ADAL" clId="{E318BCDF-139D-45AE-8A3C-ADFF0F112D81}" dt="2022-10-12T14:00:20.467" v="3018" actId="478"/>
          <ac:inkMkLst>
            <pc:docMk/>
            <pc:sldMk cId="775576071" sldId="306"/>
            <ac:inkMk id="48" creationId="{F7DB4252-2DF9-1F74-A876-68FABB9E0682}"/>
          </ac:inkMkLst>
        </pc:inkChg>
        <pc:inkChg chg="del">
          <ac:chgData name="John McPhail" userId="d9640ad9-0be2-4377-a498-4127ac76f093" providerId="ADAL" clId="{E318BCDF-139D-45AE-8A3C-ADFF0F112D81}" dt="2022-10-12T14:00:21.842" v="3019" actId="478"/>
          <ac:inkMkLst>
            <pc:docMk/>
            <pc:sldMk cId="775576071" sldId="306"/>
            <ac:inkMk id="49" creationId="{9651D674-5FEA-4EFA-5D02-BA6E489293F3}"/>
          </ac:inkMkLst>
        </pc:inkChg>
        <pc:inkChg chg="del">
          <ac:chgData name="John McPhail" userId="d9640ad9-0be2-4377-a498-4127ac76f093" providerId="ADAL" clId="{E318BCDF-139D-45AE-8A3C-ADFF0F112D81}" dt="2022-10-12T14:00:22.942" v="3020" actId="478"/>
          <ac:inkMkLst>
            <pc:docMk/>
            <pc:sldMk cId="775576071" sldId="306"/>
            <ac:inkMk id="50" creationId="{2ED5088C-5A46-E92E-3337-48904B9FB3A8}"/>
          </ac:inkMkLst>
        </pc:inkChg>
      </pc:sldChg>
      <pc:sldChg chg="addSp delSp modSp add del mod modAnim">
        <pc:chgData name="John McPhail" userId="d9640ad9-0be2-4377-a498-4127ac76f093" providerId="ADAL" clId="{E318BCDF-139D-45AE-8A3C-ADFF0F112D81}" dt="2022-10-12T13:28:01.845" v="2647" actId="47"/>
        <pc:sldMkLst>
          <pc:docMk/>
          <pc:sldMk cId="3500697862" sldId="306"/>
        </pc:sldMkLst>
        <pc:spChg chg="del">
          <ac:chgData name="John McPhail" userId="d9640ad9-0be2-4377-a498-4127ac76f093" providerId="ADAL" clId="{E318BCDF-139D-45AE-8A3C-ADFF0F112D81}" dt="2022-10-12T13:12:28.637" v="2511"/>
          <ac:spMkLst>
            <pc:docMk/>
            <pc:sldMk cId="3500697862" sldId="306"/>
            <ac:spMk id="2" creationId="{D8558132-6FC3-98C8-DC75-2BF5AC197FD9}"/>
          </ac:spMkLst>
        </pc:spChg>
        <pc:picChg chg="add mod">
          <ac:chgData name="John McPhail" userId="d9640ad9-0be2-4377-a498-4127ac76f093" providerId="ADAL" clId="{E318BCDF-139D-45AE-8A3C-ADFF0F112D81}" dt="2022-10-12T13:12:28.644" v="2513"/>
          <ac:picMkLst>
            <pc:docMk/>
            <pc:sldMk cId="3500697862" sldId="306"/>
            <ac:picMk id="4" creationId="{26DDA240-F93C-029F-4CEE-586A9B1CE78B}"/>
          </ac:picMkLst>
        </pc:picChg>
        <pc:picChg chg="add mod">
          <ac:chgData name="John McPhail" userId="d9640ad9-0be2-4377-a498-4127ac76f093" providerId="ADAL" clId="{E318BCDF-139D-45AE-8A3C-ADFF0F112D81}" dt="2022-10-12T13:12:28.664" v="2515"/>
          <ac:picMkLst>
            <pc:docMk/>
            <pc:sldMk cId="3500697862" sldId="306"/>
            <ac:picMk id="6" creationId="{A039F68F-E69A-0233-8A21-E9371A5BEBFB}"/>
          </ac:picMkLst>
        </pc:picChg>
        <pc:picChg chg="add mod">
          <ac:chgData name="John McPhail" userId="d9640ad9-0be2-4377-a498-4127ac76f093" providerId="ADAL" clId="{E318BCDF-139D-45AE-8A3C-ADFF0F112D81}" dt="2022-10-12T13:12:28.730" v="2518"/>
          <ac:picMkLst>
            <pc:docMk/>
            <pc:sldMk cId="3500697862" sldId="306"/>
            <ac:picMk id="8" creationId="{BF22528F-A0B8-27AB-2E53-931F719514F3}"/>
          </ac:picMkLst>
        </pc:picChg>
        <pc:picChg chg="add mod">
          <ac:chgData name="John McPhail" userId="d9640ad9-0be2-4377-a498-4127ac76f093" providerId="ADAL" clId="{E318BCDF-139D-45AE-8A3C-ADFF0F112D81}" dt="2022-10-12T13:12:28.852" v="2521"/>
          <ac:picMkLst>
            <pc:docMk/>
            <pc:sldMk cId="3500697862" sldId="306"/>
            <ac:picMk id="10" creationId="{DB371F83-4741-B4CB-8E30-390203251F34}"/>
          </ac:picMkLst>
        </pc:picChg>
        <pc:picChg chg="add mod">
          <ac:chgData name="John McPhail" userId="d9640ad9-0be2-4377-a498-4127ac76f093" providerId="ADAL" clId="{E318BCDF-139D-45AE-8A3C-ADFF0F112D81}" dt="2022-10-12T13:12:28.914" v="2524"/>
          <ac:picMkLst>
            <pc:docMk/>
            <pc:sldMk cId="3500697862" sldId="306"/>
            <ac:picMk id="12" creationId="{D579D8AE-C54B-EC55-2E2F-60D0216E43E6}"/>
          </ac:picMkLst>
        </pc:picChg>
        <pc:picChg chg="add mod">
          <ac:chgData name="John McPhail" userId="d9640ad9-0be2-4377-a498-4127ac76f093" providerId="ADAL" clId="{E318BCDF-139D-45AE-8A3C-ADFF0F112D81}" dt="2022-10-12T13:12:29.026" v="2527"/>
          <ac:picMkLst>
            <pc:docMk/>
            <pc:sldMk cId="3500697862" sldId="306"/>
            <ac:picMk id="14" creationId="{7567D3CA-F39F-7AD2-E733-CDE0B587EC29}"/>
          </ac:picMkLst>
        </pc:picChg>
        <pc:picChg chg="add mod">
          <ac:chgData name="John McPhail" userId="d9640ad9-0be2-4377-a498-4127ac76f093" providerId="ADAL" clId="{E318BCDF-139D-45AE-8A3C-ADFF0F112D81}" dt="2022-10-12T13:12:29.134" v="2530"/>
          <ac:picMkLst>
            <pc:docMk/>
            <pc:sldMk cId="3500697862" sldId="306"/>
            <ac:picMk id="16" creationId="{12394C26-848A-D20A-B7E7-AD94B27F4B4C}"/>
          </ac:picMkLst>
        </pc:picChg>
        <pc:picChg chg="add mod">
          <ac:chgData name="John McPhail" userId="d9640ad9-0be2-4377-a498-4127ac76f093" providerId="ADAL" clId="{E318BCDF-139D-45AE-8A3C-ADFF0F112D81}" dt="2022-10-12T13:12:29.302" v="2533"/>
          <ac:picMkLst>
            <pc:docMk/>
            <pc:sldMk cId="3500697862" sldId="306"/>
            <ac:picMk id="18" creationId="{7B5D78E4-B4A0-C9D0-48AB-4827C2A03D63}"/>
          </ac:picMkLst>
        </pc:picChg>
        <pc:picChg chg="add mod">
          <ac:chgData name="John McPhail" userId="d9640ad9-0be2-4377-a498-4127ac76f093" providerId="ADAL" clId="{E318BCDF-139D-45AE-8A3C-ADFF0F112D81}" dt="2022-10-12T13:12:29.475" v="2536"/>
          <ac:picMkLst>
            <pc:docMk/>
            <pc:sldMk cId="3500697862" sldId="306"/>
            <ac:picMk id="20" creationId="{3EBE697F-435D-74CD-F780-103E33970C8F}"/>
          </ac:picMkLst>
        </pc:picChg>
        <pc:picChg chg="add mod">
          <ac:chgData name="John McPhail" userId="d9640ad9-0be2-4377-a498-4127ac76f093" providerId="ADAL" clId="{E318BCDF-139D-45AE-8A3C-ADFF0F112D81}" dt="2022-10-12T13:12:29.587" v="2539"/>
          <ac:picMkLst>
            <pc:docMk/>
            <pc:sldMk cId="3500697862" sldId="306"/>
            <ac:picMk id="22" creationId="{69DD0ACC-400D-DA95-1452-464E4658CE67}"/>
          </ac:picMkLst>
        </pc:picChg>
      </pc:sldChg>
      <pc:sldChg chg="addSp delSp modSp add del mod modAnim">
        <pc:chgData name="John McPhail" userId="d9640ad9-0be2-4377-a498-4127ac76f093" providerId="ADAL" clId="{E318BCDF-139D-45AE-8A3C-ADFF0F112D81}" dt="2022-10-12T13:04:51.012" v="2483" actId="47"/>
        <pc:sldMkLst>
          <pc:docMk/>
          <pc:sldMk cId="3774097855" sldId="306"/>
        </pc:sldMkLst>
        <pc:spChg chg="del">
          <ac:chgData name="John McPhail" userId="d9640ad9-0be2-4377-a498-4127ac76f093" providerId="ADAL" clId="{E318BCDF-139D-45AE-8A3C-ADFF0F112D81}" dt="2022-10-12T12:43:58.917" v="2339"/>
          <ac:spMkLst>
            <pc:docMk/>
            <pc:sldMk cId="3774097855" sldId="306"/>
            <ac:spMk id="2" creationId="{917D956E-CBAB-B33A-B008-EE769F704C3E}"/>
          </ac:spMkLst>
        </pc:spChg>
        <pc:picChg chg="add mod">
          <ac:chgData name="John McPhail" userId="d9640ad9-0be2-4377-a498-4127ac76f093" providerId="ADAL" clId="{E318BCDF-139D-45AE-8A3C-ADFF0F112D81}" dt="2022-10-12T12:43:58.925" v="2341"/>
          <ac:picMkLst>
            <pc:docMk/>
            <pc:sldMk cId="3774097855" sldId="306"/>
            <ac:picMk id="4" creationId="{C62177C8-AC15-8BD9-1BD8-B5B24988F592}"/>
          </ac:picMkLst>
        </pc:picChg>
        <pc:picChg chg="add mod">
          <ac:chgData name="John McPhail" userId="d9640ad9-0be2-4377-a498-4127ac76f093" providerId="ADAL" clId="{E318BCDF-139D-45AE-8A3C-ADFF0F112D81}" dt="2022-10-12T12:43:58.939" v="2343"/>
          <ac:picMkLst>
            <pc:docMk/>
            <pc:sldMk cId="3774097855" sldId="306"/>
            <ac:picMk id="6" creationId="{B12068B3-C6A0-CB6D-81C8-1B53B148451B}"/>
          </ac:picMkLst>
        </pc:picChg>
        <pc:picChg chg="add mod">
          <ac:chgData name="John McPhail" userId="d9640ad9-0be2-4377-a498-4127ac76f093" providerId="ADAL" clId="{E318BCDF-139D-45AE-8A3C-ADFF0F112D81}" dt="2022-10-12T12:43:59" v="2346"/>
          <ac:picMkLst>
            <pc:docMk/>
            <pc:sldMk cId="3774097855" sldId="306"/>
            <ac:picMk id="8" creationId="{1DCF52DC-7F58-1095-85FE-AF3064A22C0A}"/>
          </ac:picMkLst>
        </pc:picChg>
        <pc:picChg chg="add mod">
          <ac:chgData name="John McPhail" userId="d9640ad9-0be2-4377-a498-4127ac76f093" providerId="ADAL" clId="{E318BCDF-139D-45AE-8A3C-ADFF0F112D81}" dt="2022-10-12T12:43:59.071" v="2349"/>
          <ac:picMkLst>
            <pc:docMk/>
            <pc:sldMk cId="3774097855" sldId="306"/>
            <ac:picMk id="10" creationId="{393EEA5C-CA62-38B3-09AA-98D01D09FAB1}"/>
          </ac:picMkLst>
        </pc:picChg>
        <pc:picChg chg="add mod">
          <ac:chgData name="John McPhail" userId="d9640ad9-0be2-4377-a498-4127ac76f093" providerId="ADAL" clId="{E318BCDF-139D-45AE-8A3C-ADFF0F112D81}" dt="2022-10-12T12:43:59.185" v="2352"/>
          <ac:picMkLst>
            <pc:docMk/>
            <pc:sldMk cId="3774097855" sldId="306"/>
            <ac:picMk id="12" creationId="{03BCDACE-F56A-9C99-5698-C49E14000C5A}"/>
          </ac:picMkLst>
        </pc:picChg>
        <pc:picChg chg="add mod">
          <ac:chgData name="John McPhail" userId="d9640ad9-0be2-4377-a498-4127ac76f093" providerId="ADAL" clId="{E318BCDF-139D-45AE-8A3C-ADFF0F112D81}" dt="2022-10-12T12:43:59.258" v="2355"/>
          <ac:picMkLst>
            <pc:docMk/>
            <pc:sldMk cId="3774097855" sldId="306"/>
            <ac:picMk id="14" creationId="{15E5778B-9791-E401-235C-4AABE087E180}"/>
          </ac:picMkLst>
        </pc:picChg>
        <pc:picChg chg="add mod">
          <ac:chgData name="John McPhail" userId="d9640ad9-0be2-4377-a498-4127ac76f093" providerId="ADAL" clId="{E318BCDF-139D-45AE-8A3C-ADFF0F112D81}" dt="2022-10-12T12:43:59.325" v="2358"/>
          <ac:picMkLst>
            <pc:docMk/>
            <pc:sldMk cId="3774097855" sldId="306"/>
            <ac:picMk id="16" creationId="{1A4F5B8D-239D-95ED-47F7-5632A39089B2}"/>
          </ac:picMkLst>
        </pc:picChg>
        <pc:picChg chg="add mod">
          <ac:chgData name="John McPhail" userId="d9640ad9-0be2-4377-a498-4127ac76f093" providerId="ADAL" clId="{E318BCDF-139D-45AE-8A3C-ADFF0F112D81}" dt="2022-10-12T12:43:59.447" v="2361"/>
          <ac:picMkLst>
            <pc:docMk/>
            <pc:sldMk cId="3774097855" sldId="306"/>
            <ac:picMk id="18" creationId="{0DC342C2-5F6B-81E1-F732-70F2175857F8}"/>
          </ac:picMkLst>
        </pc:picChg>
      </pc:sldChg>
      <pc:sldChg chg="addSp delSp modSp add del mod modAnim">
        <pc:chgData name="John McPhail" userId="d9640ad9-0be2-4377-a498-4127ac76f093" providerId="ADAL" clId="{E318BCDF-139D-45AE-8A3C-ADFF0F112D81}" dt="2022-10-12T13:28:03.317" v="2648" actId="47"/>
        <pc:sldMkLst>
          <pc:docMk/>
          <pc:sldMk cId="772871086" sldId="307"/>
        </pc:sldMkLst>
        <pc:spChg chg="del">
          <ac:chgData name="John McPhail" userId="d9640ad9-0be2-4377-a498-4127ac76f093" providerId="ADAL" clId="{E318BCDF-139D-45AE-8A3C-ADFF0F112D81}" dt="2022-10-12T13:25:07.058" v="2546"/>
          <ac:spMkLst>
            <pc:docMk/>
            <pc:sldMk cId="772871086" sldId="307"/>
            <ac:spMk id="2" creationId="{85F3DB68-069C-AC15-CE21-3A37CCBE7136}"/>
          </ac:spMkLst>
        </pc:spChg>
        <pc:picChg chg="add mod">
          <ac:chgData name="John McPhail" userId="d9640ad9-0be2-4377-a498-4127ac76f093" providerId="ADAL" clId="{E318BCDF-139D-45AE-8A3C-ADFF0F112D81}" dt="2022-10-12T13:25:07.065" v="2548"/>
          <ac:picMkLst>
            <pc:docMk/>
            <pc:sldMk cId="772871086" sldId="307"/>
            <ac:picMk id="4" creationId="{56AF1D59-980F-7E0C-29D3-39C50B896445}"/>
          </ac:picMkLst>
        </pc:picChg>
        <pc:picChg chg="add mod">
          <ac:chgData name="John McPhail" userId="d9640ad9-0be2-4377-a498-4127ac76f093" providerId="ADAL" clId="{E318BCDF-139D-45AE-8A3C-ADFF0F112D81}" dt="2022-10-12T13:25:07.093" v="2550"/>
          <ac:picMkLst>
            <pc:docMk/>
            <pc:sldMk cId="772871086" sldId="307"/>
            <ac:picMk id="6" creationId="{64AE2A34-8801-3B0F-85B7-C75E709F6F72}"/>
          </ac:picMkLst>
        </pc:picChg>
        <pc:picChg chg="add mod">
          <ac:chgData name="John McPhail" userId="d9640ad9-0be2-4377-a498-4127ac76f093" providerId="ADAL" clId="{E318BCDF-139D-45AE-8A3C-ADFF0F112D81}" dt="2022-10-12T13:25:07.167" v="2553"/>
          <ac:picMkLst>
            <pc:docMk/>
            <pc:sldMk cId="772871086" sldId="307"/>
            <ac:picMk id="8" creationId="{BD0B2E59-E45B-AF3C-E0B4-1AB11ACAC9C7}"/>
          </ac:picMkLst>
        </pc:picChg>
        <pc:picChg chg="add mod">
          <ac:chgData name="John McPhail" userId="d9640ad9-0be2-4377-a498-4127ac76f093" providerId="ADAL" clId="{E318BCDF-139D-45AE-8A3C-ADFF0F112D81}" dt="2022-10-12T13:25:07.274" v="2556"/>
          <ac:picMkLst>
            <pc:docMk/>
            <pc:sldMk cId="772871086" sldId="307"/>
            <ac:picMk id="10" creationId="{F9A3D418-7697-0A19-58CA-7148BC6850FC}"/>
          </ac:picMkLst>
        </pc:picChg>
        <pc:picChg chg="add mod">
          <ac:chgData name="John McPhail" userId="d9640ad9-0be2-4377-a498-4127ac76f093" providerId="ADAL" clId="{E318BCDF-139D-45AE-8A3C-ADFF0F112D81}" dt="2022-10-12T13:25:07.345" v="2559"/>
          <ac:picMkLst>
            <pc:docMk/>
            <pc:sldMk cId="772871086" sldId="307"/>
            <ac:picMk id="12" creationId="{989A97EA-7CA2-544E-2960-338EA0BB1DE3}"/>
          </ac:picMkLst>
        </pc:picChg>
        <pc:picChg chg="add mod">
          <ac:chgData name="John McPhail" userId="d9640ad9-0be2-4377-a498-4127ac76f093" providerId="ADAL" clId="{E318BCDF-139D-45AE-8A3C-ADFF0F112D81}" dt="2022-10-12T13:25:07.417" v="2562"/>
          <ac:picMkLst>
            <pc:docMk/>
            <pc:sldMk cId="772871086" sldId="307"/>
            <ac:picMk id="14" creationId="{ED38CB13-6D07-AEE7-6308-72656AD4E356}"/>
          </ac:picMkLst>
        </pc:picChg>
        <pc:picChg chg="add mod">
          <ac:chgData name="John McPhail" userId="d9640ad9-0be2-4377-a498-4127ac76f093" providerId="ADAL" clId="{E318BCDF-139D-45AE-8A3C-ADFF0F112D81}" dt="2022-10-12T13:25:07.527" v="2565"/>
          <ac:picMkLst>
            <pc:docMk/>
            <pc:sldMk cId="772871086" sldId="307"/>
            <ac:picMk id="16" creationId="{C63988F7-FDAB-882C-3055-B4F1733CE408}"/>
          </ac:picMkLst>
        </pc:picChg>
        <pc:picChg chg="add mod">
          <ac:chgData name="John McPhail" userId="d9640ad9-0be2-4377-a498-4127ac76f093" providerId="ADAL" clId="{E318BCDF-139D-45AE-8A3C-ADFF0F112D81}" dt="2022-10-12T13:25:07.664" v="2568"/>
          <ac:picMkLst>
            <pc:docMk/>
            <pc:sldMk cId="772871086" sldId="307"/>
            <ac:picMk id="18" creationId="{222B940D-D971-B8DF-262E-545F1A8224F8}"/>
          </ac:picMkLst>
        </pc:picChg>
        <pc:picChg chg="add mod">
          <ac:chgData name="John McPhail" userId="d9640ad9-0be2-4377-a498-4127ac76f093" providerId="ADAL" clId="{E318BCDF-139D-45AE-8A3C-ADFF0F112D81}" dt="2022-10-12T13:25:07.812" v="2571"/>
          <ac:picMkLst>
            <pc:docMk/>
            <pc:sldMk cId="772871086" sldId="307"/>
            <ac:picMk id="20" creationId="{5C6DAEC2-3767-3261-2E52-E73C77E9A0A6}"/>
          </ac:picMkLst>
        </pc:picChg>
        <pc:picChg chg="add mod">
          <ac:chgData name="John McPhail" userId="d9640ad9-0be2-4377-a498-4127ac76f093" providerId="ADAL" clId="{E318BCDF-139D-45AE-8A3C-ADFF0F112D81}" dt="2022-10-12T13:25:07.927" v="2574"/>
          <ac:picMkLst>
            <pc:docMk/>
            <pc:sldMk cId="772871086" sldId="307"/>
            <ac:picMk id="22" creationId="{30C51483-EA2D-A21A-0DBA-0932EB739936}"/>
          </ac:picMkLst>
        </pc:picChg>
        <pc:picChg chg="add mod">
          <ac:chgData name="John McPhail" userId="d9640ad9-0be2-4377-a498-4127ac76f093" providerId="ADAL" clId="{E318BCDF-139D-45AE-8A3C-ADFF0F112D81}" dt="2022-10-12T13:25:08.089" v="2577"/>
          <ac:picMkLst>
            <pc:docMk/>
            <pc:sldMk cId="772871086" sldId="307"/>
            <ac:picMk id="24" creationId="{A0BCEDA7-727D-4C19-3E8B-27026100577F}"/>
          </ac:picMkLst>
        </pc:picChg>
        <pc:picChg chg="add mod">
          <ac:chgData name="John McPhail" userId="d9640ad9-0be2-4377-a498-4127ac76f093" providerId="ADAL" clId="{E318BCDF-139D-45AE-8A3C-ADFF0F112D81}" dt="2022-10-12T13:25:08.338" v="2580"/>
          <ac:picMkLst>
            <pc:docMk/>
            <pc:sldMk cId="772871086" sldId="307"/>
            <ac:picMk id="26" creationId="{36A29F72-D945-273A-0938-9F71DC6C1DCE}"/>
          </ac:picMkLst>
        </pc:picChg>
        <pc:picChg chg="add mod">
          <ac:chgData name="John McPhail" userId="d9640ad9-0be2-4377-a498-4127ac76f093" providerId="ADAL" clId="{E318BCDF-139D-45AE-8A3C-ADFF0F112D81}" dt="2022-10-12T13:25:08.533" v="2583"/>
          <ac:picMkLst>
            <pc:docMk/>
            <pc:sldMk cId="772871086" sldId="307"/>
            <ac:picMk id="28" creationId="{16F2925B-9128-DF12-5649-9687751B49C3}"/>
          </ac:picMkLst>
        </pc:picChg>
        <pc:picChg chg="add mod">
          <ac:chgData name="John McPhail" userId="d9640ad9-0be2-4377-a498-4127ac76f093" providerId="ADAL" clId="{E318BCDF-139D-45AE-8A3C-ADFF0F112D81}" dt="2022-10-12T13:25:08.779" v="2586"/>
          <ac:picMkLst>
            <pc:docMk/>
            <pc:sldMk cId="772871086" sldId="307"/>
            <ac:picMk id="30" creationId="{C85D951D-63B7-36FE-1F26-A102FD0552E4}"/>
          </ac:picMkLst>
        </pc:picChg>
        <pc:picChg chg="add mod">
          <ac:chgData name="John McPhail" userId="d9640ad9-0be2-4377-a498-4127ac76f093" providerId="ADAL" clId="{E318BCDF-139D-45AE-8A3C-ADFF0F112D81}" dt="2022-10-12T13:25:09.036" v="2589"/>
          <ac:picMkLst>
            <pc:docMk/>
            <pc:sldMk cId="772871086" sldId="307"/>
            <ac:picMk id="32" creationId="{C57EF63E-B7D5-344D-CEF9-701F88064B09}"/>
          </ac:picMkLst>
        </pc:picChg>
        <pc:picChg chg="add mod">
          <ac:chgData name="John McPhail" userId="d9640ad9-0be2-4377-a498-4127ac76f093" providerId="ADAL" clId="{E318BCDF-139D-45AE-8A3C-ADFF0F112D81}" dt="2022-10-12T13:25:09.230" v="2592"/>
          <ac:picMkLst>
            <pc:docMk/>
            <pc:sldMk cId="772871086" sldId="307"/>
            <ac:picMk id="34" creationId="{22E6AE88-588F-45CC-1BA3-80AD6350FEF3}"/>
          </ac:picMkLst>
        </pc:picChg>
        <pc:picChg chg="add mod">
          <ac:chgData name="John McPhail" userId="d9640ad9-0be2-4377-a498-4127ac76f093" providerId="ADAL" clId="{E318BCDF-139D-45AE-8A3C-ADFF0F112D81}" dt="2022-10-12T13:25:09.473" v="2595"/>
          <ac:picMkLst>
            <pc:docMk/>
            <pc:sldMk cId="772871086" sldId="307"/>
            <ac:picMk id="36" creationId="{0B891DF7-3454-E5DA-CDD7-FF3D21D66F84}"/>
          </ac:picMkLst>
        </pc:picChg>
        <pc:picChg chg="add mod">
          <ac:chgData name="John McPhail" userId="d9640ad9-0be2-4377-a498-4127ac76f093" providerId="ADAL" clId="{E318BCDF-139D-45AE-8A3C-ADFF0F112D81}" dt="2022-10-12T13:25:09.732" v="2598"/>
          <ac:picMkLst>
            <pc:docMk/>
            <pc:sldMk cId="772871086" sldId="307"/>
            <ac:picMk id="38" creationId="{944FC0A9-1DE7-69D3-87AE-C9C45344C344}"/>
          </ac:picMkLst>
        </pc:picChg>
        <pc:picChg chg="add mod">
          <ac:chgData name="John McPhail" userId="d9640ad9-0be2-4377-a498-4127ac76f093" providerId="ADAL" clId="{E318BCDF-139D-45AE-8A3C-ADFF0F112D81}" dt="2022-10-12T13:25:09.935" v="2601"/>
          <ac:picMkLst>
            <pc:docMk/>
            <pc:sldMk cId="772871086" sldId="307"/>
            <ac:picMk id="40" creationId="{75861E8E-10FC-307F-E1C7-468CBB0F10C0}"/>
          </ac:picMkLst>
        </pc:picChg>
        <pc:picChg chg="add mod">
          <ac:chgData name="John McPhail" userId="d9640ad9-0be2-4377-a498-4127ac76f093" providerId="ADAL" clId="{E318BCDF-139D-45AE-8A3C-ADFF0F112D81}" dt="2022-10-12T13:25:10.248" v="2604"/>
          <ac:picMkLst>
            <pc:docMk/>
            <pc:sldMk cId="772871086" sldId="307"/>
            <ac:picMk id="42" creationId="{DCEA790F-F7CE-1380-9EF8-895DA3A0932B}"/>
          </ac:picMkLst>
        </pc:picChg>
        <pc:picChg chg="add mod">
          <ac:chgData name="John McPhail" userId="d9640ad9-0be2-4377-a498-4127ac76f093" providerId="ADAL" clId="{E318BCDF-139D-45AE-8A3C-ADFF0F112D81}" dt="2022-10-12T13:25:10.443" v="2607"/>
          <ac:picMkLst>
            <pc:docMk/>
            <pc:sldMk cId="772871086" sldId="307"/>
            <ac:picMk id="44" creationId="{2F80E782-7F00-07EF-03F0-8CD2E7200BCE}"/>
          </ac:picMkLst>
        </pc:picChg>
        <pc:picChg chg="add mod">
          <ac:chgData name="John McPhail" userId="d9640ad9-0be2-4377-a498-4127ac76f093" providerId="ADAL" clId="{E318BCDF-139D-45AE-8A3C-ADFF0F112D81}" dt="2022-10-12T13:25:10.630" v="2610"/>
          <ac:picMkLst>
            <pc:docMk/>
            <pc:sldMk cId="772871086" sldId="307"/>
            <ac:picMk id="46" creationId="{29401EAA-52D0-CAB5-FD88-F4CFD3A69A51}"/>
          </ac:picMkLst>
        </pc:picChg>
        <pc:picChg chg="add mod">
          <ac:chgData name="John McPhail" userId="d9640ad9-0be2-4377-a498-4127ac76f093" providerId="ADAL" clId="{E318BCDF-139D-45AE-8A3C-ADFF0F112D81}" dt="2022-10-12T13:25:10.866" v="2613"/>
          <ac:picMkLst>
            <pc:docMk/>
            <pc:sldMk cId="772871086" sldId="307"/>
            <ac:picMk id="48" creationId="{43B88E63-348A-D1BE-B31A-CBC9069F9776}"/>
          </ac:picMkLst>
        </pc:picChg>
        <pc:picChg chg="add mod">
          <ac:chgData name="John McPhail" userId="d9640ad9-0be2-4377-a498-4127ac76f093" providerId="ADAL" clId="{E318BCDF-139D-45AE-8A3C-ADFF0F112D81}" dt="2022-10-12T13:25:11.136" v="2616"/>
          <ac:picMkLst>
            <pc:docMk/>
            <pc:sldMk cId="772871086" sldId="307"/>
            <ac:picMk id="50" creationId="{84C4D728-3E65-63A2-DED1-068264F4A92E}"/>
          </ac:picMkLst>
        </pc:picChg>
        <pc:picChg chg="add mod">
          <ac:chgData name="John McPhail" userId="d9640ad9-0be2-4377-a498-4127ac76f093" providerId="ADAL" clId="{E318BCDF-139D-45AE-8A3C-ADFF0F112D81}" dt="2022-10-12T13:25:11.357" v="2619"/>
          <ac:picMkLst>
            <pc:docMk/>
            <pc:sldMk cId="772871086" sldId="307"/>
            <ac:picMk id="52" creationId="{A2AF0A30-5BD6-7902-A524-606911AA8BA8}"/>
          </ac:picMkLst>
        </pc:picChg>
        <pc:picChg chg="add mod">
          <ac:chgData name="John McPhail" userId="d9640ad9-0be2-4377-a498-4127ac76f093" providerId="ADAL" clId="{E318BCDF-139D-45AE-8A3C-ADFF0F112D81}" dt="2022-10-12T13:25:11.713" v="2622"/>
          <ac:picMkLst>
            <pc:docMk/>
            <pc:sldMk cId="772871086" sldId="307"/>
            <ac:picMk id="54" creationId="{874ED04F-ED85-A6D3-80F6-56D6158942F0}"/>
          </ac:picMkLst>
        </pc:picChg>
        <pc:picChg chg="add mod">
          <ac:chgData name="John McPhail" userId="d9640ad9-0be2-4377-a498-4127ac76f093" providerId="ADAL" clId="{E318BCDF-139D-45AE-8A3C-ADFF0F112D81}" dt="2022-10-12T13:25:12.120" v="2625"/>
          <ac:picMkLst>
            <pc:docMk/>
            <pc:sldMk cId="772871086" sldId="307"/>
            <ac:picMk id="56" creationId="{C6195797-6BF6-CD14-D1E9-D8AE190BD85B}"/>
          </ac:picMkLst>
        </pc:picChg>
        <pc:picChg chg="add mod">
          <ac:chgData name="John McPhail" userId="d9640ad9-0be2-4377-a498-4127ac76f093" providerId="ADAL" clId="{E318BCDF-139D-45AE-8A3C-ADFF0F112D81}" dt="2022-10-12T13:25:12.381" v="2628"/>
          <ac:picMkLst>
            <pc:docMk/>
            <pc:sldMk cId="772871086" sldId="307"/>
            <ac:picMk id="58" creationId="{87FC3358-004C-C607-05D3-627CBD18EBEB}"/>
          </ac:picMkLst>
        </pc:picChg>
        <pc:picChg chg="add mod">
          <ac:chgData name="John McPhail" userId="d9640ad9-0be2-4377-a498-4127ac76f093" providerId="ADAL" clId="{E318BCDF-139D-45AE-8A3C-ADFF0F112D81}" dt="2022-10-12T13:25:12.699" v="2631"/>
          <ac:picMkLst>
            <pc:docMk/>
            <pc:sldMk cId="772871086" sldId="307"/>
            <ac:picMk id="60" creationId="{FE9E7570-5FE4-7E1E-D47C-3AAE858AF296}"/>
          </ac:picMkLst>
        </pc:picChg>
        <pc:picChg chg="add mod">
          <ac:chgData name="John McPhail" userId="d9640ad9-0be2-4377-a498-4127ac76f093" providerId="ADAL" clId="{E318BCDF-139D-45AE-8A3C-ADFF0F112D81}" dt="2022-10-12T13:25:12.943" v="2634"/>
          <ac:picMkLst>
            <pc:docMk/>
            <pc:sldMk cId="772871086" sldId="307"/>
            <ac:picMk id="62" creationId="{396A8A5C-7216-C310-B0CE-8E4D1DBDED6E}"/>
          </ac:picMkLst>
        </pc:picChg>
        <pc:picChg chg="add mod">
          <ac:chgData name="John McPhail" userId="d9640ad9-0be2-4377-a498-4127ac76f093" providerId="ADAL" clId="{E318BCDF-139D-45AE-8A3C-ADFF0F112D81}" dt="2022-10-12T13:25:13.357" v="2637"/>
          <ac:picMkLst>
            <pc:docMk/>
            <pc:sldMk cId="772871086" sldId="307"/>
            <ac:picMk id="64" creationId="{C616A411-3BCF-D783-7FF7-DE5D072B70F7}"/>
          </ac:picMkLst>
        </pc:picChg>
        <pc:picChg chg="add mod">
          <ac:chgData name="John McPhail" userId="d9640ad9-0be2-4377-a498-4127ac76f093" providerId="ADAL" clId="{E318BCDF-139D-45AE-8A3C-ADFF0F112D81}" dt="2022-10-12T13:25:13.818" v="2640"/>
          <ac:picMkLst>
            <pc:docMk/>
            <pc:sldMk cId="772871086" sldId="307"/>
            <ac:picMk id="66" creationId="{4D8160FC-6661-8176-0A59-F2C8CB9851EC}"/>
          </ac:picMkLst>
        </pc:picChg>
      </pc:sldChg>
      <pc:sldChg chg="addSp delSp modSp add del mod modAnim">
        <pc:chgData name="John McPhail" userId="d9640ad9-0be2-4377-a498-4127ac76f093" providerId="ADAL" clId="{E318BCDF-139D-45AE-8A3C-ADFF0F112D81}" dt="2022-10-12T13:04:50.338" v="2482" actId="47"/>
        <pc:sldMkLst>
          <pc:docMk/>
          <pc:sldMk cId="2185526135" sldId="307"/>
        </pc:sldMkLst>
        <pc:spChg chg="del">
          <ac:chgData name="John McPhail" userId="d9640ad9-0be2-4377-a498-4127ac76f093" providerId="ADAL" clId="{E318BCDF-139D-45AE-8A3C-ADFF0F112D81}" dt="2022-10-12T12:58:38.646" v="2412"/>
          <ac:spMkLst>
            <pc:docMk/>
            <pc:sldMk cId="2185526135" sldId="307"/>
            <ac:spMk id="2" creationId="{A0651DCF-9C16-7115-1D8E-9B79525010BF}"/>
          </ac:spMkLst>
        </pc:spChg>
        <pc:picChg chg="add mod">
          <ac:chgData name="John McPhail" userId="d9640ad9-0be2-4377-a498-4127ac76f093" providerId="ADAL" clId="{E318BCDF-139D-45AE-8A3C-ADFF0F112D81}" dt="2022-10-12T12:58:38.653" v="2414"/>
          <ac:picMkLst>
            <pc:docMk/>
            <pc:sldMk cId="2185526135" sldId="307"/>
            <ac:picMk id="4" creationId="{740CEC7E-F864-4055-C2C2-DB9D6BC18E22}"/>
          </ac:picMkLst>
        </pc:picChg>
        <pc:picChg chg="add mod">
          <ac:chgData name="John McPhail" userId="d9640ad9-0be2-4377-a498-4127ac76f093" providerId="ADAL" clId="{E318BCDF-139D-45AE-8A3C-ADFF0F112D81}" dt="2022-10-12T12:58:38.671" v="2416"/>
          <ac:picMkLst>
            <pc:docMk/>
            <pc:sldMk cId="2185526135" sldId="307"/>
            <ac:picMk id="6" creationId="{7BC2529D-ADE3-91C4-5D4B-9D3C29A56351}"/>
          </ac:picMkLst>
        </pc:picChg>
        <pc:picChg chg="add mod">
          <ac:chgData name="John McPhail" userId="d9640ad9-0be2-4377-a498-4127ac76f093" providerId="ADAL" clId="{E318BCDF-139D-45AE-8A3C-ADFF0F112D81}" dt="2022-10-12T12:58:38.729" v="2419"/>
          <ac:picMkLst>
            <pc:docMk/>
            <pc:sldMk cId="2185526135" sldId="307"/>
            <ac:picMk id="8" creationId="{BBC2FCA5-76B3-425D-CD4F-3613EF8CE981}"/>
          </ac:picMkLst>
        </pc:picChg>
        <pc:picChg chg="add mod">
          <ac:chgData name="John McPhail" userId="d9640ad9-0be2-4377-a498-4127ac76f093" providerId="ADAL" clId="{E318BCDF-139D-45AE-8A3C-ADFF0F112D81}" dt="2022-10-12T12:58:38.787" v="2422"/>
          <ac:picMkLst>
            <pc:docMk/>
            <pc:sldMk cId="2185526135" sldId="307"/>
            <ac:picMk id="10" creationId="{06F55788-0813-31B0-F32C-57A50DFA3546}"/>
          </ac:picMkLst>
        </pc:picChg>
        <pc:picChg chg="add mod">
          <ac:chgData name="John McPhail" userId="d9640ad9-0be2-4377-a498-4127ac76f093" providerId="ADAL" clId="{E318BCDF-139D-45AE-8A3C-ADFF0F112D81}" dt="2022-10-12T12:58:38.856" v="2425"/>
          <ac:picMkLst>
            <pc:docMk/>
            <pc:sldMk cId="2185526135" sldId="307"/>
            <ac:picMk id="12" creationId="{8C1ACA56-DDA4-597B-7AD9-C4879F0EC490}"/>
          </ac:picMkLst>
        </pc:picChg>
        <pc:picChg chg="add mod">
          <ac:chgData name="John McPhail" userId="d9640ad9-0be2-4377-a498-4127ac76f093" providerId="ADAL" clId="{E318BCDF-139D-45AE-8A3C-ADFF0F112D81}" dt="2022-10-12T12:58:38.926" v="2428"/>
          <ac:picMkLst>
            <pc:docMk/>
            <pc:sldMk cId="2185526135" sldId="307"/>
            <ac:picMk id="14" creationId="{B049CB51-6933-872E-6FCA-E5F0ECD7D877}"/>
          </ac:picMkLst>
        </pc:picChg>
        <pc:picChg chg="add mod">
          <ac:chgData name="John McPhail" userId="d9640ad9-0be2-4377-a498-4127ac76f093" providerId="ADAL" clId="{E318BCDF-139D-45AE-8A3C-ADFF0F112D81}" dt="2022-10-12T12:58:39.037" v="2431"/>
          <ac:picMkLst>
            <pc:docMk/>
            <pc:sldMk cId="2185526135" sldId="307"/>
            <ac:picMk id="16" creationId="{C1D4566D-4267-52DB-FEC3-51344B5C181D}"/>
          </ac:picMkLst>
        </pc:picChg>
        <pc:picChg chg="add mod">
          <ac:chgData name="John McPhail" userId="d9640ad9-0be2-4377-a498-4127ac76f093" providerId="ADAL" clId="{E318BCDF-139D-45AE-8A3C-ADFF0F112D81}" dt="2022-10-12T12:58:39.128" v="2434"/>
          <ac:picMkLst>
            <pc:docMk/>
            <pc:sldMk cId="2185526135" sldId="307"/>
            <ac:picMk id="18" creationId="{22DA8365-17F9-D2AF-25BB-542D87CC0E4B}"/>
          </ac:picMkLst>
        </pc:picChg>
        <pc:picChg chg="add mod">
          <ac:chgData name="John McPhail" userId="d9640ad9-0be2-4377-a498-4127ac76f093" providerId="ADAL" clId="{E318BCDF-139D-45AE-8A3C-ADFF0F112D81}" dt="2022-10-12T12:58:39.236" v="2437"/>
          <ac:picMkLst>
            <pc:docMk/>
            <pc:sldMk cId="2185526135" sldId="307"/>
            <ac:picMk id="20" creationId="{5063B4FB-1653-A757-309B-70FBB4AE1522}"/>
          </ac:picMkLst>
        </pc:picChg>
        <pc:picChg chg="add mod">
          <ac:chgData name="John McPhail" userId="d9640ad9-0be2-4377-a498-4127ac76f093" providerId="ADAL" clId="{E318BCDF-139D-45AE-8A3C-ADFF0F112D81}" dt="2022-10-12T12:58:39.339" v="2440"/>
          <ac:picMkLst>
            <pc:docMk/>
            <pc:sldMk cId="2185526135" sldId="307"/>
            <ac:picMk id="22" creationId="{890EAFF8-B514-6F9F-0C9B-10F633F5EF6A}"/>
          </ac:picMkLst>
        </pc:picChg>
        <pc:picChg chg="add mod">
          <ac:chgData name="John McPhail" userId="d9640ad9-0be2-4377-a498-4127ac76f093" providerId="ADAL" clId="{E318BCDF-139D-45AE-8A3C-ADFF0F112D81}" dt="2022-10-12T12:58:39.476" v="2443"/>
          <ac:picMkLst>
            <pc:docMk/>
            <pc:sldMk cId="2185526135" sldId="307"/>
            <ac:picMk id="24" creationId="{DD485ECE-51D3-7222-6F85-691BCF85D434}"/>
          </ac:picMkLst>
        </pc:picChg>
        <pc:picChg chg="add mod">
          <ac:chgData name="John McPhail" userId="d9640ad9-0be2-4377-a498-4127ac76f093" providerId="ADAL" clId="{E318BCDF-139D-45AE-8A3C-ADFF0F112D81}" dt="2022-10-12T12:58:39.583" v="2446"/>
          <ac:picMkLst>
            <pc:docMk/>
            <pc:sldMk cId="2185526135" sldId="307"/>
            <ac:picMk id="26" creationId="{AF69C630-6945-9A8E-3863-F92095507E36}"/>
          </ac:picMkLst>
        </pc:picChg>
        <pc:picChg chg="add mod">
          <ac:chgData name="John McPhail" userId="d9640ad9-0be2-4377-a498-4127ac76f093" providerId="ADAL" clId="{E318BCDF-139D-45AE-8A3C-ADFF0F112D81}" dt="2022-10-12T12:58:39.660" v="2449"/>
          <ac:picMkLst>
            <pc:docMk/>
            <pc:sldMk cId="2185526135" sldId="307"/>
            <ac:picMk id="28" creationId="{37839413-6FB0-6F46-0EBF-F4F38A3384D9}"/>
          </ac:picMkLst>
        </pc:picChg>
        <pc:picChg chg="add mod">
          <ac:chgData name="John McPhail" userId="d9640ad9-0be2-4377-a498-4127ac76f093" providerId="ADAL" clId="{E318BCDF-139D-45AE-8A3C-ADFF0F112D81}" dt="2022-10-12T12:58:39.815" v="2452"/>
          <ac:picMkLst>
            <pc:docMk/>
            <pc:sldMk cId="2185526135" sldId="307"/>
            <ac:picMk id="30" creationId="{2763A872-67F7-A18B-4AE0-2D4C222518D0}"/>
          </ac:picMkLst>
        </pc:picChg>
      </pc:sldChg>
      <pc:sldChg chg="addSp delSp modSp add del mod modAnim">
        <pc:chgData name="John McPhail" userId="d9640ad9-0be2-4377-a498-4127ac76f093" providerId="ADAL" clId="{E318BCDF-139D-45AE-8A3C-ADFF0F112D81}" dt="2022-10-12T17:27:47.975" v="12148" actId="47"/>
        <pc:sldMkLst>
          <pc:docMk/>
          <pc:sldMk cId="2209343169" sldId="307"/>
        </pc:sldMkLst>
        <pc:spChg chg="del">
          <ac:chgData name="John McPhail" userId="d9640ad9-0be2-4377-a498-4127ac76f093" providerId="ADAL" clId="{E318BCDF-139D-45AE-8A3C-ADFF0F112D81}" dt="2022-10-12T17:25:40.579" v="12003"/>
          <ac:spMkLst>
            <pc:docMk/>
            <pc:sldMk cId="2209343169" sldId="307"/>
            <ac:spMk id="2" creationId="{95A72610-E3A1-8EE4-40B8-7F93C74D27FB}"/>
          </ac:spMkLst>
        </pc:spChg>
        <pc:picChg chg="add mod">
          <ac:chgData name="John McPhail" userId="d9640ad9-0be2-4377-a498-4127ac76f093" providerId="ADAL" clId="{E318BCDF-139D-45AE-8A3C-ADFF0F112D81}" dt="2022-10-12T17:25:40.585" v="12005"/>
          <ac:picMkLst>
            <pc:docMk/>
            <pc:sldMk cId="2209343169" sldId="307"/>
            <ac:picMk id="4" creationId="{8F22433D-625F-4FD1-4EF0-DEC94F9D46CE}"/>
          </ac:picMkLst>
        </pc:picChg>
        <pc:picChg chg="add mod">
          <ac:chgData name="John McPhail" userId="d9640ad9-0be2-4377-a498-4127ac76f093" providerId="ADAL" clId="{E318BCDF-139D-45AE-8A3C-ADFF0F112D81}" dt="2022-10-12T17:25:40.616" v="12007"/>
          <ac:picMkLst>
            <pc:docMk/>
            <pc:sldMk cId="2209343169" sldId="307"/>
            <ac:picMk id="6" creationId="{E76AA5AC-06BB-C7FF-6DD9-953B89727056}"/>
          </ac:picMkLst>
        </pc:picChg>
        <pc:picChg chg="add mod">
          <ac:chgData name="John McPhail" userId="d9640ad9-0be2-4377-a498-4127ac76f093" providerId="ADAL" clId="{E318BCDF-139D-45AE-8A3C-ADFF0F112D81}" dt="2022-10-12T17:25:40.687" v="12010"/>
          <ac:picMkLst>
            <pc:docMk/>
            <pc:sldMk cId="2209343169" sldId="307"/>
            <ac:picMk id="8" creationId="{0173B86A-B460-6927-B9C0-B95DC68D9BF6}"/>
          </ac:picMkLst>
        </pc:picChg>
        <pc:picChg chg="add mod">
          <ac:chgData name="John McPhail" userId="d9640ad9-0be2-4377-a498-4127ac76f093" providerId="ADAL" clId="{E318BCDF-139D-45AE-8A3C-ADFF0F112D81}" dt="2022-10-12T17:25:40.748" v="12013"/>
          <ac:picMkLst>
            <pc:docMk/>
            <pc:sldMk cId="2209343169" sldId="307"/>
            <ac:picMk id="10" creationId="{DF9A04B8-0E96-49D3-E268-3CC9328E1395}"/>
          </ac:picMkLst>
        </pc:picChg>
        <pc:picChg chg="add mod">
          <ac:chgData name="John McPhail" userId="d9640ad9-0be2-4377-a498-4127ac76f093" providerId="ADAL" clId="{E318BCDF-139D-45AE-8A3C-ADFF0F112D81}" dt="2022-10-12T17:25:40.826" v="12016"/>
          <ac:picMkLst>
            <pc:docMk/>
            <pc:sldMk cId="2209343169" sldId="307"/>
            <ac:picMk id="12" creationId="{9A359CAC-1905-C3F2-AB74-E3EFB0C9FC5B}"/>
          </ac:picMkLst>
        </pc:picChg>
        <pc:picChg chg="add mod">
          <ac:chgData name="John McPhail" userId="d9640ad9-0be2-4377-a498-4127ac76f093" providerId="ADAL" clId="{E318BCDF-139D-45AE-8A3C-ADFF0F112D81}" dt="2022-10-12T17:25:40.914" v="12019"/>
          <ac:picMkLst>
            <pc:docMk/>
            <pc:sldMk cId="2209343169" sldId="307"/>
            <ac:picMk id="14" creationId="{28D19AAF-2829-10C3-0F30-B8273A8B37EF}"/>
          </ac:picMkLst>
        </pc:picChg>
        <pc:picChg chg="add mod">
          <ac:chgData name="John McPhail" userId="d9640ad9-0be2-4377-a498-4127ac76f093" providerId="ADAL" clId="{E318BCDF-139D-45AE-8A3C-ADFF0F112D81}" dt="2022-10-12T17:25:41.028" v="12022"/>
          <ac:picMkLst>
            <pc:docMk/>
            <pc:sldMk cId="2209343169" sldId="307"/>
            <ac:picMk id="16" creationId="{A70C6945-0196-1FAE-2301-8B49B6D79B90}"/>
          </ac:picMkLst>
        </pc:picChg>
        <pc:picChg chg="add mod">
          <ac:chgData name="John McPhail" userId="d9640ad9-0be2-4377-a498-4127ac76f093" providerId="ADAL" clId="{E318BCDF-139D-45AE-8A3C-ADFF0F112D81}" dt="2022-10-12T17:25:41.117" v="12025"/>
          <ac:picMkLst>
            <pc:docMk/>
            <pc:sldMk cId="2209343169" sldId="307"/>
            <ac:picMk id="18" creationId="{6481D91E-77A7-D0EE-29FE-C8F4031E475C}"/>
          </ac:picMkLst>
        </pc:picChg>
        <pc:picChg chg="add mod">
          <ac:chgData name="John McPhail" userId="d9640ad9-0be2-4377-a498-4127ac76f093" providerId="ADAL" clId="{E318BCDF-139D-45AE-8A3C-ADFF0F112D81}" dt="2022-10-12T17:25:41.230" v="12028"/>
          <ac:picMkLst>
            <pc:docMk/>
            <pc:sldMk cId="2209343169" sldId="307"/>
            <ac:picMk id="20" creationId="{0B99F636-C8D2-67AD-42C0-E21D9CE60A7C}"/>
          </ac:picMkLst>
        </pc:picChg>
        <pc:picChg chg="add mod">
          <ac:chgData name="John McPhail" userId="d9640ad9-0be2-4377-a498-4127ac76f093" providerId="ADAL" clId="{E318BCDF-139D-45AE-8A3C-ADFF0F112D81}" dt="2022-10-12T17:25:41.345" v="12031"/>
          <ac:picMkLst>
            <pc:docMk/>
            <pc:sldMk cId="2209343169" sldId="307"/>
            <ac:picMk id="22" creationId="{62C0D0C9-F3DE-4260-629B-44F2F00C5E4C}"/>
          </ac:picMkLst>
        </pc:picChg>
        <pc:picChg chg="add mod">
          <ac:chgData name="John McPhail" userId="d9640ad9-0be2-4377-a498-4127ac76f093" providerId="ADAL" clId="{E318BCDF-139D-45AE-8A3C-ADFF0F112D81}" dt="2022-10-12T17:25:41.488" v="12034"/>
          <ac:picMkLst>
            <pc:docMk/>
            <pc:sldMk cId="2209343169" sldId="307"/>
            <ac:picMk id="24" creationId="{98900AD9-9E12-1FF8-25B2-A60BB8C44E8C}"/>
          </ac:picMkLst>
        </pc:picChg>
        <pc:picChg chg="add mod">
          <ac:chgData name="John McPhail" userId="d9640ad9-0be2-4377-a498-4127ac76f093" providerId="ADAL" clId="{E318BCDF-139D-45AE-8A3C-ADFF0F112D81}" dt="2022-10-12T17:25:41.665" v="12037"/>
          <ac:picMkLst>
            <pc:docMk/>
            <pc:sldMk cId="2209343169" sldId="307"/>
            <ac:picMk id="26" creationId="{F0024229-6942-3707-D96E-A54134419C20}"/>
          </ac:picMkLst>
        </pc:picChg>
        <pc:picChg chg="add mod">
          <ac:chgData name="John McPhail" userId="d9640ad9-0be2-4377-a498-4127ac76f093" providerId="ADAL" clId="{E318BCDF-139D-45AE-8A3C-ADFF0F112D81}" dt="2022-10-12T17:25:41.824" v="12040"/>
          <ac:picMkLst>
            <pc:docMk/>
            <pc:sldMk cId="2209343169" sldId="307"/>
            <ac:picMk id="28" creationId="{ED8D00C9-9786-CB96-FBDB-F1600BBAB40F}"/>
          </ac:picMkLst>
        </pc:picChg>
        <pc:picChg chg="add mod">
          <ac:chgData name="John McPhail" userId="d9640ad9-0be2-4377-a498-4127ac76f093" providerId="ADAL" clId="{E318BCDF-139D-45AE-8A3C-ADFF0F112D81}" dt="2022-10-12T17:25:42.006" v="12043"/>
          <ac:picMkLst>
            <pc:docMk/>
            <pc:sldMk cId="2209343169" sldId="307"/>
            <ac:picMk id="30" creationId="{F7A87C2F-F4AA-02DB-B487-2EB43D840D5A}"/>
          </ac:picMkLst>
        </pc:picChg>
        <pc:picChg chg="add mod">
          <ac:chgData name="John McPhail" userId="d9640ad9-0be2-4377-a498-4127ac76f093" providerId="ADAL" clId="{E318BCDF-139D-45AE-8A3C-ADFF0F112D81}" dt="2022-10-12T17:25:42.203" v="12046"/>
          <ac:picMkLst>
            <pc:docMk/>
            <pc:sldMk cId="2209343169" sldId="307"/>
            <ac:picMk id="32" creationId="{AF66311C-BE04-C25E-26E1-96513A3AAA14}"/>
          </ac:picMkLst>
        </pc:picChg>
        <pc:picChg chg="add mod">
          <ac:chgData name="John McPhail" userId="d9640ad9-0be2-4377-a498-4127ac76f093" providerId="ADAL" clId="{E318BCDF-139D-45AE-8A3C-ADFF0F112D81}" dt="2022-10-12T17:25:42.393" v="12049"/>
          <ac:picMkLst>
            <pc:docMk/>
            <pc:sldMk cId="2209343169" sldId="307"/>
            <ac:picMk id="34" creationId="{1C1E7657-0090-9FE3-163B-F75F62CBEE2D}"/>
          </ac:picMkLst>
        </pc:picChg>
        <pc:picChg chg="add mod">
          <ac:chgData name="John McPhail" userId="d9640ad9-0be2-4377-a498-4127ac76f093" providerId="ADAL" clId="{E318BCDF-139D-45AE-8A3C-ADFF0F112D81}" dt="2022-10-12T17:25:42.577" v="12052"/>
          <ac:picMkLst>
            <pc:docMk/>
            <pc:sldMk cId="2209343169" sldId="307"/>
            <ac:picMk id="36" creationId="{7B43563F-4645-62CC-97CC-1BCC5E6EC01D}"/>
          </ac:picMkLst>
        </pc:picChg>
        <pc:picChg chg="add mod">
          <ac:chgData name="John McPhail" userId="d9640ad9-0be2-4377-a498-4127ac76f093" providerId="ADAL" clId="{E318BCDF-139D-45AE-8A3C-ADFF0F112D81}" dt="2022-10-12T17:25:42.766" v="12055"/>
          <ac:picMkLst>
            <pc:docMk/>
            <pc:sldMk cId="2209343169" sldId="307"/>
            <ac:picMk id="38" creationId="{23355782-EFEC-3CCC-77D7-FD09386F3895}"/>
          </ac:picMkLst>
        </pc:picChg>
        <pc:picChg chg="add mod">
          <ac:chgData name="John McPhail" userId="d9640ad9-0be2-4377-a498-4127ac76f093" providerId="ADAL" clId="{E318BCDF-139D-45AE-8A3C-ADFF0F112D81}" dt="2022-10-12T17:25:42.957" v="12058"/>
          <ac:picMkLst>
            <pc:docMk/>
            <pc:sldMk cId="2209343169" sldId="307"/>
            <ac:picMk id="40" creationId="{8A5CB6D7-E3AF-C145-64BF-2F972BB9D33A}"/>
          </ac:picMkLst>
        </pc:picChg>
        <pc:picChg chg="add mod">
          <ac:chgData name="John McPhail" userId="d9640ad9-0be2-4377-a498-4127ac76f093" providerId="ADAL" clId="{E318BCDF-139D-45AE-8A3C-ADFF0F112D81}" dt="2022-10-12T17:25:43.107" v="12061"/>
          <ac:picMkLst>
            <pc:docMk/>
            <pc:sldMk cId="2209343169" sldId="307"/>
            <ac:picMk id="42" creationId="{578174DA-A030-C157-BA26-2392DEB247DE}"/>
          </ac:picMkLst>
        </pc:picChg>
        <pc:picChg chg="add mod">
          <ac:chgData name="John McPhail" userId="d9640ad9-0be2-4377-a498-4127ac76f093" providerId="ADAL" clId="{E318BCDF-139D-45AE-8A3C-ADFF0F112D81}" dt="2022-10-12T17:25:43.326" v="12064"/>
          <ac:picMkLst>
            <pc:docMk/>
            <pc:sldMk cId="2209343169" sldId="307"/>
            <ac:picMk id="44" creationId="{CDF61318-B560-44BE-F7E5-EB86408DBBCC}"/>
          </ac:picMkLst>
        </pc:picChg>
        <pc:picChg chg="add mod">
          <ac:chgData name="John McPhail" userId="d9640ad9-0be2-4377-a498-4127ac76f093" providerId="ADAL" clId="{E318BCDF-139D-45AE-8A3C-ADFF0F112D81}" dt="2022-10-12T17:25:43.549" v="12067"/>
          <ac:picMkLst>
            <pc:docMk/>
            <pc:sldMk cId="2209343169" sldId="307"/>
            <ac:picMk id="46" creationId="{6761C05B-4113-39A1-A6C0-79EF134841AE}"/>
          </ac:picMkLst>
        </pc:picChg>
        <pc:picChg chg="add mod">
          <ac:chgData name="John McPhail" userId="d9640ad9-0be2-4377-a498-4127ac76f093" providerId="ADAL" clId="{E318BCDF-139D-45AE-8A3C-ADFF0F112D81}" dt="2022-10-12T17:25:43.837" v="12070"/>
          <ac:picMkLst>
            <pc:docMk/>
            <pc:sldMk cId="2209343169" sldId="307"/>
            <ac:picMk id="48" creationId="{56741477-DAA9-C2B9-D312-286F5D859418}"/>
          </ac:picMkLst>
        </pc:picChg>
        <pc:picChg chg="add mod">
          <ac:chgData name="John McPhail" userId="d9640ad9-0be2-4377-a498-4127ac76f093" providerId="ADAL" clId="{E318BCDF-139D-45AE-8A3C-ADFF0F112D81}" dt="2022-10-12T17:25:44.069" v="12073"/>
          <ac:picMkLst>
            <pc:docMk/>
            <pc:sldMk cId="2209343169" sldId="307"/>
            <ac:picMk id="50" creationId="{207D4633-5B51-282D-67F7-58FEC8E76589}"/>
          </ac:picMkLst>
        </pc:picChg>
        <pc:picChg chg="add mod">
          <ac:chgData name="John McPhail" userId="d9640ad9-0be2-4377-a498-4127ac76f093" providerId="ADAL" clId="{E318BCDF-139D-45AE-8A3C-ADFF0F112D81}" dt="2022-10-12T17:25:44.245" v="12076"/>
          <ac:picMkLst>
            <pc:docMk/>
            <pc:sldMk cId="2209343169" sldId="307"/>
            <ac:picMk id="52" creationId="{269A6F98-518C-183B-34DA-03BF7EB2F380}"/>
          </ac:picMkLst>
        </pc:picChg>
        <pc:picChg chg="add mod">
          <ac:chgData name="John McPhail" userId="d9640ad9-0be2-4377-a498-4127ac76f093" providerId="ADAL" clId="{E318BCDF-139D-45AE-8A3C-ADFF0F112D81}" dt="2022-10-12T17:25:44.349" v="12079"/>
          <ac:picMkLst>
            <pc:docMk/>
            <pc:sldMk cId="2209343169" sldId="307"/>
            <ac:picMk id="54" creationId="{74C9236A-2E1B-0606-3AC5-701E3961E009}"/>
          </ac:picMkLst>
        </pc:picChg>
        <pc:picChg chg="add mod">
          <ac:chgData name="John McPhail" userId="d9640ad9-0be2-4377-a498-4127ac76f093" providerId="ADAL" clId="{E318BCDF-139D-45AE-8A3C-ADFF0F112D81}" dt="2022-10-12T17:25:44.544" v="12082"/>
          <ac:picMkLst>
            <pc:docMk/>
            <pc:sldMk cId="2209343169" sldId="307"/>
            <ac:picMk id="56" creationId="{72D7129F-4B84-B2C8-038D-0775A4CEE2D2}"/>
          </ac:picMkLst>
        </pc:picChg>
        <pc:picChg chg="add mod">
          <ac:chgData name="John McPhail" userId="d9640ad9-0be2-4377-a498-4127ac76f093" providerId="ADAL" clId="{E318BCDF-139D-45AE-8A3C-ADFF0F112D81}" dt="2022-10-12T17:25:44.747" v="12085"/>
          <ac:picMkLst>
            <pc:docMk/>
            <pc:sldMk cId="2209343169" sldId="307"/>
            <ac:picMk id="58" creationId="{1B4D75D4-4C6E-FBCD-5E83-A56074A09ADE}"/>
          </ac:picMkLst>
        </pc:picChg>
        <pc:picChg chg="add mod">
          <ac:chgData name="John McPhail" userId="d9640ad9-0be2-4377-a498-4127ac76f093" providerId="ADAL" clId="{E318BCDF-139D-45AE-8A3C-ADFF0F112D81}" dt="2022-10-12T17:25:44.958" v="12088"/>
          <ac:picMkLst>
            <pc:docMk/>
            <pc:sldMk cId="2209343169" sldId="307"/>
            <ac:picMk id="60" creationId="{E2A8E2A5-7A31-E7D2-61AE-6056DB7311DB}"/>
          </ac:picMkLst>
        </pc:picChg>
        <pc:picChg chg="add mod">
          <ac:chgData name="John McPhail" userId="d9640ad9-0be2-4377-a498-4127ac76f093" providerId="ADAL" clId="{E318BCDF-139D-45AE-8A3C-ADFF0F112D81}" dt="2022-10-12T17:25:45.155" v="12091"/>
          <ac:picMkLst>
            <pc:docMk/>
            <pc:sldMk cId="2209343169" sldId="307"/>
            <ac:picMk id="62" creationId="{5E096172-4A28-DEF3-14B4-F4A65DDB39E6}"/>
          </ac:picMkLst>
        </pc:picChg>
        <pc:picChg chg="add mod">
          <ac:chgData name="John McPhail" userId="d9640ad9-0be2-4377-a498-4127ac76f093" providerId="ADAL" clId="{E318BCDF-139D-45AE-8A3C-ADFF0F112D81}" dt="2022-10-12T17:25:45.454" v="12094"/>
          <ac:picMkLst>
            <pc:docMk/>
            <pc:sldMk cId="2209343169" sldId="307"/>
            <ac:picMk id="64" creationId="{221446DC-9BD9-2F55-BE43-7FF1C60FC22F}"/>
          </ac:picMkLst>
        </pc:picChg>
        <pc:picChg chg="add mod">
          <ac:chgData name="John McPhail" userId="d9640ad9-0be2-4377-a498-4127ac76f093" providerId="ADAL" clId="{E318BCDF-139D-45AE-8A3C-ADFF0F112D81}" dt="2022-10-12T17:25:45.628" v="12097"/>
          <ac:picMkLst>
            <pc:docMk/>
            <pc:sldMk cId="2209343169" sldId="307"/>
            <ac:picMk id="66" creationId="{9615BEFD-CBD9-5B8D-5921-51DAABA6C573}"/>
          </ac:picMkLst>
        </pc:picChg>
      </pc:sldChg>
      <pc:sldChg chg="addSp delSp modSp add del mod modAnim">
        <pc:chgData name="John McPhail" userId="d9640ad9-0be2-4377-a498-4127ac76f093" providerId="ADAL" clId="{E318BCDF-139D-45AE-8A3C-ADFF0F112D81}" dt="2022-10-12T13:04:49.525" v="2481" actId="47"/>
        <pc:sldMkLst>
          <pc:docMk/>
          <pc:sldMk cId="784342518" sldId="308"/>
        </pc:sldMkLst>
        <pc:spChg chg="del">
          <ac:chgData name="John McPhail" userId="d9640ad9-0be2-4377-a498-4127ac76f093" providerId="ADAL" clId="{E318BCDF-139D-45AE-8A3C-ADFF0F112D81}" dt="2022-10-12T13:02:44.501" v="2469"/>
          <ac:spMkLst>
            <pc:docMk/>
            <pc:sldMk cId="784342518" sldId="308"/>
            <ac:spMk id="2" creationId="{F9BFD438-9145-FD72-46B8-8030084A382D}"/>
          </ac:spMkLst>
        </pc:spChg>
        <pc:picChg chg="add mod">
          <ac:chgData name="John McPhail" userId="d9640ad9-0be2-4377-a498-4127ac76f093" providerId="ADAL" clId="{E318BCDF-139D-45AE-8A3C-ADFF0F112D81}" dt="2022-10-12T13:02:53.409" v="2478" actId="14100"/>
          <ac:picMkLst>
            <pc:docMk/>
            <pc:sldMk cId="784342518" sldId="308"/>
            <ac:picMk id="4" creationId="{4E6B15E5-6ED9-F327-B877-168F627C8A73}"/>
          </ac:picMkLst>
        </pc:picChg>
        <pc:picChg chg="add mod">
          <ac:chgData name="John McPhail" userId="d9640ad9-0be2-4377-a498-4127ac76f093" providerId="ADAL" clId="{E318BCDF-139D-45AE-8A3C-ADFF0F112D81}" dt="2022-10-12T13:02:53.409" v="2478" actId="14100"/>
          <ac:picMkLst>
            <pc:docMk/>
            <pc:sldMk cId="784342518" sldId="308"/>
            <ac:picMk id="6" creationId="{500186F1-CCF4-86D7-4D35-1C38D2194583}"/>
          </ac:picMkLst>
        </pc:picChg>
        <pc:picChg chg="add mod">
          <ac:chgData name="John McPhail" userId="d9640ad9-0be2-4377-a498-4127ac76f093" providerId="ADAL" clId="{E318BCDF-139D-45AE-8A3C-ADFF0F112D81}" dt="2022-10-12T13:02:53.409" v="2478" actId="14100"/>
          <ac:picMkLst>
            <pc:docMk/>
            <pc:sldMk cId="784342518" sldId="308"/>
            <ac:picMk id="8" creationId="{D667700F-9D57-263A-5E8B-31D1D07147E4}"/>
          </ac:picMkLst>
        </pc:picChg>
      </pc:sldChg>
      <pc:sldChg chg="addSp delSp modSp add del mod modAnim">
        <pc:chgData name="John McPhail" userId="d9640ad9-0be2-4377-a498-4127ac76f093" providerId="ADAL" clId="{E318BCDF-139D-45AE-8A3C-ADFF0F112D81}" dt="2022-10-12T17:27:49.128" v="12149" actId="47"/>
        <pc:sldMkLst>
          <pc:docMk/>
          <pc:sldMk cId="1071920441" sldId="308"/>
        </pc:sldMkLst>
        <pc:spChg chg="del">
          <ac:chgData name="John McPhail" userId="d9640ad9-0be2-4377-a498-4127ac76f093" providerId="ADAL" clId="{E318BCDF-139D-45AE-8A3C-ADFF0F112D81}" dt="2022-10-12T17:26:08.031" v="12101"/>
          <ac:spMkLst>
            <pc:docMk/>
            <pc:sldMk cId="1071920441" sldId="308"/>
            <ac:spMk id="2" creationId="{31049889-ED96-CCDD-B925-87383C9263DF}"/>
          </ac:spMkLst>
        </pc:spChg>
        <pc:picChg chg="add mod">
          <ac:chgData name="John McPhail" userId="d9640ad9-0be2-4377-a498-4127ac76f093" providerId="ADAL" clId="{E318BCDF-139D-45AE-8A3C-ADFF0F112D81}" dt="2022-10-12T17:26:08.042" v="12103"/>
          <ac:picMkLst>
            <pc:docMk/>
            <pc:sldMk cId="1071920441" sldId="308"/>
            <ac:picMk id="4" creationId="{FAFB8E00-FF7B-9EA2-F9D1-545F5287C313}"/>
          </ac:picMkLst>
        </pc:picChg>
        <pc:picChg chg="add mod">
          <ac:chgData name="John McPhail" userId="d9640ad9-0be2-4377-a498-4127ac76f093" providerId="ADAL" clId="{E318BCDF-139D-45AE-8A3C-ADFF0F112D81}" dt="2022-10-12T17:26:08.079" v="12105"/>
          <ac:picMkLst>
            <pc:docMk/>
            <pc:sldMk cId="1071920441" sldId="308"/>
            <ac:picMk id="6" creationId="{77F7C3D9-34A6-FBB3-9133-2646E9037B2E}"/>
          </ac:picMkLst>
        </pc:picChg>
        <pc:picChg chg="add mod">
          <ac:chgData name="John McPhail" userId="d9640ad9-0be2-4377-a498-4127ac76f093" providerId="ADAL" clId="{E318BCDF-139D-45AE-8A3C-ADFF0F112D81}" dt="2022-10-12T17:26:08.158" v="12108"/>
          <ac:picMkLst>
            <pc:docMk/>
            <pc:sldMk cId="1071920441" sldId="308"/>
            <ac:picMk id="8" creationId="{898F91BF-D7BB-96DC-639C-12D42F555D92}"/>
          </ac:picMkLst>
        </pc:picChg>
        <pc:picChg chg="add mod">
          <ac:chgData name="John McPhail" userId="d9640ad9-0be2-4377-a498-4127ac76f093" providerId="ADAL" clId="{E318BCDF-139D-45AE-8A3C-ADFF0F112D81}" dt="2022-10-12T17:26:08.280" v="12111"/>
          <ac:picMkLst>
            <pc:docMk/>
            <pc:sldMk cId="1071920441" sldId="308"/>
            <ac:picMk id="10" creationId="{7DCD5B70-DAB4-B210-3F17-2291FBB16879}"/>
          </ac:picMkLst>
        </pc:picChg>
        <pc:picChg chg="add mod">
          <ac:chgData name="John McPhail" userId="d9640ad9-0be2-4377-a498-4127ac76f093" providerId="ADAL" clId="{E318BCDF-139D-45AE-8A3C-ADFF0F112D81}" dt="2022-10-12T17:26:08.418" v="12114"/>
          <ac:picMkLst>
            <pc:docMk/>
            <pc:sldMk cId="1071920441" sldId="308"/>
            <ac:picMk id="12" creationId="{5FE6020A-87D3-8004-2074-DBA83868272E}"/>
          </ac:picMkLst>
        </pc:picChg>
        <pc:picChg chg="add mod">
          <ac:chgData name="John McPhail" userId="d9640ad9-0be2-4377-a498-4127ac76f093" providerId="ADAL" clId="{E318BCDF-139D-45AE-8A3C-ADFF0F112D81}" dt="2022-10-12T17:26:08.541" v="12117"/>
          <ac:picMkLst>
            <pc:docMk/>
            <pc:sldMk cId="1071920441" sldId="308"/>
            <ac:picMk id="14" creationId="{4C618CAC-DC7E-5FF2-07A6-6EDC84DC03E3}"/>
          </ac:picMkLst>
        </pc:picChg>
        <pc:picChg chg="add mod">
          <ac:chgData name="John McPhail" userId="d9640ad9-0be2-4377-a498-4127ac76f093" providerId="ADAL" clId="{E318BCDF-139D-45AE-8A3C-ADFF0F112D81}" dt="2022-10-12T17:26:08.682" v="12120"/>
          <ac:picMkLst>
            <pc:docMk/>
            <pc:sldMk cId="1071920441" sldId="308"/>
            <ac:picMk id="16" creationId="{0E2C2EA0-ED80-6C1C-3623-AF9E2B5B1E34}"/>
          </ac:picMkLst>
        </pc:picChg>
        <pc:picChg chg="add mod">
          <ac:chgData name="John McPhail" userId="d9640ad9-0be2-4377-a498-4127ac76f093" providerId="ADAL" clId="{E318BCDF-139D-45AE-8A3C-ADFF0F112D81}" dt="2022-10-12T17:26:08.826" v="12123"/>
          <ac:picMkLst>
            <pc:docMk/>
            <pc:sldMk cId="1071920441" sldId="308"/>
            <ac:picMk id="18" creationId="{D6B31AF6-D406-3B47-A82C-315D8FBE3377}"/>
          </ac:picMkLst>
        </pc:picChg>
        <pc:picChg chg="add mod">
          <ac:chgData name="John McPhail" userId="d9640ad9-0be2-4377-a498-4127ac76f093" providerId="ADAL" clId="{E318BCDF-139D-45AE-8A3C-ADFF0F112D81}" dt="2022-10-12T17:26:08.983" v="12126"/>
          <ac:picMkLst>
            <pc:docMk/>
            <pc:sldMk cId="1071920441" sldId="308"/>
            <ac:picMk id="20" creationId="{989B36B7-78B5-6742-F2BD-DCC311425A71}"/>
          </ac:picMkLst>
        </pc:picChg>
        <pc:picChg chg="add mod">
          <ac:chgData name="John McPhail" userId="d9640ad9-0be2-4377-a498-4127ac76f093" providerId="ADAL" clId="{E318BCDF-139D-45AE-8A3C-ADFF0F112D81}" dt="2022-10-12T17:26:09.176" v="12129"/>
          <ac:picMkLst>
            <pc:docMk/>
            <pc:sldMk cId="1071920441" sldId="308"/>
            <ac:picMk id="22" creationId="{F288C9BC-C4FF-B81B-437E-0AC23EAA09D8}"/>
          </ac:picMkLst>
        </pc:picChg>
      </pc:sldChg>
      <pc:sldChg chg="addSp delSp modSp add del mod ord delAnim modAnim">
        <pc:chgData name="John McPhail" userId="d9640ad9-0be2-4377-a498-4127ac76f093" providerId="ADAL" clId="{E318BCDF-139D-45AE-8A3C-ADFF0F112D81}" dt="2022-10-12T17:27:41.055" v="12145" actId="47"/>
        <pc:sldMkLst>
          <pc:docMk/>
          <pc:sldMk cId="538216067" sldId="309"/>
        </pc:sldMkLst>
        <pc:spChg chg="del">
          <ac:chgData name="John McPhail" userId="d9640ad9-0be2-4377-a498-4127ac76f093" providerId="ADAL" clId="{E318BCDF-139D-45AE-8A3C-ADFF0F112D81}" dt="2022-10-12T17:26:42.536" v="12135" actId="478"/>
          <ac:spMkLst>
            <pc:docMk/>
            <pc:sldMk cId="538216067" sldId="309"/>
            <ac:spMk id="51" creationId="{9C46E5FC-6D70-46DC-FE47-E6BB2F56EF60}"/>
          </ac:spMkLst>
        </pc:spChg>
        <pc:spChg chg="del">
          <ac:chgData name="John McPhail" userId="d9640ad9-0be2-4377-a498-4127ac76f093" providerId="ADAL" clId="{E318BCDF-139D-45AE-8A3C-ADFF0F112D81}" dt="2022-10-12T17:26:42.536" v="12135" actId="478"/>
          <ac:spMkLst>
            <pc:docMk/>
            <pc:sldMk cId="538216067" sldId="309"/>
            <ac:spMk id="52" creationId="{C878C266-CEDA-4066-FF0F-A9339CAAB767}"/>
          </ac:spMkLst>
        </pc:spChg>
        <pc:spChg chg="del">
          <ac:chgData name="John McPhail" userId="d9640ad9-0be2-4377-a498-4127ac76f093" providerId="ADAL" clId="{E318BCDF-139D-45AE-8A3C-ADFF0F112D81}" dt="2022-10-12T17:26:42.536" v="12135" actId="478"/>
          <ac:spMkLst>
            <pc:docMk/>
            <pc:sldMk cId="538216067" sldId="309"/>
            <ac:spMk id="53" creationId="{6BB4664C-4F5E-BAB0-DA85-5EA04CB65259}"/>
          </ac:spMkLst>
        </pc:spChg>
        <pc:spChg chg="del mod">
          <ac:chgData name="John McPhail" userId="d9640ad9-0be2-4377-a498-4127ac76f093" providerId="ADAL" clId="{E318BCDF-139D-45AE-8A3C-ADFF0F112D81}" dt="2022-10-12T17:26:49.341" v="12139" actId="478"/>
          <ac:spMkLst>
            <pc:docMk/>
            <pc:sldMk cId="538216067" sldId="309"/>
            <ac:spMk id="54" creationId="{2FAF1D12-B238-3359-A7DE-697428D1CC73}"/>
          </ac:spMkLst>
        </pc:spChg>
        <pc:grpChg chg="del">
          <ac:chgData name="John McPhail" userId="d9640ad9-0be2-4377-a498-4127ac76f093" providerId="ADAL" clId="{E318BCDF-139D-45AE-8A3C-ADFF0F112D81}" dt="2022-10-12T17:26:42.536" v="12135" actId="478"/>
          <ac:grpSpMkLst>
            <pc:docMk/>
            <pc:sldMk cId="538216067" sldId="309"/>
            <ac:grpSpMk id="26" creationId="{00000000-0000-0000-0000-000000000000}"/>
          </ac:grpSpMkLst>
        </pc:grpChg>
        <pc:picChg chg="add mod">
          <ac:chgData name="John McPhail" userId="d9640ad9-0be2-4377-a498-4127ac76f093" providerId="ADAL" clId="{E318BCDF-139D-45AE-8A3C-ADFF0F112D81}" dt="2022-10-12T17:27:01.758" v="12140"/>
          <ac:picMkLst>
            <pc:docMk/>
            <pc:sldMk cId="538216067" sldId="309"/>
            <ac:picMk id="2" creationId="{47D8261D-EB5B-F17A-BF04-BEADE0B0779D}"/>
          </ac:picMkLst>
        </pc:picChg>
        <pc:picChg chg="add mod">
          <ac:chgData name="John McPhail" userId="d9640ad9-0be2-4377-a498-4127ac76f093" providerId="ADAL" clId="{E318BCDF-139D-45AE-8A3C-ADFF0F112D81}" dt="2022-10-12T17:27:01.758" v="12140"/>
          <ac:picMkLst>
            <pc:docMk/>
            <pc:sldMk cId="538216067" sldId="309"/>
            <ac:picMk id="3" creationId="{F00B90E6-B7D6-4A5C-1201-71DB9A40F183}"/>
          </ac:picMkLst>
        </pc:picChg>
        <pc:picChg chg="add mod">
          <ac:chgData name="John McPhail" userId="d9640ad9-0be2-4377-a498-4127ac76f093" providerId="ADAL" clId="{E318BCDF-139D-45AE-8A3C-ADFF0F112D81}" dt="2022-10-12T17:27:01.758" v="12140"/>
          <ac:picMkLst>
            <pc:docMk/>
            <pc:sldMk cId="538216067" sldId="309"/>
            <ac:picMk id="4" creationId="{4C626344-6159-B52B-7456-4470B6B53529}"/>
          </ac:picMkLst>
        </pc:picChg>
        <pc:picChg chg="del">
          <ac:chgData name="John McPhail" userId="d9640ad9-0be2-4377-a498-4127ac76f093" providerId="ADAL" clId="{E318BCDF-139D-45AE-8A3C-ADFF0F112D81}" dt="2022-10-12T17:26:46.571" v="12138" actId="478"/>
          <ac:picMkLst>
            <pc:docMk/>
            <pc:sldMk cId="538216067" sldId="309"/>
            <ac:picMk id="5" creationId="{566A225D-7741-A78C-5A75-20DA52F1C3EA}"/>
          </ac:picMkLst>
        </pc:picChg>
        <pc:picChg chg="del">
          <ac:chgData name="John McPhail" userId="d9640ad9-0be2-4377-a498-4127ac76f093" providerId="ADAL" clId="{E318BCDF-139D-45AE-8A3C-ADFF0F112D81}" dt="2022-10-12T17:26:42.536" v="12135" actId="478"/>
          <ac:picMkLst>
            <pc:docMk/>
            <pc:sldMk cId="538216067" sldId="309"/>
            <ac:picMk id="8" creationId="{41B8989A-1D5F-1FF8-8694-18F2E981A4CB}"/>
          </ac:picMkLst>
        </pc:picChg>
        <pc:picChg chg="del">
          <ac:chgData name="John McPhail" userId="d9640ad9-0be2-4377-a498-4127ac76f093" providerId="ADAL" clId="{E318BCDF-139D-45AE-8A3C-ADFF0F112D81}" dt="2022-10-12T17:26:42.536" v="12135" actId="478"/>
          <ac:picMkLst>
            <pc:docMk/>
            <pc:sldMk cId="538216067" sldId="309"/>
            <ac:picMk id="9" creationId="{CFF42ABE-1CF3-4141-A0A0-634B18E0EB83}"/>
          </ac:picMkLst>
        </pc:picChg>
        <pc:picChg chg="del">
          <ac:chgData name="John McPhail" userId="d9640ad9-0be2-4377-a498-4127ac76f093" providerId="ADAL" clId="{E318BCDF-139D-45AE-8A3C-ADFF0F112D81}" dt="2022-10-12T17:26:42.536" v="12135" actId="478"/>
          <ac:picMkLst>
            <pc:docMk/>
            <pc:sldMk cId="538216067" sldId="309"/>
            <ac:picMk id="10" creationId="{28647467-0428-B95B-8DAE-08A241AC0055}"/>
          </ac:picMkLst>
        </pc:picChg>
        <pc:picChg chg="del">
          <ac:chgData name="John McPhail" userId="d9640ad9-0be2-4377-a498-4127ac76f093" providerId="ADAL" clId="{E318BCDF-139D-45AE-8A3C-ADFF0F112D81}" dt="2022-10-12T17:26:42.536" v="12135" actId="478"/>
          <ac:picMkLst>
            <pc:docMk/>
            <pc:sldMk cId="538216067" sldId="309"/>
            <ac:picMk id="11" creationId="{49C21EB2-4A24-4EB0-569C-B3F2FAF3C855}"/>
          </ac:picMkLst>
        </pc:picChg>
        <pc:picChg chg="del">
          <ac:chgData name="John McPhail" userId="d9640ad9-0be2-4377-a498-4127ac76f093" providerId="ADAL" clId="{E318BCDF-139D-45AE-8A3C-ADFF0F112D81}" dt="2022-10-12T17:26:42.536" v="12135" actId="478"/>
          <ac:picMkLst>
            <pc:docMk/>
            <pc:sldMk cId="538216067" sldId="309"/>
            <ac:picMk id="12" creationId="{AA83E673-6A4F-D3EE-B662-AA7E8C8C9F6A}"/>
          </ac:picMkLst>
        </pc:picChg>
        <pc:picChg chg="del">
          <ac:chgData name="John McPhail" userId="d9640ad9-0be2-4377-a498-4127ac76f093" providerId="ADAL" clId="{E318BCDF-139D-45AE-8A3C-ADFF0F112D81}" dt="2022-10-12T17:26:42.536" v="12135" actId="478"/>
          <ac:picMkLst>
            <pc:docMk/>
            <pc:sldMk cId="538216067" sldId="309"/>
            <ac:picMk id="13" creationId="{F77E67F0-95E8-07F8-9382-4F9600D6DDF6}"/>
          </ac:picMkLst>
        </pc:picChg>
        <pc:picChg chg="del">
          <ac:chgData name="John McPhail" userId="d9640ad9-0be2-4377-a498-4127ac76f093" providerId="ADAL" clId="{E318BCDF-139D-45AE-8A3C-ADFF0F112D81}" dt="2022-10-12T17:26:42.536" v="12135" actId="478"/>
          <ac:picMkLst>
            <pc:docMk/>
            <pc:sldMk cId="538216067" sldId="309"/>
            <ac:picMk id="14" creationId="{FF43CCFB-1D96-158E-8CD6-5B88ADB16A7C}"/>
          </ac:picMkLst>
        </pc:picChg>
        <pc:picChg chg="del">
          <ac:chgData name="John McPhail" userId="d9640ad9-0be2-4377-a498-4127ac76f093" providerId="ADAL" clId="{E318BCDF-139D-45AE-8A3C-ADFF0F112D81}" dt="2022-10-12T17:26:42.536" v="12135" actId="478"/>
          <ac:picMkLst>
            <pc:docMk/>
            <pc:sldMk cId="538216067" sldId="309"/>
            <ac:picMk id="15" creationId="{A2F7D689-EE54-4277-E179-D8AD1DFD3BE9}"/>
          </ac:picMkLst>
        </pc:picChg>
        <pc:picChg chg="del">
          <ac:chgData name="John McPhail" userId="d9640ad9-0be2-4377-a498-4127ac76f093" providerId="ADAL" clId="{E318BCDF-139D-45AE-8A3C-ADFF0F112D81}" dt="2022-10-12T17:26:42.536" v="12135" actId="478"/>
          <ac:picMkLst>
            <pc:docMk/>
            <pc:sldMk cId="538216067" sldId="309"/>
            <ac:picMk id="16" creationId="{68441F93-F98E-FABC-EC1E-30B6EA4BB0E5}"/>
          </ac:picMkLst>
        </pc:picChg>
        <pc:picChg chg="del">
          <ac:chgData name="John McPhail" userId="d9640ad9-0be2-4377-a498-4127ac76f093" providerId="ADAL" clId="{E318BCDF-139D-45AE-8A3C-ADFF0F112D81}" dt="2022-10-12T17:26:42.536" v="12135" actId="478"/>
          <ac:picMkLst>
            <pc:docMk/>
            <pc:sldMk cId="538216067" sldId="309"/>
            <ac:picMk id="19" creationId="{57A73B54-47D3-15B4-0B8E-C1F593CDECA1}"/>
          </ac:picMkLst>
        </pc:picChg>
        <pc:picChg chg="del">
          <ac:chgData name="John McPhail" userId="d9640ad9-0be2-4377-a498-4127ac76f093" providerId="ADAL" clId="{E318BCDF-139D-45AE-8A3C-ADFF0F112D81}" dt="2022-10-12T17:26:42.536" v="12135" actId="478"/>
          <ac:picMkLst>
            <pc:docMk/>
            <pc:sldMk cId="538216067" sldId="309"/>
            <ac:picMk id="20" creationId="{7214278C-1437-6BBF-CDFB-86C3E1A32A7C}"/>
          </ac:picMkLst>
        </pc:picChg>
        <pc:picChg chg="del">
          <ac:chgData name="John McPhail" userId="d9640ad9-0be2-4377-a498-4127ac76f093" providerId="ADAL" clId="{E318BCDF-139D-45AE-8A3C-ADFF0F112D81}" dt="2022-10-12T17:26:42.536" v="12135" actId="478"/>
          <ac:picMkLst>
            <pc:docMk/>
            <pc:sldMk cId="538216067" sldId="309"/>
            <ac:picMk id="21" creationId="{B075AAE7-C9BD-350A-7F44-0208B0D63FE4}"/>
          </ac:picMkLst>
        </pc:picChg>
        <pc:picChg chg="del">
          <ac:chgData name="John McPhail" userId="d9640ad9-0be2-4377-a498-4127ac76f093" providerId="ADAL" clId="{E318BCDF-139D-45AE-8A3C-ADFF0F112D81}" dt="2022-10-12T17:26:42.536" v="12135" actId="478"/>
          <ac:picMkLst>
            <pc:docMk/>
            <pc:sldMk cId="538216067" sldId="309"/>
            <ac:picMk id="22" creationId="{D1F9C9F9-2497-ADA5-2821-6DD04A7240C4}"/>
          </ac:picMkLst>
        </pc:picChg>
        <pc:picChg chg="del">
          <ac:chgData name="John McPhail" userId="d9640ad9-0be2-4377-a498-4127ac76f093" providerId="ADAL" clId="{E318BCDF-139D-45AE-8A3C-ADFF0F112D81}" dt="2022-10-12T17:26:42.536" v="12135" actId="478"/>
          <ac:picMkLst>
            <pc:docMk/>
            <pc:sldMk cId="538216067" sldId="309"/>
            <ac:picMk id="23" creationId="{A6999D92-8C69-C419-135C-42882ACCF90E}"/>
          </ac:picMkLst>
        </pc:picChg>
        <pc:picChg chg="del">
          <ac:chgData name="John McPhail" userId="d9640ad9-0be2-4377-a498-4127ac76f093" providerId="ADAL" clId="{E318BCDF-139D-45AE-8A3C-ADFF0F112D81}" dt="2022-10-12T17:26:42.536" v="12135" actId="478"/>
          <ac:picMkLst>
            <pc:docMk/>
            <pc:sldMk cId="538216067" sldId="309"/>
            <ac:picMk id="24" creationId="{15518F44-04BE-6114-3CCF-C40F1F89E809}"/>
          </ac:picMkLst>
        </pc:picChg>
        <pc:picChg chg="del">
          <ac:chgData name="John McPhail" userId="d9640ad9-0be2-4377-a498-4127ac76f093" providerId="ADAL" clId="{E318BCDF-139D-45AE-8A3C-ADFF0F112D81}" dt="2022-10-12T17:26:42.536" v="12135" actId="478"/>
          <ac:picMkLst>
            <pc:docMk/>
            <pc:sldMk cId="538216067" sldId="309"/>
            <ac:picMk id="25" creationId="{E7502A0E-B03A-CDEA-AE6E-19600BAADC80}"/>
          </ac:picMkLst>
        </pc:picChg>
        <pc:picChg chg="del">
          <ac:chgData name="John McPhail" userId="d9640ad9-0be2-4377-a498-4127ac76f093" providerId="ADAL" clId="{E318BCDF-139D-45AE-8A3C-ADFF0F112D81}" dt="2022-10-12T17:26:42.536" v="12135" actId="478"/>
          <ac:picMkLst>
            <pc:docMk/>
            <pc:sldMk cId="538216067" sldId="309"/>
            <ac:picMk id="27" creationId="{D29E167A-DAA9-451E-F277-EFEE8957BB54}"/>
          </ac:picMkLst>
        </pc:picChg>
        <pc:picChg chg="del">
          <ac:chgData name="John McPhail" userId="d9640ad9-0be2-4377-a498-4127ac76f093" providerId="ADAL" clId="{E318BCDF-139D-45AE-8A3C-ADFF0F112D81}" dt="2022-10-12T17:26:42.536" v="12135" actId="478"/>
          <ac:picMkLst>
            <pc:docMk/>
            <pc:sldMk cId="538216067" sldId="309"/>
            <ac:picMk id="28" creationId="{F34A394E-AE40-8381-477C-EA0F1047EC84}"/>
          </ac:picMkLst>
        </pc:picChg>
        <pc:picChg chg="del">
          <ac:chgData name="John McPhail" userId="d9640ad9-0be2-4377-a498-4127ac76f093" providerId="ADAL" clId="{E318BCDF-139D-45AE-8A3C-ADFF0F112D81}" dt="2022-10-12T17:26:42.536" v="12135" actId="478"/>
          <ac:picMkLst>
            <pc:docMk/>
            <pc:sldMk cId="538216067" sldId="309"/>
            <ac:picMk id="30" creationId="{45BC96F8-3E35-A29C-360A-56231B842054}"/>
          </ac:picMkLst>
        </pc:picChg>
        <pc:picChg chg="del">
          <ac:chgData name="John McPhail" userId="d9640ad9-0be2-4377-a498-4127ac76f093" providerId="ADAL" clId="{E318BCDF-139D-45AE-8A3C-ADFF0F112D81}" dt="2022-10-12T17:26:42.536" v="12135" actId="478"/>
          <ac:picMkLst>
            <pc:docMk/>
            <pc:sldMk cId="538216067" sldId="309"/>
            <ac:picMk id="31" creationId="{CB568D0A-4ADD-2D37-227B-619B2B01C157}"/>
          </ac:picMkLst>
        </pc:picChg>
        <pc:picChg chg="del">
          <ac:chgData name="John McPhail" userId="d9640ad9-0be2-4377-a498-4127ac76f093" providerId="ADAL" clId="{E318BCDF-139D-45AE-8A3C-ADFF0F112D81}" dt="2022-10-12T17:26:42.536" v="12135" actId="478"/>
          <ac:picMkLst>
            <pc:docMk/>
            <pc:sldMk cId="538216067" sldId="309"/>
            <ac:picMk id="32" creationId="{36DE872A-CBE8-66DD-164D-C317BA8FC23A}"/>
          </ac:picMkLst>
        </pc:picChg>
        <pc:picChg chg="del">
          <ac:chgData name="John McPhail" userId="d9640ad9-0be2-4377-a498-4127ac76f093" providerId="ADAL" clId="{E318BCDF-139D-45AE-8A3C-ADFF0F112D81}" dt="2022-10-12T17:26:42.536" v="12135" actId="478"/>
          <ac:picMkLst>
            <pc:docMk/>
            <pc:sldMk cId="538216067" sldId="309"/>
            <ac:picMk id="33" creationId="{2328CD55-88E5-01F4-0682-9EEB03F675EA}"/>
          </ac:picMkLst>
        </pc:picChg>
        <pc:picChg chg="del">
          <ac:chgData name="John McPhail" userId="d9640ad9-0be2-4377-a498-4127ac76f093" providerId="ADAL" clId="{E318BCDF-139D-45AE-8A3C-ADFF0F112D81}" dt="2022-10-12T17:26:42.536" v="12135" actId="478"/>
          <ac:picMkLst>
            <pc:docMk/>
            <pc:sldMk cId="538216067" sldId="309"/>
            <ac:picMk id="34" creationId="{BBAE9B7E-322E-48CE-9509-D33827DE3C2B}"/>
          </ac:picMkLst>
        </pc:picChg>
        <pc:picChg chg="del">
          <ac:chgData name="John McPhail" userId="d9640ad9-0be2-4377-a498-4127ac76f093" providerId="ADAL" clId="{E318BCDF-139D-45AE-8A3C-ADFF0F112D81}" dt="2022-10-12T17:26:42.536" v="12135" actId="478"/>
          <ac:picMkLst>
            <pc:docMk/>
            <pc:sldMk cId="538216067" sldId="309"/>
            <ac:picMk id="35" creationId="{361CF4AF-6751-AEC2-9436-1D3C4E905C87}"/>
          </ac:picMkLst>
        </pc:picChg>
        <pc:picChg chg="del">
          <ac:chgData name="John McPhail" userId="d9640ad9-0be2-4377-a498-4127ac76f093" providerId="ADAL" clId="{E318BCDF-139D-45AE-8A3C-ADFF0F112D81}" dt="2022-10-12T17:26:42.536" v="12135" actId="478"/>
          <ac:picMkLst>
            <pc:docMk/>
            <pc:sldMk cId="538216067" sldId="309"/>
            <ac:picMk id="36" creationId="{57BB04A4-5968-FEA9-B509-30B5593BFA9E}"/>
          </ac:picMkLst>
        </pc:picChg>
        <pc:picChg chg="del">
          <ac:chgData name="John McPhail" userId="d9640ad9-0be2-4377-a498-4127ac76f093" providerId="ADAL" clId="{E318BCDF-139D-45AE-8A3C-ADFF0F112D81}" dt="2022-10-12T17:26:42.536" v="12135" actId="478"/>
          <ac:picMkLst>
            <pc:docMk/>
            <pc:sldMk cId="538216067" sldId="309"/>
            <ac:picMk id="40" creationId="{261C9D75-9E59-A664-5407-E0AD9A5B8350}"/>
          </ac:picMkLst>
        </pc:picChg>
        <pc:picChg chg="del">
          <ac:chgData name="John McPhail" userId="d9640ad9-0be2-4377-a498-4127ac76f093" providerId="ADAL" clId="{E318BCDF-139D-45AE-8A3C-ADFF0F112D81}" dt="2022-10-12T17:26:42.536" v="12135" actId="478"/>
          <ac:picMkLst>
            <pc:docMk/>
            <pc:sldMk cId="538216067" sldId="309"/>
            <ac:picMk id="41" creationId="{25395A09-4A7A-3569-BA6E-2448B4A4F2AE}"/>
          </ac:picMkLst>
        </pc:picChg>
        <pc:picChg chg="del">
          <ac:chgData name="John McPhail" userId="d9640ad9-0be2-4377-a498-4127ac76f093" providerId="ADAL" clId="{E318BCDF-139D-45AE-8A3C-ADFF0F112D81}" dt="2022-10-12T17:26:42.536" v="12135" actId="478"/>
          <ac:picMkLst>
            <pc:docMk/>
            <pc:sldMk cId="538216067" sldId="309"/>
            <ac:picMk id="42" creationId="{E64708F3-5773-F2E4-5321-23D639570C1B}"/>
          </ac:picMkLst>
        </pc:picChg>
        <pc:picChg chg="del">
          <ac:chgData name="John McPhail" userId="d9640ad9-0be2-4377-a498-4127ac76f093" providerId="ADAL" clId="{E318BCDF-139D-45AE-8A3C-ADFF0F112D81}" dt="2022-10-12T17:26:42.536" v="12135" actId="478"/>
          <ac:picMkLst>
            <pc:docMk/>
            <pc:sldMk cId="538216067" sldId="309"/>
            <ac:picMk id="43" creationId="{3019070A-C1E8-9A24-18CD-81A319B90C40}"/>
          </ac:picMkLst>
        </pc:picChg>
        <pc:picChg chg="del">
          <ac:chgData name="John McPhail" userId="d9640ad9-0be2-4377-a498-4127ac76f093" providerId="ADAL" clId="{E318BCDF-139D-45AE-8A3C-ADFF0F112D81}" dt="2022-10-12T17:26:45.311" v="12137" actId="478"/>
          <ac:picMkLst>
            <pc:docMk/>
            <pc:sldMk cId="538216067" sldId="309"/>
            <ac:picMk id="44" creationId="{383AD3A8-2B78-FF1A-6960-B40D303F7F21}"/>
          </ac:picMkLst>
        </pc:picChg>
        <pc:picChg chg="del">
          <ac:chgData name="John McPhail" userId="d9640ad9-0be2-4377-a498-4127ac76f093" providerId="ADAL" clId="{E318BCDF-139D-45AE-8A3C-ADFF0F112D81}" dt="2022-10-12T17:26:36.589" v="12133" actId="478"/>
          <ac:picMkLst>
            <pc:docMk/>
            <pc:sldMk cId="538216067" sldId="309"/>
            <ac:picMk id="45" creationId="{3BA4C693-E0D6-D595-F378-E90EF83499D2}"/>
          </ac:picMkLst>
        </pc:picChg>
        <pc:picChg chg="add mod">
          <ac:chgData name="John McPhail" userId="d9640ad9-0be2-4377-a498-4127ac76f093" providerId="ADAL" clId="{E318BCDF-139D-45AE-8A3C-ADFF0F112D81}" dt="2022-10-12T17:27:01.758" v="12140"/>
          <ac:picMkLst>
            <pc:docMk/>
            <pc:sldMk cId="538216067" sldId="309"/>
            <ac:picMk id="46" creationId="{04E40B5E-202A-416A-8E2B-74C0EE7B20DC}"/>
          </ac:picMkLst>
        </pc:picChg>
        <pc:picChg chg="add mod">
          <ac:chgData name="John McPhail" userId="d9640ad9-0be2-4377-a498-4127ac76f093" providerId="ADAL" clId="{E318BCDF-139D-45AE-8A3C-ADFF0F112D81}" dt="2022-10-12T17:27:01.758" v="12140"/>
          <ac:picMkLst>
            <pc:docMk/>
            <pc:sldMk cId="538216067" sldId="309"/>
            <ac:picMk id="55" creationId="{FA4617F5-A4E8-7683-0158-70A373DC2F98}"/>
          </ac:picMkLst>
        </pc:picChg>
        <pc:picChg chg="del">
          <ac:chgData name="John McPhail" userId="d9640ad9-0be2-4377-a498-4127ac76f093" providerId="ADAL" clId="{E318BCDF-139D-45AE-8A3C-ADFF0F112D81}" dt="2022-10-12T17:26:42.536" v="12135" actId="478"/>
          <ac:picMkLst>
            <pc:docMk/>
            <pc:sldMk cId="538216067" sldId="309"/>
            <ac:picMk id="56" creationId="{16E1241F-0B93-0F7D-FB3B-CA1742C7082F}"/>
          </ac:picMkLst>
        </pc:picChg>
        <pc:picChg chg="add mod">
          <ac:chgData name="John McPhail" userId="d9640ad9-0be2-4377-a498-4127ac76f093" providerId="ADAL" clId="{E318BCDF-139D-45AE-8A3C-ADFF0F112D81}" dt="2022-10-12T17:27:01.758" v="12140"/>
          <ac:picMkLst>
            <pc:docMk/>
            <pc:sldMk cId="538216067" sldId="309"/>
            <ac:picMk id="57" creationId="{7DB42ECD-976A-8FDE-E4F3-3A82FF02042A}"/>
          </ac:picMkLst>
        </pc:picChg>
        <pc:picChg chg="add mod">
          <ac:chgData name="John McPhail" userId="d9640ad9-0be2-4377-a498-4127ac76f093" providerId="ADAL" clId="{E318BCDF-139D-45AE-8A3C-ADFF0F112D81}" dt="2022-10-12T17:27:01.758" v="12140"/>
          <ac:picMkLst>
            <pc:docMk/>
            <pc:sldMk cId="538216067" sldId="309"/>
            <ac:picMk id="58" creationId="{E073876E-804C-D9E4-12D7-8A663FB3A005}"/>
          </ac:picMkLst>
        </pc:picChg>
        <pc:picChg chg="add mod">
          <ac:chgData name="John McPhail" userId="d9640ad9-0be2-4377-a498-4127ac76f093" providerId="ADAL" clId="{E318BCDF-139D-45AE-8A3C-ADFF0F112D81}" dt="2022-10-12T17:27:01.758" v="12140"/>
          <ac:picMkLst>
            <pc:docMk/>
            <pc:sldMk cId="538216067" sldId="309"/>
            <ac:picMk id="59" creationId="{68ED7010-C1DE-214F-75AB-58E8A69F1703}"/>
          </ac:picMkLst>
        </pc:picChg>
        <pc:picChg chg="add mod">
          <ac:chgData name="John McPhail" userId="d9640ad9-0be2-4377-a498-4127ac76f093" providerId="ADAL" clId="{E318BCDF-139D-45AE-8A3C-ADFF0F112D81}" dt="2022-10-12T17:27:01.758" v="12140"/>
          <ac:picMkLst>
            <pc:docMk/>
            <pc:sldMk cId="538216067" sldId="309"/>
            <ac:picMk id="60" creationId="{14B9F800-B95B-9654-555A-80254EFC8008}"/>
          </ac:picMkLst>
        </pc:picChg>
        <pc:picChg chg="add mod">
          <ac:chgData name="John McPhail" userId="d9640ad9-0be2-4377-a498-4127ac76f093" providerId="ADAL" clId="{E318BCDF-139D-45AE-8A3C-ADFF0F112D81}" dt="2022-10-12T17:27:01.758" v="12140"/>
          <ac:picMkLst>
            <pc:docMk/>
            <pc:sldMk cId="538216067" sldId="309"/>
            <ac:picMk id="61" creationId="{E95F7D39-D273-DEF0-E323-7D3BF6CD8CB7}"/>
          </ac:picMkLst>
        </pc:picChg>
        <pc:inkChg chg="del">
          <ac:chgData name="John McPhail" userId="d9640ad9-0be2-4377-a498-4127ac76f093" providerId="ADAL" clId="{E318BCDF-139D-45AE-8A3C-ADFF0F112D81}" dt="2022-10-12T17:26:35.544" v="12132" actId="478"/>
          <ac:inkMkLst>
            <pc:docMk/>
            <pc:sldMk cId="538216067" sldId="309"/>
            <ac:inkMk id="47" creationId="{9A66AEF7-9F69-8382-2424-5F4DC75D12E4}"/>
          </ac:inkMkLst>
        </pc:inkChg>
        <pc:inkChg chg="del">
          <ac:chgData name="John McPhail" userId="d9640ad9-0be2-4377-a498-4127ac76f093" providerId="ADAL" clId="{E318BCDF-139D-45AE-8A3C-ADFF0F112D81}" dt="2022-10-12T17:26:37.966" v="12134" actId="478"/>
          <ac:inkMkLst>
            <pc:docMk/>
            <pc:sldMk cId="538216067" sldId="309"/>
            <ac:inkMk id="48" creationId="{F7DB4252-2DF9-1F74-A876-68FABB9E0682}"/>
          </ac:inkMkLst>
        </pc:inkChg>
        <pc:inkChg chg="del">
          <ac:chgData name="John McPhail" userId="d9640ad9-0be2-4377-a498-4127ac76f093" providerId="ADAL" clId="{E318BCDF-139D-45AE-8A3C-ADFF0F112D81}" dt="2022-10-12T17:26:42.536" v="12135" actId="478"/>
          <ac:inkMkLst>
            <pc:docMk/>
            <pc:sldMk cId="538216067" sldId="309"/>
            <ac:inkMk id="49" creationId="{9651D674-5FEA-4EFA-5D02-BA6E489293F3}"/>
          </ac:inkMkLst>
        </pc:inkChg>
        <pc:inkChg chg="del">
          <ac:chgData name="John McPhail" userId="d9640ad9-0be2-4377-a498-4127ac76f093" providerId="ADAL" clId="{E318BCDF-139D-45AE-8A3C-ADFF0F112D81}" dt="2022-10-12T17:26:42.536" v="12135" actId="478"/>
          <ac:inkMkLst>
            <pc:docMk/>
            <pc:sldMk cId="538216067" sldId="309"/>
            <ac:inkMk id="50" creationId="{2ED5088C-5A46-E92E-3337-48904B9FB3A8}"/>
          </ac:inkMkLst>
        </pc:inkChg>
      </pc:sldChg>
    </pc:docChg>
  </pc:docChgLst>
  <pc:docChgLst>
    <pc:chgData name="Barbara Bloch" userId="S::bbloch@partners.net::97f3fbf0-1245-44d2-9a1f-fae136fe23f6" providerId="AD" clId="Web-{649E3549-F677-5C84-E456-E28048B6A69F}"/>
    <pc:docChg chg="modSld">
      <pc:chgData name="Barbara Bloch" userId="S::bbloch@partners.net::97f3fbf0-1245-44d2-9a1f-fae136fe23f6" providerId="AD" clId="Web-{649E3549-F677-5C84-E456-E28048B6A69F}" dt="2022-10-24T21:27:13.481" v="0" actId="1076"/>
      <pc:docMkLst>
        <pc:docMk/>
      </pc:docMkLst>
      <pc:sldChg chg="modSp">
        <pc:chgData name="Barbara Bloch" userId="S::bbloch@partners.net::97f3fbf0-1245-44d2-9a1f-fae136fe23f6" providerId="AD" clId="Web-{649E3549-F677-5C84-E456-E28048B6A69F}" dt="2022-10-24T21:27:13.481" v="0" actId="1076"/>
        <pc:sldMkLst>
          <pc:docMk/>
          <pc:sldMk cId="545270821" sldId="297"/>
        </pc:sldMkLst>
        <pc:picChg chg="mod">
          <ac:chgData name="Barbara Bloch" userId="S::bbloch@partners.net::97f3fbf0-1245-44d2-9a1f-fae136fe23f6" providerId="AD" clId="Web-{649E3549-F677-5C84-E456-E28048B6A69F}" dt="2022-10-24T21:27:13.481" v="0" actId="1076"/>
          <ac:picMkLst>
            <pc:docMk/>
            <pc:sldMk cId="545270821" sldId="297"/>
            <ac:picMk id="27" creationId="{164D847E-160C-0161-1F05-E683926DB48F}"/>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13:49:14.397"/>
    </inkml:context>
    <inkml:brush xml:id="br0">
      <inkml:brushProperty name="width" value="0.05" units="cm"/>
      <inkml:brushProperty name="height" value="0.05" units="cm"/>
      <inkml:brushProperty name="color" value="#E71224"/>
    </inkml:brush>
  </inkml:definitions>
  <inkml:trace contextRef="#ctx0" brushRef="#br0">9125 528 1375 0 0,'-2'0'272'0'0,"-16"-2"3829"0"0,10 0-3683 0 0,0 1 1 0 0,1 0-1 0 0,-1 1 1 0 0,0-1-1 0 0,0 2 0 0 0,0-1 1 0 0,-10 3-1 0 0,-1 1 133 0 0,-11 2 1033 0 0,-52 19 1 0 0,58-16-1316 0 0,-1 0-1 0 0,-1-2 1 0 0,1 0 0 0 0,-1-2-1 0 0,-1-1 1 0 0,1-1-1 0 0,0-2 1 0 0,-38-1 0 0 0,-32-4 112 0 0,-29-3 108 0 0,-74-12-21 0 0,125 13-127 0 0,-89 5-1 0 0,-24-2 407 0 0,-137-6 184 0 0,55-9-773 0 0,233 15-123 0 0,-227-23 217 0 0,-84-1-252 0 0,205 22 40 0 0,39 2-16 0 0,-357 7-24 0 0,384-1 30 0 0,-131 8 58 0 0,-144 5 48 0 0,52-11 29 0 0,-125 8 96 0 0,268-5-170 0 0,23 0 58 0 0,-254 26-82 0 0,202-13-54 0 0,143-17-11 0 0,-331 42 60 0 0,231-26-62 0 0,-77 17 0 0 0,82 1 0 0 0,-43 11 0 0 0,108-30-27 0 0,0 2-1 0 0,-135 62 1 0 0,97-33-35 0 0,43-21 34 0 0,-97 58 0 0 0,-52 73-100 0 0,98-67 59 0 0,63-53 47 0 0,3 3 0 0 0,1 3 0 0 0,-57 65 0 0 0,-98 181-410 0 0,106-141 341 0 0,61-91 82 0 0,-53 110 0 0 0,-11 75-55 0 0,-96 361 10 0 0,139-407 54 0 0,6-21 0 0 0,9-29 2 0 0,-29 119-57 0 0,17-8 51 0 0,-8 36-19 0 0,47-205 23 0 0,-18 90 0 0 0,33-163 0 0 0,-44 286 0 0 0,4 391-261 0 0,58-242 250 0 0,40-9-53 0 0,82 264 0 0 0,-115-587 64 0 0,33 160 0 0 0,49 101-64 0 0,-60-256 64 0 0,18 58 0 0 0,146 443 0 0 0,-170-527 0 0 0,-16-38 0 0 0,53 103 0 0 0,23-3 0 0 0,33 62 0 0 0,-98-162 0 0 0,3-2 0 0 0,2-1 0 0 0,63 74 0 0 0,-41-64 0 0 0,128 112 0 0 0,-90-97 0 0 0,-26-21 0 0 0,117 80 0 0 0,-53-66 0 0 0,14 10 0 0 0,-44-20 32 0 0,125 59 0 0 0,-161-92 0 0 0,98 66 0 0 0,-35-24 28 0 0,-53-33-56 0 0,119 55 181 0 0,-56-30 70 0 0,60 22 77 0 0,-182-84-309 0 0,0 0-1 0 0,29 4 1 0 0,9 2 5 0 0,163 56 146 0 0,77 18-88 0 0,-158-51-86 0 0,46 8 0 0 0,-155-38 0 0 0,429 82 0 0 0,-328-51 0 0 0,-6-2 0 0 0,165 43 0 0 0,-113-27 0 0 0,-67-24 0 0 0,28 8 0 0 0,181 44 84 0 0,-181-49-21 0 0,218 37 142 0 0,444-3-77 0 0,90-74 11 0 0,-335 5 129 0 0,-384 6-227 0 0,813 2 567 0 0,-722 6-490 0 0,-59-1-55 0 0,304-17 163 0 0,-88-1-14 0 0,-312 11-159 0 0,160 2-53 0 0,32 4 181 0 0,141-13 82 0 0,0-21-251 0 0,-247 10-15 0 0,58-4 59 0 0,80-9-45 0 0,-158 12-11 0 0,1-3 187 0 0,320-83-1 0 0,-252 16-34 0 0,-156 53-66 0 0,-17 6 44 0 0,-2-3-1 0 0,104-66 1 0 0,-165 94-107 0 0,41-27 197 0 0,56-47 1 0 0,57-54-18 0 0,-140 115-138 0 0,0-1 0 0 0,-1-2 1 0 0,26-31-1 0 0,48-75 158 0 0,-81 107-185 0 0,35-54 107 0 0,68-138 0 0 0,18-90 128 0 0,-22 5-212 0 0,-87 215-22 0 0,24-144 0 0 0,9-279 214 0 0,-54-7-53 0 0,-44 1 0 0 0,-30 101-72 0 0,51 335-96 0 0,-49-123 0 0 0,-49-64 32 0 0,81 185-64 0 0,-60-117 0 0 0,-58-93 0 0 0,134 250 0 0 0,-11-24 0 0 0,-38-58 0 0 0,-25-17 40 0 0,-61-94 48 0 0,87 125-88 0 0,-117-200 0 0 0,111 191 0 0 0,17 29 0 0 0,-138-269 0 0 0,176 321 0 0 0,-48-93 0 0 0,-59-159 0 0 0,46 83 0 0 0,19 53 0 0 0,19 46 0 0 0,-27-72 0 0 0,17 37 0 0 0,44 121 1 0 0,-107-287 62 0 0,50 79 1 0 0,6 7 0 0 0,-23-98-64 0 0,74 282 0 0 0,-3-44 0 0 0,-1-6 0 0 0,-13-105 0 0 0,13 88 0 0 0,-8-164-64 0 0,17 205 64 0 0,-2 0 0 0 0,-3 1 0 0 0,-3 0 0 0 0,-27-95 0 0 0,-35-63 29 0 0,65 196-5 0 0,-96-251-13 0 0,84 226 12 0 0,-9-20 18 0 0,2 14-26 0 0,-41-74 90 0 0,51 100-81 0 0,-1 0 0 0 0,-33-37 0 0 0,-1 4 7 0 0,-33-34 13 0 0,3 8 13 0 0,-63-58-61 0 0,106 109 1 0 0,-2 2 0 0 0,-1 2 0 0 0,-60-33 0 0 0,80 52-2 0 0,-319-167-114 0 0,12 36 119 0 0,300 131-1 0 0,-70-31-30 0 0,-129-35-1 0 0,-127-9-96 0 0,295 72 115 0 0,-88-16-38 0 0,114 26 48 0 0,-265-27-122 0 0,200 28 55 0 0,0 4 0 0 0,0 5 0 0 0,-149 28 0 0 0,-95 41-66 0 0,290-63 136 0 0,-88 23 0 0 0,103-24 0 0 0,-62 28 0 0 0,23-7-20 0 0,-86 24 0 0 0,-4 1-4 0 0,71-21 24 0 0,-28 10 0 0 0,35-13 0 0 0,-22 5 0 0 0,-6 3-144 0 0,89-34 133 0 0,17-3-31 0 0,7-3-104 0 0,1 0 0 0 0,-1 1 0 0 0,1-1 0 0 0,-1 0 0 0 0,0-1 1 0 0,0 1-1 0 0,0-1 0 0 0,1 1 0 0 0,-7-1 0 0 0,8 0-206 0 0,0 0 0 0 0,1-1 0 0 0,-1 1 0 0 0,0 0 0 0 0,0-1 0 0 0,0 1 0 0 0,1-1 0 0 0,-1 0 0 0 0,0 1 0 0 0,1-1 0 0 0,-1 0 0 0 0,0 1 0 0 0,1-1 0 0 0,-1 0 0 0 0,1 1 0 0 0,-1-1 0 0 0,1 0 0 0 0,0 0 0 0 0,-1 0 0 0 0,1 0 0 0 0,0 1 0 0 0,-1-3 0 0 0,-2-11-6816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13:49:28.699"/>
    </inkml:context>
    <inkml:brush xml:id="br0">
      <inkml:brushProperty name="width" value="0.05" units="cm"/>
      <inkml:brushProperty name="height" value="0.05" units="cm"/>
      <inkml:brushProperty name="color" value="#E71224"/>
    </inkml:brush>
  </inkml:definitions>
  <inkml:trace contextRef="#ctx0" brushRef="#br0">3745 5068 2759 0 0,'0'0'7840'0'0,"-7"-10"-7105"0"0,4 5-539 0 0,0-1 0 0 0,0 1 0 0 0,1-1 0 0 0,-1 0 0 0 0,1 0 0 0 0,1 0 0 0 0,-2-9 0 0 0,-3-48 591 0 0,2 14-109 0 0,-4-30-189 0 0,-4-24 158 0 0,9 64-335 0 0,3 28-220 0 0,-1 0 1 0 0,-3-13 0 0 0,3 17-70 0 0,-5-25 205 0 0,-2 1 0 0 0,-1-1 1 0 0,-24-52-1 0 0,1 22 189 0 0,2 3 106 0 0,-37-98 1 0 0,-20-71 799 0 0,65 173-1068 0 0,-9-13 8 0 0,19 44-101 0 0,1 0 0 0 0,-14-49 1 0 0,12 32-49 0 0,-1 0 0 0 0,-27-53 0 0 0,4 8 266 0 0,-25-79 79 0 0,-8-5-86 0 0,-47-134-10 0 0,29 72-65 0 0,-24-121-15 0 0,80 250-204 0 0,-12-42 50 0 0,14 54-71 0 0,6 18-52 0 0,9 19-6 0 0,9 25 0 0 0,-3 1 0 0 0,0 0 0 0 0,-18-37 0 0 0,11 29 31 0 0,-16-50-1 0 0,26 68-27 0 0,-12-30 29 0 0,-35-66 0 0 0,-8-12 95 0 0,-16-29 63 0 0,-17-25-115 0 0,30 74-4 0 0,4 6 5 0 0,48 78-55 0 0,-1 0 0 0 0,-1 1 1 0 0,0 1-1 0 0,-28-30 0 0 0,0 6 28 0 0,-35-37 41 0 0,59 65-88 0 0,-5-7 10 0 0,-1 2 1 0 0,-2 0-1 0 0,0 2 1 0 0,-31-19-1 0 0,2 8-12 0 0,-74-38 0 0 0,91 51 0 0 0,-63-18 0 0 0,-44-2 0 0 0,90 27 0 0 0,-1 2 0 0 0,-99 0 0 0 0,119 7 0 0 0,-15-1-7 0 0,-7 0-21 0 0,-80 6-1 0 0,106 0-18 0 0,-61 15-1 0 0,75-13 26 0 0,0 0 0 0 0,0 1 0 0 0,0 1 0 0 0,-26 16 0 0 0,20-9 9 0 0,6-5-11 0 0,1 2 1 0 0,-1-1 0 0 0,2 2 0 0 0,0 0 0 0 0,-24 26 0 0 0,27-22 9 0 0,-42 51-103 0 0,47-56 101 0 0,1 0 0 0 0,0 1 0 0 0,1-1 0 0 0,-7 18 0 0 0,-26 81-48 0 0,24-65 65 0 0,3-14-5 0 0,3 0 0 0 0,-11 56 0 0 0,10 13-44 0 0,-10 58-21 0 0,-19 134-112 0 0,33-85 171 0 0,6-143 9 0 0,12 327-127 0 0,0-281 64 0 0,4-1 0 0 0,49 176 0 0 0,-5-60 0 0 0,-42-168 54 0 0,38 88 0 0 0,39 48-23 0 0,-28-59 22 0 0,134 245-117 0 0,-182-345 117 0 0,-1-2-31 0 0,0-2-1 0 0,2 0 0 0 0,46 54 1 0 0,103 104-75 0 0,-107-118 95 0 0,0 0-10 0 0,122 107 0 0 0,39-12-32 0 0,-159-120 64 0 0,52 32 0 0 0,-95-67-8 0 0,1-1 0 0 0,0-1 0 0 0,46 13 0 0 0,71 4-24 0 0,-89-18 32 0 0,-1 1 0 0 0,-1 3 0 0 0,84 32 0 0 0,-89-27 0 0 0,58 14 0 0 0,-71-24-8 0 0,-1-2 0 0 0,48 3 1 0 0,60-7-28 0 0,-77-1 29 0 0,-37 1 6 0 0,0 1 0 0 0,37 9 0 0 0,-37-6 0 0 0,0-1 0 0 0,37 1 0 0 0,127 0 0 0 0,-123-3 0 0 0,5 1-21 0 0,0-3-1 0 0,122-17 1 0 0,-131 8-46 0 0,55-12 70 0 0,-106 19-3 0 0,0-1 0 0 0,-2 0 12 0 0,-6 2 112 0 0,-5-10-284 0 0,2 8-74 0 0,-1 0-1 0 0,0 0 1 0 0,-1 0 0 0 0,1 0-1 0 0,0 0 1 0 0,-6-3 0 0 0,-13-10-2411 0 0,15 8 1338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13:49:33.139"/>
    </inkml:context>
    <inkml:brush xml:id="br0">
      <inkml:brushProperty name="width" value="0.05" units="cm"/>
      <inkml:brushProperty name="height" value="0.05" units="cm"/>
      <inkml:brushProperty name="color" value="#E71224"/>
    </inkml:brush>
  </inkml:definitions>
  <inkml:trace contextRef="#ctx0" brushRef="#br0">1396 74 3223 0 0,'0'0'3000'0'0,"-2"0"-2114"0"0,-38 1 2480 0 0,-52 7 1 0 0,57-3-2406 0 0,15-2-184 0 0,-32 8 1 0 0,-95 42 806 0 0,125-44-1417 0 0,12-6-143 0 0,-20 12 109 0 0,17-8-63 0 0,0 0 1 0 0,0 1-1 0 0,1 1 0 0 0,-17 15 1 0 0,9-6-110 0 0,-159 127 159 0 0,159-130-93 0 0,0 1 0 0 0,1 0 0 0 0,1 2 0 0 0,-30 38 0 0 0,25-25-31 0 0,1 2 1 0 0,-25 52-1 0 0,-4 13 4 0 0,-44 94 0 0 0,87-174 0 0 0,-2 0 0 0 0,-13 19 0 0 0,12-20 0 0 0,1 1 0 0 0,-9 20 0 0 0,-40 126 0 0 0,-31 151 0 0 0,68-227 0 0 0,4 0 0 0 0,4 2 0 0 0,4-1 0 0 0,1 93 0 0 0,28 276-72 0 0,-6-334 72 0 0,11 83 0 0 0,-15-157 0 0 0,2 0 0 0 0,19 53 0 0 0,14 8 3 0 0,-10-28-16 0 0,-8-24-27 0 0,2-1 1 0 0,57 86 0 0 0,-70-125 30 0 0,0 1 0 0 0,2-2 0 0 0,0 0 0 0 0,1-1 0 0 0,0-1-1 0 0,32 21 1 0 0,-26-21 9 0 0,1-2 0 0 0,28 13 0 0 0,-41-22 0 0 0,1 0 0 0 0,0 0 0 0 0,0-1 0 0 0,1-1 0 0 0,-1 0 0 0 0,1-1 0 0 0,-1-1 0 0 0,1 0 0 0 0,0 0 0 0 0,-1-1 0 0 0,1-1 0 0 0,0-1 0 0 0,-1 0 0 0 0,1 0 0 0 0,-1-2 0 0 0,14-4 0 0 0,39-14 28 0 0,30-12 65 0 0,-82 28-79 0 0,0-1-1 0 0,-1 0 1 0 0,0-1 0 0 0,20-16 0 0 0,-14 7 55 0 0,-2-1 1 0 0,20-24 0 0 0,-18 20 3 0 0,81-83 175 0 0,-55 57-217 0 0,-28 30-7 0 0,0 0 1 0 0,-1-2-1 0 0,20-31 0 0 0,95-205 416 0 0,-74 134-376 0 0,28-64 75 0 0,-79 171-122 0 0,56-159 403 0 0,-29 71-312 0 0,27-90 311 0 0,-49 147-333 0 0,-1 0-1 0 0,4-60 1 0 0,-5-384 492 0 0,-10 339-471 0 0,-5-75 147 0 0,1 182-142 0 0,-1 0-1 0 0,-1 1 0 0 0,-17-49 0 0 0,-56-133 474 0 0,20 59-318 0 0,36 104-165 0 0,-3 1 1 0 0,-3 1-1 0 0,-39-60 0 0 0,56 100-65 0 0,-1 1 0 0 0,-1 0-1 0 0,-1 1 1 0 0,0 1-1 0 0,-1 0 1 0 0,-1 1 0 0 0,-1 1-1 0 0,0 0 1 0 0,-1 2 0 0 0,-21-11-1 0 0,12 10-131 0 0,0 2-1 0 0,-34-10 1 0 0,38 14 34 0 0,24 7-113 0 0,-1 1-1 0 0,1-1 0 0 0,0 0 0 0 0,0 1 0 0 0,-1-1 0 0 0,1 0 0 0 0,0 0 0 0 0,0 0 0 0 0,0 0 1 0 0,0 0-1 0 0,0 0 0 0 0,1 0 0 0 0,-1 0 0 0 0,0 0 0 0 0,0-1 0 0 0,1 1 0 0 0,-1 0 0 0 0,0 0 0 0 0,1-1 1 0 0,0 1-1 0 0,-1 0 0 0 0,0-3 0 0 0,0-5-1752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13:49:36.165"/>
    </inkml:context>
    <inkml:brush xml:id="br0">
      <inkml:brushProperty name="width" value="0.05" units="cm"/>
      <inkml:brushProperty name="height" value="0.05" units="cm"/>
      <inkml:brushProperty name="color" value="#E71224"/>
    </inkml:brush>
  </inkml:definitions>
  <inkml:trace contextRef="#ctx0" brushRef="#br0">2821 17 2303 0 0,'0'0'438'0'0,"-2"1"799"0"0,-4 0-193 0 0,1 0-1 0 0,-1 0 0 0 0,1 0 1 0 0,-1-1-1 0 0,1 0 1 0 0,-12-1-1 0 0,-39-7 367 0 0,13 1-61 0 0,-13 3 36 0 0,0 2 1 0 0,-70 7 0 0 0,-51 19-665 0 0,-119 27-67 0 0,281-48-604 0 0,-16 3-18 0 0,0 2 0 0 0,0 1 0 0 0,-51 22 0 0 0,-16 16 31 0 0,64-30-62 0 0,-144 69 127 0 0,107-49-37 0 0,-104 72 0 0 0,84-53-80 0 0,60-39-11 0 0,1 2 0 0 0,-34 28-1 0 0,-69 57 1 0 0,97-77 0 0 0,-59 58 0 0 0,94-84 0 0 0,-14 15 0 0 0,1 0 0 0 0,-19 29 0 0 0,-7 10 0 0 0,-74 81 0 0 0,-36 66 0 0 0,128-168 0 0 0,-3 6 0 0 0,2 2 0 0 0,-33 84 0 0 0,19-44 0 0 0,20-45 0 0 0,1 1 0 0 0,-18 63 0 0 0,-43 196 0 0 0,60-231 0 0 0,2 2 0 0 0,4 0 0 0 0,3 1 0 0 0,0 123 0 0 0,9-140-22 0 0,2 0-1 0 0,2-1 0 0 0,3 1 1 0 0,2-1-1 0 0,19 59 0 0 0,-20-84 22 0 0,51 141-54 0 0,-44-130 34 0 0,1 0 1 0 0,31 46 0 0 0,-19-39 0 0 0,2-2 0 0 0,2-1 0 0 0,1-2 1 0 0,2-1-1 0 0,2-2 0 0 0,53 39 0 0 0,-47-42-9 0 0,21 17-54 0 0,86 48 1 0 0,-100-71 21 0 0,103 37 1 0 0,61-1-41 0 0,-154-47 62 0 0,-1-3 0 0 0,79 7 0 0 0,147-2 28 0 0,-130-16 11 0 0,-90-3 0 0 0,167-12 0 0 0,-150 6 0 0 0,-37 4 0 0 0,32-3 0 0 0,119-22 0 0 0,-136 13 32 0 0,80-29 0 0 0,-109 31-14 0 0,0-1-1 0 0,-1-2 1 0 0,-1-1 0 0 0,30-22-1 0 0,81-72 271 0 0,-31 23-148 0 0,-68 53-86 0 0,-2-1 0 0 0,-2-2-1 0 0,-1-1 1 0 0,-2-3 0 0 0,-2 0-1 0 0,50-86 1 0 0,21-57 310 0 0,-91 158-273 0 0,-1 0 0 0 0,-1-1 0 0 0,13-50-1 0 0,10-91 204 0 0,3-13-76 0 0,-26 140-178 0 0,-2-1 0 0 0,-2 0 1 0 0,-1-1-1 0 0,-3 1 0 0 0,-1-1 1 0 0,-3 0-1 0 0,-1 1 0 0 0,-14-76 1 0 0,-39-202 122 0 0,18 96-60 0 0,30 187-11 0 0,-1 1-1 0 0,-2 0 1 0 0,-2 1-1 0 0,-1 0 1 0 0,-2 1-1 0 0,-1 0 1 0 0,-2 1 0 0 0,-35-50-1 0 0,-26-40 398 0 0,57 85-318 0 0,-1 2-1 0 0,-40-48 0 0 0,31 47-110 0 0,-50-52 19 0 0,-161-139 326 0 0,137 120-333 0 0,84 87-72 0 0,0 0 0 0 0,-28-18 0 0 0,41 33-3 0 0,1-1 1 0 0,0 0-1 0 0,-10-12 0 0 0,11 8-44 0 0,0-8-50 0 0,1 4-162 0 0,-7-30-1 0 0,4 12-10 0 0,7 30 167 0 0,0 0 0 0 0,0 0 0 0 0,0 0 0 0 0,0 0 1 0 0,-1 0-1 0 0,0 1 0 0 0,0-1 0 0 0,0 1 0 0 0,0-1 0 0 0,0 1 0 0 0,-1 0 0 0 0,1 1 0 0 0,-1-1 0 0 0,0 1 0 0 0,-5-3 1 0 0,8 4-274 0 0,-8-6-1086 0 0,-5-4-1051 0 0,9 4 1086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F6976C-55E9-477D-9930-BF43D028A94E}" type="datetimeFigureOut">
              <a:rPr lang="en-US" smtClean="0"/>
              <a:t>10/24/2022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C8CDDC-CBDB-4294-98C4-98A2F202DD61}" type="slidenum">
              <a:rPr lang="en-US" smtClean="0"/>
              <a:t>‹#›</a:t>
            </a:fld>
            <a:endParaRPr lang="en-US"/>
          </a:p>
        </p:txBody>
      </p:sp>
    </p:spTree>
    <p:extLst>
      <p:ext uri="{BB962C8B-B14F-4D97-AF65-F5344CB8AC3E}">
        <p14:creationId xmlns:p14="http://schemas.microsoft.com/office/powerpoint/2010/main" val="2038790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1</a:t>
            </a:fld>
            <a:endParaRPr lang="en-US"/>
          </a:p>
        </p:txBody>
      </p:sp>
    </p:spTree>
    <p:extLst>
      <p:ext uri="{BB962C8B-B14F-4D97-AF65-F5344CB8AC3E}">
        <p14:creationId xmlns:p14="http://schemas.microsoft.com/office/powerpoint/2010/main" val="1775274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2</a:t>
            </a:fld>
            <a:endParaRPr lang="en-US"/>
          </a:p>
        </p:txBody>
      </p:sp>
    </p:spTree>
    <p:extLst>
      <p:ext uri="{BB962C8B-B14F-4D97-AF65-F5344CB8AC3E}">
        <p14:creationId xmlns:p14="http://schemas.microsoft.com/office/powerpoint/2010/main" val="185401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3</a:t>
            </a:fld>
            <a:endParaRPr lang="en-US"/>
          </a:p>
        </p:txBody>
      </p:sp>
    </p:spTree>
    <p:extLst>
      <p:ext uri="{BB962C8B-B14F-4D97-AF65-F5344CB8AC3E}">
        <p14:creationId xmlns:p14="http://schemas.microsoft.com/office/powerpoint/2010/main" val="2139995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Big picture:  Four main organizational Divisions; under each division, we have multiple Units</a:t>
            </a:r>
          </a:p>
          <a:p>
            <a:r>
              <a:rPr lang="en-US"/>
              <a:t>Programs:  All programs will report up to the Sr. VP of Programs</a:t>
            </a:r>
          </a:p>
          <a:p>
            <a:r>
              <a:rPr lang="en-US"/>
              <a:t>Operations:  All aspects of operations will feed into the COO – HR, Compliance, IT, Membership</a:t>
            </a:r>
          </a:p>
          <a:p>
            <a:r>
              <a:rPr lang="en-US"/>
              <a:t>Finance:  Self-explanatory; with our growth, this unit needs to focus on building our Financial capacity here and in field offices; all Admin-related activities will fall under Operations</a:t>
            </a:r>
          </a:p>
          <a:p>
            <a:r>
              <a:rPr lang="en-US"/>
              <a:t>Organizational Advancement:  New unit focused on expanding our capacity to bring in resources, both public and private, restricted and unrestricted; this unit will house Business Development, Marketing &amp; Communications, Public-Private Partnerships and eventually a growing philanthropy team</a:t>
            </a:r>
          </a:p>
          <a:p>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4</a:t>
            </a:fld>
            <a:endParaRPr lang="en-US"/>
          </a:p>
        </p:txBody>
      </p:sp>
    </p:spTree>
    <p:extLst>
      <p:ext uri="{BB962C8B-B14F-4D97-AF65-F5344CB8AC3E}">
        <p14:creationId xmlns:p14="http://schemas.microsoft.com/office/powerpoint/2010/main" val="1973144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Peggy is looking to move to a part-time role; as a result, she will take on an advisory role and special projects</a:t>
            </a:r>
          </a:p>
          <a:p>
            <a:r>
              <a:rPr lang="en-US"/>
              <a:t>A new Controller will therefore be starting soon</a:t>
            </a:r>
          </a:p>
          <a:p>
            <a:endParaRPr lang="en-US"/>
          </a:p>
          <a:p>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5</a:t>
            </a:fld>
            <a:endParaRPr lang="en-US"/>
          </a:p>
        </p:txBody>
      </p:sp>
    </p:spTree>
    <p:extLst>
      <p:ext uri="{BB962C8B-B14F-4D97-AF65-F5344CB8AC3E}">
        <p14:creationId xmlns:p14="http://schemas.microsoft.com/office/powerpoint/2010/main" val="4200970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lot happening here!</a:t>
            </a:r>
          </a:p>
          <a:p>
            <a:r>
              <a:rPr lang="en-US"/>
              <a:t>HR will continue to be an important focus, led by Natalie and her team, for both HO and field offices</a:t>
            </a:r>
          </a:p>
          <a:p>
            <a:r>
              <a:rPr lang="en-US"/>
              <a:t>New focus on compliance – we have a new Sr Director of MERL, </a:t>
            </a:r>
            <a:r>
              <a:rPr lang="en-US" err="1"/>
              <a:t>Nilu</a:t>
            </a:r>
            <a:r>
              <a:rPr lang="en-US"/>
              <a:t> </a:t>
            </a:r>
            <a:r>
              <a:rPr lang="en-US" err="1"/>
              <a:t>Rimal</a:t>
            </a:r>
            <a:endParaRPr lang="en-US"/>
          </a:p>
          <a:p>
            <a:r>
              <a:rPr lang="en-US"/>
              <a:t>Have incorporated our Grant and Contract Compliance under this unit as well</a:t>
            </a:r>
          </a:p>
          <a:p>
            <a:r>
              <a:rPr lang="en-US"/>
              <a:t>Membership will now be part of a larger unit called “Community and Volunteer Engagement”</a:t>
            </a:r>
          </a:p>
          <a:p>
            <a:pPr marL="171450" indent="-171450">
              <a:buFontTx/>
              <a:buChar char="-"/>
            </a:pPr>
            <a:r>
              <a:rPr lang="en-US"/>
              <a:t>This unit is placed here because most of our efforts with the chapters is mostly focused on operations</a:t>
            </a:r>
          </a:p>
          <a:p>
            <a:pPr marL="171450" indent="-171450">
              <a:buFontTx/>
              <a:buChar char="-"/>
            </a:pPr>
            <a:r>
              <a:rPr lang="en-US"/>
              <a:t>Some of the work is programmatic in nature, so it’s not a completely smooth distinction, but E&amp;C provides significant benefits to the chapters</a:t>
            </a:r>
          </a:p>
          <a:p>
            <a:pPr marL="0" indent="0">
              <a:buFontTx/>
              <a:buNone/>
            </a:pPr>
            <a:r>
              <a:rPr lang="en-US"/>
              <a:t>Operations Officer – vacant</a:t>
            </a:r>
          </a:p>
          <a:p>
            <a:pPr marL="0" indent="0">
              <a:buFontTx/>
              <a:buNone/>
            </a:pPr>
            <a:r>
              <a:rPr lang="en-US"/>
              <a:t>Information Technology also will be coordinated by the Operations Division</a:t>
            </a: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6</a:t>
            </a:fld>
            <a:endParaRPr lang="en-US"/>
          </a:p>
        </p:txBody>
      </p:sp>
    </p:spTree>
    <p:extLst>
      <p:ext uri="{BB962C8B-B14F-4D97-AF65-F5344CB8AC3E}">
        <p14:creationId xmlns:p14="http://schemas.microsoft.com/office/powerpoint/2010/main" val="2913458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Organizational Advancement:  New unit focused on expanding our capacity to bring in resources, both public and private, restricted and unrestricted; this unit will house Business Development, Marketing &amp; Communications, Public-Private Partnerships and eventually a growing philanthropy team</a:t>
            </a:r>
          </a:p>
          <a:p>
            <a:endParaRPr lang="en-US"/>
          </a:p>
          <a:p>
            <a:r>
              <a:rPr lang="en-US"/>
              <a:t>Unit will be led by Wayne Johnson, a seasoned individual with both public and private sector experience; he is very entrepreneurial in nature and will be leading our lobbying efforts with the USG as well as working to open doors at a high level in the government, corporate sector, and foundations.</a:t>
            </a:r>
          </a:p>
          <a:p>
            <a:endParaRPr lang="en-US"/>
          </a:p>
          <a:p>
            <a:r>
              <a:rPr lang="en-US"/>
              <a:t>Will also lead the growth of the unit towards more fundraising with individual giving, major gifts, events, estate planning, on-line campaigns and giving; this will be a multi-year process; we can only focus on so much for now!</a:t>
            </a:r>
          </a:p>
          <a:p>
            <a:endParaRPr lang="en-US"/>
          </a:p>
          <a:p>
            <a:r>
              <a:rPr lang="en-US"/>
              <a:t>This is also why we have Marketing and Communications, which will be led by Juliana, and Public-Private Partnerships, led by Ukiah, in this unit.  The teams will work together on proposal development and unrestricted fundraising efforts.   </a:t>
            </a:r>
          </a:p>
          <a:p>
            <a:r>
              <a:rPr lang="en-US"/>
              <a:t>Summar will also support the unit while she finalizes work on two programs – BAP and META – focusing on the YES strategy and working with the team to innovate / incubate new ideas.</a:t>
            </a:r>
          </a:p>
          <a:p>
            <a:r>
              <a:rPr lang="en-US"/>
              <a:t>The unit will explore initiatives, such as Exchange programs, EQUAL Americas, A </a:t>
            </a:r>
            <a:r>
              <a:rPr lang="en-US" err="1"/>
              <a:t>Ganar</a:t>
            </a:r>
            <a:r>
              <a:rPr lang="en-US"/>
              <a:t>, </a:t>
            </a:r>
            <a:r>
              <a:rPr lang="en-US" err="1"/>
              <a:t>YouthLead</a:t>
            </a:r>
            <a:r>
              <a:rPr lang="en-US"/>
              <a:t>.</a:t>
            </a:r>
          </a:p>
          <a:p>
            <a:endParaRPr lang="en-US"/>
          </a:p>
          <a:p>
            <a:r>
              <a:rPr lang="en-US"/>
              <a:t>Program Development will continue under Marcio with his growing team.  We have on vacant function regarding budget and pricing;</a:t>
            </a:r>
          </a:p>
          <a:p>
            <a:endParaRPr lang="en-US"/>
          </a:p>
          <a:p>
            <a:r>
              <a:rPr lang="en-US"/>
              <a:t>In addition, we are looking to promote greater levels of innovation, led by this unit where we will look to incubate new ideas; once these become viable projects, they will then be transferred to the appropriate Division</a:t>
            </a: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7</a:t>
            </a:fld>
            <a:endParaRPr lang="en-US"/>
          </a:p>
        </p:txBody>
      </p:sp>
    </p:spTree>
    <p:extLst>
      <p:ext uri="{BB962C8B-B14F-4D97-AF65-F5344CB8AC3E}">
        <p14:creationId xmlns:p14="http://schemas.microsoft.com/office/powerpoint/2010/main" val="2055500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Here is a major change in how we define our programs.</a:t>
            </a:r>
          </a:p>
          <a:p>
            <a:r>
              <a:rPr lang="en-US">
                <a:cs typeface="Calibri"/>
              </a:rPr>
              <a:t>Carmen will oversee this unit and have four direct reports</a:t>
            </a:r>
          </a:p>
          <a:p>
            <a:r>
              <a:rPr lang="en-US">
                <a:cs typeface="Calibri"/>
              </a:rPr>
              <a:t>As you can see, we’ve change the units; no longer do we have EDH, EGC and CPU.  </a:t>
            </a:r>
          </a:p>
          <a:p>
            <a:r>
              <a:rPr lang="en-US">
                <a:cs typeface="Calibri"/>
              </a:rPr>
              <a:t>CPU becomes Labor and Education</a:t>
            </a:r>
          </a:p>
          <a:p>
            <a:r>
              <a:rPr lang="en-US">
                <a:cs typeface="Calibri"/>
              </a:rPr>
              <a:t>EDH becomes AFS</a:t>
            </a:r>
          </a:p>
          <a:p>
            <a:r>
              <a:rPr lang="en-US">
                <a:cs typeface="Calibri"/>
              </a:rPr>
              <a:t>EGC is folded into Education and a part of it is under our Operations Division in the Community and Volunteer Engagement Unit</a:t>
            </a:r>
          </a:p>
          <a:p>
            <a:endParaRPr lang="en-US">
              <a:cs typeface="Calibri"/>
            </a:endParaRPr>
          </a:p>
          <a:p>
            <a:r>
              <a:rPr lang="en-US">
                <a:cs typeface="Calibri"/>
              </a:rPr>
              <a:t>It is important to note that this structure will require that we empower our units more.  The Unit Directors will be leading the programs and be empowered to make decisions on these programs while the Sr VP oversees all of this and provides appropriate support to help the units be successful, and to also represent the organization more externally and help on organizational advancement.</a:t>
            </a:r>
          </a:p>
          <a:p>
            <a:endParaRPr lang="en-US">
              <a:cs typeface="Calibri"/>
            </a:endParaRPr>
          </a:p>
          <a:p>
            <a:r>
              <a:rPr lang="en-US">
                <a:cs typeface="Calibri"/>
              </a:rPr>
              <a:t>Unit Directors and Home Office team members will also need to transition from directly managing field programs to providing technical support and compliance oversight.</a:t>
            </a:r>
          </a:p>
          <a:p>
            <a:r>
              <a:rPr lang="en-US">
                <a:cs typeface="Calibri"/>
              </a:rPr>
              <a:t>Fundamental change – becoming more technical experts and managing programs in a matrix-style of management (without direct supervisory oversight)</a:t>
            </a: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a:p>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8</a:t>
            </a:fld>
            <a:endParaRPr lang="en-US"/>
          </a:p>
        </p:txBody>
      </p:sp>
    </p:spTree>
    <p:extLst>
      <p:ext uri="{BB962C8B-B14F-4D97-AF65-F5344CB8AC3E}">
        <p14:creationId xmlns:p14="http://schemas.microsoft.com/office/powerpoint/2010/main" val="736634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cs typeface="Calibri"/>
              </a:rPr>
              <a:t>As Country Director, Sara will supervise all project directors directly.  They will no longer report to Home Office staff.</a:t>
            </a:r>
          </a:p>
          <a:p>
            <a:r>
              <a:rPr lang="en-US">
                <a:cs typeface="Calibri"/>
              </a:rPr>
              <a:t>Technical support and guidance should still come from our HO teams; however, the PDs need to be empowered to manage their programs and be accountable to the results.</a:t>
            </a:r>
          </a:p>
          <a:p>
            <a:r>
              <a:rPr lang="en-US">
                <a:cs typeface="Calibri"/>
              </a:rPr>
              <a:t>This is a major shift in how we operate which will require us to look closely at how we do our work.</a:t>
            </a:r>
          </a:p>
          <a:p>
            <a:r>
              <a:rPr lang="en-US">
                <a:cs typeface="Calibri"/>
              </a:rPr>
              <a:t>The COO will guide a process of reviewing our roles and responsibilities to make this shift work, as smoothly as possible, and with the support of the teams.</a:t>
            </a:r>
          </a:p>
          <a:p>
            <a:endParaRPr lang="en-US">
              <a:cs typeface="Calibri"/>
            </a:endParaRPr>
          </a:p>
          <a:p>
            <a:r>
              <a:rPr lang="en-US">
                <a:cs typeface="Calibri"/>
              </a:rPr>
              <a:t>In addition, in Colombia, we have been discussing with Sara about how to align the in-country structure more with how we operate in the HO.  Sara will work with the team to define what that looks like; however, in the next few months, they will be discussing how to maximize the administrative, financial and operational resources under one Country Office, versus SIX separate projects.</a:t>
            </a:r>
          </a:p>
        </p:txBody>
      </p:sp>
      <p:sp>
        <p:nvSpPr>
          <p:cNvPr id="4" name="Slide Number Placeholder 3"/>
          <p:cNvSpPr>
            <a:spLocks noGrp="1"/>
          </p:cNvSpPr>
          <p:nvPr>
            <p:ph type="sldNum" sz="quarter" idx="10"/>
          </p:nvPr>
        </p:nvSpPr>
        <p:spPr/>
        <p:txBody>
          <a:bodyPr/>
          <a:lstStyle/>
          <a:p>
            <a:fld id="{8EC8CDDC-CBDB-4294-98C4-98A2F202DD61}" type="slidenum">
              <a:rPr lang="en-US" smtClean="0"/>
              <a:t>9</a:t>
            </a:fld>
            <a:endParaRPr lang="en-US"/>
          </a:p>
        </p:txBody>
      </p:sp>
    </p:spTree>
    <p:extLst>
      <p:ext uri="{BB962C8B-B14F-4D97-AF65-F5344CB8AC3E}">
        <p14:creationId xmlns:p14="http://schemas.microsoft.com/office/powerpoint/2010/main" val="3167238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cs typeface="Calibri"/>
              </a:rPr>
              <a:t>The Education Unit will be led by Ana Rubi and in addition to the HUGE JA program, we will now have the 100K program here.  All future education initiatives will be managed under this unit.</a:t>
            </a:r>
          </a:p>
        </p:txBody>
      </p:sp>
      <p:sp>
        <p:nvSpPr>
          <p:cNvPr id="4" name="Slide Number Placeholder 3"/>
          <p:cNvSpPr>
            <a:spLocks noGrp="1"/>
          </p:cNvSpPr>
          <p:nvPr>
            <p:ph type="sldNum" sz="quarter" idx="10"/>
          </p:nvPr>
        </p:nvSpPr>
        <p:spPr/>
        <p:txBody>
          <a:bodyPr/>
          <a:lstStyle/>
          <a:p>
            <a:fld id="{8EC8CDDC-CBDB-4294-98C4-98A2F202DD61}" type="slidenum">
              <a:rPr lang="en-US" smtClean="0"/>
              <a:t>10</a:t>
            </a:fld>
            <a:endParaRPr lang="en-US"/>
          </a:p>
        </p:txBody>
      </p:sp>
    </p:spTree>
    <p:extLst>
      <p:ext uri="{BB962C8B-B14F-4D97-AF65-F5344CB8AC3E}">
        <p14:creationId xmlns:p14="http://schemas.microsoft.com/office/powerpoint/2010/main" val="3595193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The new Labor Unit will be headed by Macarena Jimenez.  </a:t>
            </a:r>
          </a:p>
          <a:p>
            <a:r>
              <a:rPr lang="en-US">
                <a:cs typeface="Calibri"/>
              </a:rPr>
              <a:t>Some of the field project directors noted here will be reporting directly to Sara Taylor in Colombia.  The remaining PDs will report up to Maca; however, as with the Colombia office structure, the role of support needs to change, where we are building capacity for our PDs to manage these programs as independently as possible, allowing our HO team to focus on technical support and compliance oversight more (and business development)</a:t>
            </a:r>
          </a:p>
          <a:p>
            <a:r>
              <a:rPr lang="en-US">
                <a:cs typeface="Calibri"/>
              </a:rPr>
              <a:t>We are recruiting for the AD position showing.</a:t>
            </a:r>
          </a:p>
          <a:p>
            <a:r>
              <a:rPr lang="en-US">
                <a:cs typeface="Calibri"/>
              </a:rPr>
              <a:t>Our newest member of the team is Ingrid Ceballos, the PD for our Mexico MAP project (Mexico Awareness Raising Project)</a:t>
            </a:r>
            <a:endParaRPr lang="en-US"/>
          </a:p>
        </p:txBody>
      </p:sp>
      <p:sp>
        <p:nvSpPr>
          <p:cNvPr id="4" name="Slide Number Placeholder 3"/>
          <p:cNvSpPr>
            <a:spLocks noGrp="1"/>
          </p:cNvSpPr>
          <p:nvPr>
            <p:ph type="sldNum" sz="quarter" idx="10"/>
          </p:nvPr>
        </p:nvSpPr>
        <p:spPr/>
        <p:txBody>
          <a:bodyPr/>
          <a:lstStyle/>
          <a:p>
            <a:fld id="{8EC8CDDC-CBDB-4294-98C4-98A2F202DD61}" type="slidenum">
              <a:rPr lang="en-US" smtClean="0"/>
              <a:t>11</a:t>
            </a:fld>
            <a:endParaRPr lang="en-US"/>
          </a:p>
        </p:txBody>
      </p:sp>
    </p:spTree>
    <p:extLst>
      <p:ext uri="{BB962C8B-B14F-4D97-AF65-F5344CB8AC3E}">
        <p14:creationId xmlns:p14="http://schemas.microsoft.com/office/powerpoint/2010/main" val="4034480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EDH is being renamed AFS</a:t>
            </a:r>
          </a:p>
          <a:p>
            <a:r>
              <a:rPr lang="en-US"/>
              <a:t>We decided to not separate any of the sub-units here given the relationship between the programs.</a:t>
            </a:r>
          </a:p>
          <a:p>
            <a:r>
              <a:rPr lang="en-US"/>
              <a:t>The AFS unit will be led by Jim DiFrancesca, who will be joining us in November and hopefully in Colombia.  Jim brings decades of experience in international development in the nonprofit world, most recently at Save the Children, PCI and Global Communities; he has vast experience working in resilience and in the disaster to development continuum; he understands the business development aspects and will be leading efforts to bring in additional resources for the unit in this upcoming year</a:t>
            </a:r>
          </a:p>
          <a:p>
            <a:r>
              <a:rPr lang="en-US"/>
              <a:t>Each of the sub-units will have a Director-level individual to focus on program implementation and a combo of BD, as opportunities come up.</a:t>
            </a:r>
          </a:p>
          <a:p>
            <a:r>
              <a:rPr lang="en-US"/>
              <a:t>We are currently recruiting for the C4D, F2F and AVOP director level positions.</a:t>
            </a:r>
          </a:p>
          <a:p>
            <a:r>
              <a:rPr lang="en-US"/>
              <a:t>Welcome to the team some of our newer members, Madeline and Katie; currently in negotiations with three of the other positions</a:t>
            </a:r>
          </a:p>
          <a:p>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12</a:t>
            </a:fld>
            <a:endParaRPr lang="en-US"/>
          </a:p>
        </p:txBody>
      </p:sp>
    </p:spTree>
    <p:extLst>
      <p:ext uri="{BB962C8B-B14F-4D97-AF65-F5344CB8AC3E}">
        <p14:creationId xmlns:p14="http://schemas.microsoft.com/office/powerpoint/2010/main" val="2618626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cs typeface="Calibri"/>
              </a:rPr>
              <a:t>Here’s what our team looks like, including boxes representing the different field projects</a:t>
            </a:r>
          </a:p>
        </p:txBody>
      </p:sp>
      <p:sp>
        <p:nvSpPr>
          <p:cNvPr id="4" name="Slide Number Placeholder 3"/>
          <p:cNvSpPr>
            <a:spLocks noGrp="1"/>
          </p:cNvSpPr>
          <p:nvPr>
            <p:ph type="sldNum" sz="quarter" idx="10"/>
          </p:nvPr>
        </p:nvSpPr>
        <p:spPr/>
        <p:txBody>
          <a:bodyPr/>
          <a:lstStyle/>
          <a:p>
            <a:fld id="{8EC8CDDC-CBDB-4294-98C4-98A2F202DD61}" type="slidenum">
              <a:rPr lang="en-US" smtClean="0"/>
              <a:t>13</a:t>
            </a:fld>
            <a:endParaRPr lang="en-US"/>
          </a:p>
        </p:txBody>
      </p:sp>
    </p:spTree>
    <p:extLst>
      <p:ext uri="{BB962C8B-B14F-4D97-AF65-F5344CB8AC3E}">
        <p14:creationId xmlns:p14="http://schemas.microsoft.com/office/powerpoint/2010/main" val="339582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the entire organization, including field staff</a:t>
            </a:r>
          </a:p>
          <a:p>
            <a:r>
              <a:rPr lang="en-US"/>
              <a:t>This does not include our chapters – those orange boxes would expand out to over 100, not even including the volunteers in each of them</a:t>
            </a:r>
          </a:p>
          <a:p>
            <a:endParaRPr lang="en-US"/>
          </a:p>
          <a:p>
            <a:r>
              <a:rPr lang="en-US"/>
              <a:t>We have grown!</a:t>
            </a:r>
          </a:p>
          <a:p>
            <a:r>
              <a:rPr lang="en-US"/>
              <a:t>We want to be successful and have a Mission worth working towards</a:t>
            </a:r>
          </a:p>
          <a:p>
            <a:r>
              <a:rPr lang="en-US"/>
              <a:t>This new structure is meant to address this and to help sustain our mission</a:t>
            </a:r>
          </a:p>
          <a:p>
            <a:r>
              <a:rPr lang="en-US"/>
              <a:t>We do not want to continue growing for “Growth’s sake”; it will be intentional and where it makes sense; </a:t>
            </a:r>
          </a:p>
          <a:p>
            <a:r>
              <a:rPr lang="en-US"/>
              <a:t>However, this cannot happen if we don’t focus internally on ensuring we are successful with what we are currently doing.</a:t>
            </a:r>
          </a:p>
          <a:p>
            <a:endParaRPr lang="en-US"/>
          </a:p>
          <a:p>
            <a:endParaRPr lang="en-US">
              <a:cs typeface="Calibri"/>
            </a:endParaRPr>
          </a:p>
        </p:txBody>
      </p:sp>
      <p:sp>
        <p:nvSpPr>
          <p:cNvPr id="4" name="Slide Number Placeholder 3"/>
          <p:cNvSpPr>
            <a:spLocks noGrp="1"/>
          </p:cNvSpPr>
          <p:nvPr>
            <p:ph type="sldNum" sz="quarter" idx="10"/>
          </p:nvPr>
        </p:nvSpPr>
        <p:spPr/>
        <p:txBody>
          <a:bodyPr/>
          <a:lstStyle/>
          <a:p>
            <a:fld id="{8EC8CDDC-CBDB-4294-98C4-98A2F202DD61}" type="slidenum">
              <a:rPr lang="en-US" smtClean="0"/>
              <a:t>14</a:t>
            </a:fld>
            <a:endParaRPr lang="en-US"/>
          </a:p>
        </p:txBody>
      </p:sp>
    </p:spTree>
    <p:extLst>
      <p:ext uri="{BB962C8B-B14F-4D97-AF65-F5344CB8AC3E}">
        <p14:creationId xmlns:p14="http://schemas.microsoft.com/office/powerpoint/2010/main" val="2180278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EC8CDDC-CBDB-4294-98C4-98A2F202DD61}" type="slidenum">
              <a:rPr lang="en-US" smtClean="0"/>
              <a:t>15</a:t>
            </a:fld>
            <a:endParaRPr lang="en-US"/>
          </a:p>
        </p:txBody>
      </p:sp>
    </p:spTree>
    <p:extLst>
      <p:ext uri="{BB962C8B-B14F-4D97-AF65-F5344CB8AC3E}">
        <p14:creationId xmlns:p14="http://schemas.microsoft.com/office/powerpoint/2010/main" val="7778391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EC8CDDC-CBDB-4294-98C4-98A2F202DD61}" type="slidenum">
              <a:rPr lang="en-US" smtClean="0"/>
              <a:t>17</a:t>
            </a:fld>
            <a:endParaRPr lang="en-US"/>
          </a:p>
        </p:txBody>
      </p:sp>
    </p:spTree>
    <p:extLst>
      <p:ext uri="{BB962C8B-B14F-4D97-AF65-F5344CB8AC3E}">
        <p14:creationId xmlns:p14="http://schemas.microsoft.com/office/powerpoint/2010/main" val="3861792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E39EC4A-3862-4BFA-BE6E-F29D0FBF5C4D}" type="datetimeFigureOut">
              <a:rPr lang="en-US" smtClean="0"/>
              <a:t>10/24/2022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3601457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39EC4A-3862-4BFA-BE6E-F29D0FBF5C4D}" type="datetimeFigureOut">
              <a:rPr lang="en-US" smtClean="0"/>
              <a:t>10/24/2022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291856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39EC4A-3862-4BFA-BE6E-F29D0FBF5C4D}" type="datetimeFigureOut">
              <a:rPr lang="en-US" smtClean="0"/>
              <a:t>10/24/2022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2196448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39EC4A-3862-4BFA-BE6E-F29D0FBF5C4D}" type="datetimeFigureOut">
              <a:rPr lang="en-US" smtClean="0"/>
              <a:t>10/24/2022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745268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39EC4A-3862-4BFA-BE6E-F29D0FBF5C4D}" type="datetimeFigureOut">
              <a:rPr lang="en-US" smtClean="0"/>
              <a:t>10/24/2022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520682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39EC4A-3862-4BFA-BE6E-F29D0FBF5C4D}" type="datetimeFigureOut">
              <a:rPr lang="en-US" smtClean="0"/>
              <a:t>10/24/2022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371063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39EC4A-3862-4BFA-BE6E-F29D0FBF5C4D}" type="datetimeFigureOut">
              <a:rPr lang="en-US" smtClean="0"/>
              <a:t>10/24/2022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3232107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39EC4A-3862-4BFA-BE6E-F29D0FBF5C4D}" type="datetimeFigureOut">
              <a:rPr lang="en-US" smtClean="0"/>
              <a:t>10/24/2022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760946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39EC4A-3862-4BFA-BE6E-F29D0FBF5C4D}" type="datetimeFigureOut">
              <a:rPr lang="en-US" smtClean="0"/>
              <a:t>10/24/2022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128189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39EC4A-3862-4BFA-BE6E-F29D0FBF5C4D}" type="datetimeFigureOut">
              <a:rPr lang="en-US" smtClean="0"/>
              <a:t>10/24/2022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63265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39EC4A-3862-4BFA-BE6E-F29D0FBF5C4D}" type="datetimeFigureOut">
              <a:rPr lang="en-US" smtClean="0"/>
              <a:t>10/24/2022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33701333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712532-E901-4C09-E7AC-82E90A810C51}"/>
              </a:ext>
            </a:extLst>
          </p:cNvPr>
          <p:cNvSpPr>
            <a:spLocks noGrp="1"/>
          </p:cNvSpPr>
          <p:nvPr>
            <p:ph/>
          </p:nvPr>
        </p:nvSpPr>
        <p:spPr>
          <a:xfrm>
            <a:off x="457200" y="206375"/>
            <a:ext cx="8229600" cy="4387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B5F1BEC-3CBF-4298-DA9C-83AC6803E1BA}"/>
              </a:ext>
            </a:extLst>
          </p:cNvPr>
          <p:cNvSpPr>
            <a:spLocks noGrp="1"/>
          </p:cNvSpPr>
          <p:nvPr>
            <p:ph type="dt" sz="half" idx="10"/>
          </p:nvPr>
        </p:nvSpPr>
        <p:spPr/>
        <p:txBody>
          <a:bodyPr/>
          <a:lstStyle/>
          <a:p>
            <a:fld id="{FE39EC4A-3862-4BFA-BE6E-F29D0FBF5C4D}" type="datetimeFigureOut">
              <a:rPr lang="en-US" smtClean="0"/>
              <a:t>10/24/2022</a:t>
            </a:fld>
            <a:endParaRPr lang="en-US"/>
          </a:p>
        </p:txBody>
      </p:sp>
      <p:sp>
        <p:nvSpPr>
          <p:cNvPr id="4" name="Footer Placeholder 3">
            <a:extLst>
              <a:ext uri="{FF2B5EF4-FFF2-40B4-BE49-F238E27FC236}">
                <a16:creationId xmlns:a16="http://schemas.microsoft.com/office/drawing/2014/main" id="{99B7E53D-65A3-8C47-75A7-E74A1718BB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E2E065-F6EF-63B5-0430-7B707006520C}"/>
              </a:ext>
            </a:extLst>
          </p:cNvPr>
          <p:cNvSpPr>
            <a:spLocks noGrp="1"/>
          </p:cNvSpPr>
          <p:nvPr>
            <p:ph type="sldNum" sz="quarter" idx="12"/>
          </p:nvPr>
        </p:nvSpPr>
        <p:spPr/>
        <p:txBody>
          <a:bodyPr/>
          <a:lstStyle/>
          <a:p>
            <a:fld id="{A5198911-A112-4376-9709-510CD9276156}" type="slidenum">
              <a:rPr lang="en-US" smtClean="0"/>
              <a:t>‹#›</a:t>
            </a:fld>
            <a:endParaRPr lang="en-US"/>
          </a:p>
        </p:txBody>
      </p:sp>
    </p:spTree>
    <p:extLst>
      <p:ext uri="{BB962C8B-B14F-4D97-AF65-F5344CB8AC3E}">
        <p14:creationId xmlns:p14="http://schemas.microsoft.com/office/powerpoint/2010/main" val="1221839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24/10/2022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398174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FE39EC4A-3862-4BFA-BE6E-F29D0FBF5C4D}" type="datetimeFigureOut">
              <a:rPr lang="en-US" smtClean="0"/>
              <a:t>10/24/2022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5198911-A112-4376-9709-510CD9276156}" type="slidenum">
              <a:rPr lang="en-US" smtClean="0"/>
              <a:t>‹#›</a:t>
            </a:fld>
            <a:endParaRPr lang="en-US"/>
          </a:p>
        </p:txBody>
      </p:sp>
    </p:spTree>
    <p:extLst>
      <p:ext uri="{BB962C8B-B14F-4D97-AF65-F5344CB8AC3E}">
        <p14:creationId xmlns:p14="http://schemas.microsoft.com/office/powerpoint/2010/main" val="1356237174"/>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0771E8B-6CA5-40B2-8038-0E112F3DAC1C}" type="datetimeFigureOut">
              <a:rPr lang="es-ES" smtClean="0"/>
              <a:t>24/10/2022</a:t>
            </a:fld>
            <a:endParaRPr lang="es-ES"/>
          </a:p>
        </p:txBody>
      </p:sp>
      <p:sp>
        <p:nvSpPr>
          <p:cNvPr id="5" name="Marcador de pie de página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F1556C4-DFC3-4611-A7CC-780699185E26}" type="slidenum">
              <a:rPr lang="es-ES" smtClean="0"/>
              <a:t>‹#›</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3.png"/><Relationship Id="rId7"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png"/><Relationship Id="rId10" Type="http://schemas.openxmlformats.org/officeDocument/2006/relationships/image" Target="../media/image10.emf"/><Relationship Id="rId4" Type="http://schemas.openxmlformats.org/officeDocument/2006/relationships/image" Target="../media/image4.png"/><Relationship Id="rId9" Type="http://schemas.openxmlformats.org/officeDocument/2006/relationships/image" Target="../media/image9.emf"/></Relationships>
</file>

<file path=ppt/slides/_rels/slide5.xml.rels><?xml version="1.0" encoding="UTF-8" standalone="yes"?>
<Relationships xmlns="http://schemas.openxmlformats.org/package/2006/relationships"><Relationship Id="rId8" Type="http://schemas.openxmlformats.org/officeDocument/2006/relationships/image" Target="../media/image13.emf"/><Relationship Id="rId13" Type="http://schemas.openxmlformats.org/officeDocument/2006/relationships/image" Target="../media/image18.emf"/><Relationship Id="rId3" Type="http://schemas.openxmlformats.org/officeDocument/2006/relationships/image" Target="../media/image3.png"/><Relationship Id="rId7" Type="http://schemas.openxmlformats.org/officeDocument/2006/relationships/image" Target="../media/image12.emf"/><Relationship Id="rId12" Type="http://schemas.openxmlformats.org/officeDocument/2006/relationships/image" Target="../media/image17.emf"/><Relationship Id="rId2" Type="http://schemas.openxmlformats.org/officeDocument/2006/relationships/notesSlide" Target="../notesSlides/notesSlide5.xml"/><Relationship Id="rId16" Type="http://schemas.openxmlformats.org/officeDocument/2006/relationships/image" Target="../media/image21.emf"/><Relationship Id="rId1" Type="http://schemas.openxmlformats.org/officeDocument/2006/relationships/slideLayout" Target="../slideLayouts/slideLayout2.xml"/><Relationship Id="rId6" Type="http://schemas.openxmlformats.org/officeDocument/2006/relationships/image" Target="../media/image11.emf"/><Relationship Id="rId11" Type="http://schemas.openxmlformats.org/officeDocument/2006/relationships/image" Target="../media/image16.emf"/><Relationship Id="rId5" Type="http://schemas.openxmlformats.org/officeDocument/2006/relationships/image" Target="../media/image5.png"/><Relationship Id="rId15" Type="http://schemas.openxmlformats.org/officeDocument/2006/relationships/image" Target="../media/image20.emf"/><Relationship Id="rId10" Type="http://schemas.openxmlformats.org/officeDocument/2006/relationships/image" Target="../media/image15.emf"/><Relationship Id="rId4" Type="http://schemas.openxmlformats.org/officeDocument/2006/relationships/image" Target="../media/image4.png"/><Relationship Id="rId9" Type="http://schemas.openxmlformats.org/officeDocument/2006/relationships/image" Target="../media/image14.emf"/><Relationship Id="rId14" Type="http://schemas.openxmlformats.org/officeDocument/2006/relationships/image" Target="../media/image19.emf"/></Relationships>
</file>

<file path=ppt/slides/_rels/slide6.xml.rels><?xml version="1.0" encoding="UTF-8" standalone="yes"?>
<Relationships xmlns="http://schemas.openxmlformats.org/package/2006/relationships"><Relationship Id="rId8" Type="http://schemas.openxmlformats.org/officeDocument/2006/relationships/image" Target="../media/image24.emf"/><Relationship Id="rId13" Type="http://schemas.openxmlformats.org/officeDocument/2006/relationships/image" Target="../media/image29.emf"/><Relationship Id="rId18" Type="http://schemas.openxmlformats.org/officeDocument/2006/relationships/image" Target="../media/image34.emf"/><Relationship Id="rId26" Type="http://schemas.openxmlformats.org/officeDocument/2006/relationships/image" Target="../media/image42.emf"/><Relationship Id="rId3" Type="http://schemas.openxmlformats.org/officeDocument/2006/relationships/image" Target="../media/image3.png"/><Relationship Id="rId21" Type="http://schemas.openxmlformats.org/officeDocument/2006/relationships/image" Target="../media/image37.emf"/><Relationship Id="rId7" Type="http://schemas.openxmlformats.org/officeDocument/2006/relationships/image" Target="../media/image23.emf"/><Relationship Id="rId12" Type="http://schemas.openxmlformats.org/officeDocument/2006/relationships/image" Target="../media/image28.emf"/><Relationship Id="rId17" Type="http://schemas.openxmlformats.org/officeDocument/2006/relationships/image" Target="../media/image33.emf"/><Relationship Id="rId25" Type="http://schemas.openxmlformats.org/officeDocument/2006/relationships/image" Target="../media/image41.emf"/><Relationship Id="rId2" Type="http://schemas.openxmlformats.org/officeDocument/2006/relationships/notesSlide" Target="../notesSlides/notesSlide6.xml"/><Relationship Id="rId16" Type="http://schemas.openxmlformats.org/officeDocument/2006/relationships/image" Target="../media/image32.emf"/><Relationship Id="rId20" Type="http://schemas.openxmlformats.org/officeDocument/2006/relationships/image" Target="../media/image36.emf"/><Relationship Id="rId29" Type="http://schemas.openxmlformats.org/officeDocument/2006/relationships/image" Target="../media/image45.emf"/><Relationship Id="rId1" Type="http://schemas.openxmlformats.org/officeDocument/2006/relationships/slideLayout" Target="../slideLayouts/slideLayout2.xml"/><Relationship Id="rId6" Type="http://schemas.openxmlformats.org/officeDocument/2006/relationships/image" Target="../media/image22.emf"/><Relationship Id="rId11" Type="http://schemas.openxmlformats.org/officeDocument/2006/relationships/image" Target="../media/image27.emf"/><Relationship Id="rId24" Type="http://schemas.openxmlformats.org/officeDocument/2006/relationships/image" Target="../media/image40.emf"/><Relationship Id="rId5" Type="http://schemas.openxmlformats.org/officeDocument/2006/relationships/image" Target="../media/image5.png"/><Relationship Id="rId15" Type="http://schemas.openxmlformats.org/officeDocument/2006/relationships/image" Target="../media/image31.emf"/><Relationship Id="rId23" Type="http://schemas.openxmlformats.org/officeDocument/2006/relationships/image" Target="../media/image39.emf"/><Relationship Id="rId28" Type="http://schemas.openxmlformats.org/officeDocument/2006/relationships/image" Target="../media/image44.emf"/><Relationship Id="rId10" Type="http://schemas.openxmlformats.org/officeDocument/2006/relationships/image" Target="../media/image26.emf"/><Relationship Id="rId19" Type="http://schemas.openxmlformats.org/officeDocument/2006/relationships/image" Target="../media/image35.emf"/><Relationship Id="rId4" Type="http://schemas.openxmlformats.org/officeDocument/2006/relationships/image" Target="../media/image4.png"/><Relationship Id="rId9" Type="http://schemas.openxmlformats.org/officeDocument/2006/relationships/image" Target="../media/image25.emf"/><Relationship Id="rId14" Type="http://schemas.openxmlformats.org/officeDocument/2006/relationships/image" Target="../media/image30.emf"/><Relationship Id="rId22" Type="http://schemas.openxmlformats.org/officeDocument/2006/relationships/image" Target="../media/image38.emf"/><Relationship Id="rId27" Type="http://schemas.openxmlformats.org/officeDocument/2006/relationships/image" Target="../media/image43.emf"/></Relationships>
</file>

<file path=ppt/slides/_rels/slide7.x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image" Target="../media/image53.emf"/><Relationship Id="rId18" Type="http://schemas.openxmlformats.org/officeDocument/2006/relationships/image" Target="../media/image58.emf"/><Relationship Id="rId3" Type="http://schemas.openxmlformats.org/officeDocument/2006/relationships/image" Target="../media/image3.png"/><Relationship Id="rId21" Type="http://schemas.openxmlformats.org/officeDocument/2006/relationships/image" Target="../media/image61.emf"/><Relationship Id="rId7" Type="http://schemas.openxmlformats.org/officeDocument/2006/relationships/image" Target="../media/image47.emf"/><Relationship Id="rId12" Type="http://schemas.openxmlformats.org/officeDocument/2006/relationships/image" Target="../media/image52.emf"/><Relationship Id="rId17" Type="http://schemas.openxmlformats.org/officeDocument/2006/relationships/image" Target="../media/image57.emf"/><Relationship Id="rId2" Type="http://schemas.openxmlformats.org/officeDocument/2006/relationships/notesSlide" Target="../notesSlides/notesSlide7.xml"/><Relationship Id="rId16" Type="http://schemas.openxmlformats.org/officeDocument/2006/relationships/image" Target="../media/image56.emf"/><Relationship Id="rId20" Type="http://schemas.openxmlformats.org/officeDocument/2006/relationships/image" Target="../media/image60.emf"/><Relationship Id="rId1" Type="http://schemas.openxmlformats.org/officeDocument/2006/relationships/slideLayout" Target="../slideLayouts/slideLayout2.xml"/><Relationship Id="rId6" Type="http://schemas.openxmlformats.org/officeDocument/2006/relationships/image" Target="../media/image46.emf"/><Relationship Id="rId11" Type="http://schemas.openxmlformats.org/officeDocument/2006/relationships/image" Target="../media/image51.emf"/><Relationship Id="rId5" Type="http://schemas.openxmlformats.org/officeDocument/2006/relationships/image" Target="../media/image5.png"/><Relationship Id="rId15" Type="http://schemas.openxmlformats.org/officeDocument/2006/relationships/image" Target="../media/image55.emf"/><Relationship Id="rId23" Type="http://schemas.openxmlformats.org/officeDocument/2006/relationships/image" Target="../media/image63.emf"/><Relationship Id="rId10" Type="http://schemas.openxmlformats.org/officeDocument/2006/relationships/image" Target="../media/image50.emf"/><Relationship Id="rId19" Type="http://schemas.openxmlformats.org/officeDocument/2006/relationships/image" Target="../media/image59.emf"/><Relationship Id="rId4" Type="http://schemas.openxmlformats.org/officeDocument/2006/relationships/image" Target="../media/image4.png"/><Relationship Id="rId9" Type="http://schemas.openxmlformats.org/officeDocument/2006/relationships/image" Target="../media/image49.emf"/><Relationship Id="rId14" Type="http://schemas.openxmlformats.org/officeDocument/2006/relationships/image" Target="../media/image54.emf"/><Relationship Id="rId22" Type="http://schemas.openxmlformats.org/officeDocument/2006/relationships/image" Target="../media/image62.emf"/></Relationships>
</file>

<file path=ppt/slides/_rels/slide8.x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image" Target="../media/image3.png"/><Relationship Id="rId7" Type="http://schemas.openxmlformats.org/officeDocument/2006/relationships/image" Target="../media/image65.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4.emf"/><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67.emf"/></Relationships>
</file>

<file path=ppt/slides/_rels/slide9.xml.rels><?xml version="1.0" encoding="UTF-8" standalone="yes"?>
<Relationships xmlns="http://schemas.openxmlformats.org/package/2006/relationships"><Relationship Id="rId8" Type="http://schemas.openxmlformats.org/officeDocument/2006/relationships/image" Target="../media/image70.emf"/><Relationship Id="rId3" Type="http://schemas.openxmlformats.org/officeDocument/2006/relationships/image" Target="../media/image3.png"/><Relationship Id="rId7" Type="http://schemas.openxmlformats.org/officeDocument/2006/relationships/image" Target="../media/image69.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8.emf"/><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73.emf"/><Relationship Id="rId13" Type="http://schemas.openxmlformats.org/officeDocument/2006/relationships/image" Target="../media/image78.emf"/><Relationship Id="rId3" Type="http://schemas.openxmlformats.org/officeDocument/2006/relationships/image" Target="../media/image3.png"/><Relationship Id="rId7" Type="http://schemas.openxmlformats.org/officeDocument/2006/relationships/image" Target="../media/image72.emf"/><Relationship Id="rId12" Type="http://schemas.openxmlformats.org/officeDocument/2006/relationships/image" Target="../media/image77.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1.emf"/><Relationship Id="rId11" Type="http://schemas.openxmlformats.org/officeDocument/2006/relationships/image" Target="../media/image76.emf"/><Relationship Id="rId5" Type="http://schemas.openxmlformats.org/officeDocument/2006/relationships/image" Target="../media/image5.png"/><Relationship Id="rId10" Type="http://schemas.openxmlformats.org/officeDocument/2006/relationships/image" Target="../media/image75.emf"/><Relationship Id="rId4" Type="http://schemas.openxmlformats.org/officeDocument/2006/relationships/image" Target="../media/image4.png"/><Relationship Id="rId9" Type="http://schemas.openxmlformats.org/officeDocument/2006/relationships/image" Target="../media/image74.emf"/></Relationships>
</file>

<file path=ppt/slides/_rels/slide11.xml.rels><?xml version="1.0" encoding="UTF-8" standalone="yes"?>
<Relationships xmlns="http://schemas.openxmlformats.org/package/2006/relationships"><Relationship Id="rId8" Type="http://schemas.openxmlformats.org/officeDocument/2006/relationships/image" Target="../media/image81.emf"/><Relationship Id="rId13" Type="http://schemas.openxmlformats.org/officeDocument/2006/relationships/image" Target="../media/image86.emf"/><Relationship Id="rId18" Type="http://schemas.openxmlformats.org/officeDocument/2006/relationships/image" Target="../media/image91.emf"/><Relationship Id="rId3" Type="http://schemas.openxmlformats.org/officeDocument/2006/relationships/image" Target="../media/image3.png"/><Relationship Id="rId7" Type="http://schemas.openxmlformats.org/officeDocument/2006/relationships/image" Target="../media/image80.emf"/><Relationship Id="rId12" Type="http://schemas.openxmlformats.org/officeDocument/2006/relationships/image" Target="../media/image85.emf"/><Relationship Id="rId17" Type="http://schemas.openxmlformats.org/officeDocument/2006/relationships/image" Target="../media/image90.emf"/><Relationship Id="rId2" Type="http://schemas.openxmlformats.org/officeDocument/2006/relationships/notesSlide" Target="../notesSlides/notesSlide11.xml"/><Relationship Id="rId16" Type="http://schemas.openxmlformats.org/officeDocument/2006/relationships/image" Target="../media/image89.emf"/><Relationship Id="rId1" Type="http://schemas.openxmlformats.org/officeDocument/2006/relationships/slideLayout" Target="../slideLayouts/slideLayout2.xml"/><Relationship Id="rId6" Type="http://schemas.openxmlformats.org/officeDocument/2006/relationships/image" Target="../media/image79.emf"/><Relationship Id="rId11" Type="http://schemas.openxmlformats.org/officeDocument/2006/relationships/image" Target="../media/image84.emf"/><Relationship Id="rId5" Type="http://schemas.openxmlformats.org/officeDocument/2006/relationships/image" Target="../media/image5.png"/><Relationship Id="rId15" Type="http://schemas.openxmlformats.org/officeDocument/2006/relationships/image" Target="../media/image88.emf"/><Relationship Id="rId10" Type="http://schemas.openxmlformats.org/officeDocument/2006/relationships/image" Target="../media/image83.emf"/><Relationship Id="rId19" Type="http://schemas.openxmlformats.org/officeDocument/2006/relationships/image" Target="../media/image92.emf"/><Relationship Id="rId4" Type="http://schemas.openxmlformats.org/officeDocument/2006/relationships/image" Target="../media/image4.png"/><Relationship Id="rId9" Type="http://schemas.openxmlformats.org/officeDocument/2006/relationships/image" Target="../media/image82.emf"/><Relationship Id="rId14" Type="http://schemas.openxmlformats.org/officeDocument/2006/relationships/image" Target="../media/image87.emf"/></Relationships>
</file>

<file path=ppt/slides/_rels/slide12.xml.rels><?xml version="1.0" encoding="UTF-8" standalone="yes"?>
<Relationships xmlns="http://schemas.openxmlformats.org/package/2006/relationships"><Relationship Id="rId8" Type="http://schemas.openxmlformats.org/officeDocument/2006/relationships/image" Target="../media/image95.emf"/><Relationship Id="rId3" Type="http://schemas.openxmlformats.org/officeDocument/2006/relationships/image" Target="../media/image3.png"/><Relationship Id="rId7" Type="http://schemas.openxmlformats.org/officeDocument/2006/relationships/image" Target="../media/image94.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3.emf"/><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3" Type="http://schemas.openxmlformats.org/officeDocument/2006/relationships/image" Target="../media/image103.emf"/><Relationship Id="rId18" Type="http://schemas.openxmlformats.org/officeDocument/2006/relationships/image" Target="../media/image108.emf"/><Relationship Id="rId26" Type="http://schemas.openxmlformats.org/officeDocument/2006/relationships/image" Target="../media/image116.emf"/><Relationship Id="rId39" Type="http://schemas.openxmlformats.org/officeDocument/2006/relationships/image" Target="../media/image128.png"/><Relationship Id="rId21" Type="http://schemas.openxmlformats.org/officeDocument/2006/relationships/image" Target="../media/image111.emf"/><Relationship Id="rId34" Type="http://schemas.openxmlformats.org/officeDocument/2006/relationships/image" Target="../media/image124.emf"/><Relationship Id="rId42" Type="http://schemas.openxmlformats.org/officeDocument/2006/relationships/customXml" Target="../ink/ink3.xml"/><Relationship Id="rId7" Type="http://schemas.openxmlformats.org/officeDocument/2006/relationships/image" Target="../media/image97.emf"/><Relationship Id="rId2" Type="http://schemas.openxmlformats.org/officeDocument/2006/relationships/notesSlide" Target="../notesSlides/notesSlide13.xml"/><Relationship Id="rId16" Type="http://schemas.openxmlformats.org/officeDocument/2006/relationships/image" Target="../media/image106.emf"/><Relationship Id="rId29" Type="http://schemas.openxmlformats.org/officeDocument/2006/relationships/image" Target="../media/image119.emf"/><Relationship Id="rId1" Type="http://schemas.openxmlformats.org/officeDocument/2006/relationships/slideLayout" Target="../slideLayouts/slideLayout2.xml"/><Relationship Id="rId6" Type="http://schemas.openxmlformats.org/officeDocument/2006/relationships/image" Target="../media/image96.emf"/><Relationship Id="rId11" Type="http://schemas.openxmlformats.org/officeDocument/2006/relationships/image" Target="../media/image101.emf"/><Relationship Id="rId24" Type="http://schemas.openxmlformats.org/officeDocument/2006/relationships/image" Target="../media/image114.emf"/><Relationship Id="rId32" Type="http://schemas.openxmlformats.org/officeDocument/2006/relationships/image" Target="../media/image122.emf"/><Relationship Id="rId37" Type="http://schemas.openxmlformats.org/officeDocument/2006/relationships/image" Target="../media/image127.emf"/><Relationship Id="rId40" Type="http://schemas.openxmlformats.org/officeDocument/2006/relationships/customXml" Target="../ink/ink2.xml"/><Relationship Id="rId45" Type="http://schemas.openxmlformats.org/officeDocument/2006/relationships/image" Target="../media/image131.png"/><Relationship Id="rId5" Type="http://schemas.openxmlformats.org/officeDocument/2006/relationships/image" Target="../media/image5.png"/><Relationship Id="rId15" Type="http://schemas.openxmlformats.org/officeDocument/2006/relationships/image" Target="../media/image105.emf"/><Relationship Id="rId23" Type="http://schemas.openxmlformats.org/officeDocument/2006/relationships/image" Target="../media/image113.emf"/><Relationship Id="rId28" Type="http://schemas.openxmlformats.org/officeDocument/2006/relationships/image" Target="../media/image118.emf"/><Relationship Id="rId36" Type="http://schemas.openxmlformats.org/officeDocument/2006/relationships/image" Target="../media/image126.emf"/><Relationship Id="rId10" Type="http://schemas.openxmlformats.org/officeDocument/2006/relationships/image" Target="../media/image100.emf"/><Relationship Id="rId19" Type="http://schemas.openxmlformats.org/officeDocument/2006/relationships/image" Target="../media/image109.emf"/><Relationship Id="rId31" Type="http://schemas.openxmlformats.org/officeDocument/2006/relationships/image" Target="../media/image121.emf"/><Relationship Id="rId44" Type="http://schemas.openxmlformats.org/officeDocument/2006/relationships/customXml" Target="../ink/ink4.xml"/><Relationship Id="rId4" Type="http://schemas.openxmlformats.org/officeDocument/2006/relationships/image" Target="../media/image4.png"/><Relationship Id="rId9" Type="http://schemas.openxmlformats.org/officeDocument/2006/relationships/image" Target="../media/image99.emf"/><Relationship Id="rId14" Type="http://schemas.openxmlformats.org/officeDocument/2006/relationships/image" Target="../media/image104.emf"/><Relationship Id="rId22" Type="http://schemas.openxmlformats.org/officeDocument/2006/relationships/image" Target="../media/image112.emf"/><Relationship Id="rId27" Type="http://schemas.openxmlformats.org/officeDocument/2006/relationships/image" Target="../media/image117.emf"/><Relationship Id="rId30" Type="http://schemas.openxmlformats.org/officeDocument/2006/relationships/image" Target="../media/image120.emf"/><Relationship Id="rId35" Type="http://schemas.openxmlformats.org/officeDocument/2006/relationships/image" Target="../media/image125.emf"/><Relationship Id="rId43" Type="http://schemas.openxmlformats.org/officeDocument/2006/relationships/image" Target="../media/image130.png"/><Relationship Id="rId8" Type="http://schemas.openxmlformats.org/officeDocument/2006/relationships/image" Target="../media/image98.emf"/><Relationship Id="rId3" Type="http://schemas.openxmlformats.org/officeDocument/2006/relationships/image" Target="../media/image3.png"/><Relationship Id="rId12" Type="http://schemas.openxmlformats.org/officeDocument/2006/relationships/image" Target="../media/image102.emf"/><Relationship Id="rId17" Type="http://schemas.openxmlformats.org/officeDocument/2006/relationships/image" Target="../media/image107.emf"/><Relationship Id="rId25" Type="http://schemas.openxmlformats.org/officeDocument/2006/relationships/image" Target="../media/image115.emf"/><Relationship Id="rId33" Type="http://schemas.openxmlformats.org/officeDocument/2006/relationships/image" Target="../media/image123.emf"/><Relationship Id="rId38" Type="http://schemas.openxmlformats.org/officeDocument/2006/relationships/customXml" Target="../ink/ink1.xml"/><Relationship Id="rId46" Type="http://schemas.openxmlformats.org/officeDocument/2006/relationships/image" Target="../media/image132.emf"/><Relationship Id="rId20" Type="http://schemas.openxmlformats.org/officeDocument/2006/relationships/image" Target="../media/image110.emf"/><Relationship Id="rId41" Type="http://schemas.openxmlformats.org/officeDocument/2006/relationships/image" Target="../media/image129.png"/></Relationships>
</file>

<file path=ppt/slides/_rels/slide14.xml.rels><?xml version="1.0" encoding="UTF-8" standalone="yes"?>
<Relationships xmlns="http://schemas.openxmlformats.org/package/2006/relationships"><Relationship Id="rId13" Type="http://schemas.openxmlformats.org/officeDocument/2006/relationships/image" Target="../media/image103.emf"/><Relationship Id="rId18" Type="http://schemas.openxmlformats.org/officeDocument/2006/relationships/image" Target="../media/image108.emf"/><Relationship Id="rId26" Type="http://schemas.openxmlformats.org/officeDocument/2006/relationships/image" Target="../media/image116.emf"/><Relationship Id="rId21" Type="http://schemas.openxmlformats.org/officeDocument/2006/relationships/image" Target="../media/image111.emf"/><Relationship Id="rId34" Type="http://schemas.openxmlformats.org/officeDocument/2006/relationships/image" Target="../media/image124.emf"/><Relationship Id="rId7" Type="http://schemas.openxmlformats.org/officeDocument/2006/relationships/image" Target="../media/image97.emf"/><Relationship Id="rId12" Type="http://schemas.openxmlformats.org/officeDocument/2006/relationships/image" Target="../media/image102.emf"/><Relationship Id="rId17" Type="http://schemas.openxmlformats.org/officeDocument/2006/relationships/image" Target="../media/image107.emf"/><Relationship Id="rId25" Type="http://schemas.openxmlformats.org/officeDocument/2006/relationships/image" Target="../media/image115.emf"/><Relationship Id="rId33" Type="http://schemas.openxmlformats.org/officeDocument/2006/relationships/image" Target="../media/image123.emf"/><Relationship Id="rId38" Type="http://schemas.openxmlformats.org/officeDocument/2006/relationships/image" Target="../media/image132.emf"/><Relationship Id="rId2" Type="http://schemas.openxmlformats.org/officeDocument/2006/relationships/notesSlide" Target="../notesSlides/notesSlide14.xml"/><Relationship Id="rId16" Type="http://schemas.openxmlformats.org/officeDocument/2006/relationships/image" Target="../media/image106.emf"/><Relationship Id="rId20" Type="http://schemas.openxmlformats.org/officeDocument/2006/relationships/image" Target="../media/image110.emf"/><Relationship Id="rId29" Type="http://schemas.openxmlformats.org/officeDocument/2006/relationships/image" Target="../media/image119.emf"/><Relationship Id="rId1" Type="http://schemas.openxmlformats.org/officeDocument/2006/relationships/slideLayout" Target="../slideLayouts/slideLayout2.xml"/><Relationship Id="rId6" Type="http://schemas.openxmlformats.org/officeDocument/2006/relationships/image" Target="../media/image96.emf"/><Relationship Id="rId11" Type="http://schemas.openxmlformats.org/officeDocument/2006/relationships/image" Target="../media/image101.emf"/><Relationship Id="rId24" Type="http://schemas.openxmlformats.org/officeDocument/2006/relationships/image" Target="../media/image114.emf"/><Relationship Id="rId32" Type="http://schemas.openxmlformats.org/officeDocument/2006/relationships/image" Target="../media/image122.emf"/><Relationship Id="rId37" Type="http://schemas.openxmlformats.org/officeDocument/2006/relationships/image" Target="../media/image127.emf"/><Relationship Id="rId5" Type="http://schemas.openxmlformats.org/officeDocument/2006/relationships/image" Target="../media/image5.png"/><Relationship Id="rId15" Type="http://schemas.openxmlformats.org/officeDocument/2006/relationships/image" Target="../media/image105.emf"/><Relationship Id="rId23" Type="http://schemas.openxmlformats.org/officeDocument/2006/relationships/image" Target="../media/image113.emf"/><Relationship Id="rId28" Type="http://schemas.openxmlformats.org/officeDocument/2006/relationships/image" Target="../media/image118.emf"/><Relationship Id="rId36" Type="http://schemas.openxmlformats.org/officeDocument/2006/relationships/image" Target="../media/image126.emf"/><Relationship Id="rId10" Type="http://schemas.openxmlformats.org/officeDocument/2006/relationships/image" Target="../media/image100.emf"/><Relationship Id="rId19" Type="http://schemas.openxmlformats.org/officeDocument/2006/relationships/image" Target="../media/image109.emf"/><Relationship Id="rId31" Type="http://schemas.openxmlformats.org/officeDocument/2006/relationships/image" Target="../media/image121.emf"/><Relationship Id="rId4" Type="http://schemas.openxmlformats.org/officeDocument/2006/relationships/image" Target="../media/image4.png"/><Relationship Id="rId9" Type="http://schemas.openxmlformats.org/officeDocument/2006/relationships/image" Target="../media/image99.emf"/><Relationship Id="rId14" Type="http://schemas.openxmlformats.org/officeDocument/2006/relationships/image" Target="../media/image104.emf"/><Relationship Id="rId22" Type="http://schemas.openxmlformats.org/officeDocument/2006/relationships/image" Target="../media/image112.emf"/><Relationship Id="rId27" Type="http://schemas.openxmlformats.org/officeDocument/2006/relationships/image" Target="../media/image117.emf"/><Relationship Id="rId30" Type="http://schemas.openxmlformats.org/officeDocument/2006/relationships/image" Target="../media/image120.emf"/><Relationship Id="rId35" Type="http://schemas.openxmlformats.org/officeDocument/2006/relationships/image" Target="../media/image125.emf"/><Relationship Id="rId8" Type="http://schemas.openxmlformats.org/officeDocument/2006/relationships/image" Target="../media/image98.emf"/><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3.jpeg"/></Relationships>
</file>

<file path=ppt/slides/_rels/slide16.xml.rels><?xml version="1.0" encoding="UTF-8" standalone="yes"?>
<Relationships xmlns="http://schemas.openxmlformats.org/package/2006/relationships"><Relationship Id="rId8" Type="http://schemas.openxmlformats.org/officeDocument/2006/relationships/image" Target="../media/image140.emf"/><Relationship Id="rId13"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9.emf"/><Relationship Id="rId12" Type="http://schemas.openxmlformats.org/officeDocument/2006/relationships/image" Target="../media/image144.png"/><Relationship Id="rId2" Type="http://schemas.openxmlformats.org/officeDocument/2006/relationships/image" Target="../media/image134.emf"/><Relationship Id="rId1" Type="http://schemas.openxmlformats.org/officeDocument/2006/relationships/slideLayout" Target="../slideLayouts/slideLayout13.xml"/><Relationship Id="rId6" Type="http://schemas.openxmlformats.org/officeDocument/2006/relationships/image" Target="../media/image138.emf"/><Relationship Id="rId11" Type="http://schemas.openxmlformats.org/officeDocument/2006/relationships/image" Target="../media/image143.svg"/><Relationship Id="rId5" Type="http://schemas.openxmlformats.org/officeDocument/2006/relationships/image" Target="../media/image137.emf"/><Relationship Id="rId10" Type="http://schemas.openxmlformats.org/officeDocument/2006/relationships/image" Target="../media/image142.png"/><Relationship Id="rId4" Type="http://schemas.openxmlformats.org/officeDocument/2006/relationships/image" Target="../media/image136.svg"/><Relationship Id="rId9" Type="http://schemas.openxmlformats.org/officeDocument/2006/relationships/image" Target="../media/image141.emf"/></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250"/>
            <a:ext cx="9448800" cy="5410200"/>
          </a:xfrm>
          <a:prstGeom prst="rect">
            <a:avLst/>
          </a:prstGeom>
          <a:solidFill>
            <a:srgbClr val="E46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E46054"/>
              </a:solidFill>
            </a:endParaRPr>
          </a:p>
        </p:txBody>
      </p:sp>
      <p:sp>
        <p:nvSpPr>
          <p:cNvPr id="5" name="TextBox 4"/>
          <p:cNvSpPr txBox="1"/>
          <p:nvPr/>
        </p:nvSpPr>
        <p:spPr>
          <a:xfrm>
            <a:off x="333636" y="597030"/>
            <a:ext cx="6019800" cy="1446550"/>
          </a:xfrm>
          <a:prstGeom prst="rect">
            <a:avLst/>
          </a:prstGeom>
          <a:noFill/>
        </p:spPr>
        <p:txBody>
          <a:bodyPr wrap="square" rtlCol="0">
            <a:spAutoFit/>
          </a:bodyPr>
          <a:lstStyle/>
          <a:p>
            <a:r>
              <a:rPr lang="en-US" sz="4400" b="1">
                <a:solidFill>
                  <a:schemeClr val="bg1"/>
                </a:solidFill>
                <a:latin typeface="Proxima Nova Extrabold" panose="02000506030000020004" pitchFamily="2" charset="77"/>
              </a:rPr>
              <a:t>POA Organizational Structure</a:t>
            </a:r>
          </a:p>
        </p:txBody>
      </p:sp>
      <p:sp>
        <p:nvSpPr>
          <p:cNvPr id="6" name="TextBox 5"/>
          <p:cNvSpPr txBox="1"/>
          <p:nvPr/>
        </p:nvSpPr>
        <p:spPr>
          <a:xfrm>
            <a:off x="304801" y="2571154"/>
            <a:ext cx="3886200" cy="400110"/>
          </a:xfrm>
          <a:prstGeom prst="rect">
            <a:avLst/>
          </a:prstGeom>
          <a:noFill/>
        </p:spPr>
        <p:txBody>
          <a:bodyPr wrap="square" rtlCol="0">
            <a:spAutoFit/>
          </a:bodyPr>
          <a:lstStyle/>
          <a:p>
            <a:r>
              <a:rPr lang="en-US" sz="2000" i="1">
                <a:solidFill>
                  <a:schemeClr val="bg1"/>
                </a:solidFill>
                <a:latin typeface="Lato" pitchFamily="34" charset="0"/>
                <a:ea typeface="Lato" pitchFamily="34" charset="0"/>
                <a:cs typeface="Lato" pitchFamily="34" charset="0"/>
              </a:rPr>
              <a:t>Overview </a:t>
            </a:r>
          </a:p>
        </p:txBody>
      </p:sp>
      <p:cxnSp>
        <p:nvCxnSpPr>
          <p:cNvPr id="9" name="Straight Connector 8"/>
          <p:cNvCxnSpPr/>
          <p:nvPr/>
        </p:nvCxnSpPr>
        <p:spPr>
          <a:xfrm>
            <a:off x="304801" y="4095750"/>
            <a:ext cx="3536950" cy="0"/>
          </a:xfrm>
          <a:prstGeom prst="line">
            <a:avLst/>
          </a:prstGeom>
          <a:ln w="12700">
            <a:solidFill>
              <a:schemeClr val="bg1">
                <a:alpha val="3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rot="166376">
            <a:off x="5681471" y="751646"/>
            <a:ext cx="30910953" cy="5662399"/>
          </a:xfrm>
          <a:prstGeom prst="rect">
            <a:avLst/>
          </a:prstGeom>
          <a:blipFill dpi="0" rotWithShape="1">
            <a:blip r:embed="rId3">
              <a:alphaModFix amt="12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1" y="4248150"/>
            <a:ext cx="3429000" cy="627507"/>
          </a:xfrm>
          <a:prstGeom prst="rect">
            <a:avLst/>
          </a:prstGeom>
        </p:spPr>
      </p:pic>
    </p:spTree>
    <p:extLst>
      <p:ext uri="{BB962C8B-B14F-4D97-AF65-F5344CB8AC3E}">
        <p14:creationId xmlns:p14="http://schemas.microsoft.com/office/powerpoint/2010/main" val="2335778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p:txBody>
          <a:bodyPr/>
          <a:lstStyle/>
          <a:p>
            <a:r>
              <a:rPr lang="en-US"/>
              <a:t>Purpose of Reorganization</a:t>
            </a:r>
          </a:p>
        </p:txBody>
      </p:sp>
      <p:sp>
        <p:nvSpPr>
          <p:cNvPr id="8" name="Content Placeholder 7">
            <a:extLst>
              <a:ext uri="{FF2B5EF4-FFF2-40B4-BE49-F238E27FC236}">
                <a16:creationId xmlns:a16="http://schemas.microsoft.com/office/drawing/2014/main" id="{FB69A0BD-6A20-5B52-A31B-F9674845711A}"/>
              </a:ext>
            </a:extLst>
          </p:cNvPr>
          <p:cNvSpPr>
            <a:spLocks noGrp="1"/>
          </p:cNvSpPr>
          <p:nvPr>
            <p:ph idx="1"/>
          </p:nvPr>
        </p:nvSpPr>
        <p:spPr/>
        <p:txBody>
          <a:bodyPr>
            <a:normAutofit fontScale="77500" lnSpcReduction="20000"/>
          </a:bodyPr>
          <a:lstStyle/>
          <a:p>
            <a:r>
              <a:rPr lang="en-US"/>
              <a:t>Organizational growth:</a:t>
            </a:r>
          </a:p>
          <a:p>
            <a:pPr lvl="1"/>
            <a:r>
              <a:rPr lang="en-US"/>
              <a:t>Our organization has tripled in size in three years; however, our structure, processes and systems have not changed significantly</a:t>
            </a:r>
          </a:p>
          <a:p>
            <a:pPr lvl="2"/>
            <a:r>
              <a:rPr lang="en-US"/>
              <a:t>We need to be “fit for purpose”</a:t>
            </a:r>
          </a:p>
          <a:p>
            <a:pPr lvl="2"/>
            <a:r>
              <a:rPr lang="en-US"/>
              <a:t>We have the need to include MERL, philanthropy &amp; marketing</a:t>
            </a:r>
          </a:p>
          <a:p>
            <a:pPr lvl="2"/>
            <a:r>
              <a:rPr lang="en-US"/>
              <a:t>More appropriate support staff are required in different units</a:t>
            </a:r>
          </a:p>
          <a:p>
            <a:pPr lvl="2"/>
            <a:r>
              <a:rPr lang="en-US"/>
              <a:t>Senior leadership needs to be able to focus more externally</a:t>
            </a:r>
          </a:p>
          <a:p>
            <a:pPr lvl="2"/>
            <a:r>
              <a:rPr lang="en-US"/>
              <a:t>Programmatic/field staff need to be more empowered</a:t>
            </a:r>
          </a:p>
          <a:p>
            <a:r>
              <a:rPr lang="en-US"/>
              <a:t>Programmatic focus:</a:t>
            </a:r>
          </a:p>
          <a:p>
            <a:pPr lvl="1"/>
            <a:r>
              <a:rPr lang="en-US"/>
              <a:t>Current unit names are not adequately defining our work</a:t>
            </a:r>
          </a:p>
        </p:txBody>
      </p:sp>
    </p:spTree>
    <p:extLst>
      <p:ext uri="{BB962C8B-B14F-4D97-AF65-F5344CB8AC3E}">
        <p14:creationId xmlns:p14="http://schemas.microsoft.com/office/powerpoint/2010/main" val="129279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fade">
                                      <p:cBhvr>
                                        <p:cTn id="4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3"/>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p:txBody>
          <a:bodyPr/>
          <a:lstStyle/>
          <a:p>
            <a:r>
              <a:rPr lang="en-US"/>
              <a:t>Some details …</a:t>
            </a:r>
          </a:p>
        </p:txBody>
      </p:sp>
      <p:sp>
        <p:nvSpPr>
          <p:cNvPr id="8" name="Content Placeholder 7">
            <a:extLst>
              <a:ext uri="{FF2B5EF4-FFF2-40B4-BE49-F238E27FC236}">
                <a16:creationId xmlns:a16="http://schemas.microsoft.com/office/drawing/2014/main" id="{FB69A0BD-6A20-5B52-A31B-F9674845711A}"/>
              </a:ext>
            </a:extLst>
          </p:cNvPr>
          <p:cNvSpPr>
            <a:spLocks noGrp="1"/>
          </p:cNvSpPr>
          <p:nvPr>
            <p:ph idx="1"/>
          </p:nvPr>
        </p:nvSpPr>
        <p:spPr/>
        <p:txBody>
          <a:bodyPr>
            <a:normAutofit fontScale="62500" lnSpcReduction="20000"/>
          </a:bodyPr>
          <a:lstStyle/>
          <a:p>
            <a:r>
              <a:rPr lang="en-US"/>
              <a:t>The transition towards the new structure will start now and finalize by Jan. 1, 2023; over the first 3-6 months of 2023, there may be some other details that need to be figured out; we will revisit the structure quarterly</a:t>
            </a:r>
          </a:p>
          <a:p>
            <a:r>
              <a:rPr lang="en-US"/>
              <a:t>Let’s all have patience as we figure out some of these details; we will need collaboration from everyone</a:t>
            </a:r>
          </a:p>
          <a:p>
            <a:r>
              <a:rPr lang="en-US"/>
              <a:t>The supervisory transition will be effective immediately or as quickly as possible – there will be some exceptions for positions still vacant</a:t>
            </a:r>
          </a:p>
          <a:p>
            <a:r>
              <a:rPr lang="en-US"/>
              <a:t>We will need to work together on providing clarity on roles &amp; responsibilities and transfer of knowledge during next three months</a:t>
            </a:r>
          </a:p>
          <a:p>
            <a:r>
              <a:rPr lang="en-US"/>
              <a:t>Remember – we have a Solutions Box that you can utilize to submit any questions and recommended solutions</a:t>
            </a:r>
          </a:p>
          <a:p>
            <a:endParaRPr lang="en-US"/>
          </a:p>
          <a:p>
            <a:endParaRPr lang="en-US"/>
          </a:p>
        </p:txBody>
      </p:sp>
    </p:spTree>
    <p:extLst>
      <p:ext uri="{BB962C8B-B14F-4D97-AF65-F5344CB8AC3E}">
        <p14:creationId xmlns:p14="http://schemas.microsoft.com/office/powerpoint/2010/main" val="379681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pPr algn="l"/>
            <a:r>
              <a:rPr lang="en-US" sz="2000"/>
              <a:t>Partners Executive Team</a:t>
            </a:r>
          </a:p>
        </p:txBody>
      </p:sp>
      <p:pic>
        <p:nvPicPr>
          <p:cNvPr id="4" name="Picture 3">
            <a:extLst>
              <a:ext uri="{FF2B5EF4-FFF2-40B4-BE49-F238E27FC236}">
                <a16:creationId xmlns:a16="http://schemas.microsoft.com/office/drawing/2014/main" id="{012577DF-FDBB-6537-3838-9D6D1996C231}"/>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1774015" y="206375"/>
            <a:ext cx="5699947" cy="3684764"/>
          </a:xfrm>
          <a:prstGeom prst="rect">
            <a:avLst/>
          </a:prstGeom>
        </p:spPr>
      </p:pic>
      <p:pic>
        <p:nvPicPr>
          <p:cNvPr id="5" name="Picture 4">
            <a:extLst>
              <a:ext uri="{FF2B5EF4-FFF2-40B4-BE49-F238E27FC236}">
                <a16:creationId xmlns:a16="http://schemas.microsoft.com/office/drawing/2014/main" id="{78C9F3C8-D6C1-64D6-273F-EC4F32BED37C}"/>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774015" y="206375"/>
            <a:ext cx="5699947" cy="3684764"/>
          </a:xfrm>
          <a:prstGeom prst="rect">
            <a:avLst/>
          </a:prstGeom>
        </p:spPr>
      </p:pic>
      <p:pic>
        <p:nvPicPr>
          <p:cNvPr id="9" name="Picture 8">
            <a:extLst>
              <a:ext uri="{FF2B5EF4-FFF2-40B4-BE49-F238E27FC236}">
                <a16:creationId xmlns:a16="http://schemas.microsoft.com/office/drawing/2014/main" id="{8CC6C610-A376-969E-DB23-A4C78FA97089}"/>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071920" y="206375"/>
            <a:ext cx="6402042" cy="4367054"/>
          </a:xfrm>
          <a:prstGeom prst="rect">
            <a:avLst/>
          </a:prstGeom>
        </p:spPr>
      </p:pic>
      <p:pic>
        <p:nvPicPr>
          <p:cNvPr id="10" name="Picture 9">
            <a:extLst>
              <a:ext uri="{FF2B5EF4-FFF2-40B4-BE49-F238E27FC236}">
                <a16:creationId xmlns:a16="http://schemas.microsoft.com/office/drawing/2014/main" id="{F3EDF5B3-6398-BB57-5BB6-178B666B49F1}"/>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1071920" y="206375"/>
            <a:ext cx="7006102" cy="4393791"/>
          </a:xfrm>
          <a:prstGeom prst="rect">
            <a:avLst/>
          </a:prstGeom>
        </p:spPr>
      </p:pic>
      <p:pic>
        <p:nvPicPr>
          <p:cNvPr id="11" name="Picture 10">
            <a:extLst>
              <a:ext uri="{FF2B5EF4-FFF2-40B4-BE49-F238E27FC236}">
                <a16:creationId xmlns:a16="http://schemas.microsoft.com/office/drawing/2014/main" id="{DF260F1A-599B-2152-E4A2-F00B0421DFCE}"/>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1071920" y="206375"/>
            <a:ext cx="7006102" cy="4393791"/>
          </a:xfrm>
          <a:prstGeom prst="rect">
            <a:avLst/>
          </a:prstGeom>
        </p:spPr>
      </p:pic>
    </p:spTree>
    <p:extLst>
      <p:ext uri="{BB962C8B-B14F-4D97-AF65-F5344CB8AC3E}">
        <p14:creationId xmlns:p14="http://schemas.microsoft.com/office/powerpoint/2010/main" val="7464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pPr algn="l"/>
            <a:r>
              <a:rPr lang="en-US" sz="2000"/>
              <a:t>Unit:  Finance</a:t>
            </a:r>
          </a:p>
        </p:txBody>
      </p:sp>
      <p:pic>
        <p:nvPicPr>
          <p:cNvPr id="2" name="Picture 1">
            <a:extLst>
              <a:ext uri="{FF2B5EF4-FFF2-40B4-BE49-F238E27FC236}">
                <a16:creationId xmlns:a16="http://schemas.microsoft.com/office/drawing/2014/main" id="{614B2F02-017A-3231-1A1A-D7FF5CDE305C}"/>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407867" y="793033"/>
            <a:ext cx="2566989" cy="3806991"/>
          </a:xfrm>
          <a:prstGeom prst="rect">
            <a:avLst/>
          </a:prstGeom>
        </p:spPr>
      </p:pic>
      <p:pic>
        <p:nvPicPr>
          <p:cNvPr id="30" name="Picture 29">
            <a:extLst>
              <a:ext uri="{FF2B5EF4-FFF2-40B4-BE49-F238E27FC236}">
                <a16:creationId xmlns:a16="http://schemas.microsoft.com/office/drawing/2014/main" id="{B7E3E9EA-7F95-92B9-98C0-2FDEC11B03D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407867" y="793033"/>
            <a:ext cx="2566989" cy="3806991"/>
          </a:xfrm>
          <a:prstGeom prst="rect">
            <a:avLst/>
          </a:prstGeom>
        </p:spPr>
      </p:pic>
      <p:pic>
        <p:nvPicPr>
          <p:cNvPr id="31" name="Picture 30">
            <a:extLst>
              <a:ext uri="{FF2B5EF4-FFF2-40B4-BE49-F238E27FC236}">
                <a16:creationId xmlns:a16="http://schemas.microsoft.com/office/drawing/2014/main" id="{22EF0AC5-44B7-19DD-C696-729CBA502681}"/>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174943" y="206375"/>
            <a:ext cx="2799912" cy="4005121"/>
          </a:xfrm>
          <a:prstGeom prst="rect">
            <a:avLst/>
          </a:prstGeom>
        </p:spPr>
      </p:pic>
      <p:pic>
        <p:nvPicPr>
          <p:cNvPr id="32" name="Picture 31">
            <a:extLst>
              <a:ext uri="{FF2B5EF4-FFF2-40B4-BE49-F238E27FC236}">
                <a16:creationId xmlns:a16="http://schemas.microsoft.com/office/drawing/2014/main" id="{829F06BC-A901-65ED-D759-1C8992D1FA6C}"/>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3174943" y="793033"/>
            <a:ext cx="2799912" cy="3418463"/>
          </a:xfrm>
          <a:prstGeom prst="rect">
            <a:avLst/>
          </a:prstGeom>
        </p:spPr>
      </p:pic>
      <p:pic>
        <p:nvPicPr>
          <p:cNvPr id="33" name="Picture 32">
            <a:extLst>
              <a:ext uri="{FF2B5EF4-FFF2-40B4-BE49-F238E27FC236}">
                <a16:creationId xmlns:a16="http://schemas.microsoft.com/office/drawing/2014/main" id="{0410917C-6069-3FE7-19E0-3CCC875344EB}"/>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3174943" y="793033"/>
            <a:ext cx="2799912" cy="3418463"/>
          </a:xfrm>
          <a:prstGeom prst="rect">
            <a:avLst/>
          </a:prstGeom>
        </p:spPr>
      </p:pic>
      <p:pic>
        <p:nvPicPr>
          <p:cNvPr id="34" name="Picture 33">
            <a:extLst>
              <a:ext uri="{FF2B5EF4-FFF2-40B4-BE49-F238E27FC236}">
                <a16:creationId xmlns:a16="http://schemas.microsoft.com/office/drawing/2014/main" id="{63338D38-0C0C-9C99-3253-8F354324E109}"/>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3174943" y="793033"/>
            <a:ext cx="2799912" cy="3418463"/>
          </a:xfrm>
          <a:prstGeom prst="rect">
            <a:avLst/>
          </a:prstGeom>
        </p:spPr>
      </p:pic>
      <p:pic>
        <p:nvPicPr>
          <p:cNvPr id="35" name="Picture 34">
            <a:extLst>
              <a:ext uri="{FF2B5EF4-FFF2-40B4-BE49-F238E27FC236}">
                <a16:creationId xmlns:a16="http://schemas.microsoft.com/office/drawing/2014/main" id="{2329AAA4-D8D9-0EEA-7C5F-E38C85CAF377}"/>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3174943" y="793033"/>
            <a:ext cx="2799912" cy="3418463"/>
          </a:xfrm>
          <a:prstGeom prst="rect">
            <a:avLst/>
          </a:prstGeom>
        </p:spPr>
      </p:pic>
      <p:pic>
        <p:nvPicPr>
          <p:cNvPr id="36" name="Picture 35">
            <a:extLst>
              <a:ext uri="{FF2B5EF4-FFF2-40B4-BE49-F238E27FC236}">
                <a16:creationId xmlns:a16="http://schemas.microsoft.com/office/drawing/2014/main" id="{191773CF-193B-556E-2E5B-AC23AB5269A3}"/>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3174943" y="793033"/>
            <a:ext cx="2799912" cy="3418463"/>
          </a:xfrm>
          <a:prstGeom prst="rect">
            <a:avLst/>
          </a:prstGeom>
        </p:spPr>
      </p:pic>
      <p:pic>
        <p:nvPicPr>
          <p:cNvPr id="40" name="Picture 39">
            <a:extLst>
              <a:ext uri="{FF2B5EF4-FFF2-40B4-BE49-F238E27FC236}">
                <a16:creationId xmlns:a16="http://schemas.microsoft.com/office/drawing/2014/main" id="{B6CC8AC7-A7CD-562B-01A8-3542AD01C852}"/>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3174943" y="793033"/>
            <a:ext cx="2799912" cy="3679415"/>
          </a:xfrm>
          <a:prstGeom prst="rect">
            <a:avLst/>
          </a:prstGeom>
        </p:spPr>
      </p:pic>
      <p:pic>
        <p:nvPicPr>
          <p:cNvPr id="41" name="Picture 40">
            <a:extLst>
              <a:ext uri="{FF2B5EF4-FFF2-40B4-BE49-F238E27FC236}">
                <a16:creationId xmlns:a16="http://schemas.microsoft.com/office/drawing/2014/main" id="{C4AEF311-1028-1B5F-8E06-236074D9FE9E}"/>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3174943" y="793033"/>
            <a:ext cx="2799912" cy="3691013"/>
          </a:xfrm>
          <a:prstGeom prst="rect">
            <a:avLst/>
          </a:prstGeom>
        </p:spPr>
      </p:pic>
      <p:pic>
        <p:nvPicPr>
          <p:cNvPr id="42" name="Picture 41">
            <a:extLst>
              <a:ext uri="{FF2B5EF4-FFF2-40B4-BE49-F238E27FC236}">
                <a16:creationId xmlns:a16="http://schemas.microsoft.com/office/drawing/2014/main" id="{A8EB53FF-0577-B9BA-311C-9F150167C9C3}"/>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3174943" y="793033"/>
            <a:ext cx="2799912" cy="3691013"/>
          </a:xfrm>
          <a:prstGeom prst="rect">
            <a:avLst/>
          </a:prstGeom>
        </p:spPr>
      </p:pic>
      <p:pic>
        <p:nvPicPr>
          <p:cNvPr id="43" name="Picture 42">
            <a:extLst>
              <a:ext uri="{FF2B5EF4-FFF2-40B4-BE49-F238E27FC236}">
                <a16:creationId xmlns:a16="http://schemas.microsoft.com/office/drawing/2014/main" id="{7C4D4180-8E0C-169C-9AB8-FC4124273940}"/>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3174943" y="793033"/>
            <a:ext cx="2799912" cy="3691013"/>
          </a:xfrm>
          <a:prstGeom prst="rect">
            <a:avLst/>
          </a:prstGeom>
        </p:spPr>
      </p:pic>
    </p:spTree>
    <p:extLst>
      <p:ext uri="{BB962C8B-B14F-4D97-AF65-F5344CB8AC3E}">
        <p14:creationId xmlns:p14="http://schemas.microsoft.com/office/powerpoint/2010/main" val="157795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1"/>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3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33"/>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499"/>
                                          </p:stCondLst>
                                        </p:cTn>
                                        <p:tgtEl>
                                          <p:spTgt spid="43"/>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34"/>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35"/>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nodeType="afterEffect">
                                  <p:stCondLst>
                                    <p:cond delay="0"/>
                                  </p:stCondLst>
                                  <p:childTnLst>
                                    <p:set>
                                      <p:cBhvr>
                                        <p:cTn id="24" dur="1" fill="hold">
                                          <p:stCondLst>
                                            <p:cond delay="499"/>
                                          </p:stCondLst>
                                        </p:cTn>
                                        <p:tgtEl>
                                          <p:spTgt spid="36"/>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nodeType="afterEffect">
                                  <p:stCondLst>
                                    <p:cond delay="0"/>
                                  </p:stCondLst>
                                  <p:childTnLst>
                                    <p:set>
                                      <p:cBhvr>
                                        <p:cTn id="27" dur="1" fill="hold">
                                          <p:stCondLst>
                                            <p:cond delay="499"/>
                                          </p:stCondLst>
                                        </p:cTn>
                                        <p:tgtEl>
                                          <p:spTgt spid="40"/>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41"/>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pPr algn="l"/>
            <a:r>
              <a:rPr lang="en-US" sz="2000"/>
              <a:t>Unit:  Operations </a:t>
            </a:r>
          </a:p>
        </p:txBody>
      </p:sp>
      <p:pic>
        <p:nvPicPr>
          <p:cNvPr id="2" name="Picture 1">
            <a:extLst>
              <a:ext uri="{FF2B5EF4-FFF2-40B4-BE49-F238E27FC236}">
                <a16:creationId xmlns:a16="http://schemas.microsoft.com/office/drawing/2014/main" id="{BE61226F-5B62-C74F-DCFC-1706EF2FE340}"/>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443317" y="206375"/>
            <a:ext cx="3888630" cy="4391020"/>
          </a:xfrm>
          <a:prstGeom prst="rect">
            <a:avLst/>
          </a:prstGeom>
        </p:spPr>
      </p:pic>
      <p:pic>
        <p:nvPicPr>
          <p:cNvPr id="3" name="Picture 2">
            <a:extLst>
              <a:ext uri="{FF2B5EF4-FFF2-40B4-BE49-F238E27FC236}">
                <a16:creationId xmlns:a16="http://schemas.microsoft.com/office/drawing/2014/main" id="{01F3BCFC-28CD-FC2F-7CF9-DE041231F10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4" name="Picture 3">
            <a:extLst>
              <a:ext uri="{FF2B5EF4-FFF2-40B4-BE49-F238E27FC236}">
                <a16:creationId xmlns:a16="http://schemas.microsoft.com/office/drawing/2014/main" id="{B5C1DB3A-FEC4-001B-0FAD-F83326CF156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5" name="Picture 4">
            <a:extLst>
              <a:ext uri="{FF2B5EF4-FFF2-40B4-BE49-F238E27FC236}">
                <a16:creationId xmlns:a16="http://schemas.microsoft.com/office/drawing/2014/main" id="{EF0655E9-7A93-2748-46DB-4F8A12F9458D}"/>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8" name="Picture 7">
            <a:extLst>
              <a:ext uri="{FF2B5EF4-FFF2-40B4-BE49-F238E27FC236}">
                <a16:creationId xmlns:a16="http://schemas.microsoft.com/office/drawing/2014/main" id="{CA31C294-19FB-FBB6-A23D-B36CF7092FD6}"/>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9" name="Picture 8">
            <a:extLst>
              <a:ext uri="{FF2B5EF4-FFF2-40B4-BE49-F238E27FC236}">
                <a16:creationId xmlns:a16="http://schemas.microsoft.com/office/drawing/2014/main" id="{D498DCCE-DE8D-5781-68C9-DB60EA0213AB}"/>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10" name="Picture 9">
            <a:extLst>
              <a:ext uri="{FF2B5EF4-FFF2-40B4-BE49-F238E27FC236}">
                <a16:creationId xmlns:a16="http://schemas.microsoft.com/office/drawing/2014/main" id="{02DA841E-4B27-417B-0E9F-7A5BDA98138C}"/>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11" name="Picture 10">
            <a:extLst>
              <a:ext uri="{FF2B5EF4-FFF2-40B4-BE49-F238E27FC236}">
                <a16:creationId xmlns:a16="http://schemas.microsoft.com/office/drawing/2014/main" id="{2A9DC1C6-7F6D-59A3-A396-92B3669E27C0}"/>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12" name="Picture 11">
            <a:extLst>
              <a:ext uri="{FF2B5EF4-FFF2-40B4-BE49-F238E27FC236}">
                <a16:creationId xmlns:a16="http://schemas.microsoft.com/office/drawing/2014/main" id="{8B0FDFD5-5C33-B03B-F5DF-CEF8B4D4C150}"/>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13" name="Picture 12">
            <a:extLst>
              <a:ext uri="{FF2B5EF4-FFF2-40B4-BE49-F238E27FC236}">
                <a16:creationId xmlns:a16="http://schemas.microsoft.com/office/drawing/2014/main" id="{8C2C1562-4175-FC78-D958-E9173BCDBF5A}"/>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14" name="Picture 13">
            <a:extLst>
              <a:ext uri="{FF2B5EF4-FFF2-40B4-BE49-F238E27FC236}">
                <a16:creationId xmlns:a16="http://schemas.microsoft.com/office/drawing/2014/main" id="{C9AC9B60-FA22-249A-E3B7-7716D64E2487}"/>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15" name="Picture 14">
            <a:extLst>
              <a:ext uri="{FF2B5EF4-FFF2-40B4-BE49-F238E27FC236}">
                <a16:creationId xmlns:a16="http://schemas.microsoft.com/office/drawing/2014/main" id="{E12C9E08-7379-C972-2C76-77D98F7CDF5A}"/>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16" name="Picture 15">
            <a:extLst>
              <a:ext uri="{FF2B5EF4-FFF2-40B4-BE49-F238E27FC236}">
                <a16:creationId xmlns:a16="http://schemas.microsoft.com/office/drawing/2014/main" id="{622859F8-CD28-C50E-3895-7AFCE1AD9E4B}"/>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19" name="Picture 18">
            <a:extLst>
              <a:ext uri="{FF2B5EF4-FFF2-40B4-BE49-F238E27FC236}">
                <a16:creationId xmlns:a16="http://schemas.microsoft.com/office/drawing/2014/main" id="{E7FE448C-EA94-35AE-C33E-280197A28422}"/>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2443317" y="206375"/>
            <a:ext cx="3949910" cy="4145372"/>
          </a:xfrm>
          <a:prstGeom prst="rect">
            <a:avLst/>
          </a:prstGeom>
        </p:spPr>
      </p:pic>
      <p:pic>
        <p:nvPicPr>
          <p:cNvPr id="20" name="Picture 19">
            <a:extLst>
              <a:ext uri="{FF2B5EF4-FFF2-40B4-BE49-F238E27FC236}">
                <a16:creationId xmlns:a16="http://schemas.microsoft.com/office/drawing/2014/main" id="{A8AB65C3-6725-B418-7E2A-B17D78A58128}"/>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2443317" y="206375"/>
            <a:ext cx="4260536" cy="4145372"/>
          </a:xfrm>
          <a:prstGeom prst="rect">
            <a:avLst/>
          </a:prstGeom>
        </p:spPr>
      </p:pic>
      <p:pic>
        <p:nvPicPr>
          <p:cNvPr id="21" name="Picture 20">
            <a:extLst>
              <a:ext uri="{FF2B5EF4-FFF2-40B4-BE49-F238E27FC236}">
                <a16:creationId xmlns:a16="http://schemas.microsoft.com/office/drawing/2014/main" id="{8F9152D4-0716-AA9C-1752-AF81E67E4B4B}"/>
              </a:ext>
            </a:extLst>
          </p:cNvPr>
          <p:cNvPicPr>
            <a:picLocks/>
          </p:cNvPicPr>
          <p:nvPr/>
        </p:nvPicPr>
        <p:blipFill>
          <a:blip r:embed="rId21">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22" name="Picture 21">
            <a:extLst>
              <a:ext uri="{FF2B5EF4-FFF2-40B4-BE49-F238E27FC236}">
                <a16:creationId xmlns:a16="http://schemas.microsoft.com/office/drawing/2014/main" id="{8D179E26-780D-9B6B-FB08-2754F2E9A171}"/>
              </a:ext>
            </a:extLst>
          </p:cNvPr>
          <p:cNvPicPr>
            <a:picLocks/>
          </p:cNvPicPr>
          <p:nvPr/>
        </p:nvPicPr>
        <p:blipFill>
          <a:blip r:embed="rId22">
            <a:extLst>
              <a:ext uri="{28A0092B-C50C-407E-A947-70E740481C1C}">
                <a14:useLocalDpi xmlns:a14="http://schemas.microsoft.com/office/drawing/2010/main" val="0"/>
              </a:ext>
            </a:extLst>
          </a:blip>
          <a:stretch>
            <a:fillRect/>
          </a:stretch>
        </p:blipFill>
        <p:spPr>
          <a:xfrm>
            <a:off x="2443317" y="206375"/>
            <a:ext cx="4254725" cy="4145372"/>
          </a:xfrm>
          <a:prstGeom prst="rect">
            <a:avLst/>
          </a:prstGeom>
        </p:spPr>
      </p:pic>
      <p:pic>
        <p:nvPicPr>
          <p:cNvPr id="23" name="Picture 22">
            <a:extLst>
              <a:ext uri="{FF2B5EF4-FFF2-40B4-BE49-F238E27FC236}">
                <a16:creationId xmlns:a16="http://schemas.microsoft.com/office/drawing/2014/main" id="{D5CBFC21-2EC4-540D-5C39-2366D95CAE58}"/>
              </a:ext>
            </a:extLst>
          </p:cNvPr>
          <p:cNvPicPr>
            <a:picLocks/>
          </p:cNvPicPr>
          <p:nvPr/>
        </p:nvPicPr>
        <p:blipFill>
          <a:blip r:embed="rId23">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24" name="Picture 23">
            <a:extLst>
              <a:ext uri="{FF2B5EF4-FFF2-40B4-BE49-F238E27FC236}">
                <a16:creationId xmlns:a16="http://schemas.microsoft.com/office/drawing/2014/main" id="{364E7445-CF0A-DC16-E074-01DB1A09657B}"/>
              </a:ext>
            </a:extLst>
          </p:cNvPr>
          <p:cNvPicPr>
            <a:picLocks/>
          </p:cNvPicPr>
          <p:nvPr/>
        </p:nvPicPr>
        <p:blipFill>
          <a:blip r:embed="rId24">
            <a:extLst>
              <a:ext uri="{28A0092B-C50C-407E-A947-70E740481C1C}">
                <a14:useLocalDpi xmlns:a14="http://schemas.microsoft.com/office/drawing/2010/main" val="0"/>
              </a:ext>
            </a:extLst>
          </a:blip>
          <a:stretch>
            <a:fillRect/>
          </a:stretch>
        </p:blipFill>
        <p:spPr>
          <a:xfrm>
            <a:off x="2443317" y="206375"/>
            <a:ext cx="4258951" cy="4145372"/>
          </a:xfrm>
          <a:prstGeom prst="rect">
            <a:avLst/>
          </a:prstGeom>
        </p:spPr>
      </p:pic>
      <p:pic>
        <p:nvPicPr>
          <p:cNvPr id="25" name="Picture 24">
            <a:extLst>
              <a:ext uri="{FF2B5EF4-FFF2-40B4-BE49-F238E27FC236}">
                <a16:creationId xmlns:a16="http://schemas.microsoft.com/office/drawing/2014/main" id="{FDB95FDA-799A-1A71-3DFD-842C7A48B80D}"/>
              </a:ext>
            </a:extLst>
          </p:cNvPr>
          <p:cNvPicPr>
            <a:picLocks/>
          </p:cNvPicPr>
          <p:nvPr/>
        </p:nvPicPr>
        <p:blipFill>
          <a:blip r:embed="rId25">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27" name="Picture 26">
            <a:extLst>
              <a:ext uri="{FF2B5EF4-FFF2-40B4-BE49-F238E27FC236}">
                <a16:creationId xmlns:a16="http://schemas.microsoft.com/office/drawing/2014/main" id="{164D847E-160C-0161-1F05-E683926DB48F}"/>
              </a:ext>
            </a:extLst>
          </p:cNvPr>
          <p:cNvPicPr>
            <a:picLocks/>
          </p:cNvPicPr>
          <p:nvPr/>
        </p:nvPicPr>
        <p:blipFill>
          <a:blip r:embed="rId26">
            <a:extLst>
              <a:ext uri="{28A0092B-C50C-407E-A947-70E740481C1C}">
                <a14:useLocalDpi xmlns:a14="http://schemas.microsoft.com/office/drawing/2010/main" val="0"/>
              </a:ext>
            </a:extLst>
          </a:blip>
          <a:stretch>
            <a:fillRect/>
          </a:stretch>
        </p:blipFill>
        <p:spPr>
          <a:xfrm>
            <a:off x="2438304" y="236454"/>
            <a:ext cx="4256838" cy="4280082"/>
          </a:xfrm>
          <a:prstGeom prst="rect">
            <a:avLst/>
          </a:prstGeom>
        </p:spPr>
      </p:pic>
      <p:pic>
        <p:nvPicPr>
          <p:cNvPr id="28" name="Picture 27">
            <a:extLst>
              <a:ext uri="{FF2B5EF4-FFF2-40B4-BE49-F238E27FC236}">
                <a16:creationId xmlns:a16="http://schemas.microsoft.com/office/drawing/2014/main" id="{EB37CEC6-1C9E-E170-3A87-E1B0B9A92656}"/>
              </a:ext>
            </a:extLst>
          </p:cNvPr>
          <p:cNvPicPr>
            <a:picLocks/>
          </p:cNvPicPr>
          <p:nvPr/>
        </p:nvPicPr>
        <p:blipFill>
          <a:blip r:embed="rId27">
            <a:extLst>
              <a:ext uri="{28A0092B-C50C-407E-A947-70E740481C1C}">
                <a14:useLocalDpi xmlns:a14="http://schemas.microsoft.com/office/drawing/2010/main" val="0"/>
              </a:ext>
            </a:extLst>
          </a:blip>
          <a:stretch>
            <a:fillRect/>
          </a:stretch>
        </p:blipFill>
        <p:spPr>
          <a:xfrm>
            <a:off x="2443317" y="206375"/>
            <a:ext cx="3722752" cy="4280082"/>
          </a:xfrm>
          <a:prstGeom prst="rect">
            <a:avLst/>
          </a:prstGeom>
        </p:spPr>
      </p:pic>
      <p:pic>
        <p:nvPicPr>
          <p:cNvPr id="30" name="Picture 29">
            <a:extLst>
              <a:ext uri="{FF2B5EF4-FFF2-40B4-BE49-F238E27FC236}">
                <a16:creationId xmlns:a16="http://schemas.microsoft.com/office/drawing/2014/main" id="{D066C959-828F-0D05-056B-2D82DB27FD89}"/>
              </a:ext>
            </a:extLst>
          </p:cNvPr>
          <p:cNvPicPr>
            <a:picLocks/>
          </p:cNvPicPr>
          <p:nvPr/>
        </p:nvPicPr>
        <p:blipFill>
          <a:blip r:embed="rId28">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pic>
        <p:nvPicPr>
          <p:cNvPr id="31" name="Picture 30">
            <a:extLst>
              <a:ext uri="{FF2B5EF4-FFF2-40B4-BE49-F238E27FC236}">
                <a16:creationId xmlns:a16="http://schemas.microsoft.com/office/drawing/2014/main" id="{9FE3C56E-4582-6689-EFEC-DBA19E10202D}"/>
              </a:ext>
            </a:extLst>
          </p:cNvPr>
          <p:cNvPicPr>
            <a:picLocks/>
          </p:cNvPicPr>
          <p:nvPr/>
        </p:nvPicPr>
        <p:blipFill>
          <a:blip r:embed="rId29">
            <a:extLst>
              <a:ext uri="{28A0092B-C50C-407E-A947-70E740481C1C}">
                <a14:useLocalDpi xmlns:a14="http://schemas.microsoft.com/office/drawing/2010/main" val="0"/>
              </a:ext>
            </a:extLst>
          </a:blip>
          <a:stretch>
            <a:fillRect/>
          </a:stretch>
        </p:blipFill>
        <p:spPr>
          <a:xfrm>
            <a:off x="2443317" y="206375"/>
            <a:ext cx="3722752" cy="4145372"/>
          </a:xfrm>
          <a:prstGeom prst="rect">
            <a:avLst/>
          </a:prstGeom>
        </p:spPr>
      </p:pic>
    </p:spTree>
    <p:extLst>
      <p:ext uri="{BB962C8B-B14F-4D97-AF65-F5344CB8AC3E}">
        <p14:creationId xmlns:p14="http://schemas.microsoft.com/office/powerpoint/2010/main" val="545270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par>
                          <p:cTn id="51" fill="hold">
                            <p:stCondLst>
                              <p:cond delay="1500"/>
                            </p:stCondLst>
                            <p:childTnLst>
                              <p:par>
                                <p:cTn id="52" presetID="10" presetClass="entr" presetSubtype="0" fill="hold"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childTnLst>
                          </p:cTn>
                        </p:par>
                        <p:par>
                          <p:cTn id="55" fill="hold">
                            <p:stCondLst>
                              <p:cond delay="2000"/>
                            </p:stCondLst>
                            <p:childTnLst>
                              <p:par>
                                <p:cTn id="56" presetID="10" presetClass="entr" presetSubtype="0" fill="hold"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par>
                          <p:cTn id="59" fill="hold">
                            <p:stCondLst>
                              <p:cond delay="2500"/>
                            </p:stCondLst>
                            <p:childTnLst>
                              <p:par>
                                <p:cTn id="60" presetID="10" presetClass="entr" presetSubtype="0" fill="hold" nodeType="after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par>
                          <p:cTn id="63" fill="hold">
                            <p:stCondLst>
                              <p:cond delay="3000"/>
                            </p:stCondLst>
                            <p:childTnLst>
                              <p:par>
                                <p:cTn id="64" presetID="10" presetClass="entr" presetSubtype="0" fill="hold" nodeType="after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childTnLst>
                          </p:cTn>
                        </p:par>
                        <p:par>
                          <p:cTn id="67" fill="hold">
                            <p:stCondLst>
                              <p:cond delay="3500"/>
                            </p:stCondLst>
                            <p:childTnLst>
                              <p:par>
                                <p:cTn id="68" presetID="10" presetClass="entr" presetSubtype="0" fill="hold" nodeType="after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par>
                          <p:cTn id="71" fill="hold">
                            <p:stCondLst>
                              <p:cond delay="4000"/>
                            </p:stCondLst>
                            <p:childTnLst>
                              <p:par>
                                <p:cTn id="72" presetID="10" presetClass="entr" presetSubtype="0" fill="hold"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childTnLst>
                          </p:cTn>
                        </p:par>
                        <p:par>
                          <p:cTn id="75" fill="hold">
                            <p:stCondLst>
                              <p:cond delay="4500"/>
                            </p:stCondLst>
                            <p:childTnLst>
                              <p:par>
                                <p:cTn id="76" presetID="10" presetClass="entr" presetSubtype="0" fill="hold" nodeType="after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500"/>
                                        <p:tgtEl>
                                          <p:spTgt spid="24"/>
                                        </p:tgtEl>
                                      </p:cBhvr>
                                    </p:animEffect>
                                  </p:childTnLst>
                                </p:cTn>
                              </p:par>
                            </p:childTnLst>
                          </p:cTn>
                        </p:par>
                        <p:par>
                          <p:cTn id="79" fill="hold">
                            <p:stCondLst>
                              <p:cond delay="5000"/>
                            </p:stCondLst>
                            <p:childTnLst>
                              <p:par>
                                <p:cTn id="80" presetID="10" presetClass="entr" presetSubtype="0" fill="hold" nodeType="after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500"/>
                                        <p:tgtEl>
                                          <p:spTgt spid="25"/>
                                        </p:tgtEl>
                                      </p:cBhvr>
                                    </p:animEffect>
                                  </p:childTnLst>
                                </p:cTn>
                              </p:par>
                            </p:childTnLst>
                          </p:cTn>
                        </p:par>
                        <p:par>
                          <p:cTn id="83" fill="hold">
                            <p:stCondLst>
                              <p:cond delay="5500"/>
                            </p:stCondLst>
                            <p:childTnLst>
                              <p:par>
                                <p:cTn id="84" presetID="10" presetClass="entr" presetSubtype="0" fill="hold" nodeType="after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500"/>
                                        <p:tgtEl>
                                          <p:spTgt spid="27"/>
                                        </p:tgtEl>
                                      </p:cBhvr>
                                    </p:animEffect>
                                  </p:childTnLst>
                                </p:cTn>
                              </p:par>
                            </p:childTnLst>
                          </p:cTn>
                        </p:par>
                        <p:par>
                          <p:cTn id="87" fill="hold">
                            <p:stCondLst>
                              <p:cond delay="6000"/>
                            </p:stCondLst>
                            <p:childTnLst>
                              <p:par>
                                <p:cTn id="88" presetID="10" presetClass="entr" presetSubtype="0" fill="hold" nodeType="after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500"/>
                            </p:stCondLst>
                            <p:childTnLst>
                              <p:par>
                                <p:cTn id="97" presetID="10" presetClass="entr" presetSubtype="0" fill="hold" nodeType="after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pPr algn="l"/>
            <a:r>
              <a:rPr lang="en-US" sz="2000"/>
              <a:t>Unit: Organizational Advancement</a:t>
            </a:r>
          </a:p>
        </p:txBody>
      </p:sp>
      <p:pic>
        <p:nvPicPr>
          <p:cNvPr id="2" name="Picture 1">
            <a:extLst>
              <a:ext uri="{FF2B5EF4-FFF2-40B4-BE49-F238E27FC236}">
                <a16:creationId xmlns:a16="http://schemas.microsoft.com/office/drawing/2014/main" id="{C9971BDF-F925-32BD-906E-C311A4C78A40}"/>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754467" y="680631"/>
            <a:ext cx="4198942" cy="4124089"/>
          </a:xfrm>
          <a:prstGeom prst="rect">
            <a:avLst/>
          </a:prstGeom>
        </p:spPr>
      </p:pic>
      <p:pic>
        <p:nvPicPr>
          <p:cNvPr id="3" name="Picture 2">
            <a:extLst>
              <a:ext uri="{FF2B5EF4-FFF2-40B4-BE49-F238E27FC236}">
                <a16:creationId xmlns:a16="http://schemas.microsoft.com/office/drawing/2014/main" id="{658BC215-7CD3-312B-265A-1CB80494B277}"/>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754467" y="-474759"/>
            <a:ext cx="4198942" cy="4727846"/>
          </a:xfrm>
          <a:prstGeom prst="rect">
            <a:avLst/>
          </a:prstGeom>
        </p:spPr>
      </p:pic>
      <p:pic>
        <p:nvPicPr>
          <p:cNvPr id="4" name="Picture 3">
            <a:extLst>
              <a:ext uri="{FF2B5EF4-FFF2-40B4-BE49-F238E27FC236}">
                <a16:creationId xmlns:a16="http://schemas.microsoft.com/office/drawing/2014/main" id="{667FD66F-B3AD-F519-300E-6230BAEA4A54}"/>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745302" y="-127053"/>
            <a:ext cx="4210140" cy="4284702"/>
          </a:xfrm>
          <a:prstGeom prst="rect">
            <a:avLst/>
          </a:prstGeom>
        </p:spPr>
      </p:pic>
      <p:pic>
        <p:nvPicPr>
          <p:cNvPr id="5" name="Picture 4">
            <a:extLst>
              <a:ext uri="{FF2B5EF4-FFF2-40B4-BE49-F238E27FC236}">
                <a16:creationId xmlns:a16="http://schemas.microsoft.com/office/drawing/2014/main" id="{8F12A8F1-30E5-13B1-441F-230B484133B9}"/>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8" name="Picture 7">
            <a:extLst>
              <a:ext uri="{FF2B5EF4-FFF2-40B4-BE49-F238E27FC236}">
                <a16:creationId xmlns:a16="http://schemas.microsoft.com/office/drawing/2014/main" id="{78C843C2-4049-CEA9-21C2-E47440741274}"/>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9" name="Picture 8">
            <a:extLst>
              <a:ext uri="{FF2B5EF4-FFF2-40B4-BE49-F238E27FC236}">
                <a16:creationId xmlns:a16="http://schemas.microsoft.com/office/drawing/2014/main" id="{88CD8CE4-7655-A33B-B0CD-790240426E6E}"/>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10" name="Picture 9">
            <a:extLst>
              <a:ext uri="{FF2B5EF4-FFF2-40B4-BE49-F238E27FC236}">
                <a16:creationId xmlns:a16="http://schemas.microsoft.com/office/drawing/2014/main" id="{939FF1D7-4D0A-9DF5-8F15-1A49BB492E6F}"/>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11" name="Picture 10">
            <a:extLst>
              <a:ext uri="{FF2B5EF4-FFF2-40B4-BE49-F238E27FC236}">
                <a16:creationId xmlns:a16="http://schemas.microsoft.com/office/drawing/2014/main" id="{E547AE00-A122-68DB-89F8-EEFEEA15871E}"/>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12" name="Picture 11">
            <a:extLst>
              <a:ext uri="{FF2B5EF4-FFF2-40B4-BE49-F238E27FC236}">
                <a16:creationId xmlns:a16="http://schemas.microsoft.com/office/drawing/2014/main" id="{A61CA891-53FE-2E11-62EF-B77DD09398ED}"/>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13" name="Picture 12">
            <a:extLst>
              <a:ext uri="{FF2B5EF4-FFF2-40B4-BE49-F238E27FC236}">
                <a16:creationId xmlns:a16="http://schemas.microsoft.com/office/drawing/2014/main" id="{FBC2DC3A-440D-87C5-5955-781082BA9BA8}"/>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14" name="Picture 13">
            <a:extLst>
              <a:ext uri="{FF2B5EF4-FFF2-40B4-BE49-F238E27FC236}">
                <a16:creationId xmlns:a16="http://schemas.microsoft.com/office/drawing/2014/main" id="{10D3F1A7-F8A2-D510-872B-6B6E192C8B70}"/>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15" name="Picture 14">
            <a:extLst>
              <a:ext uri="{FF2B5EF4-FFF2-40B4-BE49-F238E27FC236}">
                <a16:creationId xmlns:a16="http://schemas.microsoft.com/office/drawing/2014/main" id="{A7DE68CA-B545-F474-6DD0-77E9B71FA1F2}"/>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16" name="Picture 15">
            <a:extLst>
              <a:ext uri="{FF2B5EF4-FFF2-40B4-BE49-F238E27FC236}">
                <a16:creationId xmlns:a16="http://schemas.microsoft.com/office/drawing/2014/main" id="{23BBA153-0C9A-1EA0-2ED4-A2D3BAD0D755}"/>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19" name="Picture 18">
            <a:extLst>
              <a:ext uri="{FF2B5EF4-FFF2-40B4-BE49-F238E27FC236}">
                <a16:creationId xmlns:a16="http://schemas.microsoft.com/office/drawing/2014/main" id="{492A90D4-E683-A833-FB02-700500DBFB55}"/>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2745302" y="325478"/>
            <a:ext cx="4210140" cy="3707957"/>
          </a:xfrm>
          <a:prstGeom prst="rect">
            <a:avLst/>
          </a:prstGeom>
        </p:spPr>
      </p:pic>
      <p:pic>
        <p:nvPicPr>
          <p:cNvPr id="20" name="Picture 19">
            <a:extLst>
              <a:ext uri="{FF2B5EF4-FFF2-40B4-BE49-F238E27FC236}">
                <a16:creationId xmlns:a16="http://schemas.microsoft.com/office/drawing/2014/main" id="{11788D67-2E45-0022-0090-7F9380C39E2E}"/>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2745302" y="325478"/>
            <a:ext cx="4513914" cy="3707957"/>
          </a:xfrm>
          <a:prstGeom prst="rect">
            <a:avLst/>
          </a:prstGeom>
        </p:spPr>
      </p:pic>
      <p:pic>
        <p:nvPicPr>
          <p:cNvPr id="21" name="Picture 20">
            <a:extLst>
              <a:ext uri="{FF2B5EF4-FFF2-40B4-BE49-F238E27FC236}">
                <a16:creationId xmlns:a16="http://schemas.microsoft.com/office/drawing/2014/main" id="{CA4E367A-4674-2516-37F0-DF45C0867E53}"/>
              </a:ext>
            </a:extLst>
          </p:cNvPr>
          <p:cNvPicPr>
            <a:picLocks/>
          </p:cNvPicPr>
          <p:nvPr/>
        </p:nvPicPr>
        <p:blipFill>
          <a:blip r:embed="rId21">
            <a:extLst>
              <a:ext uri="{28A0092B-C50C-407E-A947-70E740481C1C}">
                <a14:useLocalDpi xmlns:a14="http://schemas.microsoft.com/office/drawing/2010/main" val="0"/>
              </a:ext>
            </a:extLst>
          </a:blip>
          <a:stretch>
            <a:fillRect/>
          </a:stretch>
        </p:blipFill>
        <p:spPr>
          <a:xfrm>
            <a:off x="2745302" y="325479"/>
            <a:ext cx="4513914" cy="3994870"/>
          </a:xfrm>
          <a:prstGeom prst="rect">
            <a:avLst/>
          </a:prstGeom>
        </p:spPr>
      </p:pic>
      <p:pic>
        <p:nvPicPr>
          <p:cNvPr id="22" name="Picture 21">
            <a:extLst>
              <a:ext uri="{FF2B5EF4-FFF2-40B4-BE49-F238E27FC236}">
                <a16:creationId xmlns:a16="http://schemas.microsoft.com/office/drawing/2014/main" id="{BF43B4E0-78E2-E654-73CC-4B725686F672}"/>
              </a:ext>
            </a:extLst>
          </p:cNvPr>
          <p:cNvPicPr>
            <a:picLocks/>
          </p:cNvPicPr>
          <p:nvPr/>
        </p:nvPicPr>
        <p:blipFill>
          <a:blip r:embed="rId22">
            <a:extLst>
              <a:ext uri="{28A0092B-C50C-407E-A947-70E740481C1C}">
                <a14:useLocalDpi xmlns:a14="http://schemas.microsoft.com/office/drawing/2010/main" val="0"/>
              </a:ext>
            </a:extLst>
          </a:blip>
          <a:stretch>
            <a:fillRect/>
          </a:stretch>
        </p:blipFill>
        <p:spPr>
          <a:xfrm>
            <a:off x="2745302" y="325479"/>
            <a:ext cx="4513914" cy="4489117"/>
          </a:xfrm>
          <a:prstGeom prst="rect">
            <a:avLst/>
          </a:prstGeom>
        </p:spPr>
      </p:pic>
      <p:pic>
        <p:nvPicPr>
          <p:cNvPr id="23" name="Picture 22">
            <a:extLst>
              <a:ext uri="{FF2B5EF4-FFF2-40B4-BE49-F238E27FC236}">
                <a16:creationId xmlns:a16="http://schemas.microsoft.com/office/drawing/2014/main" id="{975AE97D-6D67-0C9F-E6A8-206E4808B5CA}"/>
              </a:ext>
            </a:extLst>
          </p:cNvPr>
          <p:cNvPicPr>
            <a:picLocks/>
          </p:cNvPicPr>
          <p:nvPr/>
        </p:nvPicPr>
        <p:blipFill>
          <a:blip r:embed="rId23">
            <a:extLst>
              <a:ext uri="{28A0092B-C50C-407E-A947-70E740481C1C}">
                <a14:useLocalDpi xmlns:a14="http://schemas.microsoft.com/office/drawing/2010/main" val="0"/>
              </a:ext>
            </a:extLst>
          </a:blip>
          <a:stretch>
            <a:fillRect/>
          </a:stretch>
        </p:blipFill>
        <p:spPr>
          <a:xfrm>
            <a:off x="2745302" y="325479"/>
            <a:ext cx="4513914" cy="4489117"/>
          </a:xfrm>
          <a:prstGeom prst="rect">
            <a:avLst/>
          </a:prstGeom>
        </p:spPr>
      </p:pic>
    </p:spTree>
    <p:extLst>
      <p:ext uri="{BB962C8B-B14F-4D97-AF65-F5344CB8AC3E}">
        <p14:creationId xmlns:p14="http://schemas.microsoft.com/office/powerpoint/2010/main" val="373158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2000"/>
                            </p:stCondLst>
                            <p:childTnLst>
                              <p:par>
                                <p:cTn id="29" presetID="10" presetClass="entr" presetSubtype="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2500"/>
                            </p:stCondLst>
                            <p:childTnLst>
                              <p:par>
                                <p:cTn id="33" presetID="10"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par>
                          <p:cTn id="41" fill="hold">
                            <p:stCondLst>
                              <p:cond delay="500"/>
                            </p:stCondLst>
                            <p:childTnLst>
                              <p:par>
                                <p:cTn id="42" presetID="10" presetClass="entr" presetSubtype="0" fill="hold"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par>
                          <p:cTn id="45" fill="hold">
                            <p:stCondLst>
                              <p:cond delay="1000"/>
                            </p:stCondLst>
                            <p:childTnLst>
                              <p:par>
                                <p:cTn id="46" presetID="10" presetClass="entr" presetSubtype="0"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par>
                          <p:cTn id="49" fill="hold">
                            <p:stCondLst>
                              <p:cond delay="1500"/>
                            </p:stCondLst>
                            <p:childTnLst>
                              <p:par>
                                <p:cTn id="50" presetID="10" presetClass="entr" presetSubtype="0" fill="hold"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par>
                          <p:cTn id="53" fill="hold">
                            <p:stCondLst>
                              <p:cond delay="2000"/>
                            </p:stCondLst>
                            <p:childTnLst>
                              <p:par>
                                <p:cTn id="54" presetID="10" presetClass="entr" presetSubtype="0"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par>
                          <p:cTn id="57" fill="hold">
                            <p:stCondLst>
                              <p:cond delay="2500"/>
                            </p:stCondLst>
                            <p:childTnLst>
                              <p:par>
                                <p:cTn id="58" presetID="10" presetClass="entr" presetSubtype="0" fill="hold" nodeType="after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childTnLst>
                          </p:cTn>
                        </p:par>
                        <p:par>
                          <p:cTn id="61" fill="hold">
                            <p:stCondLst>
                              <p:cond delay="3000"/>
                            </p:stCondLst>
                            <p:childTnLst>
                              <p:par>
                                <p:cTn id="62" presetID="10" presetClass="entr" presetSubtype="0" fill="hold" nodeType="after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childTnLst>
                          </p:cTn>
                        </p:par>
                        <p:par>
                          <p:cTn id="70" fill="hold">
                            <p:stCondLst>
                              <p:cond delay="500"/>
                            </p:stCondLst>
                            <p:childTnLst>
                              <p:par>
                                <p:cTn id="71" presetID="10" presetClass="entr" presetSubtype="0" fill="hold" nodeType="after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pPr algn="l"/>
            <a:r>
              <a:rPr lang="en-US" sz="2000"/>
              <a:t>Unit:  Programs</a:t>
            </a:r>
          </a:p>
        </p:txBody>
      </p:sp>
      <p:pic>
        <p:nvPicPr>
          <p:cNvPr id="2" name="Picture 1">
            <a:extLst>
              <a:ext uri="{FF2B5EF4-FFF2-40B4-BE49-F238E27FC236}">
                <a16:creationId xmlns:a16="http://schemas.microsoft.com/office/drawing/2014/main" id="{D11241F1-AD0E-ECC9-A219-EEE798044F8C}"/>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384042" y="523494"/>
            <a:ext cx="2308860" cy="3118104"/>
          </a:xfrm>
          <a:prstGeom prst="rect">
            <a:avLst/>
          </a:prstGeom>
        </p:spPr>
      </p:pic>
      <p:pic>
        <p:nvPicPr>
          <p:cNvPr id="3" name="Picture 2">
            <a:extLst>
              <a:ext uri="{FF2B5EF4-FFF2-40B4-BE49-F238E27FC236}">
                <a16:creationId xmlns:a16="http://schemas.microsoft.com/office/drawing/2014/main" id="{A0D9F6B7-F440-22AC-0354-83FC283EC8B9}"/>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317242" y="523494"/>
            <a:ext cx="3375660" cy="3118104"/>
          </a:xfrm>
          <a:prstGeom prst="rect">
            <a:avLst/>
          </a:prstGeom>
        </p:spPr>
      </p:pic>
      <p:pic>
        <p:nvPicPr>
          <p:cNvPr id="4" name="Picture 3">
            <a:extLst>
              <a:ext uri="{FF2B5EF4-FFF2-40B4-BE49-F238E27FC236}">
                <a16:creationId xmlns:a16="http://schemas.microsoft.com/office/drawing/2014/main" id="{86B1035E-D28D-8B80-E214-E4B874EDF065}"/>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317242" y="523494"/>
            <a:ext cx="4518660" cy="3762756"/>
          </a:xfrm>
          <a:prstGeom prst="rect">
            <a:avLst/>
          </a:prstGeom>
        </p:spPr>
      </p:pic>
      <p:pic>
        <p:nvPicPr>
          <p:cNvPr id="5" name="Picture 4">
            <a:extLst>
              <a:ext uri="{FF2B5EF4-FFF2-40B4-BE49-F238E27FC236}">
                <a16:creationId xmlns:a16="http://schemas.microsoft.com/office/drawing/2014/main" id="{CF4FD8DD-0B5B-21A2-14C3-FAEB17C0CE6C}"/>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2317242" y="523494"/>
            <a:ext cx="4518660" cy="3762756"/>
          </a:xfrm>
          <a:prstGeom prst="rect">
            <a:avLst/>
          </a:prstGeom>
        </p:spPr>
      </p:pic>
      <p:sp>
        <p:nvSpPr>
          <p:cNvPr id="8" name="TextBox 7">
            <a:extLst>
              <a:ext uri="{FF2B5EF4-FFF2-40B4-BE49-F238E27FC236}">
                <a16:creationId xmlns:a16="http://schemas.microsoft.com/office/drawing/2014/main" id="{20441EF3-8DDB-2F05-DAFB-891644E453B0}"/>
              </a:ext>
            </a:extLst>
          </p:cNvPr>
          <p:cNvSpPr txBox="1"/>
          <p:nvPr/>
        </p:nvSpPr>
        <p:spPr>
          <a:xfrm>
            <a:off x="4917233" y="3684139"/>
            <a:ext cx="2039967" cy="307777"/>
          </a:xfrm>
          <a:prstGeom prst="rect">
            <a:avLst/>
          </a:prstGeom>
          <a:noFill/>
        </p:spPr>
        <p:txBody>
          <a:bodyPr wrap="square" rtlCol="0">
            <a:spAutoFit/>
          </a:bodyPr>
          <a:lstStyle/>
          <a:p>
            <a:r>
              <a:rPr lang="en-US" sz="1400"/>
              <a:t>Macarena Jimenez</a:t>
            </a:r>
            <a:endParaRPr lang="en-US" sz="1600"/>
          </a:p>
        </p:txBody>
      </p:sp>
    </p:spTree>
    <p:extLst>
      <p:ext uri="{BB962C8B-B14F-4D97-AF65-F5344CB8AC3E}">
        <p14:creationId xmlns:p14="http://schemas.microsoft.com/office/powerpoint/2010/main" val="232738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r>
              <a:rPr lang="en-US" sz="2000"/>
              <a:t>Sub-Unit:  Colombia Branch Office</a:t>
            </a:r>
          </a:p>
        </p:txBody>
      </p:sp>
      <p:pic>
        <p:nvPicPr>
          <p:cNvPr id="2" name="Picture 1">
            <a:extLst>
              <a:ext uri="{FF2B5EF4-FFF2-40B4-BE49-F238E27FC236}">
                <a16:creationId xmlns:a16="http://schemas.microsoft.com/office/drawing/2014/main" id="{E6C0DB13-98CF-D8E6-9317-E64276CC59AB}"/>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196084" y="463296"/>
            <a:ext cx="5590032" cy="3883152"/>
          </a:xfrm>
          <a:prstGeom prst="rect">
            <a:avLst/>
          </a:prstGeom>
        </p:spPr>
      </p:pic>
      <p:pic>
        <p:nvPicPr>
          <p:cNvPr id="3" name="Picture 2">
            <a:extLst>
              <a:ext uri="{FF2B5EF4-FFF2-40B4-BE49-F238E27FC236}">
                <a16:creationId xmlns:a16="http://schemas.microsoft.com/office/drawing/2014/main" id="{4DF115F7-38AE-E774-2536-DB9C23AE079E}"/>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367028" y="463296"/>
            <a:ext cx="6419088" cy="3883152"/>
          </a:xfrm>
          <a:prstGeom prst="rect">
            <a:avLst/>
          </a:prstGeom>
        </p:spPr>
      </p:pic>
      <p:pic>
        <p:nvPicPr>
          <p:cNvPr id="4" name="Picture 3">
            <a:extLst>
              <a:ext uri="{FF2B5EF4-FFF2-40B4-BE49-F238E27FC236}">
                <a16:creationId xmlns:a16="http://schemas.microsoft.com/office/drawing/2014/main" id="{84EFB4B8-50D1-1464-B70C-5EB0618EDA1F}"/>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367028" y="463296"/>
            <a:ext cx="6419088" cy="3883152"/>
          </a:xfrm>
          <a:prstGeom prst="rect">
            <a:avLst/>
          </a:prstGeom>
        </p:spPr>
      </p:pic>
    </p:spTree>
    <p:extLst>
      <p:ext uri="{BB962C8B-B14F-4D97-AF65-F5344CB8AC3E}">
        <p14:creationId xmlns:p14="http://schemas.microsoft.com/office/powerpoint/2010/main" val="2062153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pPr algn="l"/>
            <a:r>
              <a:rPr lang="en-US" sz="2000"/>
              <a:t>Sub-Unit:  Education </a:t>
            </a:r>
          </a:p>
        </p:txBody>
      </p:sp>
      <p:pic>
        <p:nvPicPr>
          <p:cNvPr id="2" name="Picture 1">
            <a:extLst>
              <a:ext uri="{FF2B5EF4-FFF2-40B4-BE49-F238E27FC236}">
                <a16:creationId xmlns:a16="http://schemas.microsoft.com/office/drawing/2014/main" id="{8165E504-6B63-E986-E58A-8442470CFD0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143798" y="206375"/>
            <a:ext cx="2437285" cy="4395225"/>
          </a:xfrm>
          <a:prstGeom prst="rect">
            <a:avLst/>
          </a:prstGeom>
        </p:spPr>
      </p:pic>
      <p:pic>
        <p:nvPicPr>
          <p:cNvPr id="3" name="Picture 2">
            <a:extLst>
              <a:ext uri="{FF2B5EF4-FFF2-40B4-BE49-F238E27FC236}">
                <a16:creationId xmlns:a16="http://schemas.microsoft.com/office/drawing/2014/main" id="{5EB4FAC1-269C-A5EB-4E1D-B4C34DB6D441}"/>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808256" y="206375"/>
            <a:ext cx="2672041" cy="4005603"/>
          </a:xfrm>
          <a:prstGeom prst="rect">
            <a:avLst/>
          </a:prstGeom>
        </p:spPr>
      </p:pic>
      <p:pic>
        <p:nvPicPr>
          <p:cNvPr id="4" name="Picture 3">
            <a:extLst>
              <a:ext uri="{FF2B5EF4-FFF2-40B4-BE49-F238E27FC236}">
                <a16:creationId xmlns:a16="http://schemas.microsoft.com/office/drawing/2014/main" id="{3C7A6059-7F4F-6248-DAC3-8698F165638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808256" y="206375"/>
            <a:ext cx="2672041" cy="4005603"/>
          </a:xfrm>
          <a:prstGeom prst="rect">
            <a:avLst/>
          </a:prstGeom>
        </p:spPr>
      </p:pic>
      <p:pic>
        <p:nvPicPr>
          <p:cNvPr id="5" name="Picture 4">
            <a:extLst>
              <a:ext uri="{FF2B5EF4-FFF2-40B4-BE49-F238E27FC236}">
                <a16:creationId xmlns:a16="http://schemas.microsoft.com/office/drawing/2014/main" id="{8FB24048-6563-9B38-8BE2-F7CF2B2ABC70}"/>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2808256" y="206375"/>
            <a:ext cx="3497989" cy="4005603"/>
          </a:xfrm>
          <a:prstGeom prst="rect">
            <a:avLst/>
          </a:prstGeom>
        </p:spPr>
      </p:pic>
      <p:pic>
        <p:nvPicPr>
          <p:cNvPr id="8" name="Picture 7">
            <a:extLst>
              <a:ext uri="{FF2B5EF4-FFF2-40B4-BE49-F238E27FC236}">
                <a16:creationId xmlns:a16="http://schemas.microsoft.com/office/drawing/2014/main" id="{9C21E1C0-2BC7-DA2D-293D-D31D07EDEE6E}"/>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2808256" y="206375"/>
            <a:ext cx="3505364" cy="4005603"/>
          </a:xfrm>
          <a:prstGeom prst="rect">
            <a:avLst/>
          </a:prstGeom>
        </p:spPr>
      </p:pic>
      <p:pic>
        <p:nvPicPr>
          <p:cNvPr id="9" name="Picture 8">
            <a:extLst>
              <a:ext uri="{FF2B5EF4-FFF2-40B4-BE49-F238E27FC236}">
                <a16:creationId xmlns:a16="http://schemas.microsoft.com/office/drawing/2014/main" id="{D119641D-2297-7F25-F4AB-94D2784942D5}"/>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2808256" y="206375"/>
            <a:ext cx="3505364" cy="4005603"/>
          </a:xfrm>
          <a:prstGeom prst="rect">
            <a:avLst/>
          </a:prstGeom>
        </p:spPr>
      </p:pic>
      <p:pic>
        <p:nvPicPr>
          <p:cNvPr id="10" name="Picture 9">
            <a:extLst>
              <a:ext uri="{FF2B5EF4-FFF2-40B4-BE49-F238E27FC236}">
                <a16:creationId xmlns:a16="http://schemas.microsoft.com/office/drawing/2014/main" id="{500E7483-B0BA-EF35-6301-22D5380ED82B}"/>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2808256" y="206375"/>
            <a:ext cx="3534862" cy="4247734"/>
          </a:xfrm>
          <a:prstGeom prst="rect">
            <a:avLst/>
          </a:prstGeom>
        </p:spPr>
      </p:pic>
      <p:pic>
        <p:nvPicPr>
          <p:cNvPr id="11" name="Picture 10">
            <a:extLst>
              <a:ext uri="{FF2B5EF4-FFF2-40B4-BE49-F238E27FC236}">
                <a16:creationId xmlns:a16="http://schemas.microsoft.com/office/drawing/2014/main" id="{648E186F-F42D-F8B6-89D2-338CA15A4452}"/>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2808256" y="206375"/>
            <a:ext cx="3534862" cy="4247734"/>
          </a:xfrm>
          <a:prstGeom prst="rect">
            <a:avLst/>
          </a:prstGeom>
        </p:spPr>
      </p:pic>
      <p:sp>
        <p:nvSpPr>
          <p:cNvPr id="12" name="TextBox 11">
            <a:extLst>
              <a:ext uri="{FF2B5EF4-FFF2-40B4-BE49-F238E27FC236}">
                <a16:creationId xmlns:a16="http://schemas.microsoft.com/office/drawing/2014/main" id="{86060D09-55B7-1724-5ADC-3ABDAA98B093}"/>
              </a:ext>
            </a:extLst>
          </p:cNvPr>
          <p:cNvSpPr txBox="1"/>
          <p:nvPr/>
        </p:nvSpPr>
        <p:spPr>
          <a:xfrm>
            <a:off x="5248495" y="2590412"/>
            <a:ext cx="2039967" cy="230832"/>
          </a:xfrm>
          <a:prstGeom prst="rect">
            <a:avLst/>
          </a:prstGeom>
          <a:noFill/>
        </p:spPr>
        <p:txBody>
          <a:bodyPr wrap="square" rtlCol="0">
            <a:spAutoFit/>
          </a:bodyPr>
          <a:lstStyle/>
          <a:p>
            <a:r>
              <a:rPr lang="en-US" sz="900"/>
              <a:t>Laura Cossette</a:t>
            </a:r>
            <a:endParaRPr lang="en-US" sz="1050"/>
          </a:p>
        </p:txBody>
      </p:sp>
    </p:spTree>
    <p:extLst>
      <p:ext uri="{BB962C8B-B14F-4D97-AF65-F5344CB8AC3E}">
        <p14:creationId xmlns:p14="http://schemas.microsoft.com/office/powerpoint/2010/main" val="178989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pPr algn="l"/>
            <a:r>
              <a:rPr lang="en-US" sz="2000"/>
              <a:t>Sub-Unit:  Labor </a:t>
            </a:r>
          </a:p>
        </p:txBody>
      </p:sp>
      <p:pic>
        <p:nvPicPr>
          <p:cNvPr id="2" name="Picture 1">
            <a:extLst>
              <a:ext uri="{FF2B5EF4-FFF2-40B4-BE49-F238E27FC236}">
                <a16:creationId xmlns:a16="http://schemas.microsoft.com/office/drawing/2014/main" id="{87858455-22AB-EDDD-9112-AB8E088345A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969183" y="206375"/>
            <a:ext cx="2934726" cy="4392231"/>
          </a:xfrm>
          <a:prstGeom prst="rect">
            <a:avLst/>
          </a:prstGeom>
        </p:spPr>
      </p:pic>
      <p:pic>
        <p:nvPicPr>
          <p:cNvPr id="3" name="Picture 2">
            <a:extLst>
              <a:ext uri="{FF2B5EF4-FFF2-40B4-BE49-F238E27FC236}">
                <a16:creationId xmlns:a16="http://schemas.microsoft.com/office/drawing/2014/main" id="{11357A23-E63D-A742-55FF-D0BB58BB3A2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135671" y="206375"/>
            <a:ext cx="2590796" cy="4112560"/>
          </a:xfrm>
          <a:prstGeom prst="rect">
            <a:avLst/>
          </a:prstGeom>
        </p:spPr>
      </p:pic>
      <p:pic>
        <p:nvPicPr>
          <p:cNvPr id="4" name="Picture 3">
            <a:extLst>
              <a:ext uri="{FF2B5EF4-FFF2-40B4-BE49-F238E27FC236}">
                <a16:creationId xmlns:a16="http://schemas.microsoft.com/office/drawing/2014/main" id="{80B1438A-7708-C638-70C9-57103FE1AB78}"/>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3135671" y="206375"/>
            <a:ext cx="2590796" cy="4112560"/>
          </a:xfrm>
          <a:prstGeom prst="rect">
            <a:avLst/>
          </a:prstGeom>
        </p:spPr>
      </p:pic>
      <p:pic>
        <p:nvPicPr>
          <p:cNvPr id="5" name="Picture 4">
            <a:extLst>
              <a:ext uri="{FF2B5EF4-FFF2-40B4-BE49-F238E27FC236}">
                <a16:creationId xmlns:a16="http://schemas.microsoft.com/office/drawing/2014/main" id="{3C8BBD5B-31AA-B98D-2DE7-73E9DB589370}"/>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3135671" y="206375"/>
            <a:ext cx="2590796" cy="4112560"/>
          </a:xfrm>
          <a:prstGeom prst="rect">
            <a:avLst/>
          </a:prstGeom>
        </p:spPr>
      </p:pic>
      <p:pic>
        <p:nvPicPr>
          <p:cNvPr id="8" name="Picture 7">
            <a:extLst>
              <a:ext uri="{FF2B5EF4-FFF2-40B4-BE49-F238E27FC236}">
                <a16:creationId xmlns:a16="http://schemas.microsoft.com/office/drawing/2014/main" id="{B1C9D206-BBA8-219A-1031-B3EB9EEE2A7A}"/>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3135671" y="206375"/>
            <a:ext cx="2590796" cy="4112560"/>
          </a:xfrm>
          <a:prstGeom prst="rect">
            <a:avLst/>
          </a:prstGeom>
        </p:spPr>
      </p:pic>
      <p:pic>
        <p:nvPicPr>
          <p:cNvPr id="9" name="Picture 8">
            <a:extLst>
              <a:ext uri="{FF2B5EF4-FFF2-40B4-BE49-F238E27FC236}">
                <a16:creationId xmlns:a16="http://schemas.microsoft.com/office/drawing/2014/main" id="{A3BFF1DE-759C-221B-3928-CE17467942B1}"/>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3135671" y="206375"/>
            <a:ext cx="2947140" cy="4112560"/>
          </a:xfrm>
          <a:prstGeom prst="rect">
            <a:avLst/>
          </a:prstGeom>
        </p:spPr>
      </p:pic>
      <p:pic>
        <p:nvPicPr>
          <p:cNvPr id="10" name="Picture 9">
            <a:extLst>
              <a:ext uri="{FF2B5EF4-FFF2-40B4-BE49-F238E27FC236}">
                <a16:creationId xmlns:a16="http://schemas.microsoft.com/office/drawing/2014/main" id="{9A3B5994-28F5-29A3-DFEE-1532FC0F3D98}"/>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3135671" y="206375"/>
            <a:ext cx="3250908" cy="4112560"/>
          </a:xfrm>
          <a:prstGeom prst="rect">
            <a:avLst/>
          </a:prstGeom>
        </p:spPr>
      </p:pic>
      <p:pic>
        <p:nvPicPr>
          <p:cNvPr id="11" name="Picture 10">
            <a:extLst>
              <a:ext uri="{FF2B5EF4-FFF2-40B4-BE49-F238E27FC236}">
                <a16:creationId xmlns:a16="http://schemas.microsoft.com/office/drawing/2014/main" id="{F030231C-1A43-18B2-EC40-B1E28EAD6573}"/>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2761802" y="206375"/>
            <a:ext cx="3624778" cy="4112560"/>
          </a:xfrm>
          <a:prstGeom prst="rect">
            <a:avLst/>
          </a:prstGeom>
        </p:spPr>
      </p:pic>
      <p:pic>
        <p:nvPicPr>
          <p:cNvPr id="12" name="Picture 11">
            <a:extLst>
              <a:ext uri="{FF2B5EF4-FFF2-40B4-BE49-F238E27FC236}">
                <a16:creationId xmlns:a16="http://schemas.microsoft.com/office/drawing/2014/main" id="{A751BE6C-4150-758F-6BB4-788280A8A0DA}"/>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2761802" y="206375"/>
            <a:ext cx="3624778" cy="4112560"/>
          </a:xfrm>
          <a:prstGeom prst="rect">
            <a:avLst/>
          </a:prstGeom>
        </p:spPr>
      </p:pic>
      <p:pic>
        <p:nvPicPr>
          <p:cNvPr id="13" name="Picture 12">
            <a:extLst>
              <a:ext uri="{FF2B5EF4-FFF2-40B4-BE49-F238E27FC236}">
                <a16:creationId xmlns:a16="http://schemas.microsoft.com/office/drawing/2014/main" id="{B077853D-B3EA-E79C-893F-3BFE13E43D86}"/>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2761802" y="206375"/>
            <a:ext cx="3624778" cy="4112560"/>
          </a:xfrm>
          <a:prstGeom prst="rect">
            <a:avLst/>
          </a:prstGeom>
        </p:spPr>
      </p:pic>
      <p:pic>
        <p:nvPicPr>
          <p:cNvPr id="14" name="Picture 13">
            <a:extLst>
              <a:ext uri="{FF2B5EF4-FFF2-40B4-BE49-F238E27FC236}">
                <a16:creationId xmlns:a16="http://schemas.microsoft.com/office/drawing/2014/main" id="{3A06C2E7-5F46-37E4-DD94-27DC4F04F334}"/>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2761802" y="206375"/>
            <a:ext cx="3624778" cy="4112560"/>
          </a:xfrm>
          <a:prstGeom prst="rect">
            <a:avLst/>
          </a:prstGeom>
        </p:spPr>
      </p:pic>
      <p:pic>
        <p:nvPicPr>
          <p:cNvPr id="15" name="Picture 14">
            <a:extLst>
              <a:ext uri="{FF2B5EF4-FFF2-40B4-BE49-F238E27FC236}">
                <a16:creationId xmlns:a16="http://schemas.microsoft.com/office/drawing/2014/main" id="{EDCD7E90-F59D-2B3A-E7C6-959E844172AD}"/>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2761802" y="206375"/>
            <a:ext cx="3624778" cy="4112560"/>
          </a:xfrm>
          <a:prstGeom prst="rect">
            <a:avLst/>
          </a:prstGeom>
        </p:spPr>
      </p:pic>
      <p:pic>
        <p:nvPicPr>
          <p:cNvPr id="16" name="Picture 15">
            <a:extLst>
              <a:ext uri="{FF2B5EF4-FFF2-40B4-BE49-F238E27FC236}">
                <a16:creationId xmlns:a16="http://schemas.microsoft.com/office/drawing/2014/main" id="{57AD6E56-F56B-0EDD-72FF-6212F78D9E87}"/>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2761802" y="206375"/>
            <a:ext cx="3624778" cy="4304606"/>
          </a:xfrm>
          <a:prstGeom prst="rect">
            <a:avLst/>
          </a:prstGeom>
        </p:spPr>
      </p:pic>
      <p:pic>
        <p:nvPicPr>
          <p:cNvPr id="19" name="Picture 18">
            <a:extLst>
              <a:ext uri="{FF2B5EF4-FFF2-40B4-BE49-F238E27FC236}">
                <a16:creationId xmlns:a16="http://schemas.microsoft.com/office/drawing/2014/main" id="{68533B21-D1C0-B448-43B0-DACD99A95AF4}"/>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2761802" y="206375"/>
            <a:ext cx="3624778" cy="4304606"/>
          </a:xfrm>
          <a:prstGeom prst="rect">
            <a:avLst/>
          </a:prstGeom>
        </p:spPr>
      </p:pic>
    </p:spTree>
    <p:extLst>
      <p:ext uri="{BB962C8B-B14F-4D97-AF65-F5344CB8AC3E}">
        <p14:creationId xmlns:p14="http://schemas.microsoft.com/office/powerpoint/2010/main" val="353175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par>
                          <p:cTn id="28" fill="hold">
                            <p:stCondLst>
                              <p:cond delay="1500"/>
                            </p:stCondLst>
                            <p:childTnLst>
                              <p:par>
                                <p:cTn id="29" presetID="10" presetClass="entr" presetSubtype="0"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2000"/>
                            </p:stCondLst>
                            <p:childTnLst>
                              <p:par>
                                <p:cTn id="33" presetID="10"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2500"/>
                            </p:stCondLst>
                            <p:childTnLst>
                              <p:par>
                                <p:cTn id="37" presetID="10" presetClass="entr" presetSubtype="0"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40" fill="hold">
                            <p:stCondLst>
                              <p:cond delay="3000"/>
                            </p:stCondLst>
                            <p:childTnLst>
                              <p:par>
                                <p:cTn id="41" presetID="10" presetClass="entr" presetSubtype="0"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par>
                          <p:cTn id="44" fill="hold">
                            <p:stCondLst>
                              <p:cond delay="3500"/>
                            </p:stCondLst>
                            <p:childTnLst>
                              <p:par>
                                <p:cTn id="45" presetID="10" presetClass="entr" presetSubtype="0" fill="hold"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par>
                          <p:cTn id="48" fill="hold">
                            <p:stCondLst>
                              <p:cond delay="4000"/>
                            </p:stCondLst>
                            <p:childTnLst>
                              <p:par>
                                <p:cTn id="49" presetID="10" presetClass="entr" presetSubtype="0"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4500"/>
                            </p:stCondLst>
                            <p:childTnLst>
                              <p:par>
                                <p:cTn id="53" presetID="10" presetClass="entr" presetSubtype="0"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fontScale="90000"/>
          </a:bodyPr>
          <a:lstStyle/>
          <a:p>
            <a:r>
              <a:rPr lang="en-US" sz="2000"/>
              <a:t>Sub-Unit:  Agriculture &amp; Food Security </a:t>
            </a:r>
          </a:p>
        </p:txBody>
      </p:sp>
      <p:pic>
        <p:nvPicPr>
          <p:cNvPr id="2" name="Picture 1">
            <a:extLst>
              <a:ext uri="{FF2B5EF4-FFF2-40B4-BE49-F238E27FC236}">
                <a16:creationId xmlns:a16="http://schemas.microsoft.com/office/drawing/2014/main" id="{1E6467A2-7B29-1519-F9EB-06087C744A47}"/>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809510" y="1945815"/>
            <a:ext cx="5987993" cy="1125589"/>
          </a:xfrm>
          <a:prstGeom prst="rect">
            <a:avLst/>
          </a:prstGeom>
        </p:spPr>
      </p:pic>
      <p:pic>
        <p:nvPicPr>
          <p:cNvPr id="3" name="Picture 2">
            <a:extLst>
              <a:ext uri="{FF2B5EF4-FFF2-40B4-BE49-F238E27FC236}">
                <a16:creationId xmlns:a16="http://schemas.microsoft.com/office/drawing/2014/main" id="{CCDCAFDC-F73A-1E3E-A174-028A87B18DBE}"/>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38340" y="206375"/>
            <a:ext cx="7870861" cy="2938809"/>
          </a:xfrm>
          <a:prstGeom prst="rect">
            <a:avLst/>
          </a:prstGeom>
        </p:spPr>
      </p:pic>
      <p:pic>
        <p:nvPicPr>
          <p:cNvPr id="4" name="Picture 3">
            <a:extLst>
              <a:ext uri="{FF2B5EF4-FFF2-40B4-BE49-F238E27FC236}">
                <a16:creationId xmlns:a16="http://schemas.microsoft.com/office/drawing/2014/main" id="{550AE636-9970-7E46-7DEF-A84145C9C66D}"/>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638340" y="569373"/>
            <a:ext cx="7870861" cy="4028393"/>
          </a:xfrm>
          <a:prstGeom prst="rect">
            <a:avLst/>
          </a:prstGeom>
        </p:spPr>
      </p:pic>
    </p:spTree>
    <p:extLst>
      <p:ext uri="{BB962C8B-B14F-4D97-AF65-F5344CB8AC3E}">
        <p14:creationId xmlns:p14="http://schemas.microsoft.com/office/powerpoint/2010/main" val="210578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pPr algn="l"/>
            <a:r>
              <a:rPr lang="en-US" sz="2000"/>
              <a:t>POA</a:t>
            </a:r>
          </a:p>
        </p:txBody>
      </p:sp>
      <p:pic>
        <p:nvPicPr>
          <p:cNvPr id="5" name="Picture 4">
            <a:extLst>
              <a:ext uri="{FF2B5EF4-FFF2-40B4-BE49-F238E27FC236}">
                <a16:creationId xmlns:a16="http://schemas.microsoft.com/office/drawing/2014/main" id="{566A225D-7741-A78C-5A75-20DA52F1C3EA}"/>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1021618" y="307514"/>
            <a:ext cx="7054317" cy="4287721"/>
          </a:xfrm>
          <a:prstGeom prst="rect">
            <a:avLst/>
          </a:prstGeom>
        </p:spPr>
      </p:pic>
      <p:pic>
        <p:nvPicPr>
          <p:cNvPr id="8" name="Picture 7">
            <a:extLst>
              <a:ext uri="{FF2B5EF4-FFF2-40B4-BE49-F238E27FC236}">
                <a16:creationId xmlns:a16="http://schemas.microsoft.com/office/drawing/2014/main" id="{41B8989A-1D5F-1FF8-8694-18F2E981A4C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021618" y="206375"/>
            <a:ext cx="6426280" cy="3605832"/>
          </a:xfrm>
          <a:prstGeom prst="rect">
            <a:avLst/>
          </a:prstGeom>
        </p:spPr>
      </p:pic>
      <p:pic>
        <p:nvPicPr>
          <p:cNvPr id="9" name="Picture 8">
            <a:extLst>
              <a:ext uri="{FF2B5EF4-FFF2-40B4-BE49-F238E27FC236}">
                <a16:creationId xmlns:a16="http://schemas.microsoft.com/office/drawing/2014/main" id="{CFF42ABE-1CF3-4141-A0A0-634B18E0EB83}"/>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021618" y="307514"/>
            <a:ext cx="6426280" cy="3504693"/>
          </a:xfrm>
          <a:prstGeom prst="rect">
            <a:avLst/>
          </a:prstGeom>
        </p:spPr>
      </p:pic>
      <p:pic>
        <p:nvPicPr>
          <p:cNvPr id="10" name="Picture 9">
            <a:extLst>
              <a:ext uri="{FF2B5EF4-FFF2-40B4-BE49-F238E27FC236}">
                <a16:creationId xmlns:a16="http://schemas.microsoft.com/office/drawing/2014/main" id="{28647467-0428-B95B-8DAE-08A241AC0055}"/>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1" name="Picture 10">
            <a:extLst>
              <a:ext uri="{FF2B5EF4-FFF2-40B4-BE49-F238E27FC236}">
                <a16:creationId xmlns:a16="http://schemas.microsoft.com/office/drawing/2014/main" id="{49C21EB2-4A24-4EB0-569C-B3F2FAF3C855}"/>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2" name="Picture 11">
            <a:extLst>
              <a:ext uri="{FF2B5EF4-FFF2-40B4-BE49-F238E27FC236}">
                <a16:creationId xmlns:a16="http://schemas.microsoft.com/office/drawing/2014/main" id="{AA83E673-6A4F-D3EE-B662-AA7E8C8C9F6A}"/>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3" name="Picture 12">
            <a:extLst>
              <a:ext uri="{FF2B5EF4-FFF2-40B4-BE49-F238E27FC236}">
                <a16:creationId xmlns:a16="http://schemas.microsoft.com/office/drawing/2014/main" id="{F77E67F0-95E8-07F8-9382-4F9600D6DDF6}"/>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4" name="Picture 13">
            <a:extLst>
              <a:ext uri="{FF2B5EF4-FFF2-40B4-BE49-F238E27FC236}">
                <a16:creationId xmlns:a16="http://schemas.microsoft.com/office/drawing/2014/main" id="{FF43CCFB-1D96-158E-8CD6-5B88ADB16A7C}"/>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5" name="Picture 14">
            <a:extLst>
              <a:ext uri="{FF2B5EF4-FFF2-40B4-BE49-F238E27FC236}">
                <a16:creationId xmlns:a16="http://schemas.microsoft.com/office/drawing/2014/main" id="{A2F7D689-EE54-4277-E179-D8AD1DFD3BE9}"/>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6" name="Picture 15">
            <a:extLst>
              <a:ext uri="{FF2B5EF4-FFF2-40B4-BE49-F238E27FC236}">
                <a16:creationId xmlns:a16="http://schemas.microsoft.com/office/drawing/2014/main" id="{68441F93-F98E-FABC-EC1E-30B6EA4BB0E5}"/>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9" name="Picture 18">
            <a:extLst>
              <a:ext uri="{FF2B5EF4-FFF2-40B4-BE49-F238E27FC236}">
                <a16:creationId xmlns:a16="http://schemas.microsoft.com/office/drawing/2014/main" id="{57A73B54-47D3-15B4-0B8E-C1F593CDECA1}"/>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0" name="Picture 19">
            <a:extLst>
              <a:ext uri="{FF2B5EF4-FFF2-40B4-BE49-F238E27FC236}">
                <a16:creationId xmlns:a16="http://schemas.microsoft.com/office/drawing/2014/main" id="{7214278C-1437-6BBF-CDFB-86C3E1A32A7C}"/>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1" name="Picture 20">
            <a:extLst>
              <a:ext uri="{FF2B5EF4-FFF2-40B4-BE49-F238E27FC236}">
                <a16:creationId xmlns:a16="http://schemas.microsoft.com/office/drawing/2014/main" id="{B075AAE7-C9BD-350A-7F44-0208B0D63FE4}"/>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2" name="Picture 21">
            <a:extLst>
              <a:ext uri="{FF2B5EF4-FFF2-40B4-BE49-F238E27FC236}">
                <a16:creationId xmlns:a16="http://schemas.microsoft.com/office/drawing/2014/main" id="{D1F9C9F9-2497-ADA5-2821-6DD04A7240C4}"/>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3" name="Picture 22">
            <a:extLst>
              <a:ext uri="{FF2B5EF4-FFF2-40B4-BE49-F238E27FC236}">
                <a16:creationId xmlns:a16="http://schemas.microsoft.com/office/drawing/2014/main" id="{A6999D92-8C69-C419-135C-42882ACCF90E}"/>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4" name="Picture 23">
            <a:extLst>
              <a:ext uri="{FF2B5EF4-FFF2-40B4-BE49-F238E27FC236}">
                <a16:creationId xmlns:a16="http://schemas.microsoft.com/office/drawing/2014/main" id="{15518F44-04BE-6114-3CCF-C40F1F89E809}"/>
              </a:ext>
            </a:extLst>
          </p:cNvPr>
          <p:cNvPicPr>
            <a:picLocks/>
          </p:cNvPicPr>
          <p:nvPr/>
        </p:nvPicPr>
        <p:blipFill>
          <a:blip r:embed="rId21">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5" name="Picture 24">
            <a:extLst>
              <a:ext uri="{FF2B5EF4-FFF2-40B4-BE49-F238E27FC236}">
                <a16:creationId xmlns:a16="http://schemas.microsoft.com/office/drawing/2014/main" id="{E7502A0E-B03A-CDEA-AE6E-19600BAADC80}"/>
              </a:ext>
            </a:extLst>
          </p:cNvPr>
          <p:cNvPicPr>
            <a:picLocks/>
          </p:cNvPicPr>
          <p:nvPr/>
        </p:nvPicPr>
        <p:blipFill>
          <a:blip r:embed="rId22">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7" name="Picture 26">
            <a:extLst>
              <a:ext uri="{FF2B5EF4-FFF2-40B4-BE49-F238E27FC236}">
                <a16:creationId xmlns:a16="http://schemas.microsoft.com/office/drawing/2014/main" id="{D29E167A-DAA9-451E-F277-EFEE8957BB54}"/>
              </a:ext>
            </a:extLst>
          </p:cNvPr>
          <p:cNvPicPr>
            <a:picLocks/>
          </p:cNvPicPr>
          <p:nvPr/>
        </p:nvPicPr>
        <p:blipFill>
          <a:blip r:embed="rId23">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8" name="Picture 27">
            <a:extLst>
              <a:ext uri="{FF2B5EF4-FFF2-40B4-BE49-F238E27FC236}">
                <a16:creationId xmlns:a16="http://schemas.microsoft.com/office/drawing/2014/main" id="{F34A394E-AE40-8381-477C-EA0F1047EC84}"/>
              </a:ext>
            </a:extLst>
          </p:cNvPr>
          <p:cNvPicPr>
            <a:picLocks/>
          </p:cNvPicPr>
          <p:nvPr/>
        </p:nvPicPr>
        <p:blipFill>
          <a:blip r:embed="rId24">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0" name="Picture 29">
            <a:extLst>
              <a:ext uri="{FF2B5EF4-FFF2-40B4-BE49-F238E27FC236}">
                <a16:creationId xmlns:a16="http://schemas.microsoft.com/office/drawing/2014/main" id="{45BC96F8-3E35-A29C-360A-56231B842054}"/>
              </a:ext>
            </a:extLst>
          </p:cNvPr>
          <p:cNvPicPr>
            <a:picLocks/>
          </p:cNvPicPr>
          <p:nvPr/>
        </p:nvPicPr>
        <p:blipFill>
          <a:blip r:embed="rId25">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1" name="Picture 30">
            <a:extLst>
              <a:ext uri="{FF2B5EF4-FFF2-40B4-BE49-F238E27FC236}">
                <a16:creationId xmlns:a16="http://schemas.microsoft.com/office/drawing/2014/main" id="{CB568D0A-4ADD-2D37-227B-619B2B01C157}"/>
              </a:ext>
            </a:extLst>
          </p:cNvPr>
          <p:cNvPicPr>
            <a:picLocks/>
          </p:cNvPicPr>
          <p:nvPr/>
        </p:nvPicPr>
        <p:blipFill>
          <a:blip r:embed="rId26">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2" name="Picture 31">
            <a:extLst>
              <a:ext uri="{FF2B5EF4-FFF2-40B4-BE49-F238E27FC236}">
                <a16:creationId xmlns:a16="http://schemas.microsoft.com/office/drawing/2014/main" id="{36DE872A-CBE8-66DD-164D-C317BA8FC23A}"/>
              </a:ext>
            </a:extLst>
          </p:cNvPr>
          <p:cNvPicPr>
            <a:picLocks/>
          </p:cNvPicPr>
          <p:nvPr/>
        </p:nvPicPr>
        <p:blipFill>
          <a:blip r:embed="rId27">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3" name="Picture 32">
            <a:extLst>
              <a:ext uri="{FF2B5EF4-FFF2-40B4-BE49-F238E27FC236}">
                <a16:creationId xmlns:a16="http://schemas.microsoft.com/office/drawing/2014/main" id="{2328CD55-88E5-01F4-0682-9EEB03F675EA}"/>
              </a:ext>
            </a:extLst>
          </p:cNvPr>
          <p:cNvPicPr>
            <a:picLocks/>
          </p:cNvPicPr>
          <p:nvPr/>
        </p:nvPicPr>
        <p:blipFill>
          <a:blip r:embed="rId28">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4" name="Picture 33">
            <a:extLst>
              <a:ext uri="{FF2B5EF4-FFF2-40B4-BE49-F238E27FC236}">
                <a16:creationId xmlns:a16="http://schemas.microsoft.com/office/drawing/2014/main" id="{BBAE9B7E-322E-48CE-9509-D33827DE3C2B}"/>
              </a:ext>
            </a:extLst>
          </p:cNvPr>
          <p:cNvPicPr>
            <a:picLocks/>
          </p:cNvPicPr>
          <p:nvPr/>
        </p:nvPicPr>
        <p:blipFill>
          <a:blip r:embed="rId29">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5" name="Picture 34">
            <a:extLst>
              <a:ext uri="{FF2B5EF4-FFF2-40B4-BE49-F238E27FC236}">
                <a16:creationId xmlns:a16="http://schemas.microsoft.com/office/drawing/2014/main" id="{361CF4AF-6751-AEC2-9436-1D3C4E905C87}"/>
              </a:ext>
            </a:extLst>
          </p:cNvPr>
          <p:cNvPicPr>
            <a:picLocks/>
          </p:cNvPicPr>
          <p:nvPr/>
        </p:nvPicPr>
        <p:blipFill>
          <a:blip r:embed="rId30">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6" name="Picture 35">
            <a:extLst>
              <a:ext uri="{FF2B5EF4-FFF2-40B4-BE49-F238E27FC236}">
                <a16:creationId xmlns:a16="http://schemas.microsoft.com/office/drawing/2014/main" id="{57BB04A4-5968-FEA9-B509-30B5593BFA9E}"/>
              </a:ext>
            </a:extLst>
          </p:cNvPr>
          <p:cNvPicPr>
            <a:picLocks/>
          </p:cNvPicPr>
          <p:nvPr/>
        </p:nvPicPr>
        <p:blipFill>
          <a:blip r:embed="rId31">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0" name="Picture 39">
            <a:extLst>
              <a:ext uri="{FF2B5EF4-FFF2-40B4-BE49-F238E27FC236}">
                <a16:creationId xmlns:a16="http://schemas.microsoft.com/office/drawing/2014/main" id="{261C9D75-9E59-A664-5407-E0AD9A5B8350}"/>
              </a:ext>
            </a:extLst>
          </p:cNvPr>
          <p:cNvPicPr>
            <a:picLocks/>
          </p:cNvPicPr>
          <p:nvPr/>
        </p:nvPicPr>
        <p:blipFill>
          <a:blip r:embed="rId32">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1" name="Picture 40">
            <a:extLst>
              <a:ext uri="{FF2B5EF4-FFF2-40B4-BE49-F238E27FC236}">
                <a16:creationId xmlns:a16="http://schemas.microsoft.com/office/drawing/2014/main" id="{25395A09-4A7A-3569-BA6E-2448B4A4F2AE}"/>
              </a:ext>
            </a:extLst>
          </p:cNvPr>
          <p:cNvPicPr>
            <a:picLocks/>
          </p:cNvPicPr>
          <p:nvPr/>
        </p:nvPicPr>
        <p:blipFill>
          <a:blip r:embed="rId33">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2" name="Picture 41">
            <a:extLst>
              <a:ext uri="{FF2B5EF4-FFF2-40B4-BE49-F238E27FC236}">
                <a16:creationId xmlns:a16="http://schemas.microsoft.com/office/drawing/2014/main" id="{E64708F3-5773-F2E4-5321-23D639570C1B}"/>
              </a:ext>
            </a:extLst>
          </p:cNvPr>
          <p:cNvPicPr>
            <a:picLocks/>
          </p:cNvPicPr>
          <p:nvPr/>
        </p:nvPicPr>
        <p:blipFill>
          <a:blip r:embed="rId34">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3" name="Picture 42">
            <a:extLst>
              <a:ext uri="{FF2B5EF4-FFF2-40B4-BE49-F238E27FC236}">
                <a16:creationId xmlns:a16="http://schemas.microsoft.com/office/drawing/2014/main" id="{3019070A-C1E8-9A24-18CD-81A319B90C40}"/>
              </a:ext>
            </a:extLst>
          </p:cNvPr>
          <p:cNvPicPr>
            <a:picLocks/>
          </p:cNvPicPr>
          <p:nvPr/>
        </p:nvPicPr>
        <p:blipFill>
          <a:blip r:embed="rId35">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4" name="Picture 43">
            <a:extLst>
              <a:ext uri="{FF2B5EF4-FFF2-40B4-BE49-F238E27FC236}">
                <a16:creationId xmlns:a16="http://schemas.microsoft.com/office/drawing/2014/main" id="{383AD3A8-2B78-FF1A-6960-B40D303F7F21}"/>
              </a:ext>
            </a:extLst>
          </p:cNvPr>
          <p:cNvPicPr>
            <a:picLocks/>
          </p:cNvPicPr>
          <p:nvPr/>
        </p:nvPicPr>
        <p:blipFill>
          <a:blip r:embed="rId36">
            <a:extLst>
              <a:ext uri="{28A0092B-C50C-407E-A947-70E740481C1C}">
                <a14:useLocalDpi xmlns:a14="http://schemas.microsoft.com/office/drawing/2010/main" val="0"/>
              </a:ext>
            </a:extLst>
          </a:blip>
          <a:stretch>
            <a:fillRect/>
          </a:stretch>
        </p:blipFill>
        <p:spPr>
          <a:xfrm>
            <a:off x="976686" y="307514"/>
            <a:ext cx="7191638" cy="4267526"/>
          </a:xfrm>
          <a:prstGeom prst="rect">
            <a:avLst/>
          </a:prstGeom>
        </p:spPr>
      </p:pic>
      <p:pic>
        <p:nvPicPr>
          <p:cNvPr id="45" name="Picture 44">
            <a:extLst>
              <a:ext uri="{FF2B5EF4-FFF2-40B4-BE49-F238E27FC236}">
                <a16:creationId xmlns:a16="http://schemas.microsoft.com/office/drawing/2014/main" id="{3BA4C693-E0D6-D595-F378-E90EF83499D2}"/>
              </a:ext>
            </a:extLst>
          </p:cNvPr>
          <p:cNvPicPr>
            <a:picLocks/>
          </p:cNvPicPr>
          <p:nvPr/>
        </p:nvPicPr>
        <p:blipFill>
          <a:blip r:embed="rId37">
            <a:extLst>
              <a:ext uri="{28A0092B-C50C-407E-A947-70E740481C1C}">
                <a14:useLocalDpi xmlns:a14="http://schemas.microsoft.com/office/drawing/2010/main" val="0"/>
              </a:ext>
            </a:extLst>
          </a:blip>
          <a:stretch>
            <a:fillRect/>
          </a:stretch>
        </p:blipFill>
        <p:spPr>
          <a:xfrm>
            <a:off x="976686" y="307514"/>
            <a:ext cx="7191638" cy="4267526"/>
          </a:xfrm>
          <a:prstGeom prst="rect">
            <a:avLst/>
          </a:prstGeom>
        </p:spPr>
      </p:pic>
      <mc:AlternateContent xmlns:mc="http://schemas.openxmlformats.org/markup-compatibility/2006">
        <mc:Choice xmlns:p14="http://schemas.microsoft.com/office/powerpoint/2010/main" Requires="p14">
          <p:contentPart p14:bwMode="auto" r:id="rId38">
            <p14:nvContentPartPr>
              <p14:cNvPr id="47" name="Ink 46">
                <a:extLst>
                  <a:ext uri="{FF2B5EF4-FFF2-40B4-BE49-F238E27FC236}">
                    <a16:creationId xmlns:a16="http://schemas.microsoft.com/office/drawing/2014/main" id="{9A66AEF7-9F69-8382-2424-5F4DC75D12E4}"/>
                  </a:ext>
                </a:extLst>
              </p14:cNvPr>
              <p14:cNvContentPartPr/>
              <p14:nvPr/>
            </p14:nvContentPartPr>
            <p14:xfrm>
              <a:off x="417960" y="259700"/>
              <a:ext cx="5954400" cy="4444560"/>
            </p14:xfrm>
          </p:contentPart>
        </mc:Choice>
        <mc:Fallback>
          <p:pic>
            <p:nvPicPr>
              <p:cNvPr id="47" name="Ink 46">
                <a:extLst>
                  <a:ext uri="{FF2B5EF4-FFF2-40B4-BE49-F238E27FC236}">
                    <a16:creationId xmlns:a16="http://schemas.microsoft.com/office/drawing/2014/main" id="{9A66AEF7-9F69-8382-2424-5F4DC75D12E4}"/>
                  </a:ext>
                </a:extLst>
              </p:cNvPr>
              <p:cNvPicPr/>
              <p:nvPr/>
            </p:nvPicPr>
            <p:blipFill>
              <a:blip r:embed="rId39"/>
              <a:stretch>
                <a:fillRect/>
              </a:stretch>
            </p:blipFill>
            <p:spPr>
              <a:xfrm>
                <a:off x="408960" y="250700"/>
                <a:ext cx="5972040" cy="4462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8" name="Ink 47">
                <a:extLst>
                  <a:ext uri="{FF2B5EF4-FFF2-40B4-BE49-F238E27FC236}">
                    <a16:creationId xmlns:a16="http://schemas.microsoft.com/office/drawing/2014/main" id="{F7DB4252-2DF9-1F74-A876-68FABB9E0682}"/>
                  </a:ext>
                </a:extLst>
              </p14:cNvPr>
              <p14:cNvContentPartPr/>
              <p14:nvPr/>
            </p14:nvContentPartPr>
            <p14:xfrm>
              <a:off x="5576040" y="458780"/>
              <a:ext cx="1348200" cy="1824480"/>
            </p14:xfrm>
          </p:contentPart>
        </mc:Choice>
        <mc:Fallback>
          <p:pic>
            <p:nvPicPr>
              <p:cNvPr id="48" name="Ink 47">
                <a:extLst>
                  <a:ext uri="{FF2B5EF4-FFF2-40B4-BE49-F238E27FC236}">
                    <a16:creationId xmlns:a16="http://schemas.microsoft.com/office/drawing/2014/main" id="{F7DB4252-2DF9-1F74-A876-68FABB9E0682}"/>
                  </a:ext>
                </a:extLst>
              </p:cNvPr>
              <p:cNvPicPr/>
              <p:nvPr/>
            </p:nvPicPr>
            <p:blipFill>
              <a:blip r:embed="rId41"/>
              <a:stretch>
                <a:fillRect/>
              </a:stretch>
            </p:blipFill>
            <p:spPr>
              <a:xfrm>
                <a:off x="5567040" y="449780"/>
                <a:ext cx="1365840" cy="1842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9" name="Ink 48">
                <a:extLst>
                  <a:ext uri="{FF2B5EF4-FFF2-40B4-BE49-F238E27FC236}">
                    <a16:creationId xmlns:a16="http://schemas.microsoft.com/office/drawing/2014/main" id="{9651D674-5FEA-4EFA-5D02-BA6E489293F3}"/>
                  </a:ext>
                </a:extLst>
              </p14:cNvPr>
              <p14:cNvContentPartPr/>
              <p14:nvPr/>
            </p14:nvContentPartPr>
            <p14:xfrm>
              <a:off x="6407280" y="355100"/>
              <a:ext cx="672120" cy="1368360"/>
            </p14:xfrm>
          </p:contentPart>
        </mc:Choice>
        <mc:Fallback>
          <p:pic>
            <p:nvPicPr>
              <p:cNvPr id="49" name="Ink 48">
                <a:extLst>
                  <a:ext uri="{FF2B5EF4-FFF2-40B4-BE49-F238E27FC236}">
                    <a16:creationId xmlns:a16="http://schemas.microsoft.com/office/drawing/2014/main" id="{9651D674-5FEA-4EFA-5D02-BA6E489293F3}"/>
                  </a:ext>
                </a:extLst>
              </p:cNvPr>
              <p:cNvPicPr/>
              <p:nvPr/>
            </p:nvPicPr>
            <p:blipFill>
              <a:blip r:embed="rId43"/>
              <a:stretch>
                <a:fillRect/>
              </a:stretch>
            </p:blipFill>
            <p:spPr>
              <a:xfrm>
                <a:off x="6398280" y="346102"/>
                <a:ext cx="689760" cy="1385995"/>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0" name="Ink 49">
                <a:extLst>
                  <a:ext uri="{FF2B5EF4-FFF2-40B4-BE49-F238E27FC236}">
                    <a16:creationId xmlns:a16="http://schemas.microsoft.com/office/drawing/2014/main" id="{2ED5088C-5A46-E92E-3337-48904B9FB3A8}"/>
                  </a:ext>
                </a:extLst>
              </p14:cNvPr>
              <p14:cNvContentPartPr/>
              <p14:nvPr/>
            </p14:nvContentPartPr>
            <p14:xfrm>
              <a:off x="6870600" y="439340"/>
              <a:ext cx="1368720" cy="1424520"/>
            </p14:xfrm>
          </p:contentPart>
        </mc:Choice>
        <mc:Fallback>
          <p:pic>
            <p:nvPicPr>
              <p:cNvPr id="50" name="Ink 49">
                <a:extLst>
                  <a:ext uri="{FF2B5EF4-FFF2-40B4-BE49-F238E27FC236}">
                    <a16:creationId xmlns:a16="http://schemas.microsoft.com/office/drawing/2014/main" id="{2ED5088C-5A46-E92E-3337-48904B9FB3A8}"/>
                  </a:ext>
                </a:extLst>
              </p:cNvPr>
              <p:cNvPicPr/>
              <p:nvPr/>
            </p:nvPicPr>
            <p:blipFill>
              <a:blip r:embed="rId45"/>
              <a:stretch>
                <a:fillRect/>
              </a:stretch>
            </p:blipFill>
            <p:spPr>
              <a:xfrm>
                <a:off x="6861602" y="430340"/>
                <a:ext cx="1386355" cy="1442160"/>
              </a:xfrm>
              <a:prstGeom prst="rect">
                <a:avLst/>
              </a:prstGeom>
            </p:spPr>
          </p:pic>
        </mc:Fallback>
      </mc:AlternateContent>
      <p:sp>
        <p:nvSpPr>
          <p:cNvPr id="51" name="TextBox 50">
            <a:extLst>
              <a:ext uri="{FF2B5EF4-FFF2-40B4-BE49-F238E27FC236}">
                <a16:creationId xmlns:a16="http://schemas.microsoft.com/office/drawing/2014/main" id="{9C46E5FC-6D70-46DC-FE47-E6BB2F56EF60}"/>
              </a:ext>
            </a:extLst>
          </p:cNvPr>
          <p:cNvSpPr txBox="1"/>
          <p:nvPr/>
        </p:nvSpPr>
        <p:spPr>
          <a:xfrm>
            <a:off x="6265036" y="2671527"/>
            <a:ext cx="1839186" cy="369332"/>
          </a:xfrm>
          <a:prstGeom prst="rect">
            <a:avLst/>
          </a:prstGeom>
          <a:noFill/>
        </p:spPr>
        <p:txBody>
          <a:bodyPr wrap="square" rtlCol="0">
            <a:spAutoFit/>
          </a:bodyPr>
          <a:lstStyle/>
          <a:p>
            <a:r>
              <a:rPr lang="en-US"/>
              <a:t>Programs</a:t>
            </a:r>
          </a:p>
        </p:txBody>
      </p:sp>
      <p:sp>
        <p:nvSpPr>
          <p:cNvPr id="52" name="TextBox 51">
            <a:extLst>
              <a:ext uri="{FF2B5EF4-FFF2-40B4-BE49-F238E27FC236}">
                <a16:creationId xmlns:a16="http://schemas.microsoft.com/office/drawing/2014/main" id="{C878C266-CEDA-4066-FF0F-A9339CAAB767}"/>
              </a:ext>
            </a:extLst>
          </p:cNvPr>
          <p:cNvSpPr txBox="1"/>
          <p:nvPr/>
        </p:nvSpPr>
        <p:spPr>
          <a:xfrm>
            <a:off x="6138041" y="2224553"/>
            <a:ext cx="1727559" cy="369332"/>
          </a:xfrm>
          <a:prstGeom prst="rect">
            <a:avLst/>
          </a:prstGeom>
          <a:noFill/>
        </p:spPr>
        <p:txBody>
          <a:bodyPr wrap="square" rtlCol="0">
            <a:spAutoFit/>
          </a:bodyPr>
          <a:lstStyle/>
          <a:p>
            <a:r>
              <a:rPr lang="en-US"/>
              <a:t>Operations</a:t>
            </a:r>
          </a:p>
        </p:txBody>
      </p:sp>
      <p:sp>
        <p:nvSpPr>
          <p:cNvPr id="53" name="TextBox 52">
            <a:extLst>
              <a:ext uri="{FF2B5EF4-FFF2-40B4-BE49-F238E27FC236}">
                <a16:creationId xmlns:a16="http://schemas.microsoft.com/office/drawing/2014/main" id="{6BB4664C-4F5E-BAB0-DA85-5EA04CB65259}"/>
              </a:ext>
            </a:extLst>
          </p:cNvPr>
          <p:cNvSpPr txBox="1"/>
          <p:nvPr/>
        </p:nvSpPr>
        <p:spPr>
          <a:xfrm>
            <a:off x="6952073" y="1978889"/>
            <a:ext cx="1664727" cy="369332"/>
          </a:xfrm>
          <a:prstGeom prst="rect">
            <a:avLst/>
          </a:prstGeom>
          <a:noFill/>
        </p:spPr>
        <p:txBody>
          <a:bodyPr wrap="square" rtlCol="0">
            <a:spAutoFit/>
          </a:bodyPr>
          <a:lstStyle/>
          <a:p>
            <a:r>
              <a:rPr lang="en-US"/>
              <a:t>Finance</a:t>
            </a:r>
          </a:p>
        </p:txBody>
      </p:sp>
      <p:sp>
        <p:nvSpPr>
          <p:cNvPr id="54" name="TextBox 53">
            <a:extLst>
              <a:ext uri="{FF2B5EF4-FFF2-40B4-BE49-F238E27FC236}">
                <a16:creationId xmlns:a16="http://schemas.microsoft.com/office/drawing/2014/main" id="{2FAF1D12-B238-3359-A7DE-697428D1CC73}"/>
              </a:ext>
            </a:extLst>
          </p:cNvPr>
          <p:cNvSpPr txBox="1"/>
          <p:nvPr/>
        </p:nvSpPr>
        <p:spPr>
          <a:xfrm>
            <a:off x="7387492" y="1978889"/>
            <a:ext cx="2458616" cy="646331"/>
          </a:xfrm>
          <a:prstGeom prst="rect">
            <a:avLst/>
          </a:prstGeom>
          <a:noFill/>
        </p:spPr>
        <p:txBody>
          <a:bodyPr wrap="square" rtlCol="0">
            <a:spAutoFit/>
          </a:bodyPr>
          <a:lstStyle/>
          <a:p>
            <a:r>
              <a:rPr lang="en-US"/>
              <a:t>Organizational Advancement</a:t>
            </a:r>
          </a:p>
        </p:txBody>
      </p:sp>
      <p:pic>
        <p:nvPicPr>
          <p:cNvPr id="56" name="Imagen 8">
            <a:extLst>
              <a:ext uri="{FF2B5EF4-FFF2-40B4-BE49-F238E27FC236}">
                <a16:creationId xmlns:a16="http://schemas.microsoft.com/office/drawing/2014/main" id="{16E1241F-0B93-0F7D-FB3B-CA1742C7082F}"/>
              </a:ext>
            </a:extLst>
          </p:cNvPr>
          <p:cNvPicPr>
            <a:picLocks noChangeAspect="1"/>
          </p:cNvPicPr>
          <p:nvPr/>
        </p:nvPicPr>
        <p:blipFill>
          <a:blip r:embed="rId46"/>
          <a:stretch>
            <a:fillRect/>
          </a:stretch>
        </p:blipFill>
        <p:spPr>
          <a:xfrm>
            <a:off x="6408000" y="3201804"/>
            <a:ext cx="2595663" cy="403594"/>
          </a:xfrm>
          <a:prstGeom prst="rect">
            <a:avLst/>
          </a:prstGeom>
        </p:spPr>
      </p:pic>
    </p:spTree>
    <p:extLst>
      <p:ext uri="{BB962C8B-B14F-4D97-AF65-F5344CB8AC3E}">
        <p14:creationId xmlns:p14="http://schemas.microsoft.com/office/powerpoint/2010/main" val="3990202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childTnLst>
                                </p:cTn>
                              </p:par>
                              <p:par>
                                <p:cTn id="10" presetID="10"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10"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10" presetClass="entr" presetSubtype="0"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par>
                                <p:cTn id="61" presetID="10" presetClass="entr" presetSubtype="0"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par>
                                <p:cTn id="64" presetID="10" presetClass="entr" presetSubtype="0" fill="hold"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500"/>
                                        <p:tgtEl>
                                          <p:spTgt spid="32"/>
                                        </p:tgtEl>
                                      </p:cBhvr>
                                    </p:animEffect>
                                  </p:childTnLst>
                                </p:cTn>
                              </p:par>
                              <p:par>
                                <p:cTn id="67" presetID="10" presetClass="entr" presetSubtype="0"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00"/>
                                        <p:tgtEl>
                                          <p:spTgt spid="33"/>
                                        </p:tgtEl>
                                      </p:cBhvr>
                                    </p:animEffect>
                                  </p:childTnLst>
                                </p:cTn>
                              </p:par>
                              <p:par>
                                <p:cTn id="70" presetID="10" presetClass="entr" presetSubtype="0" fill="hold" nodeType="with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500"/>
                                        <p:tgtEl>
                                          <p:spTgt spid="34"/>
                                        </p:tgtEl>
                                      </p:cBhvr>
                                    </p:animEffect>
                                  </p:childTnLst>
                                </p:cTn>
                              </p:par>
                              <p:par>
                                <p:cTn id="73" presetID="10" presetClass="entr" presetSubtype="0" fill="hold" nodeType="with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500"/>
                                        <p:tgtEl>
                                          <p:spTgt spid="35"/>
                                        </p:tgtEl>
                                      </p:cBhvr>
                                    </p:animEffect>
                                  </p:childTnLst>
                                </p:cTn>
                              </p:par>
                              <p:par>
                                <p:cTn id="76" presetID="10" presetClass="entr" presetSubtype="0" fill="hold" nodeType="with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fade">
                                      <p:cBhvr>
                                        <p:cTn id="78" dur="500"/>
                                        <p:tgtEl>
                                          <p:spTgt spid="36"/>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500"/>
                                        <p:tgtEl>
                                          <p:spTgt spid="40"/>
                                        </p:tgtEl>
                                      </p:cBhvr>
                                    </p:animEffect>
                                  </p:childTnLst>
                                </p:cTn>
                              </p:par>
                              <p:par>
                                <p:cTn id="82" presetID="10" presetClass="entr" presetSubtype="0" fill="hold"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5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500"/>
                                        <p:tgtEl>
                                          <p:spTgt spid="42"/>
                                        </p:tgtEl>
                                      </p:cBhvr>
                                    </p:animEffect>
                                  </p:childTnLst>
                                </p:cTn>
                              </p:par>
                              <p:par>
                                <p:cTn id="88" presetID="10" presetClass="entr" presetSubtype="0" fill="hold"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5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500"/>
                                        <p:tgtEl>
                                          <p:spTgt spid="44"/>
                                        </p:tgtEl>
                                      </p:cBhvr>
                                    </p:animEffect>
                                  </p:childTnLst>
                                </p:cTn>
                              </p:par>
                              <p:par>
                                <p:cTn id="94" presetID="10" presetClass="entr" presetSubtype="0" fill="hold"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500"/>
                                        <p:tgtEl>
                                          <p:spTgt spid="45"/>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7"/>
                                        </p:tgtEl>
                                        <p:attrNameLst>
                                          <p:attrName>style.visibility</p:attrName>
                                        </p:attrNameLst>
                                      </p:cBhvr>
                                      <p:to>
                                        <p:strVal val="visible"/>
                                      </p:to>
                                    </p:set>
                                    <p:animEffect transition="in" filter="fade">
                                      <p:cBhvr>
                                        <p:cTn id="101" dur="500"/>
                                        <p:tgtEl>
                                          <p:spTgt spid="47"/>
                                        </p:tgtEl>
                                      </p:cBhvr>
                                    </p:animEffect>
                                  </p:childTnLst>
                                </p:cTn>
                              </p:par>
                            </p:childTnLst>
                          </p:cTn>
                        </p:par>
                        <p:par>
                          <p:cTn id="102" fill="hold">
                            <p:stCondLst>
                              <p:cond delay="500"/>
                            </p:stCondLst>
                            <p:childTnLst>
                              <p:par>
                                <p:cTn id="103" presetID="10" presetClass="entr" presetSubtype="0" fill="hold" grpId="0" nodeType="afterEffect">
                                  <p:stCondLst>
                                    <p:cond delay="0"/>
                                  </p:stCondLst>
                                  <p:childTnLst>
                                    <p:set>
                                      <p:cBhvr>
                                        <p:cTn id="104" dur="1" fill="hold">
                                          <p:stCondLst>
                                            <p:cond delay="0"/>
                                          </p:stCondLst>
                                        </p:cTn>
                                        <p:tgtEl>
                                          <p:spTgt spid="51"/>
                                        </p:tgtEl>
                                        <p:attrNameLst>
                                          <p:attrName>style.visibility</p:attrName>
                                        </p:attrNameLst>
                                      </p:cBhvr>
                                      <p:to>
                                        <p:strVal val="visible"/>
                                      </p:to>
                                    </p:set>
                                    <p:animEffect transition="in" filter="fade">
                                      <p:cBhvr>
                                        <p:cTn id="105" dur="500"/>
                                        <p:tgtEl>
                                          <p:spTgt spid="51"/>
                                        </p:tgtEl>
                                      </p:cBhvr>
                                    </p:animEffect>
                                  </p:childTnLst>
                                  <p:subTnLst>
                                    <p:set>
                                      <p:cBhvr override="childStyle">
                                        <p:cTn dur="1" fill="hold" display="0" masterRel="nextClick" afterEffect="1"/>
                                        <p:tgtEl>
                                          <p:spTgt spid="51"/>
                                        </p:tgtEl>
                                        <p:attrNameLst>
                                          <p:attrName>style.visibility</p:attrName>
                                        </p:attrNameLst>
                                      </p:cBhvr>
                                      <p:to>
                                        <p:strVal val="hidden"/>
                                      </p:to>
                                    </p:set>
                                  </p:sub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500"/>
                                        <p:tgtEl>
                                          <p:spTgt spid="48"/>
                                        </p:tgtEl>
                                      </p:cBhvr>
                                    </p:animEffect>
                                  </p:childTnLst>
                                </p:cTn>
                              </p:par>
                            </p:childTnLst>
                          </p:cTn>
                        </p:par>
                        <p:par>
                          <p:cTn id="111" fill="hold">
                            <p:stCondLst>
                              <p:cond delay="500"/>
                            </p:stCondLst>
                            <p:childTnLst>
                              <p:par>
                                <p:cTn id="112" presetID="10" presetClass="entr" presetSubtype="0" fill="hold" grpId="0" nodeType="afterEffect">
                                  <p:stCondLst>
                                    <p:cond delay="0"/>
                                  </p:stCondLst>
                                  <p:childTnLst>
                                    <p:set>
                                      <p:cBhvr>
                                        <p:cTn id="113" dur="1" fill="hold">
                                          <p:stCondLst>
                                            <p:cond delay="0"/>
                                          </p:stCondLst>
                                        </p:cTn>
                                        <p:tgtEl>
                                          <p:spTgt spid="52"/>
                                        </p:tgtEl>
                                        <p:attrNameLst>
                                          <p:attrName>style.visibility</p:attrName>
                                        </p:attrNameLst>
                                      </p:cBhvr>
                                      <p:to>
                                        <p:strVal val="visible"/>
                                      </p:to>
                                    </p:set>
                                    <p:animEffect transition="in" filter="fade">
                                      <p:cBhvr>
                                        <p:cTn id="114" dur="500"/>
                                        <p:tgtEl>
                                          <p:spTgt spid="52"/>
                                        </p:tgtEl>
                                      </p:cBhvr>
                                    </p:animEffect>
                                  </p:childTnLst>
                                  <p:subTnLst>
                                    <p:set>
                                      <p:cBhvr override="childStyle">
                                        <p:cTn dur="1" fill="hold" display="0" masterRel="nextClick" afterEffect="1"/>
                                        <p:tgtEl>
                                          <p:spTgt spid="52"/>
                                        </p:tgtEl>
                                        <p:attrNameLst>
                                          <p:attrName>style.visibility</p:attrName>
                                        </p:attrNameLst>
                                      </p:cBhvr>
                                      <p:to>
                                        <p:strVal val="hidden"/>
                                      </p:to>
                                    </p:set>
                                  </p:sub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9" dur="500"/>
                                        <p:tgtEl>
                                          <p:spTgt spid="49"/>
                                        </p:tgtEl>
                                      </p:cBhvr>
                                    </p:animEffect>
                                  </p:childTnLst>
                                </p:cTn>
                              </p:par>
                            </p:childTnLst>
                          </p:cTn>
                        </p:par>
                        <p:par>
                          <p:cTn id="120" fill="hold">
                            <p:stCondLst>
                              <p:cond delay="500"/>
                            </p:stCondLst>
                            <p:childTnLst>
                              <p:par>
                                <p:cTn id="121" presetID="10" presetClass="entr" presetSubtype="0" fill="hold" grpId="0" nodeType="after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fade">
                                      <p:cBhvr>
                                        <p:cTn id="123" dur="500"/>
                                        <p:tgtEl>
                                          <p:spTgt spid="53"/>
                                        </p:tgtEl>
                                      </p:cBhvr>
                                    </p:animEffect>
                                  </p:childTnLst>
                                  <p:subTnLst>
                                    <p:set>
                                      <p:cBhvr override="childStyle">
                                        <p:cTn dur="1" fill="hold" display="0" masterRel="nextClick" afterEffect="1"/>
                                        <p:tgtEl>
                                          <p:spTgt spid="53"/>
                                        </p:tgtEl>
                                        <p:attrNameLst>
                                          <p:attrName>style.visibility</p:attrName>
                                        </p:attrNameLst>
                                      </p:cBhvr>
                                      <p:to>
                                        <p:strVal val="hidden"/>
                                      </p:to>
                                    </p:set>
                                  </p:sub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500"/>
                                        <p:tgtEl>
                                          <p:spTgt spid="50"/>
                                        </p:tgtEl>
                                      </p:cBhvr>
                                    </p:animEffect>
                                  </p:childTnLst>
                                </p:cTn>
                              </p:par>
                            </p:childTnLst>
                          </p:cTn>
                        </p:par>
                        <p:par>
                          <p:cTn id="129" fill="hold">
                            <p:stCondLst>
                              <p:cond delay="500"/>
                            </p:stCondLst>
                            <p:childTnLst>
                              <p:par>
                                <p:cTn id="130" presetID="10" presetClass="entr" presetSubtype="0" fill="hold" grpId="0" nodeType="after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500"/>
                                        <p:tgtEl>
                                          <p:spTgt spid="54"/>
                                        </p:tgtEl>
                                      </p:cBhvr>
                                    </p:animEffect>
                                  </p:childTnLst>
                                  <p:subTnLst>
                                    <p:set>
                                      <p:cBhvr override="childStyle">
                                        <p:cTn dur="1" fill="hold" display="0" masterRel="nextClick" afterEffect="1"/>
                                        <p:tgtEl>
                                          <p:spTgt spid="54"/>
                                        </p:tgtEl>
                                        <p:attrNameLst>
                                          <p:attrName>style.visibility</p:attrName>
                                        </p:attrNameLst>
                                      </p:cBhvr>
                                      <p:to>
                                        <p:strVal val="hidden"/>
                                      </p:to>
                                    </p:set>
                                  </p:sub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56"/>
                                        </p:tgtEl>
                                        <p:attrNameLst>
                                          <p:attrName>style.visibility</p:attrName>
                                        </p:attrNameLst>
                                      </p:cBhvr>
                                      <p:to>
                                        <p:strVal val="visible"/>
                                      </p:to>
                                    </p:set>
                                    <p:animEffect transition="in" filter="fade">
                                      <p:cBhvr>
                                        <p:cTn id="13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p:cNvSpPr txBox="1">
            <a:spLocks/>
          </p:cNvSpPr>
          <p:nvPr/>
        </p:nvSpPr>
        <p:spPr>
          <a:xfrm>
            <a:off x="-685800" y="4781550"/>
            <a:ext cx="3724777" cy="25800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Partners of the Americas </a:t>
            </a:r>
            <a:r>
              <a:rPr lang="en-US" sz="1050" b="1">
                <a:solidFill>
                  <a:srgbClr val="E46054"/>
                </a:solidFill>
                <a:latin typeface="Courier New"/>
                <a:cs typeface="Courier New"/>
              </a:rPr>
              <a:t>│</a:t>
            </a:r>
            <a:r>
              <a:rPr lang="en-US" sz="1050" b="1">
                <a:solidFill>
                  <a:srgbClr val="E46054"/>
                </a:solidFill>
                <a:latin typeface="Lao UI" pitchFamily="34" charset="0"/>
                <a:cs typeface="Lao UI" pitchFamily="34" charset="0"/>
              </a:rPr>
              <a:t> Town Hall 2022</a:t>
            </a:r>
          </a:p>
        </p:txBody>
      </p:sp>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8BF3DA1-73E1-403E-BF20-8F7A69C94DEE}"/>
              </a:ext>
            </a:extLst>
          </p:cNvPr>
          <p:cNvGrpSpPr/>
          <p:nvPr/>
        </p:nvGrpSpPr>
        <p:grpSpPr>
          <a:xfrm>
            <a:off x="3505201" y="4741776"/>
            <a:ext cx="5410200" cy="297777"/>
            <a:chOff x="3505201" y="4741776"/>
            <a:chExt cx="5410200" cy="297777"/>
          </a:xfrm>
        </p:grpSpPr>
        <p:sp>
          <p:nvSpPr>
            <p:cNvPr id="29" name="Title 1">
              <a:extLst>
                <a:ext uri="{FF2B5EF4-FFF2-40B4-BE49-F238E27FC236}">
                  <a16:creationId xmlns:a16="http://schemas.microsoft.com/office/drawing/2014/main" id="{913FC65E-BCC2-46B4-B99D-A4118221F06F}"/>
                </a:ext>
              </a:extLst>
            </p:cNvPr>
            <p:cNvSpPr txBox="1">
              <a:spLocks/>
            </p:cNvSpPr>
            <p:nvPr/>
          </p:nvSpPr>
          <p:spPr>
            <a:xfrm>
              <a:off x="3505201" y="4741776"/>
              <a:ext cx="5410200" cy="29777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1050" b="1">
                  <a:solidFill>
                    <a:srgbClr val="E46054"/>
                  </a:solidFill>
                  <a:latin typeface="Lao UI" pitchFamily="34" charset="0"/>
                  <a:cs typeface="Lao UI" pitchFamily="34" charset="0"/>
                </a:rPr>
                <a:t>www.partners.net |            @</a:t>
              </a:r>
              <a:r>
                <a:rPr lang="en-US" sz="1050" b="1" err="1">
                  <a:solidFill>
                    <a:srgbClr val="E46054"/>
                  </a:solidFill>
                  <a:latin typeface="Lao UI" pitchFamily="34" charset="0"/>
                  <a:cs typeface="Lao UI" pitchFamily="34" charset="0"/>
                </a:rPr>
                <a:t>PartnersAmerica</a:t>
              </a:r>
              <a:r>
                <a:rPr lang="en-US" sz="1050" b="1">
                  <a:solidFill>
                    <a:srgbClr val="E46054"/>
                  </a:solidFill>
                  <a:latin typeface="Lao UI" pitchFamily="34" charset="0"/>
                  <a:cs typeface="Lao UI" pitchFamily="34" charset="0"/>
                </a:rPr>
                <a:t>   |         /</a:t>
              </a:r>
              <a:r>
                <a:rPr lang="en-US" sz="1050" b="1" err="1">
                  <a:solidFill>
                    <a:srgbClr val="E46054"/>
                  </a:solidFill>
                  <a:latin typeface="Lao UI" pitchFamily="34" charset="0"/>
                  <a:cs typeface="Lao UI" pitchFamily="34" charset="0"/>
                </a:rPr>
                <a:t>PartnersAmericas</a:t>
              </a:r>
              <a:endParaRPr lang="en-US" sz="1050" b="1">
                <a:solidFill>
                  <a:srgbClr val="E46054"/>
                </a:solidFill>
                <a:latin typeface="Lao UI" pitchFamily="34" charset="0"/>
                <a:cs typeface="Lao UI" pitchFamily="34" charset="0"/>
              </a:endParaRPr>
            </a:p>
          </p:txBody>
        </p:sp>
        <p:pic>
          <p:nvPicPr>
            <p:cNvPr id="7" name="Picture 6" descr="A picture containing ax&#10;&#10;Description automatically generated">
              <a:extLst>
                <a:ext uri="{FF2B5EF4-FFF2-40B4-BE49-F238E27FC236}">
                  <a16:creationId xmlns:a16="http://schemas.microsoft.com/office/drawing/2014/main" id="{0A499990-8778-4AE7-94FE-136B55E25F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8783" y="4795907"/>
              <a:ext cx="250560" cy="203455"/>
            </a:xfrm>
            <a:prstGeom prst="rect">
              <a:avLst/>
            </a:prstGeom>
          </p:spPr>
        </p:pic>
        <p:pic>
          <p:nvPicPr>
            <p:cNvPr id="17" name="Picture 16" descr="A picture containing drawing&#10;&#10;Description automatically generated">
              <a:extLst>
                <a:ext uri="{FF2B5EF4-FFF2-40B4-BE49-F238E27FC236}">
                  <a16:creationId xmlns:a16="http://schemas.microsoft.com/office/drawing/2014/main" id="{3E4FA96C-0C07-42C3-BE90-BAEAC0872A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31526" y="4788468"/>
              <a:ext cx="203455" cy="203455"/>
            </a:xfrm>
            <a:prstGeom prst="rect">
              <a:avLst/>
            </a:prstGeom>
          </p:spPr>
        </p:pic>
      </p:grpSp>
      <p:sp>
        <p:nvSpPr>
          <p:cNvPr id="6" name="Title 5">
            <a:extLst>
              <a:ext uri="{FF2B5EF4-FFF2-40B4-BE49-F238E27FC236}">
                <a16:creationId xmlns:a16="http://schemas.microsoft.com/office/drawing/2014/main" id="{5B9422D0-C8F8-417C-2DD1-68909B76649B}"/>
              </a:ext>
            </a:extLst>
          </p:cNvPr>
          <p:cNvSpPr>
            <a:spLocks noGrp="1"/>
          </p:cNvSpPr>
          <p:nvPr>
            <p:ph type="title"/>
          </p:nvPr>
        </p:nvSpPr>
        <p:spPr>
          <a:xfrm>
            <a:off x="10261" y="0"/>
            <a:ext cx="2332653" cy="857250"/>
          </a:xfrm>
        </p:spPr>
        <p:txBody>
          <a:bodyPr>
            <a:normAutofit/>
          </a:bodyPr>
          <a:lstStyle/>
          <a:p>
            <a:pPr algn="l"/>
            <a:r>
              <a:rPr lang="en-US" sz="2000"/>
              <a:t>POA</a:t>
            </a:r>
          </a:p>
        </p:txBody>
      </p:sp>
      <p:pic>
        <p:nvPicPr>
          <p:cNvPr id="5" name="Picture 4">
            <a:extLst>
              <a:ext uri="{FF2B5EF4-FFF2-40B4-BE49-F238E27FC236}">
                <a16:creationId xmlns:a16="http://schemas.microsoft.com/office/drawing/2014/main" id="{566A225D-7741-A78C-5A75-20DA52F1C3EA}"/>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1021618" y="307514"/>
            <a:ext cx="7054317" cy="4287721"/>
          </a:xfrm>
          <a:prstGeom prst="rect">
            <a:avLst/>
          </a:prstGeom>
        </p:spPr>
      </p:pic>
      <p:pic>
        <p:nvPicPr>
          <p:cNvPr id="8" name="Picture 7">
            <a:extLst>
              <a:ext uri="{FF2B5EF4-FFF2-40B4-BE49-F238E27FC236}">
                <a16:creationId xmlns:a16="http://schemas.microsoft.com/office/drawing/2014/main" id="{41B8989A-1D5F-1FF8-8694-18F2E981A4C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021618" y="206375"/>
            <a:ext cx="6426280" cy="3605832"/>
          </a:xfrm>
          <a:prstGeom prst="rect">
            <a:avLst/>
          </a:prstGeom>
        </p:spPr>
      </p:pic>
      <p:pic>
        <p:nvPicPr>
          <p:cNvPr id="9" name="Picture 8">
            <a:extLst>
              <a:ext uri="{FF2B5EF4-FFF2-40B4-BE49-F238E27FC236}">
                <a16:creationId xmlns:a16="http://schemas.microsoft.com/office/drawing/2014/main" id="{CFF42ABE-1CF3-4141-A0A0-634B18E0EB83}"/>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021618" y="307514"/>
            <a:ext cx="6426280" cy="3504693"/>
          </a:xfrm>
          <a:prstGeom prst="rect">
            <a:avLst/>
          </a:prstGeom>
        </p:spPr>
      </p:pic>
      <p:pic>
        <p:nvPicPr>
          <p:cNvPr id="10" name="Picture 9">
            <a:extLst>
              <a:ext uri="{FF2B5EF4-FFF2-40B4-BE49-F238E27FC236}">
                <a16:creationId xmlns:a16="http://schemas.microsoft.com/office/drawing/2014/main" id="{28647467-0428-B95B-8DAE-08A241AC0055}"/>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1" name="Picture 10">
            <a:extLst>
              <a:ext uri="{FF2B5EF4-FFF2-40B4-BE49-F238E27FC236}">
                <a16:creationId xmlns:a16="http://schemas.microsoft.com/office/drawing/2014/main" id="{49C21EB2-4A24-4EB0-569C-B3F2FAF3C855}"/>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2" name="Picture 11">
            <a:extLst>
              <a:ext uri="{FF2B5EF4-FFF2-40B4-BE49-F238E27FC236}">
                <a16:creationId xmlns:a16="http://schemas.microsoft.com/office/drawing/2014/main" id="{AA83E673-6A4F-D3EE-B662-AA7E8C8C9F6A}"/>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3" name="Picture 12">
            <a:extLst>
              <a:ext uri="{FF2B5EF4-FFF2-40B4-BE49-F238E27FC236}">
                <a16:creationId xmlns:a16="http://schemas.microsoft.com/office/drawing/2014/main" id="{F77E67F0-95E8-07F8-9382-4F9600D6DDF6}"/>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4" name="Picture 13">
            <a:extLst>
              <a:ext uri="{FF2B5EF4-FFF2-40B4-BE49-F238E27FC236}">
                <a16:creationId xmlns:a16="http://schemas.microsoft.com/office/drawing/2014/main" id="{FF43CCFB-1D96-158E-8CD6-5B88ADB16A7C}"/>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5" name="Picture 14">
            <a:extLst>
              <a:ext uri="{FF2B5EF4-FFF2-40B4-BE49-F238E27FC236}">
                <a16:creationId xmlns:a16="http://schemas.microsoft.com/office/drawing/2014/main" id="{A2F7D689-EE54-4277-E179-D8AD1DFD3BE9}"/>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6" name="Picture 15">
            <a:extLst>
              <a:ext uri="{FF2B5EF4-FFF2-40B4-BE49-F238E27FC236}">
                <a16:creationId xmlns:a16="http://schemas.microsoft.com/office/drawing/2014/main" id="{68441F93-F98E-FABC-EC1E-30B6EA4BB0E5}"/>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19" name="Picture 18">
            <a:extLst>
              <a:ext uri="{FF2B5EF4-FFF2-40B4-BE49-F238E27FC236}">
                <a16:creationId xmlns:a16="http://schemas.microsoft.com/office/drawing/2014/main" id="{57A73B54-47D3-15B4-0B8E-C1F593CDECA1}"/>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0" name="Picture 19">
            <a:extLst>
              <a:ext uri="{FF2B5EF4-FFF2-40B4-BE49-F238E27FC236}">
                <a16:creationId xmlns:a16="http://schemas.microsoft.com/office/drawing/2014/main" id="{7214278C-1437-6BBF-CDFB-86C3E1A32A7C}"/>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1" name="Picture 20">
            <a:extLst>
              <a:ext uri="{FF2B5EF4-FFF2-40B4-BE49-F238E27FC236}">
                <a16:creationId xmlns:a16="http://schemas.microsoft.com/office/drawing/2014/main" id="{B075AAE7-C9BD-350A-7F44-0208B0D63FE4}"/>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2" name="Picture 21">
            <a:extLst>
              <a:ext uri="{FF2B5EF4-FFF2-40B4-BE49-F238E27FC236}">
                <a16:creationId xmlns:a16="http://schemas.microsoft.com/office/drawing/2014/main" id="{D1F9C9F9-2497-ADA5-2821-6DD04A7240C4}"/>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3" name="Picture 22">
            <a:extLst>
              <a:ext uri="{FF2B5EF4-FFF2-40B4-BE49-F238E27FC236}">
                <a16:creationId xmlns:a16="http://schemas.microsoft.com/office/drawing/2014/main" id="{A6999D92-8C69-C419-135C-42882ACCF90E}"/>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4" name="Picture 23">
            <a:extLst>
              <a:ext uri="{FF2B5EF4-FFF2-40B4-BE49-F238E27FC236}">
                <a16:creationId xmlns:a16="http://schemas.microsoft.com/office/drawing/2014/main" id="{15518F44-04BE-6114-3CCF-C40F1F89E809}"/>
              </a:ext>
            </a:extLst>
          </p:cNvPr>
          <p:cNvPicPr>
            <a:picLocks/>
          </p:cNvPicPr>
          <p:nvPr/>
        </p:nvPicPr>
        <p:blipFill>
          <a:blip r:embed="rId21">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5" name="Picture 24">
            <a:extLst>
              <a:ext uri="{FF2B5EF4-FFF2-40B4-BE49-F238E27FC236}">
                <a16:creationId xmlns:a16="http://schemas.microsoft.com/office/drawing/2014/main" id="{E7502A0E-B03A-CDEA-AE6E-19600BAADC80}"/>
              </a:ext>
            </a:extLst>
          </p:cNvPr>
          <p:cNvPicPr>
            <a:picLocks/>
          </p:cNvPicPr>
          <p:nvPr/>
        </p:nvPicPr>
        <p:blipFill>
          <a:blip r:embed="rId22">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7" name="Picture 26">
            <a:extLst>
              <a:ext uri="{FF2B5EF4-FFF2-40B4-BE49-F238E27FC236}">
                <a16:creationId xmlns:a16="http://schemas.microsoft.com/office/drawing/2014/main" id="{D29E167A-DAA9-451E-F277-EFEE8957BB54}"/>
              </a:ext>
            </a:extLst>
          </p:cNvPr>
          <p:cNvPicPr>
            <a:picLocks/>
          </p:cNvPicPr>
          <p:nvPr/>
        </p:nvPicPr>
        <p:blipFill>
          <a:blip r:embed="rId23">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28" name="Picture 27">
            <a:extLst>
              <a:ext uri="{FF2B5EF4-FFF2-40B4-BE49-F238E27FC236}">
                <a16:creationId xmlns:a16="http://schemas.microsoft.com/office/drawing/2014/main" id="{F34A394E-AE40-8381-477C-EA0F1047EC84}"/>
              </a:ext>
            </a:extLst>
          </p:cNvPr>
          <p:cNvPicPr>
            <a:picLocks/>
          </p:cNvPicPr>
          <p:nvPr/>
        </p:nvPicPr>
        <p:blipFill>
          <a:blip r:embed="rId24">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0" name="Picture 29">
            <a:extLst>
              <a:ext uri="{FF2B5EF4-FFF2-40B4-BE49-F238E27FC236}">
                <a16:creationId xmlns:a16="http://schemas.microsoft.com/office/drawing/2014/main" id="{45BC96F8-3E35-A29C-360A-56231B842054}"/>
              </a:ext>
            </a:extLst>
          </p:cNvPr>
          <p:cNvPicPr>
            <a:picLocks/>
          </p:cNvPicPr>
          <p:nvPr/>
        </p:nvPicPr>
        <p:blipFill>
          <a:blip r:embed="rId25">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1" name="Picture 30">
            <a:extLst>
              <a:ext uri="{FF2B5EF4-FFF2-40B4-BE49-F238E27FC236}">
                <a16:creationId xmlns:a16="http://schemas.microsoft.com/office/drawing/2014/main" id="{CB568D0A-4ADD-2D37-227B-619B2B01C157}"/>
              </a:ext>
            </a:extLst>
          </p:cNvPr>
          <p:cNvPicPr>
            <a:picLocks/>
          </p:cNvPicPr>
          <p:nvPr/>
        </p:nvPicPr>
        <p:blipFill>
          <a:blip r:embed="rId26">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2" name="Picture 31">
            <a:extLst>
              <a:ext uri="{FF2B5EF4-FFF2-40B4-BE49-F238E27FC236}">
                <a16:creationId xmlns:a16="http://schemas.microsoft.com/office/drawing/2014/main" id="{36DE872A-CBE8-66DD-164D-C317BA8FC23A}"/>
              </a:ext>
            </a:extLst>
          </p:cNvPr>
          <p:cNvPicPr>
            <a:picLocks/>
          </p:cNvPicPr>
          <p:nvPr/>
        </p:nvPicPr>
        <p:blipFill>
          <a:blip r:embed="rId27">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3" name="Picture 32">
            <a:extLst>
              <a:ext uri="{FF2B5EF4-FFF2-40B4-BE49-F238E27FC236}">
                <a16:creationId xmlns:a16="http://schemas.microsoft.com/office/drawing/2014/main" id="{2328CD55-88E5-01F4-0682-9EEB03F675EA}"/>
              </a:ext>
            </a:extLst>
          </p:cNvPr>
          <p:cNvPicPr>
            <a:picLocks/>
          </p:cNvPicPr>
          <p:nvPr/>
        </p:nvPicPr>
        <p:blipFill>
          <a:blip r:embed="rId28">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4" name="Picture 33">
            <a:extLst>
              <a:ext uri="{FF2B5EF4-FFF2-40B4-BE49-F238E27FC236}">
                <a16:creationId xmlns:a16="http://schemas.microsoft.com/office/drawing/2014/main" id="{BBAE9B7E-322E-48CE-9509-D33827DE3C2B}"/>
              </a:ext>
            </a:extLst>
          </p:cNvPr>
          <p:cNvPicPr>
            <a:picLocks/>
          </p:cNvPicPr>
          <p:nvPr/>
        </p:nvPicPr>
        <p:blipFill>
          <a:blip r:embed="rId29">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5" name="Picture 34">
            <a:extLst>
              <a:ext uri="{FF2B5EF4-FFF2-40B4-BE49-F238E27FC236}">
                <a16:creationId xmlns:a16="http://schemas.microsoft.com/office/drawing/2014/main" id="{361CF4AF-6751-AEC2-9436-1D3C4E905C87}"/>
              </a:ext>
            </a:extLst>
          </p:cNvPr>
          <p:cNvPicPr>
            <a:picLocks/>
          </p:cNvPicPr>
          <p:nvPr/>
        </p:nvPicPr>
        <p:blipFill>
          <a:blip r:embed="rId30">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36" name="Picture 35">
            <a:extLst>
              <a:ext uri="{FF2B5EF4-FFF2-40B4-BE49-F238E27FC236}">
                <a16:creationId xmlns:a16="http://schemas.microsoft.com/office/drawing/2014/main" id="{57BB04A4-5968-FEA9-B509-30B5593BFA9E}"/>
              </a:ext>
            </a:extLst>
          </p:cNvPr>
          <p:cNvPicPr>
            <a:picLocks/>
          </p:cNvPicPr>
          <p:nvPr/>
        </p:nvPicPr>
        <p:blipFill>
          <a:blip r:embed="rId31">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0" name="Picture 39">
            <a:extLst>
              <a:ext uri="{FF2B5EF4-FFF2-40B4-BE49-F238E27FC236}">
                <a16:creationId xmlns:a16="http://schemas.microsoft.com/office/drawing/2014/main" id="{261C9D75-9E59-A664-5407-E0AD9A5B8350}"/>
              </a:ext>
            </a:extLst>
          </p:cNvPr>
          <p:cNvPicPr>
            <a:picLocks/>
          </p:cNvPicPr>
          <p:nvPr/>
        </p:nvPicPr>
        <p:blipFill>
          <a:blip r:embed="rId32">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1" name="Picture 40">
            <a:extLst>
              <a:ext uri="{FF2B5EF4-FFF2-40B4-BE49-F238E27FC236}">
                <a16:creationId xmlns:a16="http://schemas.microsoft.com/office/drawing/2014/main" id="{25395A09-4A7A-3569-BA6E-2448B4A4F2AE}"/>
              </a:ext>
            </a:extLst>
          </p:cNvPr>
          <p:cNvPicPr>
            <a:picLocks/>
          </p:cNvPicPr>
          <p:nvPr/>
        </p:nvPicPr>
        <p:blipFill>
          <a:blip r:embed="rId33">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2" name="Picture 41">
            <a:extLst>
              <a:ext uri="{FF2B5EF4-FFF2-40B4-BE49-F238E27FC236}">
                <a16:creationId xmlns:a16="http://schemas.microsoft.com/office/drawing/2014/main" id="{E64708F3-5773-F2E4-5321-23D639570C1B}"/>
              </a:ext>
            </a:extLst>
          </p:cNvPr>
          <p:cNvPicPr>
            <a:picLocks/>
          </p:cNvPicPr>
          <p:nvPr/>
        </p:nvPicPr>
        <p:blipFill>
          <a:blip r:embed="rId34">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3" name="Picture 42">
            <a:extLst>
              <a:ext uri="{FF2B5EF4-FFF2-40B4-BE49-F238E27FC236}">
                <a16:creationId xmlns:a16="http://schemas.microsoft.com/office/drawing/2014/main" id="{3019070A-C1E8-9A24-18CD-81A319B90C40}"/>
              </a:ext>
            </a:extLst>
          </p:cNvPr>
          <p:cNvPicPr>
            <a:picLocks/>
          </p:cNvPicPr>
          <p:nvPr/>
        </p:nvPicPr>
        <p:blipFill>
          <a:blip r:embed="rId35">
            <a:extLst>
              <a:ext uri="{28A0092B-C50C-407E-A947-70E740481C1C}">
                <a14:useLocalDpi xmlns:a14="http://schemas.microsoft.com/office/drawing/2010/main" val="0"/>
              </a:ext>
            </a:extLst>
          </a:blip>
          <a:stretch>
            <a:fillRect/>
          </a:stretch>
        </p:blipFill>
        <p:spPr>
          <a:xfrm>
            <a:off x="976686" y="307514"/>
            <a:ext cx="6471212" cy="3504693"/>
          </a:xfrm>
          <a:prstGeom prst="rect">
            <a:avLst/>
          </a:prstGeom>
        </p:spPr>
      </p:pic>
      <p:pic>
        <p:nvPicPr>
          <p:cNvPr id="44" name="Picture 43">
            <a:extLst>
              <a:ext uri="{FF2B5EF4-FFF2-40B4-BE49-F238E27FC236}">
                <a16:creationId xmlns:a16="http://schemas.microsoft.com/office/drawing/2014/main" id="{383AD3A8-2B78-FF1A-6960-B40D303F7F21}"/>
              </a:ext>
            </a:extLst>
          </p:cNvPr>
          <p:cNvPicPr>
            <a:picLocks/>
          </p:cNvPicPr>
          <p:nvPr/>
        </p:nvPicPr>
        <p:blipFill>
          <a:blip r:embed="rId36">
            <a:extLst>
              <a:ext uri="{28A0092B-C50C-407E-A947-70E740481C1C}">
                <a14:useLocalDpi xmlns:a14="http://schemas.microsoft.com/office/drawing/2010/main" val="0"/>
              </a:ext>
            </a:extLst>
          </a:blip>
          <a:stretch>
            <a:fillRect/>
          </a:stretch>
        </p:blipFill>
        <p:spPr>
          <a:xfrm>
            <a:off x="976686" y="307514"/>
            <a:ext cx="7191638" cy="4267526"/>
          </a:xfrm>
          <a:prstGeom prst="rect">
            <a:avLst/>
          </a:prstGeom>
        </p:spPr>
      </p:pic>
      <p:pic>
        <p:nvPicPr>
          <p:cNvPr id="45" name="Picture 44">
            <a:extLst>
              <a:ext uri="{FF2B5EF4-FFF2-40B4-BE49-F238E27FC236}">
                <a16:creationId xmlns:a16="http://schemas.microsoft.com/office/drawing/2014/main" id="{3BA4C693-E0D6-D595-F378-E90EF83499D2}"/>
              </a:ext>
            </a:extLst>
          </p:cNvPr>
          <p:cNvPicPr>
            <a:picLocks/>
          </p:cNvPicPr>
          <p:nvPr/>
        </p:nvPicPr>
        <p:blipFill>
          <a:blip r:embed="rId37">
            <a:extLst>
              <a:ext uri="{28A0092B-C50C-407E-A947-70E740481C1C}">
                <a14:useLocalDpi xmlns:a14="http://schemas.microsoft.com/office/drawing/2010/main" val="0"/>
              </a:ext>
            </a:extLst>
          </a:blip>
          <a:stretch>
            <a:fillRect/>
          </a:stretch>
        </p:blipFill>
        <p:spPr>
          <a:xfrm>
            <a:off x="976686" y="307514"/>
            <a:ext cx="7191638" cy="4267526"/>
          </a:xfrm>
          <a:prstGeom prst="rect">
            <a:avLst/>
          </a:prstGeom>
        </p:spPr>
      </p:pic>
      <p:pic>
        <p:nvPicPr>
          <p:cNvPr id="56" name="Imagen 8">
            <a:extLst>
              <a:ext uri="{FF2B5EF4-FFF2-40B4-BE49-F238E27FC236}">
                <a16:creationId xmlns:a16="http://schemas.microsoft.com/office/drawing/2014/main" id="{16E1241F-0B93-0F7D-FB3B-CA1742C7082F}"/>
              </a:ext>
            </a:extLst>
          </p:cNvPr>
          <p:cNvPicPr>
            <a:picLocks noChangeAspect="1"/>
          </p:cNvPicPr>
          <p:nvPr/>
        </p:nvPicPr>
        <p:blipFill>
          <a:blip r:embed="rId38"/>
          <a:stretch>
            <a:fillRect/>
          </a:stretch>
        </p:blipFill>
        <p:spPr>
          <a:xfrm>
            <a:off x="6408000" y="3201804"/>
            <a:ext cx="2595663" cy="403594"/>
          </a:xfrm>
          <a:prstGeom prst="rect">
            <a:avLst/>
          </a:prstGeom>
        </p:spPr>
      </p:pic>
    </p:spTree>
    <p:extLst>
      <p:ext uri="{BB962C8B-B14F-4D97-AF65-F5344CB8AC3E}">
        <p14:creationId xmlns:p14="http://schemas.microsoft.com/office/powerpoint/2010/main" val="775576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6" name="Group 25"/>
          <p:cNvGrpSpPr/>
          <p:nvPr/>
        </p:nvGrpSpPr>
        <p:grpSpPr>
          <a:xfrm>
            <a:off x="8218864" y="-155258"/>
            <a:ext cx="609600" cy="952500"/>
            <a:chOff x="8185123" y="-95250"/>
            <a:chExt cx="609600" cy="952500"/>
          </a:xfrm>
        </p:grpSpPr>
        <p:sp>
          <p:nvSpPr>
            <p:cNvPr id="38" name="Rectangle 37"/>
            <p:cNvSpPr/>
            <p:nvPr/>
          </p:nvSpPr>
          <p:spPr>
            <a:xfrm>
              <a:off x="8185123" y="-95250"/>
              <a:ext cx="609600" cy="914400"/>
            </a:xfrm>
            <a:prstGeom prst="rect">
              <a:avLst/>
            </a:prstGeom>
            <a:solidFill>
              <a:srgbClr val="E0483C">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54768" y="320992"/>
              <a:ext cx="470310" cy="536258"/>
            </a:xfrm>
            <a:prstGeom prst="rect">
              <a:avLst/>
            </a:prstGeom>
            <a:blipFill dpi="0" rotWithShape="1">
              <a:blip r:embed="rId3" cstate="print">
                <a:alphaModFix amt="73000"/>
                <a:extLst>
                  <a:ext uri="{28A0092B-C50C-407E-A947-70E740481C1C}">
                    <a14:useLocalDpi xmlns:a14="http://schemas.microsoft.com/office/drawing/2010/main" val="0"/>
                  </a:ext>
                </a:extLst>
              </a:blip>
              <a:srcRect/>
              <a:stretch>
                <a:fillRect r="-5117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39EC7627-E31E-4FB3-A38A-16A5A4E34F6C}"/>
              </a:ext>
            </a:extLst>
          </p:cNvPr>
          <p:cNvSpPr txBox="1"/>
          <p:nvPr/>
        </p:nvSpPr>
        <p:spPr>
          <a:xfrm>
            <a:off x="500667" y="677293"/>
            <a:ext cx="8142665" cy="1569660"/>
          </a:xfrm>
          <a:prstGeom prst="rect">
            <a:avLst/>
          </a:prstGeom>
          <a:noFill/>
        </p:spPr>
        <p:txBody>
          <a:bodyPr wrap="square" rtlCol="0">
            <a:spAutoFit/>
          </a:bodyPr>
          <a:lstStyle/>
          <a:p>
            <a:pPr algn="ctr"/>
            <a:r>
              <a:rPr lang="en-US" sz="4800" b="1"/>
              <a:t>Gracias! </a:t>
            </a:r>
            <a:r>
              <a:rPr lang="en-US" sz="4800" b="1" err="1"/>
              <a:t>Obrigado</a:t>
            </a:r>
            <a:r>
              <a:rPr lang="en-US" sz="4800" b="1"/>
              <a:t>! Merci!</a:t>
            </a:r>
          </a:p>
          <a:p>
            <a:pPr algn="ctr"/>
            <a:r>
              <a:rPr lang="en-US" sz="4800" b="1"/>
              <a:t>Thank you!</a:t>
            </a:r>
          </a:p>
        </p:txBody>
      </p:sp>
      <p:pic>
        <p:nvPicPr>
          <p:cNvPr id="5122" name="Picture 2">
            <a:extLst>
              <a:ext uri="{FF2B5EF4-FFF2-40B4-BE49-F238E27FC236}">
                <a16:creationId xmlns:a16="http://schemas.microsoft.com/office/drawing/2014/main" id="{5F633302-78FD-4D83-9C12-EE4CF32F57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352675"/>
            <a:ext cx="9144000"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427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19991E7-904C-D70F-BB31-3B0E5BFAD85A}"/>
              </a:ext>
            </a:extLst>
          </p:cNvPr>
          <p:cNvSpPr/>
          <p:nvPr/>
        </p:nvSpPr>
        <p:spPr>
          <a:xfrm>
            <a:off x="0" y="0"/>
            <a:ext cx="9144000" cy="5143500"/>
          </a:xfrm>
          <a:prstGeom prst="rect">
            <a:avLst/>
          </a:prstGeom>
          <a:solidFill>
            <a:srgbClr val="EE8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s-CO" sz="1013"/>
          </a:p>
        </p:txBody>
      </p:sp>
      <p:pic>
        <p:nvPicPr>
          <p:cNvPr id="6" name="Imagen 5">
            <a:extLst>
              <a:ext uri="{FF2B5EF4-FFF2-40B4-BE49-F238E27FC236}">
                <a16:creationId xmlns:a16="http://schemas.microsoft.com/office/drawing/2014/main" id="{755AF8D0-F0E9-52F4-2D38-BA3A21741D8D}"/>
              </a:ext>
            </a:extLst>
          </p:cNvPr>
          <p:cNvPicPr>
            <a:picLocks noChangeAspect="1"/>
          </p:cNvPicPr>
          <p:nvPr/>
        </p:nvPicPr>
        <p:blipFill>
          <a:blip r:embed="rId2"/>
          <a:stretch>
            <a:fillRect/>
          </a:stretch>
        </p:blipFill>
        <p:spPr>
          <a:xfrm>
            <a:off x="3193272" y="390725"/>
            <a:ext cx="2605101" cy="403927"/>
          </a:xfrm>
          <a:prstGeom prst="rect">
            <a:avLst/>
          </a:prstGeom>
        </p:spPr>
      </p:pic>
      <p:grpSp>
        <p:nvGrpSpPr>
          <p:cNvPr id="3" name="Group 2">
            <a:extLst>
              <a:ext uri="{FF2B5EF4-FFF2-40B4-BE49-F238E27FC236}">
                <a16:creationId xmlns:a16="http://schemas.microsoft.com/office/drawing/2014/main" id="{7A7D32B1-E3BD-0B6D-BA74-BF05F2C03B28}"/>
              </a:ext>
            </a:extLst>
          </p:cNvPr>
          <p:cNvGrpSpPr/>
          <p:nvPr/>
        </p:nvGrpSpPr>
        <p:grpSpPr>
          <a:xfrm>
            <a:off x="809975" y="1856522"/>
            <a:ext cx="7373153" cy="1427319"/>
            <a:chOff x="1079967" y="2475362"/>
            <a:chExt cx="9830870" cy="1903092"/>
          </a:xfrm>
        </p:grpSpPr>
        <p:sp>
          <p:nvSpPr>
            <p:cNvPr id="8" name="CuadroTexto 7">
              <a:extLst>
                <a:ext uri="{FF2B5EF4-FFF2-40B4-BE49-F238E27FC236}">
                  <a16:creationId xmlns:a16="http://schemas.microsoft.com/office/drawing/2014/main" id="{862A46E1-5896-96DD-56D5-3691723343C0}"/>
                </a:ext>
              </a:extLst>
            </p:cNvPr>
            <p:cNvSpPr txBox="1"/>
            <p:nvPr/>
          </p:nvSpPr>
          <p:spPr>
            <a:xfrm>
              <a:off x="1079967" y="2475362"/>
              <a:ext cx="9830870" cy="1477328"/>
            </a:xfrm>
            <a:prstGeom prst="rect">
              <a:avLst/>
            </a:prstGeom>
            <a:noFill/>
          </p:spPr>
          <p:txBody>
            <a:bodyPr wrap="square" rtlCol="0">
              <a:sp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s-CO" sz="6600" b="1" err="1">
                  <a:solidFill>
                    <a:srgbClr val="E35F53"/>
                  </a:solidFill>
                  <a:latin typeface="Proxima Nova Rg" panose="02000506030000020004" pitchFamily="2" charset="0"/>
                  <a:ea typeface="Roboto Slab" pitchFamily="2" charset="0"/>
                </a:rPr>
                <a:t>Questions</a:t>
              </a:r>
              <a:r>
                <a:rPr lang="es-CO" sz="6600" b="1">
                  <a:solidFill>
                    <a:srgbClr val="E35F53"/>
                  </a:solidFill>
                  <a:latin typeface="Proxima Nova Rg" panose="02000506030000020004" pitchFamily="2" charset="0"/>
                  <a:ea typeface="Roboto Slab" pitchFamily="2" charset="0"/>
                </a:rPr>
                <a:t>?</a:t>
              </a:r>
            </a:p>
          </p:txBody>
        </p:sp>
        <p:sp>
          <p:nvSpPr>
            <p:cNvPr id="7" name="CuadroTexto 6">
              <a:extLst>
                <a:ext uri="{FF2B5EF4-FFF2-40B4-BE49-F238E27FC236}">
                  <a16:creationId xmlns:a16="http://schemas.microsoft.com/office/drawing/2014/main" id="{8AC6C78A-3524-7DEB-66D0-B69D121E4017}"/>
                </a:ext>
              </a:extLst>
            </p:cNvPr>
            <p:cNvSpPr txBox="1"/>
            <p:nvPr/>
          </p:nvSpPr>
          <p:spPr>
            <a:xfrm>
              <a:off x="1655876" y="3147347"/>
              <a:ext cx="8637446" cy="1231107"/>
            </a:xfrm>
            <a:prstGeom prst="rect">
              <a:avLst/>
            </a:prstGeom>
            <a:noFill/>
          </p:spPr>
          <p:txBody>
            <a:bodyPr wrap="square" rtlCol="0">
              <a:sp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s-CO" sz="5400" b="1" err="1">
                  <a:solidFill>
                    <a:schemeClr val="bg1"/>
                  </a:solidFill>
                  <a:latin typeface="Proxima Nova Rg" panose="02000506030000020004" pitchFamily="2" charset="0"/>
                  <a:ea typeface="Roboto Slab" pitchFamily="2" charset="0"/>
                </a:rPr>
                <a:t>Questions</a:t>
              </a:r>
              <a:r>
                <a:rPr lang="es-CO" sz="5400" b="1">
                  <a:solidFill>
                    <a:schemeClr val="bg1"/>
                  </a:solidFill>
                  <a:latin typeface="Proxima Nova Rg" panose="02000506030000020004" pitchFamily="2" charset="0"/>
                  <a:ea typeface="Roboto Slab" pitchFamily="2" charset="0"/>
                </a:rPr>
                <a:t>?</a:t>
              </a:r>
            </a:p>
          </p:txBody>
        </p:sp>
      </p:grpSp>
      <p:pic>
        <p:nvPicPr>
          <p:cNvPr id="9" name="Gráfico 8">
            <a:extLst>
              <a:ext uri="{FF2B5EF4-FFF2-40B4-BE49-F238E27FC236}">
                <a16:creationId xmlns:a16="http://schemas.microsoft.com/office/drawing/2014/main" id="{80AE9167-0CBA-BD79-5C29-4E671A30C62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4269185" y="1459568"/>
            <a:ext cx="605630" cy="605630"/>
          </a:xfrm>
          <a:prstGeom prst="rect">
            <a:avLst/>
          </a:prstGeom>
        </p:spPr>
      </p:pic>
      <p:grpSp>
        <p:nvGrpSpPr>
          <p:cNvPr id="18" name="Grupo 17">
            <a:extLst>
              <a:ext uri="{FF2B5EF4-FFF2-40B4-BE49-F238E27FC236}">
                <a16:creationId xmlns:a16="http://schemas.microsoft.com/office/drawing/2014/main" id="{B5815CF3-BFC9-62A0-7182-9D8695B023A2}"/>
              </a:ext>
            </a:extLst>
          </p:cNvPr>
          <p:cNvGrpSpPr/>
          <p:nvPr/>
        </p:nvGrpSpPr>
        <p:grpSpPr>
          <a:xfrm>
            <a:off x="2367402" y="4167013"/>
            <a:ext cx="4780373" cy="467546"/>
            <a:chOff x="3087411" y="5624020"/>
            <a:chExt cx="6373831" cy="623394"/>
          </a:xfrm>
        </p:grpSpPr>
        <p:sp>
          <p:nvSpPr>
            <p:cNvPr id="10" name="CuadroTexto 9">
              <a:extLst>
                <a:ext uri="{FF2B5EF4-FFF2-40B4-BE49-F238E27FC236}">
                  <a16:creationId xmlns:a16="http://schemas.microsoft.com/office/drawing/2014/main" id="{31E6A81A-B845-9A08-9195-FD29560EABC2}"/>
                </a:ext>
              </a:extLst>
            </p:cNvPr>
            <p:cNvSpPr txBox="1"/>
            <p:nvPr/>
          </p:nvSpPr>
          <p:spPr>
            <a:xfrm>
              <a:off x="3314461" y="5625192"/>
              <a:ext cx="2314354" cy="622222"/>
            </a:xfrm>
            <a:prstGeom prst="rect">
              <a:avLst/>
            </a:prstGeom>
            <a:noFill/>
          </p:spPr>
          <p:txBody>
            <a:bodyPr wrap="square" rtlCol="0">
              <a:sp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50000"/>
                </a:lnSpc>
              </a:pPr>
              <a:r>
                <a:rPr lang="es-CO" sz="900">
                  <a:solidFill>
                    <a:schemeClr val="bg1"/>
                  </a:solidFill>
                  <a:latin typeface="Proxima Nova Rg" panose="02000506030000020004" pitchFamily="2" charset="0"/>
                </a:rPr>
                <a:t>@Partners-of-the-Americas</a:t>
              </a:r>
            </a:p>
            <a:p>
              <a:pPr>
                <a:lnSpc>
                  <a:spcPct val="150000"/>
                </a:lnSpc>
              </a:pPr>
              <a:r>
                <a:rPr lang="es-CO" sz="900">
                  <a:solidFill>
                    <a:schemeClr val="bg1"/>
                  </a:solidFill>
                  <a:latin typeface="Proxima Nova Rg" panose="02000506030000020004" pitchFamily="2" charset="0"/>
                </a:rPr>
                <a:t>@PartnersAmericas</a:t>
              </a:r>
            </a:p>
          </p:txBody>
        </p:sp>
        <p:sp>
          <p:nvSpPr>
            <p:cNvPr id="11" name="CuadroTexto 10">
              <a:extLst>
                <a:ext uri="{FF2B5EF4-FFF2-40B4-BE49-F238E27FC236}">
                  <a16:creationId xmlns:a16="http://schemas.microsoft.com/office/drawing/2014/main" id="{94AFF636-6910-8E51-20F7-00446FFF1320}"/>
                </a:ext>
              </a:extLst>
            </p:cNvPr>
            <p:cNvSpPr txBox="1"/>
            <p:nvPr/>
          </p:nvSpPr>
          <p:spPr>
            <a:xfrm>
              <a:off x="5692246" y="5624665"/>
              <a:ext cx="2314354" cy="622222"/>
            </a:xfrm>
            <a:prstGeom prst="rect">
              <a:avLst/>
            </a:prstGeom>
            <a:noFill/>
          </p:spPr>
          <p:txBody>
            <a:bodyPr wrap="square" rtlCol="0">
              <a:sp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50000"/>
                </a:lnSpc>
              </a:pPr>
              <a:r>
                <a:rPr lang="es-CO" sz="900">
                  <a:solidFill>
                    <a:schemeClr val="bg1"/>
                  </a:solidFill>
                  <a:latin typeface="Proxima Nova Rg" panose="02000506030000020004" pitchFamily="2" charset="0"/>
                </a:rPr>
                <a:t>@PartnersAmericas</a:t>
              </a:r>
            </a:p>
            <a:p>
              <a:pPr>
                <a:lnSpc>
                  <a:spcPct val="150000"/>
                </a:lnSpc>
              </a:pPr>
              <a:r>
                <a:rPr lang="es-CO" sz="900">
                  <a:solidFill>
                    <a:schemeClr val="bg1"/>
                  </a:solidFill>
                  <a:latin typeface="Proxima Nova Rg" panose="02000506030000020004" pitchFamily="2" charset="0"/>
                </a:rPr>
                <a:t>@PartnersoftheAmericas</a:t>
              </a:r>
            </a:p>
          </p:txBody>
        </p:sp>
        <p:sp>
          <p:nvSpPr>
            <p:cNvPr id="12" name="CuadroTexto 11">
              <a:extLst>
                <a:ext uri="{FF2B5EF4-FFF2-40B4-BE49-F238E27FC236}">
                  <a16:creationId xmlns:a16="http://schemas.microsoft.com/office/drawing/2014/main" id="{20E68212-B2F3-9700-EF11-B5EA7E8E5922}"/>
                </a:ext>
              </a:extLst>
            </p:cNvPr>
            <p:cNvSpPr txBox="1"/>
            <p:nvPr/>
          </p:nvSpPr>
          <p:spPr>
            <a:xfrm>
              <a:off x="7867196" y="5624020"/>
              <a:ext cx="1594046" cy="622222"/>
            </a:xfrm>
            <a:prstGeom prst="rect">
              <a:avLst/>
            </a:prstGeom>
            <a:noFill/>
          </p:spPr>
          <p:txBody>
            <a:bodyPr wrap="square" rtlCol="0">
              <a:sp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50000"/>
                </a:lnSpc>
              </a:pPr>
              <a:r>
                <a:rPr lang="es-CO" sz="900">
                  <a:solidFill>
                    <a:schemeClr val="bg1"/>
                  </a:solidFill>
                  <a:latin typeface="Proxima Nova Rg" panose="02000506030000020004" pitchFamily="2" charset="0"/>
                </a:rPr>
                <a:t>@PartnersAmerica</a:t>
              </a:r>
            </a:p>
            <a:p>
              <a:pPr>
                <a:lnSpc>
                  <a:spcPct val="150000"/>
                </a:lnSpc>
              </a:pPr>
              <a:r>
                <a:rPr lang="es-CO" sz="900">
                  <a:solidFill>
                    <a:schemeClr val="bg1"/>
                  </a:solidFill>
                  <a:latin typeface="Proxima Nova Rg" panose="02000506030000020004" pitchFamily="2" charset="0"/>
                </a:rPr>
                <a:t>www.partners.net</a:t>
              </a:r>
            </a:p>
          </p:txBody>
        </p:sp>
        <p:pic>
          <p:nvPicPr>
            <p:cNvPr id="13" name="Imagen 12">
              <a:extLst>
                <a:ext uri="{FF2B5EF4-FFF2-40B4-BE49-F238E27FC236}">
                  <a16:creationId xmlns:a16="http://schemas.microsoft.com/office/drawing/2014/main" id="{2CCB0ECF-7998-FAE4-1285-ED3C8810F77F}"/>
                </a:ext>
              </a:extLst>
            </p:cNvPr>
            <p:cNvPicPr>
              <a:picLocks noChangeAspect="1"/>
            </p:cNvPicPr>
            <p:nvPr/>
          </p:nvPicPr>
          <p:blipFill>
            <a:blip r:embed="rId5"/>
            <a:stretch>
              <a:fillRect/>
            </a:stretch>
          </p:blipFill>
          <p:spPr>
            <a:xfrm>
              <a:off x="3087411" y="5708081"/>
              <a:ext cx="227050" cy="227050"/>
            </a:xfrm>
            <a:prstGeom prst="rect">
              <a:avLst/>
            </a:prstGeom>
          </p:spPr>
        </p:pic>
        <p:pic>
          <p:nvPicPr>
            <p:cNvPr id="14" name="Imagen 13">
              <a:extLst>
                <a:ext uri="{FF2B5EF4-FFF2-40B4-BE49-F238E27FC236}">
                  <a16:creationId xmlns:a16="http://schemas.microsoft.com/office/drawing/2014/main" id="{6D1A43E7-69B6-4646-9903-B9102716988C}"/>
                </a:ext>
              </a:extLst>
            </p:cNvPr>
            <p:cNvPicPr>
              <a:picLocks noChangeAspect="1"/>
            </p:cNvPicPr>
            <p:nvPr/>
          </p:nvPicPr>
          <p:blipFill>
            <a:blip r:embed="rId6"/>
            <a:stretch>
              <a:fillRect/>
            </a:stretch>
          </p:blipFill>
          <p:spPr>
            <a:xfrm>
              <a:off x="3092543" y="5977747"/>
              <a:ext cx="227050" cy="227050"/>
            </a:xfrm>
            <a:prstGeom prst="rect">
              <a:avLst/>
            </a:prstGeom>
          </p:spPr>
        </p:pic>
        <p:pic>
          <p:nvPicPr>
            <p:cNvPr id="15" name="Imagen 14">
              <a:extLst>
                <a:ext uri="{FF2B5EF4-FFF2-40B4-BE49-F238E27FC236}">
                  <a16:creationId xmlns:a16="http://schemas.microsoft.com/office/drawing/2014/main" id="{69FCCB52-B8C3-08AB-BADD-4C83D9BECC67}"/>
                </a:ext>
              </a:extLst>
            </p:cNvPr>
            <p:cNvPicPr>
              <a:picLocks noChangeAspect="1"/>
            </p:cNvPicPr>
            <p:nvPr/>
          </p:nvPicPr>
          <p:blipFill>
            <a:blip r:embed="rId7"/>
            <a:stretch>
              <a:fillRect/>
            </a:stretch>
          </p:blipFill>
          <p:spPr>
            <a:xfrm>
              <a:off x="5490895" y="5708081"/>
              <a:ext cx="227050" cy="227050"/>
            </a:xfrm>
            <a:prstGeom prst="rect">
              <a:avLst/>
            </a:prstGeom>
          </p:spPr>
        </p:pic>
        <p:pic>
          <p:nvPicPr>
            <p:cNvPr id="16" name="Imagen 15">
              <a:extLst>
                <a:ext uri="{FF2B5EF4-FFF2-40B4-BE49-F238E27FC236}">
                  <a16:creationId xmlns:a16="http://schemas.microsoft.com/office/drawing/2014/main" id="{47AFC8BF-00AE-BC99-EE16-D3B82B54258C}"/>
                </a:ext>
              </a:extLst>
            </p:cNvPr>
            <p:cNvPicPr>
              <a:picLocks noChangeAspect="1"/>
            </p:cNvPicPr>
            <p:nvPr/>
          </p:nvPicPr>
          <p:blipFill>
            <a:blip r:embed="rId8"/>
            <a:stretch>
              <a:fillRect/>
            </a:stretch>
          </p:blipFill>
          <p:spPr>
            <a:xfrm>
              <a:off x="5490895" y="5968835"/>
              <a:ext cx="227050" cy="227050"/>
            </a:xfrm>
            <a:prstGeom prst="rect">
              <a:avLst/>
            </a:prstGeom>
          </p:spPr>
        </p:pic>
        <p:pic>
          <p:nvPicPr>
            <p:cNvPr id="17" name="Imagen 16">
              <a:extLst>
                <a:ext uri="{FF2B5EF4-FFF2-40B4-BE49-F238E27FC236}">
                  <a16:creationId xmlns:a16="http://schemas.microsoft.com/office/drawing/2014/main" id="{54B30567-5750-B714-B628-43D8AED3BBB6}"/>
                </a:ext>
              </a:extLst>
            </p:cNvPr>
            <p:cNvPicPr>
              <a:picLocks noChangeAspect="1"/>
            </p:cNvPicPr>
            <p:nvPr/>
          </p:nvPicPr>
          <p:blipFill>
            <a:blip r:embed="rId9"/>
            <a:stretch>
              <a:fillRect/>
            </a:stretch>
          </p:blipFill>
          <p:spPr>
            <a:xfrm>
              <a:off x="7662040" y="5708081"/>
              <a:ext cx="227050" cy="227050"/>
            </a:xfrm>
            <a:prstGeom prst="rect">
              <a:avLst/>
            </a:prstGeom>
          </p:spPr>
        </p:pic>
      </p:grpSp>
      <p:sp>
        <p:nvSpPr>
          <p:cNvPr id="21" name="Rectángulo 20">
            <a:extLst>
              <a:ext uri="{FF2B5EF4-FFF2-40B4-BE49-F238E27FC236}">
                <a16:creationId xmlns:a16="http://schemas.microsoft.com/office/drawing/2014/main" id="{336BCD4A-D6C1-8195-C21C-B7E535B32CB4}"/>
              </a:ext>
            </a:extLst>
          </p:cNvPr>
          <p:cNvSpPr/>
          <p:nvPr/>
        </p:nvSpPr>
        <p:spPr>
          <a:xfrm>
            <a:off x="1124394" y="0"/>
            <a:ext cx="67118" cy="4432308"/>
          </a:xfrm>
          <a:prstGeom prst="rect">
            <a:avLst/>
          </a:prstGeom>
          <a:solidFill>
            <a:srgbClr val="F4A1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s-CO" sz="1013"/>
          </a:p>
        </p:txBody>
      </p:sp>
      <p:pic>
        <p:nvPicPr>
          <p:cNvPr id="20" name="Gráfico 19">
            <a:extLst>
              <a:ext uri="{FF2B5EF4-FFF2-40B4-BE49-F238E27FC236}">
                <a16:creationId xmlns:a16="http://schemas.microsoft.com/office/drawing/2014/main" id="{FBD48089-1D23-779F-76EF-E14A0B72DCA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61055" t="3008" r="-699" b="-3008"/>
          <a:stretch/>
        </p:blipFill>
        <p:spPr>
          <a:xfrm>
            <a:off x="-189820" y="-1408082"/>
            <a:ext cx="2039119" cy="5143500"/>
          </a:xfrm>
          <a:prstGeom prst="rect">
            <a:avLst/>
          </a:prstGeom>
        </p:spPr>
      </p:pic>
      <p:pic>
        <p:nvPicPr>
          <p:cNvPr id="23" name="Imagen 22">
            <a:extLst>
              <a:ext uri="{FF2B5EF4-FFF2-40B4-BE49-F238E27FC236}">
                <a16:creationId xmlns:a16="http://schemas.microsoft.com/office/drawing/2014/main" id="{A4A9DE41-5355-1596-AAD9-23EB84EDECDB}"/>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r="50000" b="37467"/>
          <a:stretch/>
        </p:blipFill>
        <p:spPr>
          <a:xfrm>
            <a:off x="7119431" y="1927114"/>
            <a:ext cx="2024570" cy="3216386"/>
          </a:xfrm>
          <a:prstGeom prst="rect">
            <a:avLst/>
          </a:prstGeom>
        </p:spPr>
      </p:pic>
      <p:sp>
        <p:nvSpPr>
          <p:cNvPr id="24" name="Rectángulo 23">
            <a:extLst>
              <a:ext uri="{FF2B5EF4-FFF2-40B4-BE49-F238E27FC236}">
                <a16:creationId xmlns:a16="http://schemas.microsoft.com/office/drawing/2014/main" id="{AE68E89F-FD61-39A1-F441-04457478A244}"/>
              </a:ext>
            </a:extLst>
          </p:cNvPr>
          <p:cNvSpPr/>
          <p:nvPr/>
        </p:nvSpPr>
        <p:spPr>
          <a:xfrm rot="16200000">
            <a:off x="1566430" y="3958311"/>
            <a:ext cx="78227" cy="962297"/>
          </a:xfrm>
          <a:prstGeom prst="rect">
            <a:avLst/>
          </a:prstGeom>
          <a:solidFill>
            <a:srgbClr val="F4A1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s-CO" sz="1013"/>
          </a:p>
        </p:txBody>
      </p:sp>
      <p:pic>
        <p:nvPicPr>
          <p:cNvPr id="22" name="Picture 2">
            <a:extLst>
              <a:ext uri="{FF2B5EF4-FFF2-40B4-BE49-F238E27FC236}">
                <a16:creationId xmlns:a16="http://schemas.microsoft.com/office/drawing/2014/main" id="{FC741CF7-291F-BB2A-820B-F6CCB0150D3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47775" y="1391299"/>
            <a:ext cx="2478762" cy="2501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51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504950"/>
            <a:ext cx="3276600" cy="2133600"/>
          </a:xfrm>
          <a:prstGeom prst="rect">
            <a:avLst/>
          </a:prstGeom>
          <a:solidFill>
            <a:srgbClr val="5C8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0" y="1352550"/>
            <a:ext cx="9144000" cy="2429414"/>
          </a:xfrm>
          <a:prstGeom prst="rect">
            <a:avLst/>
          </a:prstGeom>
          <a:solidFill>
            <a:srgbClr val="E4605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42900" y="1504950"/>
            <a:ext cx="9829800" cy="2057400"/>
          </a:xfrm>
          <a:prstGeom prst="rect">
            <a:avLst/>
          </a:prstGeom>
          <a:noFill/>
          <a:ln>
            <a:solidFill>
              <a:schemeClr val="bg1">
                <a:alpha val="4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0931" y="2014447"/>
            <a:ext cx="6090738" cy="1114605"/>
          </a:xfrm>
          <a:prstGeom prst="rect">
            <a:avLst/>
          </a:prstGeom>
        </p:spPr>
      </p:pic>
    </p:spTree>
    <p:extLst>
      <p:ext uri="{BB962C8B-B14F-4D97-AF65-F5344CB8AC3E}">
        <p14:creationId xmlns:p14="http://schemas.microsoft.com/office/powerpoint/2010/main" val="3884901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206C8355D678A459F2EF8957171B231" ma:contentTypeVersion="18" ma:contentTypeDescription="Crear nuevo documento." ma:contentTypeScope="" ma:versionID="d57cbf8bb45c5289c7e473ed1a37fbd9">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26ec42693e457ba148cfdd4b23c931cd"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dc808d36-874f-4b27-aec2-2fd649817929">
      <UserInfo>
        <DisplayName/>
        <AccountId xsi:nil="true"/>
        <AccountType/>
      </UserInfo>
    </SharedWithUsers>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E64C0C-EA45-4597-A5AE-44BC6CF75546}"/>
</file>

<file path=customXml/itemProps2.xml><?xml version="1.0" encoding="utf-8"?>
<ds:datastoreItem xmlns:ds="http://schemas.openxmlformats.org/officeDocument/2006/customXml" ds:itemID="{BB032928-B48C-4862-8C4B-CD815424E86A}">
  <ds:schemaRefs>
    <ds:schemaRef ds:uri="20af6edd-669a-46b7-976f-d14245bf0bf6"/>
    <ds:schemaRef ds:uri="dc808d36-874f-4b27-aec2-2fd6498179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27176C1-E117-49A8-9915-4E40A276BD7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17</Slides>
  <Notes>16</Notes>
  <HiddenSlides>1</HiddenSlide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Office Theme</vt:lpstr>
      <vt:lpstr>Tema de Office</vt:lpstr>
      <vt:lpstr>PowerPoint Presentation</vt:lpstr>
      <vt:lpstr>Purpose of Reorganization</vt:lpstr>
      <vt:lpstr>Some details …</vt:lpstr>
      <vt:lpstr>Partners Executive Team</vt:lpstr>
      <vt:lpstr>Unit:  Finance</vt:lpstr>
      <vt:lpstr>Unit:  Operations </vt:lpstr>
      <vt:lpstr>Unit: Organizational Advancement</vt:lpstr>
      <vt:lpstr>Unit:  Programs</vt:lpstr>
      <vt:lpstr>Sub-Unit:  Colombia Branch Office</vt:lpstr>
      <vt:lpstr>Sub-Unit:  Education </vt:lpstr>
      <vt:lpstr>Sub-Unit:  Labor </vt:lpstr>
      <vt:lpstr>Sub-Unit:  Agriculture &amp; Food Security </vt:lpstr>
      <vt:lpstr>POA</vt:lpstr>
      <vt:lpstr>POA</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Morgan Doggett</dc:creator>
  <cp:revision>1</cp:revision>
  <dcterms:created xsi:type="dcterms:W3CDTF">2018-08-14T13:26:39Z</dcterms:created>
  <dcterms:modified xsi:type="dcterms:W3CDTF">2022-10-24T21:27:15Z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ComplianceAssetId">
    <vt:lpwstr/>
  </property>
  <property fmtid="{D5CDD505-2E9C-101B-9397-08002B2CF9AE}" pid="4" name="_ExtendedDescription">
    <vt:lpwstr/>
  </property>
  <property fmtid="{D5CDD505-2E9C-101B-9397-08002B2CF9AE}" pid="5" name="MediaServiceImageTags">
    <vt:lpwstr/>
  </property>
</Properties>
</file>