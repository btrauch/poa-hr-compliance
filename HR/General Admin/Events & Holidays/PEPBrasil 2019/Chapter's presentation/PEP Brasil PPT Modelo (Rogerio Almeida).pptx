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7" r:id="rId5"/>
    <p:sldId id="259" r:id="rId6"/>
    <p:sldId id="265" r:id="rId7"/>
    <p:sldId id="266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lliam Webber" initials="WW" lastIdx="5" clrIdx="0">
    <p:extLst>
      <p:ext uri="{19B8F6BF-5375-455C-9EA6-DF929625EA0E}">
        <p15:presenceInfo xmlns:p15="http://schemas.microsoft.com/office/powerpoint/2012/main" userId="William Webb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054"/>
    <a:srgbClr val="E0483C"/>
    <a:srgbClr val="663300"/>
    <a:srgbClr val="5C801F"/>
    <a:srgbClr val="658E22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D8EBEF-79A7-4428-AE07-68FB360B5656}" v="1725" dt="2019-11-12T13:55:52.316"/>
    <p1510:client id="{211106C8-4564-45AA-A53D-D9F5C55D59C2}" v="12" dt="2019-11-04T15:22:02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4"/>
    <p:restoredTop sz="94727"/>
  </p:normalViewPr>
  <p:slideViewPr>
    <p:cSldViewPr>
      <p:cViewPr varScale="1">
        <p:scale>
          <a:sx n="136" d="100"/>
          <a:sy n="136" d="100"/>
        </p:scale>
        <p:origin x="1182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DD8EBEF-79A7-4428-AE07-68FB360B5656}"/>
    <pc:docChg chg="modSld">
      <pc:chgData name="" userId="" providerId="" clId="Web-{0DD8EBEF-79A7-4428-AE07-68FB360B5656}" dt="2019-11-12T13:55:52.316" v="1725" actId="20577"/>
      <pc:docMkLst>
        <pc:docMk/>
      </pc:docMkLst>
      <pc:sldChg chg="modSp">
        <pc:chgData name="" userId="" providerId="" clId="Web-{0DD8EBEF-79A7-4428-AE07-68FB360B5656}" dt="2019-11-12T12:51:16.563" v="12" actId="20577"/>
        <pc:sldMkLst>
          <pc:docMk/>
          <pc:sldMk cId="2335778617" sldId="257"/>
        </pc:sldMkLst>
        <pc:spChg chg="mod">
          <ac:chgData name="" userId="" providerId="" clId="Web-{0DD8EBEF-79A7-4428-AE07-68FB360B5656}" dt="2019-11-12T12:51:16.563" v="12" actId="20577"/>
          <ac:spMkLst>
            <pc:docMk/>
            <pc:sldMk cId="2335778617" sldId="257"/>
            <ac:spMk id="6" creationId="{00000000-0000-0000-0000-000000000000}"/>
          </ac:spMkLst>
        </pc:spChg>
      </pc:sldChg>
      <pc:sldChg chg="addSp delSp modSp">
        <pc:chgData name="" userId="" providerId="" clId="Web-{0DD8EBEF-79A7-4428-AE07-68FB360B5656}" dt="2019-11-12T13:23:41.190" v="361" actId="20577"/>
        <pc:sldMkLst>
          <pc:docMk/>
          <pc:sldMk cId="3900345333" sldId="259"/>
        </pc:sldMkLst>
        <pc:spChg chg="add del mod">
          <ac:chgData name="" userId="" providerId="" clId="Web-{0DD8EBEF-79A7-4428-AE07-68FB360B5656}" dt="2019-11-12T13:23:41.190" v="361" actId="20577"/>
          <ac:spMkLst>
            <pc:docMk/>
            <pc:sldMk cId="3900345333" sldId="259"/>
            <ac:spMk id="4" creationId="{4BC16F99-4ABA-4B9B-B914-2C542A157553}"/>
          </ac:spMkLst>
        </pc:spChg>
      </pc:sldChg>
      <pc:sldChg chg="modSp">
        <pc:chgData name="" userId="" providerId="" clId="Web-{0DD8EBEF-79A7-4428-AE07-68FB360B5656}" dt="2019-11-12T13:55:52.301" v="1724" actId="20577"/>
        <pc:sldMkLst>
          <pc:docMk/>
          <pc:sldMk cId="2448303952" sldId="265"/>
        </pc:sldMkLst>
        <pc:spChg chg="mod">
          <ac:chgData name="" userId="" providerId="" clId="Web-{0DD8EBEF-79A7-4428-AE07-68FB360B5656}" dt="2019-11-12T13:55:52.301" v="1724" actId="20577"/>
          <ac:spMkLst>
            <pc:docMk/>
            <pc:sldMk cId="2448303952" sldId="265"/>
            <ac:spMk id="3" creationId="{E76F1942-8BC4-412C-80D4-C553D1394653}"/>
          </ac:spMkLst>
        </pc:spChg>
      </pc:sldChg>
      <pc:sldChg chg="delSp modSp">
        <pc:chgData name="" userId="" providerId="" clId="Web-{0DD8EBEF-79A7-4428-AE07-68FB360B5656}" dt="2019-11-12T13:52:47.957" v="1670" actId="20577"/>
        <pc:sldMkLst>
          <pc:docMk/>
          <pc:sldMk cId="3899713806" sldId="266"/>
        </pc:sldMkLst>
        <pc:spChg chg="del mod">
          <ac:chgData name="" userId="" providerId="" clId="Web-{0DD8EBEF-79A7-4428-AE07-68FB360B5656}" dt="2019-11-12T13:48:31.191" v="1472"/>
          <ac:spMkLst>
            <pc:docMk/>
            <pc:sldMk cId="3899713806" sldId="266"/>
            <ac:spMk id="3" creationId="{B5B1315E-6FF8-4071-B9B3-1452360EF0E4}"/>
          </ac:spMkLst>
        </pc:spChg>
        <pc:spChg chg="mod">
          <ac:chgData name="" userId="" providerId="" clId="Web-{0DD8EBEF-79A7-4428-AE07-68FB360B5656}" dt="2019-11-12T13:52:47.957" v="1670" actId="20577"/>
          <ac:spMkLst>
            <pc:docMk/>
            <pc:sldMk cId="3899713806" sldId="266"/>
            <ac:spMk id="7" creationId="{CF50DC27-7B1D-4483-B5CC-882FAF67CCF4}"/>
          </ac:spMkLst>
        </pc:spChg>
      </pc:sldChg>
    </pc:docChg>
  </pc:docChgLst>
  <pc:docChgLst>
    <pc:chgData name="William Webber" userId="777c3b0d-b4c7-4613-a410-3218812ba945" providerId="ADAL" clId="{211106C8-4564-45AA-A53D-D9F5C55D59C2}"/>
    <pc:docChg chg="undo custSel addSld delSld modSld">
      <pc:chgData name="William Webber" userId="777c3b0d-b4c7-4613-a410-3218812ba945" providerId="ADAL" clId="{211106C8-4564-45AA-A53D-D9F5C55D59C2}" dt="2019-11-04T15:22:34.616" v="521" actId="1076"/>
      <pc:docMkLst>
        <pc:docMk/>
      </pc:docMkLst>
      <pc:sldChg chg="modSp">
        <pc:chgData name="William Webber" userId="777c3b0d-b4c7-4613-a410-3218812ba945" providerId="ADAL" clId="{211106C8-4564-45AA-A53D-D9F5C55D59C2}" dt="2019-11-04T15:08:38.203" v="23" actId="20577"/>
        <pc:sldMkLst>
          <pc:docMk/>
          <pc:sldMk cId="2335778617" sldId="257"/>
        </pc:sldMkLst>
        <pc:spChg chg="mod">
          <ac:chgData name="William Webber" userId="777c3b0d-b4c7-4613-a410-3218812ba945" providerId="ADAL" clId="{211106C8-4564-45AA-A53D-D9F5C55D59C2}" dt="2019-11-04T15:08:22.725" v="9" actId="20577"/>
          <ac:spMkLst>
            <pc:docMk/>
            <pc:sldMk cId="2335778617" sldId="257"/>
            <ac:spMk id="5" creationId="{00000000-0000-0000-0000-000000000000}"/>
          </ac:spMkLst>
        </pc:spChg>
        <pc:spChg chg="mod">
          <ac:chgData name="William Webber" userId="777c3b0d-b4c7-4613-a410-3218812ba945" providerId="ADAL" clId="{211106C8-4564-45AA-A53D-D9F5C55D59C2}" dt="2019-11-04T15:08:38.203" v="23" actId="20577"/>
          <ac:spMkLst>
            <pc:docMk/>
            <pc:sldMk cId="2335778617" sldId="257"/>
            <ac:spMk id="6" creationId="{00000000-0000-0000-0000-000000000000}"/>
          </ac:spMkLst>
        </pc:spChg>
      </pc:sldChg>
      <pc:sldChg chg="addSp delSp modSp">
        <pc:chgData name="William Webber" userId="777c3b0d-b4c7-4613-a410-3218812ba945" providerId="ADAL" clId="{211106C8-4564-45AA-A53D-D9F5C55D59C2}" dt="2019-11-04T15:20:56.616" v="477" actId="404"/>
        <pc:sldMkLst>
          <pc:docMk/>
          <pc:sldMk cId="3900345333" sldId="259"/>
        </pc:sldMkLst>
        <pc:spChg chg="mod">
          <ac:chgData name="William Webber" userId="777c3b0d-b4c7-4613-a410-3218812ba945" providerId="ADAL" clId="{211106C8-4564-45AA-A53D-D9F5C55D59C2}" dt="2019-11-04T15:20:56.616" v="477" actId="404"/>
          <ac:spMkLst>
            <pc:docMk/>
            <pc:sldMk cId="3900345333" sldId="259"/>
            <ac:spMk id="2" creationId="{00000000-0000-0000-0000-000000000000}"/>
          </ac:spMkLst>
        </pc:spChg>
        <pc:spChg chg="del">
          <ac:chgData name="William Webber" userId="777c3b0d-b4c7-4613-a410-3218812ba945" providerId="ADAL" clId="{211106C8-4564-45AA-A53D-D9F5C55D59C2}" dt="2019-11-04T15:09:30.381" v="52" actId="478"/>
          <ac:spMkLst>
            <pc:docMk/>
            <pc:sldMk cId="3900345333" sldId="259"/>
            <ac:spMk id="3" creationId="{00000000-0000-0000-0000-000000000000}"/>
          </ac:spMkLst>
        </pc:spChg>
        <pc:spChg chg="add mod">
          <ac:chgData name="William Webber" userId="777c3b0d-b4c7-4613-a410-3218812ba945" providerId="ADAL" clId="{211106C8-4564-45AA-A53D-D9F5C55D59C2}" dt="2019-11-04T15:18:33.332" v="362" actId="1076"/>
          <ac:spMkLst>
            <pc:docMk/>
            <pc:sldMk cId="3900345333" sldId="259"/>
            <ac:spMk id="4" creationId="{4BC16F99-4ABA-4B9B-B914-2C542A157553}"/>
          </ac:spMkLst>
        </pc:spChg>
        <pc:spChg chg="del">
          <ac:chgData name="William Webber" userId="777c3b0d-b4c7-4613-a410-3218812ba945" providerId="ADAL" clId="{211106C8-4564-45AA-A53D-D9F5C55D59C2}" dt="2019-11-04T15:09:27.701" v="50" actId="478"/>
          <ac:spMkLst>
            <pc:docMk/>
            <pc:sldMk cId="3900345333" sldId="259"/>
            <ac:spMk id="8" creationId="{00000000-0000-0000-0000-000000000000}"/>
          </ac:spMkLst>
        </pc:spChg>
        <pc:spChg chg="del">
          <ac:chgData name="William Webber" userId="777c3b0d-b4c7-4613-a410-3218812ba945" providerId="ADAL" clId="{211106C8-4564-45AA-A53D-D9F5C55D59C2}" dt="2019-11-04T15:09:25.765" v="49" actId="478"/>
          <ac:spMkLst>
            <pc:docMk/>
            <pc:sldMk cId="3900345333" sldId="259"/>
            <ac:spMk id="11" creationId="{00000000-0000-0000-0000-000000000000}"/>
          </ac:spMkLst>
        </pc:spChg>
        <pc:spChg chg="del">
          <ac:chgData name="William Webber" userId="777c3b0d-b4c7-4613-a410-3218812ba945" providerId="ADAL" clId="{211106C8-4564-45AA-A53D-D9F5C55D59C2}" dt="2019-11-04T15:09:32.253" v="53" actId="478"/>
          <ac:spMkLst>
            <pc:docMk/>
            <pc:sldMk cId="3900345333" sldId="259"/>
            <ac:spMk id="15" creationId="{00000000-0000-0000-0000-000000000000}"/>
          </ac:spMkLst>
        </pc:spChg>
        <pc:spChg chg="mod">
          <ac:chgData name="William Webber" userId="777c3b0d-b4c7-4613-a410-3218812ba945" providerId="ADAL" clId="{211106C8-4564-45AA-A53D-D9F5C55D59C2}" dt="2019-11-04T15:09:50.018" v="67" actId="1076"/>
          <ac:spMkLst>
            <pc:docMk/>
            <pc:sldMk cId="3900345333" sldId="259"/>
            <ac:spMk id="16" creationId="{00000000-0000-0000-0000-000000000000}"/>
          </ac:spMkLst>
        </pc:spChg>
        <pc:spChg chg="del">
          <ac:chgData name="William Webber" userId="777c3b0d-b4c7-4613-a410-3218812ba945" providerId="ADAL" clId="{211106C8-4564-45AA-A53D-D9F5C55D59C2}" dt="2019-11-04T15:09:29.085" v="51" actId="478"/>
          <ac:spMkLst>
            <pc:docMk/>
            <pc:sldMk cId="3900345333" sldId="259"/>
            <ac:spMk id="37" creationId="{E5BEFDBE-0979-4FFA-A88F-1507F03A8D5A}"/>
          </ac:spMkLst>
        </pc:spChg>
      </pc:sldChg>
      <pc:sldChg chg="add del">
        <pc:chgData name="William Webber" userId="777c3b0d-b4c7-4613-a410-3218812ba945" providerId="ADAL" clId="{211106C8-4564-45AA-A53D-D9F5C55D59C2}" dt="2019-11-04T15:11:31.420" v="97" actId="2696"/>
        <pc:sldMkLst>
          <pc:docMk/>
          <pc:sldMk cId="595621908" sldId="264"/>
        </pc:sldMkLst>
      </pc:sldChg>
      <pc:sldChg chg="addSp modSp add">
        <pc:chgData name="William Webber" userId="777c3b0d-b4c7-4613-a410-3218812ba945" providerId="ADAL" clId="{211106C8-4564-45AA-A53D-D9F5C55D59C2}" dt="2019-11-04T15:20:50.909" v="474" actId="1076"/>
        <pc:sldMkLst>
          <pc:docMk/>
          <pc:sldMk cId="2448303952" sldId="265"/>
        </pc:sldMkLst>
        <pc:spChg chg="mod">
          <ac:chgData name="William Webber" userId="777c3b0d-b4c7-4613-a410-3218812ba945" providerId="ADAL" clId="{211106C8-4564-45AA-A53D-D9F5C55D59C2}" dt="2019-11-04T15:20:45.702" v="473" actId="404"/>
          <ac:spMkLst>
            <pc:docMk/>
            <pc:sldMk cId="2448303952" sldId="265"/>
            <ac:spMk id="2" creationId="{00000000-0000-0000-0000-000000000000}"/>
          </ac:spMkLst>
        </pc:spChg>
        <pc:spChg chg="add mod">
          <ac:chgData name="William Webber" userId="777c3b0d-b4c7-4613-a410-3218812ba945" providerId="ADAL" clId="{211106C8-4564-45AA-A53D-D9F5C55D59C2}" dt="2019-11-04T15:20:50.909" v="474" actId="1076"/>
          <ac:spMkLst>
            <pc:docMk/>
            <pc:sldMk cId="2448303952" sldId="265"/>
            <ac:spMk id="3" creationId="{E76F1942-8BC4-412C-80D4-C553D1394653}"/>
          </ac:spMkLst>
        </pc:spChg>
      </pc:sldChg>
      <pc:sldChg chg="addSp modSp add">
        <pc:chgData name="William Webber" userId="777c3b0d-b4c7-4613-a410-3218812ba945" providerId="ADAL" clId="{211106C8-4564-45AA-A53D-D9F5C55D59C2}" dt="2019-11-04T15:22:34.616" v="521" actId="1076"/>
        <pc:sldMkLst>
          <pc:docMk/>
          <pc:sldMk cId="3899713806" sldId="266"/>
        </pc:sldMkLst>
        <pc:spChg chg="mod">
          <ac:chgData name="William Webber" userId="777c3b0d-b4c7-4613-a410-3218812ba945" providerId="ADAL" clId="{211106C8-4564-45AA-A53D-D9F5C55D59C2}" dt="2019-11-04T15:21:01.848" v="480" actId="404"/>
          <ac:spMkLst>
            <pc:docMk/>
            <pc:sldMk cId="3899713806" sldId="266"/>
            <ac:spMk id="2" creationId="{00000000-0000-0000-0000-000000000000}"/>
          </ac:spMkLst>
        </pc:spChg>
        <pc:spChg chg="add mod">
          <ac:chgData name="William Webber" userId="777c3b0d-b4c7-4613-a410-3218812ba945" providerId="ADAL" clId="{211106C8-4564-45AA-A53D-D9F5C55D59C2}" dt="2019-11-04T15:22:34.616" v="521" actId="1076"/>
          <ac:spMkLst>
            <pc:docMk/>
            <pc:sldMk cId="3899713806" sldId="266"/>
            <ac:spMk id="3" creationId="{B5B1315E-6FF8-4071-B9B3-1452360EF0E4}"/>
          </ac:spMkLst>
        </pc:spChg>
        <pc:spChg chg="add mod">
          <ac:chgData name="William Webber" userId="777c3b0d-b4c7-4613-a410-3218812ba945" providerId="ADAL" clId="{211106C8-4564-45AA-A53D-D9F5C55D59C2}" dt="2019-11-04T15:22:30.187" v="520" actId="20577"/>
          <ac:spMkLst>
            <pc:docMk/>
            <pc:sldMk cId="3899713806" sldId="266"/>
            <ac:spMk id="7" creationId="{CF50DC27-7B1D-4483-B5CC-882FAF67CC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976C-55E9-477D-9930-BF43D028A94E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8CDDC-CBDB-4294-98C4-98A2F202DD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90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8CDDC-CBDB-4294-98C4-98A2F202DD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74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57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6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48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68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82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39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07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4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9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5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33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37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5250"/>
            <a:ext cx="9448800" cy="5410200"/>
          </a:xfrm>
          <a:prstGeom prst="rect">
            <a:avLst/>
          </a:prstGeom>
          <a:solidFill>
            <a:srgbClr val="E460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46054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495425"/>
            <a:ext cx="5333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PEP </a:t>
            </a:r>
            <a:r>
              <a:rPr lang="en-US" sz="5400" dirty="0" err="1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Brasil</a:t>
            </a:r>
            <a:endParaRPr lang="en-US" sz="5400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8357" y="2266950"/>
            <a:ext cx="388620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i="1" dirty="0" err="1">
                <a:solidFill>
                  <a:schemeClr val="bg1"/>
                </a:solidFill>
                <a:latin typeface="Lato"/>
                <a:ea typeface="Lato" pitchFamily="34" charset="0"/>
                <a:cs typeface="Lato" pitchFamily="34" charset="0"/>
              </a:rPr>
              <a:t>Comitê</a:t>
            </a:r>
            <a:r>
              <a:rPr lang="en-US" sz="2000" i="1" dirty="0">
                <a:solidFill>
                  <a:schemeClr val="bg1"/>
                </a:solidFill>
                <a:latin typeface="Lato"/>
                <a:ea typeface="Lato" pitchFamily="34" charset="0"/>
                <a:cs typeface="Lato" pitchFamily="34" charset="0"/>
              </a:rPr>
              <a:t> Paraíba</a:t>
            </a:r>
            <a:endParaRPr lang="en-US" sz="2000" i="1" dirty="0">
              <a:solidFill>
                <a:schemeClr val="bg1"/>
              </a:solidFill>
              <a:latin typeface="Lato" pitchFamily="34" charset="0"/>
              <a:ea typeface="Lato" pitchFamily="34" charset="0"/>
              <a:cs typeface="Lato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04801" y="4095750"/>
            <a:ext cx="3536950" cy="0"/>
          </a:xfrm>
          <a:prstGeom prst="line">
            <a:avLst/>
          </a:prstGeom>
          <a:ln w="12700">
            <a:solidFill>
              <a:schemeClr val="bg1">
                <a:alpha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 rot="166376">
            <a:off x="5681471" y="744389"/>
            <a:ext cx="30910953" cy="5662399"/>
          </a:xfrm>
          <a:prstGeom prst="rect">
            <a:avLst/>
          </a:prstGeom>
          <a:blipFill dpi="0" rotWithShape="1">
            <a:blip r:embed="rId3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48150"/>
            <a:ext cx="3429000" cy="62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778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60496"/>
            <a:ext cx="7696200" cy="857250"/>
          </a:xfrm>
        </p:spPr>
        <p:txBody>
          <a:bodyPr>
            <a:normAutofit/>
          </a:bodyPr>
          <a:lstStyle/>
          <a:p>
            <a:pPr algn="l"/>
            <a:r>
              <a:rPr lang="en-US" sz="3200" dirty="0" err="1">
                <a:solidFill>
                  <a:srgbClr val="E46054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Informação</a:t>
            </a:r>
            <a:r>
              <a:rPr lang="en-US" sz="3200" dirty="0">
                <a:solidFill>
                  <a:srgbClr val="E46054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3200" dirty="0" err="1">
                <a:solidFill>
                  <a:srgbClr val="E46054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geral</a:t>
            </a:r>
            <a:endParaRPr lang="en-US" sz="3200" dirty="0">
              <a:solidFill>
                <a:srgbClr val="E46054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76200" y="4808519"/>
            <a:ext cx="28865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PEP </a:t>
            </a:r>
            <a:r>
              <a:rPr lang="en-US" sz="1050" b="1" dirty="0" err="1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Brasil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2019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8185123" y="-95250"/>
            <a:ext cx="609600" cy="952500"/>
            <a:chOff x="8185123" y="-95250"/>
            <a:chExt cx="609600" cy="952500"/>
          </a:xfrm>
        </p:grpSpPr>
        <p:sp>
          <p:nvSpPr>
            <p:cNvPr id="12" name="Rectangle 11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2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BC16F99-4ABA-4B9B-B914-2C542A157553}"/>
              </a:ext>
            </a:extLst>
          </p:cNvPr>
          <p:cNvSpPr txBox="1"/>
          <p:nvPr/>
        </p:nvSpPr>
        <p:spPr>
          <a:xfrm>
            <a:off x="232937" y="1015530"/>
            <a:ext cx="7765950" cy="2862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i="1" dirty="0"/>
              <a:t>O </a:t>
            </a:r>
            <a:r>
              <a:rPr lang="en-US" i="1" dirty="0" err="1"/>
              <a:t>Comitê</a:t>
            </a:r>
            <a:r>
              <a:rPr lang="en-US" i="1" dirty="0"/>
              <a:t> Paraíba </a:t>
            </a:r>
            <a:r>
              <a:rPr lang="en-US" i="1" dirty="0" err="1"/>
              <a:t>foi</a:t>
            </a:r>
            <a:r>
              <a:rPr lang="en-US" i="1" dirty="0"/>
              <a:t> </a:t>
            </a:r>
            <a:r>
              <a:rPr lang="en-US" i="1" dirty="0" err="1"/>
              <a:t>criado</a:t>
            </a:r>
            <a:r>
              <a:rPr lang="en-US" i="1" dirty="0"/>
              <a:t> </a:t>
            </a:r>
            <a:r>
              <a:rPr lang="en-US" i="1" dirty="0" err="1"/>
              <a:t>em</a:t>
            </a:r>
            <a:r>
              <a:rPr lang="en-US" i="1" dirty="0"/>
              <a:t> 28 de </a:t>
            </a:r>
            <a:r>
              <a:rPr lang="en-US" i="1" dirty="0" err="1"/>
              <a:t>dezembro</a:t>
            </a:r>
            <a:r>
              <a:rPr lang="en-US" i="1" dirty="0"/>
              <a:t> de 1966, </a:t>
            </a:r>
            <a:r>
              <a:rPr lang="en-US" i="1" dirty="0" err="1"/>
              <a:t>estabelecendo</a:t>
            </a:r>
            <a:r>
              <a:rPr lang="en-US" i="1" dirty="0"/>
              <a:t> </a:t>
            </a:r>
            <a:r>
              <a:rPr lang="en-US" i="1" dirty="0" err="1"/>
              <a:t>parceria</a:t>
            </a:r>
            <a:r>
              <a:rPr lang="en-US" i="1" dirty="0"/>
              <a:t> </a:t>
            </a:r>
            <a:endParaRPr lang="pt-BR"/>
          </a:p>
          <a:p>
            <a:r>
              <a:rPr lang="en-US" i="1" dirty="0"/>
              <a:t>com o Estado de Connecticut( EUA).</a:t>
            </a:r>
            <a:endParaRPr lang="en-US" i="1" dirty="0">
              <a:cs typeface="Calibri"/>
            </a:endParaRPr>
          </a:p>
          <a:p>
            <a:r>
              <a:rPr lang="en-US" i="1" dirty="0" err="1">
                <a:cs typeface="Calibri"/>
              </a:rPr>
              <a:t>Foi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registrado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pelas</a:t>
            </a:r>
            <a:r>
              <a:rPr lang="en-US" i="1" dirty="0">
                <a:cs typeface="Calibri"/>
              </a:rPr>
              <a:t> Leis de </a:t>
            </a:r>
            <a:r>
              <a:rPr lang="en-US" i="1" dirty="0" err="1">
                <a:cs typeface="Calibri"/>
              </a:rPr>
              <a:t>Utilidade</a:t>
            </a:r>
            <a:r>
              <a:rPr lang="en-US" i="1" dirty="0">
                <a:cs typeface="Calibri"/>
              </a:rPr>
              <a:t> Pública: Estadual nº 4.222, de 15 de </a:t>
            </a:r>
            <a:r>
              <a:rPr lang="en-US" i="1" dirty="0" err="1">
                <a:cs typeface="Calibri"/>
              </a:rPr>
              <a:t>janeiro</a:t>
            </a:r>
            <a:r>
              <a:rPr lang="en-US" i="1" dirty="0">
                <a:cs typeface="Calibri"/>
              </a:rPr>
              <a:t> de 1981</a:t>
            </a:r>
          </a:p>
          <a:p>
            <a:r>
              <a:rPr lang="en-US" i="1" dirty="0">
                <a:cs typeface="Calibri"/>
              </a:rPr>
              <a:t>E Lei Municipal nº 4.670, de 17 de </a:t>
            </a:r>
            <a:r>
              <a:rPr lang="en-US" i="1" dirty="0" err="1">
                <a:cs typeface="Calibri"/>
              </a:rPr>
              <a:t>junho</a:t>
            </a:r>
            <a:r>
              <a:rPr lang="en-US" i="1" dirty="0">
                <a:cs typeface="Calibri"/>
              </a:rPr>
              <a:t> de 1985.</a:t>
            </a:r>
          </a:p>
          <a:p>
            <a:endParaRPr lang="en-US" i="1" dirty="0">
              <a:cs typeface="Calibri"/>
            </a:endParaRPr>
          </a:p>
          <a:p>
            <a:r>
              <a:rPr lang="en-US" i="1" dirty="0" err="1">
                <a:cs typeface="Calibri"/>
              </a:rPr>
              <a:t>Missão</a:t>
            </a:r>
            <a:r>
              <a:rPr lang="en-US" i="1" dirty="0">
                <a:cs typeface="Calibri"/>
              </a:rPr>
              <a:t>: </a:t>
            </a:r>
            <a:r>
              <a:rPr lang="en-US" i="1" dirty="0" err="1">
                <a:cs typeface="Calibri"/>
              </a:rPr>
              <a:t>Unir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pessoas</a:t>
            </a:r>
            <a:r>
              <a:rPr lang="en-US" i="1" dirty="0">
                <a:cs typeface="Calibri"/>
              </a:rPr>
              <a:t> e </a:t>
            </a:r>
            <a:r>
              <a:rPr lang="en-US" i="1" dirty="0" err="1">
                <a:cs typeface="Calibri"/>
              </a:rPr>
              <a:t>organizações</a:t>
            </a:r>
            <a:r>
              <a:rPr lang="en-US" i="1" dirty="0">
                <a:cs typeface="Calibri"/>
              </a:rPr>
              <a:t>, </a:t>
            </a:r>
            <a:r>
              <a:rPr lang="en-US" i="1" dirty="0" err="1">
                <a:cs typeface="Calibri"/>
              </a:rPr>
              <a:t>através</a:t>
            </a:r>
            <a:r>
              <a:rPr lang="en-US" i="1" dirty="0">
                <a:cs typeface="Calibri"/>
              </a:rPr>
              <a:t> das </a:t>
            </a:r>
            <a:r>
              <a:rPr lang="en-US" i="1" dirty="0" err="1">
                <a:cs typeface="Calibri"/>
              </a:rPr>
              <a:t>fronteiras</a:t>
            </a:r>
            <a:r>
              <a:rPr lang="en-US" i="1" dirty="0">
                <a:cs typeface="Calibri"/>
              </a:rPr>
              <a:t> para </a:t>
            </a:r>
            <a:r>
              <a:rPr lang="en-US" i="1" dirty="0" err="1">
                <a:cs typeface="Calibri"/>
              </a:rPr>
              <a:t>servir</a:t>
            </a:r>
            <a:r>
              <a:rPr lang="en-US" i="1" dirty="0">
                <a:cs typeface="Calibri"/>
              </a:rPr>
              <a:t> e mudar </a:t>
            </a:r>
            <a:r>
              <a:rPr lang="en-US" i="1" dirty="0" err="1">
                <a:cs typeface="Calibri"/>
              </a:rPr>
              <a:t>vidas</a:t>
            </a:r>
            <a:r>
              <a:rPr lang="en-US" i="1" dirty="0">
                <a:cs typeface="Calibri"/>
              </a:rPr>
              <a:t>, </a:t>
            </a:r>
            <a:r>
              <a:rPr lang="en-US" i="1" dirty="0" err="1">
                <a:cs typeface="Calibri"/>
              </a:rPr>
              <a:t>através</a:t>
            </a:r>
            <a:r>
              <a:rPr lang="en-US" i="1" dirty="0">
                <a:cs typeface="Calibri"/>
              </a:rPr>
              <a:t> de </a:t>
            </a:r>
            <a:r>
              <a:rPr lang="en-US" i="1" dirty="0" err="1">
                <a:cs typeface="Calibri"/>
              </a:rPr>
              <a:t>parcerias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duradouras</a:t>
            </a:r>
            <a:r>
              <a:rPr lang="en-US" i="1" dirty="0">
                <a:cs typeface="Calibri"/>
              </a:rPr>
              <a:t>.</a:t>
            </a:r>
          </a:p>
          <a:p>
            <a:endParaRPr lang="en-US" i="1" dirty="0">
              <a:cs typeface="Calibri"/>
            </a:endParaRPr>
          </a:p>
          <a:p>
            <a:r>
              <a:rPr lang="en-US" i="1" dirty="0" err="1">
                <a:cs typeface="Calibri"/>
              </a:rPr>
              <a:t>Sócios</a:t>
            </a:r>
            <a:r>
              <a:rPr lang="en-US" i="1" dirty="0">
                <a:cs typeface="Calibri"/>
              </a:rPr>
              <a:t>: 100    </a:t>
            </a:r>
            <a:r>
              <a:rPr lang="en-US" i="1" dirty="0" err="1">
                <a:cs typeface="Calibri"/>
              </a:rPr>
              <a:t>Ativos</a:t>
            </a:r>
            <a:r>
              <a:rPr lang="en-US" i="1" dirty="0">
                <a:cs typeface="Calibri"/>
              </a:rPr>
              <a:t>: 25</a:t>
            </a:r>
          </a:p>
        </p:txBody>
      </p:sp>
    </p:spTree>
    <p:extLst>
      <p:ext uri="{BB962C8B-B14F-4D97-AF65-F5344CB8AC3E}">
        <p14:creationId xmlns:p14="http://schemas.microsoft.com/office/powerpoint/2010/main" val="3900345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60496"/>
            <a:ext cx="8382000" cy="857250"/>
          </a:xfrm>
        </p:spPr>
        <p:txBody>
          <a:bodyPr>
            <a:noAutofit/>
          </a:bodyPr>
          <a:lstStyle/>
          <a:p>
            <a:pPr algn="l"/>
            <a:r>
              <a:rPr lang="pt-BR" sz="3200" dirty="0">
                <a:solidFill>
                  <a:srgbClr val="E46054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Recursos e parceiros em dólares americanos</a:t>
            </a:r>
            <a:endParaRPr lang="en-US" sz="3200" dirty="0">
              <a:solidFill>
                <a:srgbClr val="E46054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76200" y="4808519"/>
            <a:ext cx="28865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PEP </a:t>
            </a:r>
            <a:r>
              <a:rPr lang="en-US" sz="1050" b="1" dirty="0" err="1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Brasil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2019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8185123" y="-95250"/>
            <a:ext cx="609600" cy="952500"/>
            <a:chOff x="8185123" y="-95250"/>
            <a:chExt cx="609600" cy="952500"/>
          </a:xfrm>
        </p:grpSpPr>
        <p:sp>
          <p:nvSpPr>
            <p:cNvPr id="12" name="Rectangle 11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2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76F1942-8BC4-412C-80D4-C553D1394653}"/>
              </a:ext>
            </a:extLst>
          </p:cNvPr>
          <p:cNvSpPr txBox="1"/>
          <p:nvPr/>
        </p:nvSpPr>
        <p:spPr>
          <a:xfrm>
            <a:off x="80400" y="1007276"/>
            <a:ext cx="8267511" cy="42473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i="1" dirty="0"/>
              <a:t>O </a:t>
            </a:r>
            <a:r>
              <a:rPr lang="en-US" i="1" dirty="0" err="1"/>
              <a:t>Comitê</a:t>
            </a:r>
            <a:r>
              <a:rPr lang="en-US" i="1" dirty="0"/>
              <a:t> Paraíba </a:t>
            </a:r>
            <a:r>
              <a:rPr lang="en-US" i="1" dirty="0" err="1"/>
              <a:t>durante</a:t>
            </a:r>
            <a:r>
              <a:rPr lang="en-US" i="1" dirty="0"/>
              <a:t> </a:t>
            </a:r>
            <a:r>
              <a:rPr lang="en-US" i="1" dirty="0" err="1"/>
              <a:t>os</a:t>
            </a:r>
            <a:r>
              <a:rPr lang="en-US" i="1" dirty="0"/>
              <a:t> </a:t>
            </a:r>
            <a:r>
              <a:rPr lang="en-US" i="1" dirty="0" err="1"/>
              <a:t>seus</a:t>
            </a:r>
            <a:r>
              <a:rPr lang="en-US" i="1" dirty="0"/>
              <a:t> 53 </a:t>
            </a:r>
            <a:r>
              <a:rPr lang="en-US" i="1" dirty="0" err="1"/>
              <a:t>anos</a:t>
            </a:r>
            <a:r>
              <a:rPr lang="en-US" i="1" dirty="0"/>
              <a:t> de </a:t>
            </a:r>
            <a:r>
              <a:rPr lang="en-US" i="1" dirty="0" err="1"/>
              <a:t>atuação</a:t>
            </a:r>
            <a:r>
              <a:rPr lang="en-US" i="1" dirty="0"/>
              <a:t>, </a:t>
            </a:r>
            <a:r>
              <a:rPr lang="en-US" i="1" dirty="0" err="1"/>
              <a:t>desenvolveu</a:t>
            </a:r>
            <a:r>
              <a:rPr lang="en-US" i="1" dirty="0"/>
              <a:t> </a:t>
            </a:r>
            <a:r>
              <a:rPr lang="en-US" i="1" dirty="0" err="1"/>
              <a:t>vários</a:t>
            </a:r>
            <a:r>
              <a:rPr lang="en-US" i="1" dirty="0"/>
              <a:t> </a:t>
            </a:r>
            <a:r>
              <a:rPr lang="en-US" i="1" dirty="0" err="1"/>
              <a:t>projetos</a:t>
            </a:r>
            <a:r>
              <a:rPr lang="en-US" i="1" dirty="0"/>
              <a:t>, </a:t>
            </a:r>
          </a:p>
          <a:p>
            <a:r>
              <a:rPr lang="en-US" i="1" dirty="0">
                <a:cs typeface="Calibri"/>
              </a:rPr>
              <a:t> com a </a:t>
            </a:r>
            <a:r>
              <a:rPr lang="en-US" i="1" dirty="0" err="1">
                <a:cs typeface="Calibri"/>
              </a:rPr>
              <a:t>colaboração</a:t>
            </a:r>
            <a:r>
              <a:rPr lang="en-US" i="1" dirty="0">
                <a:cs typeface="Calibri"/>
              </a:rPr>
              <a:t> e </a:t>
            </a:r>
            <a:r>
              <a:rPr lang="en-US" i="1" dirty="0" err="1">
                <a:cs typeface="Calibri"/>
              </a:rPr>
              <a:t>participação</a:t>
            </a:r>
            <a:r>
              <a:rPr lang="en-US" i="1" dirty="0">
                <a:cs typeface="Calibri"/>
              </a:rPr>
              <a:t> de </a:t>
            </a:r>
            <a:r>
              <a:rPr lang="en-US" i="1" dirty="0" err="1">
                <a:cs typeface="Calibri"/>
              </a:rPr>
              <a:t>voluintários</a:t>
            </a:r>
            <a:r>
              <a:rPr lang="en-US" i="1" dirty="0">
                <a:cs typeface="Calibri"/>
              </a:rPr>
              <a:t>, </a:t>
            </a:r>
            <a:r>
              <a:rPr lang="en-US" i="1" dirty="0" err="1">
                <a:cs typeface="Calibri"/>
              </a:rPr>
              <a:t>estudantes</a:t>
            </a:r>
            <a:r>
              <a:rPr lang="en-US" i="1" dirty="0">
                <a:cs typeface="Calibri"/>
              </a:rPr>
              <a:t>, </a:t>
            </a:r>
            <a:r>
              <a:rPr lang="en-US" i="1" dirty="0" err="1">
                <a:cs typeface="Calibri"/>
              </a:rPr>
              <a:t>empresas</a:t>
            </a:r>
            <a:r>
              <a:rPr lang="en-US" i="1" dirty="0">
                <a:cs typeface="Calibri"/>
              </a:rPr>
              <a:t>, </a:t>
            </a:r>
            <a:r>
              <a:rPr lang="en-US" i="1" dirty="0" err="1">
                <a:cs typeface="Calibri"/>
              </a:rPr>
              <a:t>fundações</a:t>
            </a:r>
            <a:r>
              <a:rPr lang="en-US" i="1" dirty="0">
                <a:cs typeface="Calibri"/>
              </a:rPr>
              <a:t>, </a:t>
            </a:r>
          </a:p>
          <a:p>
            <a:r>
              <a:rPr lang="en-US" i="1" err="1"/>
              <a:t>Agências</a:t>
            </a:r>
            <a:r>
              <a:rPr lang="en-US" i="1" dirty="0"/>
              <a:t> do </a:t>
            </a:r>
            <a:r>
              <a:rPr lang="en-US" i="1" err="1"/>
              <a:t>governo</a:t>
            </a:r>
            <a:r>
              <a:rPr lang="en-US" i="1" dirty="0"/>
              <a:t> </a:t>
            </a:r>
            <a:r>
              <a:rPr lang="en-US" i="1" err="1"/>
              <a:t>estadual</a:t>
            </a:r>
            <a:r>
              <a:rPr lang="en-US" i="1" dirty="0"/>
              <a:t>, municipal, federal e </a:t>
            </a:r>
            <a:r>
              <a:rPr lang="en-US" i="1" err="1"/>
              <a:t>profissionais</a:t>
            </a:r>
            <a:r>
              <a:rPr lang="en-US" i="1" dirty="0"/>
              <a:t> de </a:t>
            </a:r>
            <a:r>
              <a:rPr lang="en-US" i="1" err="1"/>
              <a:t>diversas</a:t>
            </a:r>
            <a:r>
              <a:rPr lang="en-US" i="1" dirty="0"/>
              <a:t> </a:t>
            </a:r>
            <a:r>
              <a:rPr lang="en-US" i="1" err="1"/>
              <a:t>áreas</a:t>
            </a:r>
            <a:r>
              <a:rPr lang="en-US" i="1" dirty="0"/>
              <a:t>.</a:t>
            </a:r>
            <a:endParaRPr lang="en-US" i="1" dirty="0">
              <a:cs typeface="Calibri"/>
            </a:endParaRPr>
          </a:p>
          <a:p>
            <a:endParaRPr lang="en-US" i="1" dirty="0">
              <a:cs typeface="Calibri"/>
            </a:endParaRPr>
          </a:p>
          <a:p>
            <a:r>
              <a:rPr lang="en-US" i="1" dirty="0" err="1">
                <a:cs typeface="Calibri"/>
              </a:rPr>
              <a:t>Em</a:t>
            </a:r>
            <a:r>
              <a:rPr lang="en-US" i="1" dirty="0">
                <a:cs typeface="Calibri"/>
              </a:rPr>
              <a:t> 1976, </a:t>
            </a:r>
            <a:r>
              <a:rPr lang="en-US" i="1" dirty="0" err="1">
                <a:cs typeface="Calibri"/>
              </a:rPr>
              <a:t>tivemos</a:t>
            </a:r>
            <a:r>
              <a:rPr lang="en-US" i="1" dirty="0">
                <a:cs typeface="Calibri"/>
              </a:rPr>
              <a:t> um </a:t>
            </a:r>
            <a:r>
              <a:rPr lang="en-US" i="1" dirty="0" err="1">
                <a:cs typeface="Calibri"/>
              </a:rPr>
              <a:t>marco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histórico</a:t>
            </a:r>
            <a:r>
              <a:rPr lang="en-US" i="1" dirty="0">
                <a:cs typeface="Calibri"/>
              </a:rPr>
              <a:t> para o </a:t>
            </a:r>
            <a:r>
              <a:rPr lang="en-US" i="1" dirty="0" err="1">
                <a:cs typeface="Calibri"/>
              </a:rPr>
              <a:t>nosso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comitê</a:t>
            </a:r>
            <a:r>
              <a:rPr lang="en-US" i="1" dirty="0">
                <a:cs typeface="Calibri"/>
              </a:rPr>
              <a:t>, o </a:t>
            </a:r>
            <a:r>
              <a:rPr lang="en-US" i="1" dirty="0" err="1">
                <a:cs typeface="Calibri"/>
              </a:rPr>
              <a:t>Voo</a:t>
            </a:r>
            <a:r>
              <a:rPr lang="en-US" i="1" dirty="0">
                <a:cs typeface="Calibri"/>
              </a:rPr>
              <a:t> da </a:t>
            </a:r>
            <a:r>
              <a:rPr lang="en-US" i="1" dirty="0" err="1">
                <a:cs typeface="Calibri"/>
              </a:rPr>
              <a:t>Amizade</a:t>
            </a:r>
            <a:r>
              <a:rPr lang="en-US" i="1" dirty="0">
                <a:cs typeface="Calibri"/>
              </a:rPr>
              <a:t>, de </a:t>
            </a:r>
            <a:endParaRPr lang="en-US" dirty="0">
              <a:cs typeface="Calibri"/>
            </a:endParaRPr>
          </a:p>
          <a:p>
            <a:r>
              <a:rPr lang="en-US" i="1" dirty="0">
                <a:cs typeface="Calibri"/>
              </a:rPr>
              <a:t>João Pessoa a Hartford, com 172 </a:t>
            </a:r>
            <a:r>
              <a:rPr lang="en-US" i="1" dirty="0" err="1">
                <a:cs typeface="Calibri"/>
              </a:rPr>
              <a:t>passageiros</a:t>
            </a:r>
            <a:r>
              <a:rPr lang="en-US" i="1" dirty="0">
                <a:cs typeface="Calibri"/>
              </a:rPr>
              <a:t>.</a:t>
            </a:r>
            <a:endParaRPr lang="en-US" dirty="0">
              <a:cs typeface="Calibri"/>
            </a:endParaRPr>
          </a:p>
          <a:p>
            <a:r>
              <a:rPr lang="en-US" i="1" dirty="0">
                <a:cs typeface="Calibri"/>
              </a:rPr>
              <a:t>PROJETOS:  </a:t>
            </a:r>
            <a:r>
              <a:rPr lang="en-US" i="1" dirty="0" err="1">
                <a:cs typeface="Calibri"/>
              </a:rPr>
              <a:t>Aprendendo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inglês</a:t>
            </a:r>
            <a:r>
              <a:rPr lang="en-US" i="1" dirty="0">
                <a:cs typeface="Calibri"/>
              </a:rPr>
              <a:t> com </a:t>
            </a:r>
            <a:r>
              <a:rPr lang="en-US" i="1" dirty="0" err="1">
                <a:cs typeface="Calibri"/>
              </a:rPr>
              <a:t>alegria</a:t>
            </a:r>
            <a:r>
              <a:rPr lang="en-US" i="1" dirty="0">
                <a:cs typeface="Calibri"/>
              </a:rPr>
              <a:t>: </a:t>
            </a:r>
            <a:r>
              <a:rPr lang="en-US" i="1" dirty="0" err="1">
                <a:cs typeface="Calibri"/>
              </a:rPr>
              <a:t>rumo</a:t>
            </a:r>
            <a:r>
              <a:rPr lang="en-US" i="1" dirty="0">
                <a:cs typeface="Calibri"/>
              </a:rPr>
              <a:t> a </a:t>
            </a:r>
            <a:r>
              <a:rPr lang="en-US" i="1" dirty="0" err="1">
                <a:cs typeface="Calibri"/>
              </a:rPr>
              <a:t>inserção</a:t>
            </a:r>
            <a:r>
              <a:rPr lang="en-US" i="1" dirty="0">
                <a:cs typeface="Calibri"/>
              </a:rPr>
              <a:t> social , </a:t>
            </a:r>
            <a:r>
              <a:rPr lang="en-US" i="1" dirty="0" err="1">
                <a:cs typeface="Calibri"/>
              </a:rPr>
              <a:t>levando</a:t>
            </a:r>
            <a:r>
              <a:rPr lang="en-US" i="1" dirty="0">
                <a:cs typeface="Calibri"/>
              </a:rPr>
              <a:t> o </a:t>
            </a:r>
            <a:r>
              <a:rPr lang="en-US" i="1" dirty="0" err="1">
                <a:cs typeface="Calibri"/>
              </a:rPr>
              <a:t>idioma</a:t>
            </a:r>
            <a:endParaRPr lang="en-US" dirty="0">
              <a:cs typeface="Calibri"/>
            </a:endParaRPr>
          </a:p>
          <a:p>
            <a:r>
              <a:rPr lang="en-US" i="1" err="1">
                <a:cs typeface="Calibri"/>
              </a:rPr>
              <a:t>inglês</a:t>
            </a:r>
            <a:r>
              <a:rPr lang="en-US" i="1" dirty="0">
                <a:cs typeface="Calibri"/>
              </a:rPr>
              <a:t> para as </a:t>
            </a:r>
            <a:r>
              <a:rPr lang="en-US" i="1" err="1">
                <a:cs typeface="Calibri"/>
              </a:rPr>
              <a:t>crianças</a:t>
            </a:r>
            <a:r>
              <a:rPr lang="en-US" i="1" dirty="0">
                <a:cs typeface="Calibri"/>
              </a:rPr>
              <a:t> das </a:t>
            </a:r>
            <a:r>
              <a:rPr lang="en-US" i="1" err="1">
                <a:cs typeface="Calibri"/>
              </a:rPr>
              <a:t>escolas</a:t>
            </a:r>
            <a:r>
              <a:rPr lang="en-US" i="1" dirty="0">
                <a:cs typeface="Calibri"/>
              </a:rPr>
              <a:t> </a:t>
            </a:r>
            <a:r>
              <a:rPr lang="en-US" i="1" err="1">
                <a:cs typeface="Calibri"/>
              </a:rPr>
              <a:t>públicas</a:t>
            </a:r>
            <a:r>
              <a:rPr lang="en-US" i="1" dirty="0">
                <a:cs typeface="Calibri"/>
              </a:rPr>
              <a:t> (US$ 2.950,20) UFPB</a:t>
            </a:r>
            <a:endParaRPr lang="en-US" dirty="0">
              <a:cs typeface="Calibri"/>
            </a:endParaRPr>
          </a:p>
          <a:p>
            <a:r>
              <a:rPr lang="en-US" i="1" dirty="0">
                <a:cs typeface="Calibri"/>
              </a:rPr>
              <a:t>                     </a:t>
            </a:r>
            <a:r>
              <a:rPr lang="en-US" i="1" err="1">
                <a:cs typeface="Calibri"/>
              </a:rPr>
              <a:t>Forró</a:t>
            </a:r>
            <a:r>
              <a:rPr lang="en-US" i="1" dirty="0">
                <a:cs typeface="Calibri"/>
              </a:rPr>
              <a:t> </a:t>
            </a:r>
            <a:r>
              <a:rPr lang="en-US" i="1" err="1">
                <a:cs typeface="Calibri"/>
              </a:rPr>
              <a:t>Pé</a:t>
            </a:r>
            <a:r>
              <a:rPr lang="en-US" i="1" dirty="0">
                <a:cs typeface="Calibri"/>
              </a:rPr>
              <a:t> de Serra- </a:t>
            </a:r>
            <a:r>
              <a:rPr lang="en-US" i="1" err="1">
                <a:cs typeface="Calibri"/>
              </a:rPr>
              <a:t>Patrimônio</a:t>
            </a:r>
            <a:r>
              <a:rPr lang="en-US" i="1" dirty="0">
                <a:cs typeface="Calibri"/>
              </a:rPr>
              <a:t> Cultural </a:t>
            </a:r>
            <a:r>
              <a:rPr lang="en-US" i="1" err="1">
                <a:cs typeface="Calibri"/>
              </a:rPr>
              <a:t>Nordestino</a:t>
            </a:r>
            <a:r>
              <a:rPr lang="en-US" i="1" dirty="0">
                <a:cs typeface="Calibri"/>
              </a:rPr>
              <a:t> que </a:t>
            </a:r>
            <a:r>
              <a:rPr lang="en-US" i="1" err="1">
                <a:cs typeface="Calibri"/>
              </a:rPr>
              <a:t>não</a:t>
            </a:r>
            <a:r>
              <a:rPr lang="en-US" i="1" dirty="0">
                <a:cs typeface="Calibri"/>
              </a:rPr>
              <a:t> </a:t>
            </a:r>
            <a:r>
              <a:rPr lang="en-US" i="1" err="1">
                <a:cs typeface="Calibri"/>
              </a:rPr>
              <a:t>pode</a:t>
            </a:r>
            <a:r>
              <a:rPr lang="en-US" i="1" dirty="0">
                <a:cs typeface="Calibri"/>
              </a:rPr>
              <a:t> </a:t>
            </a:r>
            <a:r>
              <a:rPr lang="en-US" i="1" err="1">
                <a:cs typeface="Calibri"/>
              </a:rPr>
              <a:t>morrer</a:t>
            </a:r>
            <a:r>
              <a:rPr lang="en-US" i="1" dirty="0">
                <a:cs typeface="Calibri"/>
              </a:rPr>
              <a:t>,</a:t>
            </a:r>
          </a:p>
          <a:p>
            <a:r>
              <a:rPr lang="en-US" i="1" err="1">
                <a:cs typeface="Calibri"/>
              </a:rPr>
              <a:t>contribuindo</a:t>
            </a:r>
            <a:r>
              <a:rPr lang="en-US" i="1" dirty="0">
                <a:cs typeface="Calibri"/>
              </a:rPr>
              <a:t> para o </a:t>
            </a:r>
            <a:r>
              <a:rPr lang="en-US" i="1" err="1">
                <a:cs typeface="Calibri"/>
              </a:rPr>
              <a:t>fortalecimento</a:t>
            </a:r>
            <a:r>
              <a:rPr lang="en-US" i="1" dirty="0">
                <a:cs typeface="Calibri"/>
              </a:rPr>
              <a:t> da </a:t>
            </a:r>
            <a:r>
              <a:rPr lang="en-US" i="1" err="1">
                <a:cs typeface="Calibri"/>
              </a:rPr>
              <a:t>cultura</a:t>
            </a:r>
            <a:r>
              <a:rPr lang="en-US" i="1" dirty="0">
                <a:cs typeface="Calibri"/>
              </a:rPr>
              <a:t> musical do </a:t>
            </a:r>
            <a:r>
              <a:rPr lang="en-US" i="1" err="1">
                <a:cs typeface="Calibri"/>
              </a:rPr>
              <a:t>nordeste</a:t>
            </a:r>
            <a:r>
              <a:rPr lang="en-US" i="1" dirty="0">
                <a:cs typeface="Calibri"/>
              </a:rPr>
              <a:t> </a:t>
            </a:r>
            <a:r>
              <a:rPr lang="en-US" i="1" err="1">
                <a:cs typeface="Calibri"/>
              </a:rPr>
              <a:t>brasileiro</a:t>
            </a:r>
            <a:r>
              <a:rPr lang="en-US" i="1" dirty="0">
                <a:cs typeface="Calibri"/>
              </a:rPr>
              <a:t>, junto</a:t>
            </a:r>
          </a:p>
          <a:p>
            <a:r>
              <a:rPr lang="en-US" i="1" err="1">
                <a:cs typeface="Calibri"/>
              </a:rPr>
              <a:t>às</a:t>
            </a:r>
            <a:r>
              <a:rPr lang="en-US" i="1" dirty="0">
                <a:cs typeface="Calibri"/>
              </a:rPr>
              <a:t> </a:t>
            </a:r>
            <a:r>
              <a:rPr lang="en-US" i="1" err="1">
                <a:cs typeface="Calibri"/>
              </a:rPr>
              <a:t>crianças</a:t>
            </a:r>
            <a:r>
              <a:rPr lang="en-US" i="1" dirty="0">
                <a:cs typeface="Calibri"/>
              </a:rPr>
              <a:t> e </a:t>
            </a:r>
            <a:r>
              <a:rPr lang="en-US" i="1" err="1">
                <a:cs typeface="Calibri"/>
              </a:rPr>
              <a:t>adolescentes</a:t>
            </a:r>
            <a:r>
              <a:rPr lang="en-US" i="1" dirty="0">
                <a:cs typeface="Calibri"/>
              </a:rPr>
              <a:t>. (US$  3,000)  TV UFPB, Nordeste Sim </a:t>
            </a:r>
            <a:r>
              <a:rPr lang="en-US" i="1" err="1">
                <a:cs typeface="Calibri"/>
              </a:rPr>
              <a:t>Senhô</a:t>
            </a:r>
            <a:r>
              <a:rPr lang="en-US" i="1" dirty="0">
                <a:cs typeface="Calibri"/>
              </a:rPr>
              <a:t> </a:t>
            </a:r>
            <a:r>
              <a:rPr lang="en-US" i="1" err="1">
                <a:cs typeface="Calibri"/>
              </a:rPr>
              <a:t>Produções</a:t>
            </a:r>
            <a:r>
              <a:rPr lang="en-US" i="1" dirty="0">
                <a:cs typeface="Calibri"/>
              </a:rPr>
              <a:t>.</a:t>
            </a:r>
          </a:p>
          <a:p>
            <a:r>
              <a:rPr lang="en-US" i="1" dirty="0">
                <a:cs typeface="Calibri"/>
              </a:rPr>
              <a:t>                      </a:t>
            </a:r>
            <a:r>
              <a:rPr lang="en-US" i="1" dirty="0" err="1">
                <a:cs typeface="Calibri"/>
              </a:rPr>
              <a:t>Semana</a:t>
            </a:r>
            <a:r>
              <a:rPr lang="en-US" i="1" dirty="0">
                <a:cs typeface="Calibri"/>
              </a:rPr>
              <a:t> de </a:t>
            </a:r>
            <a:r>
              <a:rPr lang="en-US" i="1" dirty="0" err="1">
                <a:cs typeface="Calibri"/>
              </a:rPr>
              <a:t>Integração</a:t>
            </a:r>
            <a:r>
              <a:rPr lang="en-US" i="1" dirty="0">
                <a:cs typeface="Calibri"/>
              </a:rPr>
              <a:t> Latino-Americana- Palestras e debates </a:t>
            </a:r>
            <a:r>
              <a:rPr lang="en-US" i="1" dirty="0" err="1">
                <a:cs typeface="Calibri"/>
              </a:rPr>
              <a:t>sobre</a:t>
            </a:r>
            <a:r>
              <a:rPr lang="en-US" i="1" dirty="0">
                <a:cs typeface="Calibri"/>
              </a:rPr>
              <a:t> as</a:t>
            </a:r>
          </a:p>
          <a:p>
            <a:r>
              <a:rPr lang="en-US" i="1" dirty="0" err="1">
                <a:cs typeface="Calibri"/>
              </a:rPr>
              <a:t>Culturas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indígenas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na</a:t>
            </a:r>
            <a:r>
              <a:rPr lang="en-US" i="1" dirty="0">
                <a:cs typeface="Calibri"/>
              </a:rPr>
              <a:t> América Latina, a </a:t>
            </a:r>
            <a:r>
              <a:rPr lang="en-US" i="1" dirty="0" err="1">
                <a:cs typeface="Calibri"/>
              </a:rPr>
              <a:t>cultura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negra</a:t>
            </a:r>
            <a:r>
              <a:rPr lang="en-US" i="1" dirty="0">
                <a:cs typeface="Calibri"/>
              </a:rPr>
              <a:t> e  </a:t>
            </a:r>
            <a:r>
              <a:rPr lang="en-US" i="1" dirty="0" err="1">
                <a:cs typeface="Calibri"/>
              </a:rPr>
              <a:t>democracia</a:t>
            </a:r>
            <a:r>
              <a:rPr lang="en-US" i="1" dirty="0">
                <a:cs typeface="Calibri"/>
              </a:rPr>
              <a:t>. (U$2.500,00).</a:t>
            </a:r>
          </a:p>
          <a:p>
            <a:r>
              <a:rPr lang="en-US" i="1" dirty="0">
                <a:cs typeface="Calibri"/>
              </a:rPr>
              <a:t>                                                                   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8303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60496"/>
            <a:ext cx="7696200" cy="857250"/>
          </a:xfrm>
        </p:spPr>
        <p:txBody>
          <a:bodyPr>
            <a:normAutofit/>
          </a:bodyPr>
          <a:lstStyle/>
          <a:p>
            <a:pPr algn="l"/>
            <a:r>
              <a:rPr lang="en-US" sz="3200" dirty="0" err="1">
                <a:solidFill>
                  <a:srgbClr val="E46054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Sucessos</a:t>
            </a:r>
            <a:r>
              <a:rPr lang="en-US" sz="3200" dirty="0">
                <a:solidFill>
                  <a:srgbClr val="E46054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e </a:t>
            </a:r>
            <a:r>
              <a:rPr lang="en-US" sz="3200" dirty="0" err="1">
                <a:solidFill>
                  <a:srgbClr val="E46054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desafios</a:t>
            </a:r>
            <a:endParaRPr lang="en-US" sz="3200" dirty="0">
              <a:solidFill>
                <a:srgbClr val="E46054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76200" y="4808519"/>
            <a:ext cx="28865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PEP </a:t>
            </a:r>
            <a:r>
              <a:rPr lang="en-US" sz="1050" b="1" dirty="0" err="1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Brasil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2019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8185123" y="-95250"/>
            <a:ext cx="609600" cy="952500"/>
            <a:chOff x="8185123" y="-95250"/>
            <a:chExt cx="609600" cy="952500"/>
          </a:xfrm>
        </p:grpSpPr>
        <p:sp>
          <p:nvSpPr>
            <p:cNvPr id="12" name="Rectangle 11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2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F50DC27-7B1D-4483-B5CC-882FAF67CCF4}"/>
              </a:ext>
            </a:extLst>
          </p:cNvPr>
          <p:cNvSpPr txBox="1"/>
          <p:nvPr/>
        </p:nvSpPr>
        <p:spPr>
          <a:xfrm>
            <a:off x="225566" y="869434"/>
            <a:ext cx="8559787" cy="427809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1600" i="1" dirty="0">
                <a:cs typeface="Calibri"/>
              </a:rPr>
              <a:t>SUCESSOS:</a:t>
            </a:r>
          </a:p>
          <a:p>
            <a:r>
              <a:rPr lang="pt-BR" sz="1600" i="1" dirty="0">
                <a:cs typeface="Calibri"/>
              </a:rPr>
              <a:t>* REALIZAÇÃO DO I E II ENCONTRO NORDESTINO DOS COMPANHEIROS DAS AMÉRICAS NA PARAÍBA</a:t>
            </a:r>
          </a:p>
          <a:p>
            <a:r>
              <a:rPr lang="pt-BR" sz="1600" i="1" dirty="0">
                <a:cs typeface="Calibri"/>
              </a:rPr>
              <a:t>* APRESENTAÇÃO DO PROJETO E EXPOSIÇÃO FOTOGRAFICA " EL CONDOR DE LOS ANDES</a:t>
            </a:r>
          </a:p>
          <a:p>
            <a:r>
              <a:rPr lang="pt-BR" sz="1600" i="1" dirty="0">
                <a:cs typeface="Calibri"/>
              </a:rPr>
              <a:t>*POLÍTICA E CIDADANIA: VIAGEM DO PREFEITO DE JOÃO PESSOA, RICARDO COUTINHO, E ASSESSORES</a:t>
            </a:r>
          </a:p>
          <a:p>
            <a:r>
              <a:rPr lang="pt-BR" sz="1600" i="1" dirty="0">
                <a:cs typeface="Calibri"/>
              </a:rPr>
              <a:t>A CIDADE DE HARTFORD, CONNECTICUT.</a:t>
            </a:r>
          </a:p>
          <a:p>
            <a:r>
              <a:rPr lang="pt-BR" sz="1600" i="1" dirty="0">
                <a:cs typeface="Calibri"/>
              </a:rPr>
              <a:t>* CICLO DE PALESTRAS SOBRE OS MAIS DIVERSOS TEMAS: PROJETO NUTRIR/NESTLÉ, PLANTAS </a:t>
            </a:r>
          </a:p>
          <a:p>
            <a:r>
              <a:rPr lang="pt-BR" sz="1600" i="1" dirty="0">
                <a:cs typeface="Calibri"/>
              </a:rPr>
              <a:t>   MEDICINAIS, A VIOLENCIA CONTRA A MULHER.</a:t>
            </a:r>
          </a:p>
          <a:p>
            <a:r>
              <a:rPr lang="pt-BR" sz="1600" i="1" dirty="0">
                <a:cs typeface="Calibri"/>
              </a:rPr>
              <a:t>* CAFÉ DA MANHÃ COM A CONSUL DOS EUA NO NORDESTE</a:t>
            </a:r>
          </a:p>
          <a:p>
            <a:endParaRPr lang="pt-BR" sz="1600" i="1" dirty="0">
              <a:cs typeface="Calibri"/>
            </a:endParaRPr>
          </a:p>
          <a:p>
            <a:r>
              <a:rPr lang="pt-BR" sz="1600" i="1" dirty="0">
                <a:cs typeface="Calibri"/>
              </a:rPr>
              <a:t>DESAFIOS:</a:t>
            </a:r>
          </a:p>
          <a:p>
            <a:r>
              <a:rPr lang="pt-BR" sz="1600" i="1" dirty="0">
                <a:cs typeface="Calibri"/>
              </a:rPr>
              <a:t>* CRIAÇÃO DE UM COMITÊ JOVEM</a:t>
            </a:r>
          </a:p>
          <a:p>
            <a:r>
              <a:rPr lang="pt-BR" sz="1600" i="1" dirty="0">
                <a:cs typeface="Calibri"/>
              </a:rPr>
              <a:t>* AUMENTO DO NUMERO DE FILIADOS</a:t>
            </a:r>
          </a:p>
          <a:p>
            <a:r>
              <a:rPr lang="pt-BR" sz="1600" i="1" dirty="0">
                <a:cs typeface="Calibri"/>
              </a:rPr>
              <a:t>* INCREMENTO DE NOVAS PARCERIAS</a:t>
            </a:r>
          </a:p>
          <a:p>
            <a:r>
              <a:rPr lang="pt-BR" sz="1600" i="1" dirty="0">
                <a:cs typeface="Calibri"/>
              </a:rPr>
              <a:t>* ATUALIZAÇÃO DA SEDE PROPRIA DO COMITÊ PARAÍBA</a:t>
            </a:r>
          </a:p>
          <a:p>
            <a:endParaRPr lang="pt-BR" sz="1600" i="1" dirty="0">
              <a:cs typeface="Calibri"/>
            </a:endParaRPr>
          </a:p>
          <a:p>
            <a:endParaRPr lang="pt-BR" sz="1600" i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9713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504950"/>
            <a:ext cx="3276600" cy="2133600"/>
          </a:xfrm>
          <a:prstGeom prst="rect">
            <a:avLst/>
          </a:prstGeom>
          <a:solidFill>
            <a:srgbClr val="5C80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352550"/>
            <a:ext cx="9144000" cy="2429414"/>
          </a:xfrm>
          <a:prstGeom prst="rect">
            <a:avLst/>
          </a:prstGeom>
          <a:solidFill>
            <a:srgbClr val="E4605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342900" y="1504950"/>
            <a:ext cx="9829800" cy="2057400"/>
          </a:xfrm>
          <a:prstGeom prst="rect">
            <a:avLst/>
          </a:prstGeom>
          <a:noFill/>
          <a:ln>
            <a:solidFill>
              <a:schemeClr val="bg1">
                <a:alpha val="4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931" y="2014447"/>
            <a:ext cx="6090738" cy="111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901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2" ma:contentTypeDescription="Create a new document." ma:contentTypeScope="" ma:versionID="b9b9115c0a7ba5ac1a4f71ca19fa2a6b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ee5f6545d17dbae8f4c99dcf00b8be7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134534-5620-40B7-93BA-A12E8FA0863B}">
  <ds:schemaRefs>
    <ds:schemaRef ds:uri="http://purl.org/dc/elements/1.1/"/>
    <ds:schemaRef ds:uri="http://schemas.microsoft.com/office/2006/metadata/properties"/>
    <ds:schemaRef ds:uri="dc808d36-874f-4b27-aec2-2fd649817929"/>
    <ds:schemaRef ds:uri="9df2ccd0-c42f-4f92-a31a-88ca2271a9c6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4BB6743-6070-4DD6-A660-BB6E171852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2F05D8-B619-41B5-B311-D3066A907955}"/>
</file>

<file path=docProps/app.xml><?xml version="1.0" encoding="utf-8"?>
<Properties xmlns="http://schemas.openxmlformats.org/officeDocument/2006/extended-properties" xmlns:vt="http://schemas.openxmlformats.org/officeDocument/2006/docPropsVTypes">
  <TotalTime>4554</TotalTime>
  <Words>123</Words>
  <Application>Microsoft Office PowerPoint</Application>
  <PresentationFormat>Apresentação na tela (16:9)</PresentationFormat>
  <Paragraphs>16</Paragraphs>
  <Slides>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Office Theme</vt:lpstr>
      <vt:lpstr>Apresentação do PowerPoint</vt:lpstr>
      <vt:lpstr>Informação geral</vt:lpstr>
      <vt:lpstr>Recursos e parceiros em dólares americanos</vt:lpstr>
      <vt:lpstr>Sucessos e desafios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Morgan Doggett</dc:creator>
  <cp:lastModifiedBy>William Webber</cp:lastModifiedBy>
  <cp:revision>199</cp:revision>
  <dcterms:created xsi:type="dcterms:W3CDTF">2018-08-14T13:26:39Z</dcterms:created>
  <dcterms:modified xsi:type="dcterms:W3CDTF">2019-11-12T13:56:54Z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509000</vt:r8>
  </property>
</Properties>
</file>