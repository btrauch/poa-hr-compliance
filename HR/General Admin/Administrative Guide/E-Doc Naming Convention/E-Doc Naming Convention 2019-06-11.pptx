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450" r:id="rId2"/>
    <p:sldId id="451" r:id="rId3"/>
    <p:sldId id="452" r:id="rId4"/>
    <p:sldId id="453" r:id="rId5"/>
    <p:sldId id="454" r:id="rId6"/>
    <p:sldId id="455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Overview - Melissa" id="{FBDAB0D4-40A5-4D59-BA81-F7E1B9C610B5}">
          <p14:sldIdLst>
            <p14:sldId id="450"/>
            <p14:sldId id="451"/>
            <p14:sldId id="452"/>
            <p14:sldId id="453"/>
            <p14:sldId id="454"/>
            <p14:sldId id="45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99"/>
    <a:srgbClr val="0000CC"/>
    <a:srgbClr val="0066CC"/>
    <a:srgbClr val="00A7D7"/>
    <a:srgbClr val="F15D22"/>
    <a:srgbClr val="F82136"/>
    <a:srgbClr val="BADDFF"/>
    <a:srgbClr val="EB441B"/>
    <a:srgbClr val="72492D"/>
    <a:srgbClr val="7C38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249" autoAdjust="0"/>
  </p:normalViewPr>
  <p:slideViewPr>
    <p:cSldViewPr snapToGrid="0" snapToObjects="1">
      <p:cViewPr varScale="1">
        <p:scale>
          <a:sx n="76" d="100"/>
          <a:sy n="76" d="100"/>
        </p:scale>
        <p:origin x="149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customXml" Target="../customXml/item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7A4E6E-29E7-184B-A326-CC2DCCCA3E86}" type="datetimeFigureOut">
              <a:rPr lang="en-US" smtClean="0"/>
              <a:t>6/11/2019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30909D-415D-4A4A-8A76-A2874E320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3013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936A7F-32CE-4148-9637-F356B0271D12}" type="datetimeFigureOut">
              <a:rPr lang="en-US" smtClean="0"/>
              <a:t>6/11/2019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0F363-85DC-8841-8385-107C07463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551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dirty="0"/>
              <a:t>Click to edit Master subtitle style</a:t>
            </a:r>
            <a:endParaRPr lang="en-US" dirty="0"/>
          </a:p>
        </p:txBody>
      </p:sp>
      <p:pic>
        <p:nvPicPr>
          <p:cNvPr id="7" name="Picture 6" descr="Textile-Block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32869"/>
            <a:ext cx="9149995" cy="1918287"/>
          </a:xfrm>
          <a:prstGeom prst="rect">
            <a:avLst/>
          </a:prstGeom>
        </p:spPr>
      </p:pic>
      <p:pic>
        <p:nvPicPr>
          <p:cNvPr id="8" name="Picture 7" descr="Partners-Logo_White_transparent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39242" y="572356"/>
            <a:ext cx="3613915" cy="66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581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xtile-Block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475619"/>
            <a:ext cx="9143999" cy="26125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2185687"/>
            <a:ext cx="9143999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x-none" dirty="0"/>
              <a:t>Section Header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-1" y="5757333"/>
            <a:ext cx="9144001" cy="1257905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652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391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16"/>
          <a:stretch/>
        </p:blipFill>
        <p:spPr>
          <a:xfrm>
            <a:off x="-13654" y="1996973"/>
            <a:ext cx="9157654" cy="20057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22356"/>
            <a:ext cx="9144000" cy="1362075"/>
          </a:xfrm>
        </p:spPr>
        <p:txBody>
          <a:bodyPr anchor="t"/>
          <a:lstStyle>
            <a:lvl1pPr algn="ctr">
              <a:defRPr sz="4000" b="1" cap="all"/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061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6/11/2019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504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6/11/2019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92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6/11/2019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633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6/11/2019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450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6/11/2019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982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x-none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6/11/2019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097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6/11/2019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286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6/11/2019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6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Title (Memphis Medium)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040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Content (TradeGothic)</a:t>
            </a:r>
          </a:p>
          <a:p>
            <a:pPr lvl="0"/>
            <a:endParaRPr lang="x-none" dirty="0"/>
          </a:p>
          <a:p>
            <a:pPr lvl="0"/>
            <a:r>
              <a:rPr lang="x-none" dirty="0"/>
              <a:t>Content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grpSp>
        <p:nvGrpSpPr>
          <p:cNvPr id="5" name="Group 4"/>
          <p:cNvGrpSpPr/>
          <p:nvPr userDrawn="1"/>
        </p:nvGrpSpPr>
        <p:grpSpPr>
          <a:xfrm>
            <a:off x="0" y="5731732"/>
            <a:ext cx="9247089" cy="1126267"/>
            <a:chOff x="0" y="5731732"/>
            <a:chExt cx="9247089" cy="1126267"/>
          </a:xfrm>
        </p:grpSpPr>
        <p:grpSp>
          <p:nvGrpSpPr>
            <p:cNvPr id="4" name="Group 3"/>
            <p:cNvGrpSpPr/>
            <p:nvPr userDrawn="1"/>
          </p:nvGrpSpPr>
          <p:grpSpPr>
            <a:xfrm>
              <a:off x="0" y="5731732"/>
              <a:ext cx="9144000" cy="1126267"/>
              <a:chOff x="0" y="5731732"/>
              <a:chExt cx="9144000" cy="1126267"/>
            </a:xfrm>
          </p:grpSpPr>
          <p:pic>
            <p:nvPicPr>
              <p:cNvPr id="12" name="Picture 11" descr="Textile-Block"/>
              <p:cNvPicPr>
                <a:picLocks noChangeAspect="1"/>
              </p:cNvPicPr>
              <p:nvPr userDrawn="1"/>
            </p:nvPicPr>
            <p:blipFill rotWithShape="1">
              <a:blip r:embed="rId1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0" y="5731732"/>
                <a:ext cx="9144000" cy="1126267"/>
              </a:xfrm>
              <a:prstGeom prst="rect">
                <a:avLst/>
              </a:prstGeom>
            </p:spPr>
          </p:pic>
          <p:pic>
            <p:nvPicPr>
              <p:cNvPr id="9" name="Picture 8" descr="Partners-Logo_White_transparent.png"/>
              <p:cNvPicPr>
                <a:picLocks noChangeAspect="1"/>
              </p:cNvPicPr>
              <p:nvPr userDrawn="1"/>
            </p:nvPicPr>
            <p:blipFill>
              <a:blip r:embed="rId1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57200" y="6279131"/>
                <a:ext cx="2803280" cy="513001"/>
              </a:xfrm>
              <a:prstGeom prst="rect">
                <a:avLst/>
              </a:prstGeom>
            </p:spPr>
          </p:pic>
        </p:grpSp>
        <p:grpSp>
          <p:nvGrpSpPr>
            <p:cNvPr id="18" name="Group 17"/>
            <p:cNvGrpSpPr/>
            <p:nvPr userDrawn="1"/>
          </p:nvGrpSpPr>
          <p:grpSpPr>
            <a:xfrm>
              <a:off x="3981326" y="6415008"/>
              <a:ext cx="5265763" cy="314795"/>
              <a:chOff x="3981326" y="6415008"/>
              <a:chExt cx="5265763" cy="314795"/>
            </a:xfrm>
          </p:grpSpPr>
          <p:grpSp>
            <p:nvGrpSpPr>
              <p:cNvPr id="14" name="Group 13"/>
              <p:cNvGrpSpPr/>
              <p:nvPr userDrawn="1"/>
            </p:nvGrpSpPr>
            <p:grpSpPr>
              <a:xfrm>
                <a:off x="3981326" y="6422800"/>
                <a:ext cx="5265763" cy="276999"/>
                <a:chOff x="3981326" y="6422800"/>
                <a:chExt cx="5265763" cy="276999"/>
              </a:xfrm>
            </p:grpSpPr>
            <p:sp>
              <p:nvSpPr>
                <p:cNvPr id="15" name="Rectangle 14"/>
                <p:cNvSpPr/>
                <p:nvPr/>
              </p:nvSpPr>
              <p:spPr>
                <a:xfrm>
                  <a:off x="3981326" y="6422800"/>
                  <a:ext cx="5265763" cy="27699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sz="1200" dirty="0" err="1">
                      <a:solidFill>
                        <a:schemeClr val="bg1"/>
                      </a:solidFill>
                      <a:latin typeface="Trade Gothic"/>
                      <a:cs typeface="Trade Gothic"/>
                    </a:rPr>
                    <a:t>www.partners.net</a:t>
                  </a:r>
                  <a:r>
                    <a:rPr lang="en-US" sz="1200" dirty="0">
                      <a:solidFill>
                        <a:schemeClr val="bg1"/>
                      </a:solidFill>
                      <a:latin typeface="Trade Gothic"/>
                      <a:cs typeface="Trade Gothic"/>
                    </a:rPr>
                    <a:t>   |       @</a:t>
                  </a:r>
                  <a:r>
                    <a:rPr lang="en-US" sz="1200" dirty="0" err="1">
                      <a:solidFill>
                        <a:schemeClr val="bg1"/>
                      </a:solidFill>
                      <a:latin typeface="Trade Gothic"/>
                      <a:cs typeface="Trade Gothic"/>
                    </a:rPr>
                    <a:t>PartnersAmerica</a:t>
                  </a:r>
                  <a:r>
                    <a:rPr lang="en-US" sz="1200" dirty="0">
                      <a:solidFill>
                        <a:schemeClr val="bg1"/>
                      </a:solidFill>
                      <a:latin typeface="Trade Gothic"/>
                      <a:cs typeface="Trade Gothic"/>
                    </a:rPr>
                    <a:t>   |     \</a:t>
                  </a:r>
                  <a:r>
                    <a:rPr lang="en-US" sz="1200" dirty="0" err="1">
                      <a:solidFill>
                        <a:schemeClr val="bg1"/>
                      </a:solidFill>
                      <a:latin typeface="Trade Gothic"/>
                      <a:cs typeface="Trade Gothic"/>
                    </a:rPr>
                    <a:t>PartnersAmericas</a:t>
                  </a:r>
                  <a:endParaRPr lang="en-US" sz="1200" dirty="0">
                    <a:solidFill>
                      <a:schemeClr val="bg1"/>
                    </a:solidFill>
                    <a:latin typeface="Trade Gothic"/>
                    <a:cs typeface="Trade Gothic"/>
                  </a:endParaRPr>
                </a:p>
              </p:txBody>
            </p:sp>
            <p:pic>
              <p:nvPicPr>
                <p:cNvPr id="16" name="Picture 15" descr="facebook-icon -white-transparent-background.png"/>
                <p:cNvPicPr>
                  <a:picLocks noChangeAspect="1"/>
                </p:cNvPicPr>
                <p:nvPr/>
              </p:nvPicPr>
              <p:blipFill>
                <a:blip r:embed="rId16" cstate="email">
                  <a:alphaModFix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107739" y="6446173"/>
                  <a:ext cx="221009" cy="221009"/>
                </a:xfrm>
                <a:prstGeom prst="rect">
                  <a:avLst/>
                </a:prstGeom>
              </p:spPr>
            </p:pic>
          </p:grpSp>
          <p:pic>
            <p:nvPicPr>
              <p:cNvPr id="17" name="Picture 16" descr="twitter-bird-white-transparent-background.png"/>
              <p:cNvPicPr>
                <a:picLocks noChangeAspect="1"/>
              </p:cNvPicPr>
              <p:nvPr userDrawn="1"/>
            </p:nvPicPr>
            <p:blipFill>
              <a:blip r:embed="rId17" cstate="email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446678" y="6415008"/>
                <a:ext cx="314795" cy="31479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1892383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b="1" kern="1200">
          <a:solidFill>
            <a:srgbClr val="F82136"/>
          </a:solidFill>
          <a:latin typeface="Memphis Medium"/>
          <a:ea typeface="+mj-ea"/>
          <a:cs typeface="Memphis Medium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2pPr>
      <a:lvl3pPr marL="1143000" indent="-228600" algn="l" defTabSz="457200" rtl="0" eaLnBrk="1" latinLnBrk="0" hangingPunct="1">
        <a:spcBef>
          <a:spcPct val="20000"/>
        </a:spcBef>
        <a:buFont typeface="Courier New"/>
        <a:buChar char="o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800" dirty="0"/>
              <a:t>Policy &amp; Procedure: E-Doc</a:t>
            </a:r>
            <a:br>
              <a:rPr lang="en-US" sz="3800" dirty="0"/>
            </a:br>
            <a:r>
              <a:rPr lang="en-US" sz="3800" dirty="0"/>
              <a:t>naming convention</a:t>
            </a:r>
          </a:p>
        </p:txBody>
      </p:sp>
    </p:spTree>
    <p:extLst>
      <p:ext uri="{BB962C8B-B14F-4D97-AF65-F5344CB8AC3E}">
        <p14:creationId xmlns:p14="http://schemas.microsoft.com/office/powerpoint/2010/main" val="528127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3250" y="2604748"/>
            <a:ext cx="8026400" cy="2286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Each department should follow a clear procedure that addresses the importance of establishing consistent naming practices for electronic files that are prepared for distribution within Partners and with external Organizations. </a:t>
            </a:r>
            <a:endParaRPr lang="en-US" dirty="0"/>
          </a:p>
        </p:txBody>
      </p:sp>
      <p:pic>
        <p:nvPicPr>
          <p:cNvPr id="1030" name="Picture 6" descr="Image result for please note 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6190" y="121443"/>
            <a:ext cx="2455215" cy="2093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4200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 descr="Image result for FOUNDER  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5916" y="3429000"/>
            <a:ext cx="2565401" cy="2565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Procedure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93700" y="1808947"/>
            <a:ext cx="8293100" cy="3454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It is important to include the “</a:t>
            </a:r>
            <a:r>
              <a:rPr lang="en-US" sz="2000" b="1" dirty="0"/>
              <a:t>funder / organization name / project</a:t>
            </a:r>
            <a:r>
              <a:rPr lang="en-US" sz="2000" dirty="0"/>
              <a:t>”  (if applicable).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For example: </a:t>
            </a:r>
          </a:p>
          <a:p>
            <a:pPr marL="0" indent="0">
              <a:buNone/>
            </a:pPr>
            <a:r>
              <a:rPr lang="en-US" sz="2000" dirty="0"/>
              <a:t>When preparing the master narrative of a Department of State (DOS) funded proposal for Youth Ambassadors, the file could start with:  </a:t>
            </a:r>
          </a:p>
          <a:p>
            <a:r>
              <a:rPr lang="en-US" sz="2000" dirty="0"/>
              <a:t> DOS YA  </a:t>
            </a:r>
          </a:p>
          <a:p>
            <a:pPr marL="0" indent="0">
              <a:buNone/>
            </a:pPr>
            <a:r>
              <a:rPr lang="en-US" sz="2000" dirty="0"/>
              <a:t> </a:t>
            </a:r>
          </a:p>
          <a:p>
            <a:r>
              <a:rPr lang="en-US" sz="2000" dirty="0"/>
              <a:t>100K WU</a:t>
            </a:r>
          </a:p>
          <a:p>
            <a:endParaRPr lang="en-US" sz="2000" dirty="0"/>
          </a:p>
          <a:p>
            <a:r>
              <a:rPr lang="en-US" sz="2000" dirty="0"/>
              <a:t>92RD </a:t>
            </a:r>
            <a:r>
              <a:rPr lang="en-US" sz="2000" dirty="0" err="1"/>
              <a:t>MCardenas</a:t>
            </a:r>
            <a:endParaRPr lang="en-US" sz="2000" dirty="0"/>
          </a:p>
        </p:txBody>
      </p:sp>
      <p:pic>
        <p:nvPicPr>
          <p:cNvPr id="2050" name="Picture 2" descr="Image result for first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" y="1044570"/>
            <a:ext cx="1257300" cy="707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0327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9876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011" y="2120900"/>
            <a:ext cx="7937500" cy="35323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 file name will also need to include the   content       of the document.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In this case, we are naming a master narrative so the file will be named as follows:</a:t>
            </a:r>
          </a:p>
          <a:p>
            <a:r>
              <a:rPr lang="es-ES" sz="2000" dirty="0"/>
              <a:t>DOS YA </a:t>
            </a:r>
            <a:r>
              <a:rPr lang="es-ES" sz="2000" b="1" dirty="0"/>
              <a:t>Master Narrative</a:t>
            </a:r>
            <a:r>
              <a:rPr lang="es-ES" sz="2000" dirty="0"/>
              <a:t> </a:t>
            </a:r>
            <a:r>
              <a:rPr lang="es-ES" sz="2000" b="1" dirty="0"/>
              <a:t>or </a:t>
            </a:r>
            <a:r>
              <a:rPr lang="es-ES" sz="2000" dirty="0"/>
              <a:t>DOS YA </a:t>
            </a:r>
            <a:r>
              <a:rPr lang="es-ES" sz="2000" b="1" dirty="0"/>
              <a:t>Narrative</a:t>
            </a:r>
            <a:r>
              <a:rPr lang="es-ES" sz="2000" dirty="0"/>
              <a:t>, etc.</a:t>
            </a:r>
          </a:p>
          <a:p>
            <a:endParaRPr lang="es-ES" sz="2000" dirty="0"/>
          </a:p>
          <a:p>
            <a:r>
              <a:rPr lang="en-US" sz="2000" dirty="0"/>
              <a:t>100K WU </a:t>
            </a:r>
            <a:r>
              <a:rPr lang="en-US" sz="2000" b="1" dirty="0"/>
              <a:t>FixCost </a:t>
            </a:r>
          </a:p>
          <a:p>
            <a:endParaRPr lang="en-US" sz="2000" dirty="0"/>
          </a:p>
          <a:p>
            <a:r>
              <a:rPr lang="en-US" sz="2000" dirty="0"/>
              <a:t>92RD Mcardenas </a:t>
            </a:r>
            <a:r>
              <a:rPr lang="en-US" sz="2000" b="1" dirty="0"/>
              <a:t>IC</a:t>
            </a:r>
          </a:p>
          <a:p>
            <a:endParaRPr lang="en-US" dirty="0"/>
          </a:p>
        </p:txBody>
      </p:sp>
      <p:pic>
        <p:nvPicPr>
          <p:cNvPr id="3076" name="Picture 4" descr="Image result for 2ND  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1" y="1052940"/>
            <a:ext cx="774699" cy="729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Image result for CONTENT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73" r="9440" b="22120"/>
          <a:stretch/>
        </p:blipFill>
        <p:spPr bwMode="auto">
          <a:xfrm>
            <a:off x="5050872" y="1993900"/>
            <a:ext cx="1346200" cy="838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6530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4" name="Picture 8" descr="Image result for da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1010" y="3424109"/>
            <a:ext cx="2125790" cy="2125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775" y="1871788"/>
            <a:ext cx="8229600" cy="337995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 file will need to also include the date the document is prepared or modified. If is a contract should include start date and end date.</a:t>
            </a:r>
          </a:p>
          <a:p>
            <a:pPr marL="0" indent="0">
              <a:buNone/>
            </a:pPr>
            <a:r>
              <a:rPr lang="en-US" dirty="0"/>
              <a:t>The date should first include the four digit year, followed by the two digit month, and finally the two digit day.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example:</a:t>
            </a:r>
          </a:p>
          <a:p>
            <a:r>
              <a:rPr lang="es-ES" dirty="0"/>
              <a:t>DOS YA Master Narrative </a:t>
            </a:r>
            <a:r>
              <a:rPr lang="es-ES" b="1" dirty="0"/>
              <a:t>2016‐02‐17</a:t>
            </a:r>
          </a:p>
          <a:p>
            <a:endParaRPr lang="es-ES" b="1" dirty="0"/>
          </a:p>
          <a:p>
            <a:r>
              <a:rPr lang="en-US" dirty="0"/>
              <a:t>100K WU FixCost </a:t>
            </a:r>
            <a:r>
              <a:rPr lang="en-US" b="1" dirty="0"/>
              <a:t>2019-05-01 to 07-30</a:t>
            </a:r>
          </a:p>
          <a:p>
            <a:endParaRPr lang="en-US" dirty="0"/>
          </a:p>
          <a:p>
            <a:r>
              <a:rPr lang="en-US" dirty="0"/>
              <a:t>92RD Mcardenas IC </a:t>
            </a:r>
            <a:r>
              <a:rPr lang="en-US" b="1" dirty="0"/>
              <a:t>2018-01-01 to 2019-01-31</a:t>
            </a:r>
          </a:p>
          <a:p>
            <a:endParaRPr lang="es-E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098" name="Picture 2" descr="Image result for 3RD 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0" y="922846"/>
            <a:ext cx="838200" cy="771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4" descr="Image result for da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Image result for dat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7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71700"/>
            <a:ext cx="8229600" cy="34688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If the document is edited, the </a:t>
            </a:r>
            <a:r>
              <a:rPr lang="en-US" b="1" dirty="0"/>
              <a:t>initials</a:t>
            </a:r>
            <a:r>
              <a:rPr lang="en-US" dirty="0"/>
              <a:t> of the editor should be included.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the document was edited by Jane Doe, the file would be named as follows:</a:t>
            </a:r>
          </a:p>
          <a:p>
            <a:r>
              <a:rPr lang="es-ES" dirty="0"/>
              <a:t>DOS YA Master Narrative 2016‐02‐17 </a:t>
            </a:r>
            <a:r>
              <a:rPr lang="es-ES" b="1" dirty="0" err="1"/>
              <a:t>jd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Once a final version of a document is completed, the initials may be deleted and replaced with the word “final.” </a:t>
            </a:r>
          </a:p>
          <a:p>
            <a:r>
              <a:rPr lang="en-US" dirty="0"/>
              <a:t>DOS YA Master Narrative 2016‐02‐25 </a:t>
            </a:r>
            <a:r>
              <a:rPr lang="en-US" b="1" dirty="0"/>
              <a:t>FINAL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70405" y="955973"/>
            <a:ext cx="1817196" cy="76944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3200" b="1" cap="all" spc="0" dirty="0">
                <a:ln w="0"/>
                <a:solidFill>
                  <a:srgbClr val="336699"/>
                </a:solidFill>
                <a:effectLst>
                  <a:reflection blurRad="12700" stA="50000" endPos="50000" dist="5000" dir="5400000" sy="-100000" rotWithShape="0"/>
                </a:effectLst>
              </a:rPr>
              <a:t>LASTLY</a:t>
            </a:r>
            <a:r>
              <a:rPr lang="en-US" sz="4400" b="1" cap="all" spc="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44128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artners Branding">
  <a:themeElements>
    <a:clrScheme name="Partners Palette">
      <a:dk1>
        <a:srgbClr val="FFFFFF"/>
      </a:dk1>
      <a:lt1>
        <a:srgbClr val="000000"/>
      </a:lt1>
      <a:dk2>
        <a:srgbClr val="FDBB30"/>
      </a:dk2>
      <a:lt2>
        <a:srgbClr val="0054A4"/>
      </a:lt2>
      <a:accent1>
        <a:srgbClr val="0084A9"/>
      </a:accent1>
      <a:accent2>
        <a:srgbClr val="711471"/>
      </a:accent2>
      <a:accent3>
        <a:srgbClr val="9FA617"/>
      </a:accent3>
      <a:accent4>
        <a:srgbClr val="B50938"/>
      </a:accent4>
      <a:accent5>
        <a:srgbClr val="439539"/>
      </a:accent5>
      <a:accent6>
        <a:srgbClr val="D60C8C"/>
      </a:accent6>
      <a:hlink>
        <a:srgbClr val="F15D22"/>
      </a:hlink>
      <a:folHlink>
        <a:srgbClr val="59582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06C8355D678A459F2EF8957171B231" ma:contentTypeVersion="18" ma:contentTypeDescription="Create a new document." ma:contentTypeScope="" ma:versionID="efd9b4af885478ed0a3e84c6362c6fb3">
  <xsd:schema xmlns:xsd="http://www.w3.org/2001/XMLSchema" xmlns:xs="http://www.w3.org/2001/XMLSchema" xmlns:p="http://schemas.microsoft.com/office/2006/metadata/properties" xmlns:ns2="f2466082-b6bf-4153-98c3-3c41e85fda18" xmlns:ns3="dc808d36-874f-4b27-aec2-2fd649817929" targetNamespace="http://schemas.microsoft.com/office/2006/metadata/properties" ma:root="true" ma:fieldsID="3b6abc503e38a49174dd9e5072c65339" ns2:_="" ns3:_="">
    <xsd:import namespace="f2466082-b6bf-4153-98c3-3c41e85fda18"/>
    <xsd:import namespace="dc808d36-874f-4b27-aec2-2fd6498179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66082-b6bf-4153-98c3-3c41e85fda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1e634b9-0c0d-402e-b683-49cec20119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08d36-874f-4b27-aec2-2fd6498179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796171e-60a5-48ad-9b94-11b7e9399efd}" ma:internalName="TaxCatchAll" ma:showField="CatchAllData" ma:web="dc808d36-874f-4b27-aec2-2fd6498179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2466082-b6bf-4153-98c3-3c41e85fda18">
      <Terms xmlns="http://schemas.microsoft.com/office/infopath/2007/PartnerControls"/>
    </lcf76f155ced4ddcb4097134ff3c332f>
    <TaxCatchAll xmlns="dc808d36-874f-4b27-aec2-2fd649817929" xsi:nil="true"/>
  </documentManagement>
</p:properties>
</file>

<file path=customXml/itemProps1.xml><?xml version="1.0" encoding="utf-8"?>
<ds:datastoreItem xmlns:ds="http://schemas.openxmlformats.org/officeDocument/2006/customXml" ds:itemID="{9AF01F0F-AA09-43D3-823C-DBC54AA4F0FB}"/>
</file>

<file path=customXml/itemProps2.xml><?xml version="1.0" encoding="utf-8"?>
<ds:datastoreItem xmlns:ds="http://schemas.openxmlformats.org/officeDocument/2006/customXml" ds:itemID="{335DA0EF-DC53-4432-8C3C-9A72F0110BB5}"/>
</file>

<file path=customXml/itemProps3.xml><?xml version="1.0" encoding="utf-8"?>
<ds:datastoreItem xmlns:ds="http://schemas.openxmlformats.org/officeDocument/2006/customXml" ds:itemID="{01A493A8-C8E2-4151-82F2-B7F143DD43C2}"/>
</file>

<file path=docProps/app.xml><?xml version="1.0" encoding="utf-8"?>
<Properties xmlns="http://schemas.openxmlformats.org/officeDocument/2006/extended-properties" xmlns:vt="http://schemas.openxmlformats.org/officeDocument/2006/docPropsVTypes">
  <Template>Partners Branding.thmx</Template>
  <TotalTime>17294</TotalTime>
  <Words>284</Words>
  <Application>Microsoft Office PowerPoint</Application>
  <PresentationFormat>On-screen Show (4:3)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Courier New</vt:lpstr>
      <vt:lpstr>Memphis Medium</vt:lpstr>
      <vt:lpstr>Trade Gothic</vt:lpstr>
      <vt:lpstr>Partners Branding</vt:lpstr>
      <vt:lpstr>Policy &amp; Procedure: E-Doc naming convention</vt:lpstr>
      <vt:lpstr>PowerPoint Presentation</vt:lpstr>
      <vt:lpstr>Procedure </vt:lpstr>
      <vt:lpstr>Procedure</vt:lpstr>
      <vt:lpstr>Procedure</vt:lpstr>
      <vt:lpstr>Procedure</vt:lpstr>
    </vt:vector>
  </TitlesOfParts>
  <Company>Partners of the Americas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Evaluating &amp; Activating  NGO Audiences</dc:title>
  <dc:creator>Penelope Kim</dc:creator>
  <cp:lastModifiedBy>John McPhail</cp:lastModifiedBy>
  <cp:revision>273</cp:revision>
  <dcterms:created xsi:type="dcterms:W3CDTF">2015-10-21T15:01:49Z</dcterms:created>
  <dcterms:modified xsi:type="dcterms:W3CDTF">2019-06-11T14:27:24Z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0x0101003206C8355D678A459F2EF8957171B231</vt:lpwstr>
  </property>
  <property fmtid="{D5CDD505-2E9C-101B-9397-08002B2CF9AE}" pid="3" name="Order">
    <vt:r8>132600</vt:r8>
  </property>
</Properties>
</file>