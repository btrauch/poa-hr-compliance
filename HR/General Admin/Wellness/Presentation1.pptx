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
  </p:notesMasterIdLst>
  <p:sldIdLst>
    <p:sldId id="256"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5A589-CE4F-1C93-C5E8-5CFCBF0BEB8F}" v="11" dt="2020-03-17T15:11:39.391"/>
    <p1510:client id="{40286E78-11A1-0C74-A969-EE3AA0B7B77E}" v="45" dt="2020-03-17T18:29:39.150"/>
    <p1510:client id="{5C43F1E9-5D51-984A-4457-A06D8ED3BAD4}" v="81" dt="2020-03-17T14:49:04.843"/>
    <p1510:client id="{DD4CD707-05CA-4B82-9AFB-A872C08AB6FC}" v="199" dt="2020-03-17T15:35:12.932"/>
    <p1510:client id="{F7E22BAB-CE01-4F62-A4C2-A0FA75589D18}" v="2903" dt="2020-03-17T14:56:48.4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mar Lyons" userId="S::slyons@partners.net::03f28b71-fb44-45c3-b6a8-845861458751" providerId="AD" clId="Web-{16C5A589-CE4F-1C93-C5E8-5CFCBF0BEB8F}"/>
    <pc:docChg chg="modSld">
      <pc:chgData name="Summar Lyons" userId="S::slyons@partners.net::03f28b71-fb44-45c3-b6a8-845861458751" providerId="AD" clId="Web-{16C5A589-CE4F-1C93-C5E8-5CFCBF0BEB8F}" dt="2020-03-17T15:11:39.391" v="10" actId="20577"/>
      <pc:docMkLst>
        <pc:docMk/>
      </pc:docMkLst>
      <pc:sldChg chg="modSp">
        <pc:chgData name="Summar Lyons" userId="S::slyons@partners.net::03f28b71-fb44-45c3-b6a8-845861458751" providerId="AD" clId="Web-{16C5A589-CE4F-1C93-C5E8-5CFCBF0BEB8F}" dt="2020-03-17T15:11:39.391" v="10" actId="20577"/>
        <pc:sldMkLst>
          <pc:docMk/>
          <pc:sldMk cId="716503218" sldId="259"/>
        </pc:sldMkLst>
        <pc:graphicFrameChg chg="modGraphic">
          <ac:chgData name="Summar Lyons" userId="S::slyons@partners.net::03f28b71-fb44-45c3-b6a8-845861458751" providerId="AD" clId="Web-{16C5A589-CE4F-1C93-C5E8-5CFCBF0BEB8F}" dt="2020-03-17T15:11:39.391" v="10" actId="20577"/>
          <ac:graphicFrameMkLst>
            <pc:docMk/>
            <pc:sldMk cId="716503218" sldId="259"/>
            <ac:graphicFrameMk id="5" creationId="{96449E00-F07B-4B50-BD01-C489D2CECB5C}"/>
          </ac:graphicFrameMkLst>
        </pc:graphicFrameChg>
      </pc:sldChg>
    </pc:docChg>
  </pc:docChgLst>
  <pc:docChgLst>
    <pc:chgData name="Summar Lyons" userId="S::slyons@partners.net::03f28b71-fb44-45c3-b6a8-845861458751" providerId="AD" clId="Web-{40286E78-11A1-0C74-A969-EE3AA0B7B77E}"/>
    <pc:docChg chg="modSld">
      <pc:chgData name="Summar Lyons" userId="S::slyons@partners.net::03f28b71-fb44-45c3-b6a8-845861458751" providerId="AD" clId="Web-{40286E78-11A1-0C74-A969-EE3AA0B7B77E}" dt="2020-03-17T18:29:39.150" v="43" actId="20577"/>
      <pc:docMkLst>
        <pc:docMk/>
      </pc:docMkLst>
      <pc:sldChg chg="modSp">
        <pc:chgData name="Summar Lyons" userId="S::slyons@partners.net::03f28b71-fb44-45c3-b6a8-845861458751" providerId="AD" clId="Web-{40286E78-11A1-0C74-A969-EE3AA0B7B77E}" dt="2020-03-17T18:29:39.134" v="42" actId="20577"/>
        <pc:sldMkLst>
          <pc:docMk/>
          <pc:sldMk cId="4042034609" sldId="258"/>
        </pc:sldMkLst>
        <pc:spChg chg="mod">
          <ac:chgData name="Summar Lyons" userId="S::slyons@partners.net::03f28b71-fb44-45c3-b6a8-845861458751" providerId="AD" clId="Web-{40286E78-11A1-0C74-A969-EE3AA0B7B77E}" dt="2020-03-17T18:29:39.134" v="42" actId="20577"/>
          <ac:spMkLst>
            <pc:docMk/>
            <pc:sldMk cId="4042034609" sldId="258"/>
            <ac:spMk id="3" creationId="{A5CD1240-8525-460D-8EC6-712736D01D04}"/>
          </ac:spMkLst>
        </pc:spChg>
      </pc:sldChg>
      <pc:sldChg chg="modSp">
        <pc:chgData name="Summar Lyons" userId="S::slyons@partners.net::03f28b71-fb44-45c3-b6a8-845861458751" providerId="AD" clId="Web-{40286E78-11A1-0C74-A969-EE3AA0B7B77E}" dt="2020-03-17T18:28:43.384" v="32" actId="20577"/>
        <pc:sldMkLst>
          <pc:docMk/>
          <pc:sldMk cId="943935016" sldId="260"/>
        </pc:sldMkLst>
        <pc:spChg chg="mod">
          <ac:chgData name="Summar Lyons" userId="S::slyons@partners.net::03f28b71-fb44-45c3-b6a8-845861458751" providerId="AD" clId="Web-{40286E78-11A1-0C74-A969-EE3AA0B7B77E}" dt="2020-03-17T18:28:43.384" v="32" actId="20577"/>
          <ac:spMkLst>
            <pc:docMk/>
            <pc:sldMk cId="943935016" sldId="260"/>
            <ac:spMk id="3" creationId="{E69FCBAF-E880-4ADA-B439-40BA50C85D3A}"/>
          </ac:spMkLst>
        </pc:spChg>
      </pc:sldChg>
    </pc:docChg>
  </pc:docChgLst>
  <pc:docChgLst>
    <pc:chgData name="Stephanie Verganza" userId="ffc5f8f4-b46c-4eb7-ad0a-4bc869c58a2c" providerId="ADAL" clId="{DD4CD707-05CA-4B82-9AFB-A872C08AB6FC}"/>
    <pc:docChg chg="modSld">
      <pc:chgData name="Stephanie Verganza" userId="ffc5f8f4-b46c-4eb7-ad0a-4bc869c58a2c" providerId="ADAL" clId="{DD4CD707-05CA-4B82-9AFB-A872C08AB6FC}" dt="2020-03-17T15:35:12.932" v="197" actId="20577"/>
      <pc:docMkLst>
        <pc:docMk/>
      </pc:docMkLst>
      <pc:sldChg chg="modSp modNotesTx">
        <pc:chgData name="Stephanie Verganza" userId="ffc5f8f4-b46c-4eb7-ad0a-4bc869c58a2c" providerId="ADAL" clId="{DD4CD707-05CA-4B82-9AFB-A872C08AB6FC}" dt="2020-03-17T15:35:12.932" v="197" actId="20577"/>
        <pc:sldMkLst>
          <pc:docMk/>
          <pc:sldMk cId="716503218" sldId="259"/>
        </pc:sldMkLst>
        <pc:graphicFrameChg chg="mod">
          <ac:chgData name="Stephanie Verganza" userId="ffc5f8f4-b46c-4eb7-ad0a-4bc869c58a2c" providerId="ADAL" clId="{DD4CD707-05CA-4B82-9AFB-A872C08AB6FC}" dt="2020-03-17T15:34:58.256" v="196"/>
          <ac:graphicFrameMkLst>
            <pc:docMk/>
            <pc:sldMk cId="716503218" sldId="259"/>
            <ac:graphicFrameMk id="5" creationId="{96449E00-F07B-4B50-BD01-C489D2CECB5C}"/>
          </ac:graphicFrameMkLst>
        </pc:graphicFrameChg>
      </pc:sldChg>
    </pc:docChg>
  </pc:docChgLst>
  <pc:docChgLst>
    <pc:chgData name="Summar Lyons" userId="S::slyons@partners.net::03f28b71-fb44-45c3-b6a8-845861458751" providerId="AD" clId="Web-{F7E22BAB-CE01-4F62-A4C2-A0FA75589D18}"/>
    <pc:docChg chg="addSld modSld">
      <pc:chgData name="Summar Lyons" userId="S::slyons@partners.net::03f28b71-fb44-45c3-b6a8-845861458751" providerId="AD" clId="Web-{F7E22BAB-CE01-4F62-A4C2-A0FA75589D18}" dt="2020-03-17T14:56:48.497" v="2892" actId="20577"/>
      <pc:docMkLst>
        <pc:docMk/>
      </pc:docMkLst>
      <pc:sldChg chg="addSp modSp mod setBg">
        <pc:chgData name="Summar Lyons" userId="S::slyons@partners.net::03f28b71-fb44-45c3-b6a8-845861458751" providerId="AD" clId="Web-{F7E22BAB-CE01-4F62-A4C2-A0FA75589D18}" dt="2020-03-17T14:37:44.774" v="2807" actId="20577"/>
        <pc:sldMkLst>
          <pc:docMk/>
          <pc:sldMk cId="109857222" sldId="256"/>
        </pc:sldMkLst>
        <pc:spChg chg="mod">
          <ac:chgData name="Summar Lyons" userId="S::slyons@partners.net::03f28b71-fb44-45c3-b6a8-845861458751" providerId="AD" clId="Web-{F7E22BAB-CE01-4F62-A4C2-A0FA75589D18}" dt="2020-03-17T14:35:46.004" v="2800"/>
          <ac:spMkLst>
            <pc:docMk/>
            <pc:sldMk cId="109857222" sldId="256"/>
            <ac:spMk id="2" creationId="{00000000-0000-0000-0000-000000000000}"/>
          </ac:spMkLst>
        </pc:spChg>
        <pc:spChg chg="mod">
          <ac:chgData name="Summar Lyons" userId="S::slyons@partners.net::03f28b71-fb44-45c3-b6a8-845861458751" providerId="AD" clId="Web-{F7E22BAB-CE01-4F62-A4C2-A0FA75589D18}" dt="2020-03-17T14:37:44.774" v="2807" actId="20577"/>
          <ac:spMkLst>
            <pc:docMk/>
            <pc:sldMk cId="109857222" sldId="256"/>
            <ac:spMk id="3" creationId="{00000000-0000-0000-0000-000000000000}"/>
          </ac:spMkLst>
        </pc:spChg>
        <pc:spChg chg="add">
          <ac:chgData name="Summar Lyons" userId="S::slyons@partners.net::03f28b71-fb44-45c3-b6a8-845861458751" providerId="AD" clId="Web-{F7E22BAB-CE01-4F62-A4C2-A0FA75589D18}" dt="2020-03-17T14:35:46.004" v="2800"/>
          <ac:spMkLst>
            <pc:docMk/>
            <pc:sldMk cId="109857222" sldId="256"/>
            <ac:spMk id="8" creationId="{9AFC454B-A080-4D23-B177-6D5356C6E6EF}"/>
          </ac:spMkLst>
        </pc:spChg>
        <pc:spChg chg="add">
          <ac:chgData name="Summar Lyons" userId="S::slyons@partners.net::03f28b71-fb44-45c3-b6a8-845861458751" providerId="AD" clId="Web-{F7E22BAB-CE01-4F62-A4C2-A0FA75589D18}" dt="2020-03-17T14:35:46.004" v="2800"/>
          <ac:spMkLst>
            <pc:docMk/>
            <pc:sldMk cId="109857222" sldId="256"/>
            <ac:spMk id="10" creationId="{D0522C2C-7B5C-48A7-A969-03941E5D2E76}"/>
          </ac:spMkLst>
        </pc:spChg>
        <pc:spChg chg="add">
          <ac:chgData name="Summar Lyons" userId="S::slyons@partners.net::03f28b71-fb44-45c3-b6a8-845861458751" providerId="AD" clId="Web-{F7E22BAB-CE01-4F62-A4C2-A0FA75589D18}" dt="2020-03-17T14:35:46.004" v="2800"/>
          <ac:spMkLst>
            <pc:docMk/>
            <pc:sldMk cId="109857222" sldId="256"/>
            <ac:spMk id="12" creationId="{9C682A1A-5B2D-4111-BBD6-620165633E5B}"/>
          </ac:spMkLst>
        </pc:spChg>
        <pc:spChg chg="add">
          <ac:chgData name="Summar Lyons" userId="S::slyons@partners.net::03f28b71-fb44-45c3-b6a8-845861458751" providerId="AD" clId="Web-{F7E22BAB-CE01-4F62-A4C2-A0FA75589D18}" dt="2020-03-17T14:35:46.004" v="2800"/>
          <ac:spMkLst>
            <pc:docMk/>
            <pc:sldMk cId="109857222" sldId="256"/>
            <ac:spMk id="14" creationId="{D6EE29F2-D77F-4BD0-A20B-334D316A1C9D}"/>
          </ac:spMkLst>
        </pc:spChg>
        <pc:spChg chg="add">
          <ac:chgData name="Summar Lyons" userId="S::slyons@partners.net::03f28b71-fb44-45c3-b6a8-845861458751" providerId="AD" clId="Web-{F7E22BAB-CE01-4F62-A4C2-A0FA75589D18}" dt="2020-03-17T14:35:46.004" v="2800"/>
          <ac:spMkLst>
            <pc:docMk/>
            <pc:sldMk cId="109857222" sldId="256"/>
            <ac:spMk id="16" creationId="{22D09ED2-868F-42C6-866E-F92E0CEF314F}"/>
          </ac:spMkLst>
        </pc:spChg>
      </pc:sldChg>
      <pc:sldChg chg="addSp delSp modSp new mod setBg">
        <pc:chgData name="Summar Lyons" userId="S::slyons@partners.net::03f28b71-fb44-45c3-b6a8-845861458751" providerId="AD" clId="Web-{F7E22BAB-CE01-4F62-A4C2-A0FA75589D18}" dt="2020-03-17T14:14:02.871" v="2449" actId="20577"/>
        <pc:sldMkLst>
          <pc:docMk/>
          <pc:sldMk cId="2864611771" sldId="257"/>
        </pc:sldMkLst>
        <pc:spChg chg="mod">
          <ac:chgData name="Summar Lyons" userId="S::slyons@partners.net::03f28b71-fb44-45c3-b6a8-845861458751" providerId="AD" clId="Web-{F7E22BAB-CE01-4F62-A4C2-A0FA75589D18}" dt="2020-03-17T14:11:30.304" v="2436"/>
          <ac:spMkLst>
            <pc:docMk/>
            <pc:sldMk cId="2864611771" sldId="257"/>
            <ac:spMk id="2" creationId="{C0F8954C-4486-44AD-A1EB-87831A8EF349}"/>
          </ac:spMkLst>
        </pc:spChg>
        <pc:spChg chg="add del mod">
          <ac:chgData name="Summar Lyons" userId="S::slyons@partners.net::03f28b71-fb44-45c3-b6a8-845861458751" providerId="AD" clId="Web-{F7E22BAB-CE01-4F62-A4C2-A0FA75589D18}" dt="2020-03-17T13:44:19.503" v="1236"/>
          <ac:spMkLst>
            <pc:docMk/>
            <pc:sldMk cId="2864611771" sldId="257"/>
            <ac:spMk id="3" creationId="{A5CD1240-8525-460D-8EC6-712736D01D04}"/>
          </ac:spMkLst>
        </pc:spChg>
        <pc:spChg chg="add del">
          <ac:chgData name="Summar Lyons" userId="S::slyons@partners.net::03f28b71-fb44-45c3-b6a8-845861458751" providerId="AD" clId="Web-{F7E22BAB-CE01-4F62-A4C2-A0FA75589D18}" dt="2020-03-17T13:27:55.504" v="175"/>
          <ac:spMkLst>
            <pc:docMk/>
            <pc:sldMk cId="2864611771" sldId="257"/>
            <ac:spMk id="5" creationId="{B547373F-AF2E-4907-B442-9F902B387FD0}"/>
          </ac:spMkLst>
        </pc:spChg>
        <pc:spChg chg="add del">
          <ac:chgData name="Summar Lyons" userId="S::slyons@partners.net::03f28b71-fb44-45c3-b6a8-845861458751" providerId="AD" clId="Web-{F7E22BAB-CE01-4F62-A4C2-A0FA75589D18}" dt="2020-03-17T13:46:08.678" v="1278"/>
          <ac:spMkLst>
            <pc:docMk/>
            <pc:sldMk cId="2864611771" sldId="257"/>
            <ac:spMk id="6" creationId="{33B1EE1F-6738-485F-A620-2602F7683DFB}"/>
          </ac:spMkLst>
        </pc:spChg>
        <pc:spChg chg="add del">
          <ac:chgData name="Summar Lyons" userId="S::slyons@partners.net::03f28b71-fb44-45c3-b6a8-845861458751" providerId="AD" clId="Web-{F7E22BAB-CE01-4F62-A4C2-A0FA75589D18}" dt="2020-03-17T13:25:09.530" v="21"/>
          <ac:spMkLst>
            <pc:docMk/>
            <pc:sldMk cId="2864611771" sldId="257"/>
            <ac:spMk id="8" creationId="{23962611-DFD5-4092-AAFD-559E3DFCE2C9}"/>
          </ac:spMkLst>
        </pc:spChg>
        <pc:spChg chg="add del">
          <ac:chgData name="Summar Lyons" userId="S::slyons@partners.net::03f28b71-fb44-45c3-b6a8-845861458751" providerId="AD" clId="Web-{F7E22BAB-CE01-4F62-A4C2-A0FA75589D18}" dt="2020-03-17T14:11:37.726" v="2437"/>
          <ac:spMkLst>
            <pc:docMk/>
            <pc:sldMk cId="2864611771" sldId="257"/>
            <ac:spMk id="17" creationId="{46C2E80F-49A6-4372-B103-219D417A55ED}"/>
          </ac:spMkLst>
        </pc:spChg>
        <pc:spChg chg="add">
          <ac:chgData name="Summar Lyons" userId="S::slyons@partners.net::03f28b71-fb44-45c3-b6a8-845861458751" providerId="AD" clId="Web-{F7E22BAB-CE01-4F62-A4C2-A0FA75589D18}" dt="2020-03-17T14:11:37.726" v="2437"/>
          <ac:spMkLst>
            <pc:docMk/>
            <pc:sldMk cId="2864611771" sldId="257"/>
            <ac:spMk id="22" creationId="{46C2E80F-49A6-4372-B103-219D417A55ED}"/>
          </ac:spMkLst>
        </pc:spChg>
        <pc:spChg chg="add del">
          <ac:chgData name="Summar Lyons" userId="S::slyons@partners.net::03f28b71-fb44-45c3-b6a8-845861458751" providerId="AD" clId="Web-{F7E22BAB-CE01-4F62-A4C2-A0FA75589D18}" dt="2020-03-17T14:11:30.304" v="2436"/>
          <ac:spMkLst>
            <pc:docMk/>
            <pc:sldMk cId="2864611771" sldId="257"/>
            <ac:spMk id="23" creationId="{460B0EFB-53ED-4F35-B05D-F658EA021C65}"/>
          </ac:spMkLst>
        </pc:spChg>
        <pc:spChg chg="add del">
          <ac:chgData name="Summar Lyons" userId="S::slyons@partners.net::03f28b71-fb44-45c3-b6a8-845861458751" providerId="AD" clId="Web-{F7E22BAB-CE01-4F62-A4C2-A0FA75589D18}" dt="2020-03-17T14:11:30.304" v="2436"/>
          <ac:spMkLst>
            <pc:docMk/>
            <pc:sldMk cId="2864611771" sldId="257"/>
            <ac:spMk id="25" creationId="{835EF3DD-7D43-4A27-8967-A92FD8CC9365}"/>
          </ac:spMkLst>
        </pc:spChg>
        <pc:graphicFrameChg chg="add mod modGraphic">
          <ac:chgData name="Summar Lyons" userId="S::slyons@partners.net::03f28b71-fb44-45c3-b6a8-845861458751" providerId="AD" clId="Web-{F7E22BAB-CE01-4F62-A4C2-A0FA75589D18}" dt="2020-03-17T14:14:02.871" v="2449" actId="20577"/>
          <ac:graphicFrameMkLst>
            <pc:docMk/>
            <pc:sldMk cId="2864611771" sldId="257"/>
            <ac:graphicFrameMk id="7" creationId="{03442577-58C4-4549-9D3B-4AA737D6CB63}"/>
          </ac:graphicFrameMkLst>
        </pc:graphicFrameChg>
        <pc:picChg chg="add del">
          <ac:chgData name="Summar Lyons" userId="S::slyons@partners.net::03f28b71-fb44-45c3-b6a8-845861458751" providerId="AD" clId="Web-{F7E22BAB-CE01-4F62-A4C2-A0FA75589D18}" dt="2020-03-17T13:25:09.530" v="21"/>
          <ac:picMkLst>
            <pc:docMk/>
            <pc:sldMk cId="2864611771" sldId="257"/>
            <ac:picMk id="10" creationId="{2270F1FA-0425-408F-9861-80BF5AFB276D}"/>
          </ac:picMkLst>
        </pc:picChg>
        <pc:picChg chg="add del">
          <ac:chgData name="Summar Lyons" userId="S::slyons@partners.net::03f28b71-fb44-45c3-b6a8-845861458751" providerId="AD" clId="Web-{F7E22BAB-CE01-4F62-A4C2-A0FA75589D18}" dt="2020-03-17T14:11:30.304" v="2436"/>
          <ac:picMkLst>
            <pc:docMk/>
            <pc:sldMk cId="2864611771" sldId="257"/>
            <ac:picMk id="19" creationId="{B232ECB0-BF40-4A78-876C-A6358515B439}"/>
          </ac:picMkLst>
        </pc:picChg>
        <pc:cxnChg chg="add del">
          <ac:chgData name="Summar Lyons" userId="S::slyons@partners.net::03f28b71-fb44-45c3-b6a8-845861458751" providerId="AD" clId="Web-{F7E22BAB-CE01-4F62-A4C2-A0FA75589D18}" dt="2020-03-17T13:46:08.678" v="1278"/>
          <ac:cxnSpMkLst>
            <pc:docMk/>
            <pc:sldMk cId="2864611771" sldId="257"/>
            <ac:cxnSpMk id="12" creationId="{ADC544FB-7860-4381-935B-43879C94F627}"/>
          </ac:cxnSpMkLst>
        </pc:cxnChg>
      </pc:sldChg>
      <pc:sldChg chg="addSp delSp modSp add mod replId setBg modNotes">
        <pc:chgData name="Summar Lyons" userId="S::slyons@partners.net::03f28b71-fb44-45c3-b6a8-845861458751" providerId="AD" clId="Web-{F7E22BAB-CE01-4F62-A4C2-A0FA75589D18}" dt="2020-03-17T14:55:57.828" v="2860" actId="20577"/>
        <pc:sldMkLst>
          <pc:docMk/>
          <pc:sldMk cId="4042034609" sldId="258"/>
        </pc:sldMkLst>
        <pc:spChg chg="mod">
          <ac:chgData name="Summar Lyons" userId="S::slyons@partners.net::03f28b71-fb44-45c3-b6a8-845861458751" providerId="AD" clId="Web-{F7E22BAB-CE01-4F62-A4C2-A0FA75589D18}" dt="2020-03-17T14:55:57.828" v="2860" actId="20577"/>
          <ac:spMkLst>
            <pc:docMk/>
            <pc:sldMk cId="4042034609" sldId="258"/>
            <ac:spMk id="2" creationId="{C0F8954C-4486-44AD-A1EB-87831A8EF349}"/>
          </ac:spMkLst>
        </pc:spChg>
        <pc:spChg chg="add del mod">
          <ac:chgData name="Summar Lyons" userId="S::slyons@partners.net::03f28b71-fb44-45c3-b6a8-845861458751" providerId="AD" clId="Web-{F7E22BAB-CE01-4F62-A4C2-A0FA75589D18}" dt="2020-03-17T14:11:56.867" v="2439"/>
          <ac:spMkLst>
            <pc:docMk/>
            <pc:sldMk cId="4042034609" sldId="258"/>
            <ac:spMk id="3" creationId="{A5CD1240-8525-460D-8EC6-712736D01D04}"/>
          </ac:spMkLst>
        </pc:spChg>
        <pc:spChg chg="add del">
          <ac:chgData name="Summar Lyons" userId="S::slyons@partners.net::03f28b71-fb44-45c3-b6a8-845861458751" providerId="AD" clId="Web-{F7E22BAB-CE01-4F62-A4C2-A0FA75589D18}" dt="2020-03-17T14:11:56.867" v="2439"/>
          <ac:spMkLst>
            <pc:docMk/>
            <pc:sldMk cId="4042034609" sldId="258"/>
            <ac:spMk id="8" creationId="{389575E1-3389-451A-A5F7-27854C25C599}"/>
          </ac:spMkLst>
        </pc:spChg>
        <pc:spChg chg="add del">
          <ac:chgData name="Summar Lyons" userId="S::slyons@partners.net::03f28b71-fb44-45c3-b6a8-845861458751" providerId="AD" clId="Web-{F7E22BAB-CE01-4F62-A4C2-A0FA75589D18}" dt="2020-03-17T14:11:56.867" v="2439"/>
          <ac:spMkLst>
            <pc:docMk/>
            <pc:sldMk cId="4042034609" sldId="258"/>
            <ac:spMk id="10" creationId="{A53CCC5C-D88E-40FB-B30B-23DCDBD01D37}"/>
          </ac:spMkLst>
        </pc:spChg>
        <pc:spChg chg="add del">
          <ac:chgData name="Summar Lyons" userId="S::slyons@partners.net::03f28b71-fb44-45c3-b6a8-845861458751" providerId="AD" clId="Web-{F7E22BAB-CE01-4F62-A4C2-A0FA75589D18}" dt="2020-03-17T14:11:56.867" v="2439"/>
          <ac:spMkLst>
            <pc:docMk/>
            <pc:sldMk cId="4042034609" sldId="258"/>
            <ac:spMk id="12" creationId="{081E4A58-353D-44AE-B2FC-2A74E2E400F7}"/>
          </ac:spMkLst>
        </pc:spChg>
        <pc:spChg chg="add del">
          <ac:chgData name="Summar Lyons" userId="S::slyons@partners.net::03f28b71-fb44-45c3-b6a8-845861458751" providerId="AD" clId="Web-{F7E22BAB-CE01-4F62-A4C2-A0FA75589D18}" dt="2020-03-17T14:11:56.867" v="2439"/>
          <ac:spMkLst>
            <pc:docMk/>
            <pc:sldMk cId="4042034609" sldId="258"/>
            <ac:spMk id="19" creationId="{46C2E80F-49A6-4372-B103-219D417A55ED}"/>
          </ac:spMkLst>
        </pc:spChg>
        <pc:graphicFrameChg chg="add del">
          <ac:chgData name="Summar Lyons" userId="S::slyons@partners.net::03f28b71-fb44-45c3-b6a8-845861458751" providerId="AD" clId="Web-{F7E22BAB-CE01-4F62-A4C2-A0FA75589D18}" dt="2020-03-17T14:09:34.082" v="2392"/>
          <ac:graphicFrameMkLst>
            <pc:docMk/>
            <pc:sldMk cId="4042034609" sldId="258"/>
            <ac:graphicFrameMk id="5" creationId="{84B5F2FE-9CB8-4B31-B6FB-BE58DEC298C5}"/>
          </ac:graphicFrameMkLst>
        </pc:graphicFrameChg>
        <pc:graphicFrameChg chg="add del">
          <ac:chgData name="Summar Lyons" userId="S::slyons@partners.net::03f28b71-fb44-45c3-b6a8-845861458751" providerId="AD" clId="Web-{F7E22BAB-CE01-4F62-A4C2-A0FA75589D18}" dt="2020-03-17T14:11:56.867" v="2439"/>
          <ac:graphicFrameMkLst>
            <pc:docMk/>
            <pc:sldMk cId="4042034609" sldId="258"/>
            <ac:graphicFrameMk id="14" creationId="{8C843367-A42B-48B4-90EA-C560BCD9E6CC}"/>
          </ac:graphicFrameMkLst>
        </pc:graphicFrameChg>
      </pc:sldChg>
      <pc:sldChg chg="addSp delSp modSp add mod replId setBg">
        <pc:chgData name="Summar Lyons" userId="S::slyons@partners.net::03f28b71-fb44-45c3-b6a8-845861458751" providerId="AD" clId="Web-{F7E22BAB-CE01-4F62-A4C2-A0FA75589D18}" dt="2020-03-17T14:38:49.495" v="2811" actId="20577"/>
        <pc:sldMkLst>
          <pc:docMk/>
          <pc:sldMk cId="716503218" sldId="259"/>
        </pc:sldMkLst>
        <pc:spChg chg="mod">
          <ac:chgData name="Summar Lyons" userId="S::slyons@partners.net::03f28b71-fb44-45c3-b6a8-845861458751" providerId="AD" clId="Web-{F7E22BAB-CE01-4F62-A4C2-A0FA75589D18}" dt="2020-03-17T14:19:25.178" v="2559"/>
          <ac:spMkLst>
            <pc:docMk/>
            <pc:sldMk cId="716503218" sldId="259"/>
            <ac:spMk id="2" creationId="{C0F8954C-4486-44AD-A1EB-87831A8EF349}"/>
          </ac:spMkLst>
        </pc:spChg>
        <pc:spChg chg="del mod">
          <ac:chgData name="Summar Lyons" userId="S::slyons@partners.net::03f28b71-fb44-45c3-b6a8-845861458751" providerId="AD" clId="Web-{F7E22BAB-CE01-4F62-A4C2-A0FA75589D18}" dt="2020-03-17T14:19:25.178" v="2559"/>
          <ac:spMkLst>
            <pc:docMk/>
            <pc:sldMk cId="716503218" sldId="259"/>
            <ac:spMk id="3" creationId="{A5CD1240-8525-460D-8EC6-712736D01D04}"/>
          </ac:spMkLst>
        </pc:spChg>
        <pc:spChg chg="add">
          <ac:chgData name="Summar Lyons" userId="S::slyons@partners.net::03f28b71-fb44-45c3-b6a8-845861458751" providerId="AD" clId="Web-{F7E22BAB-CE01-4F62-A4C2-A0FA75589D18}" dt="2020-03-17T14:19:25.178" v="2559"/>
          <ac:spMkLst>
            <pc:docMk/>
            <pc:sldMk cId="716503218" sldId="259"/>
            <ac:spMk id="10" creationId="{46C2E80F-49A6-4372-B103-219D417A55ED}"/>
          </ac:spMkLst>
        </pc:spChg>
        <pc:graphicFrameChg chg="add modGraphic">
          <ac:chgData name="Summar Lyons" userId="S::slyons@partners.net::03f28b71-fb44-45c3-b6a8-845861458751" providerId="AD" clId="Web-{F7E22BAB-CE01-4F62-A4C2-A0FA75589D18}" dt="2020-03-17T14:38:49.495" v="2811" actId="20577"/>
          <ac:graphicFrameMkLst>
            <pc:docMk/>
            <pc:sldMk cId="716503218" sldId="259"/>
            <ac:graphicFrameMk id="5" creationId="{96449E00-F07B-4B50-BD01-C489D2CECB5C}"/>
          </ac:graphicFrameMkLst>
        </pc:graphicFrameChg>
      </pc:sldChg>
      <pc:sldChg chg="addSp modSp new mod setBg setClrOvrMap">
        <pc:chgData name="Summar Lyons" userId="S::slyons@partners.net::03f28b71-fb44-45c3-b6a8-845861458751" providerId="AD" clId="Web-{F7E22BAB-CE01-4F62-A4C2-A0FA75589D18}" dt="2020-03-17T14:56:48.497" v="2891" actId="20577"/>
        <pc:sldMkLst>
          <pc:docMk/>
          <pc:sldMk cId="943935016" sldId="260"/>
        </pc:sldMkLst>
        <pc:spChg chg="mod">
          <ac:chgData name="Summar Lyons" userId="S::slyons@partners.net::03f28b71-fb44-45c3-b6a8-845861458751" providerId="AD" clId="Web-{F7E22BAB-CE01-4F62-A4C2-A0FA75589D18}" dt="2020-03-17T14:30:35.026" v="2579"/>
          <ac:spMkLst>
            <pc:docMk/>
            <pc:sldMk cId="943935016" sldId="260"/>
            <ac:spMk id="2" creationId="{5FC40404-22E6-4B14-9B22-5411CAD79E53}"/>
          </ac:spMkLst>
        </pc:spChg>
        <pc:spChg chg="mod ord">
          <ac:chgData name="Summar Lyons" userId="S::slyons@partners.net::03f28b71-fb44-45c3-b6a8-845861458751" providerId="AD" clId="Web-{F7E22BAB-CE01-4F62-A4C2-A0FA75589D18}" dt="2020-03-17T14:56:48.497" v="2891" actId="20577"/>
          <ac:spMkLst>
            <pc:docMk/>
            <pc:sldMk cId="943935016" sldId="260"/>
            <ac:spMk id="3" creationId="{E69FCBAF-E880-4ADA-B439-40BA50C85D3A}"/>
          </ac:spMkLst>
        </pc:spChg>
        <pc:spChg chg="add">
          <ac:chgData name="Summar Lyons" userId="S::slyons@partners.net::03f28b71-fb44-45c3-b6a8-845861458751" providerId="AD" clId="Web-{F7E22BAB-CE01-4F62-A4C2-A0FA75589D18}" dt="2020-03-17T14:30:35.026" v="2579"/>
          <ac:spMkLst>
            <pc:docMk/>
            <pc:sldMk cId="943935016" sldId="260"/>
            <ac:spMk id="15" creationId="{99CEE05D-F25C-4EC3-B527-D9C999E335CD}"/>
          </ac:spMkLst>
        </pc:spChg>
        <pc:spChg chg="add">
          <ac:chgData name="Summar Lyons" userId="S::slyons@partners.net::03f28b71-fb44-45c3-b6a8-845861458751" providerId="AD" clId="Web-{F7E22BAB-CE01-4F62-A4C2-A0FA75589D18}" dt="2020-03-17T14:30:35.026" v="2579"/>
          <ac:spMkLst>
            <pc:docMk/>
            <pc:sldMk cId="943935016" sldId="260"/>
            <ac:spMk id="17" creationId="{4F036726-0C05-446E-91C3-B986EBEA055E}"/>
          </ac:spMkLst>
        </pc:spChg>
        <pc:spChg chg="add">
          <ac:chgData name="Summar Lyons" userId="S::slyons@partners.net::03f28b71-fb44-45c3-b6a8-845861458751" providerId="AD" clId="Web-{F7E22BAB-CE01-4F62-A4C2-A0FA75589D18}" dt="2020-03-17T14:30:35.026" v="2579"/>
          <ac:spMkLst>
            <pc:docMk/>
            <pc:sldMk cId="943935016" sldId="260"/>
            <ac:spMk id="19" creationId="{A310ABCD-C34B-42D1-9BEB-47755A3EA36C}"/>
          </ac:spMkLst>
        </pc:spChg>
        <pc:spChg chg="add">
          <ac:chgData name="Summar Lyons" userId="S::slyons@partners.net::03f28b71-fb44-45c3-b6a8-845861458751" providerId="AD" clId="Web-{F7E22BAB-CE01-4F62-A4C2-A0FA75589D18}" dt="2020-03-17T14:30:35.026" v="2579"/>
          <ac:spMkLst>
            <pc:docMk/>
            <pc:sldMk cId="943935016" sldId="260"/>
            <ac:spMk id="21" creationId="{F38AB6A2-89F7-43B5-B608-50DFC740DEBF}"/>
          </ac:spMkLst>
        </pc:spChg>
        <pc:spChg chg="add">
          <ac:chgData name="Summar Lyons" userId="S::slyons@partners.net::03f28b71-fb44-45c3-b6a8-845861458751" providerId="AD" clId="Web-{F7E22BAB-CE01-4F62-A4C2-A0FA75589D18}" dt="2020-03-17T14:30:35.026" v="2579"/>
          <ac:spMkLst>
            <pc:docMk/>
            <pc:sldMk cId="943935016" sldId="260"/>
            <ac:spMk id="23" creationId="{06585B74-DAF6-470E-B2F3-B5530A709AAC}"/>
          </ac:spMkLst>
        </pc:spChg>
        <pc:spChg chg="add">
          <ac:chgData name="Summar Lyons" userId="S::slyons@partners.net::03f28b71-fb44-45c3-b6a8-845861458751" providerId="AD" clId="Web-{F7E22BAB-CE01-4F62-A4C2-A0FA75589D18}" dt="2020-03-17T14:30:35.026" v="2579"/>
          <ac:spMkLst>
            <pc:docMk/>
            <pc:sldMk cId="943935016" sldId="260"/>
            <ac:spMk id="25" creationId="{30BAD96F-CE2F-4682-99B8-0DD9E6AE2BED}"/>
          </ac:spMkLst>
        </pc:spChg>
        <pc:picChg chg="add mod ord">
          <ac:chgData name="Summar Lyons" userId="S::slyons@partners.net::03f28b71-fb44-45c3-b6a8-845861458751" providerId="AD" clId="Web-{F7E22BAB-CE01-4F62-A4C2-A0FA75589D18}" dt="2020-03-17T14:30:35.026" v="2579"/>
          <ac:picMkLst>
            <pc:docMk/>
            <pc:sldMk cId="943935016" sldId="260"/>
            <ac:picMk id="4" creationId="{7E7A1D02-7994-4CBC-8D79-374A2B327C5D}"/>
          </ac:picMkLst>
        </pc:picChg>
        <pc:picChg chg="add mod">
          <ac:chgData name="Summar Lyons" userId="S::slyons@partners.net::03f28b71-fb44-45c3-b6a8-845861458751" providerId="AD" clId="Web-{F7E22BAB-CE01-4F62-A4C2-A0FA75589D18}" dt="2020-03-17T14:30:35.026" v="2579"/>
          <ac:picMkLst>
            <pc:docMk/>
            <pc:sldMk cId="943935016" sldId="260"/>
            <ac:picMk id="6" creationId="{10EB66A8-10CB-4486-9584-A2ED1E9C3DFE}"/>
          </ac:picMkLst>
        </pc:picChg>
        <pc:picChg chg="add mod ord">
          <ac:chgData name="Summar Lyons" userId="S::slyons@partners.net::03f28b71-fb44-45c3-b6a8-845861458751" providerId="AD" clId="Web-{F7E22BAB-CE01-4F62-A4C2-A0FA75589D18}" dt="2020-03-17T14:30:35.026" v="2579"/>
          <ac:picMkLst>
            <pc:docMk/>
            <pc:sldMk cId="943935016" sldId="260"/>
            <ac:picMk id="8" creationId="{FAA81CE8-715D-4CC2-A989-D9B686A619E3}"/>
          </ac:picMkLst>
        </pc:picChg>
        <pc:picChg chg="add mod">
          <ac:chgData name="Summar Lyons" userId="S::slyons@partners.net::03f28b71-fb44-45c3-b6a8-845861458751" providerId="AD" clId="Web-{F7E22BAB-CE01-4F62-A4C2-A0FA75589D18}" dt="2020-03-17T14:30:35.026" v="2579"/>
          <ac:picMkLst>
            <pc:docMk/>
            <pc:sldMk cId="943935016" sldId="260"/>
            <ac:picMk id="10" creationId="{9D961037-DE86-48C2-9866-983742CF44D8}"/>
          </ac:picMkLst>
        </pc:picChg>
      </pc:sldChg>
      <pc:sldChg chg="addSp modSp new mod setBg">
        <pc:chgData name="Summar Lyons" userId="S::slyons@partners.net::03f28b71-fb44-45c3-b6a8-845861458751" providerId="AD" clId="Web-{F7E22BAB-CE01-4F62-A4C2-A0FA75589D18}" dt="2020-03-17T14:42:33.111" v="2854" actId="20577"/>
        <pc:sldMkLst>
          <pc:docMk/>
          <pc:sldMk cId="4225476990" sldId="261"/>
        </pc:sldMkLst>
        <pc:spChg chg="mod">
          <ac:chgData name="Summar Lyons" userId="S::slyons@partners.net::03f28b71-fb44-45c3-b6a8-845861458751" providerId="AD" clId="Web-{F7E22BAB-CE01-4F62-A4C2-A0FA75589D18}" dt="2020-03-17T14:42:06.375" v="2841"/>
          <ac:spMkLst>
            <pc:docMk/>
            <pc:sldMk cId="4225476990" sldId="261"/>
            <ac:spMk id="2" creationId="{57BA3B72-313D-4978-BB6B-FA884A14DE1F}"/>
          </ac:spMkLst>
        </pc:spChg>
        <pc:spChg chg="mod">
          <ac:chgData name="Summar Lyons" userId="S::slyons@partners.net::03f28b71-fb44-45c3-b6a8-845861458751" providerId="AD" clId="Web-{F7E22BAB-CE01-4F62-A4C2-A0FA75589D18}" dt="2020-03-17T14:42:33.111" v="2854" actId="20577"/>
          <ac:spMkLst>
            <pc:docMk/>
            <pc:sldMk cId="4225476990" sldId="261"/>
            <ac:spMk id="3" creationId="{07DE30E7-A6E5-4F45-AD14-09330C082C98}"/>
          </ac:spMkLst>
        </pc:spChg>
        <pc:spChg chg="add">
          <ac:chgData name="Summar Lyons" userId="S::slyons@partners.net::03f28b71-fb44-45c3-b6a8-845861458751" providerId="AD" clId="Web-{F7E22BAB-CE01-4F62-A4C2-A0FA75589D18}" dt="2020-03-17T14:42:06.375" v="2841"/>
          <ac:spMkLst>
            <pc:docMk/>
            <pc:sldMk cId="4225476990" sldId="261"/>
            <ac:spMk id="9" creationId="{6A84B152-3496-4C52-AF08-97AFFC09DD2C}"/>
          </ac:spMkLst>
        </pc:spChg>
        <pc:spChg chg="add">
          <ac:chgData name="Summar Lyons" userId="S::slyons@partners.net::03f28b71-fb44-45c3-b6a8-845861458751" providerId="AD" clId="Web-{F7E22BAB-CE01-4F62-A4C2-A0FA75589D18}" dt="2020-03-17T14:42:06.375" v="2841"/>
          <ac:spMkLst>
            <pc:docMk/>
            <pc:sldMk cId="4225476990" sldId="261"/>
            <ac:spMk id="11" creationId="{6B2ADB95-0FA3-4BD7-A8AC-89D014A83E5B}"/>
          </ac:spMkLst>
        </pc:spChg>
        <pc:spChg chg="add">
          <ac:chgData name="Summar Lyons" userId="S::slyons@partners.net::03f28b71-fb44-45c3-b6a8-845861458751" providerId="AD" clId="Web-{F7E22BAB-CE01-4F62-A4C2-A0FA75589D18}" dt="2020-03-17T14:42:06.375" v="2841"/>
          <ac:spMkLst>
            <pc:docMk/>
            <pc:sldMk cId="4225476990" sldId="261"/>
            <ac:spMk id="13" creationId="{C924DBCE-E731-4B22-8181-A39C1D86276C}"/>
          </ac:spMkLst>
        </pc:spChg>
        <pc:spChg chg="add">
          <ac:chgData name="Summar Lyons" userId="S::slyons@partners.net::03f28b71-fb44-45c3-b6a8-845861458751" providerId="AD" clId="Web-{F7E22BAB-CE01-4F62-A4C2-A0FA75589D18}" dt="2020-03-17T14:42:06.375" v="2841"/>
          <ac:spMkLst>
            <pc:docMk/>
            <pc:sldMk cId="4225476990" sldId="261"/>
            <ac:spMk id="15" creationId="{4CBF9756-6AC8-4C65-84DF-56FBFFA1D873}"/>
          </ac:spMkLst>
        </pc:spChg>
        <pc:spChg chg="add">
          <ac:chgData name="Summar Lyons" userId="S::slyons@partners.net::03f28b71-fb44-45c3-b6a8-845861458751" providerId="AD" clId="Web-{F7E22BAB-CE01-4F62-A4C2-A0FA75589D18}" dt="2020-03-17T14:42:06.375" v="2841"/>
          <ac:spMkLst>
            <pc:docMk/>
            <pc:sldMk cId="4225476990" sldId="261"/>
            <ac:spMk id="17" creationId="{2D385988-EAAF-4C27-AF8A-2BFBECAF3D4F}"/>
          </ac:spMkLst>
        </pc:spChg>
        <pc:spChg chg="add">
          <ac:chgData name="Summar Lyons" userId="S::slyons@partners.net::03f28b71-fb44-45c3-b6a8-845861458751" providerId="AD" clId="Web-{F7E22BAB-CE01-4F62-A4C2-A0FA75589D18}" dt="2020-03-17T14:42:06.375" v="2841"/>
          <ac:spMkLst>
            <pc:docMk/>
            <pc:sldMk cId="4225476990" sldId="261"/>
            <ac:spMk id="21" creationId="{B621D332-7329-4994-8836-C429A51B7549}"/>
          </ac:spMkLst>
        </pc:spChg>
        <pc:spChg chg="add">
          <ac:chgData name="Summar Lyons" userId="S::slyons@partners.net::03f28b71-fb44-45c3-b6a8-845861458751" providerId="AD" clId="Web-{F7E22BAB-CE01-4F62-A4C2-A0FA75589D18}" dt="2020-03-17T14:42:06.375" v="2841"/>
          <ac:spMkLst>
            <pc:docMk/>
            <pc:sldMk cId="4225476990" sldId="261"/>
            <ac:spMk id="23" creationId="{2D20F754-35A9-4508-BE3C-C59996D1437B}"/>
          </ac:spMkLst>
        </pc:spChg>
        <pc:picChg chg="add mod">
          <ac:chgData name="Summar Lyons" userId="S::slyons@partners.net::03f28b71-fb44-45c3-b6a8-845861458751" providerId="AD" clId="Web-{F7E22BAB-CE01-4F62-A4C2-A0FA75589D18}" dt="2020-03-17T14:42:06.375" v="2841"/>
          <ac:picMkLst>
            <pc:docMk/>
            <pc:sldMk cId="4225476990" sldId="261"/>
            <ac:picMk id="4" creationId="{C2CC00F0-DE6E-47B0-AF10-C85FA50F7E5A}"/>
          </ac:picMkLst>
        </pc:picChg>
        <pc:cxnChg chg="add">
          <ac:chgData name="Summar Lyons" userId="S::slyons@partners.net::03f28b71-fb44-45c3-b6a8-845861458751" providerId="AD" clId="Web-{F7E22BAB-CE01-4F62-A4C2-A0FA75589D18}" dt="2020-03-17T14:42:06.375" v="2841"/>
          <ac:cxnSpMkLst>
            <pc:docMk/>
            <pc:sldMk cId="4225476990" sldId="261"/>
            <ac:cxnSpMk id="19" creationId="{43621FD4-D14D-45D5-9A57-9A2DE5EA59C0}"/>
          </ac:cxnSpMkLst>
        </pc:cxnChg>
      </pc:sldChg>
    </pc:docChg>
  </pc:docChgLst>
  <pc:docChgLst>
    <pc:chgData name="Stephanie Verganza" userId="S::sverganza@partners.net::ffc5f8f4-b46c-4eb7-ad0a-4bc869c58a2c" providerId="AD" clId="Web-{5C43F1E9-5D51-984A-4457-A06D8ED3BAD4}"/>
    <pc:docChg chg="modSld">
      <pc:chgData name="Stephanie Verganza" userId="S::sverganza@partners.net::ffc5f8f4-b46c-4eb7-ad0a-4bc869c58a2c" providerId="AD" clId="Web-{5C43F1E9-5D51-984A-4457-A06D8ED3BAD4}" dt="2020-03-17T15:11:16.143" v="309"/>
      <pc:docMkLst>
        <pc:docMk/>
      </pc:docMkLst>
      <pc:sldChg chg="modSp modNotes">
        <pc:chgData name="Stephanie Verganza" userId="S::sverganza@partners.net::ffc5f8f4-b46c-4eb7-ad0a-4bc869c58a2c" providerId="AD" clId="Web-{5C43F1E9-5D51-984A-4457-A06D8ED3BAD4}" dt="2020-03-17T14:49:04.843" v="180" actId="20577"/>
        <pc:sldMkLst>
          <pc:docMk/>
          <pc:sldMk cId="2864611771" sldId="257"/>
        </pc:sldMkLst>
        <pc:graphicFrameChg chg="modGraphic">
          <ac:chgData name="Stephanie Verganza" userId="S::sverganza@partners.net::ffc5f8f4-b46c-4eb7-ad0a-4bc869c58a2c" providerId="AD" clId="Web-{5C43F1E9-5D51-984A-4457-A06D8ED3BAD4}" dt="2020-03-17T14:49:04.843" v="180" actId="20577"/>
          <ac:graphicFrameMkLst>
            <pc:docMk/>
            <pc:sldMk cId="2864611771" sldId="257"/>
            <ac:graphicFrameMk id="7" creationId="{03442577-58C4-4549-9D3B-4AA737D6CB63}"/>
          </ac:graphicFrameMkLst>
        </pc:graphicFrameChg>
      </pc:sldChg>
      <pc:sldChg chg="modNotes">
        <pc:chgData name="Stephanie Verganza" userId="S::sverganza@partners.net::ffc5f8f4-b46c-4eb7-ad0a-4bc869c58a2c" providerId="AD" clId="Web-{5C43F1E9-5D51-984A-4457-A06D8ED3BAD4}" dt="2020-03-17T15:11:16.143" v="309"/>
        <pc:sldMkLst>
          <pc:docMk/>
          <pc:sldMk cId="716503218" sldId="259"/>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3.png"/><Relationship Id="rId3" Type="http://schemas.openxmlformats.org/officeDocument/2006/relationships/image" Target="../media/image15.jpg"/><Relationship Id="rId7" Type="http://schemas.openxmlformats.org/officeDocument/2006/relationships/image" Target="../media/image18.png"/><Relationship Id="rId12" Type="http://schemas.openxmlformats.org/officeDocument/2006/relationships/hyperlink" Target="https://www.pcs.org/tickets/gift-ideas" TargetMode="External"/><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hyperlink" Target="https://pixabay.com/illustrations/walking-icon-walk-man-person-3597539/" TargetMode="External"/><Relationship Id="rId9" Type="http://schemas.openxmlformats.org/officeDocument/2006/relationships/image" Target="../media/image20.png"/><Relationship Id="rId1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3.png"/><Relationship Id="rId3" Type="http://schemas.openxmlformats.org/officeDocument/2006/relationships/image" Target="../media/image15.jpg"/><Relationship Id="rId7" Type="http://schemas.openxmlformats.org/officeDocument/2006/relationships/image" Target="../media/image18.png"/><Relationship Id="rId12" Type="http://schemas.openxmlformats.org/officeDocument/2006/relationships/hyperlink" Target="https://www.pcs.org/tickets/gift-ideas" TargetMode="External"/><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hyperlink" Target="https://pixabay.com/illustrations/walking-icon-walk-man-person-3597539/" TargetMode="External"/><Relationship Id="rId9" Type="http://schemas.openxmlformats.org/officeDocument/2006/relationships/image" Target="../media/image20.png"/><Relationship Id="rId1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FEB18E-6F1B-4712-8B9E-981D7D72028D}"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DF14D52-CDFD-46E0-88B7-8578C0DF47BA}">
      <dgm:prSet/>
      <dgm:spPr/>
      <dgm:t>
        <a:bodyPr/>
        <a:lstStyle/>
        <a:p>
          <a:pPr>
            <a:lnSpc>
              <a:spcPct val="100000"/>
            </a:lnSpc>
          </a:pPr>
          <a:r>
            <a:rPr lang="en-US"/>
            <a:t>1. Stay up to date on what is happening, while limiting your media exposure. </a:t>
          </a:r>
        </a:p>
      </dgm:t>
    </dgm:pt>
    <dgm:pt modelId="{4D2635EC-BE0F-4610-A713-EAAC2A9D2B8D}" type="parTrans" cxnId="{4974041D-20BF-4E4F-89BB-5C7E030ADE64}">
      <dgm:prSet/>
      <dgm:spPr/>
      <dgm:t>
        <a:bodyPr/>
        <a:lstStyle/>
        <a:p>
          <a:endParaRPr lang="en-US"/>
        </a:p>
      </dgm:t>
    </dgm:pt>
    <dgm:pt modelId="{BE5AE410-57CD-4AC6-BE6B-7A1A2177FF04}" type="sibTrans" cxnId="{4974041D-20BF-4E4F-89BB-5C7E030ADE64}">
      <dgm:prSet/>
      <dgm:spPr/>
      <dgm:t>
        <a:bodyPr/>
        <a:lstStyle/>
        <a:p>
          <a:pPr>
            <a:lnSpc>
              <a:spcPct val="100000"/>
            </a:lnSpc>
          </a:pPr>
          <a:endParaRPr lang="en-US"/>
        </a:p>
      </dgm:t>
    </dgm:pt>
    <dgm:pt modelId="{0A547DB8-654D-4F08-8C47-3B77D130CFD0}">
      <dgm:prSet/>
      <dgm:spPr/>
      <dgm:t>
        <a:bodyPr/>
        <a:lstStyle/>
        <a:p>
          <a:pPr>
            <a:lnSpc>
              <a:spcPct val="100000"/>
            </a:lnSpc>
          </a:pPr>
          <a:r>
            <a:rPr lang="en-US"/>
            <a:t>2. Look to credible sources for information (CDC, WHO, local government webpages)</a:t>
          </a:r>
        </a:p>
      </dgm:t>
    </dgm:pt>
    <dgm:pt modelId="{8105EC18-0E10-4A20-932C-A8B5FCADB13E}" type="parTrans" cxnId="{20E8E626-2420-476F-8062-37B7F57CB2EA}">
      <dgm:prSet/>
      <dgm:spPr/>
      <dgm:t>
        <a:bodyPr/>
        <a:lstStyle/>
        <a:p>
          <a:endParaRPr lang="en-US"/>
        </a:p>
      </dgm:t>
    </dgm:pt>
    <dgm:pt modelId="{8567B959-28D3-4FA3-99D4-337F6008A4C3}" type="sibTrans" cxnId="{20E8E626-2420-476F-8062-37B7F57CB2EA}">
      <dgm:prSet/>
      <dgm:spPr/>
      <dgm:t>
        <a:bodyPr/>
        <a:lstStyle/>
        <a:p>
          <a:pPr>
            <a:lnSpc>
              <a:spcPct val="100000"/>
            </a:lnSpc>
          </a:pPr>
          <a:endParaRPr lang="en-US"/>
        </a:p>
      </dgm:t>
    </dgm:pt>
    <dgm:pt modelId="{BB077973-5966-4E7B-B3D6-40699A0A9FFA}">
      <dgm:prSet/>
      <dgm:spPr/>
      <dgm:t>
        <a:bodyPr/>
        <a:lstStyle/>
        <a:p>
          <a:pPr rtl="0">
            <a:lnSpc>
              <a:spcPct val="100000"/>
            </a:lnSpc>
          </a:pPr>
          <a:r>
            <a:rPr lang="en-US"/>
            <a:t>3. Take care of your body through breathing exercises, getting 7-9 hours of sleep, eating well, </a:t>
          </a:r>
          <a:r>
            <a:rPr lang="en-US">
              <a:latin typeface="Calibri Light" panose="020F0302020204030204"/>
            </a:rPr>
            <a:t>exercising, and</a:t>
          </a:r>
          <a:r>
            <a:rPr lang="en-US"/>
            <a:t> avoiding alcohol and drugs. </a:t>
          </a:r>
        </a:p>
      </dgm:t>
    </dgm:pt>
    <dgm:pt modelId="{4D18C346-976C-41E8-B4A7-E7C67B9A27C2}" type="parTrans" cxnId="{6C7B01AD-14B4-46DA-AF6A-E1F4E452D621}">
      <dgm:prSet/>
      <dgm:spPr/>
      <dgm:t>
        <a:bodyPr/>
        <a:lstStyle/>
        <a:p>
          <a:endParaRPr lang="en-US"/>
        </a:p>
      </dgm:t>
    </dgm:pt>
    <dgm:pt modelId="{88F128D4-7A86-46F4-8533-80590AE36649}" type="sibTrans" cxnId="{6C7B01AD-14B4-46DA-AF6A-E1F4E452D621}">
      <dgm:prSet/>
      <dgm:spPr/>
      <dgm:t>
        <a:bodyPr/>
        <a:lstStyle/>
        <a:p>
          <a:pPr>
            <a:lnSpc>
              <a:spcPct val="100000"/>
            </a:lnSpc>
          </a:pPr>
          <a:endParaRPr lang="en-US"/>
        </a:p>
      </dgm:t>
    </dgm:pt>
    <dgm:pt modelId="{5B0C214C-5EDD-4A66-B7E5-E74E38A21DC7}">
      <dgm:prSet/>
      <dgm:spPr/>
      <dgm:t>
        <a:bodyPr/>
        <a:lstStyle/>
        <a:p>
          <a:pPr>
            <a:lnSpc>
              <a:spcPct val="100000"/>
            </a:lnSpc>
          </a:pPr>
          <a:r>
            <a:rPr lang="en-US"/>
            <a:t>4. Make time to unwind by doing other activities. </a:t>
          </a:r>
        </a:p>
      </dgm:t>
    </dgm:pt>
    <dgm:pt modelId="{5B7EBC1B-D4C0-4908-AAC5-D241CAF667E3}" type="parTrans" cxnId="{668E0F7B-FA82-47D2-8A44-C07D18E932B4}">
      <dgm:prSet/>
      <dgm:spPr/>
      <dgm:t>
        <a:bodyPr/>
        <a:lstStyle/>
        <a:p>
          <a:endParaRPr lang="en-US"/>
        </a:p>
      </dgm:t>
    </dgm:pt>
    <dgm:pt modelId="{DA3688A9-7F75-496F-BDA2-2ED331639453}" type="sibTrans" cxnId="{668E0F7B-FA82-47D2-8A44-C07D18E932B4}">
      <dgm:prSet/>
      <dgm:spPr/>
      <dgm:t>
        <a:bodyPr/>
        <a:lstStyle/>
        <a:p>
          <a:pPr>
            <a:lnSpc>
              <a:spcPct val="100000"/>
            </a:lnSpc>
          </a:pPr>
          <a:endParaRPr lang="en-US"/>
        </a:p>
      </dgm:t>
    </dgm:pt>
    <dgm:pt modelId="{6FC3B42F-B753-47A1-BCF2-C05DE4D54DAD}">
      <dgm:prSet/>
      <dgm:spPr/>
      <dgm:t>
        <a:bodyPr/>
        <a:lstStyle/>
        <a:p>
          <a:pPr rtl="0">
            <a:lnSpc>
              <a:spcPct val="100000"/>
            </a:lnSpc>
          </a:pPr>
          <a:r>
            <a:rPr lang="en-US"/>
            <a:t>5. Connect with others</a:t>
          </a:r>
          <a:r>
            <a:rPr lang="en-US">
              <a:latin typeface="Calibri Light" panose="020F0302020204030204"/>
            </a:rPr>
            <a:t> through video calls and texting.</a:t>
          </a:r>
          <a:r>
            <a:rPr lang="en-US"/>
            <a:t> Talk with people you trust about your concerns and how you are feeling. </a:t>
          </a:r>
        </a:p>
      </dgm:t>
    </dgm:pt>
    <dgm:pt modelId="{C174FB59-74C2-4846-85C1-5111FC70DE7B}" type="parTrans" cxnId="{F17797D4-DB68-4C91-967F-C3AD4AF15EA6}">
      <dgm:prSet/>
      <dgm:spPr/>
      <dgm:t>
        <a:bodyPr/>
        <a:lstStyle/>
        <a:p>
          <a:endParaRPr lang="en-US"/>
        </a:p>
      </dgm:t>
    </dgm:pt>
    <dgm:pt modelId="{70E6F8DE-DD2A-4597-8731-E866818C7784}" type="sibTrans" cxnId="{F17797D4-DB68-4C91-967F-C3AD4AF15EA6}">
      <dgm:prSet/>
      <dgm:spPr/>
      <dgm:t>
        <a:bodyPr/>
        <a:lstStyle/>
        <a:p>
          <a:pPr>
            <a:lnSpc>
              <a:spcPct val="100000"/>
            </a:lnSpc>
          </a:pPr>
          <a:endParaRPr lang="en-US"/>
        </a:p>
      </dgm:t>
    </dgm:pt>
    <dgm:pt modelId="{BE4363DC-AFE2-42F1-97CD-277FCCE20724}">
      <dgm:prSet phldr="0"/>
      <dgm:spPr/>
      <dgm:t>
        <a:bodyPr/>
        <a:lstStyle/>
        <a:p>
          <a:pPr>
            <a:lnSpc>
              <a:spcPct val="100000"/>
            </a:lnSpc>
          </a:pPr>
          <a:r>
            <a:rPr lang="en-US">
              <a:latin typeface="Calibri Light" panose="020F0302020204030204"/>
            </a:rPr>
            <a:t>6. Maintain a sense of hope an positive thinking (gratitude journaling)</a:t>
          </a:r>
        </a:p>
      </dgm:t>
    </dgm:pt>
    <dgm:pt modelId="{534F1E45-ACD0-485A-9429-6F5DD4CC1616}" type="parTrans" cxnId="{0EC2EAF4-3010-4686-B341-CF2E88039B9E}">
      <dgm:prSet/>
      <dgm:spPr/>
    </dgm:pt>
    <dgm:pt modelId="{1A14AD9E-4F14-400C-95E5-FDFCE7A4F45E}" type="sibTrans" cxnId="{0EC2EAF4-3010-4686-B341-CF2E88039B9E}">
      <dgm:prSet/>
      <dgm:spPr/>
      <dgm:t>
        <a:bodyPr/>
        <a:lstStyle/>
        <a:p>
          <a:endParaRPr lang="en-US"/>
        </a:p>
      </dgm:t>
    </dgm:pt>
    <dgm:pt modelId="{0C8DDF58-D2EC-45C5-8B68-483ABF1B222E}" type="pres">
      <dgm:prSet presAssocID="{82FEB18E-6F1B-4712-8B9E-981D7D72028D}" presName="root" presStyleCnt="0">
        <dgm:presLayoutVars>
          <dgm:dir/>
          <dgm:resizeHandles val="exact"/>
        </dgm:presLayoutVars>
      </dgm:prSet>
      <dgm:spPr/>
    </dgm:pt>
    <dgm:pt modelId="{B023B9D2-FF87-4821-8A57-860499DC1836}" type="pres">
      <dgm:prSet presAssocID="{82FEB18E-6F1B-4712-8B9E-981D7D72028D}" presName="container" presStyleCnt="0">
        <dgm:presLayoutVars>
          <dgm:dir/>
          <dgm:resizeHandles val="exact"/>
        </dgm:presLayoutVars>
      </dgm:prSet>
      <dgm:spPr/>
    </dgm:pt>
    <dgm:pt modelId="{0A603800-52D3-4D1E-BC3B-8054A9D1F969}" type="pres">
      <dgm:prSet presAssocID="{1DF14D52-CDFD-46E0-88B7-8578C0DF47BA}" presName="compNode" presStyleCnt="0"/>
      <dgm:spPr/>
    </dgm:pt>
    <dgm:pt modelId="{03EBF216-CF45-4840-8408-9181EFB4EB2B}" type="pres">
      <dgm:prSet presAssocID="{1DF14D52-CDFD-46E0-88B7-8578C0DF47BA}" presName="iconBgRect" presStyleLbl="bgShp" presStyleIdx="0" presStyleCnt="6"/>
      <dgm:spPr/>
    </dgm:pt>
    <dgm:pt modelId="{915708E6-065F-4300-B5D3-3C552FE5CEFD}" type="pres">
      <dgm:prSet presAssocID="{1DF14D52-CDFD-46E0-88B7-8578C0DF47B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thly calendar"/>
        </a:ext>
      </dgm:extLst>
    </dgm:pt>
    <dgm:pt modelId="{3093B6F2-191B-4DB6-8ED5-1EE95588F067}" type="pres">
      <dgm:prSet presAssocID="{1DF14D52-CDFD-46E0-88B7-8578C0DF47BA}" presName="spaceRect" presStyleCnt="0"/>
      <dgm:spPr/>
    </dgm:pt>
    <dgm:pt modelId="{D3E2C3AE-78AF-4616-ADEE-299A90569B49}" type="pres">
      <dgm:prSet presAssocID="{1DF14D52-CDFD-46E0-88B7-8578C0DF47BA}" presName="textRect" presStyleLbl="revTx" presStyleIdx="0" presStyleCnt="6">
        <dgm:presLayoutVars>
          <dgm:chMax val="1"/>
          <dgm:chPref val="1"/>
        </dgm:presLayoutVars>
      </dgm:prSet>
      <dgm:spPr/>
    </dgm:pt>
    <dgm:pt modelId="{93F6D251-F6AF-4607-A9B8-11E02541C6CA}" type="pres">
      <dgm:prSet presAssocID="{BE5AE410-57CD-4AC6-BE6B-7A1A2177FF04}" presName="sibTrans" presStyleLbl="sibTrans2D1" presStyleIdx="0" presStyleCnt="0"/>
      <dgm:spPr/>
    </dgm:pt>
    <dgm:pt modelId="{F1671A6E-BCDD-4010-8E9D-C0968C56E1C8}" type="pres">
      <dgm:prSet presAssocID="{0A547DB8-654D-4F08-8C47-3B77D130CFD0}" presName="compNode" presStyleCnt="0"/>
      <dgm:spPr/>
    </dgm:pt>
    <dgm:pt modelId="{992D7DFB-0AAB-4467-955F-DE41A43F9DC3}" type="pres">
      <dgm:prSet presAssocID="{0A547DB8-654D-4F08-8C47-3B77D130CFD0}" presName="iconBgRect" presStyleLbl="bgShp" presStyleIdx="1" presStyleCnt="6"/>
      <dgm:spPr/>
    </dgm:pt>
    <dgm:pt modelId="{87696A37-EA06-4F5E-8439-4A94FD18BF13}" type="pres">
      <dgm:prSet presAssocID="{0A547DB8-654D-4F08-8C47-3B77D130CFD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1DB85514-7A2D-4A8F-BAAE-527A3D433708}" type="pres">
      <dgm:prSet presAssocID="{0A547DB8-654D-4F08-8C47-3B77D130CFD0}" presName="spaceRect" presStyleCnt="0"/>
      <dgm:spPr/>
    </dgm:pt>
    <dgm:pt modelId="{6FDB8973-985A-49F3-96C7-F4FE4EE59F6F}" type="pres">
      <dgm:prSet presAssocID="{0A547DB8-654D-4F08-8C47-3B77D130CFD0}" presName="textRect" presStyleLbl="revTx" presStyleIdx="1" presStyleCnt="6">
        <dgm:presLayoutVars>
          <dgm:chMax val="1"/>
          <dgm:chPref val="1"/>
        </dgm:presLayoutVars>
      </dgm:prSet>
      <dgm:spPr/>
    </dgm:pt>
    <dgm:pt modelId="{CCA9E0A2-BAFD-4B34-A2CC-0200555B474E}" type="pres">
      <dgm:prSet presAssocID="{8567B959-28D3-4FA3-99D4-337F6008A4C3}" presName="sibTrans" presStyleLbl="sibTrans2D1" presStyleIdx="0" presStyleCnt="0"/>
      <dgm:spPr/>
    </dgm:pt>
    <dgm:pt modelId="{0C975C36-0C78-41C0-89C9-03423BDDD957}" type="pres">
      <dgm:prSet presAssocID="{BB077973-5966-4E7B-B3D6-40699A0A9FFA}" presName="compNode" presStyleCnt="0"/>
      <dgm:spPr/>
    </dgm:pt>
    <dgm:pt modelId="{D070E392-EF3F-468C-BC1B-929D08636197}" type="pres">
      <dgm:prSet presAssocID="{BB077973-5966-4E7B-B3D6-40699A0A9FFA}" presName="iconBgRect" presStyleLbl="bgShp" presStyleIdx="2" presStyleCnt="6"/>
      <dgm:spPr/>
    </dgm:pt>
    <dgm:pt modelId="{96F004A5-0052-42C0-BCB5-91285C0F2B9F}" type="pres">
      <dgm:prSet presAssocID="{BB077973-5966-4E7B-B3D6-40699A0A9FF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dicine"/>
        </a:ext>
      </dgm:extLst>
    </dgm:pt>
    <dgm:pt modelId="{66273C3A-A2A7-488D-84B6-AA3E5D266756}" type="pres">
      <dgm:prSet presAssocID="{BB077973-5966-4E7B-B3D6-40699A0A9FFA}" presName="spaceRect" presStyleCnt="0"/>
      <dgm:spPr/>
    </dgm:pt>
    <dgm:pt modelId="{82253824-82FC-4DD0-86E8-8602FDE92E38}" type="pres">
      <dgm:prSet presAssocID="{BB077973-5966-4E7B-B3D6-40699A0A9FFA}" presName="textRect" presStyleLbl="revTx" presStyleIdx="2" presStyleCnt="6">
        <dgm:presLayoutVars>
          <dgm:chMax val="1"/>
          <dgm:chPref val="1"/>
        </dgm:presLayoutVars>
      </dgm:prSet>
      <dgm:spPr/>
    </dgm:pt>
    <dgm:pt modelId="{552390C8-A5CE-4FD1-88BE-C01246A8B1CE}" type="pres">
      <dgm:prSet presAssocID="{88F128D4-7A86-46F4-8533-80590AE36649}" presName="sibTrans" presStyleLbl="sibTrans2D1" presStyleIdx="0" presStyleCnt="0"/>
      <dgm:spPr/>
    </dgm:pt>
    <dgm:pt modelId="{AE71D02B-3746-4D4E-BA54-0DC988505B86}" type="pres">
      <dgm:prSet presAssocID="{5B0C214C-5EDD-4A66-B7E5-E74E38A21DC7}" presName="compNode" presStyleCnt="0"/>
      <dgm:spPr/>
    </dgm:pt>
    <dgm:pt modelId="{9BF87BDA-B181-4D0D-A499-DEE391603CCE}" type="pres">
      <dgm:prSet presAssocID="{5B0C214C-5EDD-4A66-B7E5-E74E38A21DC7}" presName="iconBgRect" presStyleLbl="bgShp" presStyleIdx="3" presStyleCnt="6"/>
      <dgm:spPr/>
    </dgm:pt>
    <dgm:pt modelId="{1D555456-42C1-4CC0-8166-8BF941AC006E}" type="pres">
      <dgm:prSet presAssocID="{5B0C214C-5EDD-4A66-B7E5-E74E38A21DC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each ball"/>
        </a:ext>
      </dgm:extLst>
    </dgm:pt>
    <dgm:pt modelId="{EAB40A78-5A8B-4C34-BF07-32ADBE444249}" type="pres">
      <dgm:prSet presAssocID="{5B0C214C-5EDD-4A66-B7E5-E74E38A21DC7}" presName="spaceRect" presStyleCnt="0"/>
      <dgm:spPr/>
    </dgm:pt>
    <dgm:pt modelId="{92D8932A-4ED5-4CCE-8588-C5023868E108}" type="pres">
      <dgm:prSet presAssocID="{5B0C214C-5EDD-4A66-B7E5-E74E38A21DC7}" presName="textRect" presStyleLbl="revTx" presStyleIdx="3" presStyleCnt="6">
        <dgm:presLayoutVars>
          <dgm:chMax val="1"/>
          <dgm:chPref val="1"/>
        </dgm:presLayoutVars>
      </dgm:prSet>
      <dgm:spPr/>
    </dgm:pt>
    <dgm:pt modelId="{2E895C02-D8A9-48BA-AE26-99007D5C7DC1}" type="pres">
      <dgm:prSet presAssocID="{DA3688A9-7F75-496F-BDA2-2ED331639453}" presName="sibTrans" presStyleLbl="sibTrans2D1" presStyleIdx="0" presStyleCnt="0"/>
      <dgm:spPr/>
    </dgm:pt>
    <dgm:pt modelId="{F363B46C-89D8-4F80-9C46-EBD947FF06C1}" type="pres">
      <dgm:prSet presAssocID="{6FC3B42F-B753-47A1-BCF2-C05DE4D54DAD}" presName="compNode" presStyleCnt="0"/>
      <dgm:spPr/>
    </dgm:pt>
    <dgm:pt modelId="{68189C0F-4078-4F7C-9C82-04FDFC69D7B3}" type="pres">
      <dgm:prSet presAssocID="{6FC3B42F-B753-47A1-BCF2-C05DE4D54DAD}" presName="iconBgRect" presStyleLbl="bgShp" presStyleIdx="4" presStyleCnt="6"/>
      <dgm:spPr/>
    </dgm:pt>
    <dgm:pt modelId="{832899E1-317E-48D6-A904-B05EBC98FAF8}" type="pres">
      <dgm:prSet presAssocID="{6FC3B42F-B753-47A1-BCF2-C05DE4D54DA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7EB7C85F-CDC2-499A-9D71-614DAFDF0EE6}" type="pres">
      <dgm:prSet presAssocID="{6FC3B42F-B753-47A1-BCF2-C05DE4D54DAD}" presName="spaceRect" presStyleCnt="0"/>
      <dgm:spPr/>
    </dgm:pt>
    <dgm:pt modelId="{229B0845-B196-4BB5-90D7-77690D96ABE9}" type="pres">
      <dgm:prSet presAssocID="{6FC3B42F-B753-47A1-BCF2-C05DE4D54DAD}" presName="textRect" presStyleLbl="revTx" presStyleIdx="4" presStyleCnt="6">
        <dgm:presLayoutVars>
          <dgm:chMax val="1"/>
          <dgm:chPref val="1"/>
        </dgm:presLayoutVars>
      </dgm:prSet>
      <dgm:spPr/>
    </dgm:pt>
    <dgm:pt modelId="{6B0E6F91-71B2-49AF-B813-34775D7BA803}" type="pres">
      <dgm:prSet presAssocID="{70E6F8DE-DD2A-4597-8731-E866818C7784}" presName="sibTrans" presStyleLbl="sibTrans2D1" presStyleIdx="0" presStyleCnt="0"/>
      <dgm:spPr/>
    </dgm:pt>
    <dgm:pt modelId="{A0CA693A-C10E-4549-9FA7-5034D3E8C472}" type="pres">
      <dgm:prSet presAssocID="{BE4363DC-AFE2-42F1-97CD-277FCCE20724}" presName="compNode" presStyleCnt="0"/>
      <dgm:spPr/>
    </dgm:pt>
    <dgm:pt modelId="{D7CFD8F5-0847-4D06-A4DE-6B3DA1DC7595}" type="pres">
      <dgm:prSet presAssocID="{BE4363DC-AFE2-42F1-97CD-277FCCE20724}" presName="iconBgRect" presStyleLbl="bgShp" presStyleIdx="5" presStyleCnt="6"/>
      <dgm:spPr/>
    </dgm:pt>
    <dgm:pt modelId="{80ED3401-82FE-4339-89E4-508BCA7FF701}" type="pres">
      <dgm:prSet presAssocID="{BE4363DC-AFE2-42F1-97CD-277FCCE20724}"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ngel Face with Solid Fill"/>
        </a:ext>
      </dgm:extLst>
    </dgm:pt>
    <dgm:pt modelId="{552ABC99-EE5D-4888-B2E3-E7BCAC26FA8B}" type="pres">
      <dgm:prSet presAssocID="{BE4363DC-AFE2-42F1-97CD-277FCCE20724}" presName="spaceRect" presStyleCnt="0"/>
      <dgm:spPr/>
    </dgm:pt>
    <dgm:pt modelId="{EAD220C9-735D-45A3-897C-4A22DA667057}" type="pres">
      <dgm:prSet presAssocID="{BE4363DC-AFE2-42F1-97CD-277FCCE20724}" presName="textRect" presStyleLbl="revTx" presStyleIdx="5" presStyleCnt="6">
        <dgm:presLayoutVars>
          <dgm:chMax val="1"/>
          <dgm:chPref val="1"/>
        </dgm:presLayoutVars>
      </dgm:prSet>
      <dgm:spPr/>
    </dgm:pt>
  </dgm:ptLst>
  <dgm:cxnLst>
    <dgm:cxn modelId="{077C8806-14CB-4C4A-8C55-D01B28110AC9}" type="presOf" srcId="{0A547DB8-654D-4F08-8C47-3B77D130CFD0}" destId="{6FDB8973-985A-49F3-96C7-F4FE4EE59F6F}" srcOrd="0" destOrd="0" presId="urn:microsoft.com/office/officeart/2018/2/layout/IconCircleList"/>
    <dgm:cxn modelId="{4B7FD31C-6B7F-4FCE-95A5-D0C20220E0BB}" type="presOf" srcId="{70E6F8DE-DD2A-4597-8731-E866818C7784}" destId="{6B0E6F91-71B2-49AF-B813-34775D7BA803}" srcOrd="0" destOrd="0" presId="urn:microsoft.com/office/officeart/2018/2/layout/IconCircleList"/>
    <dgm:cxn modelId="{4974041D-20BF-4E4F-89BB-5C7E030ADE64}" srcId="{82FEB18E-6F1B-4712-8B9E-981D7D72028D}" destId="{1DF14D52-CDFD-46E0-88B7-8578C0DF47BA}" srcOrd="0" destOrd="0" parTransId="{4D2635EC-BE0F-4610-A713-EAAC2A9D2B8D}" sibTransId="{BE5AE410-57CD-4AC6-BE6B-7A1A2177FF04}"/>
    <dgm:cxn modelId="{20E8E626-2420-476F-8062-37B7F57CB2EA}" srcId="{82FEB18E-6F1B-4712-8B9E-981D7D72028D}" destId="{0A547DB8-654D-4F08-8C47-3B77D130CFD0}" srcOrd="1" destOrd="0" parTransId="{8105EC18-0E10-4A20-932C-A8B5FCADB13E}" sibTransId="{8567B959-28D3-4FA3-99D4-337F6008A4C3}"/>
    <dgm:cxn modelId="{A2BAD135-8415-4CD0-9AEA-28BF8AE4E36A}" type="presOf" srcId="{82FEB18E-6F1B-4712-8B9E-981D7D72028D}" destId="{0C8DDF58-D2EC-45C5-8B68-483ABF1B222E}" srcOrd="0" destOrd="0" presId="urn:microsoft.com/office/officeart/2018/2/layout/IconCircleList"/>
    <dgm:cxn modelId="{50BD6A63-2950-4B1C-BAA1-89CBCE1743E1}" type="presOf" srcId="{BB077973-5966-4E7B-B3D6-40699A0A9FFA}" destId="{82253824-82FC-4DD0-86E8-8602FDE92E38}" srcOrd="0" destOrd="0" presId="urn:microsoft.com/office/officeart/2018/2/layout/IconCircleList"/>
    <dgm:cxn modelId="{668E0F7B-FA82-47D2-8A44-C07D18E932B4}" srcId="{82FEB18E-6F1B-4712-8B9E-981D7D72028D}" destId="{5B0C214C-5EDD-4A66-B7E5-E74E38A21DC7}" srcOrd="3" destOrd="0" parTransId="{5B7EBC1B-D4C0-4908-AAC5-D241CAF667E3}" sibTransId="{DA3688A9-7F75-496F-BDA2-2ED331639453}"/>
    <dgm:cxn modelId="{4759208F-450B-41FF-A062-11E6C492281F}" type="presOf" srcId="{8567B959-28D3-4FA3-99D4-337F6008A4C3}" destId="{CCA9E0A2-BAFD-4B34-A2CC-0200555B474E}" srcOrd="0" destOrd="0" presId="urn:microsoft.com/office/officeart/2018/2/layout/IconCircleList"/>
    <dgm:cxn modelId="{9A846A9C-4EBB-4A98-B7CA-83591E47A088}" type="presOf" srcId="{1DF14D52-CDFD-46E0-88B7-8578C0DF47BA}" destId="{D3E2C3AE-78AF-4616-ADEE-299A90569B49}" srcOrd="0" destOrd="0" presId="urn:microsoft.com/office/officeart/2018/2/layout/IconCircleList"/>
    <dgm:cxn modelId="{C90DB7A0-CC43-4994-821E-E3AAAFE0FA62}" type="presOf" srcId="{DA3688A9-7F75-496F-BDA2-2ED331639453}" destId="{2E895C02-D8A9-48BA-AE26-99007D5C7DC1}" srcOrd="0" destOrd="0" presId="urn:microsoft.com/office/officeart/2018/2/layout/IconCircleList"/>
    <dgm:cxn modelId="{6C7B01AD-14B4-46DA-AF6A-E1F4E452D621}" srcId="{82FEB18E-6F1B-4712-8B9E-981D7D72028D}" destId="{BB077973-5966-4E7B-B3D6-40699A0A9FFA}" srcOrd="2" destOrd="0" parTransId="{4D18C346-976C-41E8-B4A7-E7C67B9A27C2}" sibTransId="{88F128D4-7A86-46F4-8533-80590AE36649}"/>
    <dgm:cxn modelId="{0D16B0CF-9BEC-47B3-8C51-E45F4051233D}" type="presOf" srcId="{BE4363DC-AFE2-42F1-97CD-277FCCE20724}" destId="{EAD220C9-735D-45A3-897C-4A22DA667057}" srcOrd="0" destOrd="0" presId="urn:microsoft.com/office/officeart/2018/2/layout/IconCircleList"/>
    <dgm:cxn modelId="{F17797D4-DB68-4C91-967F-C3AD4AF15EA6}" srcId="{82FEB18E-6F1B-4712-8B9E-981D7D72028D}" destId="{6FC3B42F-B753-47A1-BCF2-C05DE4D54DAD}" srcOrd="4" destOrd="0" parTransId="{C174FB59-74C2-4846-85C1-5111FC70DE7B}" sibTransId="{70E6F8DE-DD2A-4597-8731-E866818C7784}"/>
    <dgm:cxn modelId="{1B2BFCED-D3E1-43BE-98C1-F8E7EB41B8FC}" type="presOf" srcId="{88F128D4-7A86-46F4-8533-80590AE36649}" destId="{552390C8-A5CE-4FD1-88BE-C01246A8B1CE}" srcOrd="0" destOrd="0" presId="urn:microsoft.com/office/officeart/2018/2/layout/IconCircleList"/>
    <dgm:cxn modelId="{8F639DF3-BC38-42F9-9B3B-F473E3B80BEC}" type="presOf" srcId="{BE5AE410-57CD-4AC6-BE6B-7A1A2177FF04}" destId="{93F6D251-F6AF-4607-A9B8-11E02541C6CA}" srcOrd="0" destOrd="0" presId="urn:microsoft.com/office/officeart/2018/2/layout/IconCircleList"/>
    <dgm:cxn modelId="{40B799F4-130E-427F-8B43-B89C9FD6FD0C}" type="presOf" srcId="{5B0C214C-5EDD-4A66-B7E5-E74E38A21DC7}" destId="{92D8932A-4ED5-4CCE-8588-C5023868E108}" srcOrd="0" destOrd="0" presId="urn:microsoft.com/office/officeart/2018/2/layout/IconCircleList"/>
    <dgm:cxn modelId="{0EC2EAF4-3010-4686-B341-CF2E88039B9E}" srcId="{82FEB18E-6F1B-4712-8B9E-981D7D72028D}" destId="{BE4363DC-AFE2-42F1-97CD-277FCCE20724}" srcOrd="5" destOrd="0" parTransId="{534F1E45-ACD0-485A-9429-6F5DD4CC1616}" sibTransId="{1A14AD9E-4F14-400C-95E5-FDFCE7A4F45E}"/>
    <dgm:cxn modelId="{22C51EFA-028A-4CBD-992F-40DFF2B8B562}" type="presOf" srcId="{6FC3B42F-B753-47A1-BCF2-C05DE4D54DAD}" destId="{229B0845-B196-4BB5-90D7-77690D96ABE9}" srcOrd="0" destOrd="0" presId="urn:microsoft.com/office/officeart/2018/2/layout/IconCircleList"/>
    <dgm:cxn modelId="{23D01401-0F84-40F6-B114-99F90DC90790}" type="presParOf" srcId="{0C8DDF58-D2EC-45C5-8B68-483ABF1B222E}" destId="{B023B9D2-FF87-4821-8A57-860499DC1836}" srcOrd="0" destOrd="0" presId="urn:microsoft.com/office/officeart/2018/2/layout/IconCircleList"/>
    <dgm:cxn modelId="{04021BE5-A4AD-499E-B3D0-637F419A021B}" type="presParOf" srcId="{B023B9D2-FF87-4821-8A57-860499DC1836}" destId="{0A603800-52D3-4D1E-BC3B-8054A9D1F969}" srcOrd="0" destOrd="0" presId="urn:microsoft.com/office/officeart/2018/2/layout/IconCircleList"/>
    <dgm:cxn modelId="{02C3EB9D-5801-43BC-8134-1D7526FB21D4}" type="presParOf" srcId="{0A603800-52D3-4D1E-BC3B-8054A9D1F969}" destId="{03EBF216-CF45-4840-8408-9181EFB4EB2B}" srcOrd="0" destOrd="0" presId="urn:microsoft.com/office/officeart/2018/2/layout/IconCircleList"/>
    <dgm:cxn modelId="{EBB07DFB-AABC-45EE-8E67-7C658567C2C0}" type="presParOf" srcId="{0A603800-52D3-4D1E-BC3B-8054A9D1F969}" destId="{915708E6-065F-4300-B5D3-3C552FE5CEFD}" srcOrd="1" destOrd="0" presId="urn:microsoft.com/office/officeart/2018/2/layout/IconCircleList"/>
    <dgm:cxn modelId="{EB4C042D-EE54-423D-BF75-A37045B83F5C}" type="presParOf" srcId="{0A603800-52D3-4D1E-BC3B-8054A9D1F969}" destId="{3093B6F2-191B-4DB6-8ED5-1EE95588F067}" srcOrd="2" destOrd="0" presId="urn:microsoft.com/office/officeart/2018/2/layout/IconCircleList"/>
    <dgm:cxn modelId="{C0DBB2D5-1841-4F40-A9BF-984D9F80361A}" type="presParOf" srcId="{0A603800-52D3-4D1E-BC3B-8054A9D1F969}" destId="{D3E2C3AE-78AF-4616-ADEE-299A90569B49}" srcOrd="3" destOrd="0" presId="urn:microsoft.com/office/officeart/2018/2/layout/IconCircleList"/>
    <dgm:cxn modelId="{E43823E6-2838-411D-B73A-DC976CA5E588}" type="presParOf" srcId="{B023B9D2-FF87-4821-8A57-860499DC1836}" destId="{93F6D251-F6AF-4607-A9B8-11E02541C6CA}" srcOrd="1" destOrd="0" presId="urn:microsoft.com/office/officeart/2018/2/layout/IconCircleList"/>
    <dgm:cxn modelId="{812B485E-DD39-415D-8954-33BEC2B3C780}" type="presParOf" srcId="{B023B9D2-FF87-4821-8A57-860499DC1836}" destId="{F1671A6E-BCDD-4010-8E9D-C0968C56E1C8}" srcOrd="2" destOrd="0" presId="urn:microsoft.com/office/officeart/2018/2/layout/IconCircleList"/>
    <dgm:cxn modelId="{5FCC98FC-0293-4695-B066-64FE2DD7D9AA}" type="presParOf" srcId="{F1671A6E-BCDD-4010-8E9D-C0968C56E1C8}" destId="{992D7DFB-0AAB-4467-955F-DE41A43F9DC3}" srcOrd="0" destOrd="0" presId="urn:microsoft.com/office/officeart/2018/2/layout/IconCircleList"/>
    <dgm:cxn modelId="{EBEC821B-D526-4833-8D09-E36CA84E278A}" type="presParOf" srcId="{F1671A6E-BCDD-4010-8E9D-C0968C56E1C8}" destId="{87696A37-EA06-4F5E-8439-4A94FD18BF13}" srcOrd="1" destOrd="0" presId="urn:microsoft.com/office/officeart/2018/2/layout/IconCircleList"/>
    <dgm:cxn modelId="{B2DDAEF4-D2E4-442A-8FCF-8261D3621067}" type="presParOf" srcId="{F1671A6E-BCDD-4010-8E9D-C0968C56E1C8}" destId="{1DB85514-7A2D-4A8F-BAAE-527A3D433708}" srcOrd="2" destOrd="0" presId="urn:microsoft.com/office/officeart/2018/2/layout/IconCircleList"/>
    <dgm:cxn modelId="{A418F147-0F50-4396-9900-F38D3EBF2AB0}" type="presParOf" srcId="{F1671A6E-BCDD-4010-8E9D-C0968C56E1C8}" destId="{6FDB8973-985A-49F3-96C7-F4FE4EE59F6F}" srcOrd="3" destOrd="0" presId="urn:microsoft.com/office/officeart/2018/2/layout/IconCircleList"/>
    <dgm:cxn modelId="{841A18F7-4C3E-4A21-82AC-1FCEC9DA4726}" type="presParOf" srcId="{B023B9D2-FF87-4821-8A57-860499DC1836}" destId="{CCA9E0A2-BAFD-4B34-A2CC-0200555B474E}" srcOrd="3" destOrd="0" presId="urn:microsoft.com/office/officeart/2018/2/layout/IconCircleList"/>
    <dgm:cxn modelId="{82A8AC3E-345C-4D58-9D6D-21A67224A096}" type="presParOf" srcId="{B023B9D2-FF87-4821-8A57-860499DC1836}" destId="{0C975C36-0C78-41C0-89C9-03423BDDD957}" srcOrd="4" destOrd="0" presId="urn:microsoft.com/office/officeart/2018/2/layout/IconCircleList"/>
    <dgm:cxn modelId="{A83A9EC2-8E93-4852-9F78-6DE293621A83}" type="presParOf" srcId="{0C975C36-0C78-41C0-89C9-03423BDDD957}" destId="{D070E392-EF3F-468C-BC1B-929D08636197}" srcOrd="0" destOrd="0" presId="urn:microsoft.com/office/officeart/2018/2/layout/IconCircleList"/>
    <dgm:cxn modelId="{F836CAC1-1AE2-4298-A530-38C308EC29DB}" type="presParOf" srcId="{0C975C36-0C78-41C0-89C9-03423BDDD957}" destId="{96F004A5-0052-42C0-BCB5-91285C0F2B9F}" srcOrd="1" destOrd="0" presId="urn:microsoft.com/office/officeart/2018/2/layout/IconCircleList"/>
    <dgm:cxn modelId="{5A3D6EBC-DFCA-4140-B367-ECAE47610607}" type="presParOf" srcId="{0C975C36-0C78-41C0-89C9-03423BDDD957}" destId="{66273C3A-A2A7-488D-84B6-AA3E5D266756}" srcOrd="2" destOrd="0" presId="urn:microsoft.com/office/officeart/2018/2/layout/IconCircleList"/>
    <dgm:cxn modelId="{3DB75425-46D8-4329-A14E-D5DA4F12B257}" type="presParOf" srcId="{0C975C36-0C78-41C0-89C9-03423BDDD957}" destId="{82253824-82FC-4DD0-86E8-8602FDE92E38}" srcOrd="3" destOrd="0" presId="urn:microsoft.com/office/officeart/2018/2/layout/IconCircleList"/>
    <dgm:cxn modelId="{3F0557B3-6BAC-45AB-B92A-A8BC1572FAD2}" type="presParOf" srcId="{B023B9D2-FF87-4821-8A57-860499DC1836}" destId="{552390C8-A5CE-4FD1-88BE-C01246A8B1CE}" srcOrd="5" destOrd="0" presId="urn:microsoft.com/office/officeart/2018/2/layout/IconCircleList"/>
    <dgm:cxn modelId="{750BCD7F-AF9B-4F8F-A231-646923F304B7}" type="presParOf" srcId="{B023B9D2-FF87-4821-8A57-860499DC1836}" destId="{AE71D02B-3746-4D4E-BA54-0DC988505B86}" srcOrd="6" destOrd="0" presId="urn:microsoft.com/office/officeart/2018/2/layout/IconCircleList"/>
    <dgm:cxn modelId="{FFEDC4B2-DB89-43D2-BE85-A1409A71F203}" type="presParOf" srcId="{AE71D02B-3746-4D4E-BA54-0DC988505B86}" destId="{9BF87BDA-B181-4D0D-A499-DEE391603CCE}" srcOrd="0" destOrd="0" presId="urn:microsoft.com/office/officeart/2018/2/layout/IconCircleList"/>
    <dgm:cxn modelId="{1217A3E3-6911-4313-8070-41A7F439E107}" type="presParOf" srcId="{AE71D02B-3746-4D4E-BA54-0DC988505B86}" destId="{1D555456-42C1-4CC0-8166-8BF941AC006E}" srcOrd="1" destOrd="0" presId="urn:microsoft.com/office/officeart/2018/2/layout/IconCircleList"/>
    <dgm:cxn modelId="{8C7E129E-95B7-4AA2-85EA-F697F3762554}" type="presParOf" srcId="{AE71D02B-3746-4D4E-BA54-0DC988505B86}" destId="{EAB40A78-5A8B-4C34-BF07-32ADBE444249}" srcOrd="2" destOrd="0" presId="urn:microsoft.com/office/officeart/2018/2/layout/IconCircleList"/>
    <dgm:cxn modelId="{5C83C1E8-25ED-4369-8C47-582118AF3105}" type="presParOf" srcId="{AE71D02B-3746-4D4E-BA54-0DC988505B86}" destId="{92D8932A-4ED5-4CCE-8588-C5023868E108}" srcOrd="3" destOrd="0" presId="urn:microsoft.com/office/officeart/2018/2/layout/IconCircleList"/>
    <dgm:cxn modelId="{B2692A42-1295-4AF1-B9F3-0DF6E9039F1F}" type="presParOf" srcId="{B023B9D2-FF87-4821-8A57-860499DC1836}" destId="{2E895C02-D8A9-48BA-AE26-99007D5C7DC1}" srcOrd="7" destOrd="0" presId="urn:microsoft.com/office/officeart/2018/2/layout/IconCircleList"/>
    <dgm:cxn modelId="{247EB0BC-0337-49FD-A372-7E63C26C320D}" type="presParOf" srcId="{B023B9D2-FF87-4821-8A57-860499DC1836}" destId="{F363B46C-89D8-4F80-9C46-EBD947FF06C1}" srcOrd="8" destOrd="0" presId="urn:microsoft.com/office/officeart/2018/2/layout/IconCircleList"/>
    <dgm:cxn modelId="{39E3AB78-B664-4C9A-A1BB-6AFD8F78F571}" type="presParOf" srcId="{F363B46C-89D8-4F80-9C46-EBD947FF06C1}" destId="{68189C0F-4078-4F7C-9C82-04FDFC69D7B3}" srcOrd="0" destOrd="0" presId="urn:microsoft.com/office/officeart/2018/2/layout/IconCircleList"/>
    <dgm:cxn modelId="{0993E84F-546E-4C9C-95C4-27254B7B94BC}" type="presParOf" srcId="{F363B46C-89D8-4F80-9C46-EBD947FF06C1}" destId="{832899E1-317E-48D6-A904-B05EBC98FAF8}" srcOrd="1" destOrd="0" presId="urn:microsoft.com/office/officeart/2018/2/layout/IconCircleList"/>
    <dgm:cxn modelId="{BB6F53C2-7E2F-4BD8-AAA7-DCFFA377DF74}" type="presParOf" srcId="{F363B46C-89D8-4F80-9C46-EBD947FF06C1}" destId="{7EB7C85F-CDC2-499A-9D71-614DAFDF0EE6}" srcOrd="2" destOrd="0" presId="urn:microsoft.com/office/officeart/2018/2/layout/IconCircleList"/>
    <dgm:cxn modelId="{A830B79A-477C-4ED8-9DC1-067C1BA69237}" type="presParOf" srcId="{F363B46C-89D8-4F80-9C46-EBD947FF06C1}" destId="{229B0845-B196-4BB5-90D7-77690D96ABE9}" srcOrd="3" destOrd="0" presId="urn:microsoft.com/office/officeart/2018/2/layout/IconCircleList"/>
    <dgm:cxn modelId="{17293F53-FAE2-433A-A34B-C5457550D3D9}" type="presParOf" srcId="{B023B9D2-FF87-4821-8A57-860499DC1836}" destId="{6B0E6F91-71B2-49AF-B813-34775D7BA803}" srcOrd="9" destOrd="0" presId="urn:microsoft.com/office/officeart/2018/2/layout/IconCircleList"/>
    <dgm:cxn modelId="{A21CFD51-E4D2-4286-A138-8DF9DC5ABBE9}" type="presParOf" srcId="{B023B9D2-FF87-4821-8A57-860499DC1836}" destId="{A0CA693A-C10E-4549-9FA7-5034D3E8C472}" srcOrd="10" destOrd="0" presId="urn:microsoft.com/office/officeart/2018/2/layout/IconCircleList"/>
    <dgm:cxn modelId="{2A05B06A-721B-470D-BCC1-EAD7C61D8471}" type="presParOf" srcId="{A0CA693A-C10E-4549-9FA7-5034D3E8C472}" destId="{D7CFD8F5-0847-4D06-A4DE-6B3DA1DC7595}" srcOrd="0" destOrd="0" presId="urn:microsoft.com/office/officeart/2018/2/layout/IconCircleList"/>
    <dgm:cxn modelId="{26220672-345B-44B7-9B83-CE5937948892}" type="presParOf" srcId="{A0CA693A-C10E-4549-9FA7-5034D3E8C472}" destId="{80ED3401-82FE-4339-89E4-508BCA7FF701}" srcOrd="1" destOrd="0" presId="urn:microsoft.com/office/officeart/2018/2/layout/IconCircleList"/>
    <dgm:cxn modelId="{687F7B71-44D6-4191-B79B-F534C9D9D0C9}" type="presParOf" srcId="{A0CA693A-C10E-4549-9FA7-5034D3E8C472}" destId="{552ABC99-EE5D-4888-B2E3-E7BCAC26FA8B}" srcOrd="2" destOrd="0" presId="urn:microsoft.com/office/officeart/2018/2/layout/IconCircleList"/>
    <dgm:cxn modelId="{CCF92FC4-184B-402A-9F2B-AD619B7C86A9}" type="presParOf" srcId="{A0CA693A-C10E-4549-9FA7-5034D3E8C472}" destId="{EAD220C9-735D-45A3-897C-4A22DA66705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D60983-B34C-4660-BC01-0C0FC53845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8E7658D-C317-42E0-BFC5-72EC961CDD75}">
      <dgm:prSet/>
      <dgm:spPr/>
      <dgm:t>
        <a:bodyPr/>
        <a:lstStyle/>
        <a:p>
          <a:pPr>
            <a:lnSpc>
              <a:spcPct val="100000"/>
            </a:lnSpc>
          </a:pPr>
          <a:r>
            <a:rPr lang="en-US"/>
            <a:t>Tea Time/Coffee Breaks </a:t>
          </a:r>
        </a:p>
      </dgm:t>
    </dgm:pt>
    <dgm:pt modelId="{6E1822DB-2D32-4495-B759-FFA90C5F1864}" type="parTrans" cxnId="{325EF573-540F-42FC-83F7-BB3CDF4F1AAA}">
      <dgm:prSet/>
      <dgm:spPr/>
      <dgm:t>
        <a:bodyPr/>
        <a:lstStyle/>
        <a:p>
          <a:endParaRPr lang="en-US"/>
        </a:p>
      </dgm:t>
    </dgm:pt>
    <dgm:pt modelId="{092853DC-AF5E-4811-9931-1B8CA1D39D4B}" type="sibTrans" cxnId="{325EF573-540F-42FC-83F7-BB3CDF4F1AAA}">
      <dgm:prSet/>
      <dgm:spPr/>
      <dgm:t>
        <a:bodyPr/>
        <a:lstStyle/>
        <a:p>
          <a:endParaRPr lang="en-US"/>
        </a:p>
      </dgm:t>
    </dgm:pt>
    <dgm:pt modelId="{5E199D82-3CDD-4C5E-84DD-E54A72143FD7}">
      <dgm:prSet/>
      <dgm:spPr/>
      <dgm:t>
        <a:bodyPr/>
        <a:lstStyle/>
        <a:p>
          <a:pPr>
            <a:lnSpc>
              <a:spcPct val="100000"/>
            </a:lnSpc>
          </a:pPr>
          <a:r>
            <a:rPr lang="en-US"/>
            <a:t>Lunch Gatherings </a:t>
          </a:r>
        </a:p>
      </dgm:t>
    </dgm:pt>
    <dgm:pt modelId="{5CB26F39-3C06-4085-9F24-54482D645B1F}" type="parTrans" cxnId="{2E031961-4346-4803-A57C-8BDF126A4C15}">
      <dgm:prSet/>
      <dgm:spPr/>
      <dgm:t>
        <a:bodyPr/>
        <a:lstStyle/>
        <a:p>
          <a:endParaRPr lang="en-US"/>
        </a:p>
      </dgm:t>
    </dgm:pt>
    <dgm:pt modelId="{B80D3AF5-E80B-43EC-B2FB-4B3CFE338A5D}" type="sibTrans" cxnId="{2E031961-4346-4803-A57C-8BDF126A4C15}">
      <dgm:prSet/>
      <dgm:spPr/>
      <dgm:t>
        <a:bodyPr/>
        <a:lstStyle/>
        <a:p>
          <a:endParaRPr lang="en-US"/>
        </a:p>
      </dgm:t>
    </dgm:pt>
    <dgm:pt modelId="{4F55918F-4882-4C1C-95E2-BE83F11C3920}">
      <dgm:prSet/>
      <dgm:spPr/>
      <dgm:t>
        <a:bodyPr/>
        <a:lstStyle/>
        <a:p>
          <a:pPr>
            <a:lnSpc>
              <a:spcPct val="100000"/>
            </a:lnSpc>
          </a:pPr>
          <a:r>
            <a:rPr lang="en-US"/>
            <a:t>Yoga Sessions </a:t>
          </a:r>
        </a:p>
      </dgm:t>
    </dgm:pt>
    <dgm:pt modelId="{A81AE169-7537-4539-B333-89651B61DF4C}" type="parTrans" cxnId="{9ECC5BF9-9ED3-4FB3-8AAF-1DD39BE6E4CD}">
      <dgm:prSet/>
      <dgm:spPr/>
      <dgm:t>
        <a:bodyPr/>
        <a:lstStyle/>
        <a:p>
          <a:endParaRPr lang="en-US"/>
        </a:p>
      </dgm:t>
    </dgm:pt>
    <dgm:pt modelId="{0481DDB6-6D76-4FA2-83C6-79FFA49962BF}" type="sibTrans" cxnId="{9ECC5BF9-9ED3-4FB3-8AAF-1DD39BE6E4CD}">
      <dgm:prSet/>
      <dgm:spPr/>
      <dgm:t>
        <a:bodyPr/>
        <a:lstStyle/>
        <a:p>
          <a:endParaRPr lang="en-US"/>
        </a:p>
      </dgm:t>
    </dgm:pt>
    <dgm:pt modelId="{02C96D0F-40A3-400C-9E4B-24BB13555791}">
      <dgm:prSet/>
      <dgm:spPr/>
      <dgm:t>
        <a:bodyPr/>
        <a:lstStyle/>
        <a:p>
          <a:pPr>
            <a:lnSpc>
              <a:spcPct val="100000"/>
            </a:lnSpc>
          </a:pPr>
          <a:r>
            <a:rPr lang="en-US"/>
            <a:t>Meditation </a:t>
          </a:r>
          <a:r>
            <a:rPr lang="en-US" b="0">
              <a:latin typeface="Calibri Light" panose="020F0302020204030204"/>
            </a:rPr>
            <a:t>Sessions</a:t>
          </a:r>
          <a:endParaRPr lang="en-US" b="0"/>
        </a:p>
      </dgm:t>
    </dgm:pt>
    <dgm:pt modelId="{5EC5BEFD-4F28-4F06-AD0C-212E8EF31C53}" type="parTrans" cxnId="{2346F691-AD59-45BE-B928-97D921E5A243}">
      <dgm:prSet/>
      <dgm:spPr/>
      <dgm:t>
        <a:bodyPr/>
        <a:lstStyle/>
        <a:p>
          <a:endParaRPr lang="en-US"/>
        </a:p>
      </dgm:t>
    </dgm:pt>
    <dgm:pt modelId="{0DA97B65-F971-4AE0-A883-037DB3666012}" type="sibTrans" cxnId="{2346F691-AD59-45BE-B928-97D921E5A243}">
      <dgm:prSet/>
      <dgm:spPr/>
      <dgm:t>
        <a:bodyPr/>
        <a:lstStyle/>
        <a:p>
          <a:endParaRPr lang="en-US"/>
        </a:p>
      </dgm:t>
    </dgm:pt>
    <dgm:pt modelId="{F798C37B-92FB-41F7-8363-CEF5E40291D2}">
      <dgm:prSet/>
      <dgm:spPr/>
      <dgm:t>
        <a:bodyPr/>
        <a:lstStyle/>
        <a:p>
          <a:pPr>
            <a:lnSpc>
              <a:spcPct val="100000"/>
            </a:lnSpc>
          </a:pPr>
          <a:r>
            <a:rPr lang="en-US"/>
            <a:t>Brown Bag Discussions</a:t>
          </a:r>
        </a:p>
      </dgm:t>
    </dgm:pt>
    <dgm:pt modelId="{48DD1681-3459-4E30-B03F-F746D82756D6}" type="parTrans" cxnId="{F8FF126C-C400-4016-87D4-B4BF79D60FEC}">
      <dgm:prSet/>
      <dgm:spPr/>
      <dgm:t>
        <a:bodyPr/>
        <a:lstStyle/>
        <a:p>
          <a:endParaRPr lang="en-US"/>
        </a:p>
      </dgm:t>
    </dgm:pt>
    <dgm:pt modelId="{4738F707-A496-4F5F-8F90-9B2C8FE9A94F}" type="sibTrans" cxnId="{F8FF126C-C400-4016-87D4-B4BF79D60FEC}">
      <dgm:prSet/>
      <dgm:spPr/>
      <dgm:t>
        <a:bodyPr/>
        <a:lstStyle/>
        <a:p>
          <a:endParaRPr lang="en-US"/>
        </a:p>
      </dgm:t>
    </dgm:pt>
    <dgm:pt modelId="{C8C1FE39-DF04-4A36-BC5E-54E41C858C41}">
      <dgm:prSet/>
      <dgm:spPr/>
      <dgm:t>
        <a:bodyPr/>
        <a:lstStyle/>
        <a:p>
          <a:pPr>
            <a:lnSpc>
              <a:spcPct val="100000"/>
            </a:lnSpc>
          </a:pPr>
          <a:r>
            <a:rPr lang="en-US"/>
            <a:t>Virtual Happy Hours/Game Nights</a:t>
          </a:r>
        </a:p>
      </dgm:t>
    </dgm:pt>
    <dgm:pt modelId="{A7BE6572-E04B-49C5-800D-97D7ACB6773C}" type="parTrans" cxnId="{43FF69A0-C23F-40C1-8EAB-F381F91EF985}">
      <dgm:prSet/>
      <dgm:spPr/>
      <dgm:t>
        <a:bodyPr/>
        <a:lstStyle/>
        <a:p>
          <a:endParaRPr lang="en-US"/>
        </a:p>
      </dgm:t>
    </dgm:pt>
    <dgm:pt modelId="{3627C196-D2FF-4107-95F3-7E1E50745C50}" type="sibTrans" cxnId="{43FF69A0-C23F-40C1-8EAB-F381F91EF985}">
      <dgm:prSet/>
      <dgm:spPr/>
      <dgm:t>
        <a:bodyPr/>
        <a:lstStyle/>
        <a:p>
          <a:endParaRPr lang="en-US"/>
        </a:p>
      </dgm:t>
    </dgm:pt>
    <dgm:pt modelId="{13BC1F92-0F40-4F8B-992A-64A3F56C38FF}">
      <dgm:prSet/>
      <dgm:spPr/>
      <dgm:t>
        <a:bodyPr/>
        <a:lstStyle/>
        <a:p>
          <a:pPr>
            <a:lnSpc>
              <a:spcPct val="100000"/>
            </a:lnSpc>
          </a:pPr>
          <a:r>
            <a:rPr lang="en-US"/>
            <a:t>Virtual Walks/Walking Meetings</a:t>
          </a:r>
        </a:p>
      </dgm:t>
    </dgm:pt>
    <dgm:pt modelId="{C42A248E-819F-414F-9E44-032CD2C8F384}" type="parTrans" cxnId="{B678E4B0-9EF3-41A1-AFF2-992E7841783E}">
      <dgm:prSet/>
      <dgm:spPr/>
      <dgm:t>
        <a:bodyPr/>
        <a:lstStyle/>
        <a:p>
          <a:endParaRPr lang="en-US"/>
        </a:p>
      </dgm:t>
    </dgm:pt>
    <dgm:pt modelId="{CB1B0D61-1FD8-4947-ACAB-EAA89824AAF2}" type="sibTrans" cxnId="{B678E4B0-9EF3-41A1-AFF2-992E7841783E}">
      <dgm:prSet/>
      <dgm:spPr/>
      <dgm:t>
        <a:bodyPr/>
        <a:lstStyle/>
        <a:p>
          <a:endParaRPr lang="en-US"/>
        </a:p>
      </dgm:t>
    </dgm:pt>
    <dgm:pt modelId="{6F9B3095-D4D5-4844-844D-4327528944C0}" type="pres">
      <dgm:prSet presAssocID="{1ED60983-B34C-4660-BC01-0C0FC53845B5}" presName="root" presStyleCnt="0">
        <dgm:presLayoutVars>
          <dgm:dir/>
          <dgm:resizeHandles val="exact"/>
        </dgm:presLayoutVars>
      </dgm:prSet>
      <dgm:spPr/>
    </dgm:pt>
    <dgm:pt modelId="{57CFAF58-AFD8-4DCB-A41D-08829628CE17}" type="pres">
      <dgm:prSet presAssocID="{88E7658D-C317-42E0-BFC5-72EC961CDD75}" presName="compNode" presStyleCnt="0"/>
      <dgm:spPr/>
    </dgm:pt>
    <dgm:pt modelId="{88507E62-04C4-4BE1-86FF-2D16AA9B98B2}" type="pres">
      <dgm:prSet presAssocID="{88E7658D-C317-42E0-BFC5-72EC961CDD75}" presName="bgRect" presStyleLbl="bgShp" presStyleIdx="0" presStyleCnt="7"/>
      <dgm:spPr/>
    </dgm:pt>
    <dgm:pt modelId="{4DC8F374-E14D-4AE4-A40F-85E9A76FF680}" type="pres">
      <dgm:prSet presAssocID="{88E7658D-C317-42E0-BFC5-72EC961CDD75}"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
        </a:ext>
      </dgm:extLst>
    </dgm:pt>
    <dgm:pt modelId="{421BBC12-920A-4ECB-8CE5-B961AEFB6CAC}" type="pres">
      <dgm:prSet presAssocID="{88E7658D-C317-42E0-BFC5-72EC961CDD75}" presName="spaceRect" presStyleCnt="0"/>
      <dgm:spPr/>
    </dgm:pt>
    <dgm:pt modelId="{3F835316-7111-417E-90D5-E3EF2AF02065}" type="pres">
      <dgm:prSet presAssocID="{88E7658D-C317-42E0-BFC5-72EC961CDD75}" presName="parTx" presStyleLbl="revTx" presStyleIdx="0" presStyleCnt="7">
        <dgm:presLayoutVars>
          <dgm:chMax val="0"/>
          <dgm:chPref val="0"/>
        </dgm:presLayoutVars>
      </dgm:prSet>
      <dgm:spPr/>
    </dgm:pt>
    <dgm:pt modelId="{9EA0CAA2-B26E-4708-8B74-94639DC830B7}" type="pres">
      <dgm:prSet presAssocID="{092853DC-AF5E-4811-9931-1B8CA1D39D4B}" presName="sibTrans" presStyleCnt="0"/>
      <dgm:spPr/>
    </dgm:pt>
    <dgm:pt modelId="{A13F8F4B-9437-478B-965F-E56972CB717A}" type="pres">
      <dgm:prSet presAssocID="{13BC1F92-0F40-4F8B-992A-64A3F56C38FF}" presName="compNode" presStyleCnt="0"/>
      <dgm:spPr/>
    </dgm:pt>
    <dgm:pt modelId="{13A9DBD3-FA52-4881-91FE-53B29AD12C7A}" type="pres">
      <dgm:prSet presAssocID="{13BC1F92-0F40-4F8B-992A-64A3F56C38FF}" presName="bgRect" presStyleLbl="bgShp" presStyleIdx="1" presStyleCnt="7"/>
      <dgm:spPr/>
    </dgm:pt>
    <dgm:pt modelId="{21DDB179-7640-4E8F-B917-25553D00BB1C}" type="pres">
      <dgm:prSet presAssocID="{13BC1F92-0F40-4F8B-992A-64A3F56C38FF}" presName="iconRect" presStyleLbl="node1" presStyleIdx="1" presStyleCnt="7"/>
      <dgm:spPr>
        <a:blipFill>
          <a:blip xmlns:r="http://schemas.openxmlformats.org/officeDocument/2006/relationships" r:embed="rId3">
            <a:extLst>
              <a:ext uri="{837473B0-CC2E-450A-ABE3-18F120FF3D39}">
                <a1611:picAttrSrcUrl xmlns:a1611="http://schemas.microsoft.com/office/drawing/2016/11/main" r:id="rId4"/>
              </a:ext>
            </a:extLst>
          </a:blip>
          <a:srcRect/>
          <a:stretch>
            <a:fillRect/>
          </a:stretch>
        </a:blipFill>
      </dgm:spPr>
    </dgm:pt>
    <dgm:pt modelId="{0AFC13BE-FAB4-448F-A26D-2B80459EF4DB}" type="pres">
      <dgm:prSet presAssocID="{13BC1F92-0F40-4F8B-992A-64A3F56C38FF}" presName="spaceRect" presStyleCnt="0"/>
      <dgm:spPr/>
    </dgm:pt>
    <dgm:pt modelId="{2E2288BC-899F-4F87-801A-3BBF370EC573}" type="pres">
      <dgm:prSet presAssocID="{13BC1F92-0F40-4F8B-992A-64A3F56C38FF}" presName="parTx" presStyleLbl="revTx" presStyleIdx="1" presStyleCnt="7">
        <dgm:presLayoutVars>
          <dgm:chMax val="0"/>
          <dgm:chPref val="0"/>
        </dgm:presLayoutVars>
      </dgm:prSet>
      <dgm:spPr/>
    </dgm:pt>
    <dgm:pt modelId="{40F21905-DDA9-4052-9D54-E3F60D35E78A}" type="pres">
      <dgm:prSet presAssocID="{CB1B0D61-1FD8-4947-ACAB-EAA89824AAF2}" presName="sibTrans" presStyleCnt="0"/>
      <dgm:spPr/>
    </dgm:pt>
    <dgm:pt modelId="{858C5D77-2F81-46A3-BEDA-613FF0DED9EC}" type="pres">
      <dgm:prSet presAssocID="{5E199D82-3CDD-4C5E-84DD-E54A72143FD7}" presName="compNode" presStyleCnt="0"/>
      <dgm:spPr/>
    </dgm:pt>
    <dgm:pt modelId="{9D930F23-8ED7-4108-A9CC-27EDC52D6797}" type="pres">
      <dgm:prSet presAssocID="{5E199D82-3CDD-4C5E-84DD-E54A72143FD7}" presName="bgRect" presStyleLbl="bgShp" presStyleIdx="2" presStyleCnt="7"/>
      <dgm:spPr/>
    </dgm:pt>
    <dgm:pt modelId="{8360F081-3EF2-4CEE-9749-A4DFEC8B2D2F}" type="pres">
      <dgm:prSet presAssocID="{5E199D82-3CDD-4C5E-84DD-E54A72143FD7}"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rk and knife"/>
        </a:ext>
      </dgm:extLst>
    </dgm:pt>
    <dgm:pt modelId="{F0C53DE2-E9FF-4CDA-860F-797E5BD056E1}" type="pres">
      <dgm:prSet presAssocID="{5E199D82-3CDD-4C5E-84DD-E54A72143FD7}" presName="spaceRect" presStyleCnt="0"/>
      <dgm:spPr/>
    </dgm:pt>
    <dgm:pt modelId="{6ACDF649-9DF5-4CE0-B47F-F78B954833DD}" type="pres">
      <dgm:prSet presAssocID="{5E199D82-3CDD-4C5E-84DD-E54A72143FD7}" presName="parTx" presStyleLbl="revTx" presStyleIdx="2" presStyleCnt="7">
        <dgm:presLayoutVars>
          <dgm:chMax val="0"/>
          <dgm:chPref val="0"/>
        </dgm:presLayoutVars>
      </dgm:prSet>
      <dgm:spPr/>
    </dgm:pt>
    <dgm:pt modelId="{A8539A9A-7928-4A11-83B1-D7F1CA8F5F6F}" type="pres">
      <dgm:prSet presAssocID="{B80D3AF5-E80B-43EC-B2FB-4B3CFE338A5D}" presName="sibTrans" presStyleCnt="0"/>
      <dgm:spPr/>
    </dgm:pt>
    <dgm:pt modelId="{FC628D9E-5388-493D-BB57-14DD83E7A209}" type="pres">
      <dgm:prSet presAssocID="{4F55918F-4882-4C1C-95E2-BE83F11C3920}" presName="compNode" presStyleCnt="0"/>
      <dgm:spPr/>
    </dgm:pt>
    <dgm:pt modelId="{C5E50539-BAA8-4F28-BC94-606B2230AE5E}" type="pres">
      <dgm:prSet presAssocID="{4F55918F-4882-4C1C-95E2-BE83F11C3920}" presName="bgRect" presStyleLbl="bgShp" presStyleIdx="3" presStyleCnt="7"/>
      <dgm:spPr/>
    </dgm:pt>
    <dgm:pt modelId="{8BF1C064-10A4-4C53-A7B7-7D5D00254AC9}" type="pres">
      <dgm:prSet presAssocID="{4F55918F-4882-4C1C-95E2-BE83F11C392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ndle"/>
        </a:ext>
      </dgm:extLst>
    </dgm:pt>
    <dgm:pt modelId="{7DC38CF7-EDC3-4896-923C-F51A8FEDB858}" type="pres">
      <dgm:prSet presAssocID="{4F55918F-4882-4C1C-95E2-BE83F11C3920}" presName="spaceRect" presStyleCnt="0"/>
      <dgm:spPr/>
    </dgm:pt>
    <dgm:pt modelId="{0A35C5B6-3F0D-4E2B-9970-B83AC02FFCDB}" type="pres">
      <dgm:prSet presAssocID="{4F55918F-4882-4C1C-95E2-BE83F11C3920}" presName="parTx" presStyleLbl="revTx" presStyleIdx="3" presStyleCnt="7">
        <dgm:presLayoutVars>
          <dgm:chMax val="0"/>
          <dgm:chPref val="0"/>
        </dgm:presLayoutVars>
      </dgm:prSet>
      <dgm:spPr/>
    </dgm:pt>
    <dgm:pt modelId="{57F65B86-F788-4770-93C3-48B193608BE8}" type="pres">
      <dgm:prSet presAssocID="{0481DDB6-6D76-4FA2-83C6-79FFA49962BF}" presName="sibTrans" presStyleCnt="0"/>
      <dgm:spPr/>
    </dgm:pt>
    <dgm:pt modelId="{C601835A-DA0D-4B77-9CBF-F3C44F7A1882}" type="pres">
      <dgm:prSet presAssocID="{02C96D0F-40A3-400C-9E4B-24BB13555791}" presName="compNode" presStyleCnt="0"/>
      <dgm:spPr/>
    </dgm:pt>
    <dgm:pt modelId="{85059598-2930-425F-8F14-A42E6A291A96}" type="pres">
      <dgm:prSet presAssocID="{02C96D0F-40A3-400C-9E4B-24BB13555791}" presName="bgRect" presStyleLbl="bgShp" presStyleIdx="4" presStyleCnt="7"/>
      <dgm:spPr/>
    </dgm:pt>
    <dgm:pt modelId="{F70ED50B-D513-42E2-975E-9587001EFF4E}" type="pres">
      <dgm:prSet presAssocID="{02C96D0F-40A3-400C-9E4B-24BB13555791}"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in in head"/>
        </a:ext>
      </dgm:extLst>
    </dgm:pt>
    <dgm:pt modelId="{71A7EE64-46B9-4861-9FAC-FFB38C304F44}" type="pres">
      <dgm:prSet presAssocID="{02C96D0F-40A3-400C-9E4B-24BB13555791}" presName="spaceRect" presStyleCnt="0"/>
      <dgm:spPr/>
    </dgm:pt>
    <dgm:pt modelId="{C6A9C350-BA22-451A-B184-901B6D122DCA}" type="pres">
      <dgm:prSet presAssocID="{02C96D0F-40A3-400C-9E4B-24BB13555791}" presName="parTx" presStyleLbl="revTx" presStyleIdx="4" presStyleCnt="7">
        <dgm:presLayoutVars>
          <dgm:chMax val="0"/>
          <dgm:chPref val="0"/>
        </dgm:presLayoutVars>
      </dgm:prSet>
      <dgm:spPr/>
    </dgm:pt>
    <dgm:pt modelId="{CDFF8685-3FDA-40BC-AD86-7651913EFA8F}" type="pres">
      <dgm:prSet presAssocID="{0DA97B65-F971-4AE0-A883-037DB3666012}" presName="sibTrans" presStyleCnt="0"/>
      <dgm:spPr/>
    </dgm:pt>
    <dgm:pt modelId="{A61BE1D9-27C8-4B49-9B7B-37C70939CB62}" type="pres">
      <dgm:prSet presAssocID="{C8C1FE39-DF04-4A36-BC5E-54E41C858C41}" presName="compNode" presStyleCnt="0"/>
      <dgm:spPr/>
    </dgm:pt>
    <dgm:pt modelId="{3D4DDF0B-EADD-4839-8DFF-4DEC9684BE7A}" type="pres">
      <dgm:prSet presAssocID="{C8C1FE39-DF04-4A36-BC5E-54E41C858C41}" presName="bgRect" presStyleLbl="bgShp" presStyleIdx="5" presStyleCnt="7"/>
      <dgm:spPr/>
    </dgm:pt>
    <dgm:pt modelId="{269FF112-A63B-4C15-A365-FCF0B8C37511}" type="pres">
      <dgm:prSet presAssocID="{C8C1FE39-DF04-4A36-BC5E-54E41C858C41}"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a:stretch>
            <a:fillRect/>
          </a:stretch>
        </a:blipFill>
      </dgm:spPr>
    </dgm:pt>
    <dgm:pt modelId="{77551DE3-3B48-41D5-8AC0-C3E589549240}" type="pres">
      <dgm:prSet presAssocID="{C8C1FE39-DF04-4A36-BC5E-54E41C858C41}" presName="spaceRect" presStyleCnt="0"/>
      <dgm:spPr/>
    </dgm:pt>
    <dgm:pt modelId="{397C3B29-46B0-409F-B217-037FFB9E762A}" type="pres">
      <dgm:prSet presAssocID="{C8C1FE39-DF04-4A36-BC5E-54E41C858C41}" presName="parTx" presStyleLbl="revTx" presStyleIdx="5" presStyleCnt="7">
        <dgm:presLayoutVars>
          <dgm:chMax val="0"/>
          <dgm:chPref val="0"/>
        </dgm:presLayoutVars>
      </dgm:prSet>
      <dgm:spPr/>
    </dgm:pt>
    <dgm:pt modelId="{ABD755E7-EB3F-40E6-AD23-379FB45C7C09}" type="pres">
      <dgm:prSet presAssocID="{3627C196-D2FF-4107-95F3-7E1E50745C50}" presName="sibTrans" presStyleCnt="0"/>
      <dgm:spPr/>
    </dgm:pt>
    <dgm:pt modelId="{9136A097-DC8E-4087-8C55-337B6DED73B2}" type="pres">
      <dgm:prSet presAssocID="{F798C37B-92FB-41F7-8363-CEF5E40291D2}" presName="compNode" presStyleCnt="0"/>
      <dgm:spPr/>
    </dgm:pt>
    <dgm:pt modelId="{ED5185CB-4B1D-4078-9EAA-BB6156D924C4}" type="pres">
      <dgm:prSet presAssocID="{F798C37B-92FB-41F7-8363-CEF5E40291D2}" presName="bgRect" presStyleLbl="bgShp" presStyleIdx="6" presStyleCnt="7"/>
      <dgm:spPr/>
    </dgm:pt>
    <dgm:pt modelId="{55F6BD8B-BA4C-4814-AF65-1F2AF540BA8C}" type="pres">
      <dgm:prSet presAssocID="{F798C37B-92FB-41F7-8363-CEF5E40291D2}"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Chat"/>
        </a:ext>
      </dgm:extLst>
    </dgm:pt>
    <dgm:pt modelId="{334BC07A-A84D-4945-8DDA-6886843B081F}" type="pres">
      <dgm:prSet presAssocID="{F798C37B-92FB-41F7-8363-CEF5E40291D2}" presName="spaceRect" presStyleCnt="0"/>
      <dgm:spPr/>
    </dgm:pt>
    <dgm:pt modelId="{7CB579F2-A989-49A4-8CBC-12476FE814FE}" type="pres">
      <dgm:prSet presAssocID="{F798C37B-92FB-41F7-8363-CEF5E40291D2}" presName="parTx" presStyleLbl="revTx" presStyleIdx="6" presStyleCnt="7">
        <dgm:presLayoutVars>
          <dgm:chMax val="0"/>
          <dgm:chPref val="0"/>
        </dgm:presLayoutVars>
      </dgm:prSet>
      <dgm:spPr/>
    </dgm:pt>
  </dgm:ptLst>
  <dgm:cxnLst>
    <dgm:cxn modelId="{9D510122-B7A8-461E-9A33-59D22FE50E62}" type="presOf" srcId="{13BC1F92-0F40-4F8B-992A-64A3F56C38FF}" destId="{2E2288BC-899F-4F87-801A-3BBF370EC573}" srcOrd="0" destOrd="0" presId="urn:microsoft.com/office/officeart/2018/2/layout/IconVerticalSolidList"/>
    <dgm:cxn modelId="{4CD8CB39-004D-4812-A430-F8CC8971B2BE}" type="presOf" srcId="{C8C1FE39-DF04-4A36-BC5E-54E41C858C41}" destId="{397C3B29-46B0-409F-B217-037FFB9E762A}" srcOrd="0" destOrd="0" presId="urn:microsoft.com/office/officeart/2018/2/layout/IconVerticalSolidList"/>
    <dgm:cxn modelId="{32067E5C-2708-42E0-B205-1593B5985522}" type="presOf" srcId="{02C96D0F-40A3-400C-9E4B-24BB13555791}" destId="{C6A9C350-BA22-451A-B184-901B6D122DCA}" srcOrd="0" destOrd="0" presId="urn:microsoft.com/office/officeart/2018/2/layout/IconVerticalSolidList"/>
    <dgm:cxn modelId="{2E031961-4346-4803-A57C-8BDF126A4C15}" srcId="{1ED60983-B34C-4660-BC01-0C0FC53845B5}" destId="{5E199D82-3CDD-4C5E-84DD-E54A72143FD7}" srcOrd="2" destOrd="0" parTransId="{5CB26F39-3C06-4085-9F24-54482D645B1F}" sibTransId="{B80D3AF5-E80B-43EC-B2FB-4B3CFE338A5D}"/>
    <dgm:cxn modelId="{F8FF126C-C400-4016-87D4-B4BF79D60FEC}" srcId="{1ED60983-B34C-4660-BC01-0C0FC53845B5}" destId="{F798C37B-92FB-41F7-8363-CEF5E40291D2}" srcOrd="6" destOrd="0" parTransId="{48DD1681-3459-4E30-B03F-F746D82756D6}" sibTransId="{4738F707-A496-4F5F-8F90-9B2C8FE9A94F}"/>
    <dgm:cxn modelId="{325EF573-540F-42FC-83F7-BB3CDF4F1AAA}" srcId="{1ED60983-B34C-4660-BC01-0C0FC53845B5}" destId="{88E7658D-C317-42E0-BFC5-72EC961CDD75}" srcOrd="0" destOrd="0" parTransId="{6E1822DB-2D32-4495-B759-FFA90C5F1864}" sibTransId="{092853DC-AF5E-4811-9931-1B8CA1D39D4B}"/>
    <dgm:cxn modelId="{2346F691-AD59-45BE-B928-97D921E5A243}" srcId="{1ED60983-B34C-4660-BC01-0C0FC53845B5}" destId="{02C96D0F-40A3-400C-9E4B-24BB13555791}" srcOrd="4" destOrd="0" parTransId="{5EC5BEFD-4F28-4F06-AD0C-212E8EF31C53}" sibTransId="{0DA97B65-F971-4AE0-A883-037DB3666012}"/>
    <dgm:cxn modelId="{43FF69A0-C23F-40C1-8EAB-F381F91EF985}" srcId="{1ED60983-B34C-4660-BC01-0C0FC53845B5}" destId="{C8C1FE39-DF04-4A36-BC5E-54E41C858C41}" srcOrd="5" destOrd="0" parTransId="{A7BE6572-E04B-49C5-800D-97D7ACB6773C}" sibTransId="{3627C196-D2FF-4107-95F3-7E1E50745C50}"/>
    <dgm:cxn modelId="{B281EDA0-9F9B-4BC2-B2A7-0CFA616FDFCF}" type="presOf" srcId="{4F55918F-4882-4C1C-95E2-BE83F11C3920}" destId="{0A35C5B6-3F0D-4E2B-9970-B83AC02FFCDB}" srcOrd="0" destOrd="0" presId="urn:microsoft.com/office/officeart/2018/2/layout/IconVerticalSolidList"/>
    <dgm:cxn modelId="{B678E4B0-9EF3-41A1-AFF2-992E7841783E}" srcId="{1ED60983-B34C-4660-BC01-0C0FC53845B5}" destId="{13BC1F92-0F40-4F8B-992A-64A3F56C38FF}" srcOrd="1" destOrd="0" parTransId="{C42A248E-819F-414F-9E44-032CD2C8F384}" sibTransId="{CB1B0D61-1FD8-4947-ACAB-EAA89824AAF2}"/>
    <dgm:cxn modelId="{60EF71C2-00C8-4B2F-8B36-2EDEDC3FF230}" type="presOf" srcId="{F798C37B-92FB-41F7-8363-CEF5E40291D2}" destId="{7CB579F2-A989-49A4-8CBC-12476FE814FE}" srcOrd="0" destOrd="0" presId="urn:microsoft.com/office/officeart/2018/2/layout/IconVerticalSolidList"/>
    <dgm:cxn modelId="{C27796CB-0027-4B68-BACB-B9A7F197D13C}" type="presOf" srcId="{1ED60983-B34C-4660-BC01-0C0FC53845B5}" destId="{6F9B3095-D4D5-4844-844D-4327528944C0}" srcOrd="0" destOrd="0" presId="urn:microsoft.com/office/officeart/2018/2/layout/IconVerticalSolidList"/>
    <dgm:cxn modelId="{63509CCB-7D74-4C51-A86D-3F1A8EEA46BD}" type="presOf" srcId="{88E7658D-C317-42E0-BFC5-72EC961CDD75}" destId="{3F835316-7111-417E-90D5-E3EF2AF02065}" srcOrd="0" destOrd="0" presId="urn:microsoft.com/office/officeart/2018/2/layout/IconVerticalSolidList"/>
    <dgm:cxn modelId="{07D25BF5-F3DC-4C90-B1B6-CE8B8AA1BA18}" type="presOf" srcId="{5E199D82-3CDD-4C5E-84DD-E54A72143FD7}" destId="{6ACDF649-9DF5-4CE0-B47F-F78B954833DD}" srcOrd="0" destOrd="0" presId="urn:microsoft.com/office/officeart/2018/2/layout/IconVerticalSolidList"/>
    <dgm:cxn modelId="{9ECC5BF9-9ED3-4FB3-8AAF-1DD39BE6E4CD}" srcId="{1ED60983-B34C-4660-BC01-0C0FC53845B5}" destId="{4F55918F-4882-4C1C-95E2-BE83F11C3920}" srcOrd="3" destOrd="0" parTransId="{A81AE169-7537-4539-B333-89651B61DF4C}" sibTransId="{0481DDB6-6D76-4FA2-83C6-79FFA49962BF}"/>
    <dgm:cxn modelId="{357653A2-F285-4AAF-8D54-EDB19EF7E562}" type="presParOf" srcId="{6F9B3095-D4D5-4844-844D-4327528944C0}" destId="{57CFAF58-AFD8-4DCB-A41D-08829628CE17}" srcOrd="0" destOrd="0" presId="urn:microsoft.com/office/officeart/2018/2/layout/IconVerticalSolidList"/>
    <dgm:cxn modelId="{5B2868A4-93FF-4988-B9BC-8060C1C49782}" type="presParOf" srcId="{57CFAF58-AFD8-4DCB-A41D-08829628CE17}" destId="{88507E62-04C4-4BE1-86FF-2D16AA9B98B2}" srcOrd="0" destOrd="0" presId="urn:microsoft.com/office/officeart/2018/2/layout/IconVerticalSolidList"/>
    <dgm:cxn modelId="{4230D469-6EEF-4231-8750-7FF267D919B8}" type="presParOf" srcId="{57CFAF58-AFD8-4DCB-A41D-08829628CE17}" destId="{4DC8F374-E14D-4AE4-A40F-85E9A76FF680}" srcOrd="1" destOrd="0" presId="urn:microsoft.com/office/officeart/2018/2/layout/IconVerticalSolidList"/>
    <dgm:cxn modelId="{24562E29-CF0A-4428-9608-EB395FFC2D21}" type="presParOf" srcId="{57CFAF58-AFD8-4DCB-A41D-08829628CE17}" destId="{421BBC12-920A-4ECB-8CE5-B961AEFB6CAC}" srcOrd="2" destOrd="0" presId="urn:microsoft.com/office/officeart/2018/2/layout/IconVerticalSolidList"/>
    <dgm:cxn modelId="{9B4A9C4D-A181-4BE3-9D8D-B97585E758A6}" type="presParOf" srcId="{57CFAF58-AFD8-4DCB-A41D-08829628CE17}" destId="{3F835316-7111-417E-90D5-E3EF2AF02065}" srcOrd="3" destOrd="0" presId="urn:microsoft.com/office/officeart/2018/2/layout/IconVerticalSolidList"/>
    <dgm:cxn modelId="{333E318A-9D4C-4216-8CAE-98F62BE1CE2F}" type="presParOf" srcId="{6F9B3095-D4D5-4844-844D-4327528944C0}" destId="{9EA0CAA2-B26E-4708-8B74-94639DC830B7}" srcOrd="1" destOrd="0" presId="urn:microsoft.com/office/officeart/2018/2/layout/IconVerticalSolidList"/>
    <dgm:cxn modelId="{BEB88FBA-4CF2-4FD8-BA89-91264F6D3DA3}" type="presParOf" srcId="{6F9B3095-D4D5-4844-844D-4327528944C0}" destId="{A13F8F4B-9437-478B-965F-E56972CB717A}" srcOrd="2" destOrd="0" presId="urn:microsoft.com/office/officeart/2018/2/layout/IconVerticalSolidList"/>
    <dgm:cxn modelId="{F331F25C-D6D3-4CEC-AAF1-C16B296866DB}" type="presParOf" srcId="{A13F8F4B-9437-478B-965F-E56972CB717A}" destId="{13A9DBD3-FA52-4881-91FE-53B29AD12C7A}" srcOrd="0" destOrd="0" presId="urn:microsoft.com/office/officeart/2018/2/layout/IconVerticalSolidList"/>
    <dgm:cxn modelId="{4DB71D02-28BF-4A30-A16A-1D4624F0A064}" type="presParOf" srcId="{A13F8F4B-9437-478B-965F-E56972CB717A}" destId="{21DDB179-7640-4E8F-B917-25553D00BB1C}" srcOrd="1" destOrd="0" presId="urn:microsoft.com/office/officeart/2018/2/layout/IconVerticalSolidList"/>
    <dgm:cxn modelId="{3FDCC731-AD8D-4577-B092-1CE888B15E9B}" type="presParOf" srcId="{A13F8F4B-9437-478B-965F-E56972CB717A}" destId="{0AFC13BE-FAB4-448F-A26D-2B80459EF4DB}" srcOrd="2" destOrd="0" presId="urn:microsoft.com/office/officeart/2018/2/layout/IconVerticalSolidList"/>
    <dgm:cxn modelId="{C1B909BC-3E17-4EAC-BB41-48DC25B1918A}" type="presParOf" srcId="{A13F8F4B-9437-478B-965F-E56972CB717A}" destId="{2E2288BC-899F-4F87-801A-3BBF370EC573}" srcOrd="3" destOrd="0" presId="urn:microsoft.com/office/officeart/2018/2/layout/IconVerticalSolidList"/>
    <dgm:cxn modelId="{02ADF489-D9B4-4668-B7D4-3514FC9E0AE5}" type="presParOf" srcId="{6F9B3095-D4D5-4844-844D-4327528944C0}" destId="{40F21905-DDA9-4052-9D54-E3F60D35E78A}" srcOrd="3" destOrd="0" presId="urn:microsoft.com/office/officeart/2018/2/layout/IconVerticalSolidList"/>
    <dgm:cxn modelId="{22453844-BC89-491D-A9F4-6F5803B0F238}" type="presParOf" srcId="{6F9B3095-D4D5-4844-844D-4327528944C0}" destId="{858C5D77-2F81-46A3-BEDA-613FF0DED9EC}" srcOrd="4" destOrd="0" presId="urn:microsoft.com/office/officeart/2018/2/layout/IconVerticalSolidList"/>
    <dgm:cxn modelId="{088E7E6F-AF75-4358-AAD6-61E0B5963189}" type="presParOf" srcId="{858C5D77-2F81-46A3-BEDA-613FF0DED9EC}" destId="{9D930F23-8ED7-4108-A9CC-27EDC52D6797}" srcOrd="0" destOrd="0" presId="urn:microsoft.com/office/officeart/2018/2/layout/IconVerticalSolidList"/>
    <dgm:cxn modelId="{CF69DEC9-8B63-4165-B9C5-A832264BD98B}" type="presParOf" srcId="{858C5D77-2F81-46A3-BEDA-613FF0DED9EC}" destId="{8360F081-3EF2-4CEE-9749-A4DFEC8B2D2F}" srcOrd="1" destOrd="0" presId="urn:microsoft.com/office/officeart/2018/2/layout/IconVerticalSolidList"/>
    <dgm:cxn modelId="{0680CB34-6CF1-4D81-B1F5-A73B2ACDD0E4}" type="presParOf" srcId="{858C5D77-2F81-46A3-BEDA-613FF0DED9EC}" destId="{F0C53DE2-E9FF-4CDA-860F-797E5BD056E1}" srcOrd="2" destOrd="0" presId="urn:microsoft.com/office/officeart/2018/2/layout/IconVerticalSolidList"/>
    <dgm:cxn modelId="{C1C3BE78-8C8A-4543-A083-2EA9037699B3}" type="presParOf" srcId="{858C5D77-2F81-46A3-BEDA-613FF0DED9EC}" destId="{6ACDF649-9DF5-4CE0-B47F-F78B954833DD}" srcOrd="3" destOrd="0" presId="urn:microsoft.com/office/officeart/2018/2/layout/IconVerticalSolidList"/>
    <dgm:cxn modelId="{0E656D11-A8A0-4786-990B-1016427C9B50}" type="presParOf" srcId="{6F9B3095-D4D5-4844-844D-4327528944C0}" destId="{A8539A9A-7928-4A11-83B1-D7F1CA8F5F6F}" srcOrd="5" destOrd="0" presId="urn:microsoft.com/office/officeart/2018/2/layout/IconVerticalSolidList"/>
    <dgm:cxn modelId="{ECD1058C-C4FB-4E14-B99C-637E6F392FD3}" type="presParOf" srcId="{6F9B3095-D4D5-4844-844D-4327528944C0}" destId="{FC628D9E-5388-493D-BB57-14DD83E7A209}" srcOrd="6" destOrd="0" presId="urn:microsoft.com/office/officeart/2018/2/layout/IconVerticalSolidList"/>
    <dgm:cxn modelId="{B19C8CDC-2700-4282-8B5F-6963D19E8DD0}" type="presParOf" srcId="{FC628D9E-5388-493D-BB57-14DD83E7A209}" destId="{C5E50539-BAA8-4F28-BC94-606B2230AE5E}" srcOrd="0" destOrd="0" presId="urn:microsoft.com/office/officeart/2018/2/layout/IconVerticalSolidList"/>
    <dgm:cxn modelId="{67AAD22E-285D-4720-9197-D75CB6FFF1D4}" type="presParOf" srcId="{FC628D9E-5388-493D-BB57-14DD83E7A209}" destId="{8BF1C064-10A4-4C53-A7B7-7D5D00254AC9}" srcOrd="1" destOrd="0" presId="urn:microsoft.com/office/officeart/2018/2/layout/IconVerticalSolidList"/>
    <dgm:cxn modelId="{3E865CF4-1EC3-4EE8-B2FF-2E1CCDDBD3E1}" type="presParOf" srcId="{FC628D9E-5388-493D-BB57-14DD83E7A209}" destId="{7DC38CF7-EDC3-4896-923C-F51A8FEDB858}" srcOrd="2" destOrd="0" presId="urn:microsoft.com/office/officeart/2018/2/layout/IconVerticalSolidList"/>
    <dgm:cxn modelId="{9FD9717C-586B-4016-9AE5-88428979A254}" type="presParOf" srcId="{FC628D9E-5388-493D-BB57-14DD83E7A209}" destId="{0A35C5B6-3F0D-4E2B-9970-B83AC02FFCDB}" srcOrd="3" destOrd="0" presId="urn:microsoft.com/office/officeart/2018/2/layout/IconVerticalSolidList"/>
    <dgm:cxn modelId="{A54E5C28-811D-46E1-B52C-9B2437F57191}" type="presParOf" srcId="{6F9B3095-D4D5-4844-844D-4327528944C0}" destId="{57F65B86-F788-4770-93C3-48B193608BE8}" srcOrd="7" destOrd="0" presId="urn:microsoft.com/office/officeart/2018/2/layout/IconVerticalSolidList"/>
    <dgm:cxn modelId="{0ED6F36C-FAD3-441B-8383-C6AB6925A2B7}" type="presParOf" srcId="{6F9B3095-D4D5-4844-844D-4327528944C0}" destId="{C601835A-DA0D-4B77-9CBF-F3C44F7A1882}" srcOrd="8" destOrd="0" presId="urn:microsoft.com/office/officeart/2018/2/layout/IconVerticalSolidList"/>
    <dgm:cxn modelId="{69F69D71-A3E7-438C-BD65-9FA21F9CFB22}" type="presParOf" srcId="{C601835A-DA0D-4B77-9CBF-F3C44F7A1882}" destId="{85059598-2930-425F-8F14-A42E6A291A96}" srcOrd="0" destOrd="0" presId="urn:microsoft.com/office/officeart/2018/2/layout/IconVerticalSolidList"/>
    <dgm:cxn modelId="{31BDD202-2C36-4CC8-B36C-30590044DF35}" type="presParOf" srcId="{C601835A-DA0D-4B77-9CBF-F3C44F7A1882}" destId="{F70ED50B-D513-42E2-975E-9587001EFF4E}" srcOrd="1" destOrd="0" presId="urn:microsoft.com/office/officeart/2018/2/layout/IconVerticalSolidList"/>
    <dgm:cxn modelId="{63181070-D132-4DC3-A18C-EB6FB863D404}" type="presParOf" srcId="{C601835A-DA0D-4B77-9CBF-F3C44F7A1882}" destId="{71A7EE64-46B9-4861-9FAC-FFB38C304F44}" srcOrd="2" destOrd="0" presId="urn:microsoft.com/office/officeart/2018/2/layout/IconVerticalSolidList"/>
    <dgm:cxn modelId="{6B2D4DFD-5E4D-4222-BE5C-15D536DD3FB5}" type="presParOf" srcId="{C601835A-DA0D-4B77-9CBF-F3C44F7A1882}" destId="{C6A9C350-BA22-451A-B184-901B6D122DCA}" srcOrd="3" destOrd="0" presId="urn:microsoft.com/office/officeart/2018/2/layout/IconVerticalSolidList"/>
    <dgm:cxn modelId="{1FB53237-56D7-455E-9E3F-EAA734ACE322}" type="presParOf" srcId="{6F9B3095-D4D5-4844-844D-4327528944C0}" destId="{CDFF8685-3FDA-40BC-AD86-7651913EFA8F}" srcOrd="9" destOrd="0" presId="urn:microsoft.com/office/officeart/2018/2/layout/IconVerticalSolidList"/>
    <dgm:cxn modelId="{68AABEBC-696F-4A92-A480-30D9C8E95626}" type="presParOf" srcId="{6F9B3095-D4D5-4844-844D-4327528944C0}" destId="{A61BE1D9-27C8-4B49-9B7B-37C70939CB62}" srcOrd="10" destOrd="0" presId="urn:microsoft.com/office/officeart/2018/2/layout/IconVerticalSolidList"/>
    <dgm:cxn modelId="{5B2EF706-5A53-4088-964E-20A92172C713}" type="presParOf" srcId="{A61BE1D9-27C8-4B49-9B7B-37C70939CB62}" destId="{3D4DDF0B-EADD-4839-8DFF-4DEC9684BE7A}" srcOrd="0" destOrd="0" presId="urn:microsoft.com/office/officeart/2018/2/layout/IconVerticalSolidList"/>
    <dgm:cxn modelId="{4099FB7F-5D3E-4DA2-A099-06F5E87342E0}" type="presParOf" srcId="{A61BE1D9-27C8-4B49-9B7B-37C70939CB62}" destId="{269FF112-A63B-4C15-A365-FCF0B8C37511}" srcOrd="1" destOrd="0" presId="urn:microsoft.com/office/officeart/2018/2/layout/IconVerticalSolidList"/>
    <dgm:cxn modelId="{C0E6E255-B026-4C9D-B6AB-938544B014CA}" type="presParOf" srcId="{A61BE1D9-27C8-4B49-9B7B-37C70939CB62}" destId="{77551DE3-3B48-41D5-8AC0-C3E589549240}" srcOrd="2" destOrd="0" presId="urn:microsoft.com/office/officeart/2018/2/layout/IconVerticalSolidList"/>
    <dgm:cxn modelId="{F5F22E1D-E7B4-44C6-91E5-13FFB6D96171}" type="presParOf" srcId="{A61BE1D9-27C8-4B49-9B7B-37C70939CB62}" destId="{397C3B29-46B0-409F-B217-037FFB9E762A}" srcOrd="3" destOrd="0" presId="urn:microsoft.com/office/officeart/2018/2/layout/IconVerticalSolidList"/>
    <dgm:cxn modelId="{CF4860E5-0EFF-4D40-8AB3-74B7E7FD430A}" type="presParOf" srcId="{6F9B3095-D4D5-4844-844D-4327528944C0}" destId="{ABD755E7-EB3F-40E6-AD23-379FB45C7C09}" srcOrd="11" destOrd="0" presId="urn:microsoft.com/office/officeart/2018/2/layout/IconVerticalSolidList"/>
    <dgm:cxn modelId="{0B76488D-78AC-4C45-8982-0006C3BA527B}" type="presParOf" srcId="{6F9B3095-D4D5-4844-844D-4327528944C0}" destId="{9136A097-DC8E-4087-8C55-337B6DED73B2}" srcOrd="12" destOrd="0" presId="urn:microsoft.com/office/officeart/2018/2/layout/IconVerticalSolidList"/>
    <dgm:cxn modelId="{5DCBD682-A8FB-484F-84FA-E607053EB007}" type="presParOf" srcId="{9136A097-DC8E-4087-8C55-337B6DED73B2}" destId="{ED5185CB-4B1D-4078-9EAA-BB6156D924C4}" srcOrd="0" destOrd="0" presId="urn:microsoft.com/office/officeart/2018/2/layout/IconVerticalSolidList"/>
    <dgm:cxn modelId="{FB0B7E89-20D5-41A5-AF70-869DCE8F9655}" type="presParOf" srcId="{9136A097-DC8E-4087-8C55-337B6DED73B2}" destId="{55F6BD8B-BA4C-4814-AF65-1F2AF540BA8C}" srcOrd="1" destOrd="0" presId="urn:microsoft.com/office/officeart/2018/2/layout/IconVerticalSolidList"/>
    <dgm:cxn modelId="{ACA95BFB-2CC9-4BD6-A9A2-4B4255AF60E1}" type="presParOf" srcId="{9136A097-DC8E-4087-8C55-337B6DED73B2}" destId="{334BC07A-A84D-4945-8DDA-6886843B081F}" srcOrd="2" destOrd="0" presId="urn:microsoft.com/office/officeart/2018/2/layout/IconVerticalSolidList"/>
    <dgm:cxn modelId="{B9929544-E73C-4A95-BAE3-52926A4C15E8}" type="presParOf" srcId="{9136A097-DC8E-4087-8C55-337B6DED73B2}" destId="{7CB579F2-A989-49A4-8CBC-12476FE814F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BF216-CF45-4840-8408-9181EFB4EB2B}">
      <dsp:nvSpPr>
        <dsp:cNvPr id="0" name=""/>
        <dsp:cNvSpPr/>
      </dsp:nvSpPr>
      <dsp:spPr>
        <a:xfrm>
          <a:off x="109363" y="692144"/>
          <a:ext cx="833364" cy="8333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5708E6-065F-4300-B5D3-3C552FE5CEFD}">
      <dsp:nvSpPr>
        <dsp:cNvPr id="0" name=""/>
        <dsp:cNvSpPr/>
      </dsp:nvSpPr>
      <dsp:spPr>
        <a:xfrm>
          <a:off x="284370" y="867150"/>
          <a:ext cx="483351" cy="483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E2C3AE-78AF-4616-ADEE-299A90569B49}">
      <dsp:nvSpPr>
        <dsp:cNvPr id="0" name=""/>
        <dsp:cNvSpPr/>
      </dsp:nvSpPr>
      <dsp:spPr>
        <a:xfrm>
          <a:off x="1121306"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1. Stay up to date on what is happening, while limiting your media exposure. </a:t>
          </a:r>
        </a:p>
      </dsp:txBody>
      <dsp:txXfrm>
        <a:off x="1121306" y="692144"/>
        <a:ext cx="1964358" cy="833364"/>
      </dsp:txXfrm>
    </dsp:sp>
    <dsp:sp modelId="{992D7DFB-0AAB-4467-955F-DE41A43F9DC3}">
      <dsp:nvSpPr>
        <dsp:cNvPr id="0" name=""/>
        <dsp:cNvSpPr/>
      </dsp:nvSpPr>
      <dsp:spPr>
        <a:xfrm>
          <a:off x="3427939" y="692144"/>
          <a:ext cx="833364" cy="8333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696A37-EA06-4F5E-8439-4A94FD18BF13}">
      <dsp:nvSpPr>
        <dsp:cNvPr id="0" name=""/>
        <dsp:cNvSpPr/>
      </dsp:nvSpPr>
      <dsp:spPr>
        <a:xfrm>
          <a:off x="3602945" y="867150"/>
          <a:ext cx="483351" cy="483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DB8973-985A-49F3-96C7-F4FE4EE59F6F}">
      <dsp:nvSpPr>
        <dsp:cNvPr id="0" name=""/>
        <dsp:cNvSpPr/>
      </dsp:nvSpPr>
      <dsp:spPr>
        <a:xfrm>
          <a:off x="4439881"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2. Look to credible sources for information (CDC, WHO, local government webpages)</a:t>
          </a:r>
        </a:p>
      </dsp:txBody>
      <dsp:txXfrm>
        <a:off x="4439881" y="692144"/>
        <a:ext cx="1964358" cy="833364"/>
      </dsp:txXfrm>
    </dsp:sp>
    <dsp:sp modelId="{D070E392-EF3F-468C-BC1B-929D08636197}">
      <dsp:nvSpPr>
        <dsp:cNvPr id="0" name=""/>
        <dsp:cNvSpPr/>
      </dsp:nvSpPr>
      <dsp:spPr>
        <a:xfrm>
          <a:off x="109363" y="2526030"/>
          <a:ext cx="833364" cy="8333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F004A5-0052-42C0-BCB5-91285C0F2B9F}">
      <dsp:nvSpPr>
        <dsp:cNvPr id="0" name=""/>
        <dsp:cNvSpPr/>
      </dsp:nvSpPr>
      <dsp:spPr>
        <a:xfrm>
          <a:off x="284370" y="2701037"/>
          <a:ext cx="483351" cy="483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253824-82FC-4DD0-86E8-8602FDE92E38}">
      <dsp:nvSpPr>
        <dsp:cNvPr id="0" name=""/>
        <dsp:cNvSpPr/>
      </dsp:nvSpPr>
      <dsp:spPr>
        <a:xfrm>
          <a:off x="1121306"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rtl="0">
            <a:lnSpc>
              <a:spcPct val="100000"/>
            </a:lnSpc>
            <a:spcBef>
              <a:spcPct val="0"/>
            </a:spcBef>
            <a:spcAft>
              <a:spcPct val="35000"/>
            </a:spcAft>
            <a:buNone/>
          </a:pPr>
          <a:r>
            <a:rPr lang="en-US" sz="1100" kern="1200"/>
            <a:t>3. Take care of your body through breathing exercises, getting 7-9 hours of sleep, eating well, </a:t>
          </a:r>
          <a:r>
            <a:rPr lang="en-US" sz="1100" kern="1200">
              <a:latin typeface="Calibri Light" panose="020F0302020204030204"/>
            </a:rPr>
            <a:t>exercising, and</a:t>
          </a:r>
          <a:r>
            <a:rPr lang="en-US" sz="1100" kern="1200"/>
            <a:t> avoiding alcohol and drugs. </a:t>
          </a:r>
        </a:p>
      </dsp:txBody>
      <dsp:txXfrm>
        <a:off x="1121306" y="2526030"/>
        <a:ext cx="1964358" cy="833364"/>
      </dsp:txXfrm>
    </dsp:sp>
    <dsp:sp modelId="{9BF87BDA-B181-4D0D-A499-DEE391603CCE}">
      <dsp:nvSpPr>
        <dsp:cNvPr id="0" name=""/>
        <dsp:cNvSpPr/>
      </dsp:nvSpPr>
      <dsp:spPr>
        <a:xfrm>
          <a:off x="3427939" y="2526030"/>
          <a:ext cx="833364" cy="8333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555456-42C1-4CC0-8166-8BF941AC006E}">
      <dsp:nvSpPr>
        <dsp:cNvPr id="0" name=""/>
        <dsp:cNvSpPr/>
      </dsp:nvSpPr>
      <dsp:spPr>
        <a:xfrm>
          <a:off x="3602945" y="2701037"/>
          <a:ext cx="483351" cy="483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D8932A-4ED5-4CCE-8588-C5023868E108}">
      <dsp:nvSpPr>
        <dsp:cNvPr id="0" name=""/>
        <dsp:cNvSpPr/>
      </dsp:nvSpPr>
      <dsp:spPr>
        <a:xfrm>
          <a:off x="4439881"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4. Make time to unwind by doing other activities. </a:t>
          </a:r>
        </a:p>
      </dsp:txBody>
      <dsp:txXfrm>
        <a:off x="4439881" y="2526030"/>
        <a:ext cx="1964358" cy="833364"/>
      </dsp:txXfrm>
    </dsp:sp>
    <dsp:sp modelId="{68189C0F-4078-4F7C-9C82-04FDFC69D7B3}">
      <dsp:nvSpPr>
        <dsp:cNvPr id="0" name=""/>
        <dsp:cNvSpPr/>
      </dsp:nvSpPr>
      <dsp:spPr>
        <a:xfrm>
          <a:off x="109363" y="4359917"/>
          <a:ext cx="833364" cy="8333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2899E1-317E-48D6-A904-B05EBC98FAF8}">
      <dsp:nvSpPr>
        <dsp:cNvPr id="0" name=""/>
        <dsp:cNvSpPr/>
      </dsp:nvSpPr>
      <dsp:spPr>
        <a:xfrm>
          <a:off x="284370" y="4534924"/>
          <a:ext cx="483351" cy="4833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9B0845-B196-4BB5-90D7-77690D96ABE9}">
      <dsp:nvSpPr>
        <dsp:cNvPr id="0" name=""/>
        <dsp:cNvSpPr/>
      </dsp:nvSpPr>
      <dsp:spPr>
        <a:xfrm>
          <a:off x="1121306" y="4359917"/>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rtl="0">
            <a:lnSpc>
              <a:spcPct val="100000"/>
            </a:lnSpc>
            <a:spcBef>
              <a:spcPct val="0"/>
            </a:spcBef>
            <a:spcAft>
              <a:spcPct val="35000"/>
            </a:spcAft>
            <a:buNone/>
          </a:pPr>
          <a:r>
            <a:rPr lang="en-US" sz="1100" kern="1200"/>
            <a:t>5. Connect with others</a:t>
          </a:r>
          <a:r>
            <a:rPr lang="en-US" sz="1100" kern="1200">
              <a:latin typeface="Calibri Light" panose="020F0302020204030204"/>
            </a:rPr>
            <a:t> through video calls and texting.</a:t>
          </a:r>
          <a:r>
            <a:rPr lang="en-US" sz="1100" kern="1200"/>
            <a:t> Talk with people you trust about your concerns and how you are feeling. </a:t>
          </a:r>
        </a:p>
      </dsp:txBody>
      <dsp:txXfrm>
        <a:off x="1121306" y="4359917"/>
        <a:ext cx="1964358" cy="833364"/>
      </dsp:txXfrm>
    </dsp:sp>
    <dsp:sp modelId="{D7CFD8F5-0847-4D06-A4DE-6B3DA1DC7595}">
      <dsp:nvSpPr>
        <dsp:cNvPr id="0" name=""/>
        <dsp:cNvSpPr/>
      </dsp:nvSpPr>
      <dsp:spPr>
        <a:xfrm>
          <a:off x="3427939" y="4359917"/>
          <a:ext cx="833364" cy="8333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ED3401-82FE-4339-89E4-508BCA7FF701}">
      <dsp:nvSpPr>
        <dsp:cNvPr id="0" name=""/>
        <dsp:cNvSpPr/>
      </dsp:nvSpPr>
      <dsp:spPr>
        <a:xfrm>
          <a:off x="3602945" y="4534924"/>
          <a:ext cx="483351" cy="48335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D220C9-735D-45A3-897C-4A22DA667057}">
      <dsp:nvSpPr>
        <dsp:cNvPr id="0" name=""/>
        <dsp:cNvSpPr/>
      </dsp:nvSpPr>
      <dsp:spPr>
        <a:xfrm>
          <a:off x="4439881" y="4359917"/>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latin typeface="Calibri Light" panose="020F0302020204030204"/>
            </a:rPr>
            <a:t>6. Maintain a sense of hope an positive thinking (gratitude journaling)</a:t>
          </a:r>
        </a:p>
      </dsp:txBody>
      <dsp:txXfrm>
        <a:off x="4439881" y="4359917"/>
        <a:ext cx="1964358" cy="833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07E62-04C4-4BE1-86FF-2D16AA9B98B2}">
      <dsp:nvSpPr>
        <dsp:cNvPr id="0" name=""/>
        <dsp:cNvSpPr/>
      </dsp:nvSpPr>
      <dsp:spPr>
        <a:xfrm>
          <a:off x="0" y="502"/>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C8F374-E14D-4AE4-A40F-85E9A76FF680}">
      <dsp:nvSpPr>
        <dsp:cNvPr id="0" name=""/>
        <dsp:cNvSpPr/>
      </dsp:nvSpPr>
      <dsp:spPr>
        <a:xfrm>
          <a:off x="209416" y="156266"/>
          <a:ext cx="380756" cy="380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835316-7111-417E-90D5-E3EF2AF02065}">
      <dsp:nvSpPr>
        <dsp:cNvPr id="0" name=""/>
        <dsp:cNvSpPr/>
      </dsp:nvSpPr>
      <dsp:spPr>
        <a:xfrm>
          <a:off x="799588" y="502"/>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Tea Time/Coffee Breaks </a:t>
          </a:r>
        </a:p>
      </dsp:txBody>
      <dsp:txXfrm>
        <a:off x="799588" y="502"/>
        <a:ext cx="5714015" cy="692284"/>
      </dsp:txXfrm>
    </dsp:sp>
    <dsp:sp modelId="{13A9DBD3-FA52-4881-91FE-53B29AD12C7A}">
      <dsp:nvSpPr>
        <dsp:cNvPr id="0" name=""/>
        <dsp:cNvSpPr/>
      </dsp:nvSpPr>
      <dsp:spPr>
        <a:xfrm>
          <a:off x="0" y="865858"/>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DDB179-7640-4E8F-B917-25553D00BB1C}">
      <dsp:nvSpPr>
        <dsp:cNvPr id="0" name=""/>
        <dsp:cNvSpPr/>
      </dsp:nvSpPr>
      <dsp:spPr>
        <a:xfrm>
          <a:off x="209416" y="1021622"/>
          <a:ext cx="380756" cy="380756"/>
        </a:xfrm>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2288BC-899F-4F87-801A-3BBF370EC573}">
      <dsp:nvSpPr>
        <dsp:cNvPr id="0" name=""/>
        <dsp:cNvSpPr/>
      </dsp:nvSpPr>
      <dsp:spPr>
        <a:xfrm>
          <a:off x="799588" y="865858"/>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Virtual Walks/Walking Meetings</a:t>
          </a:r>
        </a:p>
      </dsp:txBody>
      <dsp:txXfrm>
        <a:off x="799588" y="865858"/>
        <a:ext cx="5714015" cy="692284"/>
      </dsp:txXfrm>
    </dsp:sp>
    <dsp:sp modelId="{9D930F23-8ED7-4108-A9CC-27EDC52D6797}">
      <dsp:nvSpPr>
        <dsp:cNvPr id="0" name=""/>
        <dsp:cNvSpPr/>
      </dsp:nvSpPr>
      <dsp:spPr>
        <a:xfrm>
          <a:off x="0" y="1731214"/>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60F081-3EF2-4CEE-9749-A4DFEC8B2D2F}">
      <dsp:nvSpPr>
        <dsp:cNvPr id="0" name=""/>
        <dsp:cNvSpPr/>
      </dsp:nvSpPr>
      <dsp:spPr>
        <a:xfrm>
          <a:off x="209416" y="1886978"/>
          <a:ext cx="380756" cy="3807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CDF649-9DF5-4CE0-B47F-F78B954833DD}">
      <dsp:nvSpPr>
        <dsp:cNvPr id="0" name=""/>
        <dsp:cNvSpPr/>
      </dsp:nvSpPr>
      <dsp:spPr>
        <a:xfrm>
          <a:off x="799588" y="1731214"/>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Lunch Gatherings </a:t>
          </a:r>
        </a:p>
      </dsp:txBody>
      <dsp:txXfrm>
        <a:off x="799588" y="1731214"/>
        <a:ext cx="5714015" cy="692284"/>
      </dsp:txXfrm>
    </dsp:sp>
    <dsp:sp modelId="{C5E50539-BAA8-4F28-BC94-606B2230AE5E}">
      <dsp:nvSpPr>
        <dsp:cNvPr id="0" name=""/>
        <dsp:cNvSpPr/>
      </dsp:nvSpPr>
      <dsp:spPr>
        <a:xfrm>
          <a:off x="0" y="2596570"/>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1C064-10A4-4C53-A7B7-7D5D00254AC9}">
      <dsp:nvSpPr>
        <dsp:cNvPr id="0" name=""/>
        <dsp:cNvSpPr/>
      </dsp:nvSpPr>
      <dsp:spPr>
        <a:xfrm>
          <a:off x="209416" y="2752334"/>
          <a:ext cx="380756" cy="3807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35C5B6-3F0D-4E2B-9970-B83AC02FFCDB}">
      <dsp:nvSpPr>
        <dsp:cNvPr id="0" name=""/>
        <dsp:cNvSpPr/>
      </dsp:nvSpPr>
      <dsp:spPr>
        <a:xfrm>
          <a:off x="799588" y="2596570"/>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Yoga Sessions </a:t>
          </a:r>
        </a:p>
      </dsp:txBody>
      <dsp:txXfrm>
        <a:off x="799588" y="2596570"/>
        <a:ext cx="5714015" cy="692284"/>
      </dsp:txXfrm>
    </dsp:sp>
    <dsp:sp modelId="{85059598-2930-425F-8F14-A42E6A291A96}">
      <dsp:nvSpPr>
        <dsp:cNvPr id="0" name=""/>
        <dsp:cNvSpPr/>
      </dsp:nvSpPr>
      <dsp:spPr>
        <a:xfrm>
          <a:off x="0" y="3461926"/>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ED50B-D513-42E2-975E-9587001EFF4E}">
      <dsp:nvSpPr>
        <dsp:cNvPr id="0" name=""/>
        <dsp:cNvSpPr/>
      </dsp:nvSpPr>
      <dsp:spPr>
        <a:xfrm>
          <a:off x="209416" y="3617690"/>
          <a:ext cx="380756" cy="3807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A9C350-BA22-451A-B184-901B6D122DCA}">
      <dsp:nvSpPr>
        <dsp:cNvPr id="0" name=""/>
        <dsp:cNvSpPr/>
      </dsp:nvSpPr>
      <dsp:spPr>
        <a:xfrm>
          <a:off x="799588" y="3461926"/>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Meditation </a:t>
          </a:r>
          <a:r>
            <a:rPr lang="en-US" sz="1600" b="0" kern="1200">
              <a:latin typeface="Calibri Light" panose="020F0302020204030204"/>
            </a:rPr>
            <a:t>Sessions</a:t>
          </a:r>
          <a:endParaRPr lang="en-US" sz="1600" b="0" kern="1200"/>
        </a:p>
      </dsp:txBody>
      <dsp:txXfrm>
        <a:off x="799588" y="3461926"/>
        <a:ext cx="5714015" cy="692284"/>
      </dsp:txXfrm>
    </dsp:sp>
    <dsp:sp modelId="{3D4DDF0B-EADD-4839-8DFF-4DEC9684BE7A}">
      <dsp:nvSpPr>
        <dsp:cNvPr id="0" name=""/>
        <dsp:cNvSpPr/>
      </dsp:nvSpPr>
      <dsp:spPr>
        <a:xfrm>
          <a:off x="0" y="4327282"/>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9FF112-A63B-4C15-A365-FCF0B8C37511}">
      <dsp:nvSpPr>
        <dsp:cNvPr id="0" name=""/>
        <dsp:cNvSpPr/>
      </dsp:nvSpPr>
      <dsp:spPr>
        <a:xfrm>
          <a:off x="209416" y="4483046"/>
          <a:ext cx="380756" cy="380756"/>
        </a:xfrm>
        <a:prstGeom prst="rect">
          <a:avLst/>
        </a:prstGeom>
        <a:blipFill>
          <a:blip xmlns:r="http://schemas.openxmlformats.org/officeDocument/2006/relationships"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7C3B29-46B0-409F-B217-037FFB9E762A}">
      <dsp:nvSpPr>
        <dsp:cNvPr id="0" name=""/>
        <dsp:cNvSpPr/>
      </dsp:nvSpPr>
      <dsp:spPr>
        <a:xfrm>
          <a:off x="799588" y="4327282"/>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Virtual Happy Hours/Game Nights</a:t>
          </a:r>
        </a:p>
      </dsp:txBody>
      <dsp:txXfrm>
        <a:off x="799588" y="4327282"/>
        <a:ext cx="5714015" cy="692284"/>
      </dsp:txXfrm>
    </dsp:sp>
    <dsp:sp modelId="{ED5185CB-4B1D-4078-9EAA-BB6156D924C4}">
      <dsp:nvSpPr>
        <dsp:cNvPr id="0" name=""/>
        <dsp:cNvSpPr/>
      </dsp:nvSpPr>
      <dsp:spPr>
        <a:xfrm>
          <a:off x="0" y="5192638"/>
          <a:ext cx="6513603" cy="6922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F6BD8B-BA4C-4814-AF65-1F2AF540BA8C}">
      <dsp:nvSpPr>
        <dsp:cNvPr id="0" name=""/>
        <dsp:cNvSpPr/>
      </dsp:nvSpPr>
      <dsp:spPr>
        <a:xfrm>
          <a:off x="209416" y="5348402"/>
          <a:ext cx="380756" cy="380756"/>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B579F2-A989-49A4-8CBC-12476FE814FE}">
      <dsp:nvSpPr>
        <dsp:cNvPr id="0" name=""/>
        <dsp:cNvSpPr/>
      </dsp:nvSpPr>
      <dsp:spPr>
        <a:xfrm>
          <a:off x="799588" y="5192638"/>
          <a:ext cx="5714015" cy="692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267" tIns="73267" rIns="73267" bIns="73267" numCol="1" spcCol="1270" anchor="ctr" anchorCtr="0">
          <a:noAutofit/>
        </a:bodyPr>
        <a:lstStyle/>
        <a:p>
          <a:pPr marL="0" lvl="0" indent="0" algn="l" defTabSz="711200">
            <a:lnSpc>
              <a:spcPct val="100000"/>
            </a:lnSpc>
            <a:spcBef>
              <a:spcPct val="0"/>
            </a:spcBef>
            <a:spcAft>
              <a:spcPct val="35000"/>
            </a:spcAft>
            <a:buNone/>
          </a:pPr>
          <a:r>
            <a:rPr lang="en-US" sz="1600" kern="1200"/>
            <a:t>Brown Bag Discussions</a:t>
          </a:r>
        </a:p>
      </dsp:txBody>
      <dsp:txXfrm>
        <a:off x="799588" y="5192638"/>
        <a:ext cx="5714015" cy="69228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4F0A6-8860-4DB0-9487-87505D50871E}" type="datetimeFigureOut">
              <a:rPr lang="en-US"/>
              <a:t>3/17/2020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7D9BF8-39E7-40F1-916E-72837B18BF27}" type="slidenum">
              <a:rPr lang="en-US"/>
              <a:t>‹#›</a:t>
            </a:fld>
            <a:endParaRPr lang="en-US"/>
          </a:p>
        </p:txBody>
      </p:sp>
    </p:spTree>
    <p:extLst>
      <p:ext uri="{BB962C8B-B14F-4D97-AF65-F5344CB8AC3E}">
        <p14:creationId xmlns:p14="http://schemas.microsoft.com/office/powerpoint/2010/main" val="57448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bbc.com/news/business-51868894"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washingtonian.com/2020/03/16/these-fitness-studios-will-stream-workout-classes-while-everyone-is-staying-at-home/"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classcentral.com/course/ucimacroeconomics-1050" TargetMode="External"/><Relationship Id="rId5" Type="http://schemas.openxmlformats.org/officeDocument/2006/relationships/hyperlink" Target="https://www.facebook.com/montereybayaquarium/videos/219520122494107/" TargetMode="External"/><Relationship Id="rId4" Type="http://schemas.openxmlformats.org/officeDocument/2006/relationships/hyperlink" Target="https://artsandculture.google.com/project/streetview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there's a lot of misinformation; make sure to refer to credible sources like the CDC and WHO for up-to-date information </a:t>
            </a:r>
          </a:p>
        </p:txBody>
      </p:sp>
      <p:sp>
        <p:nvSpPr>
          <p:cNvPr id="4" name="Slide Number Placeholder 3"/>
          <p:cNvSpPr>
            <a:spLocks noGrp="1"/>
          </p:cNvSpPr>
          <p:nvPr>
            <p:ph type="sldNum" sz="quarter" idx="5"/>
          </p:nvPr>
        </p:nvSpPr>
        <p:spPr/>
        <p:txBody>
          <a:bodyPr/>
          <a:lstStyle/>
          <a:p>
            <a:fld id="{937D9BF8-39E7-40F1-916E-72837B18BF27}" type="slidenum">
              <a:rPr lang="en-US"/>
              <a:t>2</a:t>
            </a:fld>
            <a:endParaRPr lang="en-US"/>
          </a:p>
        </p:txBody>
      </p:sp>
    </p:spTree>
    <p:extLst>
      <p:ext uri="{BB962C8B-B14F-4D97-AF65-F5344CB8AC3E}">
        <p14:creationId xmlns:p14="http://schemas.microsoft.com/office/powerpoint/2010/main" val="3291215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"Many people tend to over communicate when working from home - either wanting to 'be seen', or overcompensating to ensure people know what they are up to. That's fine - but don't go over the top. You know if you're on task and being productive - keep yourself in check."</a:t>
            </a:r>
          </a:p>
          <a:p>
            <a:endParaRPr lang="en-US">
              <a:cs typeface="Calibri"/>
            </a:endParaRPr>
          </a:p>
          <a:p>
            <a:r>
              <a:rPr lang="en-US"/>
              <a:t>Research has also found that short breaks throughout the day are more beneficial than less frequent, longer breaks.</a:t>
            </a:r>
            <a:endParaRPr lang="en-US">
              <a:cs typeface="Calibri"/>
            </a:endParaRPr>
          </a:p>
          <a:p>
            <a:r>
              <a:rPr lang="en-US"/>
              <a:t>Many home workers recommend the Pomodoro Technique, a method of time management which breaks your working day into 25 minute chunks. Each chunk is followed by a five minute break.</a:t>
            </a:r>
            <a:endParaRPr lang="en-US">
              <a:cs typeface="Calibri"/>
            </a:endParaRPr>
          </a:p>
          <a:p>
            <a:endParaRPr lang="en-US">
              <a:cs typeface="Calibri"/>
            </a:endParaRPr>
          </a:p>
          <a:p>
            <a:r>
              <a:rPr lang="en-US">
                <a:cs typeface="Calibri"/>
              </a:rPr>
              <a:t>Source: </a:t>
            </a:r>
            <a:r>
              <a:rPr lang="en-US">
                <a:hlinkClick r:id="rId3"/>
              </a:rPr>
              <a:t>https://www.bbc.com/news/business-51868894</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937D9BF8-39E7-40F1-916E-72837B18BF27}" type="slidenum">
              <a:rPr lang="en-US"/>
              <a:t>3</a:t>
            </a:fld>
            <a:endParaRPr lang="en-US"/>
          </a:p>
        </p:txBody>
      </p:sp>
    </p:spTree>
    <p:extLst>
      <p:ext uri="{BB962C8B-B14F-4D97-AF65-F5344CB8AC3E}">
        <p14:creationId xmlns:p14="http://schemas.microsoft.com/office/powerpoint/2010/main" val="1771472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Virtual workouts: </a:t>
            </a:r>
            <a:r>
              <a:rPr lang="en-US">
                <a:hlinkClick r:id="rId3"/>
              </a:rPr>
              <a:t>https://www.washingtonian.com/2020/03/16/these-fitness-studios-will-stream-workout-classes-while-everyone-is-staying-at-home/</a:t>
            </a:r>
            <a:endParaRPr lang="en-US"/>
          </a:p>
          <a:p>
            <a:r>
              <a:rPr lang="en-US">
                <a:cs typeface="Calibri"/>
              </a:rPr>
              <a:t>Virtual museum tours: </a:t>
            </a:r>
            <a:r>
              <a:rPr lang="en-US">
                <a:hlinkClick r:id="rId4"/>
              </a:rPr>
              <a:t>https://artsandculture.google.com/project/streetviews</a:t>
            </a:r>
            <a:endParaRPr lang="en-US">
              <a:cs typeface="Calibri"/>
              <a:hlinkClick r:id="rId4"/>
            </a:endParaRPr>
          </a:p>
          <a:p>
            <a:r>
              <a:rPr lang="en-US">
                <a:cs typeface="Calibri"/>
              </a:rPr>
              <a:t>Virtual zoo/aquarium livestreams: </a:t>
            </a:r>
            <a:r>
              <a:rPr lang="en-US">
                <a:hlinkClick r:id="rId5"/>
              </a:rPr>
              <a:t>https://www.facebook.com/montereybayaquarium/videos/219520122494107/</a:t>
            </a:r>
            <a:r>
              <a:rPr lang="en-US"/>
              <a:t> </a:t>
            </a:r>
            <a:endParaRPr lang="en-US">
              <a:cs typeface="Calibri"/>
            </a:endParaRPr>
          </a:p>
          <a:p>
            <a:r>
              <a:rPr lang="en-US">
                <a:cs typeface="Calibri"/>
              </a:rPr>
              <a:t>Virtual book club</a:t>
            </a:r>
          </a:p>
          <a:p>
            <a:r>
              <a:rPr lang="en-US">
                <a:cs typeface="Calibri"/>
              </a:rPr>
              <a:t>Learn a language: Duolingo/sign language app</a:t>
            </a:r>
          </a:p>
          <a:p>
            <a:r>
              <a:rPr lang="en-US">
                <a:cs typeface="Calibri"/>
              </a:rPr>
              <a:t>Audit a free online class: </a:t>
            </a:r>
            <a:r>
              <a:rPr lang="en-US">
                <a:hlinkClick r:id="rId6"/>
              </a:rPr>
              <a:t>https://www.classcentral.com/course/ucimacroeconomics-1050</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937D9BF8-39E7-40F1-916E-72837B18BF27}" type="slidenum">
              <a:rPr lang="en-US"/>
              <a:t>4</a:t>
            </a:fld>
            <a:endParaRPr lang="en-US"/>
          </a:p>
        </p:txBody>
      </p:sp>
    </p:spTree>
    <p:extLst>
      <p:ext uri="{BB962C8B-B14F-4D97-AF65-F5344CB8AC3E}">
        <p14:creationId xmlns:p14="http://schemas.microsoft.com/office/powerpoint/2010/main" val="376029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3/17/2020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427"/>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58029" y="333478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474479" y="1096414"/>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ctrTitle"/>
          </p:nvPr>
        </p:nvSpPr>
        <p:spPr>
          <a:xfrm>
            <a:off x="4038600" y="1939159"/>
            <a:ext cx="7644627" cy="2751086"/>
          </a:xfrm>
        </p:spPr>
        <p:txBody>
          <a:bodyPr>
            <a:normAutofit/>
          </a:bodyPr>
          <a:lstStyle/>
          <a:p>
            <a:pPr algn="r"/>
            <a:r>
              <a:rPr lang="en-US">
                <a:cs typeface="Calibri Light"/>
              </a:rPr>
              <a:t>Wellness Announcements</a:t>
            </a:r>
            <a:endParaRPr lang="en-US"/>
          </a:p>
        </p:txBody>
      </p:sp>
      <p:sp>
        <p:nvSpPr>
          <p:cNvPr id="3" name="Subtitle 2"/>
          <p:cNvSpPr>
            <a:spLocks noGrp="1"/>
          </p:cNvSpPr>
          <p:nvPr>
            <p:ph type="subTitle" idx="1"/>
          </p:nvPr>
        </p:nvSpPr>
        <p:spPr>
          <a:xfrm>
            <a:off x="4038600" y="4782320"/>
            <a:ext cx="7644627" cy="1329443"/>
          </a:xfrm>
        </p:spPr>
        <p:txBody>
          <a:bodyPr vert="horz" lIns="91440" tIns="45720" rIns="91440" bIns="45720" rtlCol="0" anchor="t">
            <a:normAutofit/>
          </a:bodyPr>
          <a:lstStyle/>
          <a:p>
            <a:pPr algn="r"/>
            <a:r>
              <a:rPr lang="en-US">
                <a:cs typeface="Calibri"/>
              </a:rPr>
              <a:t>Stephanie, Susie, Summar</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F8954C-4486-44AD-A1EB-87831A8EF349}"/>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Maintaining Mental &amp; Emotional Health</a:t>
            </a:r>
          </a:p>
        </p:txBody>
      </p:sp>
      <p:graphicFrame>
        <p:nvGraphicFramePr>
          <p:cNvPr id="7" name="Content Placeholder 2">
            <a:extLst>
              <a:ext uri="{FF2B5EF4-FFF2-40B4-BE49-F238E27FC236}">
                <a16:creationId xmlns:a16="http://schemas.microsoft.com/office/drawing/2014/main" id="{03442577-58C4-4549-9D3B-4AA737D6CB63}"/>
              </a:ext>
            </a:extLst>
          </p:cNvPr>
          <p:cNvGraphicFramePr>
            <a:graphicFrameLocks noGrp="1"/>
          </p:cNvGraphicFramePr>
          <p:nvPr>
            <p:ph idx="1"/>
            <p:extLst>
              <p:ext uri="{D42A27DB-BD31-4B8C-83A1-F6EECF244321}">
                <p14:modId xmlns:p14="http://schemas.microsoft.com/office/powerpoint/2010/main" val="478074822"/>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4611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F8954C-4486-44AD-A1EB-87831A8EF349}"/>
              </a:ext>
            </a:extLst>
          </p:cNvPr>
          <p:cNvSpPr>
            <a:spLocks noGrp="1"/>
          </p:cNvSpPr>
          <p:nvPr>
            <p:ph type="title"/>
          </p:nvPr>
        </p:nvSpPr>
        <p:spPr>
          <a:xfrm>
            <a:off x="686834" y="591344"/>
            <a:ext cx="3200400" cy="5585619"/>
          </a:xfrm>
        </p:spPr>
        <p:txBody>
          <a:bodyPr>
            <a:normAutofit/>
          </a:bodyPr>
          <a:lstStyle/>
          <a:p>
            <a:r>
              <a:rPr lang="en-US">
                <a:solidFill>
                  <a:srgbClr val="FFFFFF"/>
                </a:solidFill>
                <a:cs typeface="Calibri Light"/>
              </a:rPr>
              <a:t>5 Tips for Working from Home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CD1240-8525-460D-8EC6-712736D01D04}"/>
              </a:ext>
            </a:extLst>
          </p:cNvPr>
          <p:cNvSpPr>
            <a:spLocks noGrp="1"/>
          </p:cNvSpPr>
          <p:nvPr>
            <p:ph idx="1"/>
          </p:nvPr>
        </p:nvSpPr>
        <p:spPr>
          <a:xfrm>
            <a:off x="4447308" y="591344"/>
            <a:ext cx="6906491" cy="5585619"/>
          </a:xfrm>
        </p:spPr>
        <p:txBody>
          <a:bodyPr vert="horz" lIns="91440" tIns="45720" rIns="91440" bIns="45720" rtlCol="0" anchor="ctr">
            <a:normAutofit lnSpcReduction="10000"/>
          </a:bodyPr>
          <a:lstStyle/>
          <a:p>
            <a:pPr marL="0" indent="0">
              <a:buNone/>
            </a:pPr>
            <a:r>
              <a:rPr lang="en-US" sz="2600" dirty="0">
                <a:cs typeface="Calibri" panose="020F0502020204030204"/>
              </a:rPr>
              <a:t>1. </a:t>
            </a:r>
            <a:r>
              <a:rPr lang="en-US" sz="2600" b="1" dirty="0">
                <a:cs typeface="Calibri" panose="020F0502020204030204"/>
              </a:rPr>
              <a:t>Get dressed</a:t>
            </a:r>
            <a:r>
              <a:rPr lang="en-US" sz="2600" dirty="0">
                <a:cs typeface="Calibri" panose="020F0502020204030204"/>
              </a:rPr>
              <a:t>: </a:t>
            </a:r>
            <a:endParaRPr lang="en-US"/>
          </a:p>
          <a:p>
            <a:r>
              <a:rPr lang="en-US" sz="2600" dirty="0">
                <a:cs typeface="Calibri" panose="020F0502020204030204"/>
              </a:rPr>
              <a:t>Changing out of clothing you associate with sleep and rest helps to psychologically prepare to start work. </a:t>
            </a:r>
            <a:endParaRPr lang="en-US">
              <a:cs typeface="Calibri" panose="020F0502020204030204"/>
            </a:endParaRPr>
          </a:p>
          <a:p>
            <a:pPr marL="0" indent="0">
              <a:buNone/>
            </a:pPr>
            <a:r>
              <a:rPr lang="en-US" sz="2600" dirty="0">
                <a:cs typeface="Calibri" panose="020F0502020204030204"/>
              </a:rPr>
              <a:t>2. </a:t>
            </a:r>
            <a:r>
              <a:rPr lang="en-US" sz="2600" b="1" dirty="0">
                <a:cs typeface="Calibri" panose="020F0502020204030204"/>
              </a:rPr>
              <a:t>Establish boundaries: </a:t>
            </a:r>
          </a:p>
          <a:p>
            <a:pPr marL="457200" indent="-457200"/>
            <a:r>
              <a:rPr lang="en-US" sz="2600" dirty="0">
                <a:cs typeface="Calibri" panose="020F0502020204030204"/>
              </a:rPr>
              <a:t>Start and finish your day at the same time you would normally arrive at and leave the office.</a:t>
            </a:r>
          </a:p>
          <a:p>
            <a:pPr marL="457200" indent="-457200"/>
            <a:r>
              <a:rPr lang="en-US" sz="2600" dirty="0">
                <a:cs typeface="Calibri" panose="020F0502020204030204"/>
              </a:rPr>
              <a:t>At end of day, switch off computer &amp; tidy away papers and other items. </a:t>
            </a:r>
          </a:p>
          <a:p>
            <a:pPr marL="0" indent="0">
              <a:buNone/>
            </a:pPr>
            <a:r>
              <a:rPr lang="en-US" sz="2600" dirty="0">
                <a:cs typeface="Calibri" panose="020F0502020204030204"/>
              </a:rPr>
              <a:t>3. </a:t>
            </a:r>
            <a:r>
              <a:rPr lang="en-US" sz="2600" b="1" dirty="0">
                <a:cs typeface="Calibri" panose="020F0502020204030204"/>
              </a:rPr>
              <a:t>Take a short walk or run around the block. </a:t>
            </a:r>
          </a:p>
          <a:p>
            <a:pPr marL="0" indent="0">
              <a:buNone/>
            </a:pPr>
            <a:r>
              <a:rPr lang="en-US" sz="2600" dirty="0">
                <a:cs typeface="Calibri" panose="020F0502020204030204"/>
              </a:rPr>
              <a:t>4. </a:t>
            </a:r>
            <a:r>
              <a:rPr lang="en-US" sz="2600" b="1" dirty="0">
                <a:cs typeface="Calibri" panose="020F0502020204030204"/>
              </a:rPr>
              <a:t>Pick up the phone for real conversation</a:t>
            </a:r>
            <a:r>
              <a:rPr lang="en-US" sz="2600" dirty="0">
                <a:cs typeface="Calibri" panose="020F0502020204030204"/>
              </a:rPr>
              <a:t> to not rely on solely email and instant messaging. </a:t>
            </a:r>
          </a:p>
          <a:p>
            <a:pPr marL="0" indent="0">
              <a:buNone/>
            </a:pPr>
            <a:r>
              <a:rPr lang="en-US" sz="2600" dirty="0">
                <a:cs typeface="Calibri" panose="020F0502020204030204"/>
              </a:rPr>
              <a:t>5. </a:t>
            </a:r>
            <a:r>
              <a:rPr lang="en-US" sz="2600" b="1" dirty="0">
                <a:cs typeface="Calibri" panose="020F0502020204030204"/>
              </a:rPr>
              <a:t>Take regular breaks:</a:t>
            </a:r>
            <a:r>
              <a:rPr lang="en-US" sz="2600" dirty="0">
                <a:cs typeface="Calibri" panose="020F0502020204030204"/>
              </a:rPr>
              <a:t> get up from your desk and move around just as you would in office. </a:t>
            </a:r>
          </a:p>
        </p:txBody>
      </p:sp>
    </p:spTree>
    <p:extLst>
      <p:ext uri="{BB962C8B-B14F-4D97-AF65-F5344CB8AC3E}">
        <p14:creationId xmlns:p14="http://schemas.microsoft.com/office/powerpoint/2010/main" val="404203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F8954C-4486-44AD-A1EB-87831A8EF349}"/>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POA Virtual Activity Ideas</a:t>
            </a:r>
          </a:p>
        </p:txBody>
      </p:sp>
      <p:graphicFrame>
        <p:nvGraphicFramePr>
          <p:cNvPr id="5" name="Content Placeholder 2">
            <a:extLst>
              <a:ext uri="{FF2B5EF4-FFF2-40B4-BE49-F238E27FC236}">
                <a16:creationId xmlns:a16="http://schemas.microsoft.com/office/drawing/2014/main" id="{96449E00-F07B-4B50-BD01-C489D2CECB5C}"/>
              </a:ext>
            </a:extLst>
          </p:cNvPr>
          <p:cNvGraphicFramePr>
            <a:graphicFrameLocks noGrp="1"/>
          </p:cNvGraphicFramePr>
          <p:nvPr>
            <p:ph idx="1"/>
            <p:extLst>
              <p:ext uri="{D42A27DB-BD31-4B8C-83A1-F6EECF244321}">
                <p14:modId xmlns:p14="http://schemas.microsoft.com/office/powerpoint/2010/main" val="734382240"/>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16503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0404-22E6-4B14-9B22-5411CAD79E53}"/>
              </a:ext>
            </a:extLst>
          </p:cNvPr>
          <p:cNvSpPr>
            <a:spLocks noGrp="1"/>
          </p:cNvSpPr>
          <p:nvPr>
            <p:ph type="title"/>
          </p:nvPr>
        </p:nvSpPr>
        <p:spPr>
          <a:xfrm>
            <a:off x="8014996" y="642594"/>
            <a:ext cx="3732244" cy="1702952"/>
          </a:xfrm>
        </p:spPr>
        <p:txBody>
          <a:bodyPr>
            <a:normAutofit/>
          </a:bodyPr>
          <a:lstStyle/>
          <a:p>
            <a:r>
              <a:rPr lang="en-US">
                <a:cs typeface="Calibri Light"/>
              </a:rPr>
              <a:t>Helping Others</a:t>
            </a:r>
            <a:endParaRPr lang="en-US"/>
          </a:p>
        </p:txBody>
      </p:sp>
      <p:sp>
        <p:nvSpPr>
          <p:cNvPr id="15" name="Rectangle 14">
            <a:extLst>
              <a:ext uri="{FF2B5EF4-FFF2-40B4-BE49-F238E27FC236}">
                <a16:creationId xmlns:a16="http://schemas.microsoft.com/office/drawing/2014/main" id="{99CEE05D-F25C-4EC3-B527-D9C999E33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6523"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4F036726-0C05-446E-91C3-B986EBEA05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7402" y="438538"/>
            <a:ext cx="6710184" cy="6002060"/>
          </a:xfrm>
          <a:prstGeom prst="rect">
            <a:avLst/>
          </a:prstGeom>
          <a:solidFill>
            <a:schemeClr val="bg1">
              <a:alpha val="40000"/>
            </a:schemeClr>
          </a:solidFill>
          <a:ln w="6350" cap="flat" cmpd="sng" algn="ctr">
            <a:noFill/>
            <a:prstDash val="solid"/>
          </a:ln>
          <a:effectLst>
            <a:softEdge rad="0"/>
          </a:effectLst>
        </p:spPr>
      </p:sp>
      <p:sp>
        <p:nvSpPr>
          <p:cNvPr id="19" name="Rectangle 18">
            <a:extLst>
              <a:ext uri="{FF2B5EF4-FFF2-40B4-BE49-F238E27FC236}">
                <a16:creationId xmlns:a16="http://schemas.microsoft.com/office/drawing/2014/main" id="{A310ABCD-C34B-42D1-9BEB-47755A3EA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285" y="650014"/>
            <a:ext cx="3367217" cy="326602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6" descr="A close up of a logo&#10;&#10;Description generated with very high confidence">
            <a:extLst>
              <a:ext uri="{FF2B5EF4-FFF2-40B4-BE49-F238E27FC236}">
                <a16:creationId xmlns:a16="http://schemas.microsoft.com/office/drawing/2014/main" id="{10EB66A8-10CB-4486-9584-A2ED1E9C3DFE}"/>
              </a:ext>
            </a:extLst>
          </p:cNvPr>
          <p:cNvPicPr>
            <a:picLocks noChangeAspect="1"/>
          </p:cNvPicPr>
          <p:nvPr/>
        </p:nvPicPr>
        <p:blipFill>
          <a:blip r:embed="rId2"/>
          <a:stretch>
            <a:fillRect/>
          </a:stretch>
        </p:blipFill>
        <p:spPr>
          <a:xfrm>
            <a:off x="798460" y="1575659"/>
            <a:ext cx="3044697" cy="1415783"/>
          </a:xfrm>
          <a:prstGeom prst="rect">
            <a:avLst/>
          </a:prstGeom>
        </p:spPr>
      </p:pic>
      <p:sp>
        <p:nvSpPr>
          <p:cNvPr id="21" name="Rectangle 20">
            <a:extLst>
              <a:ext uri="{FF2B5EF4-FFF2-40B4-BE49-F238E27FC236}">
                <a16:creationId xmlns:a16="http://schemas.microsoft.com/office/drawing/2014/main" id="{F38AB6A2-89F7-43B5-B608-50DFC740D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2946" y="650014"/>
            <a:ext cx="2765758" cy="21367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table&#10;&#10;Description generated with very high confidence">
            <a:extLst>
              <a:ext uri="{FF2B5EF4-FFF2-40B4-BE49-F238E27FC236}">
                <a16:creationId xmlns:a16="http://schemas.microsoft.com/office/drawing/2014/main" id="{7E7A1D02-7994-4CBC-8D79-374A2B327C5D}"/>
              </a:ext>
            </a:extLst>
          </p:cNvPr>
          <p:cNvPicPr>
            <a:picLocks noChangeAspect="1"/>
          </p:cNvPicPr>
          <p:nvPr/>
        </p:nvPicPr>
        <p:blipFill>
          <a:blip r:embed="rId3"/>
          <a:stretch>
            <a:fillRect/>
          </a:stretch>
        </p:blipFill>
        <p:spPr>
          <a:xfrm>
            <a:off x="4323497" y="1403748"/>
            <a:ext cx="2434338" cy="626842"/>
          </a:xfrm>
          <a:prstGeom prst="rect">
            <a:avLst/>
          </a:prstGeom>
        </p:spPr>
      </p:pic>
      <p:sp>
        <p:nvSpPr>
          <p:cNvPr id="23" name="Rectangle 22">
            <a:extLst>
              <a:ext uri="{FF2B5EF4-FFF2-40B4-BE49-F238E27FC236}">
                <a16:creationId xmlns:a16="http://schemas.microsoft.com/office/drawing/2014/main" id="{06585B74-DAF6-470E-B2F3-B5530A709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285" y="4088215"/>
            <a:ext cx="3367217" cy="21248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10" descr="A picture containing table&#10;&#10;Description generated with very high confidence">
            <a:extLst>
              <a:ext uri="{FF2B5EF4-FFF2-40B4-BE49-F238E27FC236}">
                <a16:creationId xmlns:a16="http://schemas.microsoft.com/office/drawing/2014/main" id="{9D961037-DE86-48C2-9866-983742CF44D8}"/>
              </a:ext>
            </a:extLst>
          </p:cNvPr>
          <p:cNvPicPr>
            <a:picLocks noChangeAspect="1"/>
          </p:cNvPicPr>
          <p:nvPr/>
        </p:nvPicPr>
        <p:blipFill>
          <a:blip r:embed="rId4"/>
          <a:stretch>
            <a:fillRect/>
          </a:stretch>
        </p:blipFill>
        <p:spPr>
          <a:xfrm>
            <a:off x="798460" y="4818259"/>
            <a:ext cx="3044697" cy="685057"/>
          </a:xfrm>
          <a:prstGeom prst="rect">
            <a:avLst/>
          </a:prstGeom>
        </p:spPr>
      </p:pic>
      <p:sp>
        <p:nvSpPr>
          <p:cNvPr id="25" name="Rectangle 24">
            <a:extLst>
              <a:ext uri="{FF2B5EF4-FFF2-40B4-BE49-F238E27FC236}">
                <a16:creationId xmlns:a16="http://schemas.microsoft.com/office/drawing/2014/main" id="{30BAD96F-CE2F-4682-99B8-0DD9E6AE2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2946" y="2947051"/>
            <a:ext cx="2765758" cy="326602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8" descr="A close up of a tree&#10;&#10;Description generated with high confidence">
            <a:extLst>
              <a:ext uri="{FF2B5EF4-FFF2-40B4-BE49-F238E27FC236}">
                <a16:creationId xmlns:a16="http://schemas.microsoft.com/office/drawing/2014/main" id="{FAA81CE8-715D-4CC2-A989-D9B686A619E3}"/>
              </a:ext>
            </a:extLst>
          </p:cNvPr>
          <p:cNvPicPr>
            <a:picLocks noChangeAspect="1"/>
          </p:cNvPicPr>
          <p:nvPr/>
        </p:nvPicPr>
        <p:blipFill>
          <a:blip r:embed="rId5"/>
          <a:stretch>
            <a:fillRect/>
          </a:stretch>
        </p:blipFill>
        <p:spPr>
          <a:xfrm>
            <a:off x="4323497" y="3419869"/>
            <a:ext cx="2434338" cy="2309500"/>
          </a:xfrm>
          <a:prstGeom prst="rect">
            <a:avLst/>
          </a:prstGeom>
        </p:spPr>
      </p:pic>
      <p:sp>
        <p:nvSpPr>
          <p:cNvPr id="3" name="Content Placeholder 2">
            <a:extLst>
              <a:ext uri="{FF2B5EF4-FFF2-40B4-BE49-F238E27FC236}">
                <a16:creationId xmlns:a16="http://schemas.microsoft.com/office/drawing/2014/main" id="{E69FCBAF-E880-4ADA-B439-40BA50C85D3A}"/>
              </a:ext>
            </a:extLst>
          </p:cNvPr>
          <p:cNvSpPr>
            <a:spLocks noGrp="1"/>
          </p:cNvSpPr>
          <p:nvPr>
            <p:ph idx="1"/>
          </p:nvPr>
        </p:nvSpPr>
        <p:spPr>
          <a:xfrm>
            <a:off x="8014995" y="2623457"/>
            <a:ext cx="3732245" cy="2347837"/>
          </a:xfrm>
        </p:spPr>
        <p:txBody>
          <a:bodyPr vert="horz" lIns="91440" tIns="45720" rIns="91440" bIns="45720" rtlCol="0" anchor="t">
            <a:normAutofit/>
          </a:bodyPr>
          <a:lstStyle/>
          <a:p>
            <a:r>
              <a:rPr lang="en-US" sz="1800" dirty="0">
                <a:cs typeface="Calibri"/>
              </a:rPr>
              <a:t>Donate </a:t>
            </a:r>
            <a:endParaRPr lang="en-US" dirty="0"/>
          </a:p>
          <a:p>
            <a:r>
              <a:rPr lang="en-US" sz="1800" dirty="0">
                <a:cs typeface="Calibri"/>
              </a:rPr>
              <a:t>Participate in calling programs</a:t>
            </a:r>
            <a:endParaRPr lang="en-US" dirty="0"/>
          </a:p>
          <a:p>
            <a:r>
              <a:rPr lang="en-US" sz="1800" dirty="0">
                <a:cs typeface="Calibri"/>
              </a:rPr>
              <a:t>Support artists, Peace Corps evacuees, and others </a:t>
            </a:r>
          </a:p>
          <a:p>
            <a:pPr marL="0" indent="0">
              <a:buNone/>
            </a:pPr>
            <a:endParaRPr lang="en-US" sz="1800">
              <a:cs typeface="Calibri"/>
            </a:endParaRPr>
          </a:p>
          <a:p>
            <a:endParaRPr lang="en-US" sz="1800">
              <a:cs typeface="Calibri"/>
            </a:endParaRPr>
          </a:p>
          <a:p>
            <a:endParaRPr lang="en-US" sz="1800">
              <a:cs typeface="Calibri"/>
            </a:endParaRPr>
          </a:p>
        </p:txBody>
      </p:sp>
    </p:spTree>
    <p:extLst>
      <p:ext uri="{BB962C8B-B14F-4D97-AF65-F5344CB8AC3E}">
        <p14:creationId xmlns:p14="http://schemas.microsoft.com/office/powerpoint/2010/main" val="94393501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7BA3B72-313D-4978-BB6B-FA884A14DE1F}"/>
              </a:ext>
            </a:extLst>
          </p:cNvPr>
          <p:cNvSpPr>
            <a:spLocks noGrp="1"/>
          </p:cNvSpPr>
          <p:nvPr>
            <p:ph type="title"/>
          </p:nvPr>
        </p:nvSpPr>
        <p:spPr>
          <a:xfrm>
            <a:off x="838201" y="365125"/>
            <a:ext cx="5393360" cy="1325563"/>
          </a:xfrm>
        </p:spPr>
        <p:txBody>
          <a:bodyPr>
            <a:normAutofit/>
          </a:bodyPr>
          <a:lstStyle/>
          <a:p>
            <a:r>
              <a:rPr lang="en-US">
                <a:cs typeface="Calibri Light"/>
              </a:rPr>
              <a:t>An uplifting message</a:t>
            </a:r>
            <a:endParaRPr lang="en-US"/>
          </a:p>
        </p:txBody>
      </p:sp>
      <p:sp>
        <p:nvSpPr>
          <p:cNvPr id="11" name="Freeform: Shape 10">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7DE30E7-A6E5-4F45-AD14-09330C082C98}"/>
              </a:ext>
            </a:extLst>
          </p:cNvPr>
          <p:cNvSpPr>
            <a:spLocks noGrp="1"/>
          </p:cNvSpPr>
          <p:nvPr>
            <p:ph idx="1"/>
          </p:nvPr>
        </p:nvSpPr>
        <p:spPr>
          <a:xfrm>
            <a:off x="838200" y="1825625"/>
            <a:ext cx="5393361" cy="4351338"/>
          </a:xfrm>
        </p:spPr>
        <p:txBody>
          <a:bodyPr vert="horz" lIns="91440" tIns="45720" rIns="91440" bIns="45720" rtlCol="0" anchor="t">
            <a:normAutofit/>
          </a:bodyPr>
          <a:lstStyle/>
          <a:p>
            <a:pPr marL="0" indent="0">
              <a:buNone/>
            </a:pPr>
            <a:r>
              <a:rPr lang="en-US" sz="1500">
                <a:ea typeface="+mn-lt"/>
                <a:cs typeface="+mn-lt"/>
              </a:rPr>
              <a:t>And the people stayed home. And read books, and listened, and rested, and exercised, and made art, and played games, and learned new ways of being, and were still. And listened more deeply. Some meditated, some prayed, some danced. Some met their shadows. And the people began to think differently.</a:t>
            </a:r>
            <a:endParaRPr lang="en-US" sz="1500">
              <a:cs typeface="Calibri" panose="020F0502020204030204"/>
            </a:endParaRPr>
          </a:p>
          <a:p>
            <a:pPr marL="0" indent="0">
              <a:buNone/>
            </a:pPr>
            <a:r>
              <a:rPr lang="en-US" sz="1500">
                <a:ea typeface="+mn-lt"/>
                <a:cs typeface="+mn-lt"/>
              </a:rPr>
              <a:t>And the people healed. And, in the absence of people living in ignorant, dangerous, mindless, and heartless ways, the earth began to heal.</a:t>
            </a:r>
            <a:endParaRPr lang="en-US" sz="1500">
              <a:cs typeface="Calibri" panose="020F0502020204030204"/>
            </a:endParaRPr>
          </a:p>
          <a:p>
            <a:pPr marL="0" indent="0">
              <a:buNone/>
            </a:pPr>
            <a:r>
              <a:rPr lang="en-US" sz="1500">
                <a:ea typeface="+mn-lt"/>
                <a:cs typeface="+mn-lt"/>
              </a:rPr>
              <a:t>And when the danger passed, and the people joined together again, they grieved their losses, and made new choices, and dreamed new images, and created new ways to live and heal the earth fully, as they had been healed.</a:t>
            </a:r>
            <a:endParaRPr lang="en-US" sz="1500">
              <a:cs typeface="Calibri" panose="020F0502020204030204"/>
            </a:endParaRPr>
          </a:p>
          <a:p>
            <a:pPr marL="0" indent="0">
              <a:buNone/>
            </a:pPr>
            <a:r>
              <a:rPr lang="en-US" sz="1500">
                <a:ea typeface="+mn-lt"/>
                <a:cs typeface="+mn-lt"/>
              </a:rPr>
              <a:t>~ Kitty O'Meara</a:t>
            </a:r>
            <a:endParaRPr lang="en-US" sz="1500">
              <a:cs typeface="Calibri"/>
            </a:endParaRPr>
          </a:p>
          <a:p>
            <a:endParaRPr lang="en-US" sz="1500">
              <a:cs typeface="Calibri"/>
            </a:endParaRPr>
          </a:p>
        </p:txBody>
      </p:sp>
      <p:sp>
        <p:nvSpPr>
          <p:cNvPr id="13" name="Oval 12">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4" name="Picture 4" descr="A picture containing colorful, phone, water, blue&#10;&#10;Description generated with very high confidence">
            <a:extLst>
              <a:ext uri="{FF2B5EF4-FFF2-40B4-BE49-F238E27FC236}">
                <a16:creationId xmlns:a16="http://schemas.microsoft.com/office/drawing/2014/main" id="{C2CC00F0-DE6E-47B0-AF10-C85FA50F7E5A}"/>
              </a:ext>
            </a:extLst>
          </p:cNvPr>
          <p:cNvPicPr>
            <a:picLocks noChangeAspect="1"/>
          </p:cNvPicPr>
          <p:nvPr/>
        </p:nvPicPr>
        <p:blipFill rotWithShape="1">
          <a:blip r:embed="rId2"/>
          <a:srcRect l="16552" r="10950" b="3"/>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7" name="Freeform: Shape 16">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9" name="Straight Connector 18">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2254769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1" ma:contentTypeDescription="Create a new document." ma:contentTypeScope="" ma:versionID="acd556ae07fa19f48e80b51b5070dad1">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dc96546954f3f270c213e8ea1cb1272"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3D30F6-DA2D-4618-899C-0F282CB6926F}">
  <ds:schemaRefs>
    <ds:schemaRef ds:uri="http://schemas.microsoft.com/sharepoint/v3/contenttype/forms"/>
  </ds:schemaRefs>
</ds:datastoreItem>
</file>

<file path=customXml/itemProps2.xml><?xml version="1.0" encoding="utf-8"?>
<ds:datastoreItem xmlns:ds="http://schemas.openxmlformats.org/officeDocument/2006/customXml" ds:itemID="{CBF1DFE8-3EA0-47FE-A42E-E5691536876D}">
  <ds:schemaRefs>
    <ds:schemaRef ds:uri="dc808d36-874f-4b27-aec2-2fd649817929"/>
    <ds:schemaRef ds:uri="f2466082-b6bf-4153-98c3-3c41e85fda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B430E32-A885-4F5C-AAC6-C480145A28D7}">
  <ds:schemaRefs>
    <ds:schemaRef ds:uri="dc808d36-874f-4b27-aec2-2fd649817929"/>
    <ds:schemaRef ds:uri="f2466082-b6bf-4153-98c3-3c41e85fda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3</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Wellness Announcements</vt:lpstr>
      <vt:lpstr>Maintaining Mental &amp; Emotional Health</vt:lpstr>
      <vt:lpstr>5 Tips for Working from Home</vt:lpstr>
      <vt:lpstr>POA Virtual Activity Ideas</vt:lpstr>
      <vt:lpstr>Helping Others</vt:lpstr>
      <vt:lpstr>An uplifting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12</cp:revision>
  <dcterms:created xsi:type="dcterms:W3CDTF">2020-03-17T13:24:26Z</dcterms:created>
  <dcterms:modified xsi:type="dcterms:W3CDTF">2020-03-17T18:29:39Z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