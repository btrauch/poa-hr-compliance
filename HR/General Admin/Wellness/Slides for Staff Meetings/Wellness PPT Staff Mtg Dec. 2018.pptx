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handoutMasters/handoutMaster1.xml" ContentType="application/vnd.openxmlformats-officedocument.presentationml.handoutMaster+xml"/>
  <Override PartName="/ppt/theme/theme3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9" r:id="rId2"/>
    <p:sldId id="285" r:id="rId3"/>
    <p:sldId id="286" r:id="rId4"/>
    <p:sldId id="287" r:id="rId5"/>
    <p:sldId id="284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15386EB-131E-2441-9F30-10B2D8BD703C}">
          <p14:sldIdLst>
            <p14:sldId id="259"/>
            <p14:sldId id="285"/>
            <p14:sldId id="286"/>
            <p14:sldId id="287"/>
            <p14:sldId id="284"/>
          </p14:sldIdLst>
        </p14:section>
      </p14:sectionLst>
    </p:ex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0029"/>
    <a:srgbClr val="F0F0F0"/>
    <a:srgbClr val="FBAD26"/>
    <a:srgbClr val="107EA6"/>
    <a:srgbClr val="00A7D7"/>
    <a:srgbClr val="F15D22"/>
    <a:srgbClr val="EB441B"/>
    <a:srgbClr val="72492D"/>
    <a:srgbClr val="7C3822"/>
    <a:srgbClr val="0054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9" autoAdjust="0"/>
    <p:restoredTop sz="94350" autoAdjust="0"/>
  </p:normalViewPr>
  <p:slideViewPr>
    <p:cSldViewPr snapToGrid="0" snapToObjects="1">
      <p:cViewPr>
        <p:scale>
          <a:sx n="87" d="100"/>
          <a:sy n="87" d="100"/>
        </p:scale>
        <p:origin x="-283" y="7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6344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customXml" Target="../customXml/item3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openxmlformats.org/officeDocument/2006/relationships/customXml" Target="../customXml/item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7A4E6E-29E7-184B-A326-CC2DCCCA3E86}" type="datetimeFigureOut">
              <a:rPr lang="en-US" smtClean="0"/>
              <a:t>12/13/2018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30909D-415D-4A4A-8A76-A2874E3209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30137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936A7F-32CE-4148-9637-F356B0271D12}" type="datetimeFigureOut">
              <a:rPr lang="en-US" smtClean="0"/>
              <a:t>12/13/2018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40F363-85DC-8841-8385-107C07463B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5518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 dirty="0"/>
              <a:t>Click to edit Master subtitle style</a:t>
            </a:r>
            <a:endParaRPr lang="en-US" dirty="0"/>
          </a:p>
        </p:txBody>
      </p:sp>
      <p:pic>
        <p:nvPicPr>
          <p:cNvPr id="7" name="Picture 6" descr="Textile-Block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7" r="2859" b="2365"/>
          <a:stretch/>
        </p:blipFill>
        <p:spPr>
          <a:xfrm>
            <a:off x="-1" y="-32869"/>
            <a:ext cx="9149995" cy="1918287"/>
          </a:xfrm>
          <a:prstGeom prst="rect">
            <a:avLst/>
          </a:prstGeom>
        </p:spPr>
      </p:pic>
      <p:pic>
        <p:nvPicPr>
          <p:cNvPr id="8" name="Picture 7" descr="Partners-Logo_White_transparent.png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9242" y="572356"/>
            <a:ext cx="3613915" cy="661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25816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Textile-Block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28" t="1" r="13570" b="684"/>
          <a:stretch/>
        </p:blipFill>
        <p:spPr>
          <a:xfrm>
            <a:off x="0" y="1475619"/>
            <a:ext cx="9143999" cy="261257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2185687"/>
            <a:ext cx="9143999" cy="1143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x-none" dirty="0"/>
              <a:t>Section Header</a:t>
            </a:r>
            <a:endParaRPr lang="en-US" dirty="0"/>
          </a:p>
        </p:txBody>
      </p:sp>
      <p:sp>
        <p:nvSpPr>
          <p:cNvPr id="7" name="Rectangle 6"/>
          <p:cNvSpPr/>
          <p:nvPr userDrawn="1"/>
        </p:nvSpPr>
        <p:spPr>
          <a:xfrm>
            <a:off x="-1" y="5757333"/>
            <a:ext cx="9144001" cy="1257905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6525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x-none" dirty="0"/>
              <a:t>Click to edit Master text styles</a:t>
            </a:r>
          </a:p>
          <a:p>
            <a:pPr lvl="1"/>
            <a:r>
              <a:rPr lang="x-none" dirty="0"/>
              <a:t>Second level</a:t>
            </a:r>
          </a:p>
          <a:p>
            <a:pPr lvl="2"/>
            <a:r>
              <a:rPr lang="x-none" dirty="0"/>
              <a:t>Third level</a:t>
            </a:r>
          </a:p>
          <a:p>
            <a:pPr lvl="3"/>
            <a:r>
              <a:rPr lang="x-none" dirty="0"/>
              <a:t>Fourth level</a:t>
            </a:r>
          </a:p>
          <a:p>
            <a:pPr lvl="4"/>
            <a:r>
              <a:rPr lang="x-none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23911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/>
          <a:srcRect l="-216" t="10376" b="37974"/>
          <a:stretch/>
        </p:blipFill>
        <p:spPr>
          <a:xfrm>
            <a:off x="-13654" y="1996973"/>
            <a:ext cx="9157654" cy="200572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322356"/>
            <a:ext cx="9144000" cy="1362075"/>
          </a:xfrm>
        </p:spPr>
        <p:txBody>
          <a:bodyPr anchor="t"/>
          <a:lstStyle>
            <a:lvl1pPr algn="ctr">
              <a:defRPr sz="4000" b="1" cap="all"/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10610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3C97DCFE-67E8-3C44-90AA-7DC2FE005EAD}" type="datetimeFigureOut">
              <a:rPr lang="en-US" smtClean="0"/>
              <a:t>12/13/2018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253787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5A7D70D-60BE-A041-80D5-A05D398A7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5042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 dirty="0"/>
              <a:t>Click to edit Master text styles</a:t>
            </a:r>
          </a:p>
          <a:p>
            <a:pPr lvl="1"/>
            <a:r>
              <a:rPr lang="x-none" dirty="0"/>
              <a:t>Second level</a:t>
            </a:r>
          </a:p>
          <a:p>
            <a:pPr lvl="2"/>
            <a:r>
              <a:rPr lang="x-none" dirty="0"/>
              <a:t>Third level</a:t>
            </a:r>
          </a:p>
          <a:p>
            <a:pPr lvl="3"/>
            <a:r>
              <a:rPr lang="x-none" dirty="0"/>
              <a:t>Fourth level</a:t>
            </a:r>
          </a:p>
          <a:p>
            <a:pPr lvl="4"/>
            <a:r>
              <a:rPr lang="x-none" dirty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3C97DCFE-67E8-3C44-90AA-7DC2FE005EAD}" type="datetimeFigureOut">
              <a:rPr lang="en-US" smtClean="0"/>
              <a:t>12/13/2018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253787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5A7D70D-60BE-A041-80D5-A05D398A7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9294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3C97DCFE-67E8-3C44-90AA-7DC2FE005EAD}" type="datetimeFigureOut">
              <a:rPr lang="en-US" smtClean="0"/>
              <a:t>12/13/2018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53787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5A7D70D-60BE-A041-80D5-A05D398A7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6331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3C97DCFE-67E8-3C44-90AA-7DC2FE005EAD}" type="datetimeFigureOut">
              <a:rPr lang="en-US" smtClean="0"/>
              <a:t>12/13/2018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253787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5A7D70D-60BE-A041-80D5-A05D398A7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4502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3C97DCFE-67E8-3C44-90AA-7DC2FE005EAD}" type="datetimeFigureOut">
              <a:rPr lang="en-US" smtClean="0"/>
              <a:t>12/13/2018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253787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5A7D70D-60BE-A041-80D5-A05D398A7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982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x-none"/>
              <a:t>Drag picture to placeholder or click icon to add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3C97DCFE-67E8-3C44-90AA-7DC2FE005EAD}" type="datetimeFigureOut">
              <a:rPr lang="en-US" smtClean="0"/>
              <a:t>12/13/2018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253787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5A7D70D-60BE-A041-80D5-A05D398A7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0979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3C97DCFE-67E8-3C44-90AA-7DC2FE005EAD}" type="datetimeFigureOut">
              <a:rPr lang="en-US" smtClean="0"/>
              <a:t>12/13/2018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53787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5A7D70D-60BE-A041-80D5-A05D398A7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2862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3C97DCFE-67E8-3C44-90AA-7DC2FE005EAD}" type="datetimeFigureOut">
              <a:rPr lang="en-US" smtClean="0"/>
              <a:t>12/13/2018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53787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5A7D70D-60BE-A041-80D5-A05D398A7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862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x-none" dirty="0"/>
              <a:t>Title (Memphis Medium)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0403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x-none" dirty="0"/>
              <a:t>Content (TradeGothic)</a:t>
            </a:r>
          </a:p>
          <a:p>
            <a:pPr lvl="0"/>
            <a:endParaRPr lang="x-none" dirty="0"/>
          </a:p>
          <a:p>
            <a:pPr lvl="0"/>
            <a:r>
              <a:rPr lang="x-none" dirty="0"/>
              <a:t>Content</a:t>
            </a:r>
          </a:p>
          <a:p>
            <a:pPr lvl="1"/>
            <a:r>
              <a:rPr lang="x-none" dirty="0"/>
              <a:t>Second level</a:t>
            </a:r>
          </a:p>
          <a:p>
            <a:pPr lvl="2"/>
            <a:r>
              <a:rPr lang="x-none" dirty="0"/>
              <a:t>Third level</a:t>
            </a:r>
          </a:p>
          <a:p>
            <a:pPr lvl="3"/>
            <a:r>
              <a:rPr lang="x-none" dirty="0"/>
              <a:t>Fourth level</a:t>
            </a:r>
          </a:p>
          <a:p>
            <a:pPr lvl="4"/>
            <a:r>
              <a:rPr lang="x-none" dirty="0"/>
              <a:t>Fifth level</a:t>
            </a:r>
            <a:endParaRPr lang="en-US" dirty="0"/>
          </a:p>
        </p:txBody>
      </p:sp>
      <p:grpSp>
        <p:nvGrpSpPr>
          <p:cNvPr id="5" name="Group 4"/>
          <p:cNvGrpSpPr/>
          <p:nvPr userDrawn="1"/>
        </p:nvGrpSpPr>
        <p:grpSpPr>
          <a:xfrm>
            <a:off x="0" y="5731732"/>
            <a:ext cx="9247089" cy="1126267"/>
            <a:chOff x="0" y="5731732"/>
            <a:chExt cx="9247089" cy="1126267"/>
          </a:xfrm>
        </p:grpSpPr>
        <p:grpSp>
          <p:nvGrpSpPr>
            <p:cNvPr id="4" name="Group 3"/>
            <p:cNvGrpSpPr/>
            <p:nvPr userDrawn="1"/>
          </p:nvGrpSpPr>
          <p:grpSpPr>
            <a:xfrm>
              <a:off x="0" y="5731732"/>
              <a:ext cx="9144000" cy="1126267"/>
              <a:chOff x="0" y="5731732"/>
              <a:chExt cx="9144000" cy="1126267"/>
            </a:xfrm>
          </p:grpSpPr>
          <p:pic>
            <p:nvPicPr>
              <p:cNvPr id="12" name="Picture 11" descr="Textile-Block"/>
              <p:cNvPicPr>
                <a:picLocks noChangeAspect="1"/>
              </p:cNvPicPr>
              <p:nvPr userDrawn="1"/>
            </p:nvPicPr>
            <p:blipFill rotWithShape="1"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087" t="1" r="2859" b="42638"/>
              <a:stretch/>
            </p:blipFill>
            <p:spPr>
              <a:xfrm>
                <a:off x="0" y="5731732"/>
                <a:ext cx="9144000" cy="1126267"/>
              </a:xfrm>
              <a:prstGeom prst="rect">
                <a:avLst/>
              </a:prstGeom>
            </p:spPr>
          </p:pic>
          <p:pic>
            <p:nvPicPr>
              <p:cNvPr id="9" name="Picture 8" descr="Partners-Logo_White_transparent.png"/>
              <p:cNvPicPr>
                <a:picLocks noChangeAspect="1"/>
              </p:cNvPicPr>
              <p:nvPr userDrawn="1"/>
            </p:nvPicPr>
            <p:blipFill>
              <a:blip r:embed="rId1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57200" y="6279131"/>
                <a:ext cx="2803280" cy="513001"/>
              </a:xfrm>
              <a:prstGeom prst="rect">
                <a:avLst/>
              </a:prstGeom>
            </p:spPr>
          </p:pic>
        </p:grpSp>
        <p:grpSp>
          <p:nvGrpSpPr>
            <p:cNvPr id="18" name="Group 17"/>
            <p:cNvGrpSpPr/>
            <p:nvPr userDrawn="1"/>
          </p:nvGrpSpPr>
          <p:grpSpPr>
            <a:xfrm>
              <a:off x="3981326" y="6415008"/>
              <a:ext cx="5265763" cy="314795"/>
              <a:chOff x="3981326" y="6415008"/>
              <a:chExt cx="5265763" cy="314795"/>
            </a:xfrm>
          </p:grpSpPr>
          <p:grpSp>
            <p:nvGrpSpPr>
              <p:cNvPr id="14" name="Group 13"/>
              <p:cNvGrpSpPr/>
              <p:nvPr userDrawn="1"/>
            </p:nvGrpSpPr>
            <p:grpSpPr>
              <a:xfrm>
                <a:off x="3981326" y="6422800"/>
                <a:ext cx="5265763" cy="276999"/>
                <a:chOff x="3981326" y="6422800"/>
                <a:chExt cx="5265763" cy="276999"/>
              </a:xfrm>
            </p:grpSpPr>
            <p:sp>
              <p:nvSpPr>
                <p:cNvPr id="15" name="Rectangle 14"/>
                <p:cNvSpPr/>
                <p:nvPr/>
              </p:nvSpPr>
              <p:spPr>
                <a:xfrm>
                  <a:off x="3981326" y="6422800"/>
                  <a:ext cx="5265763" cy="276999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r>
                    <a:rPr lang="en-US" sz="1200" dirty="0" err="1">
                      <a:solidFill>
                        <a:schemeClr val="bg1"/>
                      </a:solidFill>
                      <a:latin typeface="Trade Gothic"/>
                      <a:cs typeface="Trade Gothic"/>
                    </a:rPr>
                    <a:t>www.partners.net</a:t>
                  </a:r>
                  <a:r>
                    <a:rPr lang="en-US" sz="1200" dirty="0">
                      <a:solidFill>
                        <a:schemeClr val="bg1"/>
                      </a:solidFill>
                      <a:latin typeface="Trade Gothic"/>
                      <a:cs typeface="Trade Gothic"/>
                    </a:rPr>
                    <a:t>   |       @</a:t>
                  </a:r>
                  <a:r>
                    <a:rPr lang="en-US" sz="1200" dirty="0" err="1">
                      <a:solidFill>
                        <a:schemeClr val="bg1"/>
                      </a:solidFill>
                      <a:latin typeface="Trade Gothic"/>
                      <a:cs typeface="Trade Gothic"/>
                    </a:rPr>
                    <a:t>PartnersAmerica</a:t>
                  </a:r>
                  <a:r>
                    <a:rPr lang="en-US" sz="1200" dirty="0">
                      <a:solidFill>
                        <a:schemeClr val="bg1"/>
                      </a:solidFill>
                      <a:latin typeface="Trade Gothic"/>
                      <a:cs typeface="Trade Gothic"/>
                    </a:rPr>
                    <a:t>   |     \</a:t>
                  </a:r>
                  <a:r>
                    <a:rPr lang="en-US" sz="1200" dirty="0" err="1">
                      <a:solidFill>
                        <a:schemeClr val="bg1"/>
                      </a:solidFill>
                      <a:latin typeface="Trade Gothic"/>
                      <a:cs typeface="Trade Gothic"/>
                    </a:rPr>
                    <a:t>PartnersAmericas</a:t>
                  </a:r>
                  <a:endParaRPr lang="en-US" sz="1200" dirty="0">
                    <a:solidFill>
                      <a:schemeClr val="bg1"/>
                    </a:solidFill>
                    <a:latin typeface="Trade Gothic"/>
                    <a:cs typeface="Trade Gothic"/>
                  </a:endParaRPr>
                </a:p>
              </p:txBody>
            </p:sp>
            <p:pic>
              <p:nvPicPr>
                <p:cNvPr id="16" name="Picture 15" descr="facebook-icon -white-transparent-background.png"/>
                <p:cNvPicPr>
                  <a:picLocks noChangeAspect="1"/>
                </p:cNvPicPr>
                <p:nvPr/>
              </p:nvPicPr>
              <p:blipFill>
                <a:blip r:embed="rId16">
                  <a:alphaModFix/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107739" y="6446173"/>
                  <a:ext cx="221009" cy="221009"/>
                </a:xfrm>
                <a:prstGeom prst="rect">
                  <a:avLst/>
                </a:prstGeom>
              </p:spPr>
            </p:pic>
          </p:grpSp>
          <p:pic>
            <p:nvPicPr>
              <p:cNvPr id="17" name="Picture 16" descr="twitter-bird-white-transparent-background.png"/>
              <p:cNvPicPr>
                <a:picLocks noChangeAspect="1"/>
              </p:cNvPicPr>
              <p:nvPr userDrawn="1"/>
            </p:nvPicPr>
            <p:blipFill>
              <a:blip r:embed="rId17">
                <a:alphaModFix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446678" y="6415008"/>
                <a:ext cx="314795" cy="314795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18923835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72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b="1" kern="1200">
          <a:solidFill>
            <a:srgbClr val="F82136"/>
          </a:solidFill>
          <a:latin typeface="Memphis Medium"/>
          <a:ea typeface="+mj-ea"/>
          <a:cs typeface="Memphis Medium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Trade Gothic"/>
          <a:ea typeface="+mn-ea"/>
          <a:cs typeface="Trade Gothic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Trade Gothic"/>
          <a:ea typeface="+mn-ea"/>
          <a:cs typeface="Trade Gothic"/>
        </a:defRPr>
      </a:lvl2pPr>
      <a:lvl3pPr marL="1143000" indent="-228600" algn="l" defTabSz="457200" rtl="0" eaLnBrk="1" latinLnBrk="0" hangingPunct="1">
        <a:spcBef>
          <a:spcPct val="20000"/>
        </a:spcBef>
        <a:buFont typeface="Courier New"/>
        <a:buChar char="o"/>
        <a:defRPr sz="1800" kern="1200">
          <a:solidFill>
            <a:schemeClr val="tx1"/>
          </a:solidFill>
          <a:latin typeface="Trade Gothic"/>
          <a:ea typeface="+mn-ea"/>
          <a:cs typeface="Trade Gothic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tx1"/>
          </a:solidFill>
          <a:latin typeface="Trade Gothic"/>
          <a:ea typeface="+mn-ea"/>
          <a:cs typeface="Trade Gothic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tx1"/>
          </a:solidFill>
          <a:latin typeface="Trade Gothic"/>
          <a:ea typeface="+mn-ea"/>
          <a:cs typeface="Trade Gothic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.png"/><Relationship Id="rId4" Type="http://schemas.openxmlformats.org/officeDocument/2006/relationships/image" Target="../media/image9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hellogiggles.com/lifestyle/new-year-new-me-not-resolutions/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26606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 smtClean="0"/>
              <a:t> Wellness Announcements</a:t>
            </a:r>
            <a:endParaRPr lang="en-US" dirty="0"/>
          </a:p>
        </p:txBody>
      </p:sp>
      <p:sp>
        <p:nvSpPr>
          <p:cNvPr id="4" name="AutoShape 2" descr="Image result for december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Image result for december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6" descr="Image result for december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31" name="Picture 7" descr="F:\1. Wellness\December Imag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700" y="843208"/>
            <a:ext cx="7086600" cy="30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603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48" y="177926"/>
            <a:ext cx="90297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Partners’ Annual Holiday Festivities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3096" y="1215422"/>
            <a:ext cx="4870938" cy="4040352"/>
          </a:xfrm>
        </p:spPr>
        <p:txBody>
          <a:bodyPr/>
          <a:lstStyle/>
          <a:p>
            <a:r>
              <a:rPr lang="en-US" b="1" dirty="0" smtClean="0"/>
              <a:t>Friday, December 14  </a:t>
            </a:r>
            <a:r>
              <a:rPr lang="en-US" dirty="0" smtClean="0"/>
              <a:t>(Danielle/Renata)</a:t>
            </a:r>
          </a:p>
          <a:p>
            <a:pPr marL="457200" lvl="1" indent="0">
              <a:buNone/>
            </a:pPr>
            <a:endParaRPr lang="en-US" dirty="0" smtClean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 smtClean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 smtClean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 smtClean="0"/>
          </a:p>
          <a:p>
            <a:r>
              <a:rPr lang="en-US" b="1" dirty="0" smtClean="0"/>
              <a:t>Saturday, December 15</a:t>
            </a:r>
            <a:r>
              <a:rPr lang="en-US" dirty="0" smtClean="0"/>
              <a:t> (Carmen/Barbara)</a:t>
            </a:r>
          </a:p>
          <a:p>
            <a:pPr marL="457200" lvl="1" indent="0">
              <a:buNone/>
            </a:pPr>
            <a:endParaRPr lang="en-US" dirty="0" smtClean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45"/>
          <a:stretch/>
        </p:blipFill>
        <p:spPr bwMode="auto">
          <a:xfrm>
            <a:off x="369281" y="1609006"/>
            <a:ext cx="3556928" cy="1890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 descr="Description: Description: Description: Description: Description: Image result for ugly sweater "/>
          <p:cNvPicPr/>
          <p:nvPr/>
        </p:nvPicPr>
        <p:blipFill>
          <a:blip r:embed="rId3">
            <a:clrChange>
              <a:clrFrom>
                <a:srgbClr val="FFFFFE"/>
              </a:clrFrom>
              <a:clrTo>
                <a:srgbClr val="FFFF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918636">
            <a:off x="3763327" y="2070201"/>
            <a:ext cx="1617345" cy="135382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7248" y="1980421"/>
            <a:ext cx="2286963" cy="1533379"/>
          </a:xfrm>
          <a:prstGeom prst="rect">
            <a:avLst/>
          </a:prstGeom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915" y="4172208"/>
            <a:ext cx="7772400" cy="15208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504374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7494" y="430869"/>
            <a:ext cx="6606113" cy="5209519"/>
          </a:xfrm>
        </p:spPr>
      </p:pic>
    </p:spTree>
    <p:extLst>
      <p:ext uri="{BB962C8B-B14F-4D97-AF65-F5344CB8AC3E}">
        <p14:creationId xmlns:p14="http://schemas.microsoft.com/office/powerpoint/2010/main" val="40806079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9 New Year, New Me </a:t>
            </a:r>
            <a:br>
              <a:rPr lang="en-US" dirty="0" smtClean="0"/>
            </a:br>
            <a:r>
              <a:rPr lang="en-US" dirty="0" smtClean="0"/>
              <a:t>Ideas Not Resolutions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6712" y="1539044"/>
            <a:ext cx="5303520" cy="37124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1011115" y="5251508"/>
            <a:ext cx="665577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https://hellogiggles.com/lifestyle/new-year-new-me-not-resolutions/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56402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Afternoon Energizer</a:t>
            </a:r>
            <a:endParaRPr lang="en-US" dirty="0"/>
          </a:p>
        </p:txBody>
      </p:sp>
      <p:pic>
        <p:nvPicPr>
          <p:cNvPr id="4098" name="Picture 2" descr="Image result for peaceful rain storm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81" r="5066"/>
          <a:stretch/>
        </p:blipFill>
        <p:spPr bwMode="auto">
          <a:xfrm>
            <a:off x="1248514" y="1351481"/>
            <a:ext cx="6534328" cy="40997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91720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artners Branding">
  <a:themeElements>
    <a:clrScheme name="Partners Palette">
      <a:dk1>
        <a:srgbClr val="FFFFFF"/>
      </a:dk1>
      <a:lt1>
        <a:srgbClr val="000000"/>
      </a:lt1>
      <a:dk2>
        <a:srgbClr val="FDBB30"/>
      </a:dk2>
      <a:lt2>
        <a:srgbClr val="0054A4"/>
      </a:lt2>
      <a:accent1>
        <a:srgbClr val="0084A9"/>
      </a:accent1>
      <a:accent2>
        <a:srgbClr val="711471"/>
      </a:accent2>
      <a:accent3>
        <a:srgbClr val="9FA617"/>
      </a:accent3>
      <a:accent4>
        <a:srgbClr val="B50938"/>
      </a:accent4>
      <a:accent5>
        <a:srgbClr val="439539"/>
      </a:accent5>
      <a:accent6>
        <a:srgbClr val="D60C8C"/>
      </a:accent6>
      <a:hlink>
        <a:srgbClr val="F15D22"/>
      </a:hlink>
      <a:folHlink>
        <a:srgbClr val="59582B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206C8355D678A459F2EF8957171B231" ma:contentTypeVersion="11" ma:contentTypeDescription="Create a new document." ma:contentTypeScope="" ma:versionID="acd556ae07fa19f48e80b51b5070dad1">
  <xsd:schema xmlns:xsd="http://www.w3.org/2001/XMLSchema" xmlns:xs="http://www.w3.org/2001/XMLSchema" xmlns:p="http://schemas.microsoft.com/office/2006/metadata/properties" xmlns:ns2="f2466082-b6bf-4153-98c3-3c41e85fda18" xmlns:ns3="dc808d36-874f-4b27-aec2-2fd649817929" targetNamespace="http://schemas.microsoft.com/office/2006/metadata/properties" ma:root="true" ma:fieldsID="3dc96546954f3f270c213e8ea1cb1272" ns2:_="" ns3:_="">
    <xsd:import namespace="f2466082-b6bf-4153-98c3-3c41e85fda18"/>
    <xsd:import namespace="dc808d36-874f-4b27-aec2-2fd64981792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2466082-b6bf-4153-98c3-3c41e85fda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c808d36-874f-4b27-aec2-2fd649817929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FBA252D-29AC-4D1C-85B1-D00CA583BC58}"/>
</file>

<file path=customXml/itemProps2.xml><?xml version="1.0" encoding="utf-8"?>
<ds:datastoreItem xmlns:ds="http://schemas.openxmlformats.org/officeDocument/2006/customXml" ds:itemID="{25AEDF0A-4FB4-4358-927A-FA05926F7899}"/>
</file>

<file path=customXml/itemProps3.xml><?xml version="1.0" encoding="utf-8"?>
<ds:datastoreItem xmlns:ds="http://schemas.openxmlformats.org/officeDocument/2006/customXml" ds:itemID="{92B8E9FB-FF31-4090-9113-D0F5B8E5DBFD}"/>
</file>

<file path=docProps/app.xml><?xml version="1.0" encoding="utf-8"?>
<Properties xmlns="http://schemas.openxmlformats.org/officeDocument/2006/extended-properties" xmlns:vt="http://schemas.openxmlformats.org/officeDocument/2006/docPropsVTypes">
  <Template>Partners Branding.thmx</Template>
  <TotalTime>34231</TotalTime>
  <Words>34</Words>
  <Application>Microsoft Office PowerPoint</Application>
  <PresentationFormat>On-screen Show (4:3)</PresentationFormat>
  <Paragraphs>14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Partners Branding</vt:lpstr>
      <vt:lpstr> Wellness Announcements</vt:lpstr>
      <vt:lpstr>Partners’ Annual Holiday Festivities</vt:lpstr>
      <vt:lpstr>PowerPoint Presentation</vt:lpstr>
      <vt:lpstr>9 New Year, New Me  Ideas Not Resolutions</vt:lpstr>
      <vt:lpstr>Afternoon Energizer</vt:lpstr>
    </vt:vector>
  </TitlesOfParts>
  <Company>Partners of the Americas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Evaluating &amp; Activating  NGO Audiences</dc:title>
  <dc:creator>Taylor Nelson</dc:creator>
  <cp:lastModifiedBy>Summar Lyons</cp:lastModifiedBy>
  <cp:revision>210</cp:revision>
  <dcterms:created xsi:type="dcterms:W3CDTF">2015-10-21T15:01:49Z</dcterms:created>
  <dcterms:modified xsi:type="dcterms:W3CDTF">2018-12-13T15:41:54Z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0x0101003206C8355D678A459F2EF8957171B231</vt:lpwstr>
  </property>
  <property fmtid="{D5CDD505-2E9C-101B-9397-08002B2CF9AE}" pid="3" name="Order">
    <vt:r8>188400</vt:r8>
  </property>
</Properties>
</file>