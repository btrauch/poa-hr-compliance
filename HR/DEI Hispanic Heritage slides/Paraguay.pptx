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4"/>
  </p:notesMasterIdLst>
  <p:sldIdLst>
    <p:sldId id="261" r:id="rId5"/>
    <p:sldId id="275" r:id="rId6"/>
    <p:sldId id="274" r:id="rId7"/>
    <p:sldId id="263" r:id="rId8"/>
    <p:sldId id="264" r:id="rId9"/>
    <p:sldId id="276" r:id="rId10"/>
    <p:sldId id="256" r:id="rId11"/>
    <p:sldId id="273" r:id="rId12"/>
    <p:sldId id="25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5E53"/>
    <a:srgbClr val="F9B547"/>
    <a:srgbClr val="552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6" autoAdjust="0"/>
    <p:restoredTop sz="91020"/>
  </p:normalViewPr>
  <p:slideViewPr>
    <p:cSldViewPr snapToGrid="0" showGuides="1">
      <p:cViewPr>
        <p:scale>
          <a:sx n="95" d="100"/>
          <a:sy n="95" d="100"/>
        </p:scale>
        <p:origin x="104" y="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7CC19-3485-5640-8E99-0B3615E9E7E8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AA367-5A1B-7249-B16E-323C2189FB1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2548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AA367-5A1B-7249-B16E-323C2189FB1D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791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AA367-5A1B-7249-B16E-323C2189FB1D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32298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0457-C616-E5E1-71F6-EE2F252FA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04EE4A-0AEB-18A7-5B82-E3098516D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84D52-A54B-25B5-14BF-31AA167A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0857-BA85-7935-4548-35E617D80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88130-5D23-6E56-2939-5C7F8B19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5853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66BF-B95D-EA5E-37E6-A1E66ADA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A3B36-5424-BDC1-331F-CBF1F9EDF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481C8-9062-1D43-D6AC-706AE3F8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F519F-AFEE-3AA0-285E-55C8C775E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7327A-61B4-C4E8-3A8C-B7C50F96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68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1AB2-CA4C-F0D2-C981-91481939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7B12D-45E2-2AF5-505B-B3690D68F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89132-8EAE-A6A2-D21D-5A62F46DE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FA477-F1E8-F005-828F-C0D0AEFC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EA892-384F-3849-77D0-2172CBEB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32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4A2B5-3E17-FF0A-5E8F-775174DC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7FA3-CCE3-29FA-E008-A0A476830E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F820A-D55B-3B69-39C0-D1F4B507E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9793D-91C8-E411-EE58-CB173B2B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871E2-17C6-623F-AEFD-8BED829D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A07D7-6BEC-C968-178D-E855F89D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7862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768E1-64F4-0C7D-775B-E1AAC13C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8AD4D-2E06-A042-5811-74FB03CE4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C2C87-7E4F-F5E6-3C0B-62099B2A3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7E3CE-5793-D6E3-B6F7-B650934C0F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337D6-D69F-9A3A-30B5-32D6D4261E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2640BE-E42C-6B75-6244-0E2C4F39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4A780-4FE7-36D3-C0C2-F8C10A4D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AC659-CC82-73DB-4B27-B46685A9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6020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2737-CE8D-4F7D-AB88-2C4B0D6E2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88E84-D0A2-D53A-FB39-4C07BFFD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BAE2FE-FEB7-6D05-A82F-88AEAD65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3695B-5B2E-2395-F283-AFD67AA9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4483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9D2E4-12A0-3E37-AAD9-D0984CC0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E73B5-006B-5F86-88C2-17032CCA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5EA1-6B05-BE15-ECD1-DB69EFA3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268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D5F7-BA47-38F7-C670-16E06691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5B792-39FC-246C-7AF5-DE0E85607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980A3-A4D1-2D41-49BE-B43AA3339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72ADF-B90D-FB27-BA90-BD5F948F0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511AA-CDC1-9105-1DD0-DBB60393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5966C-F78B-6E2C-2DCA-B26B4792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86660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CC56-6B67-D411-492E-6E5890DE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28D03B-7052-6B8E-B23F-2E5C9A2180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EB2BD-889A-F4C0-21DF-F75262492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74C74-E1F3-2260-C484-5A30304D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3455D-144F-40F8-AADD-FCAB8B71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70C50-9EA5-21B2-4125-F2877FE4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856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9A71-AA13-2E82-E162-F6709688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2108C-3993-BDCF-3897-CE1529A9B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A6BA5-4C5B-446C-26B1-6F6E3B57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0ACD7-301A-B3BD-1A10-71C0A289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5C370-0F98-CF26-300C-0B9EBE89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729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169558-6FEF-C734-B9E4-2A60C3092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304D3-E199-F166-529A-6F8D1245F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7107D-F89F-7E43-70ED-63E06F31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0F88-3B01-8A20-C8E8-C0944E548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51DEA-F57B-C9CE-1C43-E4C01205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126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39D13-B6B2-D405-2060-B8CC46A8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DD9C-0C66-D689-2F09-DB1FF93AC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53390-2780-E49D-D347-C8DF71894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11A05-CA1E-FD40-8FD5-9A0EBEC9CA1A}" type="datetimeFigureOut">
              <a:rPr lang="es-ES_tradnl" smtClean="0"/>
              <a:t>29/09/2023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8E60-7C0F-1DD2-7F89-BAAF70CC9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3EEBB-EF7A-727C-D114-93157C0D0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BE65C-9A49-E14B-A587-6A9602B8A3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7590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73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12" Type="http://schemas.openxmlformats.org/officeDocument/2006/relationships/image" Target="../media/image29.jpe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image" Target="../media/image28.svg"/><Relationship Id="rId5" Type="http://schemas.openxmlformats.org/officeDocument/2006/relationships/image" Target="../media/image22.emf"/><Relationship Id="rId10" Type="http://schemas.openxmlformats.org/officeDocument/2006/relationships/image" Target="../media/image27.png"/><Relationship Id="rId4" Type="http://schemas.openxmlformats.org/officeDocument/2006/relationships/image" Target="../media/image21.emf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n on Paraguai">
            <a:extLst>
              <a:ext uri="{FF2B5EF4-FFF2-40B4-BE49-F238E27FC236}">
                <a16:creationId xmlns:a16="http://schemas.microsoft.com/office/drawing/2014/main" id="{877B5E22-C89F-79E4-C53A-C7BED2CAA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0441" y="1204205"/>
            <a:ext cx="3450784" cy="537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DB414FFB-A404-8F4F-23B6-FC45532D6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92923" y="2442846"/>
            <a:ext cx="6025985" cy="302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2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bispos paraguayos piden que se escuche &quot;la legítima indignación de la  población&quot; - AICA.org">
            <a:extLst>
              <a:ext uri="{FF2B5EF4-FFF2-40B4-BE49-F238E27FC236}">
                <a16:creationId xmlns:a16="http://schemas.microsoft.com/office/drawing/2014/main" id="{ECF609CC-5395-2D49-7666-323DEEF37B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307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F8EF595-3755-834B-7246-AE2A49B2BEA8}"/>
              </a:ext>
            </a:extLst>
          </p:cNvPr>
          <p:cNvSpPr txBox="1"/>
          <p:nvPr/>
        </p:nvSpPr>
        <p:spPr>
          <a:xfrm>
            <a:off x="523875" y="531724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Su mayor capital</a:t>
            </a: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 descr="Jose Roberto Willis on Instagram: “La gente con mucha esperanza !!! Vamos  Paraguay!!!!”">
            <a:extLst>
              <a:ext uri="{FF2B5EF4-FFF2-40B4-BE49-F238E27FC236}">
                <a16:creationId xmlns:a16="http://schemas.microsoft.com/office/drawing/2014/main" id="{F5AB46C3-80DC-BE97-C4E6-D292925E0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336109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>
            <a:extLst>
              <a:ext uri="{FF2B5EF4-FFF2-40B4-BE49-F238E27FC236}">
                <a16:creationId xmlns:a16="http://schemas.microsoft.com/office/drawing/2014/main" id="{EF8EF595-3755-834B-7246-AE2A49B2BEA8}"/>
              </a:ext>
            </a:extLst>
          </p:cNvPr>
          <p:cNvSpPr txBox="1"/>
          <p:nvPr/>
        </p:nvSpPr>
        <p:spPr>
          <a:xfrm>
            <a:off x="1989186" y="5127323"/>
            <a:ext cx="8236675" cy="792658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Su mayor </a:t>
            </a:r>
            <a:r>
              <a:rPr lang="en-US" sz="33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recurso</a:t>
            </a:r>
            <a:r>
              <a:rPr lang="en-US" sz="33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natural</a:t>
            </a:r>
          </a:p>
        </p:txBody>
      </p:sp>
      <p:sp>
        <p:nvSpPr>
          <p:cNvPr id="2069" name="Freeform: Shape 2068">
            <a:extLst>
              <a:ext uri="{FF2B5EF4-FFF2-40B4-BE49-F238E27FC236}">
                <a16:creationId xmlns:a16="http://schemas.microsoft.com/office/drawing/2014/main" id="{73844404-E04B-F587-0397-04D02020A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736585" flipH="1" flipV="1">
            <a:off x="1117198" y="1487715"/>
            <a:ext cx="1055770" cy="1192652"/>
          </a:xfrm>
          <a:custGeom>
            <a:avLst/>
            <a:gdLst>
              <a:gd name="connsiteX0" fmla="*/ 1929645 w 2813738"/>
              <a:gd name="connsiteY0" fmla="*/ 3173450 h 3214044"/>
              <a:gd name="connsiteX1" fmla="*/ 1581773 w 2813738"/>
              <a:gd name="connsiteY1" fmla="*/ 3212054 h 3214044"/>
              <a:gd name="connsiteX2" fmla="*/ 546159 w 2813738"/>
              <a:gd name="connsiteY2" fmla="*/ 2756430 h 3214044"/>
              <a:gd name="connsiteX3" fmla="*/ 336057 w 2813738"/>
              <a:gd name="connsiteY3" fmla="*/ 2229184 h 3214044"/>
              <a:gd name="connsiteX4" fmla="*/ 334808 w 2813738"/>
              <a:gd name="connsiteY4" fmla="*/ 2196353 h 3214044"/>
              <a:gd name="connsiteX5" fmla="*/ 0 w 2813738"/>
              <a:gd name="connsiteY5" fmla="*/ 481954 h 3214044"/>
              <a:gd name="connsiteX6" fmla="*/ 2467865 w 2813738"/>
              <a:gd name="connsiteY6" fmla="*/ 0 h 3214044"/>
              <a:gd name="connsiteX7" fmla="*/ 2809430 w 2813738"/>
              <a:gd name="connsiteY7" fmla="*/ 1748995 h 3214044"/>
              <a:gd name="connsiteX8" fmla="*/ 2784500 w 2813738"/>
              <a:gd name="connsiteY8" fmla="*/ 1753864 h 3214044"/>
              <a:gd name="connsiteX9" fmla="*/ 2793072 w 2813738"/>
              <a:gd name="connsiteY9" fmla="*/ 1800696 h 3214044"/>
              <a:gd name="connsiteX10" fmla="*/ 2813681 w 2813738"/>
              <a:gd name="connsiteY10" fmla="*/ 2045662 h 3214044"/>
              <a:gd name="connsiteX11" fmla="*/ 2749358 w 2813738"/>
              <a:gd name="connsiteY11" fmla="*/ 2417869 h 3214044"/>
              <a:gd name="connsiteX12" fmla="*/ 2299096 w 2813738"/>
              <a:gd name="connsiteY12" fmla="*/ 3038713 h 3214044"/>
              <a:gd name="connsiteX13" fmla="*/ 1929645 w 2813738"/>
              <a:gd name="connsiteY13" fmla="*/ 3173450 h 3214044"/>
              <a:gd name="connsiteX0" fmla="*/ 1929645 w 2813738"/>
              <a:gd name="connsiteY0" fmla="*/ 3173450 h 3214044"/>
              <a:gd name="connsiteX1" fmla="*/ 1581773 w 2813738"/>
              <a:gd name="connsiteY1" fmla="*/ 3212054 h 3214044"/>
              <a:gd name="connsiteX2" fmla="*/ 546159 w 2813738"/>
              <a:gd name="connsiteY2" fmla="*/ 2756430 h 3214044"/>
              <a:gd name="connsiteX3" fmla="*/ 336057 w 2813738"/>
              <a:gd name="connsiteY3" fmla="*/ 2229184 h 3214044"/>
              <a:gd name="connsiteX4" fmla="*/ 334808 w 2813738"/>
              <a:gd name="connsiteY4" fmla="*/ 2196353 h 3214044"/>
              <a:gd name="connsiteX5" fmla="*/ 0 w 2813738"/>
              <a:gd name="connsiteY5" fmla="*/ 481954 h 3214044"/>
              <a:gd name="connsiteX6" fmla="*/ 2467865 w 2813738"/>
              <a:gd name="connsiteY6" fmla="*/ 0 h 3214044"/>
              <a:gd name="connsiteX7" fmla="*/ 2809430 w 2813738"/>
              <a:gd name="connsiteY7" fmla="*/ 1748995 h 3214044"/>
              <a:gd name="connsiteX8" fmla="*/ 2784500 w 2813738"/>
              <a:gd name="connsiteY8" fmla="*/ 1753864 h 3214044"/>
              <a:gd name="connsiteX9" fmla="*/ 2813681 w 2813738"/>
              <a:gd name="connsiteY9" fmla="*/ 2045662 h 3214044"/>
              <a:gd name="connsiteX10" fmla="*/ 2749358 w 2813738"/>
              <a:gd name="connsiteY10" fmla="*/ 2417869 h 3214044"/>
              <a:gd name="connsiteX11" fmla="*/ 2299096 w 2813738"/>
              <a:gd name="connsiteY11" fmla="*/ 3038713 h 3214044"/>
              <a:gd name="connsiteX12" fmla="*/ 1929645 w 2813738"/>
              <a:gd name="connsiteY12" fmla="*/ 3173450 h 3214044"/>
              <a:gd name="connsiteX0" fmla="*/ 1929645 w 2813738"/>
              <a:gd name="connsiteY0" fmla="*/ 3173450 h 3214044"/>
              <a:gd name="connsiteX1" fmla="*/ 1581773 w 2813738"/>
              <a:gd name="connsiteY1" fmla="*/ 3212054 h 3214044"/>
              <a:gd name="connsiteX2" fmla="*/ 546159 w 2813738"/>
              <a:gd name="connsiteY2" fmla="*/ 2756430 h 3214044"/>
              <a:gd name="connsiteX3" fmla="*/ 336057 w 2813738"/>
              <a:gd name="connsiteY3" fmla="*/ 2229184 h 3214044"/>
              <a:gd name="connsiteX4" fmla="*/ 334808 w 2813738"/>
              <a:gd name="connsiteY4" fmla="*/ 2196353 h 3214044"/>
              <a:gd name="connsiteX5" fmla="*/ 0 w 2813738"/>
              <a:gd name="connsiteY5" fmla="*/ 481954 h 3214044"/>
              <a:gd name="connsiteX6" fmla="*/ 2467865 w 2813738"/>
              <a:gd name="connsiteY6" fmla="*/ 0 h 3214044"/>
              <a:gd name="connsiteX7" fmla="*/ 2809430 w 2813738"/>
              <a:gd name="connsiteY7" fmla="*/ 1748995 h 3214044"/>
              <a:gd name="connsiteX8" fmla="*/ 2813681 w 2813738"/>
              <a:gd name="connsiteY8" fmla="*/ 2045662 h 3214044"/>
              <a:gd name="connsiteX9" fmla="*/ 2749358 w 2813738"/>
              <a:gd name="connsiteY9" fmla="*/ 2417869 h 3214044"/>
              <a:gd name="connsiteX10" fmla="*/ 2299096 w 2813738"/>
              <a:gd name="connsiteY10" fmla="*/ 3038713 h 3214044"/>
              <a:gd name="connsiteX11" fmla="*/ 1929645 w 2813738"/>
              <a:gd name="connsiteY11" fmla="*/ 3173450 h 3214044"/>
              <a:gd name="connsiteX0" fmla="*/ 2041023 w 2925116"/>
              <a:gd name="connsiteY0" fmla="*/ 3173450 h 3214044"/>
              <a:gd name="connsiteX1" fmla="*/ 1693151 w 2925116"/>
              <a:gd name="connsiteY1" fmla="*/ 3212054 h 3214044"/>
              <a:gd name="connsiteX2" fmla="*/ 657537 w 2925116"/>
              <a:gd name="connsiteY2" fmla="*/ 2756430 h 3214044"/>
              <a:gd name="connsiteX3" fmla="*/ 447435 w 2925116"/>
              <a:gd name="connsiteY3" fmla="*/ 2229184 h 3214044"/>
              <a:gd name="connsiteX4" fmla="*/ 111378 w 2925116"/>
              <a:gd name="connsiteY4" fmla="*/ 481954 h 3214044"/>
              <a:gd name="connsiteX5" fmla="*/ 2579243 w 2925116"/>
              <a:gd name="connsiteY5" fmla="*/ 0 h 3214044"/>
              <a:gd name="connsiteX6" fmla="*/ 2920808 w 2925116"/>
              <a:gd name="connsiteY6" fmla="*/ 1748995 h 3214044"/>
              <a:gd name="connsiteX7" fmla="*/ 2925059 w 2925116"/>
              <a:gd name="connsiteY7" fmla="*/ 2045662 h 3214044"/>
              <a:gd name="connsiteX8" fmla="*/ 2860736 w 2925116"/>
              <a:gd name="connsiteY8" fmla="*/ 2417869 h 3214044"/>
              <a:gd name="connsiteX9" fmla="*/ 2410474 w 2925116"/>
              <a:gd name="connsiteY9" fmla="*/ 3038713 h 3214044"/>
              <a:gd name="connsiteX10" fmla="*/ 2041023 w 2925116"/>
              <a:gd name="connsiteY10" fmla="*/ 3173450 h 3214044"/>
              <a:gd name="connsiteX0" fmla="*/ 1929645 w 2813738"/>
              <a:gd name="connsiteY0" fmla="*/ 3173450 h 3214044"/>
              <a:gd name="connsiteX1" fmla="*/ 1581773 w 2813738"/>
              <a:gd name="connsiteY1" fmla="*/ 3212054 h 3214044"/>
              <a:gd name="connsiteX2" fmla="*/ 546159 w 2813738"/>
              <a:gd name="connsiteY2" fmla="*/ 2756430 h 3214044"/>
              <a:gd name="connsiteX3" fmla="*/ 336057 w 2813738"/>
              <a:gd name="connsiteY3" fmla="*/ 2229184 h 3214044"/>
              <a:gd name="connsiteX4" fmla="*/ 0 w 2813738"/>
              <a:gd name="connsiteY4" fmla="*/ 481954 h 3214044"/>
              <a:gd name="connsiteX5" fmla="*/ 2467865 w 2813738"/>
              <a:gd name="connsiteY5" fmla="*/ 0 h 3214044"/>
              <a:gd name="connsiteX6" fmla="*/ 2809430 w 2813738"/>
              <a:gd name="connsiteY6" fmla="*/ 1748995 h 3214044"/>
              <a:gd name="connsiteX7" fmla="*/ 2813681 w 2813738"/>
              <a:gd name="connsiteY7" fmla="*/ 2045662 h 3214044"/>
              <a:gd name="connsiteX8" fmla="*/ 2749358 w 2813738"/>
              <a:gd name="connsiteY8" fmla="*/ 2417869 h 3214044"/>
              <a:gd name="connsiteX9" fmla="*/ 2299096 w 2813738"/>
              <a:gd name="connsiteY9" fmla="*/ 3038713 h 3214044"/>
              <a:gd name="connsiteX10" fmla="*/ 1929645 w 2813738"/>
              <a:gd name="connsiteY10" fmla="*/ 3173450 h 3214044"/>
              <a:gd name="connsiteX0" fmla="*/ 1929645 w 2813738"/>
              <a:gd name="connsiteY0" fmla="*/ 3173450 h 3222394"/>
              <a:gd name="connsiteX1" fmla="*/ 1581773 w 2813738"/>
              <a:gd name="connsiteY1" fmla="*/ 3212054 h 3222394"/>
              <a:gd name="connsiteX2" fmla="*/ 634750 w 2813738"/>
              <a:gd name="connsiteY2" fmla="*/ 2993222 h 3222394"/>
              <a:gd name="connsiteX3" fmla="*/ 336057 w 2813738"/>
              <a:gd name="connsiteY3" fmla="*/ 2229184 h 3222394"/>
              <a:gd name="connsiteX4" fmla="*/ 0 w 2813738"/>
              <a:gd name="connsiteY4" fmla="*/ 481954 h 3222394"/>
              <a:gd name="connsiteX5" fmla="*/ 2467865 w 2813738"/>
              <a:gd name="connsiteY5" fmla="*/ 0 h 3222394"/>
              <a:gd name="connsiteX6" fmla="*/ 2809430 w 2813738"/>
              <a:gd name="connsiteY6" fmla="*/ 1748995 h 3222394"/>
              <a:gd name="connsiteX7" fmla="*/ 2813681 w 2813738"/>
              <a:gd name="connsiteY7" fmla="*/ 2045662 h 3222394"/>
              <a:gd name="connsiteX8" fmla="*/ 2749358 w 2813738"/>
              <a:gd name="connsiteY8" fmla="*/ 2417869 h 3222394"/>
              <a:gd name="connsiteX9" fmla="*/ 2299096 w 2813738"/>
              <a:gd name="connsiteY9" fmla="*/ 3038713 h 3222394"/>
              <a:gd name="connsiteX10" fmla="*/ 1929645 w 2813738"/>
              <a:gd name="connsiteY10" fmla="*/ 3173450 h 3222394"/>
              <a:gd name="connsiteX0" fmla="*/ 1929645 w 2813738"/>
              <a:gd name="connsiteY0" fmla="*/ 3173450 h 3259726"/>
              <a:gd name="connsiteX1" fmla="*/ 1581773 w 2813738"/>
              <a:gd name="connsiteY1" fmla="*/ 3212054 h 3259726"/>
              <a:gd name="connsiteX2" fmla="*/ 634750 w 2813738"/>
              <a:gd name="connsiteY2" fmla="*/ 2993222 h 3259726"/>
              <a:gd name="connsiteX3" fmla="*/ 336057 w 2813738"/>
              <a:gd name="connsiteY3" fmla="*/ 2229184 h 3259726"/>
              <a:gd name="connsiteX4" fmla="*/ 0 w 2813738"/>
              <a:gd name="connsiteY4" fmla="*/ 481954 h 3259726"/>
              <a:gd name="connsiteX5" fmla="*/ 2467865 w 2813738"/>
              <a:gd name="connsiteY5" fmla="*/ 0 h 3259726"/>
              <a:gd name="connsiteX6" fmla="*/ 2809430 w 2813738"/>
              <a:gd name="connsiteY6" fmla="*/ 1748995 h 3259726"/>
              <a:gd name="connsiteX7" fmla="*/ 2813681 w 2813738"/>
              <a:gd name="connsiteY7" fmla="*/ 2045662 h 3259726"/>
              <a:gd name="connsiteX8" fmla="*/ 2749358 w 2813738"/>
              <a:gd name="connsiteY8" fmla="*/ 2417869 h 3259726"/>
              <a:gd name="connsiteX9" fmla="*/ 2299096 w 2813738"/>
              <a:gd name="connsiteY9" fmla="*/ 3038713 h 3259726"/>
              <a:gd name="connsiteX10" fmla="*/ 1929645 w 2813738"/>
              <a:gd name="connsiteY10" fmla="*/ 3173450 h 3259726"/>
              <a:gd name="connsiteX0" fmla="*/ 1929645 w 2813738"/>
              <a:gd name="connsiteY0" fmla="*/ 3173450 h 3173450"/>
              <a:gd name="connsiteX1" fmla="*/ 634750 w 2813738"/>
              <a:gd name="connsiteY1" fmla="*/ 2993222 h 3173450"/>
              <a:gd name="connsiteX2" fmla="*/ 336057 w 2813738"/>
              <a:gd name="connsiteY2" fmla="*/ 2229184 h 3173450"/>
              <a:gd name="connsiteX3" fmla="*/ 0 w 2813738"/>
              <a:gd name="connsiteY3" fmla="*/ 481954 h 3173450"/>
              <a:gd name="connsiteX4" fmla="*/ 2467865 w 2813738"/>
              <a:gd name="connsiteY4" fmla="*/ 0 h 3173450"/>
              <a:gd name="connsiteX5" fmla="*/ 2809430 w 2813738"/>
              <a:gd name="connsiteY5" fmla="*/ 1748995 h 3173450"/>
              <a:gd name="connsiteX6" fmla="*/ 2813681 w 2813738"/>
              <a:gd name="connsiteY6" fmla="*/ 2045662 h 3173450"/>
              <a:gd name="connsiteX7" fmla="*/ 2749358 w 2813738"/>
              <a:gd name="connsiteY7" fmla="*/ 2417869 h 3173450"/>
              <a:gd name="connsiteX8" fmla="*/ 2299096 w 2813738"/>
              <a:gd name="connsiteY8" fmla="*/ 3038713 h 3173450"/>
              <a:gd name="connsiteX9" fmla="*/ 1929645 w 2813738"/>
              <a:gd name="connsiteY9" fmla="*/ 3173450 h 3173450"/>
              <a:gd name="connsiteX0" fmla="*/ 1929645 w 2813738"/>
              <a:gd name="connsiteY0" fmla="*/ 3173450 h 3248537"/>
              <a:gd name="connsiteX1" fmla="*/ 796962 w 2813738"/>
              <a:gd name="connsiteY1" fmla="*/ 3173288 h 3248537"/>
              <a:gd name="connsiteX2" fmla="*/ 336057 w 2813738"/>
              <a:gd name="connsiteY2" fmla="*/ 2229184 h 3248537"/>
              <a:gd name="connsiteX3" fmla="*/ 0 w 2813738"/>
              <a:gd name="connsiteY3" fmla="*/ 481954 h 3248537"/>
              <a:gd name="connsiteX4" fmla="*/ 2467865 w 2813738"/>
              <a:gd name="connsiteY4" fmla="*/ 0 h 3248537"/>
              <a:gd name="connsiteX5" fmla="*/ 2809430 w 2813738"/>
              <a:gd name="connsiteY5" fmla="*/ 1748995 h 3248537"/>
              <a:gd name="connsiteX6" fmla="*/ 2813681 w 2813738"/>
              <a:gd name="connsiteY6" fmla="*/ 2045662 h 3248537"/>
              <a:gd name="connsiteX7" fmla="*/ 2749358 w 2813738"/>
              <a:gd name="connsiteY7" fmla="*/ 2417869 h 3248537"/>
              <a:gd name="connsiteX8" fmla="*/ 2299096 w 2813738"/>
              <a:gd name="connsiteY8" fmla="*/ 3038713 h 3248537"/>
              <a:gd name="connsiteX9" fmla="*/ 1929645 w 2813738"/>
              <a:gd name="connsiteY9" fmla="*/ 3173450 h 3248537"/>
              <a:gd name="connsiteX0" fmla="*/ 1929645 w 2813681"/>
              <a:gd name="connsiteY0" fmla="*/ 3173450 h 3248537"/>
              <a:gd name="connsiteX1" fmla="*/ 796962 w 2813681"/>
              <a:gd name="connsiteY1" fmla="*/ 3173288 h 3248537"/>
              <a:gd name="connsiteX2" fmla="*/ 336057 w 2813681"/>
              <a:gd name="connsiteY2" fmla="*/ 2229184 h 3248537"/>
              <a:gd name="connsiteX3" fmla="*/ 0 w 2813681"/>
              <a:gd name="connsiteY3" fmla="*/ 481954 h 3248537"/>
              <a:gd name="connsiteX4" fmla="*/ 2467865 w 2813681"/>
              <a:gd name="connsiteY4" fmla="*/ 0 h 3248537"/>
              <a:gd name="connsiteX5" fmla="*/ 2809430 w 2813681"/>
              <a:gd name="connsiteY5" fmla="*/ 1748995 h 3248537"/>
              <a:gd name="connsiteX6" fmla="*/ 2813681 w 2813681"/>
              <a:gd name="connsiteY6" fmla="*/ 2045662 h 3248537"/>
              <a:gd name="connsiteX7" fmla="*/ 2299096 w 2813681"/>
              <a:gd name="connsiteY7" fmla="*/ 3038713 h 3248537"/>
              <a:gd name="connsiteX8" fmla="*/ 1929645 w 2813681"/>
              <a:gd name="connsiteY8" fmla="*/ 3173450 h 3248537"/>
              <a:gd name="connsiteX0" fmla="*/ 1929645 w 2816936"/>
              <a:gd name="connsiteY0" fmla="*/ 3173450 h 3248537"/>
              <a:gd name="connsiteX1" fmla="*/ 796962 w 2816936"/>
              <a:gd name="connsiteY1" fmla="*/ 3173288 h 3248537"/>
              <a:gd name="connsiteX2" fmla="*/ 336057 w 2816936"/>
              <a:gd name="connsiteY2" fmla="*/ 2229184 h 3248537"/>
              <a:gd name="connsiteX3" fmla="*/ 0 w 2816936"/>
              <a:gd name="connsiteY3" fmla="*/ 481954 h 3248537"/>
              <a:gd name="connsiteX4" fmla="*/ 2467865 w 2816936"/>
              <a:gd name="connsiteY4" fmla="*/ 0 h 3248537"/>
              <a:gd name="connsiteX5" fmla="*/ 2809430 w 2816936"/>
              <a:gd name="connsiteY5" fmla="*/ 1748995 h 3248537"/>
              <a:gd name="connsiteX6" fmla="*/ 2813681 w 2816936"/>
              <a:gd name="connsiteY6" fmla="*/ 2045662 h 3248537"/>
              <a:gd name="connsiteX7" fmla="*/ 2299096 w 2816936"/>
              <a:gd name="connsiteY7" fmla="*/ 3038713 h 3248537"/>
              <a:gd name="connsiteX8" fmla="*/ 1929645 w 2816936"/>
              <a:gd name="connsiteY8" fmla="*/ 3173450 h 3248537"/>
              <a:gd name="connsiteX0" fmla="*/ 1929645 w 2817968"/>
              <a:gd name="connsiteY0" fmla="*/ 3173450 h 3248537"/>
              <a:gd name="connsiteX1" fmla="*/ 796962 w 2817968"/>
              <a:gd name="connsiteY1" fmla="*/ 3173288 h 3248537"/>
              <a:gd name="connsiteX2" fmla="*/ 336057 w 2817968"/>
              <a:gd name="connsiteY2" fmla="*/ 2229184 h 3248537"/>
              <a:gd name="connsiteX3" fmla="*/ 0 w 2817968"/>
              <a:gd name="connsiteY3" fmla="*/ 481954 h 3248537"/>
              <a:gd name="connsiteX4" fmla="*/ 2467865 w 2817968"/>
              <a:gd name="connsiteY4" fmla="*/ 0 h 3248537"/>
              <a:gd name="connsiteX5" fmla="*/ 2809430 w 2817968"/>
              <a:gd name="connsiteY5" fmla="*/ 1748995 h 3248537"/>
              <a:gd name="connsiteX6" fmla="*/ 2813681 w 2817968"/>
              <a:gd name="connsiteY6" fmla="*/ 2045662 h 3248537"/>
              <a:gd name="connsiteX7" fmla="*/ 2299096 w 2817968"/>
              <a:gd name="connsiteY7" fmla="*/ 3038713 h 3248537"/>
              <a:gd name="connsiteX8" fmla="*/ 1929645 w 2817968"/>
              <a:gd name="connsiteY8" fmla="*/ 3173450 h 3248537"/>
              <a:gd name="connsiteX0" fmla="*/ 1929645 w 2818220"/>
              <a:gd name="connsiteY0" fmla="*/ 3173450 h 3248983"/>
              <a:gd name="connsiteX1" fmla="*/ 796962 w 2818220"/>
              <a:gd name="connsiteY1" fmla="*/ 3173288 h 3248983"/>
              <a:gd name="connsiteX2" fmla="*/ 336057 w 2818220"/>
              <a:gd name="connsiteY2" fmla="*/ 2229184 h 3248983"/>
              <a:gd name="connsiteX3" fmla="*/ 0 w 2818220"/>
              <a:gd name="connsiteY3" fmla="*/ 481954 h 3248983"/>
              <a:gd name="connsiteX4" fmla="*/ 2467865 w 2818220"/>
              <a:gd name="connsiteY4" fmla="*/ 0 h 3248983"/>
              <a:gd name="connsiteX5" fmla="*/ 2809430 w 2818220"/>
              <a:gd name="connsiteY5" fmla="*/ 1748995 h 3248983"/>
              <a:gd name="connsiteX6" fmla="*/ 2813681 w 2818220"/>
              <a:gd name="connsiteY6" fmla="*/ 2045662 h 3248983"/>
              <a:gd name="connsiteX7" fmla="*/ 2318165 w 2818220"/>
              <a:gd name="connsiteY7" fmla="*/ 3027931 h 3248983"/>
              <a:gd name="connsiteX8" fmla="*/ 1929645 w 2818220"/>
              <a:gd name="connsiteY8" fmla="*/ 3173450 h 3248983"/>
              <a:gd name="connsiteX0" fmla="*/ 1872966 w 2818220"/>
              <a:gd name="connsiteY0" fmla="*/ 3389204 h 3395069"/>
              <a:gd name="connsiteX1" fmla="*/ 796962 w 2818220"/>
              <a:gd name="connsiteY1" fmla="*/ 3173288 h 3395069"/>
              <a:gd name="connsiteX2" fmla="*/ 336057 w 2818220"/>
              <a:gd name="connsiteY2" fmla="*/ 2229184 h 3395069"/>
              <a:gd name="connsiteX3" fmla="*/ 0 w 2818220"/>
              <a:gd name="connsiteY3" fmla="*/ 481954 h 3395069"/>
              <a:gd name="connsiteX4" fmla="*/ 2467865 w 2818220"/>
              <a:gd name="connsiteY4" fmla="*/ 0 h 3395069"/>
              <a:gd name="connsiteX5" fmla="*/ 2809430 w 2818220"/>
              <a:gd name="connsiteY5" fmla="*/ 1748995 h 3395069"/>
              <a:gd name="connsiteX6" fmla="*/ 2813681 w 2818220"/>
              <a:gd name="connsiteY6" fmla="*/ 2045662 h 3395069"/>
              <a:gd name="connsiteX7" fmla="*/ 2318165 w 2818220"/>
              <a:gd name="connsiteY7" fmla="*/ 3027931 h 3395069"/>
              <a:gd name="connsiteX8" fmla="*/ 1872966 w 2818220"/>
              <a:gd name="connsiteY8" fmla="*/ 3389204 h 3395069"/>
              <a:gd name="connsiteX0" fmla="*/ 1861016 w 2818220"/>
              <a:gd name="connsiteY0" fmla="*/ 3328014 h 3339978"/>
              <a:gd name="connsiteX1" fmla="*/ 796962 w 2818220"/>
              <a:gd name="connsiteY1" fmla="*/ 3173288 h 3339978"/>
              <a:gd name="connsiteX2" fmla="*/ 336057 w 2818220"/>
              <a:gd name="connsiteY2" fmla="*/ 2229184 h 3339978"/>
              <a:gd name="connsiteX3" fmla="*/ 0 w 2818220"/>
              <a:gd name="connsiteY3" fmla="*/ 481954 h 3339978"/>
              <a:gd name="connsiteX4" fmla="*/ 2467865 w 2818220"/>
              <a:gd name="connsiteY4" fmla="*/ 0 h 3339978"/>
              <a:gd name="connsiteX5" fmla="*/ 2809430 w 2818220"/>
              <a:gd name="connsiteY5" fmla="*/ 1748995 h 3339978"/>
              <a:gd name="connsiteX6" fmla="*/ 2813681 w 2818220"/>
              <a:gd name="connsiteY6" fmla="*/ 2045662 h 3339978"/>
              <a:gd name="connsiteX7" fmla="*/ 2318165 w 2818220"/>
              <a:gd name="connsiteY7" fmla="*/ 3027931 h 3339978"/>
              <a:gd name="connsiteX8" fmla="*/ 1861016 w 2818220"/>
              <a:gd name="connsiteY8" fmla="*/ 3328014 h 3339978"/>
              <a:gd name="connsiteX0" fmla="*/ 1861016 w 2820003"/>
              <a:gd name="connsiteY0" fmla="*/ 3328014 h 3339751"/>
              <a:gd name="connsiteX1" fmla="*/ 796962 w 2820003"/>
              <a:gd name="connsiteY1" fmla="*/ 3173288 h 3339751"/>
              <a:gd name="connsiteX2" fmla="*/ 336057 w 2820003"/>
              <a:gd name="connsiteY2" fmla="*/ 2229184 h 3339751"/>
              <a:gd name="connsiteX3" fmla="*/ 0 w 2820003"/>
              <a:gd name="connsiteY3" fmla="*/ 481954 h 3339751"/>
              <a:gd name="connsiteX4" fmla="*/ 2467865 w 2820003"/>
              <a:gd name="connsiteY4" fmla="*/ 0 h 3339751"/>
              <a:gd name="connsiteX5" fmla="*/ 2809430 w 2820003"/>
              <a:gd name="connsiteY5" fmla="*/ 1748995 h 3339751"/>
              <a:gd name="connsiteX6" fmla="*/ 2813681 w 2820003"/>
              <a:gd name="connsiteY6" fmla="*/ 2045662 h 3339751"/>
              <a:gd name="connsiteX7" fmla="*/ 2410534 w 2820003"/>
              <a:gd name="connsiteY7" fmla="*/ 3031066 h 3339751"/>
              <a:gd name="connsiteX8" fmla="*/ 1861016 w 2820003"/>
              <a:gd name="connsiteY8" fmla="*/ 3328014 h 3339751"/>
              <a:gd name="connsiteX0" fmla="*/ 1861016 w 2819648"/>
              <a:gd name="connsiteY0" fmla="*/ 3328014 h 3339751"/>
              <a:gd name="connsiteX1" fmla="*/ 796962 w 2819648"/>
              <a:gd name="connsiteY1" fmla="*/ 3173288 h 3339751"/>
              <a:gd name="connsiteX2" fmla="*/ 336057 w 2819648"/>
              <a:gd name="connsiteY2" fmla="*/ 2229184 h 3339751"/>
              <a:gd name="connsiteX3" fmla="*/ 0 w 2819648"/>
              <a:gd name="connsiteY3" fmla="*/ 481954 h 3339751"/>
              <a:gd name="connsiteX4" fmla="*/ 2467865 w 2819648"/>
              <a:gd name="connsiteY4" fmla="*/ 0 h 3339751"/>
              <a:gd name="connsiteX5" fmla="*/ 2809430 w 2819648"/>
              <a:gd name="connsiteY5" fmla="*/ 1748995 h 3339751"/>
              <a:gd name="connsiteX6" fmla="*/ 2813681 w 2819648"/>
              <a:gd name="connsiteY6" fmla="*/ 2045662 h 3339751"/>
              <a:gd name="connsiteX7" fmla="*/ 2410534 w 2819648"/>
              <a:gd name="connsiteY7" fmla="*/ 3031066 h 3339751"/>
              <a:gd name="connsiteX8" fmla="*/ 1861016 w 2819648"/>
              <a:gd name="connsiteY8" fmla="*/ 3328014 h 3339751"/>
              <a:gd name="connsiteX0" fmla="*/ 1861016 w 2820851"/>
              <a:gd name="connsiteY0" fmla="*/ 3328014 h 3341130"/>
              <a:gd name="connsiteX1" fmla="*/ 796962 w 2820851"/>
              <a:gd name="connsiteY1" fmla="*/ 3173288 h 3341130"/>
              <a:gd name="connsiteX2" fmla="*/ 336057 w 2820851"/>
              <a:gd name="connsiteY2" fmla="*/ 2229184 h 3341130"/>
              <a:gd name="connsiteX3" fmla="*/ 0 w 2820851"/>
              <a:gd name="connsiteY3" fmla="*/ 481954 h 3341130"/>
              <a:gd name="connsiteX4" fmla="*/ 2467865 w 2820851"/>
              <a:gd name="connsiteY4" fmla="*/ 0 h 3341130"/>
              <a:gd name="connsiteX5" fmla="*/ 2809430 w 2820851"/>
              <a:gd name="connsiteY5" fmla="*/ 1748995 h 3341130"/>
              <a:gd name="connsiteX6" fmla="*/ 2813681 w 2820851"/>
              <a:gd name="connsiteY6" fmla="*/ 2045662 h 3341130"/>
              <a:gd name="connsiteX7" fmla="*/ 2452877 w 2820851"/>
              <a:gd name="connsiteY7" fmla="*/ 3012062 h 3341130"/>
              <a:gd name="connsiteX8" fmla="*/ 1861016 w 2820851"/>
              <a:gd name="connsiteY8" fmla="*/ 3328014 h 3341130"/>
              <a:gd name="connsiteX0" fmla="*/ 1861016 w 2835461"/>
              <a:gd name="connsiteY0" fmla="*/ 3328014 h 3341130"/>
              <a:gd name="connsiteX1" fmla="*/ 796962 w 2835461"/>
              <a:gd name="connsiteY1" fmla="*/ 3173288 h 3341130"/>
              <a:gd name="connsiteX2" fmla="*/ 336057 w 2835461"/>
              <a:gd name="connsiteY2" fmla="*/ 2229184 h 3341130"/>
              <a:gd name="connsiteX3" fmla="*/ 0 w 2835461"/>
              <a:gd name="connsiteY3" fmla="*/ 481954 h 3341130"/>
              <a:gd name="connsiteX4" fmla="*/ 2467865 w 2835461"/>
              <a:gd name="connsiteY4" fmla="*/ 0 h 3341130"/>
              <a:gd name="connsiteX5" fmla="*/ 2809430 w 2835461"/>
              <a:gd name="connsiteY5" fmla="*/ 1748995 h 3341130"/>
              <a:gd name="connsiteX6" fmla="*/ 2828769 w 2835461"/>
              <a:gd name="connsiteY6" fmla="*/ 2091483 h 3341130"/>
              <a:gd name="connsiteX7" fmla="*/ 2452877 w 2835461"/>
              <a:gd name="connsiteY7" fmla="*/ 3012062 h 3341130"/>
              <a:gd name="connsiteX8" fmla="*/ 1861016 w 2835461"/>
              <a:gd name="connsiteY8" fmla="*/ 3328014 h 3341130"/>
              <a:gd name="connsiteX0" fmla="*/ 1861016 w 2835461"/>
              <a:gd name="connsiteY0" fmla="*/ 3328014 h 3341130"/>
              <a:gd name="connsiteX1" fmla="*/ 796962 w 2835461"/>
              <a:gd name="connsiteY1" fmla="*/ 3173288 h 3341130"/>
              <a:gd name="connsiteX2" fmla="*/ 336057 w 2835461"/>
              <a:gd name="connsiteY2" fmla="*/ 2229184 h 3341130"/>
              <a:gd name="connsiteX3" fmla="*/ 0 w 2835461"/>
              <a:gd name="connsiteY3" fmla="*/ 481954 h 3341130"/>
              <a:gd name="connsiteX4" fmla="*/ 2467865 w 2835461"/>
              <a:gd name="connsiteY4" fmla="*/ 0 h 3341130"/>
              <a:gd name="connsiteX5" fmla="*/ 2809430 w 2835461"/>
              <a:gd name="connsiteY5" fmla="*/ 1748995 h 3341130"/>
              <a:gd name="connsiteX6" fmla="*/ 2828769 w 2835461"/>
              <a:gd name="connsiteY6" fmla="*/ 2091483 h 3341130"/>
              <a:gd name="connsiteX7" fmla="*/ 2452877 w 2835461"/>
              <a:gd name="connsiteY7" fmla="*/ 3012062 h 3341130"/>
              <a:gd name="connsiteX8" fmla="*/ 1861016 w 2835461"/>
              <a:gd name="connsiteY8" fmla="*/ 3328014 h 3341130"/>
              <a:gd name="connsiteX0" fmla="*/ 1861016 w 2835461"/>
              <a:gd name="connsiteY0" fmla="*/ 3328014 h 3341130"/>
              <a:gd name="connsiteX1" fmla="*/ 796962 w 2835461"/>
              <a:gd name="connsiteY1" fmla="*/ 3173288 h 3341130"/>
              <a:gd name="connsiteX2" fmla="*/ 336057 w 2835461"/>
              <a:gd name="connsiteY2" fmla="*/ 2229184 h 3341130"/>
              <a:gd name="connsiteX3" fmla="*/ 0 w 2835461"/>
              <a:gd name="connsiteY3" fmla="*/ 481954 h 3341130"/>
              <a:gd name="connsiteX4" fmla="*/ 2467865 w 2835461"/>
              <a:gd name="connsiteY4" fmla="*/ 0 h 3341130"/>
              <a:gd name="connsiteX5" fmla="*/ 2803530 w 2835461"/>
              <a:gd name="connsiteY5" fmla="*/ 1718331 h 3341130"/>
              <a:gd name="connsiteX6" fmla="*/ 2828769 w 2835461"/>
              <a:gd name="connsiteY6" fmla="*/ 2091483 h 3341130"/>
              <a:gd name="connsiteX7" fmla="*/ 2452877 w 2835461"/>
              <a:gd name="connsiteY7" fmla="*/ 3012062 h 3341130"/>
              <a:gd name="connsiteX8" fmla="*/ 1861016 w 2835461"/>
              <a:gd name="connsiteY8" fmla="*/ 3328014 h 3341130"/>
              <a:gd name="connsiteX0" fmla="*/ 1861016 w 2829919"/>
              <a:gd name="connsiteY0" fmla="*/ 3328014 h 3341130"/>
              <a:gd name="connsiteX1" fmla="*/ 796962 w 2829919"/>
              <a:gd name="connsiteY1" fmla="*/ 3173288 h 3341130"/>
              <a:gd name="connsiteX2" fmla="*/ 336057 w 2829919"/>
              <a:gd name="connsiteY2" fmla="*/ 2229184 h 3341130"/>
              <a:gd name="connsiteX3" fmla="*/ 0 w 2829919"/>
              <a:gd name="connsiteY3" fmla="*/ 481954 h 3341130"/>
              <a:gd name="connsiteX4" fmla="*/ 2467865 w 2829919"/>
              <a:gd name="connsiteY4" fmla="*/ 0 h 3341130"/>
              <a:gd name="connsiteX5" fmla="*/ 2803530 w 2829919"/>
              <a:gd name="connsiteY5" fmla="*/ 1718331 h 3341130"/>
              <a:gd name="connsiteX6" fmla="*/ 2828769 w 2829919"/>
              <a:gd name="connsiteY6" fmla="*/ 2091483 h 3341130"/>
              <a:gd name="connsiteX7" fmla="*/ 2452877 w 2829919"/>
              <a:gd name="connsiteY7" fmla="*/ 3012062 h 3341130"/>
              <a:gd name="connsiteX8" fmla="*/ 1861016 w 2829919"/>
              <a:gd name="connsiteY8" fmla="*/ 3328014 h 3341130"/>
              <a:gd name="connsiteX0" fmla="*/ 1861016 w 2829919"/>
              <a:gd name="connsiteY0" fmla="*/ 3328014 h 3346886"/>
              <a:gd name="connsiteX1" fmla="*/ 796962 w 2829919"/>
              <a:gd name="connsiteY1" fmla="*/ 3173288 h 3346886"/>
              <a:gd name="connsiteX2" fmla="*/ 336057 w 2829919"/>
              <a:gd name="connsiteY2" fmla="*/ 2229184 h 3346886"/>
              <a:gd name="connsiteX3" fmla="*/ 0 w 2829919"/>
              <a:gd name="connsiteY3" fmla="*/ 481954 h 3346886"/>
              <a:gd name="connsiteX4" fmla="*/ 2467865 w 2829919"/>
              <a:gd name="connsiteY4" fmla="*/ 0 h 3346886"/>
              <a:gd name="connsiteX5" fmla="*/ 2803530 w 2829919"/>
              <a:gd name="connsiteY5" fmla="*/ 1718331 h 3346886"/>
              <a:gd name="connsiteX6" fmla="*/ 2828769 w 2829919"/>
              <a:gd name="connsiteY6" fmla="*/ 2091483 h 3346886"/>
              <a:gd name="connsiteX7" fmla="*/ 2452877 w 2829919"/>
              <a:gd name="connsiteY7" fmla="*/ 3012062 h 3346886"/>
              <a:gd name="connsiteX8" fmla="*/ 1861016 w 2829919"/>
              <a:gd name="connsiteY8" fmla="*/ 3328014 h 334688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2467865 w 2829919"/>
              <a:gd name="connsiteY4" fmla="*/ 0 h 3352626"/>
              <a:gd name="connsiteX5" fmla="*/ 2803530 w 2829919"/>
              <a:gd name="connsiteY5" fmla="*/ 1718331 h 3352626"/>
              <a:gd name="connsiteX6" fmla="*/ 2828769 w 2829919"/>
              <a:gd name="connsiteY6" fmla="*/ 2091483 h 3352626"/>
              <a:gd name="connsiteX7" fmla="*/ 2452877 w 2829919"/>
              <a:gd name="connsiteY7" fmla="*/ 3012062 h 3352626"/>
              <a:gd name="connsiteX8" fmla="*/ 1861016 w 2829919"/>
              <a:gd name="connsiteY8" fmla="*/ 3328014 h 335262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2467865 w 2829919"/>
              <a:gd name="connsiteY4" fmla="*/ 0 h 3352626"/>
              <a:gd name="connsiteX5" fmla="*/ 2803530 w 2829919"/>
              <a:gd name="connsiteY5" fmla="*/ 1718331 h 3352626"/>
              <a:gd name="connsiteX6" fmla="*/ 2828769 w 2829919"/>
              <a:gd name="connsiteY6" fmla="*/ 2091483 h 3352626"/>
              <a:gd name="connsiteX7" fmla="*/ 2452877 w 2829919"/>
              <a:gd name="connsiteY7" fmla="*/ 3012062 h 3352626"/>
              <a:gd name="connsiteX8" fmla="*/ 1861016 w 2829919"/>
              <a:gd name="connsiteY8" fmla="*/ 3328014 h 335262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2467865 w 2829919"/>
              <a:gd name="connsiteY4" fmla="*/ 0 h 3352626"/>
              <a:gd name="connsiteX5" fmla="*/ 2803530 w 2829919"/>
              <a:gd name="connsiteY5" fmla="*/ 1718331 h 3352626"/>
              <a:gd name="connsiteX6" fmla="*/ 2828769 w 2829919"/>
              <a:gd name="connsiteY6" fmla="*/ 2091483 h 3352626"/>
              <a:gd name="connsiteX7" fmla="*/ 2452877 w 2829919"/>
              <a:gd name="connsiteY7" fmla="*/ 3012062 h 3352626"/>
              <a:gd name="connsiteX8" fmla="*/ 1861016 w 2829919"/>
              <a:gd name="connsiteY8" fmla="*/ 3328014 h 335262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1636004 w 2829919"/>
              <a:gd name="connsiteY4" fmla="*/ 2119429 h 3352626"/>
              <a:gd name="connsiteX5" fmla="*/ 2467865 w 2829919"/>
              <a:gd name="connsiteY5" fmla="*/ 0 h 3352626"/>
              <a:gd name="connsiteX6" fmla="*/ 2803530 w 2829919"/>
              <a:gd name="connsiteY6" fmla="*/ 1718331 h 3352626"/>
              <a:gd name="connsiteX7" fmla="*/ 2828769 w 2829919"/>
              <a:gd name="connsiteY7" fmla="*/ 2091483 h 3352626"/>
              <a:gd name="connsiteX8" fmla="*/ 2452877 w 2829919"/>
              <a:gd name="connsiteY8" fmla="*/ 3012062 h 3352626"/>
              <a:gd name="connsiteX9" fmla="*/ 1861016 w 2829919"/>
              <a:gd name="connsiteY9" fmla="*/ 3328014 h 335262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1636004 w 2829919"/>
              <a:gd name="connsiteY4" fmla="*/ 2119429 h 3352626"/>
              <a:gd name="connsiteX5" fmla="*/ 2467865 w 2829919"/>
              <a:gd name="connsiteY5" fmla="*/ 0 h 3352626"/>
              <a:gd name="connsiteX6" fmla="*/ 2803530 w 2829919"/>
              <a:gd name="connsiteY6" fmla="*/ 1718331 h 3352626"/>
              <a:gd name="connsiteX7" fmla="*/ 2828769 w 2829919"/>
              <a:gd name="connsiteY7" fmla="*/ 2091483 h 3352626"/>
              <a:gd name="connsiteX8" fmla="*/ 2452877 w 2829919"/>
              <a:gd name="connsiteY8" fmla="*/ 3012062 h 3352626"/>
              <a:gd name="connsiteX9" fmla="*/ 1861016 w 2829919"/>
              <a:gd name="connsiteY9" fmla="*/ 3328014 h 3352626"/>
              <a:gd name="connsiteX0" fmla="*/ 1861016 w 2829919"/>
              <a:gd name="connsiteY0" fmla="*/ 3328014 h 3352626"/>
              <a:gd name="connsiteX1" fmla="*/ 796962 w 2829919"/>
              <a:gd name="connsiteY1" fmla="*/ 3173288 h 3352626"/>
              <a:gd name="connsiteX2" fmla="*/ 336057 w 2829919"/>
              <a:gd name="connsiteY2" fmla="*/ 2229184 h 3352626"/>
              <a:gd name="connsiteX3" fmla="*/ 0 w 2829919"/>
              <a:gd name="connsiteY3" fmla="*/ 481954 h 3352626"/>
              <a:gd name="connsiteX4" fmla="*/ 1649572 w 2829919"/>
              <a:gd name="connsiteY4" fmla="*/ 2189943 h 3352626"/>
              <a:gd name="connsiteX5" fmla="*/ 2467865 w 2829919"/>
              <a:gd name="connsiteY5" fmla="*/ 0 h 3352626"/>
              <a:gd name="connsiteX6" fmla="*/ 2803530 w 2829919"/>
              <a:gd name="connsiteY6" fmla="*/ 1718331 h 3352626"/>
              <a:gd name="connsiteX7" fmla="*/ 2828769 w 2829919"/>
              <a:gd name="connsiteY7" fmla="*/ 2091483 h 3352626"/>
              <a:gd name="connsiteX8" fmla="*/ 2452877 w 2829919"/>
              <a:gd name="connsiteY8" fmla="*/ 3012062 h 3352626"/>
              <a:gd name="connsiteX9" fmla="*/ 1861016 w 2829919"/>
              <a:gd name="connsiteY9" fmla="*/ 3328014 h 3352626"/>
              <a:gd name="connsiteX0" fmla="*/ 1861016 w 2829919"/>
              <a:gd name="connsiteY0" fmla="*/ 3328014 h 3359247"/>
              <a:gd name="connsiteX1" fmla="*/ 796962 w 2829919"/>
              <a:gd name="connsiteY1" fmla="*/ 3173288 h 3359247"/>
              <a:gd name="connsiteX2" fmla="*/ 336057 w 2829919"/>
              <a:gd name="connsiteY2" fmla="*/ 2229184 h 3359247"/>
              <a:gd name="connsiteX3" fmla="*/ 0 w 2829919"/>
              <a:gd name="connsiteY3" fmla="*/ 481954 h 3359247"/>
              <a:gd name="connsiteX4" fmla="*/ 1649572 w 2829919"/>
              <a:gd name="connsiteY4" fmla="*/ 2189943 h 3359247"/>
              <a:gd name="connsiteX5" fmla="*/ 2467865 w 2829919"/>
              <a:gd name="connsiteY5" fmla="*/ 0 h 3359247"/>
              <a:gd name="connsiteX6" fmla="*/ 2803530 w 2829919"/>
              <a:gd name="connsiteY6" fmla="*/ 1718331 h 3359247"/>
              <a:gd name="connsiteX7" fmla="*/ 2828769 w 2829919"/>
              <a:gd name="connsiteY7" fmla="*/ 2091483 h 3359247"/>
              <a:gd name="connsiteX8" fmla="*/ 2452877 w 2829919"/>
              <a:gd name="connsiteY8" fmla="*/ 3012062 h 3359247"/>
              <a:gd name="connsiteX9" fmla="*/ 1861016 w 2829919"/>
              <a:gd name="connsiteY9" fmla="*/ 3328014 h 3359247"/>
              <a:gd name="connsiteX0" fmla="*/ 1861016 w 2830596"/>
              <a:gd name="connsiteY0" fmla="*/ 3328014 h 3342040"/>
              <a:gd name="connsiteX1" fmla="*/ 796962 w 2830596"/>
              <a:gd name="connsiteY1" fmla="*/ 3173288 h 3342040"/>
              <a:gd name="connsiteX2" fmla="*/ 336057 w 2830596"/>
              <a:gd name="connsiteY2" fmla="*/ 2229184 h 3342040"/>
              <a:gd name="connsiteX3" fmla="*/ 0 w 2830596"/>
              <a:gd name="connsiteY3" fmla="*/ 481954 h 3342040"/>
              <a:gd name="connsiteX4" fmla="*/ 1649572 w 2830596"/>
              <a:gd name="connsiteY4" fmla="*/ 2189943 h 3342040"/>
              <a:gd name="connsiteX5" fmla="*/ 2467865 w 2830596"/>
              <a:gd name="connsiteY5" fmla="*/ 0 h 3342040"/>
              <a:gd name="connsiteX6" fmla="*/ 2803530 w 2830596"/>
              <a:gd name="connsiteY6" fmla="*/ 1718331 h 3342040"/>
              <a:gd name="connsiteX7" fmla="*/ 2828769 w 2830596"/>
              <a:gd name="connsiteY7" fmla="*/ 2091483 h 3342040"/>
              <a:gd name="connsiteX8" fmla="*/ 2516033 w 2830596"/>
              <a:gd name="connsiteY8" fmla="*/ 2999544 h 3342040"/>
              <a:gd name="connsiteX9" fmla="*/ 1861016 w 2830596"/>
              <a:gd name="connsiteY9" fmla="*/ 3328014 h 3342040"/>
              <a:gd name="connsiteX0" fmla="*/ 1861016 w 2830709"/>
              <a:gd name="connsiteY0" fmla="*/ 3328014 h 3344557"/>
              <a:gd name="connsiteX1" fmla="*/ 796962 w 2830709"/>
              <a:gd name="connsiteY1" fmla="*/ 3173288 h 3344557"/>
              <a:gd name="connsiteX2" fmla="*/ 336057 w 2830709"/>
              <a:gd name="connsiteY2" fmla="*/ 2229184 h 3344557"/>
              <a:gd name="connsiteX3" fmla="*/ 0 w 2830709"/>
              <a:gd name="connsiteY3" fmla="*/ 481954 h 3344557"/>
              <a:gd name="connsiteX4" fmla="*/ 1649572 w 2830709"/>
              <a:gd name="connsiteY4" fmla="*/ 2189943 h 3344557"/>
              <a:gd name="connsiteX5" fmla="*/ 2467865 w 2830709"/>
              <a:gd name="connsiteY5" fmla="*/ 0 h 3344557"/>
              <a:gd name="connsiteX6" fmla="*/ 2803530 w 2830709"/>
              <a:gd name="connsiteY6" fmla="*/ 1718331 h 3344557"/>
              <a:gd name="connsiteX7" fmla="*/ 2828769 w 2830709"/>
              <a:gd name="connsiteY7" fmla="*/ 2091483 h 3344557"/>
              <a:gd name="connsiteX8" fmla="*/ 2522497 w 2830709"/>
              <a:gd name="connsiteY8" fmla="*/ 2964989 h 3344557"/>
              <a:gd name="connsiteX9" fmla="*/ 1861016 w 2830709"/>
              <a:gd name="connsiteY9" fmla="*/ 3328014 h 3344557"/>
              <a:gd name="connsiteX0" fmla="*/ 1861016 w 2830709"/>
              <a:gd name="connsiteY0" fmla="*/ 3328014 h 3359688"/>
              <a:gd name="connsiteX1" fmla="*/ 796962 w 2830709"/>
              <a:gd name="connsiteY1" fmla="*/ 3173288 h 3359688"/>
              <a:gd name="connsiteX2" fmla="*/ 336057 w 2830709"/>
              <a:gd name="connsiteY2" fmla="*/ 2229184 h 3359688"/>
              <a:gd name="connsiteX3" fmla="*/ 0 w 2830709"/>
              <a:gd name="connsiteY3" fmla="*/ 481954 h 3359688"/>
              <a:gd name="connsiteX4" fmla="*/ 1649572 w 2830709"/>
              <a:gd name="connsiteY4" fmla="*/ 2189943 h 3359688"/>
              <a:gd name="connsiteX5" fmla="*/ 2467865 w 2830709"/>
              <a:gd name="connsiteY5" fmla="*/ 0 h 3359688"/>
              <a:gd name="connsiteX6" fmla="*/ 2803530 w 2830709"/>
              <a:gd name="connsiteY6" fmla="*/ 1718331 h 3359688"/>
              <a:gd name="connsiteX7" fmla="*/ 2828769 w 2830709"/>
              <a:gd name="connsiteY7" fmla="*/ 2091483 h 3359688"/>
              <a:gd name="connsiteX8" fmla="*/ 2522497 w 2830709"/>
              <a:gd name="connsiteY8" fmla="*/ 2964989 h 3359688"/>
              <a:gd name="connsiteX9" fmla="*/ 1861016 w 2830709"/>
              <a:gd name="connsiteY9" fmla="*/ 3328014 h 3359688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49572 w 2830709"/>
              <a:gd name="connsiteY4" fmla="*/ 2189943 h 3360929"/>
              <a:gd name="connsiteX5" fmla="*/ 2467865 w 2830709"/>
              <a:gd name="connsiteY5" fmla="*/ 0 h 3360929"/>
              <a:gd name="connsiteX6" fmla="*/ 2803530 w 2830709"/>
              <a:gd name="connsiteY6" fmla="*/ 1718331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49572 w 2830709"/>
              <a:gd name="connsiteY4" fmla="*/ 2189943 h 3360929"/>
              <a:gd name="connsiteX5" fmla="*/ 2467865 w 2830709"/>
              <a:gd name="connsiteY5" fmla="*/ 0 h 3360929"/>
              <a:gd name="connsiteX6" fmla="*/ 2803530 w 2830709"/>
              <a:gd name="connsiteY6" fmla="*/ 1718331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20462 w 2830709"/>
              <a:gd name="connsiteY4" fmla="*/ 2209024 h 3360929"/>
              <a:gd name="connsiteX5" fmla="*/ 2467865 w 2830709"/>
              <a:gd name="connsiteY5" fmla="*/ 0 h 3360929"/>
              <a:gd name="connsiteX6" fmla="*/ 2803530 w 2830709"/>
              <a:gd name="connsiteY6" fmla="*/ 1718331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20462 w 2830709"/>
              <a:gd name="connsiteY4" fmla="*/ 2209024 h 3360929"/>
              <a:gd name="connsiteX5" fmla="*/ 2467865 w 2830709"/>
              <a:gd name="connsiteY5" fmla="*/ 0 h 3360929"/>
              <a:gd name="connsiteX6" fmla="*/ 2803530 w 2830709"/>
              <a:gd name="connsiteY6" fmla="*/ 1718331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20462 w 2830709"/>
              <a:gd name="connsiteY4" fmla="*/ 2209024 h 3360929"/>
              <a:gd name="connsiteX5" fmla="*/ 2467865 w 2830709"/>
              <a:gd name="connsiteY5" fmla="*/ 0 h 3360929"/>
              <a:gd name="connsiteX6" fmla="*/ 2749262 w 2830709"/>
              <a:gd name="connsiteY6" fmla="*/ 1436277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30709"/>
              <a:gd name="connsiteY0" fmla="*/ 3328014 h 3360929"/>
              <a:gd name="connsiteX1" fmla="*/ 832092 w 2830709"/>
              <a:gd name="connsiteY1" fmla="*/ 3219563 h 3360929"/>
              <a:gd name="connsiteX2" fmla="*/ 336057 w 2830709"/>
              <a:gd name="connsiteY2" fmla="*/ 2229184 h 3360929"/>
              <a:gd name="connsiteX3" fmla="*/ 0 w 2830709"/>
              <a:gd name="connsiteY3" fmla="*/ 481954 h 3360929"/>
              <a:gd name="connsiteX4" fmla="*/ 1620462 w 2830709"/>
              <a:gd name="connsiteY4" fmla="*/ 2209024 h 3360929"/>
              <a:gd name="connsiteX5" fmla="*/ 2467865 w 2830709"/>
              <a:gd name="connsiteY5" fmla="*/ 0 h 3360929"/>
              <a:gd name="connsiteX6" fmla="*/ 2744478 w 2830709"/>
              <a:gd name="connsiteY6" fmla="*/ 1377332 h 3360929"/>
              <a:gd name="connsiteX7" fmla="*/ 2828769 w 2830709"/>
              <a:gd name="connsiteY7" fmla="*/ 2091483 h 3360929"/>
              <a:gd name="connsiteX8" fmla="*/ 2522497 w 2830709"/>
              <a:gd name="connsiteY8" fmla="*/ 2964989 h 3360929"/>
              <a:gd name="connsiteX9" fmla="*/ 1861016 w 2830709"/>
              <a:gd name="connsiteY9" fmla="*/ 3328014 h 3360929"/>
              <a:gd name="connsiteX0" fmla="*/ 1861016 w 2828818"/>
              <a:gd name="connsiteY0" fmla="*/ 3328014 h 3360929"/>
              <a:gd name="connsiteX1" fmla="*/ 832092 w 2828818"/>
              <a:gd name="connsiteY1" fmla="*/ 3219563 h 3360929"/>
              <a:gd name="connsiteX2" fmla="*/ 336057 w 2828818"/>
              <a:gd name="connsiteY2" fmla="*/ 2229184 h 3360929"/>
              <a:gd name="connsiteX3" fmla="*/ 0 w 2828818"/>
              <a:gd name="connsiteY3" fmla="*/ 481954 h 3360929"/>
              <a:gd name="connsiteX4" fmla="*/ 1620462 w 2828818"/>
              <a:gd name="connsiteY4" fmla="*/ 2209024 h 3360929"/>
              <a:gd name="connsiteX5" fmla="*/ 2467865 w 2828818"/>
              <a:gd name="connsiteY5" fmla="*/ 0 h 3360929"/>
              <a:gd name="connsiteX6" fmla="*/ 2744478 w 2828818"/>
              <a:gd name="connsiteY6" fmla="*/ 1377332 h 3360929"/>
              <a:gd name="connsiteX7" fmla="*/ 2828769 w 2828818"/>
              <a:gd name="connsiteY7" fmla="*/ 2091483 h 3360929"/>
              <a:gd name="connsiteX8" fmla="*/ 2522497 w 2828818"/>
              <a:gd name="connsiteY8" fmla="*/ 2964989 h 3360929"/>
              <a:gd name="connsiteX9" fmla="*/ 1861016 w 2828818"/>
              <a:gd name="connsiteY9" fmla="*/ 3328014 h 3360929"/>
              <a:gd name="connsiteX0" fmla="*/ 1861016 w 2828818"/>
              <a:gd name="connsiteY0" fmla="*/ 3328014 h 3360929"/>
              <a:gd name="connsiteX1" fmla="*/ 832092 w 2828818"/>
              <a:gd name="connsiteY1" fmla="*/ 3219563 h 3360929"/>
              <a:gd name="connsiteX2" fmla="*/ 336057 w 2828818"/>
              <a:gd name="connsiteY2" fmla="*/ 2229184 h 3360929"/>
              <a:gd name="connsiteX3" fmla="*/ 0 w 2828818"/>
              <a:gd name="connsiteY3" fmla="*/ 481954 h 3360929"/>
              <a:gd name="connsiteX4" fmla="*/ 1589645 w 2828818"/>
              <a:gd name="connsiteY4" fmla="*/ 2018827 h 3360929"/>
              <a:gd name="connsiteX5" fmla="*/ 2467865 w 2828818"/>
              <a:gd name="connsiteY5" fmla="*/ 0 h 3360929"/>
              <a:gd name="connsiteX6" fmla="*/ 2744478 w 2828818"/>
              <a:gd name="connsiteY6" fmla="*/ 1377332 h 3360929"/>
              <a:gd name="connsiteX7" fmla="*/ 2828769 w 2828818"/>
              <a:gd name="connsiteY7" fmla="*/ 2091483 h 3360929"/>
              <a:gd name="connsiteX8" fmla="*/ 2522497 w 2828818"/>
              <a:gd name="connsiteY8" fmla="*/ 2964989 h 3360929"/>
              <a:gd name="connsiteX9" fmla="*/ 1861016 w 2828818"/>
              <a:gd name="connsiteY9" fmla="*/ 3328014 h 3360929"/>
              <a:gd name="connsiteX0" fmla="*/ 1721722 w 2689524"/>
              <a:gd name="connsiteY0" fmla="*/ 3328014 h 3360929"/>
              <a:gd name="connsiteX1" fmla="*/ 692798 w 2689524"/>
              <a:gd name="connsiteY1" fmla="*/ 3219563 h 3360929"/>
              <a:gd name="connsiteX2" fmla="*/ 196763 w 2689524"/>
              <a:gd name="connsiteY2" fmla="*/ 2229184 h 3360929"/>
              <a:gd name="connsiteX3" fmla="*/ 0 w 2689524"/>
              <a:gd name="connsiteY3" fmla="*/ 731729 h 3360929"/>
              <a:gd name="connsiteX4" fmla="*/ 1450351 w 2689524"/>
              <a:gd name="connsiteY4" fmla="*/ 2018827 h 3360929"/>
              <a:gd name="connsiteX5" fmla="*/ 2328571 w 2689524"/>
              <a:gd name="connsiteY5" fmla="*/ 0 h 3360929"/>
              <a:gd name="connsiteX6" fmla="*/ 2605184 w 2689524"/>
              <a:gd name="connsiteY6" fmla="*/ 1377332 h 3360929"/>
              <a:gd name="connsiteX7" fmla="*/ 2689475 w 2689524"/>
              <a:gd name="connsiteY7" fmla="*/ 2091483 h 3360929"/>
              <a:gd name="connsiteX8" fmla="*/ 2383203 w 2689524"/>
              <a:gd name="connsiteY8" fmla="*/ 2964989 h 3360929"/>
              <a:gd name="connsiteX9" fmla="*/ 1721722 w 2689524"/>
              <a:gd name="connsiteY9" fmla="*/ 3328014 h 3360929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50351 w 2689524"/>
              <a:gd name="connsiteY4" fmla="*/ 1739783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50351 w 2689524"/>
              <a:gd name="connsiteY4" fmla="*/ 1739783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50351 w 2689524"/>
              <a:gd name="connsiteY4" fmla="*/ 1739783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50351 w 2689524"/>
              <a:gd name="connsiteY4" fmla="*/ 1739783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34392 w 2689524"/>
              <a:gd name="connsiteY4" fmla="*/ 1601965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34392 w 2689524"/>
              <a:gd name="connsiteY4" fmla="*/ 1601965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34392 w 2689524"/>
              <a:gd name="connsiteY4" fmla="*/ 1601965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081885"/>
              <a:gd name="connsiteX1" fmla="*/ 692798 w 2689524"/>
              <a:gd name="connsiteY1" fmla="*/ 2940519 h 3081885"/>
              <a:gd name="connsiteX2" fmla="*/ 196763 w 2689524"/>
              <a:gd name="connsiteY2" fmla="*/ 1950140 h 3081885"/>
              <a:gd name="connsiteX3" fmla="*/ 0 w 2689524"/>
              <a:gd name="connsiteY3" fmla="*/ 452685 h 3081885"/>
              <a:gd name="connsiteX4" fmla="*/ 1434392 w 2689524"/>
              <a:gd name="connsiteY4" fmla="*/ 1601965 h 3081885"/>
              <a:gd name="connsiteX5" fmla="*/ 2300667 w 2689524"/>
              <a:gd name="connsiteY5" fmla="*/ 0 h 3081885"/>
              <a:gd name="connsiteX6" fmla="*/ 2605184 w 2689524"/>
              <a:gd name="connsiteY6" fmla="*/ 1098288 h 3081885"/>
              <a:gd name="connsiteX7" fmla="*/ 2689475 w 2689524"/>
              <a:gd name="connsiteY7" fmla="*/ 1812439 h 3081885"/>
              <a:gd name="connsiteX8" fmla="*/ 2383203 w 2689524"/>
              <a:gd name="connsiteY8" fmla="*/ 2685945 h 3081885"/>
              <a:gd name="connsiteX9" fmla="*/ 1721722 w 2689524"/>
              <a:gd name="connsiteY9" fmla="*/ 3048970 h 3081885"/>
              <a:gd name="connsiteX0" fmla="*/ 1721722 w 2689524"/>
              <a:gd name="connsiteY0" fmla="*/ 3048970 h 3105307"/>
              <a:gd name="connsiteX1" fmla="*/ 633527 w 2689524"/>
              <a:gd name="connsiteY1" fmla="*/ 2986647 h 3105307"/>
              <a:gd name="connsiteX2" fmla="*/ 196763 w 2689524"/>
              <a:gd name="connsiteY2" fmla="*/ 1950140 h 3105307"/>
              <a:gd name="connsiteX3" fmla="*/ 0 w 2689524"/>
              <a:gd name="connsiteY3" fmla="*/ 452685 h 3105307"/>
              <a:gd name="connsiteX4" fmla="*/ 1434392 w 2689524"/>
              <a:gd name="connsiteY4" fmla="*/ 1601965 h 3105307"/>
              <a:gd name="connsiteX5" fmla="*/ 2300667 w 2689524"/>
              <a:gd name="connsiteY5" fmla="*/ 0 h 3105307"/>
              <a:gd name="connsiteX6" fmla="*/ 2605184 w 2689524"/>
              <a:gd name="connsiteY6" fmla="*/ 1098288 h 3105307"/>
              <a:gd name="connsiteX7" fmla="*/ 2689475 w 2689524"/>
              <a:gd name="connsiteY7" fmla="*/ 1812439 h 3105307"/>
              <a:gd name="connsiteX8" fmla="*/ 2383203 w 2689524"/>
              <a:gd name="connsiteY8" fmla="*/ 2685945 h 3105307"/>
              <a:gd name="connsiteX9" fmla="*/ 1721722 w 2689524"/>
              <a:gd name="connsiteY9" fmla="*/ 3048970 h 3105307"/>
              <a:gd name="connsiteX0" fmla="*/ 1721722 w 2753276"/>
              <a:gd name="connsiteY0" fmla="*/ 3048970 h 3105307"/>
              <a:gd name="connsiteX1" fmla="*/ 633527 w 2753276"/>
              <a:gd name="connsiteY1" fmla="*/ 2986647 h 3105307"/>
              <a:gd name="connsiteX2" fmla="*/ 196763 w 2753276"/>
              <a:gd name="connsiteY2" fmla="*/ 1950140 h 3105307"/>
              <a:gd name="connsiteX3" fmla="*/ 0 w 2753276"/>
              <a:gd name="connsiteY3" fmla="*/ 452685 h 3105307"/>
              <a:gd name="connsiteX4" fmla="*/ 1434392 w 2753276"/>
              <a:gd name="connsiteY4" fmla="*/ 1601965 h 3105307"/>
              <a:gd name="connsiteX5" fmla="*/ 2300667 w 2753276"/>
              <a:gd name="connsiteY5" fmla="*/ 0 h 3105307"/>
              <a:gd name="connsiteX6" fmla="*/ 2605184 w 2753276"/>
              <a:gd name="connsiteY6" fmla="*/ 1098288 h 3105307"/>
              <a:gd name="connsiteX7" fmla="*/ 2753251 w 2753276"/>
              <a:gd name="connsiteY7" fmla="*/ 1836106 h 3105307"/>
              <a:gd name="connsiteX8" fmla="*/ 2383203 w 2753276"/>
              <a:gd name="connsiteY8" fmla="*/ 2685945 h 3105307"/>
              <a:gd name="connsiteX9" fmla="*/ 1721722 w 2753276"/>
              <a:gd name="connsiteY9" fmla="*/ 3048970 h 3105307"/>
              <a:gd name="connsiteX0" fmla="*/ 1721722 w 2753276"/>
              <a:gd name="connsiteY0" fmla="*/ 3048970 h 3105307"/>
              <a:gd name="connsiteX1" fmla="*/ 633527 w 2753276"/>
              <a:gd name="connsiteY1" fmla="*/ 2986647 h 3105307"/>
              <a:gd name="connsiteX2" fmla="*/ 196763 w 2753276"/>
              <a:gd name="connsiteY2" fmla="*/ 1950140 h 3105307"/>
              <a:gd name="connsiteX3" fmla="*/ 0 w 2753276"/>
              <a:gd name="connsiteY3" fmla="*/ 452685 h 3105307"/>
              <a:gd name="connsiteX4" fmla="*/ 1434392 w 2753276"/>
              <a:gd name="connsiteY4" fmla="*/ 1601965 h 3105307"/>
              <a:gd name="connsiteX5" fmla="*/ 2300667 w 2753276"/>
              <a:gd name="connsiteY5" fmla="*/ 0 h 3105307"/>
              <a:gd name="connsiteX6" fmla="*/ 2681366 w 2753276"/>
              <a:gd name="connsiteY6" fmla="*/ 1170525 h 3105307"/>
              <a:gd name="connsiteX7" fmla="*/ 2753251 w 2753276"/>
              <a:gd name="connsiteY7" fmla="*/ 1836106 h 3105307"/>
              <a:gd name="connsiteX8" fmla="*/ 2383203 w 2753276"/>
              <a:gd name="connsiteY8" fmla="*/ 2685945 h 3105307"/>
              <a:gd name="connsiteX9" fmla="*/ 1721722 w 2753276"/>
              <a:gd name="connsiteY9" fmla="*/ 3048970 h 3105307"/>
              <a:gd name="connsiteX0" fmla="*/ 1721722 w 2753276"/>
              <a:gd name="connsiteY0" fmla="*/ 3048970 h 3105307"/>
              <a:gd name="connsiteX1" fmla="*/ 633527 w 2753276"/>
              <a:gd name="connsiteY1" fmla="*/ 2986647 h 3105307"/>
              <a:gd name="connsiteX2" fmla="*/ 196763 w 2753276"/>
              <a:gd name="connsiteY2" fmla="*/ 1950140 h 3105307"/>
              <a:gd name="connsiteX3" fmla="*/ 0 w 2753276"/>
              <a:gd name="connsiteY3" fmla="*/ 452685 h 3105307"/>
              <a:gd name="connsiteX4" fmla="*/ 1434392 w 2753276"/>
              <a:gd name="connsiteY4" fmla="*/ 1601965 h 3105307"/>
              <a:gd name="connsiteX5" fmla="*/ 2300667 w 2753276"/>
              <a:gd name="connsiteY5" fmla="*/ 0 h 3105307"/>
              <a:gd name="connsiteX6" fmla="*/ 2681366 w 2753276"/>
              <a:gd name="connsiteY6" fmla="*/ 1170525 h 3105307"/>
              <a:gd name="connsiteX7" fmla="*/ 2753251 w 2753276"/>
              <a:gd name="connsiteY7" fmla="*/ 1836106 h 3105307"/>
              <a:gd name="connsiteX8" fmla="*/ 2383203 w 2753276"/>
              <a:gd name="connsiteY8" fmla="*/ 2685945 h 3105307"/>
              <a:gd name="connsiteX9" fmla="*/ 1721722 w 2753276"/>
              <a:gd name="connsiteY9" fmla="*/ 3048970 h 3105307"/>
              <a:gd name="connsiteX0" fmla="*/ 1721722 w 2753288"/>
              <a:gd name="connsiteY0" fmla="*/ 3048970 h 3104766"/>
              <a:gd name="connsiteX1" fmla="*/ 633527 w 2753288"/>
              <a:gd name="connsiteY1" fmla="*/ 2986647 h 3104766"/>
              <a:gd name="connsiteX2" fmla="*/ 196763 w 2753288"/>
              <a:gd name="connsiteY2" fmla="*/ 1950140 h 3104766"/>
              <a:gd name="connsiteX3" fmla="*/ 0 w 2753288"/>
              <a:gd name="connsiteY3" fmla="*/ 452685 h 3104766"/>
              <a:gd name="connsiteX4" fmla="*/ 1434392 w 2753288"/>
              <a:gd name="connsiteY4" fmla="*/ 1601965 h 3104766"/>
              <a:gd name="connsiteX5" fmla="*/ 2300667 w 2753288"/>
              <a:gd name="connsiteY5" fmla="*/ 0 h 3104766"/>
              <a:gd name="connsiteX6" fmla="*/ 2681366 w 2753288"/>
              <a:gd name="connsiteY6" fmla="*/ 1170525 h 3104766"/>
              <a:gd name="connsiteX7" fmla="*/ 2753251 w 2753288"/>
              <a:gd name="connsiteY7" fmla="*/ 1836106 h 3104766"/>
              <a:gd name="connsiteX8" fmla="*/ 2423950 w 2753288"/>
              <a:gd name="connsiteY8" fmla="*/ 2694786 h 3104766"/>
              <a:gd name="connsiteX9" fmla="*/ 1721722 w 2753288"/>
              <a:gd name="connsiteY9" fmla="*/ 3048970 h 3104766"/>
              <a:gd name="connsiteX0" fmla="*/ 1721722 w 2753288"/>
              <a:gd name="connsiteY0" fmla="*/ 3048970 h 3104764"/>
              <a:gd name="connsiteX1" fmla="*/ 633527 w 2753288"/>
              <a:gd name="connsiteY1" fmla="*/ 2986647 h 3104764"/>
              <a:gd name="connsiteX2" fmla="*/ 196763 w 2753288"/>
              <a:gd name="connsiteY2" fmla="*/ 1950140 h 3104764"/>
              <a:gd name="connsiteX3" fmla="*/ 0 w 2753288"/>
              <a:gd name="connsiteY3" fmla="*/ 452685 h 3104764"/>
              <a:gd name="connsiteX4" fmla="*/ 1434392 w 2753288"/>
              <a:gd name="connsiteY4" fmla="*/ 1601965 h 3104764"/>
              <a:gd name="connsiteX5" fmla="*/ 2300667 w 2753288"/>
              <a:gd name="connsiteY5" fmla="*/ 0 h 3104764"/>
              <a:gd name="connsiteX6" fmla="*/ 2681366 w 2753288"/>
              <a:gd name="connsiteY6" fmla="*/ 1170525 h 3104764"/>
              <a:gd name="connsiteX7" fmla="*/ 2753251 w 2753288"/>
              <a:gd name="connsiteY7" fmla="*/ 1836106 h 3104764"/>
              <a:gd name="connsiteX8" fmla="*/ 2423950 w 2753288"/>
              <a:gd name="connsiteY8" fmla="*/ 2694786 h 3104764"/>
              <a:gd name="connsiteX9" fmla="*/ 1721722 w 2753288"/>
              <a:gd name="connsiteY9" fmla="*/ 3048970 h 3104764"/>
              <a:gd name="connsiteX0" fmla="*/ 1832144 w 2863710"/>
              <a:gd name="connsiteY0" fmla="*/ 3048970 h 3104766"/>
              <a:gd name="connsiteX1" fmla="*/ 743949 w 2863710"/>
              <a:gd name="connsiteY1" fmla="*/ 2986647 h 3104766"/>
              <a:gd name="connsiteX2" fmla="*/ 307185 w 2863710"/>
              <a:gd name="connsiteY2" fmla="*/ 1950140 h 3104766"/>
              <a:gd name="connsiteX3" fmla="*/ 121564 w 2863710"/>
              <a:gd name="connsiteY3" fmla="*/ 662147 h 3104766"/>
              <a:gd name="connsiteX4" fmla="*/ 110422 w 2863710"/>
              <a:gd name="connsiteY4" fmla="*/ 452685 h 3104766"/>
              <a:gd name="connsiteX5" fmla="*/ 1544814 w 2863710"/>
              <a:gd name="connsiteY5" fmla="*/ 1601965 h 3104766"/>
              <a:gd name="connsiteX6" fmla="*/ 2411089 w 2863710"/>
              <a:gd name="connsiteY6" fmla="*/ 0 h 3104766"/>
              <a:gd name="connsiteX7" fmla="*/ 2791788 w 2863710"/>
              <a:gd name="connsiteY7" fmla="*/ 1170525 h 3104766"/>
              <a:gd name="connsiteX8" fmla="*/ 2863673 w 2863710"/>
              <a:gd name="connsiteY8" fmla="*/ 1836106 h 3104766"/>
              <a:gd name="connsiteX9" fmla="*/ 2534372 w 2863710"/>
              <a:gd name="connsiteY9" fmla="*/ 2694786 h 3104766"/>
              <a:gd name="connsiteX10" fmla="*/ 1832144 w 2863710"/>
              <a:gd name="connsiteY10" fmla="*/ 3048970 h 3104766"/>
              <a:gd name="connsiteX0" fmla="*/ 1723370 w 2754936"/>
              <a:gd name="connsiteY0" fmla="*/ 3048970 h 3104764"/>
              <a:gd name="connsiteX1" fmla="*/ 635175 w 2754936"/>
              <a:gd name="connsiteY1" fmla="*/ 2986647 h 3104764"/>
              <a:gd name="connsiteX2" fmla="*/ 198411 w 2754936"/>
              <a:gd name="connsiteY2" fmla="*/ 1950140 h 3104764"/>
              <a:gd name="connsiteX3" fmla="*/ 12790 w 2754936"/>
              <a:gd name="connsiteY3" fmla="*/ 662147 h 3104764"/>
              <a:gd name="connsiteX4" fmla="*/ 234272 w 2754936"/>
              <a:gd name="connsiteY4" fmla="*/ 575239 h 3104764"/>
              <a:gd name="connsiteX5" fmla="*/ 1436040 w 2754936"/>
              <a:gd name="connsiteY5" fmla="*/ 1601965 h 3104764"/>
              <a:gd name="connsiteX6" fmla="*/ 2302315 w 2754936"/>
              <a:gd name="connsiteY6" fmla="*/ 0 h 3104764"/>
              <a:gd name="connsiteX7" fmla="*/ 2683014 w 2754936"/>
              <a:gd name="connsiteY7" fmla="*/ 1170525 h 3104764"/>
              <a:gd name="connsiteX8" fmla="*/ 2754899 w 2754936"/>
              <a:gd name="connsiteY8" fmla="*/ 1836106 h 3104764"/>
              <a:gd name="connsiteX9" fmla="*/ 2425598 w 2754936"/>
              <a:gd name="connsiteY9" fmla="*/ 2694786 h 3104764"/>
              <a:gd name="connsiteX10" fmla="*/ 1723370 w 2754936"/>
              <a:gd name="connsiteY10" fmla="*/ 3048970 h 3104764"/>
              <a:gd name="connsiteX0" fmla="*/ 1723813 w 2755379"/>
              <a:gd name="connsiteY0" fmla="*/ 3048970 h 3104766"/>
              <a:gd name="connsiteX1" fmla="*/ 635618 w 2755379"/>
              <a:gd name="connsiteY1" fmla="*/ 2986647 h 3104766"/>
              <a:gd name="connsiteX2" fmla="*/ 198854 w 2755379"/>
              <a:gd name="connsiteY2" fmla="*/ 1950140 h 3104766"/>
              <a:gd name="connsiteX3" fmla="*/ 13233 w 2755379"/>
              <a:gd name="connsiteY3" fmla="*/ 662147 h 3104766"/>
              <a:gd name="connsiteX4" fmla="*/ 234715 w 2755379"/>
              <a:gd name="connsiteY4" fmla="*/ 575239 h 3104766"/>
              <a:gd name="connsiteX5" fmla="*/ 1436483 w 2755379"/>
              <a:gd name="connsiteY5" fmla="*/ 1601965 h 3104766"/>
              <a:gd name="connsiteX6" fmla="*/ 2302758 w 2755379"/>
              <a:gd name="connsiteY6" fmla="*/ 0 h 3104766"/>
              <a:gd name="connsiteX7" fmla="*/ 2683457 w 2755379"/>
              <a:gd name="connsiteY7" fmla="*/ 1170525 h 3104766"/>
              <a:gd name="connsiteX8" fmla="*/ 2755342 w 2755379"/>
              <a:gd name="connsiteY8" fmla="*/ 1836106 h 3104766"/>
              <a:gd name="connsiteX9" fmla="*/ 2426041 w 2755379"/>
              <a:gd name="connsiteY9" fmla="*/ 2694786 h 3104766"/>
              <a:gd name="connsiteX10" fmla="*/ 1723813 w 2755379"/>
              <a:gd name="connsiteY10" fmla="*/ 3048970 h 3104766"/>
              <a:gd name="connsiteX0" fmla="*/ 1723813 w 2755379"/>
              <a:gd name="connsiteY0" fmla="*/ 3048970 h 3104764"/>
              <a:gd name="connsiteX1" fmla="*/ 635618 w 2755379"/>
              <a:gd name="connsiteY1" fmla="*/ 2986647 h 3104764"/>
              <a:gd name="connsiteX2" fmla="*/ 198854 w 2755379"/>
              <a:gd name="connsiteY2" fmla="*/ 1950140 h 3104764"/>
              <a:gd name="connsiteX3" fmla="*/ 13233 w 2755379"/>
              <a:gd name="connsiteY3" fmla="*/ 662147 h 3104764"/>
              <a:gd name="connsiteX4" fmla="*/ 234715 w 2755379"/>
              <a:gd name="connsiteY4" fmla="*/ 575239 h 3104764"/>
              <a:gd name="connsiteX5" fmla="*/ 1436483 w 2755379"/>
              <a:gd name="connsiteY5" fmla="*/ 1601965 h 3104764"/>
              <a:gd name="connsiteX6" fmla="*/ 2302758 w 2755379"/>
              <a:gd name="connsiteY6" fmla="*/ 0 h 3104764"/>
              <a:gd name="connsiteX7" fmla="*/ 2683457 w 2755379"/>
              <a:gd name="connsiteY7" fmla="*/ 1170525 h 3104764"/>
              <a:gd name="connsiteX8" fmla="*/ 2755342 w 2755379"/>
              <a:gd name="connsiteY8" fmla="*/ 1836106 h 3104764"/>
              <a:gd name="connsiteX9" fmla="*/ 2426041 w 2755379"/>
              <a:gd name="connsiteY9" fmla="*/ 2694786 h 3104764"/>
              <a:gd name="connsiteX10" fmla="*/ 1723813 w 2755379"/>
              <a:gd name="connsiteY10" fmla="*/ 3048970 h 3104764"/>
              <a:gd name="connsiteX0" fmla="*/ 1733901 w 2765467"/>
              <a:gd name="connsiteY0" fmla="*/ 3048970 h 3104766"/>
              <a:gd name="connsiteX1" fmla="*/ 645706 w 2765467"/>
              <a:gd name="connsiteY1" fmla="*/ 2986647 h 3104766"/>
              <a:gd name="connsiteX2" fmla="*/ 208942 w 2765467"/>
              <a:gd name="connsiteY2" fmla="*/ 1950140 h 3104766"/>
              <a:gd name="connsiteX3" fmla="*/ 23321 w 2765467"/>
              <a:gd name="connsiteY3" fmla="*/ 662147 h 3104766"/>
              <a:gd name="connsiteX4" fmla="*/ 197107 w 2765467"/>
              <a:gd name="connsiteY4" fmla="*/ 568171 h 3104766"/>
              <a:gd name="connsiteX5" fmla="*/ 1446571 w 2765467"/>
              <a:gd name="connsiteY5" fmla="*/ 1601965 h 3104766"/>
              <a:gd name="connsiteX6" fmla="*/ 2312846 w 2765467"/>
              <a:gd name="connsiteY6" fmla="*/ 0 h 3104766"/>
              <a:gd name="connsiteX7" fmla="*/ 2693545 w 2765467"/>
              <a:gd name="connsiteY7" fmla="*/ 1170525 h 3104766"/>
              <a:gd name="connsiteX8" fmla="*/ 2765430 w 2765467"/>
              <a:gd name="connsiteY8" fmla="*/ 1836106 h 3104766"/>
              <a:gd name="connsiteX9" fmla="*/ 2436129 w 2765467"/>
              <a:gd name="connsiteY9" fmla="*/ 2694786 h 3104766"/>
              <a:gd name="connsiteX10" fmla="*/ 1733901 w 2765467"/>
              <a:gd name="connsiteY10" fmla="*/ 3048970 h 3104766"/>
              <a:gd name="connsiteX0" fmla="*/ 1724485 w 2756051"/>
              <a:gd name="connsiteY0" fmla="*/ 3048970 h 3104764"/>
              <a:gd name="connsiteX1" fmla="*/ 636290 w 2756051"/>
              <a:gd name="connsiteY1" fmla="*/ 2986647 h 3104764"/>
              <a:gd name="connsiteX2" fmla="*/ 199526 w 2756051"/>
              <a:gd name="connsiteY2" fmla="*/ 1950140 h 3104764"/>
              <a:gd name="connsiteX3" fmla="*/ 13905 w 2756051"/>
              <a:gd name="connsiteY3" fmla="*/ 662147 h 3104764"/>
              <a:gd name="connsiteX4" fmla="*/ 187691 w 2756051"/>
              <a:gd name="connsiteY4" fmla="*/ 568171 h 3104764"/>
              <a:gd name="connsiteX5" fmla="*/ 1437155 w 2756051"/>
              <a:gd name="connsiteY5" fmla="*/ 1601965 h 3104764"/>
              <a:gd name="connsiteX6" fmla="*/ 2303430 w 2756051"/>
              <a:gd name="connsiteY6" fmla="*/ 0 h 3104764"/>
              <a:gd name="connsiteX7" fmla="*/ 2684129 w 2756051"/>
              <a:gd name="connsiteY7" fmla="*/ 1170525 h 3104764"/>
              <a:gd name="connsiteX8" fmla="*/ 2756014 w 2756051"/>
              <a:gd name="connsiteY8" fmla="*/ 1836106 h 3104764"/>
              <a:gd name="connsiteX9" fmla="*/ 2426713 w 2756051"/>
              <a:gd name="connsiteY9" fmla="*/ 2694786 h 3104764"/>
              <a:gd name="connsiteX10" fmla="*/ 1724485 w 2756051"/>
              <a:gd name="connsiteY10" fmla="*/ 3048970 h 3104764"/>
              <a:gd name="connsiteX0" fmla="*/ 1724485 w 2756051"/>
              <a:gd name="connsiteY0" fmla="*/ 3048970 h 3104764"/>
              <a:gd name="connsiteX1" fmla="*/ 636290 w 2756051"/>
              <a:gd name="connsiteY1" fmla="*/ 2986647 h 3104764"/>
              <a:gd name="connsiteX2" fmla="*/ 199526 w 2756051"/>
              <a:gd name="connsiteY2" fmla="*/ 1950140 h 3104764"/>
              <a:gd name="connsiteX3" fmla="*/ 13905 w 2756051"/>
              <a:gd name="connsiteY3" fmla="*/ 662147 h 3104764"/>
              <a:gd name="connsiteX4" fmla="*/ 187691 w 2756051"/>
              <a:gd name="connsiteY4" fmla="*/ 568171 h 3104764"/>
              <a:gd name="connsiteX5" fmla="*/ 1416270 w 2756051"/>
              <a:gd name="connsiteY5" fmla="*/ 1802534 h 3104764"/>
              <a:gd name="connsiteX6" fmla="*/ 2303430 w 2756051"/>
              <a:gd name="connsiteY6" fmla="*/ 0 h 3104764"/>
              <a:gd name="connsiteX7" fmla="*/ 2684129 w 2756051"/>
              <a:gd name="connsiteY7" fmla="*/ 1170525 h 3104764"/>
              <a:gd name="connsiteX8" fmla="*/ 2756014 w 2756051"/>
              <a:gd name="connsiteY8" fmla="*/ 1836106 h 3104764"/>
              <a:gd name="connsiteX9" fmla="*/ 2426713 w 2756051"/>
              <a:gd name="connsiteY9" fmla="*/ 2694786 h 3104764"/>
              <a:gd name="connsiteX10" fmla="*/ 1724485 w 2756051"/>
              <a:gd name="connsiteY10" fmla="*/ 3048970 h 3104764"/>
              <a:gd name="connsiteX0" fmla="*/ 1724485 w 2756051"/>
              <a:gd name="connsiteY0" fmla="*/ 3048970 h 3104764"/>
              <a:gd name="connsiteX1" fmla="*/ 636290 w 2756051"/>
              <a:gd name="connsiteY1" fmla="*/ 2986647 h 3104764"/>
              <a:gd name="connsiteX2" fmla="*/ 199526 w 2756051"/>
              <a:gd name="connsiteY2" fmla="*/ 1950140 h 3104764"/>
              <a:gd name="connsiteX3" fmla="*/ 13905 w 2756051"/>
              <a:gd name="connsiteY3" fmla="*/ 662147 h 3104764"/>
              <a:gd name="connsiteX4" fmla="*/ 187691 w 2756051"/>
              <a:gd name="connsiteY4" fmla="*/ 568171 h 3104764"/>
              <a:gd name="connsiteX5" fmla="*/ 1416270 w 2756051"/>
              <a:gd name="connsiteY5" fmla="*/ 1802534 h 3104764"/>
              <a:gd name="connsiteX6" fmla="*/ 2303430 w 2756051"/>
              <a:gd name="connsiteY6" fmla="*/ 0 h 3104764"/>
              <a:gd name="connsiteX7" fmla="*/ 2684129 w 2756051"/>
              <a:gd name="connsiteY7" fmla="*/ 1170525 h 3104764"/>
              <a:gd name="connsiteX8" fmla="*/ 2756014 w 2756051"/>
              <a:gd name="connsiteY8" fmla="*/ 1836106 h 3104764"/>
              <a:gd name="connsiteX9" fmla="*/ 2426713 w 2756051"/>
              <a:gd name="connsiteY9" fmla="*/ 2694786 h 3104764"/>
              <a:gd name="connsiteX10" fmla="*/ 1724485 w 2756051"/>
              <a:gd name="connsiteY10" fmla="*/ 3048970 h 3104764"/>
              <a:gd name="connsiteX0" fmla="*/ 1724485 w 2756051"/>
              <a:gd name="connsiteY0" fmla="*/ 3048970 h 3104764"/>
              <a:gd name="connsiteX1" fmla="*/ 636290 w 2756051"/>
              <a:gd name="connsiteY1" fmla="*/ 2986647 h 3104764"/>
              <a:gd name="connsiteX2" fmla="*/ 199526 w 2756051"/>
              <a:gd name="connsiteY2" fmla="*/ 1950140 h 3104764"/>
              <a:gd name="connsiteX3" fmla="*/ 13905 w 2756051"/>
              <a:gd name="connsiteY3" fmla="*/ 662147 h 3104764"/>
              <a:gd name="connsiteX4" fmla="*/ 187691 w 2756051"/>
              <a:gd name="connsiteY4" fmla="*/ 568171 h 3104764"/>
              <a:gd name="connsiteX5" fmla="*/ 1416270 w 2756051"/>
              <a:gd name="connsiteY5" fmla="*/ 1802534 h 3104764"/>
              <a:gd name="connsiteX6" fmla="*/ 2303430 w 2756051"/>
              <a:gd name="connsiteY6" fmla="*/ 0 h 3104764"/>
              <a:gd name="connsiteX7" fmla="*/ 2653532 w 2756051"/>
              <a:gd name="connsiteY7" fmla="*/ 1228530 h 3104764"/>
              <a:gd name="connsiteX8" fmla="*/ 2756014 w 2756051"/>
              <a:gd name="connsiteY8" fmla="*/ 1836106 h 3104764"/>
              <a:gd name="connsiteX9" fmla="*/ 2426713 w 2756051"/>
              <a:gd name="connsiteY9" fmla="*/ 2694786 h 3104764"/>
              <a:gd name="connsiteX10" fmla="*/ 1724485 w 2756051"/>
              <a:gd name="connsiteY10" fmla="*/ 3048970 h 3104764"/>
              <a:gd name="connsiteX0" fmla="*/ 1724485 w 2756041"/>
              <a:gd name="connsiteY0" fmla="*/ 3048970 h 3101259"/>
              <a:gd name="connsiteX1" fmla="*/ 636290 w 2756041"/>
              <a:gd name="connsiteY1" fmla="*/ 2986647 h 3101259"/>
              <a:gd name="connsiteX2" fmla="*/ 199526 w 2756041"/>
              <a:gd name="connsiteY2" fmla="*/ 1950140 h 3101259"/>
              <a:gd name="connsiteX3" fmla="*/ 13905 w 2756041"/>
              <a:gd name="connsiteY3" fmla="*/ 662147 h 3101259"/>
              <a:gd name="connsiteX4" fmla="*/ 187691 w 2756041"/>
              <a:gd name="connsiteY4" fmla="*/ 568171 h 3101259"/>
              <a:gd name="connsiteX5" fmla="*/ 1416270 w 2756041"/>
              <a:gd name="connsiteY5" fmla="*/ 1802534 h 3101259"/>
              <a:gd name="connsiteX6" fmla="*/ 2303430 w 2756041"/>
              <a:gd name="connsiteY6" fmla="*/ 0 h 3101259"/>
              <a:gd name="connsiteX7" fmla="*/ 2653532 w 2756041"/>
              <a:gd name="connsiteY7" fmla="*/ 1228530 h 3101259"/>
              <a:gd name="connsiteX8" fmla="*/ 2756014 w 2756041"/>
              <a:gd name="connsiteY8" fmla="*/ 1836106 h 3101259"/>
              <a:gd name="connsiteX9" fmla="*/ 2396107 w 2756041"/>
              <a:gd name="connsiteY9" fmla="*/ 2752791 h 3101259"/>
              <a:gd name="connsiteX10" fmla="*/ 1724485 w 2756041"/>
              <a:gd name="connsiteY10" fmla="*/ 3048970 h 3101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756041" h="3101259">
                <a:moveTo>
                  <a:pt x="1724485" y="3048970"/>
                </a:moveTo>
                <a:cubicBezTo>
                  <a:pt x="1431182" y="3087946"/>
                  <a:pt x="890450" y="3169785"/>
                  <a:pt x="636290" y="2986647"/>
                </a:cubicBezTo>
                <a:cubicBezTo>
                  <a:pt x="382130" y="2803509"/>
                  <a:pt x="304348" y="2347624"/>
                  <a:pt x="199526" y="1950140"/>
                </a:cubicBezTo>
                <a:cubicBezTo>
                  <a:pt x="94704" y="1552656"/>
                  <a:pt x="46699" y="911723"/>
                  <a:pt x="13905" y="662147"/>
                </a:cubicBezTo>
                <a:cubicBezTo>
                  <a:pt x="-18889" y="412571"/>
                  <a:pt x="-5767" y="466901"/>
                  <a:pt x="187691" y="568171"/>
                </a:cubicBezTo>
                <a:cubicBezTo>
                  <a:pt x="426385" y="718543"/>
                  <a:pt x="758292" y="1157238"/>
                  <a:pt x="1416270" y="1802534"/>
                </a:cubicBezTo>
                <a:cubicBezTo>
                  <a:pt x="1644416" y="1496798"/>
                  <a:pt x="2238101" y="85449"/>
                  <a:pt x="2303430" y="0"/>
                </a:cubicBezTo>
                <a:cubicBezTo>
                  <a:pt x="2464274" y="367081"/>
                  <a:pt x="2607933" y="965154"/>
                  <a:pt x="2653532" y="1228530"/>
                </a:cubicBezTo>
                <a:lnTo>
                  <a:pt x="2756014" y="1836106"/>
                </a:lnTo>
                <a:cubicBezTo>
                  <a:pt x="2758138" y="2311745"/>
                  <a:pt x="2638949" y="2475594"/>
                  <a:pt x="2396107" y="2752791"/>
                </a:cubicBezTo>
                <a:cubicBezTo>
                  <a:pt x="2223558" y="2905794"/>
                  <a:pt x="2017788" y="3009994"/>
                  <a:pt x="1724485" y="304897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71" name="Freeform: Shape 2070">
            <a:extLst>
              <a:ext uri="{FF2B5EF4-FFF2-40B4-BE49-F238E27FC236}">
                <a16:creationId xmlns:a16="http://schemas.microsoft.com/office/drawing/2014/main" id="{A3837815-45B5-B870-D3E0-FF5D3E150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842097">
            <a:off x="-218269" y="812241"/>
            <a:ext cx="1476933" cy="793872"/>
          </a:xfrm>
          <a:custGeom>
            <a:avLst/>
            <a:gdLst>
              <a:gd name="connsiteX0" fmla="*/ 0 w 1696995"/>
              <a:gd name="connsiteY0" fmla="*/ 905867 h 912158"/>
              <a:gd name="connsiteX1" fmla="*/ 30807 w 1696995"/>
              <a:gd name="connsiteY1" fmla="*/ 593225 h 912158"/>
              <a:gd name="connsiteX2" fmla="*/ 323195 w 1696995"/>
              <a:gd name="connsiteY2" fmla="*/ 155136 h 912158"/>
              <a:gd name="connsiteX3" fmla="*/ 1022165 w 1696995"/>
              <a:gd name="connsiteY3" fmla="*/ 7181 h 912158"/>
              <a:gd name="connsiteX4" fmla="*/ 1395373 w 1696995"/>
              <a:gd name="connsiteY4" fmla="*/ 156566 h 912158"/>
              <a:gd name="connsiteX5" fmla="*/ 1662355 w 1696995"/>
              <a:gd name="connsiteY5" fmla="*/ 427805 h 912158"/>
              <a:gd name="connsiteX6" fmla="*/ 1696995 w 1696995"/>
              <a:gd name="connsiteY6" fmla="*/ 512480 h 912158"/>
              <a:gd name="connsiteX7" fmla="*/ 1326055 w 1696995"/>
              <a:gd name="connsiteY7" fmla="*/ 831557 h 912158"/>
              <a:gd name="connsiteX8" fmla="*/ 1323330 w 1696995"/>
              <a:gd name="connsiteY8" fmla="*/ 805050 h 912158"/>
              <a:gd name="connsiteX9" fmla="*/ 1260799 w 1696995"/>
              <a:gd name="connsiteY9" fmla="*/ 548576 h 912158"/>
              <a:gd name="connsiteX10" fmla="*/ 966776 w 1696995"/>
              <a:gd name="connsiteY10" fmla="*/ 373120 h 912158"/>
              <a:gd name="connsiteX11" fmla="*/ 691576 w 1696995"/>
              <a:gd name="connsiteY11" fmla="*/ 402306 h 912158"/>
              <a:gd name="connsiteX12" fmla="*/ 460085 w 1696995"/>
              <a:gd name="connsiteY12" fmla="*/ 571143 h 912158"/>
              <a:gd name="connsiteX13" fmla="*/ 404840 w 1696995"/>
              <a:gd name="connsiteY13" fmla="*/ 890328 h 912158"/>
              <a:gd name="connsiteX14" fmla="*/ 0 w 1696995"/>
              <a:gd name="connsiteY14" fmla="*/ 905867 h 912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6995" h="912158">
                <a:moveTo>
                  <a:pt x="0" y="905867"/>
                </a:moveTo>
                <a:cubicBezTo>
                  <a:pt x="3863" y="821151"/>
                  <a:pt x="9717" y="729580"/>
                  <a:pt x="30807" y="593225"/>
                </a:cubicBezTo>
                <a:cubicBezTo>
                  <a:pt x="51031" y="503203"/>
                  <a:pt x="165790" y="254010"/>
                  <a:pt x="323195" y="155136"/>
                </a:cubicBezTo>
                <a:cubicBezTo>
                  <a:pt x="521220" y="41767"/>
                  <a:pt x="743835" y="-22387"/>
                  <a:pt x="1022165" y="7181"/>
                </a:cubicBezTo>
                <a:cubicBezTo>
                  <a:pt x="1171322" y="9334"/>
                  <a:pt x="1288674" y="86463"/>
                  <a:pt x="1395373" y="156566"/>
                </a:cubicBezTo>
                <a:cubicBezTo>
                  <a:pt x="1502072" y="226671"/>
                  <a:pt x="1602042" y="314771"/>
                  <a:pt x="1662355" y="427805"/>
                </a:cubicBezTo>
                <a:lnTo>
                  <a:pt x="1696995" y="512480"/>
                </a:lnTo>
                <a:lnTo>
                  <a:pt x="1326055" y="831557"/>
                </a:lnTo>
                <a:lnTo>
                  <a:pt x="1323330" y="805050"/>
                </a:lnTo>
                <a:cubicBezTo>
                  <a:pt x="1316032" y="727454"/>
                  <a:pt x="1306335" y="610172"/>
                  <a:pt x="1260799" y="548576"/>
                </a:cubicBezTo>
                <a:cubicBezTo>
                  <a:pt x="1200084" y="466449"/>
                  <a:pt x="1061646" y="397498"/>
                  <a:pt x="966776" y="373120"/>
                </a:cubicBezTo>
                <a:cubicBezTo>
                  <a:pt x="871905" y="348741"/>
                  <a:pt x="776025" y="369302"/>
                  <a:pt x="691576" y="402306"/>
                </a:cubicBezTo>
                <a:cubicBezTo>
                  <a:pt x="607128" y="435310"/>
                  <a:pt x="507875" y="489807"/>
                  <a:pt x="460085" y="571143"/>
                </a:cubicBezTo>
                <a:cubicBezTo>
                  <a:pt x="412296" y="652480"/>
                  <a:pt x="403982" y="782499"/>
                  <a:pt x="404840" y="890328"/>
                </a:cubicBezTo>
                <a:cubicBezTo>
                  <a:pt x="279460" y="898582"/>
                  <a:pt x="45445" y="923783"/>
                  <a:pt x="0" y="905867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73" name="Freeform: Shape 2072">
            <a:extLst>
              <a:ext uri="{FF2B5EF4-FFF2-40B4-BE49-F238E27FC236}">
                <a16:creationId xmlns:a16="http://schemas.microsoft.com/office/drawing/2014/main" id="{8A819BDA-B8B6-0840-DC20-23F135305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842097">
            <a:off x="-218269" y="812241"/>
            <a:ext cx="1476933" cy="793872"/>
          </a:xfrm>
          <a:custGeom>
            <a:avLst/>
            <a:gdLst>
              <a:gd name="connsiteX0" fmla="*/ 0 w 1696995"/>
              <a:gd name="connsiteY0" fmla="*/ 905867 h 912158"/>
              <a:gd name="connsiteX1" fmla="*/ 30807 w 1696995"/>
              <a:gd name="connsiteY1" fmla="*/ 593225 h 912158"/>
              <a:gd name="connsiteX2" fmla="*/ 323195 w 1696995"/>
              <a:gd name="connsiteY2" fmla="*/ 155136 h 912158"/>
              <a:gd name="connsiteX3" fmla="*/ 1022165 w 1696995"/>
              <a:gd name="connsiteY3" fmla="*/ 7181 h 912158"/>
              <a:gd name="connsiteX4" fmla="*/ 1395373 w 1696995"/>
              <a:gd name="connsiteY4" fmla="*/ 156566 h 912158"/>
              <a:gd name="connsiteX5" fmla="*/ 1662355 w 1696995"/>
              <a:gd name="connsiteY5" fmla="*/ 427805 h 912158"/>
              <a:gd name="connsiteX6" fmla="*/ 1696995 w 1696995"/>
              <a:gd name="connsiteY6" fmla="*/ 512480 h 912158"/>
              <a:gd name="connsiteX7" fmla="*/ 1326055 w 1696995"/>
              <a:gd name="connsiteY7" fmla="*/ 831557 h 912158"/>
              <a:gd name="connsiteX8" fmla="*/ 1323330 w 1696995"/>
              <a:gd name="connsiteY8" fmla="*/ 805050 h 912158"/>
              <a:gd name="connsiteX9" fmla="*/ 1260799 w 1696995"/>
              <a:gd name="connsiteY9" fmla="*/ 548576 h 912158"/>
              <a:gd name="connsiteX10" fmla="*/ 966776 w 1696995"/>
              <a:gd name="connsiteY10" fmla="*/ 373120 h 912158"/>
              <a:gd name="connsiteX11" fmla="*/ 691576 w 1696995"/>
              <a:gd name="connsiteY11" fmla="*/ 402306 h 912158"/>
              <a:gd name="connsiteX12" fmla="*/ 460085 w 1696995"/>
              <a:gd name="connsiteY12" fmla="*/ 571143 h 912158"/>
              <a:gd name="connsiteX13" fmla="*/ 404840 w 1696995"/>
              <a:gd name="connsiteY13" fmla="*/ 890328 h 912158"/>
              <a:gd name="connsiteX14" fmla="*/ 0 w 1696995"/>
              <a:gd name="connsiteY14" fmla="*/ 905867 h 912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6995" h="912158">
                <a:moveTo>
                  <a:pt x="0" y="905867"/>
                </a:moveTo>
                <a:cubicBezTo>
                  <a:pt x="3863" y="821151"/>
                  <a:pt x="9717" y="729580"/>
                  <a:pt x="30807" y="593225"/>
                </a:cubicBezTo>
                <a:cubicBezTo>
                  <a:pt x="51031" y="503203"/>
                  <a:pt x="165790" y="254010"/>
                  <a:pt x="323195" y="155136"/>
                </a:cubicBezTo>
                <a:cubicBezTo>
                  <a:pt x="521220" y="41767"/>
                  <a:pt x="743835" y="-22387"/>
                  <a:pt x="1022165" y="7181"/>
                </a:cubicBezTo>
                <a:cubicBezTo>
                  <a:pt x="1171322" y="9334"/>
                  <a:pt x="1288674" y="86463"/>
                  <a:pt x="1395373" y="156566"/>
                </a:cubicBezTo>
                <a:cubicBezTo>
                  <a:pt x="1502072" y="226671"/>
                  <a:pt x="1602042" y="314771"/>
                  <a:pt x="1662355" y="427805"/>
                </a:cubicBezTo>
                <a:lnTo>
                  <a:pt x="1696995" y="512480"/>
                </a:lnTo>
                <a:lnTo>
                  <a:pt x="1326055" y="831557"/>
                </a:lnTo>
                <a:lnTo>
                  <a:pt x="1323330" y="805050"/>
                </a:lnTo>
                <a:cubicBezTo>
                  <a:pt x="1316032" y="727454"/>
                  <a:pt x="1306335" y="610172"/>
                  <a:pt x="1260799" y="548576"/>
                </a:cubicBezTo>
                <a:cubicBezTo>
                  <a:pt x="1200084" y="466449"/>
                  <a:pt x="1061646" y="397498"/>
                  <a:pt x="966776" y="373120"/>
                </a:cubicBezTo>
                <a:cubicBezTo>
                  <a:pt x="871905" y="348741"/>
                  <a:pt x="776025" y="369302"/>
                  <a:pt x="691576" y="402306"/>
                </a:cubicBezTo>
                <a:cubicBezTo>
                  <a:pt x="607128" y="435310"/>
                  <a:pt x="507875" y="489807"/>
                  <a:pt x="460085" y="571143"/>
                </a:cubicBezTo>
                <a:cubicBezTo>
                  <a:pt x="412296" y="652480"/>
                  <a:pt x="403982" y="782499"/>
                  <a:pt x="404840" y="890328"/>
                </a:cubicBezTo>
                <a:cubicBezTo>
                  <a:pt x="279460" y="898582"/>
                  <a:pt x="45445" y="923783"/>
                  <a:pt x="0" y="90586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4" name="Picture 6" descr="Itaipu Dam - Wikipedia">
            <a:extLst>
              <a:ext uri="{FF2B5EF4-FFF2-40B4-BE49-F238E27FC236}">
                <a16:creationId xmlns:a16="http://schemas.microsoft.com/office/drawing/2014/main" id="{A8085158-845E-41EA-8A8D-44F94CE58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63" r="-1" b="-1"/>
          <a:stretch/>
        </p:blipFill>
        <p:spPr bwMode="auto">
          <a:xfrm>
            <a:off x="2014791" y="852867"/>
            <a:ext cx="8211070" cy="407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5" name="Freeform: Shape 2074">
            <a:extLst>
              <a:ext uri="{FF2B5EF4-FFF2-40B4-BE49-F238E27FC236}">
                <a16:creationId xmlns:a16="http://schemas.microsoft.com/office/drawing/2014/main" id="{C0C83EB9-3882-3245-6560-B22FB79F5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78977">
            <a:off x="11339708" y="561826"/>
            <a:ext cx="363464" cy="374675"/>
          </a:xfrm>
          <a:custGeom>
            <a:avLst/>
            <a:gdLst>
              <a:gd name="connsiteX0" fmla="*/ 2531073 w 4828010"/>
              <a:gd name="connsiteY0" fmla="*/ 0 h 4873559"/>
              <a:gd name="connsiteX1" fmla="*/ 3937963 w 4828010"/>
              <a:gd name="connsiteY1" fmla="*/ 437433 h 4873559"/>
              <a:gd name="connsiteX2" fmla="*/ 4806231 w 4828010"/>
              <a:gd name="connsiteY2" fmla="*/ 1773180 h 4873559"/>
              <a:gd name="connsiteX3" fmla="*/ 4448644 w 4828010"/>
              <a:gd name="connsiteY3" fmla="*/ 3933235 h 4873559"/>
              <a:gd name="connsiteX4" fmla="*/ 3192542 w 4828010"/>
              <a:gd name="connsiteY4" fmla="*/ 4716168 h 4873559"/>
              <a:gd name="connsiteX5" fmla="*/ 937448 w 4828010"/>
              <a:gd name="connsiteY5" fmla="*/ 4547691 h 4873559"/>
              <a:gd name="connsiteX6" fmla="*/ 12348 w 4828010"/>
              <a:gd name="connsiteY6" fmla="*/ 3026750 h 4873559"/>
              <a:gd name="connsiteX7" fmla="*/ 553508 w 4828010"/>
              <a:gd name="connsiteY7" fmla="*/ 740383 h 4873559"/>
              <a:gd name="connsiteX8" fmla="*/ 2531073 w 4828010"/>
              <a:gd name="connsiteY8" fmla="*/ 0 h 4873559"/>
              <a:gd name="connsiteX0" fmla="*/ 2531073 w 4828010"/>
              <a:gd name="connsiteY0" fmla="*/ 0 h 4853896"/>
              <a:gd name="connsiteX1" fmla="*/ 3937963 w 4828010"/>
              <a:gd name="connsiteY1" fmla="*/ 437433 h 4853896"/>
              <a:gd name="connsiteX2" fmla="*/ 4806231 w 4828010"/>
              <a:gd name="connsiteY2" fmla="*/ 1773180 h 4853896"/>
              <a:gd name="connsiteX3" fmla="*/ 4448644 w 4828010"/>
              <a:gd name="connsiteY3" fmla="*/ 3933235 h 4853896"/>
              <a:gd name="connsiteX4" fmla="*/ 3192542 w 4828010"/>
              <a:gd name="connsiteY4" fmla="*/ 4716168 h 4853896"/>
              <a:gd name="connsiteX5" fmla="*/ 1075671 w 4828010"/>
              <a:gd name="connsiteY5" fmla="*/ 4473263 h 4853896"/>
              <a:gd name="connsiteX6" fmla="*/ 12348 w 4828010"/>
              <a:gd name="connsiteY6" fmla="*/ 3026750 h 4853896"/>
              <a:gd name="connsiteX7" fmla="*/ 553508 w 4828010"/>
              <a:gd name="connsiteY7" fmla="*/ 740383 h 4853896"/>
              <a:gd name="connsiteX8" fmla="*/ 2531073 w 4828010"/>
              <a:gd name="connsiteY8" fmla="*/ 0 h 4853896"/>
              <a:gd name="connsiteX0" fmla="*/ 2531073 w 4828010"/>
              <a:gd name="connsiteY0" fmla="*/ 0 h 4852652"/>
              <a:gd name="connsiteX1" fmla="*/ 3937963 w 4828010"/>
              <a:gd name="connsiteY1" fmla="*/ 437433 h 4852652"/>
              <a:gd name="connsiteX2" fmla="*/ 4806231 w 4828010"/>
              <a:gd name="connsiteY2" fmla="*/ 1773180 h 4852652"/>
              <a:gd name="connsiteX3" fmla="*/ 4448644 w 4828010"/>
              <a:gd name="connsiteY3" fmla="*/ 3933235 h 4852652"/>
              <a:gd name="connsiteX4" fmla="*/ 3192542 w 4828010"/>
              <a:gd name="connsiteY4" fmla="*/ 4716168 h 4852652"/>
              <a:gd name="connsiteX5" fmla="*/ 1160732 w 4828010"/>
              <a:gd name="connsiteY5" fmla="*/ 4467947 h 4852652"/>
              <a:gd name="connsiteX6" fmla="*/ 12348 w 4828010"/>
              <a:gd name="connsiteY6" fmla="*/ 3026750 h 4852652"/>
              <a:gd name="connsiteX7" fmla="*/ 553508 w 4828010"/>
              <a:gd name="connsiteY7" fmla="*/ 740383 h 4852652"/>
              <a:gd name="connsiteX8" fmla="*/ 2531073 w 4828010"/>
              <a:gd name="connsiteY8" fmla="*/ 0 h 4852652"/>
              <a:gd name="connsiteX0" fmla="*/ 2531073 w 4828010"/>
              <a:gd name="connsiteY0" fmla="*/ 0 h 4852652"/>
              <a:gd name="connsiteX1" fmla="*/ 3937963 w 4828010"/>
              <a:gd name="connsiteY1" fmla="*/ 437433 h 4852652"/>
              <a:gd name="connsiteX2" fmla="*/ 4806231 w 4828010"/>
              <a:gd name="connsiteY2" fmla="*/ 1773180 h 4852652"/>
              <a:gd name="connsiteX3" fmla="*/ 4448644 w 4828010"/>
              <a:gd name="connsiteY3" fmla="*/ 3933235 h 4852652"/>
              <a:gd name="connsiteX4" fmla="*/ 3192542 w 4828010"/>
              <a:gd name="connsiteY4" fmla="*/ 4716168 h 4852652"/>
              <a:gd name="connsiteX5" fmla="*/ 1160732 w 4828010"/>
              <a:gd name="connsiteY5" fmla="*/ 4467947 h 4852652"/>
              <a:gd name="connsiteX6" fmla="*/ 12348 w 4828010"/>
              <a:gd name="connsiteY6" fmla="*/ 3026750 h 4852652"/>
              <a:gd name="connsiteX7" fmla="*/ 553508 w 4828010"/>
              <a:gd name="connsiteY7" fmla="*/ 740383 h 4852652"/>
              <a:gd name="connsiteX8" fmla="*/ 2531073 w 4828010"/>
              <a:gd name="connsiteY8" fmla="*/ 0 h 4852652"/>
              <a:gd name="connsiteX0" fmla="*/ 2460239 w 4757176"/>
              <a:gd name="connsiteY0" fmla="*/ 0 h 4850182"/>
              <a:gd name="connsiteX1" fmla="*/ 3867129 w 4757176"/>
              <a:gd name="connsiteY1" fmla="*/ 437433 h 4850182"/>
              <a:gd name="connsiteX2" fmla="*/ 4735397 w 4757176"/>
              <a:gd name="connsiteY2" fmla="*/ 1773180 h 4850182"/>
              <a:gd name="connsiteX3" fmla="*/ 4377810 w 4757176"/>
              <a:gd name="connsiteY3" fmla="*/ 3933235 h 4850182"/>
              <a:gd name="connsiteX4" fmla="*/ 3121708 w 4757176"/>
              <a:gd name="connsiteY4" fmla="*/ 4716168 h 4850182"/>
              <a:gd name="connsiteX5" fmla="*/ 1089898 w 4757176"/>
              <a:gd name="connsiteY5" fmla="*/ 4467947 h 4850182"/>
              <a:gd name="connsiteX6" fmla="*/ 15942 w 4757176"/>
              <a:gd name="connsiteY6" fmla="*/ 3101178 h 4850182"/>
              <a:gd name="connsiteX7" fmla="*/ 482674 w 4757176"/>
              <a:gd name="connsiteY7" fmla="*/ 740383 h 4850182"/>
              <a:gd name="connsiteX8" fmla="*/ 2460239 w 4757176"/>
              <a:gd name="connsiteY8" fmla="*/ 0 h 4850182"/>
              <a:gd name="connsiteX0" fmla="*/ 2460239 w 4757176"/>
              <a:gd name="connsiteY0" fmla="*/ 0 h 4850182"/>
              <a:gd name="connsiteX1" fmla="*/ 3867129 w 4757176"/>
              <a:gd name="connsiteY1" fmla="*/ 437433 h 4850182"/>
              <a:gd name="connsiteX2" fmla="*/ 4735397 w 4757176"/>
              <a:gd name="connsiteY2" fmla="*/ 1773180 h 4850182"/>
              <a:gd name="connsiteX3" fmla="*/ 4377810 w 4757176"/>
              <a:gd name="connsiteY3" fmla="*/ 3933235 h 4850182"/>
              <a:gd name="connsiteX4" fmla="*/ 3121708 w 4757176"/>
              <a:gd name="connsiteY4" fmla="*/ 4716168 h 4850182"/>
              <a:gd name="connsiteX5" fmla="*/ 1089898 w 4757176"/>
              <a:gd name="connsiteY5" fmla="*/ 4467947 h 4850182"/>
              <a:gd name="connsiteX6" fmla="*/ 15942 w 4757176"/>
              <a:gd name="connsiteY6" fmla="*/ 3101178 h 4850182"/>
              <a:gd name="connsiteX7" fmla="*/ 482674 w 4757176"/>
              <a:gd name="connsiteY7" fmla="*/ 740383 h 4850182"/>
              <a:gd name="connsiteX8" fmla="*/ 2460239 w 4757176"/>
              <a:gd name="connsiteY8" fmla="*/ 0 h 4850182"/>
              <a:gd name="connsiteX0" fmla="*/ 2484014 w 4780951"/>
              <a:gd name="connsiteY0" fmla="*/ 0 h 4850182"/>
              <a:gd name="connsiteX1" fmla="*/ 3890904 w 4780951"/>
              <a:gd name="connsiteY1" fmla="*/ 437433 h 4850182"/>
              <a:gd name="connsiteX2" fmla="*/ 4759172 w 4780951"/>
              <a:gd name="connsiteY2" fmla="*/ 1773180 h 4850182"/>
              <a:gd name="connsiteX3" fmla="*/ 4401585 w 4780951"/>
              <a:gd name="connsiteY3" fmla="*/ 3933235 h 4850182"/>
              <a:gd name="connsiteX4" fmla="*/ 3145483 w 4780951"/>
              <a:gd name="connsiteY4" fmla="*/ 4716168 h 4850182"/>
              <a:gd name="connsiteX5" fmla="*/ 1113673 w 4780951"/>
              <a:gd name="connsiteY5" fmla="*/ 4467947 h 4850182"/>
              <a:gd name="connsiteX6" fmla="*/ 39717 w 4780951"/>
              <a:gd name="connsiteY6" fmla="*/ 3101178 h 4850182"/>
              <a:gd name="connsiteX7" fmla="*/ 506449 w 4780951"/>
              <a:gd name="connsiteY7" fmla="*/ 740383 h 4850182"/>
              <a:gd name="connsiteX8" fmla="*/ 2484014 w 4780951"/>
              <a:gd name="connsiteY8" fmla="*/ 0 h 4850182"/>
              <a:gd name="connsiteX0" fmla="*/ 2484014 w 4780127"/>
              <a:gd name="connsiteY0" fmla="*/ 0 h 4850182"/>
              <a:gd name="connsiteX1" fmla="*/ 3890904 w 4780127"/>
              <a:gd name="connsiteY1" fmla="*/ 437433 h 4850182"/>
              <a:gd name="connsiteX2" fmla="*/ 4759172 w 4780127"/>
              <a:gd name="connsiteY2" fmla="*/ 1773180 h 4850182"/>
              <a:gd name="connsiteX3" fmla="*/ 4390953 w 4780127"/>
              <a:gd name="connsiteY3" fmla="*/ 3805644 h 4850182"/>
              <a:gd name="connsiteX4" fmla="*/ 3145483 w 4780127"/>
              <a:gd name="connsiteY4" fmla="*/ 4716168 h 4850182"/>
              <a:gd name="connsiteX5" fmla="*/ 1113673 w 4780127"/>
              <a:gd name="connsiteY5" fmla="*/ 4467947 h 4850182"/>
              <a:gd name="connsiteX6" fmla="*/ 39717 w 4780127"/>
              <a:gd name="connsiteY6" fmla="*/ 3101178 h 4850182"/>
              <a:gd name="connsiteX7" fmla="*/ 506449 w 4780127"/>
              <a:gd name="connsiteY7" fmla="*/ 740383 h 4850182"/>
              <a:gd name="connsiteX8" fmla="*/ 2484014 w 4780127"/>
              <a:gd name="connsiteY8" fmla="*/ 0 h 4850182"/>
              <a:gd name="connsiteX0" fmla="*/ 2484014 w 4778010"/>
              <a:gd name="connsiteY0" fmla="*/ 0 h 4846926"/>
              <a:gd name="connsiteX1" fmla="*/ 3890904 w 4778010"/>
              <a:gd name="connsiteY1" fmla="*/ 437433 h 4846926"/>
              <a:gd name="connsiteX2" fmla="*/ 4759172 w 4778010"/>
              <a:gd name="connsiteY2" fmla="*/ 1773180 h 4846926"/>
              <a:gd name="connsiteX3" fmla="*/ 4390953 w 4778010"/>
              <a:gd name="connsiteY3" fmla="*/ 3805644 h 4846926"/>
              <a:gd name="connsiteX4" fmla="*/ 3343914 w 4778010"/>
              <a:gd name="connsiteY4" fmla="*/ 4712128 h 4846926"/>
              <a:gd name="connsiteX5" fmla="*/ 1113673 w 4778010"/>
              <a:gd name="connsiteY5" fmla="*/ 4467947 h 4846926"/>
              <a:gd name="connsiteX6" fmla="*/ 39717 w 4778010"/>
              <a:gd name="connsiteY6" fmla="*/ 3101178 h 4846926"/>
              <a:gd name="connsiteX7" fmla="*/ 506449 w 4778010"/>
              <a:gd name="connsiteY7" fmla="*/ 740383 h 4846926"/>
              <a:gd name="connsiteX8" fmla="*/ 2484014 w 4778010"/>
              <a:gd name="connsiteY8" fmla="*/ 0 h 4846926"/>
              <a:gd name="connsiteX0" fmla="*/ 2484014 w 4782503"/>
              <a:gd name="connsiteY0" fmla="*/ 0 h 4846926"/>
              <a:gd name="connsiteX1" fmla="*/ 3890904 w 4782503"/>
              <a:gd name="connsiteY1" fmla="*/ 437433 h 4846926"/>
              <a:gd name="connsiteX2" fmla="*/ 4759172 w 4782503"/>
              <a:gd name="connsiteY2" fmla="*/ 1773180 h 4846926"/>
              <a:gd name="connsiteX3" fmla="*/ 4450482 w 4782503"/>
              <a:gd name="connsiteY3" fmla="*/ 3688481 h 4846926"/>
              <a:gd name="connsiteX4" fmla="*/ 3343914 w 4782503"/>
              <a:gd name="connsiteY4" fmla="*/ 4712128 h 4846926"/>
              <a:gd name="connsiteX5" fmla="*/ 1113673 w 4782503"/>
              <a:gd name="connsiteY5" fmla="*/ 4467947 h 4846926"/>
              <a:gd name="connsiteX6" fmla="*/ 39717 w 4782503"/>
              <a:gd name="connsiteY6" fmla="*/ 3101178 h 4846926"/>
              <a:gd name="connsiteX7" fmla="*/ 506449 w 4782503"/>
              <a:gd name="connsiteY7" fmla="*/ 740383 h 4846926"/>
              <a:gd name="connsiteX8" fmla="*/ 2484014 w 4782503"/>
              <a:gd name="connsiteY8" fmla="*/ 0 h 4846926"/>
              <a:gd name="connsiteX0" fmla="*/ 2484014 w 4784889"/>
              <a:gd name="connsiteY0" fmla="*/ 0 h 4846926"/>
              <a:gd name="connsiteX1" fmla="*/ 3890904 w 4784889"/>
              <a:gd name="connsiteY1" fmla="*/ 437433 h 4846926"/>
              <a:gd name="connsiteX2" fmla="*/ 4759172 w 4784889"/>
              <a:gd name="connsiteY2" fmla="*/ 1773180 h 4846926"/>
              <a:gd name="connsiteX3" fmla="*/ 4474294 w 4784889"/>
              <a:gd name="connsiteY3" fmla="*/ 3676361 h 4846926"/>
              <a:gd name="connsiteX4" fmla="*/ 3343914 w 4784889"/>
              <a:gd name="connsiteY4" fmla="*/ 4712128 h 4846926"/>
              <a:gd name="connsiteX5" fmla="*/ 1113673 w 4784889"/>
              <a:gd name="connsiteY5" fmla="*/ 4467947 h 4846926"/>
              <a:gd name="connsiteX6" fmla="*/ 39717 w 4784889"/>
              <a:gd name="connsiteY6" fmla="*/ 3101178 h 4846926"/>
              <a:gd name="connsiteX7" fmla="*/ 506449 w 4784889"/>
              <a:gd name="connsiteY7" fmla="*/ 740383 h 4846926"/>
              <a:gd name="connsiteX8" fmla="*/ 2484014 w 4784889"/>
              <a:gd name="connsiteY8" fmla="*/ 0 h 4846926"/>
              <a:gd name="connsiteX0" fmla="*/ 2484014 w 4784889"/>
              <a:gd name="connsiteY0" fmla="*/ 0 h 4860980"/>
              <a:gd name="connsiteX1" fmla="*/ 3890904 w 4784889"/>
              <a:gd name="connsiteY1" fmla="*/ 437433 h 4860980"/>
              <a:gd name="connsiteX2" fmla="*/ 4759172 w 4784889"/>
              <a:gd name="connsiteY2" fmla="*/ 1773180 h 4860980"/>
              <a:gd name="connsiteX3" fmla="*/ 4474294 w 4784889"/>
              <a:gd name="connsiteY3" fmla="*/ 3676361 h 4860980"/>
              <a:gd name="connsiteX4" fmla="*/ 3343914 w 4784889"/>
              <a:gd name="connsiteY4" fmla="*/ 4712128 h 4860980"/>
              <a:gd name="connsiteX5" fmla="*/ 1097799 w 4784889"/>
              <a:gd name="connsiteY5" fmla="*/ 4524510 h 4860980"/>
              <a:gd name="connsiteX6" fmla="*/ 39717 w 4784889"/>
              <a:gd name="connsiteY6" fmla="*/ 3101178 h 4860980"/>
              <a:gd name="connsiteX7" fmla="*/ 506449 w 4784889"/>
              <a:gd name="connsiteY7" fmla="*/ 740383 h 4860980"/>
              <a:gd name="connsiteX8" fmla="*/ 2484014 w 4784889"/>
              <a:gd name="connsiteY8" fmla="*/ 0 h 4860980"/>
              <a:gd name="connsiteX0" fmla="*/ 2484014 w 4783308"/>
              <a:gd name="connsiteY0" fmla="*/ 0 h 4860981"/>
              <a:gd name="connsiteX1" fmla="*/ 3890904 w 4783308"/>
              <a:gd name="connsiteY1" fmla="*/ 437433 h 4860981"/>
              <a:gd name="connsiteX2" fmla="*/ 4759172 w 4783308"/>
              <a:gd name="connsiteY2" fmla="*/ 1773180 h 4860981"/>
              <a:gd name="connsiteX3" fmla="*/ 4474294 w 4783308"/>
              <a:gd name="connsiteY3" fmla="*/ 3676361 h 4860981"/>
              <a:gd name="connsiteX4" fmla="*/ 3443129 w 4783308"/>
              <a:gd name="connsiteY4" fmla="*/ 4712129 h 4860981"/>
              <a:gd name="connsiteX5" fmla="*/ 1097799 w 4783308"/>
              <a:gd name="connsiteY5" fmla="*/ 4524510 h 4860981"/>
              <a:gd name="connsiteX6" fmla="*/ 39717 w 4783308"/>
              <a:gd name="connsiteY6" fmla="*/ 3101178 h 4860981"/>
              <a:gd name="connsiteX7" fmla="*/ 506449 w 4783308"/>
              <a:gd name="connsiteY7" fmla="*/ 740383 h 4860981"/>
              <a:gd name="connsiteX8" fmla="*/ 2484014 w 4783308"/>
              <a:gd name="connsiteY8" fmla="*/ 0 h 4860981"/>
              <a:gd name="connsiteX0" fmla="*/ 2484014 w 4783308"/>
              <a:gd name="connsiteY0" fmla="*/ 0 h 4821502"/>
              <a:gd name="connsiteX1" fmla="*/ 3890904 w 4783308"/>
              <a:gd name="connsiteY1" fmla="*/ 437433 h 4821502"/>
              <a:gd name="connsiteX2" fmla="*/ 4759172 w 4783308"/>
              <a:gd name="connsiteY2" fmla="*/ 1773180 h 4821502"/>
              <a:gd name="connsiteX3" fmla="*/ 4474294 w 4783308"/>
              <a:gd name="connsiteY3" fmla="*/ 3676361 h 4821502"/>
              <a:gd name="connsiteX4" fmla="*/ 3443129 w 4783308"/>
              <a:gd name="connsiteY4" fmla="*/ 4712129 h 4821502"/>
              <a:gd name="connsiteX5" fmla="*/ 1097799 w 4783308"/>
              <a:gd name="connsiteY5" fmla="*/ 4524510 h 4821502"/>
              <a:gd name="connsiteX6" fmla="*/ 39717 w 4783308"/>
              <a:gd name="connsiteY6" fmla="*/ 3101178 h 4821502"/>
              <a:gd name="connsiteX7" fmla="*/ 506449 w 4783308"/>
              <a:gd name="connsiteY7" fmla="*/ 740383 h 4821502"/>
              <a:gd name="connsiteX8" fmla="*/ 2484014 w 4783308"/>
              <a:gd name="connsiteY8" fmla="*/ 0 h 4821502"/>
              <a:gd name="connsiteX0" fmla="*/ 2484014 w 4783308"/>
              <a:gd name="connsiteY0" fmla="*/ 0 h 4821502"/>
              <a:gd name="connsiteX1" fmla="*/ 3890904 w 4783308"/>
              <a:gd name="connsiteY1" fmla="*/ 437433 h 4821502"/>
              <a:gd name="connsiteX2" fmla="*/ 4759172 w 4783308"/>
              <a:gd name="connsiteY2" fmla="*/ 1773180 h 4821502"/>
              <a:gd name="connsiteX3" fmla="*/ 4474294 w 4783308"/>
              <a:gd name="connsiteY3" fmla="*/ 3676361 h 4821502"/>
              <a:gd name="connsiteX4" fmla="*/ 3443129 w 4783308"/>
              <a:gd name="connsiteY4" fmla="*/ 4712129 h 4821502"/>
              <a:gd name="connsiteX5" fmla="*/ 1097799 w 4783308"/>
              <a:gd name="connsiteY5" fmla="*/ 4524510 h 4821502"/>
              <a:gd name="connsiteX6" fmla="*/ 39717 w 4783308"/>
              <a:gd name="connsiteY6" fmla="*/ 3101178 h 4821502"/>
              <a:gd name="connsiteX7" fmla="*/ 506449 w 4783308"/>
              <a:gd name="connsiteY7" fmla="*/ 740383 h 4821502"/>
              <a:gd name="connsiteX8" fmla="*/ 2484014 w 4783308"/>
              <a:gd name="connsiteY8" fmla="*/ 0 h 4821502"/>
              <a:gd name="connsiteX0" fmla="*/ 2532073 w 4784141"/>
              <a:gd name="connsiteY0" fmla="*/ 0 h 4773425"/>
              <a:gd name="connsiteX1" fmla="*/ 3891737 w 4784141"/>
              <a:gd name="connsiteY1" fmla="*/ 389356 h 4773425"/>
              <a:gd name="connsiteX2" fmla="*/ 4760005 w 4784141"/>
              <a:gd name="connsiteY2" fmla="*/ 1725103 h 4773425"/>
              <a:gd name="connsiteX3" fmla="*/ 4475127 w 4784141"/>
              <a:gd name="connsiteY3" fmla="*/ 3628284 h 4773425"/>
              <a:gd name="connsiteX4" fmla="*/ 3443962 w 4784141"/>
              <a:gd name="connsiteY4" fmla="*/ 4664052 h 4773425"/>
              <a:gd name="connsiteX5" fmla="*/ 1098632 w 4784141"/>
              <a:gd name="connsiteY5" fmla="*/ 4476433 h 4773425"/>
              <a:gd name="connsiteX6" fmla="*/ 40550 w 4784141"/>
              <a:gd name="connsiteY6" fmla="*/ 3053101 h 4773425"/>
              <a:gd name="connsiteX7" fmla="*/ 507282 w 4784141"/>
              <a:gd name="connsiteY7" fmla="*/ 692306 h 4773425"/>
              <a:gd name="connsiteX8" fmla="*/ 2532073 w 4784141"/>
              <a:gd name="connsiteY8" fmla="*/ 0 h 4773425"/>
              <a:gd name="connsiteX0" fmla="*/ 2532073 w 4784141"/>
              <a:gd name="connsiteY0" fmla="*/ 491 h 4773916"/>
              <a:gd name="connsiteX1" fmla="*/ 3891737 w 4784141"/>
              <a:gd name="connsiteY1" fmla="*/ 389847 h 4773916"/>
              <a:gd name="connsiteX2" fmla="*/ 4760005 w 4784141"/>
              <a:gd name="connsiteY2" fmla="*/ 1725594 h 4773916"/>
              <a:gd name="connsiteX3" fmla="*/ 4475127 w 4784141"/>
              <a:gd name="connsiteY3" fmla="*/ 3628775 h 4773916"/>
              <a:gd name="connsiteX4" fmla="*/ 3443962 w 4784141"/>
              <a:gd name="connsiteY4" fmla="*/ 4664543 h 4773916"/>
              <a:gd name="connsiteX5" fmla="*/ 1098632 w 4784141"/>
              <a:gd name="connsiteY5" fmla="*/ 4476924 h 4773916"/>
              <a:gd name="connsiteX6" fmla="*/ 40550 w 4784141"/>
              <a:gd name="connsiteY6" fmla="*/ 3053592 h 4773916"/>
              <a:gd name="connsiteX7" fmla="*/ 507282 w 4784141"/>
              <a:gd name="connsiteY7" fmla="*/ 692797 h 4773916"/>
              <a:gd name="connsiteX8" fmla="*/ 2532073 w 4784141"/>
              <a:gd name="connsiteY8" fmla="*/ 491 h 4773916"/>
              <a:gd name="connsiteX0" fmla="*/ 2532073 w 4784141"/>
              <a:gd name="connsiteY0" fmla="*/ 491 h 4773916"/>
              <a:gd name="connsiteX1" fmla="*/ 3891737 w 4784141"/>
              <a:gd name="connsiteY1" fmla="*/ 389847 h 4773916"/>
              <a:gd name="connsiteX2" fmla="*/ 4760005 w 4784141"/>
              <a:gd name="connsiteY2" fmla="*/ 1725594 h 4773916"/>
              <a:gd name="connsiteX3" fmla="*/ 4475127 w 4784141"/>
              <a:gd name="connsiteY3" fmla="*/ 3628775 h 4773916"/>
              <a:gd name="connsiteX4" fmla="*/ 3443962 w 4784141"/>
              <a:gd name="connsiteY4" fmla="*/ 4664543 h 4773916"/>
              <a:gd name="connsiteX5" fmla="*/ 1098632 w 4784141"/>
              <a:gd name="connsiteY5" fmla="*/ 4476924 h 4773916"/>
              <a:gd name="connsiteX6" fmla="*/ 40550 w 4784141"/>
              <a:gd name="connsiteY6" fmla="*/ 3053592 h 4773916"/>
              <a:gd name="connsiteX7" fmla="*/ 507282 w 4784141"/>
              <a:gd name="connsiteY7" fmla="*/ 692797 h 4773916"/>
              <a:gd name="connsiteX8" fmla="*/ 2532073 w 4784141"/>
              <a:gd name="connsiteY8" fmla="*/ 491 h 4773916"/>
              <a:gd name="connsiteX0" fmla="*/ 2558783 w 4784614"/>
              <a:gd name="connsiteY0" fmla="*/ 525 h 4757924"/>
              <a:gd name="connsiteX1" fmla="*/ 3892210 w 4784614"/>
              <a:gd name="connsiteY1" fmla="*/ 373855 h 4757924"/>
              <a:gd name="connsiteX2" fmla="*/ 4760478 w 4784614"/>
              <a:gd name="connsiteY2" fmla="*/ 1709602 h 4757924"/>
              <a:gd name="connsiteX3" fmla="*/ 4475600 w 4784614"/>
              <a:gd name="connsiteY3" fmla="*/ 3612783 h 4757924"/>
              <a:gd name="connsiteX4" fmla="*/ 3444435 w 4784614"/>
              <a:gd name="connsiteY4" fmla="*/ 4648551 h 4757924"/>
              <a:gd name="connsiteX5" fmla="*/ 1099105 w 4784614"/>
              <a:gd name="connsiteY5" fmla="*/ 4460932 h 4757924"/>
              <a:gd name="connsiteX6" fmla="*/ 41023 w 4784614"/>
              <a:gd name="connsiteY6" fmla="*/ 3037600 h 4757924"/>
              <a:gd name="connsiteX7" fmla="*/ 507755 w 4784614"/>
              <a:gd name="connsiteY7" fmla="*/ 676805 h 4757924"/>
              <a:gd name="connsiteX8" fmla="*/ 2558783 w 4784614"/>
              <a:gd name="connsiteY8" fmla="*/ 525 h 4757924"/>
              <a:gd name="connsiteX0" fmla="*/ 2558783 w 4784614"/>
              <a:gd name="connsiteY0" fmla="*/ 408 h 4757807"/>
              <a:gd name="connsiteX1" fmla="*/ 3907953 w 4784614"/>
              <a:gd name="connsiteY1" fmla="*/ 443183 h 4757807"/>
              <a:gd name="connsiteX2" fmla="*/ 4760478 w 4784614"/>
              <a:gd name="connsiteY2" fmla="*/ 1709485 h 4757807"/>
              <a:gd name="connsiteX3" fmla="*/ 4475600 w 4784614"/>
              <a:gd name="connsiteY3" fmla="*/ 3612666 h 4757807"/>
              <a:gd name="connsiteX4" fmla="*/ 3444435 w 4784614"/>
              <a:gd name="connsiteY4" fmla="*/ 4648434 h 4757807"/>
              <a:gd name="connsiteX5" fmla="*/ 1099105 w 4784614"/>
              <a:gd name="connsiteY5" fmla="*/ 4460815 h 4757807"/>
              <a:gd name="connsiteX6" fmla="*/ 41023 w 4784614"/>
              <a:gd name="connsiteY6" fmla="*/ 3037483 h 4757807"/>
              <a:gd name="connsiteX7" fmla="*/ 507755 w 4784614"/>
              <a:gd name="connsiteY7" fmla="*/ 676688 h 4757807"/>
              <a:gd name="connsiteX8" fmla="*/ 2558783 w 4784614"/>
              <a:gd name="connsiteY8" fmla="*/ 408 h 4757807"/>
              <a:gd name="connsiteX0" fmla="*/ 2675744 w 4786788"/>
              <a:gd name="connsiteY0" fmla="*/ 250 h 4954478"/>
              <a:gd name="connsiteX1" fmla="*/ 3910127 w 4786788"/>
              <a:gd name="connsiteY1" fmla="*/ 639854 h 4954478"/>
              <a:gd name="connsiteX2" fmla="*/ 4762652 w 4786788"/>
              <a:gd name="connsiteY2" fmla="*/ 1906156 h 4954478"/>
              <a:gd name="connsiteX3" fmla="*/ 4477774 w 4786788"/>
              <a:gd name="connsiteY3" fmla="*/ 3809337 h 4954478"/>
              <a:gd name="connsiteX4" fmla="*/ 3446609 w 4786788"/>
              <a:gd name="connsiteY4" fmla="*/ 4845105 h 4954478"/>
              <a:gd name="connsiteX5" fmla="*/ 1101279 w 4786788"/>
              <a:gd name="connsiteY5" fmla="*/ 4657486 h 4954478"/>
              <a:gd name="connsiteX6" fmla="*/ 43197 w 4786788"/>
              <a:gd name="connsiteY6" fmla="*/ 3234154 h 4954478"/>
              <a:gd name="connsiteX7" fmla="*/ 509929 w 4786788"/>
              <a:gd name="connsiteY7" fmla="*/ 873359 h 4954478"/>
              <a:gd name="connsiteX8" fmla="*/ 2675744 w 4786788"/>
              <a:gd name="connsiteY8" fmla="*/ 250 h 4954478"/>
              <a:gd name="connsiteX0" fmla="*/ 2675744 w 4786788"/>
              <a:gd name="connsiteY0" fmla="*/ 250 h 4954478"/>
              <a:gd name="connsiteX1" fmla="*/ 3910127 w 4786788"/>
              <a:gd name="connsiteY1" fmla="*/ 639854 h 4954478"/>
              <a:gd name="connsiteX2" fmla="*/ 4762652 w 4786788"/>
              <a:gd name="connsiteY2" fmla="*/ 1906156 h 4954478"/>
              <a:gd name="connsiteX3" fmla="*/ 4477774 w 4786788"/>
              <a:gd name="connsiteY3" fmla="*/ 3809337 h 4954478"/>
              <a:gd name="connsiteX4" fmla="*/ 3446609 w 4786788"/>
              <a:gd name="connsiteY4" fmla="*/ 4845105 h 4954478"/>
              <a:gd name="connsiteX5" fmla="*/ 1101279 w 4786788"/>
              <a:gd name="connsiteY5" fmla="*/ 4657486 h 4954478"/>
              <a:gd name="connsiteX6" fmla="*/ 43197 w 4786788"/>
              <a:gd name="connsiteY6" fmla="*/ 3234154 h 4954478"/>
              <a:gd name="connsiteX7" fmla="*/ 509929 w 4786788"/>
              <a:gd name="connsiteY7" fmla="*/ 873359 h 4954478"/>
              <a:gd name="connsiteX8" fmla="*/ 2675744 w 4786788"/>
              <a:gd name="connsiteY8" fmla="*/ 250 h 4954478"/>
              <a:gd name="connsiteX0" fmla="*/ 2675744 w 4786788"/>
              <a:gd name="connsiteY0" fmla="*/ 290 h 4954518"/>
              <a:gd name="connsiteX1" fmla="*/ 3910127 w 4786788"/>
              <a:gd name="connsiteY1" fmla="*/ 639894 h 4954518"/>
              <a:gd name="connsiteX2" fmla="*/ 4762652 w 4786788"/>
              <a:gd name="connsiteY2" fmla="*/ 1906196 h 4954518"/>
              <a:gd name="connsiteX3" fmla="*/ 4477774 w 4786788"/>
              <a:gd name="connsiteY3" fmla="*/ 3809377 h 4954518"/>
              <a:gd name="connsiteX4" fmla="*/ 3446609 w 4786788"/>
              <a:gd name="connsiteY4" fmla="*/ 4845145 h 4954518"/>
              <a:gd name="connsiteX5" fmla="*/ 1101279 w 4786788"/>
              <a:gd name="connsiteY5" fmla="*/ 4657526 h 4954518"/>
              <a:gd name="connsiteX6" fmla="*/ 43197 w 4786788"/>
              <a:gd name="connsiteY6" fmla="*/ 3234194 h 4954518"/>
              <a:gd name="connsiteX7" fmla="*/ 509929 w 4786788"/>
              <a:gd name="connsiteY7" fmla="*/ 873399 h 4954518"/>
              <a:gd name="connsiteX8" fmla="*/ 2675744 w 4786788"/>
              <a:gd name="connsiteY8" fmla="*/ 290 h 4954518"/>
              <a:gd name="connsiteX0" fmla="*/ 2675744 w 4786788"/>
              <a:gd name="connsiteY0" fmla="*/ 326 h 4954554"/>
              <a:gd name="connsiteX1" fmla="*/ 3990884 w 4786788"/>
              <a:gd name="connsiteY1" fmla="*/ 591130 h 4954554"/>
              <a:gd name="connsiteX2" fmla="*/ 4762652 w 4786788"/>
              <a:gd name="connsiteY2" fmla="*/ 1906232 h 4954554"/>
              <a:gd name="connsiteX3" fmla="*/ 4477774 w 4786788"/>
              <a:gd name="connsiteY3" fmla="*/ 3809413 h 4954554"/>
              <a:gd name="connsiteX4" fmla="*/ 3446609 w 4786788"/>
              <a:gd name="connsiteY4" fmla="*/ 4845181 h 4954554"/>
              <a:gd name="connsiteX5" fmla="*/ 1101279 w 4786788"/>
              <a:gd name="connsiteY5" fmla="*/ 4657562 h 4954554"/>
              <a:gd name="connsiteX6" fmla="*/ 43197 w 4786788"/>
              <a:gd name="connsiteY6" fmla="*/ 3234230 h 4954554"/>
              <a:gd name="connsiteX7" fmla="*/ 509929 w 4786788"/>
              <a:gd name="connsiteY7" fmla="*/ 873435 h 4954554"/>
              <a:gd name="connsiteX8" fmla="*/ 2675744 w 4786788"/>
              <a:gd name="connsiteY8" fmla="*/ 326 h 4954554"/>
              <a:gd name="connsiteX0" fmla="*/ 2662196 w 4773240"/>
              <a:gd name="connsiteY0" fmla="*/ 326 h 4954554"/>
              <a:gd name="connsiteX1" fmla="*/ 3977336 w 4773240"/>
              <a:gd name="connsiteY1" fmla="*/ 591130 h 4954554"/>
              <a:gd name="connsiteX2" fmla="*/ 4749104 w 4773240"/>
              <a:gd name="connsiteY2" fmla="*/ 1906232 h 4954554"/>
              <a:gd name="connsiteX3" fmla="*/ 4464226 w 4773240"/>
              <a:gd name="connsiteY3" fmla="*/ 3809413 h 4954554"/>
              <a:gd name="connsiteX4" fmla="*/ 3433061 w 4773240"/>
              <a:gd name="connsiteY4" fmla="*/ 4845181 h 4954554"/>
              <a:gd name="connsiteX5" fmla="*/ 1087731 w 4773240"/>
              <a:gd name="connsiteY5" fmla="*/ 4657562 h 4954554"/>
              <a:gd name="connsiteX6" fmla="*/ 29649 w 4773240"/>
              <a:gd name="connsiteY6" fmla="*/ 3234230 h 4954554"/>
              <a:gd name="connsiteX7" fmla="*/ 640977 w 4773240"/>
              <a:gd name="connsiteY7" fmla="*/ 730117 h 4954554"/>
              <a:gd name="connsiteX8" fmla="*/ 2662196 w 4773240"/>
              <a:gd name="connsiteY8" fmla="*/ 326 h 4954554"/>
              <a:gd name="connsiteX0" fmla="*/ 2664762 w 4775806"/>
              <a:gd name="connsiteY0" fmla="*/ 326 h 4954554"/>
              <a:gd name="connsiteX1" fmla="*/ 3979902 w 4775806"/>
              <a:gd name="connsiteY1" fmla="*/ 591130 h 4954554"/>
              <a:gd name="connsiteX2" fmla="*/ 4751670 w 4775806"/>
              <a:gd name="connsiteY2" fmla="*/ 1906232 h 4954554"/>
              <a:gd name="connsiteX3" fmla="*/ 4466792 w 4775806"/>
              <a:gd name="connsiteY3" fmla="*/ 3809413 h 4954554"/>
              <a:gd name="connsiteX4" fmla="*/ 3435627 w 4775806"/>
              <a:gd name="connsiteY4" fmla="*/ 4845181 h 4954554"/>
              <a:gd name="connsiteX5" fmla="*/ 1090297 w 4775806"/>
              <a:gd name="connsiteY5" fmla="*/ 4657562 h 4954554"/>
              <a:gd name="connsiteX6" fmla="*/ 32215 w 4775806"/>
              <a:gd name="connsiteY6" fmla="*/ 3234230 h 4954554"/>
              <a:gd name="connsiteX7" fmla="*/ 607899 w 4775806"/>
              <a:gd name="connsiteY7" fmla="*/ 806182 h 4954554"/>
              <a:gd name="connsiteX8" fmla="*/ 2664762 w 4775806"/>
              <a:gd name="connsiteY8" fmla="*/ 326 h 4954554"/>
              <a:gd name="connsiteX0" fmla="*/ 2673549 w 4784593"/>
              <a:gd name="connsiteY0" fmla="*/ 326 h 4954554"/>
              <a:gd name="connsiteX1" fmla="*/ 3988689 w 4784593"/>
              <a:gd name="connsiteY1" fmla="*/ 591130 h 4954554"/>
              <a:gd name="connsiteX2" fmla="*/ 4760457 w 4784593"/>
              <a:gd name="connsiteY2" fmla="*/ 1906232 h 4954554"/>
              <a:gd name="connsiteX3" fmla="*/ 4475579 w 4784593"/>
              <a:gd name="connsiteY3" fmla="*/ 3809413 h 4954554"/>
              <a:gd name="connsiteX4" fmla="*/ 3444414 w 4784593"/>
              <a:gd name="connsiteY4" fmla="*/ 4845181 h 4954554"/>
              <a:gd name="connsiteX5" fmla="*/ 1099084 w 4784593"/>
              <a:gd name="connsiteY5" fmla="*/ 4657562 h 4954554"/>
              <a:gd name="connsiteX6" fmla="*/ 41002 w 4784593"/>
              <a:gd name="connsiteY6" fmla="*/ 3234230 h 4954554"/>
              <a:gd name="connsiteX7" fmla="*/ 616686 w 4784593"/>
              <a:gd name="connsiteY7" fmla="*/ 806182 h 4954554"/>
              <a:gd name="connsiteX8" fmla="*/ 2673549 w 4784593"/>
              <a:gd name="connsiteY8" fmla="*/ 326 h 4954554"/>
              <a:gd name="connsiteX0" fmla="*/ 2649000 w 4760044"/>
              <a:gd name="connsiteY0" fmla="*/ 326 h 4964273"/>
              <a:gd name="connsiteX1" fmla="*/ 3964140 w 4760044"/>
              <a:gd name="connsiteY1" fmla="*/ 591130 h 4964273"/>
              <a:gd name="connsiteX2" fmla="*/ 4735908 w 4760044"/>
              <a:gd name="connsiteY2" fmla="*/ 1906232 h 4964273"/>
              <a:gd name="connsiteX3" fmla="*/ 4451030 w 4760044"/>
              <a:gd name="connsiteY3" fmla="*/ 3809413 h 4964273"/>
              <a:gd name="connsiteX4" fmla="*/ 3419865 w 4760044"/>
              <a:gd name="connsiteY4" fmla="*/ 4845181 h 4964273"/>
              <a:gd name="connsiteX5" fmla="*/ 1074535 w 4760044"/>
              <a:gd name="connsiteY5" fmla="*/ 4657562 h 4964273"/>
              <a:gd name="connsiteX6" fmla="*/ 33359 w 4760044"/>
              <a:gd name="connsiteY6" fmla="*/ 2995991 h 4964273"/>
              <a:gd name="connsiteX7" fmla="*/ 592137 w 4760044"/>
              <a:gd name="connsiteY7" fmla="*/ 806182 h 4964273"/>
              <a:gd name="connsiteX8" fmla="*/ 2649000 w 4760044"/>
              <a:gd name="connsiteY8" fmla="*/ 326 h 496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0044" h="4964273">
                <a:moveTo>
                  <a:pt x="2649000" y="326"/>
                </a:moveTo>
                <a:cubicBezTo>
                  <a:pt x="3190766" y="-12684"/>
                  <a:pt x="3631137" y="366356"/>
                  <a:pt x="3964140" y="591130"/>
                </a:cubicBezTo>
                <a:cubicBezTo>
                  <a:pt x="4381335" y="1033016"/>
                  <a:pt x="4495620" y="1155441"/>
                  <a:pt x="4735908" y="1906232"/>
                </a:cubicBezTo>
                <a:cubicBezTo>
                  <a:pt x="4821021" y="2488865"/>
                  <a:pt x="4670370" y="3319588"/>
                  <a:pt x="4451030" y="3809413"/>
                </a:cubicBezTo>
                <a:cubicBezTo>
                  <a:pt x="4231690" y="4299238"/>
                  <a:pt x="3732691" y="4730212"/>
                  <a:pt x="3419865" y="4845181"/>
                </a:cubicBezTo>
                <a:cubicBezTo>
                  <a:pt x="2709019" y="5066246"/>
                  <a:pt x="1638953" y="4965760"/>
                  <a:pt x="1074535" y="4657562"/>
                </a:cubicBezTo>
                <a:cubicBezTo>
                  <a:pt x="510117" y="4349364"/>
                  <a:pt x="145196" y="3625226"/>
                  <a:pt x="33359" y="2995991"/>
                </a:cubicBezTo>
                <a:cubicBezTo>
                  <a:pt x="-94426" y="2318909"/>
                  <a:pt x="156197" y="1305459"/>
                  <a:pt x="592137" y="806182"/>
                </a:cubicBezTo>
                <a:cubicBezTo>
                  <a:pt x="1028077" y="306905"/>
                  <a:pt x="1996327" y="31074"/>
                  <a:pt x="2649000" y="326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5FB3FDE8-F589-882E-2402-1E5036AE3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V="1">
            <a:off x="10220563" y="852901"/>
            <a:ext cx="1177424" cy="1776159"/>
            <a:chOff x="11427017" y="5072635"/>
            <a:chExt cx="1284318" cy="1937410"/>
          </a:xfrm>
        </p:grpSpPr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4DB3F67F-1AC4-4D98-9C39-861BFC1A0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516067" flipH="1">
              <a:off x="11427017" y="5072635"/>
              <a:ext cx="1284318" cy="1937410"/>
            </a:xfrm>
            <a:custGeom>
              <a:avLst/>
              <a:gdLst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99666 w 1914334"/>
                <a:gd name="connsiteY28" fmla="*/ 437421 h 2986466"/>
                <a:gd name="connsiteX29" fmla="*/ 685894 w 1914334"/>
                <a:gd name="connsiteY29" fmla="*/ 678417 h 2986466"/>
                <a:gd name="connsiteX30" fmla="*/ 508792 w 1914334"/>
                <a:gd name="connsiteY30" fmla="*/ 1006120 h 2986466"/>
                <a:gd name="connsiteX31" fmla="*/ 511266 w 1914334"/>
                <a:gd name="connsiteY31" fmla="*/ 1050185 h 2986466"/>
                <a:gd name="connsiteX32" fmla="*/ 930004 w 1914334"/>
                <a:gd name="connsiteY32" fmla="*/ 813729 h 2986466"/>
                <a:gd name="connsiteX33" fmla="*/ 1422398 w 1914334"/>
                <a:gd name="connsiteY33" fmla="*/ 701643 h 2986466"/>
                <a:gd name="connsiteX34" fmla="*/ 1435000 w 1914334"/>
                <a:gd name="connsiteY34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528062 w 1914334"/>
                <a:gd name="connsiteY4" fmla="*/ 1632245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528062 w 1914334"/>
                <a:gd name="connsiteY4" fmla="*/ 1632245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73669 w 1953003"/>
                <a:gd name="connsiteY0" fmla="*/ 708401 h 2986134"/>
                <a:gd name="connsiteX1" fmla="*/ 1411076 w 1953003"/>
                <a:gd name="connsiteY1" fmla="*/ 919813 h 2986134"/>
                <a:gd name="connsiteX2" fmla="*/ 1189873 w 1953003"/>
                <a:gd name="connsiteY2" fmla="*/ 1213129 h 2986134"/>
                <a:gd name="connsiteX3" fmla="*/ 908992 w 1953003"/>
                <a:gd name="connsiteY3" fmla="*/ 1450576 h 2986134"/>
                <a:gd name="connsiteX4" fmla="*/ 566731 w 1953003"/>
                <a:gd name="connsiteY4" fmla="*/ 1632245 h 2986134"/>
                <a:gd name="connsiteX5" fmla="*/ 737079 w 1953003"/>
                <a:gd name="connsiteY5" fmla="*/ 1653421 h 2986134"/>
                <a:gd name="connsiteX6" fmla="*/ 1274693 w 1953003"/>
                <a:gd name="connsiteY6" fmla="*/ 1655250 h 2986134"/>
                <a:gd name="connsiteX7" fmla="*/ 1674785 w 1953003"/>
                <a:gd name="connsiteY7" fmla="*/ 1749816 h 2986134"/>
                <a:gd name="connsiteX8" fmla="*/ 1932074 w 1953003"/>
                <a:gd name="connsiteY8" fmla="*/ 1866208 h 2986134"/>
                <a:gd name="connsiteX9" fmla="*/ 1905948 w 1953003"/>
                <a:gd name="connsiteY9" fmla="*/ 1943962 h 2986134"/>
                <a:gd name="connsiteX10" fmla="*/ 1652961 w 1953003"/>
                <a:gd name="connsiteY10" fmla="*/ 2106263 h 2986134"/>
                <a:gd name="connsiteX11" fmla="*/ 1252869 w 1953003"/>
                <a:gd name="connsiteY11" fmla="*/ 2208104 h 2986134"/>
                <a:gd name="connsiteX12" fmla="*/ 935554 w 1953003"/>
                <a:gd name="connsiteY12" fmla="*/ 2195250 h 2986134"/>
                <a:gd name="connsiteX13" fmla="*/ 578462 w 1953003"/>
                <a:gd name="connsiteY13" fmla="*/ 2089164 h 2986134"/>
                <a:gd name="connsiteX14" fmla="*/ 321668 w 1953003"/>
                <a:gd name="connsiteY14" fmla="*/ 1949541 h 2986134"/>
                <a:gd name="connsiteX15" fmla="*/ 291941 w 1953003"/>
                <a:gd name="connsiteY15" fmla="*/ 2002232 h 2986134"/>
                <a:gd name="connsiteX16" fmla="*/ 340903 w 1953003"/>
                <a:gd name="connsiteY16" fmla="*/ 2395326 h 2986134"/>
                <a:gd name="connsiteX17" fmla="*/ 426218 w 1953003"/>
                <a:gd name="connsiteY17" fmla="*/ 2772335 h 2986134"/>
                <a:gd name="connsiteX18" fmla="*/ 465002 w 1953003"/>
                <a:gd name="connsiteY18" fmla="*/ 2891702 h 2986134"/>
                <a:gd name="connsiteX19" fmla="*/ 246582 w 1953003"/>
                <a:gd name="connsiteY19" fmla="*/ 2986134 h 2986134"/>
                <a:gd name="connsiteX20" fmla="*/ 76777 w 1953003"/>
                <a:gd name="connsiteY20" fmla="*/ 2352917 h 2986134"/>
                <a:gd name="connsiteX21" fmla="*/ 131 w 1953003"/>
                <a:gd name="connsiteY21" fmla="*/ 1730652 h 2986134"/>
                <a:gd name="connsiteX22" fmla="*/ 105626 w 1953003"/>
                <a:gd name="connsiteY22" fmla="*/ 904785 h 2986134"/>
                <a:gd name="connsiteX23" fmla="*/ 278097 w 1953003"/>
                <a:gd name="connsiteY23" fmla="*/ 433148 h 2986134"/>
                <a:gd name="connsiteX24" fmla="*/ 443604 w 1953003"/>
                <a:gd name="connsiteY24" fmla="*/ 172515 h 2986134"/>
                <a:gd name="connsiteX25" fmla="*/ 612455 w 1953003"/>
                <a:gd name="connsiteY25" fmla="*/ 0 h 2986134"/>
                <a:gd name="connsiteX26" fmla="*/ 731677 w 1953003"/>
                <a:gd name="connsiteY26" fmla="*/ 332056 h 2986134"/>
                <a:gd name="connsiteX27" fmla="*/ 724563 w 1953003"/>
                <a:gd name="connsiteY27" fmla="*/ 678085 h 2986134"/>
                <a:gd name="connsiteX28" fmla="*/ 547461 w 1953003"/>
                <a:gd name="connsiteY28" fmla="*/ 1005788 h 2986134"/>
                <a:gd name="connsiteX29" fmla="*/ 549935 w 1953003"/>
                <a:gd name="connsiteY29" fmla="*/ 1049853 h 2986134"/>
                <a:gd name="connsiteX30" fmla="*/ 968673 w 1953003"/>
                <a:gd name="connsiteY30" fmla="*/ 813397 h 2986134"/>
                <a:gd name="connsiteX31" fmla="*/ 1461067 w 1953003"/>
                <a:gd name="connsiteY31" fmla="*/ 701311 h 2986134"/>
                <a:gd name="connsiteX32" fmla="*/ 1473669 w 1953003"/>
                <a:gd name="connsiteY32" fmla="*/ 708401 h 2986134"/>
                <a:gd name="connsiteX0" fmla="*/ 1473951 w 1953285"/>
                <a:gd name="connsiteY0" fmla="*/ 708401 h 2986134"/>
                <a:gd name="connsiteX1" fmla="*/ 1411358 w 1953285"/>
                <a:gd name="connsiteY1" fmla="*/ 919813 h 2986134"/>
                <a:gd name="connsiteX2" fmla="*/ 1190155 w 1953285"/>
                <a:gd name="connsiteY2" fmla="*/ 1213129 h 2986134"/>
                <a:gd name="connsiteX3" fmla="*/ 909274 w 1953285"/>
                <a:gd name="connsiteY3" fmla="*/ 1450576 h 2986134"/>
                <a:gd name="connsiteX4" fmla="*/ 567013 w 1953285"/>
                <a:gd name="connsiteY4" fmla="*/ 1632245 h 2986134"/>
                <a:gd name="connsiteX5" fmla="*/ 737361 w 1953285"/>
                <a:gd name="connsiteY5" fmla="*/ 1653421 h 2986134"/>
                <a:gd name="connsiteX6" fmla="*/ 1274975 w 1953285"/>
                <a:gd name="connsiteY6" fmla="*/ 1655250 h 2986134"/>
                <a:gd name="connsiteX7" fmla="*/ 1675067 w 1953285"/>
                <a:gd name="connsiteY7" fmla="*/ 1749816 h 2986134"/>
                <a:gd name="connsiteX8" fmla="*/ 1932356 w 1953285"/>
                <a:gd name="connsiteY8" fmla="*/ 1866208 h 2986134"/>
                <a:gd name="connsiteX9" fmla="*/ 1906230 w 1953285"/>
                <a:gd name="connsiteY9" fmla="*/ 1943962 h 2986134"/>
                <a:gd name="connsiteX10" fmla="*/ 1653243 w 1953285"/>
                <a:gd name="connsiteY10" fmla="*/ 2106263 h 2986134"/>
                <a:gd name="connsiteX11" fmla="*/ 1253151 w 1953285"/>
                <a:gd name="connsiteY11" fmla="*/ 2208104 h 2986134"/>
                <a:gd name="connsiteX12" fmla="*/ 935836 w 1953285"/>
                <a:gd name="connsiteY12" fmla="*/ 2195250 h 2986134"/>
                <a:gd name="connsiteX13" fmla="*/ 578744 w 1953285"/>
                <a:gd name="connsiteY13" fmla="*/ 2089164 h 2986134"/>
                <a:gd name="connsiteX14" fmla="*/ 321950 w 1953285"/>
                <a:gd name="connsiteY14" fmla="*/ 1949541 h 2986134"/>
                <a:gd name="connsiteX15" fmla="*/ 292223 w 1953285"/>
                <a:gd name="connsiteY15" fmla="*/ 2002232 h 2986134"/>
                <a:gd name="connsiteX16" fmla="*/ 341185 w 1953285"/>
                <a:gd name="connsiteY16" fmla="*/ 2395326 h 2986134"/>
                <a:gd name="connsiteX17" fmla="*/ 426500 w 1953285"/>
                <a:gd name="connsiteY17" fmla="*/ 2772335 h 2986134"/>
                <a:gd name="connsiteX18" fmla="*/ 465284 w 1953285"/>
                <a:gd name="connsiteY18" fmla="*/ 2891702 h 2986134"/>
                <a:gd name="connsiteX19" fmla="*/ 246864 w 1953285"/>
                <a:gd name="connsiteY19" fmla="*/ 2986134 h 2986134"/>
                <a:gd name="connsiteX20" fmla="*/ 48349 w 1953285"/>
                <a:gd name="connsiteY20" fmla="*/ 2358824 h 2986134"/>
                <a:gd name="connsiteX21" fmla="*/ 413 w 1953285"/>
                <a:gd name="connsiteY21" fmla="*/ 1730652 h 2986134"/>
                <a:gd name="connsiteX22" fmla="*/ 105908 w 1953285"/>
                <a:gd name="connsiteY22" fmla="*/ 904785 h 2986134"/>
                <a:gd name="connsiteX23" fmla="*/ 278379 w 1953285"/>
                <a:gd name="connsiteY23" fmla="*/ 433148 h 2986134"/>
                <a:gd name="connsiteX24" fmla="*/ 443886 w 1953285"/>
                <a:gd name="connsiteY24" fmla="*/ 172515 h 2986134"/>
                <a:gd name="connsiteX25" fmla="*/ 612737 w 1953285"/>
                <a:gd name="connsiteY25" fmla="*/ 0 h 2986134"/>
                <a:gd name="connsiteX26" fmla="*/ 731959 w 1953285"/>
                <a:gd name="connsiteY26" fmla="*/ 332056 h 2986134"/>
                <a:gd name="connsiteX27" fmla="*/ 724845 w 1953285"/>
                <a:gd name="connsiteY27" fmla="*/ 678085 h 2986134"/>
                <a:gd name="connsiteX28" fmla="*/ 547743 w 1953285"/>
                <a:gd name="connsiteY28" fmla="*/ 1005788 h 2986134"/>
                <a:gd name="connsiteX29" fmla="*/ 550217 w 1953285"/>
                <a:gd name="connsiteY29" fmla="*/ 1049853 h 2986134"/>
                <a:gd name="connsiteX30" fmla="*/ 968955 w 1953285"/>
                <a:gd name="connsiteY30" fmla="*/ 813397 h 2986134"/>
                <a:gd name="connsiteX31" fmla="*/ 1461349 w 1953285"/>
                <a:gd name="connsiteY31" fmla="*/ 701311 h 2986134"/>
                <a:gd name="connsiteX32" fmla="*/ 1473951 w 1953285"/>
                <a:gd name="connsiteY32" fmla="*/ 708401 h 2986134"/>
                <a:gd name="connsiteX0" fmla="*/ 1473856 w 1953190"/>
                <a:gd name="connsiteY0" fmla="*/ 708401 h 2991508"/>
                <a:gd name="connsiteX1" fmla="*/ 1411263 w 1953190"/>
                <a:gd name="connsiteY1" fmla="*/ 919813 h 2991508"/>
                <a:gd name="connsiteX2" fmla="*/ 1190060 w 1953190"/>
                <a:gd name="connsiteY2" fmla="*/ 1213129 h 2991508"/>
                <a:gd name="connsiteX3" fmla="*/ 909179 w 1953190"/>
                <a:gd name="connsiteY3" fmla="*/ 1450576 h 2991508"/>
                <a:gd name="connsiteX4" fmla="*/ 566918 w 1953190"/>
                <a:gd name="connsiteY4" fmla="*/ 1632245 h 2991508"/>
                <a:gd name="connsiteX5" fmla="*/ 737266 w 1953190"/>
                <a:gd name="connsiteY5" fmla="*/ 1653421 h 2991508"/>
                <a:gd name="connsiteX6" fmla="*/ 1274880 w 1953190"/>
                <a:gd name="connsiteY6" fmla="*/ 1655250 h 2991508"/>
                <a:gd name="connsiteX7" fmla="*/ 1674972 w 1953190"/>
                <a:gd name="connsiteY7" fmla="*/ 1749816 h 2991508"/>
                <a:gd name="connsiteX8" fmla="*/ 1932261 w 1953190"/>
                <a:gd name="connsiteY8" fmla="*/ 1866208 h 2991508"/>
                <a:gd name="connsiteX9" fmla="*/ 1906135 w 1953190"/>
                <a:gd name="connsiteY9" fmla="*/ 1943962 h 2991508"/>
                <a:gd name="connsiteX10" fmla="*/ 1653148 w 1953190"/>
                <a:gd name="connsiteY10" fmla="*/ 2106263 h 2991508"/>
                <a:gd name="connsiteX11" fmla="*/ 1253056 w 1953190"/>
                <a:gd name="connsiteY11" fmla="*/ 2208104 h 2991508"/>
                <a:gd name="connsiteX12" fmla="*/ 935741 w 1953190"/>
                <a:gd name="connsiteY12" fmla="*/ 2195250 h 2991508"/>
                <a:gd name="connsiteX13" fmla="*/ 578649 w 1953190"/>
                <a:gd name="connsiteY13" fmla="*/ 2089164 h 2991508"/>
                <a:gd name="connsiteX14" fmla="*/ 321855 w 1953190"/>
                <a:gd name="connsiteY14" fmla="*/ 1949541 h 2991508"/>
                <a:gd name="connsiteX15" fmla="*/ 292128 w 1953190"/>
                <a:gd name="connsiteY15" fmla="*/ 2002232 h 2991508"/>
                <a:gd name="connsiteX16" fmla="*/ 341090 w 1953190"/>
                <a:gd name="connsiteY16" fmla="*/ 2395326 h 2991508"/>
                <a:gd name="connsiteX17" fmla="*/ 426405 w 1953190"/>
                <a:gd name="connsiteY17" fmla="*/ 2772335 h 2991508"/>
                <a:gd name="connsiteX18" fmla="*/ 465189 w 1953190"/>
                <a:gd name="connsiteY18" fmla="*/ 2891702 h 2991508"/>
                <a:gd name="connsiteX19" fmla="*/ 220668 w 1953190"/>
                <a:gd name="connsiteY19" fmla="*/ 2991507 h 2991508"/>
                <a:gd name="connsiteX20" fmla="*/ 48254 w 1953190"/>
                <a:gd name="connsiteY20" fmla="*/ 2358824 h 2991508"/>
                <a:gd name="connsiteX21" fmla="*/ 318 w 1953190"/>
                <a:gd name="connsiteY21" fmla="*/ 1730652 h 2991508"/>
                <a:gd name="connsiteX22" fmla="*/ 105813 w 1953190"/>
                <a:gd name="connsiteY22" fmla="*/ 904785 h 2991508"/>
                <a:gd name="connsiteX23" fmla="*/ 278284 w 1953190"/>
                <a:gd name="connsiteY23" fmla="*/ 433148 h 2991508"/>
                <a:gd name="connsiteX24" fmla="*/ 443791 w 1953190"/>
                <a:gd name="connsiteY24" fmla="*/ 172515 h 2991508"/>
                <a:gd name="connsiteX25" fmla="*/ 612642 w 1953190"/>
                <a:gd name="connsiteY25" fmla="*/ 0 h 2991508"/>
                <a:gd name="connsiteX26" fmla="*/ 731864 w 1953190"/>
                <a:gd name="connsiteY26" fmla="*/ 332056 h 2991508"/>
                <a:gd name="connsiteX27" fmla="*/ 724750 w 1953190"/>
                <a:gd name="connsiteY27" fmla="*/ 678085 h 2991508"/>
                <a:gd name="connsiteX28" fmla="*/ 547648 w 1953190"/>
                <a:gd name="connsiteY28" fmla="*/ 1005788 h 2991508"/>
                <a:gd name="connsiteX29" fmla="*/ 550122 w 1953190"/>
                <a:gd name="connsiteY29" fmla="*/ 1049853 h 2991508"/>
                <a:gd name="connsiteX30" fmla="*/ 968860 w 1953190"/>
                <a:gd name="connsiteY30" fmla="*/ 813397 h 2991508"/>
                <a:gd name="connsiteX31" fmla="*/ 1461254 w 1953190"/>
                <a:gd name="connsiteY31" fmla="*/ 701311 h 2991508"/>
                <a:gd name="connsiteX32" fmla="*/ 1473856 w 1953190"/>
                <a:gd name="connsiteY32" fmla="*/ 708401 h 2991508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495013 w 1983014"/>
                <a:gd name="connsiteY18" fmla="*/ 2891702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35637 w 1983014"/>
                <a:gd name="connsiteY22" fmla="*/ 904785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495013 w 1983014"/>
                <a:gd name="connsiteY18" fmla="*/ 2891702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42833 w 1983014"/>
                <a:gd name="connsiteY15" fmla="*/ 1997936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42833 w 1983014"/>
                <a:gd name="connsiteY15" fmla="*/ 1997936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750 w 1983084"/>
                <a:gd name="connsiteY0" fmla="*/ 708401 h 2991507"/>
                <a:gd name="connsiteX1" fmla="*/ 1441157 w 1983084"/>
                <a:gd name="connsiteY1" fmla="*/ 919813 h 2991507"/>
                <a:gd name="connsiteX2" fmla="*/ 1219954 w 1983084"/>
                <a:gd name="connsiteY2" fmla="*/ 1213129 h 2991507"/>
                <a:gd name="connsiteX3" fmla="*/ 939073 w 1983084"/>
                <a:gd name="connsiteY3" fmla="*/ 1450576 h 2991507"/>
                <a:gd name="connsiteX4" fmla="*/ 596812 w 1983084"/>
                <a:gd name="connsiteY4" fmla="*/ 1632245 h 2991507"/>
                <a:gd name="connsiteX5" fmla="*/ 767160 w 1983084"/>
                <a:gd name="connsiteY5" fmla="*/ 1653421 h 2991507"/>
                <a:gd name="connsiteX6" fmla="*/ 1304774 w 1983084"/>
                <a:gd name="connsiteY6" fmla="*/ 1655250 h 2991507"/>
                <a:gd name="connsiteX7" fmla="*/ 1704866 w 1983084"/>
                <a:gd name="connsiteY7" fmla="*/ 1749816 h 2991507"/>
                <a:gd name="connsiteX8" fmla="*/ 1962155 w 1983084"/>
                <a:gd name="connsiteY8" fmla="*/ 1866208 h 2991507"/>
                <a:gd name="connsiteX9" fmla="*/ 1936029 w 1983084"/>
                <a:gd name="connsiteY9" fmla="*/ 1943962 h 2991507"/>
                <a:gd name="connsiteX10" fmla="*/ 1683042 w 1983084"/>
                <a:gd name="connsiteY10" fmla="*/ 2106263 h 2991507"/>
                <a:gd name="connsiteX11" fmla="*/ 1282950 w 1983084"/>
                <a:gd name="connsiteY11" fmla="*/ 2208104 h 2991507"/>
                <a:gd name="connsiteX12" fmla="*/ 965635 w 1983084"/>
                <a:gd name="connsiteY12" fmla="*/ 2195250 h 2991507"/>
                <a:gd name="connsiteX13" fmla="*/ 608543 w 1983084"/>
                <a:gd name="connsiteY13" fmla="*/ 2089164 h 2991507"/>
                <a:gd name="connsiteX14" fmla="*/ 351749 w 1983084"/>
                <a:gd name="connsiteY14" fmla="*/ 1949541 h 2991507"/>
                <a:gd name="connsiteX15" fmla="*/ 342903 w 1983084"/>
                <a:gd name="connsiteY15" fmla="*/ 1997936 h 2991507"/>
                <a:gd name="connsiteX16" fmla="*/ 396859 w 1983084"/>
                <a:gd name="connsiteY16" fmla="*/ 2349194 h 2991507"/>
                <a:gd name="connsiteX17" fmla="*/ 489005 w 1983084"/>
                <a:gd name="connsiteY17" fmla="*/ 2732957 h 2991507"/>
                <a:gd name="connsiteX18" fmla="*/ 553043 w 1983084"/>
                <a:gd name="connsiteY18" fmla="*/ 2882494 h 2991507"/>
                <a:gd name="connsiteX19" fmla="*/ 250562 w 1983084"/>
                <a:gd name="connsiteY19" fmla="*/ 2991507 h 2991507"/>
                <a:gd name="connsiteX20" fmla="*/ 63305 w 1983084"/>
                <a:gd name="connsiteY20" fmla="*/ 2363639 h 2991507"/>
                <a:gd name="connsiteX21" fmla="*/ 199 w 1983084"/>
                <a:gd name="connsiteY21" fmla="*/ 1690577 h 2991507"/>
                <a:gd name="connsiteX22" fmla="*/ 120046 w 1983084"/>
                <a:gd name="connsiteY22" fmla="*/ 908009 h 2991507"/>
                <a:gd name="connsiteX23" fmla="*/ 308178 w 1983084"/>
                <a:gd name="connsiteY23" fmla="*/ 433148 h 2991507"/>
                <a:gd name="connsiteX24" fmla="*/ 473685 w 1983084"/>
                <a:gd name="connsiteY24" fmla="*/ 172515 h 2991507"/>
                <a:gd name="connsiteX25" fmla="*/ 642536 w 1983084"/>
                <a:gd name="connsiteY25" fmla="*/ 0 h 2991507"/>
                <a:gd name="connsiteX26" fmla="*/ 761758 w 1983084"/>
                <a:gd name="connsiteY26" fmla="*/ 332056 h 2991507"/>
                <a:gd name="connsiteX27" fmla="*/ 754644 w 1983084"/>
                <a:gd name="connsiteY27" fmla="*/ 678085 h 2991507"/>
                <a:gd name="connsiteX28" fmla="*/ 577542 w 1983084"/>
                <a:gd name="connsiteY28" fmla="*/ 1005788 h 2991507"/>
                <a:gd name="connsiteX29" fmla="*/ 580016 w 1983084"/>
                <a:gd name="connsiteY29" fmla="*/ 1049853 h 2991507"/>
                <a:gd name="connsiteX30" fmla="*/ 998754 w 1983084"/>
                <a:gd name="connsiteY30" fmla="*/ 813397 h 2991507"/>
                <a:gd name="connsiteX31" fmla="*/ 1491148 w 1983084"/>
                <a:gd name="connsiteY31" fmla="*/ 701311 h 2991507"/>
                <a:gd name="connsiteX32" fmla="*/ 1503750 w 1983084"/>
                <a:gd name="connsiteY32" fmla="*/ 708401 h 2991507"/>
                <a:gd name="connsiteX0" fmla="*/ 1503751 w 1983085"/>
                <a:gd name="connsiteY0" fmla="*/ 708401 h 2991507"/>
                <a:gd name="connsiteX1" fmla="*/ 1441158 w 1983085"/>
                <a:gd name="connsiteY1" fmla="*/ 919813 h 2991507"/>
                <a:gd name="connsiteX2" fmla="*/ 1219955 w 1983085"/>
                <a:gd name="connsiteY2" fmla="*/ 1213129 h 2991507"/>
                <a:gd name="connsiteX3" fmla="*/ 939074 w 1983085"/>
                <a:gd name="connsiteY3" fmla="*/ 1450576 h 2991507"/>
                <a:gd name="connsiteX4" fmla="*/ 596813 w 1983085"/>
                <a:gd name="connsiteY4" fmla="*/ 1632245 h 2991507"/>
                <a:gd name="connsiteX5" fmla="*/ 767161 w 1983085"/>
                <a:gd name="connsiteY5" fmla="*/ 1653421 h 2991507"/>
                <a:gd name="connsiteX6" fmla="*/ 1304775 w 1983085"/>
                <a:gd name="connsiteY6" fmla="*/ 1655250 h 2991507"/>
                <a:gd name="connsiteX7" fmla="*/ 1704867 w 1983085"/>
                <a:gd name="connsiteY7" fmla="*/ 1749816 h 2991507"/>
                <a:gd name="connsiteX8" fmla="*/ 1962156 w 1983085"/>
                <a:gd name="connsiteY8" fmla="*/ 1866208 h 2991507"/>
                <a:gd name="connsiteX9" fmla="*/ 1936030 w 1983085"/>
                <a:gd name="connsiteY9" fmla="*/ 1943962 h 2991507"/>
                <a:gd name="connsiteX10" fmla="*/ 1683043 w 1983085"/>
                <a:gd name="connsiteY10" fmla="*/ 2106263 h 2991507"/>
                <a:gd name="connsiteX11" fmla="*/ 1282951 w 1983085"/>
                <a:gd name="connsiteY11" fmla="*/ 2208104 h 2991507"/>
                <a:gd name="connsiteX12" fmla="*/ 965636 w 1983085"/>
                <a:gd name="connsiteY12" fmla="*/ 2195250 h 2991507"/>
                <a:gd name="connsiteX13" fmla="*/ 608544 w 1983085"/>
                <a:gd name="connsiteY13" fmla="*/ 2089164 h 2991507"/>
                <a:gd name="connsiteX14" fmla="*/ 351750 w 1983085"/>
                <a:gd name="connsiteY14" fmla="*/ 1949541 h 2991507"/>
                <a:gd name="connsiteX15" fmla="*/ 342904 w 1983085"/>
                <a:gd name="connsiteY15" fmla="*/ 1997936 h 2991507"/>
                <a:gd name="connsiteX16" fmla="*/ 396860 w 1983085"/>
                <a:gd name="connsiteY16" fmla="*/ 2349194 h 2991507"/>
                <a:gd name="connsiteX17" fmla="*/ 509109 w 1983085"/>
                <a:gd name="connsiteY17" fmla="*/ 2762247 h 2991507"/>
                <a:gd name="connsiteX18" fmla="*/ 553044 w 1983085"/>
                <a:gd name="connsiteY18" fmla="*/ 2882494 h 2991507"/>
                <a:gd name="connsiteX19" fmla="*/ 250563 w 1983085"/>
                <a:gd name="connsiteY19" fmla="*/ 2991507 h 2991507"/>
                <a:gd name="connsiteX20" fmla="*/ 63306 w 1983085"/>
                <a:gd name="connsiteY20" fmla="*/ 2363639 h 2991507"/>
                <a:gd name="connsiteX21" fmla="*/ 200 w 1983085"/>
                <a:gd name="connsiteY21" fmla="*/ 1690577 h 2991507"/>
                <a:gd name="connsiteX22" fmla="*/ 120047 w 1983085"/>
                <a:gd name="connsiteY22" fmla="*/ 908009 h 2991507"/>
                <a:gd name="connsiteX23" fmla="*/ 308179 w 1983085"/>
                <a:gd name="connsiteY23" fmla="*/ 433148 h 2991507"/>
                <a:gd name="connsiteX24" fmla="*/ 473686 w 1983085"/>
                <a:gd name="connsiteY24" fmla="*/ 172515 h 2991507"/>
                <a:gd name="connsiteX25" fmla="*/ 642537 w 1983085"/>
                <a:gd name="connsiteY25" fmla="*/ 0 h 2991507"/>
                <a:gd name="connsiteX26" fmla="*/ 761759 w 1983085"/>
                <a:gd name="connsiteY26" fmla="*/ 332056 h 2991507"/>
                <a:gd name="connsiteX27" fmla="*/ 754645 w 1983085"/>
                <a:gd name="connsiteY27" fmla="*/ 678085 h 2991507"/>
                <a:gd name="connsiteX28" fmla="*/ 577543 w 1983085"/>
                <a:gd name="connsiteY28" fmla="*/ 1005788 h 2991507"/>
                <a:gd name="connsiteX29" fmla="*/ 580017 w 1983085"/>
                <a:gd name="connsiteY29" fmla="*/ 1049853 h 2991507"/>
                <a:gd name="connsiteX30" fmla="*/ 998755 w 1983085"/>
                <a:gd name="connsiteY30" fmla="*/ 813397 h 2991507"/>
                <a:gd name="connsiteX31" fmla="*/ 1491149 w 1983085"/>
                <a:gd name="connsiteY31" fmla="*/ 701311 h 2991507"/>
                <a:gd name="connsiteX32" fmla="*/ 1503751 w 1983085"/>
                <a:gd name="connsiteY32" fmla="*/ 708401 h 299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83085" h="2991507">
                  <a:moveTo>
                    <a:pt x="1503751" y="708401"/>
                  </a:moveTo>
                  <a:cubicBezTo>
                    <a:pt x="1523712" y="737061"/>
                    <a:pt x="1480707" y="845173"/>
                    <a:pt x="1441158" y="919813"/>
                  </a:cubicBezTo>
                  <a:cubicBezTo>
                    <a:pt x="1395959" y="1005116"/>
                    <a:pt x="1303636" y="1124669"/>
                    <a:pt x="1219955" y="1213129"/>
                  </a:cubicBezTo>
                  <a:cubicBezTo>
                    <a:pt x="1136275" y="1301590"/>
                    <a:pt x="1042931" y="1380723"/>
                    <a:pt x="939074" y="1450576"/>
                  </a:cubicBezTo>
                  <a:cubicBezTo>
                    <a:pt x="835217" y="1520429"/>
                    <a:pt x="606345" y="1620692"/>
                    <a:pt x="596813" y="1632245"/>
                  </a:cubicBezTo>
                  <a:cubicBezTo>
                    <a:pt x="587281" y="1643798"/>
                    <a:pt x="649167" y="1649587"/>
                    <a:pt x="767161" y="1653421"/>
                  </a:cubicBezTo>
                  <a:cubicBezTo>
                    <a:pt x="885155" y="1657255"/>
                    <a:pt x="1148491" y="1639184"/>
                    <a:pt x="1304775" y="1655250"/>
                  </a:cubicBezTo>
                  <a:cubicBezTo>
                    <a:pt x="1461059" y="1671316"/>
                    <a:pt x="1595303" y="1714658"/>
                    <a:pt x="1704867" y="1749816"/>
                  </a:cubicBezTo>
                  <a:cubicBezTo>
                    <a:pt x="1814430" y="1784976"/>
                    <a:pt x="1923629" y="1833850"/>
                    <a:pt x="1962156" y="1866208"/>
                  </a:cubicBezTo>
                  <a:cubicBezTo>
                    <a:pt x="2000683" y="1898565"/>
                    <a:pt x="1982548" y="1903952"/>
                    <a:pt x="1936030" y="1943962"/>
                  </a:cubicBezTo>
                  <a:cubicBezTo>
                    <a:pt x="1889511" y="1983971"/>
                    <a:pt x="1791890" y="2062239"/>
                    <a:pt x="1683043" y="2106263"/>
                  </a:cubicBezTo>
                  <a:cubicBezTo>
                    <a:pt x="1574197" y="2150286"/>
                    <a:pt x="1402519" y="2193274"/>
                    <a:pt x="1282951" y="2208104"/>
                  </a:cubicBezTo>
                  <a:cubicBezTo>
                    <a:pt x="1163382" y="2222935"/>
                    <a:pt x="1078036" y="2215074"/>
                    <a:pt x="965636" y="2195250"/>
                  </a:cubicBezTo>
                  <a:cubicBezTo>
                    <a:pt x="853235" y="2175427"/>
                    <a:pt x="710858" y="2130115"/>
                    <a:pt x="608544" y="2089164"/>
                  </a:cubicBezTo>
                  <a:cubicBezTo>
                    <a:pt x="506230" y="2048213"/>
                    <a:pt x="368968" y="1961518"/>
                    <a:pt x="351750" y="1949541"/>
                  </a:cubicBezTo>
                  <a:cubicBezTo>
                    <a:pt x="334532" y="1937564"/>
                    <a:pt x="335386" y="1931327"/>
                    <a:pt x="342904" y="1997936"/>
                  </a:cubicBezTo>
                  <a:cubicBezTo>
                    <a:pt x="350422" y="2064545"/>
                    <a:pt x="369159" y="2221809"/>
                    <a:pt x="396860" y="2349194"/>
                  </a:cubicBezTo>
                  <a:cubicBezTo>
                    <a:pt x="424561" y="2476579"/>
                    <a:pt x="467735" y="2639985"/>
                    <a:pt x="509109" y="2762247"/>
                  </a:cubicBezTo>
                  <a:lnTo>
                    <a:pt x="553044" y="2882494"/>
                  </a:lnTo>
                  <a:cubicBezTo>
                    <a:pt x="473777" y="2939687"/>
                    <a:pt x="326860" y="2968014"/>
                    <a:pt x="250563" y="2991507"/>
                  </a:cubicBezTo>
                  <a:cubicBezTo>
                    <a:pt x="170949" y="2783480"/>
                    <a:pt x="105033" y="2580461"/>
                    <a:pt x="63306" y="2363639"/>
                  </a:cubicBezTo>
                  <a:cubicBezTo>
                    <a:pt x="21579" y="2146817"/>
                    <a:pt x="-2461" y="1929490"/>
                    <a:pt x="200" y="1690577"/>
                  </a:cubicBezTo>
                  <a:cubicBezTo>
                    <a:pt x="2859" y="1451663"/>
                    <a:pt x="68717" y="1117581"/>
                    <a:pt x="120047" y="908009"/>
                  </a:cubicBezTo>
                  <a:cubicBezTo>
                    <a:pt x="171377" y="698438"/>
                    <a:pt x="249239" y="555730"/>
                    <a:pt x="308179" y="433148"/>
                  </a:cubicBezTo>
                  <a:cubicBezTo>
                    <a:pt x="367119" y="310566"/>
                    <a:pt x="414822" y="245163"/>
                    <a:pt x="473686" y="172515"/>
                  </a:cubicBezTo>
                  <a:cubicBezTo>
                    <a:pt x="525192" y="108949"/>
                    <a:pt x="595112" y="17610"/>
                    <a:pt x="642537" y="0"/>
                  </a:cubicBezTo>
                  <a:cubicBezTo>
                    <a:pt x="709556" y="115352"/>
                    <a:pt x="737990" y="210065"/>
                    <a:pt x="761759" y="332056"/>
                  </a:cubicBezTo>
                  <a:cubicBezTo>
                    <a:pt x="780973" y="477891"/>
                    <a:pt x="781276" y="547748"/>
                    <a:pt x="754645" y="678085"/>
                  </a:cubicBezTo>
                  <a:cubicBezTo>
                    <a:pt x="727497" y="810951"/>
                    <a:pt x="606647" y="943826"/>
                    <a:pt x="577543" y="1005788"/>
                  </a:cubicBezTo>
                  <a:cubicBezTo>
                    <a:pt x="548438" y="1067749"/>
                    <a:pt x="509816" y="1081918"/>
                    <a:pt x="580017" y="1049853"/>
                  </a:cubicBezTo>
                  <a:cubicBezTo>
                    <a:pt x="650219" y="1017789"/>
                    <a:pt x="846899" y="871489"/>
                    <a:pt x="998755" y="813397"/>
                  </a:cubicBezTo>
                  <a:cubicBezTo>
                    <a:pt x="1150609" y="755308"/>
                    <a:pt x="1446228" y="697135"/>
                    <a:pt x="1491149" y="701311"/>
                  </a:cubicBezTo>
                  <a:cubicBezTo>
                    <a:pt x="1496764" y="701833"/>
                    <a:pt x="1500901" y="704307"/>
                    <a:pt x="1503751" y="708401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5EDA54D9-6494-47FC-3860-397FF90FD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516067" flipH="1">
              <a:off x="11427017" y="5072635"/>
              <a:ext cx="1284318" cy="1937410"/>
            </a:xfrm>
            <a:custGeom>
              <a:avLst/>
              <a:gdLst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99666 w 1914334"/>
                <a:gd name="connsiteY28" fmla="*/ 437421 h 2986466"/>
                <a:gd name="connsiteX29" fmla="*/ 685894 w 1914334"/>
                <a:gd name="connsiteY29" fmla="*/ 678417 h 2986466"/>
                <a:gd name="connsiteX30" fmla="*/ 508792 w 1914334"/>
                <a:gd name="connsiteY30" fmla="*/ 1006120 h 2986466"/>
                <a:gd name="connsiteX31" fmla="*/ 511266 w 1914334"/>
                <a:gd name="connsiteY31" fmla="*/ 1050185 h 2986466"/>
                <a:gd name="connsiteX32" fmla="*/ 930004 w 1914334"/>
                <a:gd name="connsiteY32" fmla="*/ 813729 h 2986466"/>
                <a:gd name="connsiteX33" fmla="*/ 1422398 w 1914334"/>
                <a:gd name="connsiteY33" fmla="*/ 701643 h 2986466"/>
                <a:gd name="connsiteX34" fmla="*/ 1435000 w 1914334"/>
                <a:gd name="connsiteY34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733 h 2986466"/>
                <a:gd name="connsiteX1" fmla="*/ 1372407 w 1914334"/>
                <a:gd name="connsiteY1" fmla="*/ 920145 h 2986466"/>
                <a:gd name="connsiteX2" fmla="*/ 1151204 w 1914334"/>
                <a:gd name="connsiteY2" fmla="*/ 1213461 h 2986466"/>
                <a:gd name="connsiteX3" fmla="*/ 870323 w 1914334"/>
                <a:gd name="connsiteY3" fmla="*/ 1450908 h 2986466"/>
                <a:gd name="connsiteX4" fmla="*/ 413435 w 1914334"/>
                <a:gd name="connsiteY4" fmla="*/ 1646154 h 2986466"/>
                <a:gd name="connsiteX5" fmla="*/ 544953 w 1914334"/>
                <a:gd name="connsiteY5" fmla="*/ 1655582 h 2986466"/>
                <a:gd name="connsiteX6" fmla="*/ 1236024 w 1914334"/>
                <a:gd name="connsiteY6" fmla="*/ 1655582 h 2986466"/>
                <a:gd name="connsiteX7" fmla="*/ 1636116 w 1914334"/>
                <a:gd name="connsiteY7" fmla="*/ 1750148 h 2986466"/>
                <a:gd name="connsiteX8" fmla="*/ 1893405 w 1914334"/>
                <a:gd name="connsiteY8" fmla="*/ 1866540 h 2986466"/>
                <a:gd name="connsiteX9" fmla="*/ 1867279 w 1914334"/>
                <a:gd name="connsiteY9" fmla="*/ 1944294 h 2986466"/>
                <a:gd name="connsiteX10" fmla="*/ 1614292 w 1914334"/>
                <a:gd name="connsiteY10" fmla="*/ 2106595 h 2986466"/>
                <a:gd name="connsiteX11" fmla="*/ 1214200 w 1914334"/>
                <a:gd name="connsiteY11" fmla="*/ 2208436 h 2986466"/>
                <a:gd name="connsiteX12" fmla="*/ 896885 w 1914334"/>
                <a:gd name="connsiteY12" fmla="*/ 2195582 h 2986466"/>
                <a:gd name="connsiteX13" fmla="*/ 539793 w 1914334"/>
                <a:gd name="connsiteY13" fmla="*/ 2089496 h 2986466"/>
                <a:gd name="connsiteX14" fmla="*/ 282999 w 1914334"/>
                <a:gd name="connsiteY14" fmla="*/ 1949873 h 2986466"/>
                <a:gd name="connsiteX15" fmla="*/ 253272 w 1914334"/>
                <a:gd name="connsiteY15" fmla="*/ 2002564 h 2986466"/>
                <a:gd name="connsiteX16" fmla="*/ 302234 w 1914334"/>
                <a:gd name="connsiteY16" fmla="*/ 2395658 h 2986466"/>
                <a:gd name="connsiteX17" fmla="*/ 387549 w 1914334"/>
                <a:gd name="connsiteY17" fmla="*/ 2772667 h 2986466"/>
                <a:gd name="connsiteX18" fmla="*/ 426333 w 1914334"/>
                <a:gd name="connsiteY18" fmla="*/ 2892034 h 2986466"/>
                <a:gd name="connsiteX19" fmla="*/ 207913 w 1914334"/>
                <a:gd name="connsiteY19" fmla="*/ 2986466 h 2986466"/>
                <a:gd name="connsiteX20" fmla="*/ 38108 w 1914334"/>
                <a:gd name="connsiteY20" fmla="*/ 2353249 h 2986466"/>
                <a:gd name="connsiteX21" fmla="*/ 2226 w 1914334"/>
                <a:gd name="connsiteY21" fmla="*/ 1730757 h 2986466"/>
                <a:gd name="connsiteX22" fmla="*/ 66957 w 1914334"/>
                <a:gd name="connsiteY22" fmla="*/ 905117 h 2986466"/>
                <a:gd name="connsiteX23" fmla="*/ 239428 w 1914334"/>
                <a:gd name="connsiteY23" fmla="*/ 433480 h 2986466"/>
                <a:gd name="connsiteX24" fmla="*/ 404935 w 1914334"/>
                <a:gd name="connsiteY24" fmla="*/ 172847 h 2986466"/>
                <a:gd name="connsiteX25" fmla="*/ 573786 w 1914334"/>
                <a:gd name="connsiteY25" fmla="*/ 332 h 2986466"/>
                <a:gd name="connsiteX26" fmla="*/ 576067 w 1914334"/>
                <a:gd name="connsiteY26" fmla="*/ 0 h 2986466"/>
                <a:gd name="connsiteX27" fmla="*/ 693008 w 1914334"/>
                <a:gd name="connsiteY27" fmla="*/ 332388 h 2986466"/>
                <a:gd name="connsiteX28" fmla="*/ 685894 w 1914334"/>
                <a:gd name="connsiteY28" fmla="*/ 678417 h 2986466"/>
                <a:gd name="connsiteX29" fmla="*/ 508792 w 1914334"/>
                <a:gd name="connsiteY29" fmla="*/ 1006120 h 2986466"/>
                <a:gd name="connsiteX30" fmla="*/ 511266 w 1914334"/>
                <a:gd name="connsiteY30" fmla="*/ 1050185 h 2986466"/>
                <a:gd name="connsiteX31" fmla="*/ 930004 w 1914334"/>
                <a:gd name="connsiteY31" fmla="*/ 813729 h 2986466"/>
                <a:gd name="connsiteX32" fmla="*/ 1422398 w 1914334"/>
                <a:gd name="connsiteY32" fmla="*/ 701643 h 2986466"/>
                <a:gd name="connsiteX33" fmla="*/ 1435000 w 1914334"/>
                <a:gd name="connsiteY33" fmla="*/ 708733 h 2986466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544953 w 1914334"/>
                <a:gd name="connsiteY5" fmla="*/ 1655250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413435 w 1914334"/>
                <a:gd name="connsiteY4" fmla="*/ 1645822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528062 w 1914334"/>
                <a:gd name="connsiteY4" fmla="*/ 1632245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35000 w 1914334"/>
                <a:gd name="connsiteY0" fmla="*/ 708401 h 2986134"/>
                <a:gd name="connsiteX1" fmla="*/ 1372407 w 1914334"/>
                <a:gd name="connsiteY1" fmla="*/ 919813 h 2986134"/>
                <a:gd name="connsiteX2" fmla="*/ 1151204 w 1914334"/>
                <a:gd name="connsiteY2" fmla="*/ 1213129 h 2986134"/>
                <a:gd name="connsiteX3" fmla="*/ 870323 w 1914334"/>
                <a:gd name="connsiteY3" fmla="*/ 1450576 h 2986134"/>
                <a:gd name="connsiteX4" fmla="*/ 528062 w 1914334"/>
                <a:gd name="connsiteY4" fmla="*/ 1632245 h 2986134"/>
                <a:gd name="connsiteX5" fmla="*/ 698410 w 1914334"/>
                <a:gd name="connsiteY5" fmla="*/ 1653421 h 2986134"/>
                <a:gd name="connsiteX6" fmla="*/ 1236024 w 1914334"/>
                <a:gd name="connsiteY6" fmla="*/ 1655250 h 2986134"/>
                <a:gd name="connsiteX7" fmla="*/ 1636116 w 1914334"/>
                <a:gd name="connsiteY7" fmla="*/ 1749816 h 2986134"/>
                <a:gd name="connsiteX8" fmla="*/ 1893405 w 1914334"/>
                <a:gd name="connsiteY8" fmla="*/ 1866208 h 2986134"/>
                <a:gd name="connsiteX9" fmla="*/ 1867279 w 1914334"/>
                <a:gd name="connsiteY9" fmla="*/ 1943962 h 2986134"/>
                <a:gd name="connsiteX10" fmla="*/ 1614292 w 1914334"/>
                <a:gd name="connsiteY10" fmla="*/ 2106263 h 2986134"/>
                <a:gd name="connsiteX11" fmla="*/ 1214200 w 1914334"/>
                <a:gd name="connsiteY11" fmla="*/ 2208104 h 2986134"/>
                <a:gd name="connsiteX12" fmla="*/ 896885 w 1914334"/>
                <a:gd name="connsiteY12" fmla="*/ 2195250 h 2986134"/>
                <a:gd name="connsiteX13" fmla="*/ 539793 w 1914334"/>
                <a:gd name="connsiteY13" fmla="*/ 2089164 h 2986134"/>
                <a:gd name="connsiteX14" fmla="*/ 282999 w 1914334"/>
                <a:gd name="connsiteY14" fmla="*/ 1949541 h 2986134"/>
                <a:gd name="connsiteX15" fmla="*/ 253272 w 1914334"/>
                <a:gd name="connsiteY15" fmla="*/ 2002232 h 2986134"/>
                <a:gd name="connsiteX16" fmla="*/ 302234 w 1914334"/>
                <a:gd name="connsiteY16" fmla="*/ 2395326 h 2986134"/>
                <a:gd name="connsiteX17" fmla="*/ 387549 w 1914334"/>
                <a:gd name="connsiteY17" fmla="*/ 2772335 h 2986134"/>
                <a:gd name="connsiteX18" fmla="*/ 426333 w 1914334"/>
                <a:gd name="connsiteY18" fmla="*/ 2891702 h 2986134"/>
                <a:gd name="connsiteX19" fmla="*/ 207913 w 1914334"/>
                <a:gd name="connsiteY19" fmla="*/ 2986134 h 2986134"/>
                <a:gd name="connsiteX20" fmla="*/ 38108 w 1914334"/>
                <a:gd name="connsiteY20" fmla="*/ 2352917 h 2986134"/>
                <a:gd name="connsiteX21" fmla="*/ 2226 w 1914334"/>
                <a:gd name="connsiteY21" fmla="*/ 1730425 h 2986134"/>
                <a:gd name="connsiteX22" fmla="*/ 66957 w 1914334"/>
                <a:gd name="connsiteY22" fmla="*/ 904785 h 2986134"/>
                <a:gd name="connsiteX23" fmla="*/ 239428 w 1914334"/>
                <a:gd name="connsiteY23" fmla="*/ 433148 h 2986134"/>
                <a:gd name="connsiteX24" fmla="*/ 404935 w 1914334"/>
                <a:gd name="connsiteY24" fmla="*/ 172515 h 2986134"/>
                <a:gd name="connsiteX25" fmla="*/ 573786 w 1914334"/>
                <a:gd name="connsiteY25" fmla="*/ 0 h 2986134"/>
                <a:gd name="connsiteX26" fmla="*/ 693008 w 1914334"/>
                <a:gd name="connsiteY26" fmla="*/ 332056 h 2986134"/>
                <a:gd name="connsiteX27" fmla="*/ 685894 w 1914334"/>
                <a:gd name="connsiteY27" fmla="*/ 678085 h 2986134"/>
                <a:gd name="connsiteX28" fmla="*/ 508792 w 1914334"/>
                <a:gd name="connsiteY28" fmla="*/ 1005788 h 2986134"/>
                <a:gd name="connsiteX29" fmla="*/ 511266 w 1914334"/>
                <a:gd name="connsiteY29" fmla="*/ 1049853 h 2986134"/>
                <a:gd name="connsiteX30" fmla="*/ 930004 w 1914334"/>
                <a:gd name="connsiteY30" fmla="*/ 813397 h 2986134"/>
                <a:gd name="connsiteX31" fmla="*/ 1422398 w 1914334"/>
                <a:gd name="connsiteY31" fmla="*/ 701311 h 2986134"/>
                <a:gd name="connsiteX32" fmla="*/ 1435000 w 1914334"/>
                <a:gd name="connsiteY32" fmla="*/ 708401 h 2986134"/>
                <a:gd name="connsiteX0" fmla="*/ 1473669 w 1953003"/>
                <a:gd name="connsiteY0" fmla="*/ 708401 h 2986134"/>
                <a:gd name="connsiteX1" fmla="*/ 1411076 w 1953003"/>
                <a:gd name="connsiteY1" fmla="*/ 919813 h 2986134"/>
                <a:gd name="connsiteX2" fmla="*/ 1189873 w 1953003"/>
                <a:gd name="connsiteY2" fmla="*/ 1213129 h 2986134"/>
                <a:gd name="connsiteX3" fmla="*/ 908992 w 1953003"/>
                <a:gd name="connsiteY3" fmla="*/ 1450576 h 2986134"/>
                <a:gd name="connsiteX4" fmla="*/ 566731 w 1953003"/>
                <a:gd name="connsiteY4" fmla="*/ 1632245 h 2986134"/>
                <a:gd name="connsiteX5" fmla="*/ 737079 w 1953003"/>
                <a:gd name="connsiteY5" fmla="*/ 1653421 h 2986134"/>
                <a:gd name="connsiteX6" fmla="*/ 1274693 w 1953003"/>
                <a:gd name="connsiteY6" fmla="*/ 1655250 h 2986134"/>
                <a:gd name="connsiteX7" fmla="*/ 1674785 w 1953003"/>
                <a:gd name="connsiteY7" fmla="*/ 1749816 h 2986134"/>
                <a:gd name="connsiteX8" fmla="*/ 1932074 w 1953003"/>
                <a:gd name="connsiteY8" fmla="*/ 1866208 h 2986134"/>
                <a:gd name="connsiteX9" fmla="*/ 1905948 w 1953003"/>
                <a:gd name="connsiteY9" fmla="*/ 1943962 h 2986134"/>
                <a:gd name="connsiteX10" fmla="*/ 1652961 w 1953003"/>
                <a:gd name="connsiteY10" fmla="*/ 2106263 h 2986134"/>
                <a:gd name="connsiteX11" fmla="*/ 1252869 w 1953003"/>
                <a:gd name="connsiteY11" fmla="*/ 2208104 h 2986134"/>
                <a:gd name="connsiteX12" fmla="*/ 935554 w 1953003"/>
                <a:gd name="connsiteY12" fmla="*/ 2195250 h 2986134"/>
                <a:gd name="connsiteX13" fmla="*/ 578462 w 1953003"/>
                <a:gd name="connsiteY13" fmla="*/ 2089164 h 2986134"/>
                <a:gd name="connsiteX14" fmla="*/ 321668 w 1953003"/>
                <a:gd name="connsiteY14" fmla="*/ 1949541 h 2986134"/>
                <a:gd name="connsiteX15" fmla="*/ 291941 w 1953003"/>
                <a:gd name="connsiteY15" fmla="*/ 2002232 h 2986134"/>
                <a:gd name="connsiteX16" fmla="*/ 340903 w 1953003"/>
                <a:gd name="connsiteY16" fmla="*/ 2395326 h 2986134"/>
                <a:gd name="connsiteX17" fmla="*/ 426218 w 1953003"/>
                <a:gd name="connsiteY17" fmla="*/ 2772335 h 2986134"/>
                <a:gd name="connsiteX18" fmla="*/ 465002 w 1953003"/>
                <a:gd name="connsiteY18" fmla="*/ 2891702 h 2986134"/>
                <a:gd name="connsiteX19" fmla="*/ 246582 w 1953003"/>
                <a:gd name="connsiteY19" fmla="*/ 2986134 h 2986134"/>
                <a:gd name="connsiteX20" fmla="*/ 76777 w 1953003"/>
                <a:gd name="connsiteY20" fmla="*/ 2352917 h 2986134"/>
                <a:gd name="connsiteX21" fmla="*/ 131 w 1953003"/>
                <a:gd name="connsiteY21" fmla="*/ 1730652 h 2986134"/>
                <a:gd name="connsiteX22" fmla="*/ 105626 w 1953003"/>
                <a:gd name="connsiteY22" fmla="*/ 904785 h 2986134"/>
                <a:gd name="connsiteX23" fmla="*/ 278097 w 1953003"/>
                <a:gd name="connsiteY23" fmla="*/ 433148 h 2986134"/>
                <a:gd name="connsiteX24" fmla="*/ 443604 w 1953003"/>
                <a:gd name="connsiteY24" fmla="*/ 172515 h 2986134"/>
                <a:gd name="connsiteX25" fmla="*/ 612455 w 1953003"/>
                <a:gd name="connsiteY25" fmla="*/ 0 h 2986134"/>
                <a:gd name="connsiteX26" fmla="*/ 731677 w 1953003"/>
                <a:gd name="connsiteY26" fmla="*/ 332056 h 2986134"/>
                <a:gd name="connsiteX27" fmla="*/ 724563 w 1953003"/>
                <a:gd name="connsiteY27" fmla="*/ 678085 h 2986134"/>
                <a:gd name="connsiteX28" fmla="*/ 547461 w 1953003"/>
                <a:gd name="connsiteY28" fmla="*/ 1005788 h 2986134"/>
                <a:gd name="connsiteX29" fmla="*/ 549935 w 1953003"/>
                <a:gd name="connsiteY29" fmla="*/ 1049853 h 2986134"/>
                <a:gd name="connsiteX30" fmla="*/ 968673 w 1953003"/>
                <a:gd name="connsiteY30" fmla="*/ 813397 h 2986134"/>
                <a:gd name="connsiteX31" fmla="*/ 1461067 w 1953003"/>
                <a:gd name="connsiteY31" fmla="*/ 701311 h 2986134"/>
                <a:gd name="connsiteX32" fmla="*/ 1473669 w 1953003"/>
                <a:gd name="connsiteY32" fmla="*/ 708401 h 2986134"/>
                <a:gd name="connsiteX0" fmla="*/ 1473951 w 1953285"/>
                <a:gd name="connsiteY0" fmla="*/ 708401 h 2986134"/>
                <a:gd name="connsiteX1" fmla="*/ 1411358 w 1953285"/>
                <a:gd name="connsiteY1" fmla="*/ 919813 h 2986134"/>
                <a:gd name="connsiteX2" fmla="*/ 1190155 w 1953285"/>
                <a:gd name="connsiteY2" fmla="*/ 1213129 h 2986134"/>
                <a:gd name="connsiteX3" fmla="*/ 909274 w 1953285"/>
                <a:gd name="connsiteY3" fmla="*/ 1450576 h 2986134"/>
                <a:gd name="connsiteX4" fmla="*/ 567013 w 1953285"/>
                <a:gd name="connsiteY4" fmla="*/ 1632245 h 2986134"/>
                <a:gd name="connsiteX5" fmla="*/ 737361 w 1953285"/>
                <a:gd name="connsiteY5" fmla="*/ 1653421 h 2986134"/>
                <a:gd name="connsiteX6" fmla="*/ 1274975 w 1953285"/>
                <a:gd name="connsiteY6" fmla="*/ 1655250 h 2986134"/>
                <a:gd name="connsiteX7" fmla="*/ 1675067 w 1953285"/>
                <a:gd name="connsiteY7" fmla="*/ 1749816 h 2986134"/>
                <a:gd name="connsiteX8" fmla="*/ 1932356 w 1953285"/>
                <a:gd name="connsiteY8" fmla="*/ 1866208 h 2986134"/>
                <a:gd name="connsiteX9" fmla="*/ 1906230 w 1953285"/>
                <a:gd name="connsiteY9" fmla="*/ 1943962 h 2986134"/>
                <a:gd name="connsiteX10" fmla="*/ 1653243 w 1953285"/>
                <a:gd name="connsiteY10" fmla="*/ 2106263 h 2986134"/>
                <a:gd name="connsiteX11" fmla="*/ 1253151 w 1953285"/>
                <a:gd name="connsiteY11" fmla="*/ 2208104 h 2986134"/>
                <a:gd name="connsiteX12" fmla="*/ 935836 w 1953285"/>
                <a:gd name="connsiteY12" fmla="*/ 2195250 h 2986134"/>
                <a:gd name="connsiteX13" fmla="*/ 578744 w 1953285"/>
                <a:gd name="connsiteY13" fmla="*/ 2089164 h 2986134"/>
                <a:gd name="connsiteX14" fmla="*/ 321950 w 1953285"/>
                <a:gd name="connsiteY14" fmla="*/ 1949541 h 2986134"/>
                <a:gd name="connsiteX15" fmla="*/ 292223 w 1953285"/>
                <a:gd name="connsiteY15" fmla="*/ 2002232 h 2986134"/>
                <a:gd name="connsiteX16" fmla="*/ 341185 w 1953285"/>
                <a:gd name="connsiteY16" fmla="*/ 2395326 h 2986134"/>
                <a:gd name="connsiteX17" fmla="*/ 426500 w 1953285"/>
                <a:gd name="connsiteY17" fmla="*/ 2772335 h 2986134"/>
                <a:gd name="connsiteX18" fmla="*/ 465284 w 1953285"/>
                <a:gd name="connsiteY18" fmla="*/ 2891702 h 2986134"/>
                <a:gd name="connsiteX19" fmla="*/ 246864 w 1953285"/>
                <a:gd name="connsiteY19" fmla="*/ 2986134 h 2986134"/>
                <a:gd name="connsiteX20" fmla="*/ 48349 w 1953285"/>
                <a:gd name="connsiteY20" fmla="*/ 2358824 h 2986134"/>
                <a:gd name="connsiteX21" fmla="*/ 413 w 1953285"/>
                <a:gd name="connsiteY21" fmla="*/ 1730652 h 2986134"/>
                <a:gd name="connsiteX22" fmla="*/ 105908 w 1953285"/>
                <a:gd name="connsiteY22" fmla="*/ 904785 h 2986134"/>
                <a:gd name="connsiteX23" fmla="*/ 278379 w 1953285"/>
                <a:gd name="connsiteY23" fmla="*/ 433148 h 2986134"/>
                <a:gd name="connsiteX24" fmla="*/ 443886 w 1953285"/>
                <a:gd name="connsiteY24" fmla="*/ 172515 h 2986134"/>
                <a:gd name="connsiteX25" fmla="*/ 612737 w 1953285"/>
                <a:gd name="connsiteY25" fmla="*/ 0 h 2986134"/>
                <a:gd name="connsiteX26" fmla="*/ 731959 w 1953285"/>
                <a:gd name="connsiteY26" fmla="*/ 332056 h 2986134"/>
                <a:gd name="connsiteX27" fmla="*/ 724845 w 1953285"/>
                <a:gd name="connsiteY27" fmla="*/ 678085 h 2986134"/>
                <a:gd name="connsiteX28" fmla="*/ 547743 w 1953285"/>
                <a:gd name="connsiteY28" fmla="*/ 1005788 h 2986134"/>
                <a:gd name="connsiteX29" fmla="*/ 550217 w 1953285"/>
                <a:gd name="connsiteY29" fmla="*/ 1049853 h 2986134"/>
                <a:gd name="connsiteX30" fmla="*/ 968955 w 1953285"/>
                <a:gd name="connsiteY30" fmla="*/ 813397 h 2986134"/>
                <a:gd name="connsiteX31" fmla="*/ 1461349 w 1953285"/>
                <a:gd name="connsiteY31" fmla="*/ 701311 h 2986134"/>
                <a:gd name="connsiteX32" fmla="*/ 1473951 w 1953285"/>
                <a:gd name="connsiteY32" fmla="*/ 708401 h 2986134"/>
                <a:gd name="connsiteX0" fmla="*/ 1473856 w 1953190"/>
                <a:gd name="connsiteY0" fmla="*/ 708401 h 2991508"/>
                <a:gd name="connsiteX1" fmla="*/ 1411263 w 1953190"/>
                <a:gd name="connsiteY1" fmla="*/ 919813 h 2991508"/>
                <a:gd name="connsiteX2" fmla="*/ 1190060 w 1953190"/>
                <a:gd name="connsiteY2" fmla="*/ 1213129 h 2991508"/>
                <a:gd name="connsiteX3" fmla="*/ 909179 w 1953190"/>
                <a:gd name="connsiteY3" fmla="*/ 1450576 h 2991508"/>
                <a:gd name="connsiteX4" fmla="*/ 566918 w 1953190"/>
                <a:gd name="connsiteY4" fmla="*/ 1632245 h 2991508"/>
                <a:gd name="connsiteX5" fmla="*/ 737266 w 1953190"/>
                <a:gd name="connsiteY5" fmla="*/ 1653421 h 2991508"/>
                <a:gd name="connsiteX6" fmla="*/ 1274880 w 1953190"/>
                <a:gd name="connsiteY6" fmla="*/ 1655250 h 2991508"/>
                <a:gd name="connsiteX7" fmla="*/ 1674972 w 1953190"/>
                <a:gd name="connsiteY7" fmla="*/ 1749816 h 2991508"/>
                <a:gd name="connsiteX8" fmla="*/ 1932261 w 1953190"/>
                <a:gd name="connsiteY8" fmla="*/ 1866208 h 2991508"/>
                <a:gd name="connsiteX9" fmla="*/ 1906135 w 1953190"/>
                <a:gd name="connsiteY9" fmla="*/ 1943962 h 2991508"/>
                <a:gd name="connsiteX10" fmla="*/ 1653148 w 1953190"/>
                <a:gd name="connsiteY10" fmla="*/ 2106263 h 2991508"/>
                <a:gd name="connsiteX11" fmla="*/ 1253056 w 1953190"/>
                <a:gd name="connsiteY11" fmla="*/ 2208104 h 2991508"/>
                <a:gd name="connsiteX12" fmla="*/ 935741 w 1953190"/>
                <a:gd name="connsiteY12" fmla="*/ 2195250 h 2991508"/>
                <a:gd name="connsiteX13" fmla="*/ 578649 w 1953190"/>
                <a:gd name="connsiteY13" fmla="*/ 2089164 h 2991508"/>
                <a:gd name="connsiteX14" fmla="*/ 321855 w 1953190"/>
                <a:gd name="connsiteY14" fmla="*/ 1949541 h 2991508"/>
                <a:gd name="connsiteX15" fmla="*/ 292128 w 1953190"/>
                <a:gd name="connsiteY15" fmla="*/ 2002232 h 2991508"/>
                <a:gd name="connsiteX16" fmla="*/ 341090 w 1953190"/>
                <a:gd name="connsiteY16" fmla="*/ 2395326 h 2991508"/>
                <a:gd name="connsiteX17" fmla="*/ 426405 w 1953190"/>
                <a:gd name="connsiteY17" fmla="*/ 2772335 h 2991508"/>
                <a:gd name="connsiteX18" fmla="*/ 465189 w 1953190"/>
                <a:gd name="connsiteY18" fmla="*/ 2891702 h 2991508"/>
                <a:gd name="connsiteX19" fmla="*/ 220668 w 1953190"/>
                <a:gd name="connsiteY19" fmla="*/ 2991507 h 2991508"/>
                <a:gd name="connsiteX20" fmla="*/ 48254 w 1953190"/>
                <a:gd name="connsiteY20" fmla="*/ 2358824 h 2991508"/>
                <a:gd name="connsiteX21" fmla="*/ 318 w 1953190"/>
                <a:gd name="connsiteY21" fmla="*/ 1730652 h 2991508"/>
                <a:gd name="connsiteX22" fmla="*/ 105813 w 1953190"/>
                <a:gd name="connsiteY22" fmla="*/ 904785 h 2991508"/>
                <a:gd name="connsiteX23" fmla="*/ 278284 w 1953190"/>
                <a:gd name="connsiteY23" fmla="*/ 433148 h 2991508"/>
                <a:gd name="connsiteX24" fmla="*/ 443791 w 1953190"/>
                <a:gd name="connsiteY24" fmla="*/ 172515 h 2991508"/>
                <a:gd name="connsiteX25" fmla="*/ 612642 w 1953190"/>
                <a:gd name="connsiteY25" fmla="*/ 0 h 2991508"/>
                <a:gd name="connsiteX26" fmla="*/ 731864 w 1953190"/>
                <a:gd name="connsiteY26" fmla="*/ 332056 h 2991508"/>
                <a:gd name="connsiteX27" fmla="*/ 724750 w 1953190"/>
                <a:gd name="connsiteY27" fmla="*/ 678085 h 2991508"/>
                <a:gd name="connsiteX28" fmla="*/ 547648 w 1953190"/>
                <a:gd name="connsiteY28" fmla="*/ 1005788 h 2991508"/>
                <a:gd name="connsiteX29" fmla="*/ 550122 w 1953190"/>
                <a:gd name="connsiteY29" fmla="*/ 1049853 h 2991508"/>
                <a:gd name="connsiteX30" fmla="*/ 968860 w 1953190"/>
                <a:gd name="connsiteY30" fmla="*/ 813397 h 2991508"/>
                <a:gd name="connsiteX31" fmla="*/ 1461254 w 1953190"/>
                <a:gd name="connsiteY31" fmla="*/ 701311 h 2991508"/>
                <a:gd name="connsiteX32" fmla="*/ 1473856 w 1953190"/>
                <a:gd name="connsiteY32" fmla="*/ 708401 h 2991508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495013 w 1983014"/>
                <a:gd name="connsiteY18" fmla="*/ 2891702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35637 w 1983014"/>
                <a:gd name="connsiteY22" fmla="*/ 904785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495013 w 1983014"/>
                <a:gd name="connsiteY18" fmla="*/ 2891702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56229 w 1983014"/>
                <a:gd name="connsiteY17" fmla="*/ 2772335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70914 w 1983014"/>
                <a:gd name="connsiteY16" fmla="*/ 2395326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21952 w 1983014"/>
                <a:gd name="connsiteY15" fmla="*/ 2002232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42833 w 1983014"/>
                <a:gd name="connsiteY15" fmla="*/ 1997936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680 w 1983014"/>
                <a:gd name="connsiteY0" fmla="*/ 708401 h 2991507"/>
                <a:gd name="connsiteX1" fmla="*/ 1441087 w 1983014"/>
                <a:gd name="connsiteY1" fmla="*/ 919813 h 2991507"/>
                <a:gd name="connsiteX2" fmla="*/ 1219884 w 1983014"/>
                <a:gd name="connsiteY2" fmla="*/ 1213129 h 2991507"/>
                <a:gd name="connsiteX3" fmla="*/ 939003 w 1983014"/>
                <a:gd name="connsiteY3" fmla="*/ 1450576 h 2991507"/>
                <a:gd name="connsiteX4" fmla="*/ 596742 w 1983014"/>
                <a:gd name="connsiteY4" fmla="*/ 1632245 h 2991507"/>
                <a:gd name="connsiteX5" fmla="*/ 767090 w 1983014"/>
                <a:gd name="connsiteY5" fmla="*/ 1653421 h 2991507"/>
                <a:gd name="connsiteX6" fmla="*/ 1304704 w 1983014"/>
                <a:gd name="connsiteY6" fmla="*/ 1655250 h 2991507"/>
                <a:gd name="connsiteX7" fmla="*/ 1704796 w 1983014"/>
                <a:gd name="connsiteY7" fmla="*/ 1749816 h 2991507"/>
                <a:gd name="connsiteX8" fmla="*/ 1962085 w 1983014"/>
                <a:gd name="connsiteY8" fmla="*/ 1866208 h 2991507"/>
                <a:gd name="connsiteX9" fmla="*/ 1935959 w 1983014"/>
                <a:gd name="connsiteY9" fmla="*/ 1943962 h 2991507"/>
                <a:gd name="connsiteX10" fmla="*/ 1682972 w 1983014"/>
                <a:gd name="connsiteY10" fmla="*/ 2106263 h 2991507"/>
                <a:gd name="connsiteX11" fmla="*/ 1282880 w 1983014"/>
                <a:gd name="connsiteY11" fmla="*/ 2208104 h 2991507"/>
                <a:gd name="connsiteX12" fmla="*/ 965565 w 1983014"/>
                <a:gd name="connsiteY12" fmla="*/ 2195250 h 2991507"/>
                <a:gd name="connsiteX13" fmla="*/ 608473 w 1983014"/>
                <a:gd name="connsiteY13" fmla="*/ 2089164 h 2991507"/>
                <a:gd name="connsiteX14" fmla="*/ 351679 w 1983014"/>
                <a:gd name="connsiteY14" fmla="*/ 1949541 h 2991507"/>
                <a:gd name="connsiteX15" fmla="*/ 342833 w 1983014"/>
                <a:gd name="connsiteY15" fmla="*/ 1997936 h 2991507"/>
                <a:gd name="connsiteX16" fmla="*/ 396789 w 1983014"/>
                <a:gd name="connsiteY16" fmla="*/ 2349194 h 2991507"/>
                <a:gd name="connsiteX17" fmla="*/ 488935 w 1983014"/>
                <a:gd name="connsiteY17" fmla="*/ 2732957 h 2991507"/>
                <a:gd name="connsiteX18" fmla="*/ 552973 w 1983014"/>
                <a:gd name="connsiteY18" fmla="*/ 2882494 h 2991507"/>
                <a:gd name="connsiteX19" fmla="*/ 250492 w 1983014"/>
                <a:gd name="connsiteY19" fmla="*/ 2991507 h 2991507"/>
                <a:gd name="connsiteX20" fmla="*/ 78078 w 1983014"/>
                <a:gd name="connsiteY20" fmla="*/ 2358824 h 2991507"/>
                <a:gd name="connsiteX21" fmla="*/ 129 w 1983014"/>
                <a:gd name="connsiteY21" fmla="*/ 1690577 h 2991507"/>
                <a:gd name="connsiteX22" fmla="*/ 119976 w 1983014"/>
                <a:gd name="connsiteY22" fmla="*/ 908009 h 2991507"/>
                <a:gd name="connsiteX23" fmla="*/ 308108 w 1983014"/>
                <a:gd name="connsiteY23" fmla="*/ 433148 h 2991507"/>
                <a:gd name="connsiteX24" fmla="*/ 473615 w 1983014"/>
                <a:gd name="connsiteY24" fmla="*/ 172515 h 2991507"/>
                <a:gd name="connsiteX25" fmla="*/ 642466 w 1983014"/>
                <a:gd name="connsiteY25" fmla="*/ 0 h 2991507"/>
                <a:gd name="connsiteX26" fmla="*/ 761688 w 1983014"/>
                <a:gd name="connsiteY26" fmla="*/ 332056 h 2991507"/>
                <a:gd name="connsiteX27" fmla="*/ 754574 w 1983014"/>
                <a:gd name="connsiteY27" fmla="*/ 678085 h 2991507"/>
                <a:gd name="connsiteX28" fmla="*/ 577472 w 1983014"/>
                <a:gd name="connsiteY28" fmla="*/ 1005788 h 2991507"/>
                <a:gd name="connsiteX29" fmla="*/ 579946 w 1983014"/>
                <a:gd name="connsiteY29" fmla="*/ 1049853 h 2991507"/>
                <a:gd name="connsiteX30" fmla="*/ 998684 w 1983014"/>
                <a:gd name="connsiteY30" fmla="*/ 813397 h 2991507"/>
                <a:gd name="connsiteX31" fmla="*/ 1491078 w 1983014"/>
                <a:gd name="connsiteY31" fmla="*/ 701311 h 2991507"/>
                <a:gd name="connsiteX32" fmla="*/ 1503680 w 1983014"/>
                <a:gd name="connsiteY32" fmla="*/ 708401 h 2991507"/>
                <a:gd name="connsiteX0" fmla="*/ 1503750 w 1983084"/>
                <a:gd name="connsiteY0" fmla="*/ 708401 h 2991507"/>
                <a:gd name="connsiteX1" fmla="*/ 1441157 w 1983084"/>
                <a:gd name="connsiteY1" fmla="*/ 919813 h 2991507"/>
                <a:gd name="connsiteX2" fmla="*/ 1219954 w 1983084"/>
                <a:gd name="connsiteY2" fmla="*/ 1213129 h 2991507"/>
                <a:gd name="connsiteX3" fmla="*/ 939073 w 1983084"/>
                <a:gd name="connsiteY3" fmla="*/ 1450576 h 2991507"/>
                <a:gd name="connsiteX4" fmla="*/ 596812 w 1983084"/>
                <a:gd name="connsiteY4" fmla="*/ 1632245 h 2991507"/>
                <a:gd name="connsiteX5" fmla="*/ 767160 w 1983084"/>
                <a:gd name="connsiteY5" fmla="*/ 1653421 h 2991507"/>
                <a:gd name="connsiteX6" fmla="*/ 1304774 w 1983084"/>
                <a:gd name="connsiteY6" fmla="*/ 1655250 h 2991507"/>
                <a:gd name="connsiteX7" fmla="*/ 1704866 w 1983084"/>
                <a:gd name="connsiteY7" fmla="*/ 1749816 h 2991507"/>
                <a:gd name="connsiteX8" fmla="*/ 1962155 w 1983084"/>
                <a:gd name="connsiteY8" fmla="*/ 1866208 h 2991507"/>
                <a:gd name="connsiteX9" fmla="*/ 1936029 w 1983084"/>
                <a:gd name="connsiteY9" fmla="*/ 1943962 h 2991507"/>
                <a:gd name="connsiteX10" fmla="*/ 1683042 w 1983084"/>
                <a:gd name="connsiteY10" fmla="*/ 2106263 h 2991507"/>
                <a:gd name="connsiteX11" fmla="*/ 1282950 w 1983084"/>
                <a:gd name="connsiteY11" fmla="*/ 2208104 h 2991507"/>
                <a:gd name="connsiteX12" fmla="*/ 965635 w 1983084"/>
                <a:gd name="connsiteY12" fmla="*/ 2195250 h 2991507"/>
                <a:gd name="connsiteX13" fmla="*/ 608543 w 1983084"/>
                <a:gd name="connsiteY13" fmla="*/ 2089164 h 2991507"/>
                <a:gd name="connsiteX14" fmla="*/ 351749 w 1983084"/>
                <a:gd name="connsiteY14" fmla="*/ 1949541 h 2991507"/>
                <a:gd name="connsiteX15" fmla="*/ 342903 w 1983084"/>
                <a:gd name="connsiteY15" fmla="*/ 1997936 h 2991507"/>
                <a:gd name="connsiteX16" fmla="*/ 396859 w 1983084"/>
                <a:gd name="connsiteY16" fmla="*/ 2349194 h 2991507"/>
                <a:gd name="connsiteX17" fmla="*/ 489005 w 1983084"/>
                <a:gd name="connsiteY17" fmla="*/ 2732957 h 2991507"/>
                <a:gd name="connsiteX18" fmla="*/ 553043 w 1983084"/>
                <a:gd name="connsiteY18" fmla="*/ 2882494 h 2991507"/>
                <a:gd name="connsiteX19" fmla="*/ 250562 w 1983084"/>
                <a:gd name="connsiteY19" fmla="*/ 2991507 h 2991507"/>
                <a:gd name="connsiteX20" fmla="*/ 63305 w 1983084"/>
                <a:gd name="connsiteY20" fmla="*/ 2363639 h 2991507"/>
                <a:gd name="connsiteX21" fmla="*/ 199 w 1983084"/>
                <a:gd name="connsiteY21" fmla="*/ 1690577 h 2991507"/>
                <a:gd name="connsiteX22" fmla="*/ 120046 w 1983084"/>
                <a:gd name="connsiteY22" fmla="*/ 908009 h 2991507"/>
                <a:gd name="connsiteX23" fmla="*/ 308178 w 1983084"/>
                <a:gd name="connsiteY23" fmla="*/ 433148 h 2991507"/>
                <a:gd name="connsiteX24" fmla="*/ 473685 w 1983084"/>
                <a:gd name="connsiteY24" fmla="*/ 172515 h 2991507"/>
                <a:gd name="connsiteX25" fmla="*/ 642536 w 1983084"/>
                <a:gd name="connsiteY25" fmla="*/ 0 h 2991507"/>
                <a:gd name="connsiteX26" fmla="*/ 761758 w 1983084"/>
                <a:gd name="connsiteY26" fmla="*/ 332056 h 2991507"/>
                <a:gd name="connsiteX27" fmla="*/ 754644 w 1983084"/>
                <a:gd name="connsiteY27" fmla="*/ 678085 h 2991507"/>
                <a:gd name="connsiteX28" fmla="*/ 577542 w 1983084"/>
                <a:gd name="connsiteY28" fmla="*/ 1005788 h 2991507"/>
                <a:gd name="connsiteX29" fmla="*/ 580016 w 1983084"/>
                <a:gd name="connsiteY29" fmla="*/ 1049853 h 2991507"/>
                <a:gd name="connsiteX30" fmla="*/ 998754 w 1983084"/>
                <a:gd name="connsiteY30" fmla="*/ 813397 h 2991507"/>
                <a:gd name="connsiteX31" fmla="*/ 1491148 w 1983084"/>
                <a:gd name="connsiteY31" fmla="*/ 701311 h 2991507"/>
                <a:gd name="connsiteX32" fmla="*/ 1503750 w 1983084"/>
                <a:gd name="connsiteY32" fmla="*/ 708401 h 2991507"/>
                <a:gd name="connsiteX0" fmla="*/ 1503751 w 1983085"/>
                <a:gd name="connsiteY0" fmla="*/ 708401 h 2991507"/>
                <a:gd name="connsiteX1" fmla="*/ 1441158 w 1983085"/>
                <a:gd name="connsiteY1" fmla="*/ 919813 h 2991507"/>
                <a:gd name="connsiteX2" fmla="*/ 1219955 w 1983085"/>
                <a:gd name="connsiteY2" fmla="*/ 1213129 h 2991507"/>
                <a:gd name="connsiteX3" fmla="*/ 939074 w 1983085"/>
                <a:gd name="connsiteY3" fmla="*/ 1450576 h 2991507"/>
                <a:gd name="connsiteX4" fmla="*/ 596813 w 1983085"/>
                <a:gd name="connsiteY4" fmla="*/ 1632245 h 2991507"/>
                <a:gd name="connsiteX5" fmla="*/ 767161 w 1983085"/>
                <a:gd name="connsiteY5" fmla="*/ 1653421 h 2991507"/>
                <a:gd name="connsiteX6" fmla="*/ 1304775 w 1983085"/>
                <a:gd name="connsiteY6" fmla="*/ 1655250 h 2991507"/>
                <a:gd name="connsiteX7" fmla="*/ 1704867 w 1983085"/>
                <a:gd name="connsiteY7" fmla="*/ 1749816 h 2991507"/>
                <a:gd name="connsiteX8" fmla="*/ 1962156 w 1983085"/>
                <a:gd name="connsiteY8" fmla="*/ 1866208 h 2991507"/>
                <a:gd name="connsiteX9" fmla="*/ 1936030 w 1983085"/>
                <a:gd name="connsiteY9" fmla="*/ 1943962 h 2991507"/>
                <a:gd name="connsiteX10" fmla="*/ 1683043 w 1983085"/>
                <a:gd name="connsiteY10" fmla="*/ 2106263 h 2991507"/>
                <a:gd name="connsiteX11" fmla="*/ 1282951 w 1983085"/>
                <a:gd name="connsiteY11" fmla="*/ 2208104 h 2991507"/>
                <a:gd name="connsiteX12" fmla="*/ 965636 w 1983085"/>
                <a:gd name="connsiteY12" fmla="*/ 2195250 h 2991507"/>
                <a:gd name="connsiteX13" fmla="*/ 608544 w 1983085"/>
                <a:gd name="connsiteY13" fmla="*/ 2089164 h 2991507"/>
                <a:gd name="connsiteX14" fmla="*/ 351750 w 1983085"/>
                <a:gd name="connsiteY14" fmla="*/ 1949541 h 2991507"/>
                <a:gd name="connsiteX15" fmla="*/ 342904 w 1983085"/>
                <a:gd name="connsiteY15" fmla="*/ 1997936 h 2991507"/>
                <a:gd name="connsiteX16" fmla="*/ 396860 w 1983085"/>
                <a:gd name="connsiteY16" fmla="*/ 2349194 h 2991507"/>
                <a:gd name="connsiteX17" fmla="*/ 509109 w 1983085"/>
                <a:gd name="connsiteY17" fmla="*/ 2762247 h 2991507"/>
                <a:gd name="connsiteX18" fmla="*/ 553044 w 1983085"/>
                <a:gd name="connsiteY18" fmla="*/ 2882494 h 2991507"/>
                <a:gd name="connsiteX19" fmla="*/ 250563 w 1983085"/>
                <a:gd name="connsiteY19" fmla="*/ 2991507 h 2991507"/>
                <a:gd name="connsiteX20" fmla="*/ 63306 w 1983085"/>
                <a:gd name="connsiteY20" fmla="*/ 2363639 h 2991507"/>
                <a:gd name="connsiteX21" fmla="*/ 200 w 1983085"/>
                <a:gd name="connsiteY21" fmla="*/ 1690577 h 2991507"/>
                <a:gd name="connsiteX22" fmla="*/ 120047 w 1983085"/>
                <a:gd name="connsiteY22" fmla="*/ 908009 h 2991507"/>
                <a:gd name="connsiteX23" fmla="*/ 308179 w 1983085"/>
                <a:gd name="connsiteY23" fmla="*/ 433148 h 2991507"/>
                <a:gd name="connsiteX24" fmla="*/ 473686 w 1983085"/>
                <a:gd name="connsiteY24" fmla="*/ 172515 h 2991507"/>
                <a:gd name="connsiteX25" fmla="*/ 642537 w 1983085"/>
                <a:gd name="connsiteY25" fmla="*/ 0 h 2991507"/>
                <a:gd name="connsiteX26" fmla="*/ 761759 w 1983085"/>
                <a:gd name="connsiteY26" fmla="*/ 332056 h 2991507"/>
                <a:gd name="connsiteX27" fmla="*/ 754645 w 1983085"/>
                <a:gd name="connsiteY27" fmla="*/ 678085 h 2991507"/>
                <a:gd name="connsiteX28" fmla="*/ 577543 w 1983085"/>
                <a:gd name="connsiteY28" fmla="*/ 1005788 h 2991507"/>
                <a:gd name="connsiteX29" fmla="*/ 580017 w 1983085"/>
                <a:gd name="connsiteY29" fmla="*/ 1049853 h 2991507"/>
                <a:gd name="connsiteX30" fmla="*/ 998755 w 1983085"/>
                <a:gd name="connsiteY30" fmla="*/ 813397 h 2991507"/>
                <a:gd name="connsiteX31" fmla="*/ 1491149 w 1983085"/>
                <a:gd name="connsiteY31" fmla="*/ 701311 h 2991507"/>
                <a:gd name="connsiteX32" fmla="*/ 1503751 w 1983085"/>
                <a:gd name="connsiteY32" fmla="*/ 708401 h 2991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983085" h="2991507">
                  <a:moveTo>
                    <a:pt x="1503751" y="708401"/>
                  </a:moveTo>
                  <a:cubicBezTo>
                    <a:pt x="1523712" y="737061"/>
                    <a:pt x="1480707" y="845173"/>
                    <a:pt x="1441158" y="919813"/>
                  </a:cubicBezTo>
                  <a:cubicBezTo>
                    <a:pt x="1395959" y="1005116"/>
                    <a:pt x="1303636" y="1124669"/>
                    <a:pt x="1219955" y="1213129"/>
                  </a:cubicBezTo>
                  <a:cubicBezTo>
                    <a:pt x="1136275" y="1301590"/>
                    <a:pt x="1042931" y="1380723"/>
                    <a:pt x="939074" y="1450576"/>
                  </a:cubicBezTo>
                  <a:cubicBezTo>
                    <a:pt x="835217" y="1520429"/>
                    <a:pt x="606345" y="1620692"/>
                    <a:pt x="596813" y="1632245"/>
                  </a:cubicBezTo>
                  <a:cubicBezTo>
                    <a:pt x="587281" y="1643798"/>
                    <a:pt x="649167" y="1649587"/>
                    <a:pt x="767161" y="1653421"/>
                  </a:cubicBezTo>
                  <a:cubicBezTo>
                    <a:pt x="885155" y="1657255"/>
                    <a:pt x="1148491" y="1639184"/>
                    <a:pt x="1304775" y="1655250"/>
                  </a:cubicBezTo>
                  <a:cubicBezTo>
                    <a:pt x="1461059" y="1671316"/>
                    <a:pt x="1595303" y="1714658"/>
                    <a:pt x="1704867" y="1749816"/>
                  </a:cubicBezTo>
                  <a:cubicBezTo>
                    <a:pt x="1814430" y="1784976"/>
                    <a:pt x="1923629" y="1833850"/>
                    <a:pt x="1962156" y="1866208"/>
                  </a:cubicBezTo>
                  <a:cubicBezTo>
                    <a:pt x="2000683" y="1898565"/>
                    <a:pt x="1982548" y="1903952"/>
                    <a:pt x="1936030" y="1943962"/>
                  </a:cubicBezTo>
                  <a:cubicBezTo>
                    <a:pt x="1889511" y="1983971"/>
                    <a:pt x="1791890" y="2062239"/>
                    <a:pt x="1683043" y="2106263"/>
                  </a:cubicBezTo>
                  <a:cubicBezTo>
                    <a:pt x="1574197" y="2150286"/>
                    <a:pt x="1402519" y="2193274"/>
                    <a:pt x="1282951" y="2208104"/>
                  </a:cubicBezTo>
                  <a:cubicBezTo>
                    <a:pt x="1163382" y="2222935"/>
                    <a:pt x="1078036" y="2215074"/>
                    <a:pt x="965636" y="2195250"/>
                  </a:cubicBezTo>
                  <a:cubicBezTo>
                    <a:pt x="853235" y="2175427"/>
                    <a:pt x="710858" y="2130115"/>
                    <a:pt x="608544" y="2089164"/>
                  </a:cubicBezTo>
                  <a:cubicBezTo>
                    <a:pt x="506230" y="2048213"/>
                    <a:pt x="368968" y="1961518"/>
                    <a:pt x="351750" y="1949541"/>
                  </a:cubicBezTo>
                  <a:cubicBezTo>
                    <a:pt x="334532" y="1937564"/>
                    <a:pt x="335386" y="1931327"/>
                    <a:pt x="342904" y="1997936"/>
                  </a:cubicBezTo>
                  <a:cubicBezTo>
                    <a:pt x="350422" y="2064545"/>
                    <a:pt x="369159" y="2221809"/>
                    <a:pt x="396860" y="2349194"/>
                  </a:cubicBezTo>
                  <a:cubicBezTo>
                    <a:pt x="424561" y="2476579"/>
                    <a:pt x="467735" y="2639985"/>
                    <a:pt x="509109" y="2762247"/>
                  </a:cubicBezTo>
                  <a:lnTo>
                    <a:pt x="553044" y="2882494"/>
                  </a:lnTo>
                  <a:cubicBezTo>
                    <a:pt x="473777" y="2939687"/>
                    <a:pt x="326860" y="2968014"/>
                    <a:pt x="250563" y="2991507"/>
                  </a:cubicBezTo>
                  <a:cubicBezTo>
                    <a:pt x="170949" y="2783480"/>
                    <a:pt x="105033" y="2580461"/>
                    <a:pt x="63306" y="2363639"/>
                  </a:cubicBezTo>
                  <a:cubicBezTo>
                    <a:pt x="21579" y="2146817"/>
                    <a:pt x="-2461" y="1929490"/>
                    <a:pt x="200" y="1690577"/>
                  </a:cubicBezTo>
                  <a:cubicBezTo>
                    <a:pt x="2859" y="1451663"/>
                    <a:pt x="68717" y="1117581"/>
                    <a:pt x="120047" y="908009"/>
                  </a:cubicBezTo>
                  <a:cubicBezTo>
                    <a:pt x="171377" y="698438"/>
                    <a:pt x="249239" y="555730"/>
                    <a:pt x="308179" y="433148"/>
                  </a:cubicBezTo>
                  <a:cubicBezTo>
                    <a:pt x="367119" y="310566"/>
                    <a:pt x="414822" y="245163"/>
                    <a:pt x="473686" y="172515"/>
                  </a:cubicBezTo>
                  <a:cubicBezTo>
                    <a:pt x="525192" y="108949"/>
                    <a:pt x="595112" y="17610"/>
                    <a:pt x="642537" y="0"/>
                  </a:cubicBezTo>
                  <a:cubicBezTo>
                    <a:pt x="709556" y="115352"/>
                    <a:pt x="737990" y="210065"/>
                    <a:pt x="761759" y="332056"/>
                  </a:cubicBezTo>
                  <a:cubicBezTo>
                    <a:pt x="780973" y="477891"/>
                    <a:pt x="781276" y="547748"/>
                    <a:pt x="754645" y="678085"/>
                  </a:cubicBezTo>
                  <a:cubicBezTo>
                    <a:pt x="727497" y="810951"/>
                    <a:pt x="606647" y="943826"/>
                    <a:pt x="577543" y="1005788"/>
                  </a:cubicBezTo>
                  <a:cubicBezTo>
                    <a:pt x="548438" y="1067749"/>
                    <a:pt x="509816" y="1081918"/>
                    <a:pt x="580017" y="1049853"/>
                  </a:cubicBezTo>
                  <a:cubicBezTo>
                    <a:pt x="650219" y="1017789"/>
                    <a:pt x="846899" y="871489"/>
                    <a:pt x="998755" y="813397"/>
                  </a:cubicBezTo>
                  <a:cubicBezTo>
                    <a:pt x="1150609" y="755308"/>
                    <a:pt x="1446228" y="697135"/>
                    <a:pt x="1491149" y="701311"/>
                  </a:cubicBezTo>
                  <a:cubicBezTo>
                    <a:pt x="1496764" y="701833"/>
                    <a:pt x="1500901" y="704307"/>
                    <a:pt x="1503751" y="70840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81" name="Freeform: Shape 2080">
            <a:extLst>
              <a:ext uri="{FF2B5EF4-FFF2-40B4-BE49-F238E27FC236}">
                <a16:creationId xmlns:a16="http://schemas.microsoft.com/office/drawing/2014/main" id="{BFCF87BA-AAE8-70F1-9D5E-EF2B1C8B4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140193" flipH="1">
            <a:off x="752183" y="3552099"/>
            <a:ext cx="395503" cy="388834"/>
          </a:xfrm>
          <a:custGeom>
            <a:avLst/>
            <a:gdLst>
              <a:gd name="connsiteX0" fmla="*/ 14793 w 1356327"/>
              <a:gd name="connsiteY0" fmla="*/ 970823 h 1353988"/>
              <a:gd name="connsiteX1" fmla="*/ 314198 w 1356327"/>
              <a:gd name="connsiteY1" fmla="*/ 1245952 h 1353988"/>
              <a:gd name="connsiteX2" fmla="*/ 435579 w 1356327"/>
              <a:gd name="connsiteY2" fmla="*/ 1286412 h 1353988"/>
              <a:gd name="connsiteX3" fmla="*/ 937285 w 1356327"/>
              <a:gd name="connsiteY3" fmla="*/ 1334965 h 1353988"/>
              <a:gd name="connsiteX4" fmla="*/ 1301427 w 1356327"/>
              <a:gd name="connsiteY4" fmla="*/ 938455 h 1353988"/>
              <a:gd name="connsiteX5" fmla="*/ 1349979 w 1356327"/>
              <a:gd name="connsiteY5" fmla="*/ 566221 h 1353988"/>
              <a:gd name="connsiteX6" fmla="*/ 1252874 w 1356327"/>
              <a:gd name="connsiteY6" fmla="*/ 193988 h 1353988"/>
              <a:gd name="connsiteX7" fmla="*/ 880641 w 1356327"/>
              <a:gd name="connsiteY7" fmla="*/ 88791 h 1353988"/>
              <a:gd name="connsiteX8" fmla="*/ 637880 w 1356327"/>
              <a:gd name="connsiteY8" fmla="*/ 7871 h 1353988"/>
              <a:gd name="connsiteX9" fmla="*/ 209002 w 1356327"/>
              <a:gd name="connsiteY9" fmla="*/ 291092 h 1353988"/>
              <a:gd name="connsiteX10" fmla="*/ 63345 w 1356327"/>
              <a:gd name="connsiteY10" fmla="*/ 485301 h 1353988"/>
              <a:gd name="connsiteX11" fmla="*/ 14793 w 1356327"/>
              <a:gd name="connsiteY11" fmla="*/ 970823 h 1353988"/>
              <a:gd name="connsiteX0" fmla="*/ 14793 w 1356327"/>
              <a:gd name="connsiteY0" fmla="*/ 972135 h 1355300"/>
              <a:gd name="connsiteX1" fmla="*/ 314198 w 1356327"/>
              <a:gd name="connsiteY1" fmla="*/ 1247264 h 1355300"/>
              <a:gd name="connsiteX2" fmla="*/ 435579 w 1356327"/>
              <a:gd name="connsiteY2" fmla="*/ 1287724 h 1355300"/>
              <a:gd name="connsiteX3" fmla="*/ 937285 w 1356327"/>
              <a:gd name="connsiteY3" fmla="*/ 1336277 h 1355300"/>
              <a:gd name="connsiteX4" fmla="*/ 1301427 w 1356327"/>
              <a:gd name="connsiteY4" fmla="*/ 939767 h 1355300"/>
              <a:gd name="connsiteX5" fmla="*/ 1349979 w 1356327"/>
              <a:gd name="connsiteY5" fmla="*/ 567533 h 1355300"/>
              <a:gd name="connsiteX6" fmla="*/ 1252874 w 1356327"/>
              <a:gd name="connsiteY6" fmla="*/ 195300 h 1355300"/>
              <a:gd name="connsiteX7" fmla="*/ 880641 w 1356327"/>
              <a:gd name="connsiteY7" fmla="*/ 90103 h 1355300"/>
              <a:gd name="connsiteX8" fmla="*/ 637880 w 1356327"/>
              <a:gd name="connsiteY8" fmla="*/ 9183 h 1355300"/>
              <a:gd name="connsiteX9" fmla="*/ 209002 w 1356327"/>
              <a:gd name="connsiteY9" fmla="*/ 292404 h 1355300"/>
              <a:gd name="connsiteX10" fmla="*/ 63345 w 1356327"/>
              <a:gd name="connsiteY10" fmla="*/ 486613 h 1355300"/>
              <a:gd name="connsiteX11" fmla="*/ 14793 w 1356327"/>
              <a:gd name="connsiteY11" fmla="*/ 972135 h 1355300"/>
              <a:gd name="connsiteX0" fmla="*/ 14793 w 1356327"/>
              <a:gd name="connsiteY0" fmla="*/ 970824 h 1353989"/>
              <a:gd name="connsiteX1" fmla="*/ 314198 w 1356327"/>
              <a:gd name="connsiteY1" fmla="*/ 1245953 h 1353989"/>
              <a:gd name="connsiteX2" fmla="*/ 435579 w 1356327"/>
              <a:gd name="connsiteY2" fmla="*/ 1286413 h 1353989"/>
              <a:gd name="connsiteX3" fmla="*/ 937285 w 1356327"/>
              <a:gd name="connsiteY3" fmla="*/ 1334966 h 1353989"/>
              <a:gd name="connsiteX4" fmla="*/ 1301427 w 1356327"/>
              <a:gd name="connsiteY4" fmla="*/ 938456 h 1353989"/>
              <a:gd name="connsiteX5" fmla="*/ 1349979 w 1356327"/>
              <a:gd name="connsiteY5" fmla="*/ 566222 h 1353989"/>
              <a:gd name="connsiteX6" fmla="*/ 1252874 w 1356327"/>
              <a:gd name="connsiteY6" fmla="*/ 193989 h 1353989"/>
              <a:gd name="connsiteX7" fmla="*/ 918348 w 1356327"/>
              <a:gd name="connsiteY7" fmla="*/ 88792 h 1353989"/>
              <a:gd name="connsiteX8" fmla="*/ 637880 w 1356327"/>
              <a:gd name="connsiteY8" fmla="*/ 7872 h 1353989"/>
              <a:gd name="connsiteX9" fmla="*/ 209002 w 1356327"/>
              <a:gd name="connsiteY9" fmla="*/ 291093 h 1353989"/>
              <a:gd name="connsiteX10" fmla="*/ 63345 w 1356327"/>
              <a:gd name="connsiteY10" fmla="*/ 485302 h 1353989"/>
              <a:gd name="connsiteX11" fmla="*/ 14793 w 1356327"/>
              <a:gd name="connsiteY11" fmla="*/ 970824 h 1353989"/>
              <a:gd name="connsiteX0" fmla="*/ 14793 w 1356327"/>
              <a:gd name="connsiteY0" fmla="*/ 882394 h 1265559"/>
              <a:gd name="connsiteX1" fmla="*/ 314198 w 1356327"/>
              <a:gd name="connsiteY1" fmla="*/ 1157523 h 1265559"/>
              <a:gd name="connsiteX2" fmla="*/ 435579 w 1356327"/>
              <a:gd name="connsiteY2" fmla="*/ 1197983 h 1265559"/>
              <a:gd name="connsiteX3" fmla="*/ 937285 w 1356327"/>
              <a:gd name="connsiteY3" fmla="*/ 1246536 h 1265559"/>
              <a:gd name="connsiteX4" fmla="*/ 1301427 w 1356327"/>
              <a:gd name="connsiteY4" fmla="*/ 850026 h 1265559"/>
              <a:gd name="connsiteX5" fmla="*/ 1349979 w 1356327"/>
              <a:gd name="connsiteY5" fmla="*/ 477792 h 1265559"/>
              <a:gd name="connsiteX6" fmla="*/ 1252874 w 1356327"/>
              <a:gd name="connsiteY6" fmla="*/ 105559 h 1265559"/>
              <a:gd name="connsiteX7" fmla="*/ 918348 w 1356327"/>
              <a:gd name="connsiteY7" fmla="*/ 362 h 1265559"/>
              <a:gd name="connsiteX8" fmla="*/ 566236 w 1356327"/>
              <a:gd name="connsiteY8" fmla="*/ 75927 h 1265559"/>
              <a:gd name="connsiteX9" fmla="*/ 209002 w 1356327"/>
              <a:gd name="connsiteY9" fmla="*/ 202663 h 1265559"/>
              <a:gd name="connsiteX10" fmla="*/ 63345 w 1356327"/>
              <a:gd name="connsiteY10" fmla="*/ 396872 h 1265559"/>
              <a:gd name="connsiteX11" fmla="*/ 14793 w 1356327"/>
              <a:gd name="connsiteY11" fmla="*/ 882394 h 1265559"/>
              <a:gd name="connsiteX0" fmla="*/ 14793 w 1356327"/>
              <a:gd name="connsiteY0" fmla="*/ 905493 h 1288658"/>
              <a:gd name="connsiteX1" fmla="*/ 314198 w 1356327"/>
              <a:gd name="connsiteY1" fmla="*/ 1180622 h 1288658"/>
              <a:gd name="connsiteX2" fmla="*/ 435579 w 1356327"/>
              <a:gd name="connsiteY2" fmla="*/ 1221082 h 1288658"/>
              <a:gd name="connsiteX3" fmla="*/ 937285 w 1356327"/>
              <a:gd name="connsiteY3" fmla="*/ 1269635 h 1288658"/>
              <a:gd name="connsiteX4" fmla="*/ 1301427 w 1356327"/>
              <a:gd name="connsiteY4" fmla="*/ 873125 h 1288658"/>
              <a:gd name="connsiteX5" fmla="*/ 1349979 w 1356327"/>
              <a:gd name="connsiteY5" fmla="*/ 500891 h 1288658"/>
              <a:gd name="connsiteX6" fmla="*/ 1252874 w 1356327"/>
              <a:gd name="connsiteY6" fmla="*/ 128658 h 1288658"/>
              <a:gd name="connsiteX7" fmla="*/ 918348 w 1356327"/>
              <a:gd name="connsiteY7" fmla="*/ 23461 h 1288658"/>
              <a:gd name="connsiteX8" fmla="*/ 519102 w 1356327"/>
              <a:gd name="connsiteY8" fmla="*/ 17955 h 1288658"/>
              <a:gd name="connsiteX9" fmla="*/ 209002 w 1356327"/>
              <a:gd name="connsiteY9" fmla="*/ 225762 h 1288658"/>
              <a:gd name="connsiteX10" fmla="*/ 63345 w 1356327"/>
              <a:gd name="connsiteY10" fmla="*/ 419971 h 1288658"/>
              <a:gd name="connsiteX11" fmla="*/ 14793 w 1356327"/>
              <a:gd name="connsiteY11" fmla="*/ 905493 h 1288658"/>
              <a:gd name="connsiteX0" fmla="*/ 14793 w 1360084"/>
              <a:gd name="connsiteY0" fmla="*/ 912051 h 1295216"/>
              <a:gd name="connsiteX1" fmla="*/ 314198 w 1360084"/>
              <a:gd name="connsiteY1" fmla="*/ 1187180 h 1295216"/>
              <a:gd name="connsiteX2" fmla="*/ 435579 w 1360084"/>
              <a:gd name="connsiteY2" fmla="*/ 1227640 h 1295216"/>
              <a:gd name="connsiteX3" fmla="*/ 937285 w 1360084"/>
              <a:gd name="connsiteY3" fmla="*/ 1276193 h 1295216"/>
              <a:gd name="connsiteX4" fmla="*/ 1301427 w 1360084"/>
              <a:gd name="connsiteY4" fmla="*/ 879683 h 1295216"/>
              <a:gd name="connsiteX5" fmla="*/ 1349979 w 1360084"/>
              <a:gd name="connsiteY5" fmla="*/ 507449 h 1295216"/>
              <a:gd name="connsiteX6" fmla="*/ 1201969 w 1360084"/>
              <a:gd name="connsiteY6" fmla="*/ 257765 h 1295216"/>
              <a:gd name="connsiteX7" fmla="*/ 918348 w 1360084"/>
              <a:gd name="connsiteY7" fmla="*/ 30019 h 1295216"/>
              <a:gd name="connsiteX8" fmla="*/ 519102 w 1360084"/>
              <a:gd name="connsiteY8" fmla="*/ 24513 h 1295216"/>
              <a:gd name="connsiteX9" fmla="*/ 209002 w 1360084"/>
              <a:gd name="connsiteY9" fmla="*/ 232320 h 1295216"/>
              <a:gd name="connsiteX10" fmla="*/ 63345 w 1360084"/>
              <a:gd name="connsiteY10" fmla="*/ 426529 h 1295216"/>
              <a:gd name="connsiteX11" fmla="*/ 14793 w 1360084"/>
              <a:gd name="connsiteY11" fmla="*/ 912051 h 1295216"/>
              <a:gd name="connsiteX0" fmla="*/ 14793 w 1360224"/>
              <a:gd name="connsiteY0" fmla="*/ 907038 h 1290203"/>
              <a:gd name="connsiteX1" fmla="*/ 314198 w 1360224"/>
              <a:gd name="connsiteY1" fmla="*/ 1182167 h 1290203"/>
              <a:gd name="connsiteX2" fmla="*/ 435579 w 1360224"/>
              <a:gd name="connsiteY2" fmla="*/ 1222627 h 1290203"/>
              <a:gd name="connsiteX3" fmla="*/ 937285 w 1360224"/>
              <a:gd name="connsiteY3" fmla="*/ 1271180 h 1290203"/>
              <a:gd name="connsiteX4" fmla="*/ 1301427 w 1360224"/>
              <a:gd name="connsiteY4" fmla="*/ 874670 h 1290203"/>
              <a:gd name="connsiteX5" fmla="*/ 1349979 w 1360224"/>
              <a:gd name="connsiteY5" fmla="*/ 502436 h 1290203"/>
              <a:gd name="connsiteX6" fmla="*/ 1200083 w 1360224"/>
              <a:gd name="connsiteY6" fmla="*/ 162255 h 1290203"/>
              <a:gd name="connsiteX7" fmla="*/ 918348 w 1360224"/>
              <a:gd name="connsiteY7" fmla="*/ 25006 h 1290203"/>
              <a:gd name="connsiteX8" fmla="*/ 519102 w 1360224"/>
              <a:gd name="connsiteY8" fmla="*/ 19500 h 1290203"/>
              <a:gd name="connsiteX9" fmla="*/ 209002 w 1360224"/>
              <a:gd name="connsiteY9" fmla="*/ 227307 h 1290203"/>
              <a:gd name="connsiteX10" fmla="*/ 63345 w 1360224"/>
              <a:gd name="connsiteY10" fmla="*/ 421516 h 1290203"/>
              <a:gd name="connsiteX11" fmla="*/ 14793 w 1360224"/>
              <a:gd name="connsiteY11" fmla="*/ 907038 h 1290203"/>
              <a:gd name="connsiteX0" fmla="*/ 14793 w 1345120"/>
              <a:gd name="connsiteY0" fmla="*/ 907038 h 1290203"/>
              <a:gd name="connsiteX1" fmla="*/ 314198 w 1345120"/>
              <a:gd name="connsiteY1" fmla="*/ 1182167 h 1290203"/>
              <a:gd name="connsiteX2" fmla="*/ 435579 w 1345120"/>
              <a:gd name="connsiteY2" fmla="*/ 1222627 h 1290203"/>
              <a:gd name="connsiteX3" fmla="*/ 937285 w 1345120"/>
              <a:gd name="connsiteY3" fmla="*/ 1271180 h 1290203"/>
              <a:gd name="connsiteX4" fmla="*/ 1301427 w 1345120"/>
              <a:gd name="connsiteY4" fmla="*/ 874670 h 1290203"/>
              <a:gd name="connsiteX5" fmla="*/ 1327355 w 1345120"/>
              <a:gd name="connsiteY5" fmla="*/ 504322 h 1290203"/>
              <a:gd name="connsiteX6" fmla="*/ 1200083 w 1345120"/>
              <a:gd name="connsiteY6" fmla="*/ 162255 h 1290203"/>
              <a:gd name="connsiteX7" fmla="*/ 918348 w 1345120"/>
              <a:gd name="connsiteY7" fmla="*/ 25006 h 1290203"/>
              <a:gd name="connsiteX8" fmla="*/ 519102 w 1345120"/>
              <a:gd name="connsiteY8" fmla="*/ 19500 h 1290203"/>
              <a:gd name="connsiteX9" fmla="*/ 209002 w 1345120"/>
              <a:gd name="connsiteY9" fmla="*/ 227307 h 1290203"/>
              <a:gd name="connsiteX10" fmla="*/ 63345 w 1345120"/>
              <a:gd name="connsiteY10" fmla="*/ 421516 h 1290203"/>
              <a:gd name="connsiteX11" fmla="*/ 14793 w 1345120"/>
              <a:gd name="connsiteY11" fmla="*/ 907038 h 1290203"/>
              <a:gd name="connsiteX0" fmla="*/ 11763 w 1342090"/>
              <a:gd name="connsiteY0" fmla="*/ 907038 h 1289887"/>
              <a:gd name="connsiteX1" fmla="*/ 267805 w 1342090"/>
              <a:gd name="connsiteY1" fmla="*/ 1197250 h 1289887"/>
              <a:gd name="connsiteX2" fmla="*/ 432549 w 1342090"/>
              <a:gd name="connsiteY2" fmla="*/ 1222627 h 1289887"/>
              <a:gd name="connsiteX3" fmla="*/ 934255 w 1342090"/>
              <a:gd name="connsiteY3" fmla="*/ 1271180 h 1289887"/>
              <a:gd name="connsiteX4" fmla="*/ 1298397 w 1342090"/>
              <a:gd name="connsiteY4" fmla="*/ 874670 h 1289887"/>
              <a:gd name="connsiteX5" fmla="*/ 1324325 w 1342090"/>
              <a:gd name="connsiteY5" fmla="*/ 504322 h 1289887"/>
              <a:gd name="connsiteX6" fmla="*/ 1197053 w 1342090"/>
              <a:gd name="connsiteY6" fmla="*/ 162255 h 1289887"/>
              <a:gd name="connsiteX7" fmla="*/ 915318 w 1342090"/>
              <a:gd name="connsiteY7" fmla="*/ 25006 h 1289887"/>
              <a:gd name="connsiteX8" fmla="*/ 516072 w 1342090"/>
              <a:gd name="connsiteY8" fmla="*/ 19500 h 1289887"/>
              <a:gd name="connsiteX9" fmla="*/ 205972 w 1342090"/>
              <a:gd name="connsiteY9" fmla="*/ 227307 h 1289887"/>
              <a:gd name="connsiteX10" fmla="*/ 60315 w 1342090"/>
              <a:gd name="connsiteY10" fmla="*/ 421516 h 1289887"/>
              <a:gd name="connsiteX11" fmla="*/ 11763 w 1342090"/>
              <a:gd name="connsiteY11" fmla="*/ 907038 h 1289887"/>
              <a:gd name="connsiteX0" fmla="*/ 11763 w 1342090"/>
              <a:gd name="connsiteY0" fmla="*/ 907038 h 1306674"/>
              <a:gd name="connsiteX1" fmla="*/ 267805 w 1342090"/>
              <a:gd name="connsiteY1" fmla="*/ 1197250 h 1306674"/>
              <a:gd name="connsiteX2" fmla="*/ 472142 w 1342090"/>
              <a:gd name="connsiteY2" fmla="*/ 1279188 h 1306674"/>
              <a:gd name="connsiteX3" fmla="*/ 934255 w 1342090"/>
              <a:gd name="connsiteY3" fmla="*/ 1271180 h 1306674"/>
              <a:gd name="connsiteX4" fmla="*/ 1298397 w 1342090"/>
              <a:gd name="connsiteY4" fmla="*/ 874670 h 1306674"/>
              <a:gd name="connsiteX5" fmla="*/ 1324325 w 1342090"/>
              <a:gd name="connsiteY5" fmla="*/ 504322 h 1306674"/>
              <a:gd name="connsiteX6" fmla="*/ 1197053 w 1342090"/>
              <a:gd name="connsiteY6" fmla="*/ 162255 h 1306674"/>
              <a:gd name="connsiteX7" fmla="*/ 915318 w 1342090"/>
              <a:gd name="connsiteY7" fmla="*/ 25006 h 1306674"/>
              <a:gd name="connsiteX8" fmla="*/ 516072 w 1342090"/>
              <a:gd name="connsiteY8" fmla="*/ 19500 h 1306674"/>
              <a:gd name="connsiteX9" fmla="*/ 205972 w 1342090"/>
              <a:gd name="connsiteY9" fmla="*/ 227307 h 1306674"/>
              <a:gd name="connsiteX10" fmla="*/ 60315 w 1342090"/>
              <a:gd name="connsiteY10" fmla="*/ 421516 h 1306674"/>
              <a:gd name="connsiteX11" fmla="*/ 11763 w 1342090"/>
              <a:gd name="connsiteY11" fmla="*/ 907038 h 1306674"/>
              <a:gd name="connsiteX0" fmla="*/ 11763 w 1339519"/>
              <a:gd name="connsiteY0" fmla="*/ 907038 h 1309345"/>
              <a:gd name="connsiteX1" fmla="*/ 267805 w 1339519"/>
              <a:gd name="connsiteY1" fmla="*/ 1197250 h 1309345"/>
              <a:gd name="connsiteX2" fmla="*/ 472142 w 1339519"/>
              <a:gd name="connsiteY2" fmla="*/ 1279188 h 1309345"/>
              <a:gd name="connsiteX3" fmla="*/ 977618 w 1339519"/>
              <a:gd name="connsiteY3" fmla="*/ 1274951 h 1309345"/>
              <a:gd name="connsiteX4" fmla="*/ 1298397 w 1339519"/>
              <a:gd name="connsiteY4" fmla="*/ 874670 h 1309345"/>
              <a:gd name="connsiteX5" fmla="*/ 1324325 w 1339519"/>
              <a:gd name="connsiteY5" fmla="*/ 504322 h 1309345"/>
              <a:gd name="connsiteX6" fmla="*/ 1197053 w 1339519"/>
              <a:gd name="connsiteY6" fmla="*/ 162255 h 1309345"/>
              <a:gd name="connsiteX7" fmla="*/ 915318 w 1339519"/>
              <a:gd name="connsiteY7" fmla="*/ 25006 h 1309345"/>
              <a:gd name="connsiteX8" fmla="*/ 516072 w 1339519"/>
              <a:gd name="connsiteY8" fmla="*/ 19500 h 1309345"/>
              <a:gd name="connsiteX9" fmla="*/ 205972 w 1339519"/>
              <a:gd name="connsiteY9" fmla="*/ 227307 h 1309345"/>
              <a:gd name="connsiteX10" fmla="*/ 60315 w 1339519"/>
              <a:gd name="connsiteY10" fmla="*/ 421516 h 1309345"/>
              <a:gd name="connsiteX11" fmla="*/ 11763 w 1339519"/>
              <a:gd name="connsiteY11" fmla="*/ 907038 h 1309345"/>
              <a:gd name="connsiteX0" fmla="*/ 22059 w 1349815"/>
              <a:gd name="connsiteY0" fmla="*/ 921109 h 1323416"/>
              <a:gd name="connsiteX1" fmla="*/ 278101 w 1349815"/>
              <a:gd name="connsiteY1" fmla="*/ 1211321 h 1323416"/>
              <a:gd name="connsiteX2" fmla="*/ 482438 w 1349815"/>
              <a:gd name="connsiteY2" fmla="*/ 1293259 h 1323416"/>
              <a:gd name="connsiteX3" fmla="*/ 987914 w 1349815"/>
              <a:gd name="connsiteY3" fmla="*/ 1289022 h 1323416"/>
              <a:gd name="connsiteX4" fmla="*/ 1308693 w 1349815"/>
              <a:gd name="connsiteY4" fmla="*/ 888741 h 1323416"/>
              <a:gd name="connsiteX5" fmla="*/ 1334621 w 1349815"/>
              <a:gd name="connsiteY5" fmla="*/ 518393 h 1323416"/>
              <a:gd name="connsiteX6" fmla="*/ 1207349 w 1349815"/>
              <a:gd name="connsiteY6" fmla="*/ 176326 h 1323416"/>
              <a:gd name="connsiteX7" fmla="*/ 925614 w 1349815"/>
              <a:gd name="connsiteY7" fmla="*/ 39077 h 1323416"/>
              <a:gd name="connsiteX8" fmla="*/ 526368 w 1349815"/>
              <a:gd name="connsiteY8" fmla="*/ 33571 h 1323416"/>
              <a:gd name="connsiteX9" fmla="*/ 70611 w 1349815"/>
              <a:gd name="connsiteY9" fmla="*/ 435587 h 1323416"/>
              <a:gd name="connsiteX10" fmla="*/ 22059 w 1349815"/>
              <a:gd name="connsiteY10" fmla="*/ 921109 h 1323416"/>
              <a:gd name="connsiteX0" fmla="*/ 22059 w 1349815"/>
              <a:gd name="connsiteY0" fmla="*/ 897592 h 1299899"/>
              <a:gd name="connsiteX1" fmla="*/ 278101 w 1349815"/>
              <a:gd name="connsiteY1" fmla="*/ 1187804 h 1299899"/>
              <a:gd name="connsiteX2" fmla="*/ 482438 w 1349815"/>
              <a:gd name="connsiteY2" fmla="*/ 1269742 h 1299899"/>
              <a:gd name="connsiteX3" fmla="*/ 987914 w 1349815"/>
              <a:gd name="connsiteY3" fmla="*/ 1265505 h 1299899"/>
              <a:gd name="connsiteX4" fmla="*/ 1308693 w 1349815"/>
              <a:gd name="connsiteY4" fmla="*/ 865224 h 1299899"/>
              <a:gd name="connsiteX5" fmla="*/ 1334621 w 1349815"/>
              <a:gd name="connsiteY5" fmla="*/ 494876 h 1299899"/>
              <a:gd name="connsiteX6" fmla="*/ 1207349 w 1349815"/>
              <a:gd name="connsiteY6" fmla="*/ 152809 h 1299899"/>
              <a:gd name="connsiteX7" fmla="*/ 526368 w 1349815"/>
              <a:gd name="connsiteY7" fmla="*/ 10054 h 1299899"/>
              <a:gd name="connsiteX8" fmla="*/ 70611 w 1349815"/>
              <a:gd name="connsiteY8" fmla="*/ 412070 h 1299899"/>
              <a:gd name="connsiteX9" fmla="*/ 22059 w 1349815"/>
              <a:gd name="connsiteY9" fmla="*/ 897592 h 1299899"/>
              <a:gd name="connsiteX0" fmla="*/ 22059 w 1327673"/>
              <a:gd name="connsiteY0" fmla="*/ 897592 h 1299899"/>
              <a:gd name="connsiteX1" fmla="*/ 278101 w 1327673"/>
              <a:gd name="connsiteY1" fmla="*/ 1187804 h 1299899"/>
              <a:gd name="connsiteX2" fmla="*/ 482438 w 1327673"/>
              <a:gd name="connsiteY2" fmla="*/ 1269742 h 1299899"/>
              <a:gd name="connsiteX3" fmla="*/ 987914 w 1327673"/>
              <a:gd name="connsiteY3" fmla="*/ 1265505 h 1299899"/>
              <a:gd name="connsiteX4" fmla="*/ 1308693 w 1327673"/>
              <a:gd name="connsiteY4" fmla="*/ 865224 h 1299899"/>
              <a:gd name="connsiteX5" fmla="*/ 1207349 w 1327673"/>
              <a:gd name="connsiteY5" fmla="*/ 152809 h 1299899"/>
              <a:gd name="connsiteX6" fmla="*/ 526368 w 1327673"/>
              <a:gd name="connsiteY6" fmla="*/ 10054 h 1299899"/>
              <a:gd name="connsiteX7" fmla="*/ 70611 w 1327673"/>
              <a:gd name="connsiteY7" fmla="*/ 412070 h 1299899"/>
              <a:gd name="connsiteX8" fmla="*/ 22059 w 1327673"/>
              <a:gd name="connsiteY8" fmla="*/ 897592 h 1299899"/>
              <a:gd name="connsiteX0" fmla="*/ 22059 w 1327673"/>
              <a:gd name="connsiteY0" fmla="*/ 897592 h 1284668"/>
              <a:gd name="connsiteX1" fmla="*/ 278101 w 1327673"/>
              <a:gd name="connsiteY1" fmla="*/ 1187804 h 1284668"/>
              <a:gd name="connsiteX2" fmla="*/ 987914 w 1327673"/>
              <a:gd name="connsiteY2" fmla="*/ 1265505 h 1284668"/>
              <a:gd name="connsiteX3" fmla="*/ 1308693 w 1327673"/>
              <a:gd name="connsiteY3" fmla="*/ 865224 h 1284668"/>
              <a:gd name="connsiteX4" fmla="*/ 1207349 w 1327673"/>
              <a:gd name="connsiteY4" fmla="*/ 152809 h 1284668"/>
              <a:gd name="connsiteX5" fmla="*/ 526368 w 1327673"/>
              <a:gd name="connsiteY5" fmla="*/ 10054 h 1284668"/>
              <a:gd name="connsiteX6" fmla="*/ 70611 w 1327673"/>
              <a:gd name="connsiteY6" fmla="*/ 412070 h 1284668"/>
              <a:gd name="connsiteX7" fmla="*/ 22059 w 1327673"/>
              <a:gd name="connsiteY7" fmla="*/ 897592 h 128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673" h="1284668">
                <a:moveTo>
                  <a:pt x="22059" y="897592"/>
                </a:moveTo>
                <a:cubicBezTo>
                  <a:pt x="56641" y="1026881"/>
                  <a:pt x="117125" y="1126485"/>
                  <a:pt x="278101" y="1187804"/>
                </a:cubicBezTo>
                <a:cubicBezTo>
                  <a:pt x="439077" y="1249123"/>
                  <a:pt x="816149" y="1319268"/>
                  <a:pt x="987914" y="1265505"/>
                </a:cubicBezTo>
                <a:cubicBezTo>
                  <a:pt x="1159679" y="1211742"/>
                  <a:pt x="1272121" y="1050673"/>
                  <a:pt x="1308693" y="865224"/>
                </a:cubicBezTo>
                <a:cubicBezTo>
                  <a:pt x="1345265" y="679775"/>
                  <a:pt x="1337737" y="295337"/>
                  <a:pt x="1207349" y="152809"/>
                </a:cubicBezTo>
                <a:cubicBezTo>
                  <a:pt x="1072640" y="72005"/>
                  <a:pt x="715824" y="-33156"/>
                  <a:pt x="526368" y="10054"/>
                </a:cubicBezTo>
                <a:cubicBezTo>
                  <a:pt x="336912" y="53264"/>
                  <a:pt x="154663" y="264147"/>
                  <a:pt x="70611" y="412070"/>
                </a:cubicBezTo>
                <a:cubicBezTo>
                  <a:pt x="-13441" y="559993"/>
                  <a:pt x="-12523" y="768303"/>
                  <a:pt x="22059" y="897592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3" name="Freeform: Shape 2082">
            <a:extLst>
              <a:ext uri="{FF2B5EF4-FFF2-40B4-BE49-F238E27FC236}">
                <a16:creationId xmlns:a16="http://schemas.microsoft.com/office/drawing/2014/main" id="{305B9A78-EE70-7852-B92F-A611FFE41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140193" flipH="1">
            <a:off x="752182" y="3552099"/>
            <a:ext cx="395503" cy="388834"/>
          </a:xfrm>
          <a:custGeom>
            <a:avLst/>
            <a:gdLst>
              <a:gd name="connsiteX0" fmla="*/ 14793 w 1356327"/>
              <a:gd name="connsiteY0" fmla="*/ 970823 h 1353988"/>
              <a:gd name="connsiteX1" fmla="*/ 314198 w 1356327"/>
              <a:gd name="connsiteY1" fmla="*/ 1245952 h 1353988"/>
              <a:gd name="connsiteX2" fmla="*/ 435579 w 1356327"/>
              <a:gd name="connsiteY2" fmla="*/ 1286412 h 1353988"/>
              <a:gd name="connsiteX3" fmla="*/ 937285 w 1356327"/>
              <a:gd name="connsiteY3" fmla="*/ 1334965 h 1353988"/>
              <a:gd name="connsiteX4" fmla="*/ 1301427 w 1356327"/>
              <a:gd name="connsiteY4" fmla="*/ 938455 h 1353988"/>
              <a:gd name="connsiteX5" fmla="*/ 1349979 w 1356327"/>
              <a:gd name="connsiteY5" fmla="*/ 566221 h 1353988"/>
              <a:gd name="connsiteX6" fmla="*/ 1252874 w 1356327"/>
              <a:gd name="connsiteY6" fmla="*/ 193988 h 1353988"/>
              <a:gd name="connsiteX7" fmla="*/ 880641 w 1356327"/>
              <a:gd name="connsiteY7" fmla="*/ 88791 h 1353988"/>
              <a:gd name="connsiteX8" fmla="*/ 637880 w 1356327"/>
              <a:gd name="connsiteY8" fmla="*/ 7871 h 1353988"/>
              <a:gd name="connsiteX9" fmla="*/ 209002 w 1356327"/>
              <a:gd name="connsiteY9" fmla="*/ 291092 h 1353988"/>
              <a:gd name="connsiteX10" fmla="*/ 63345 w 1356327"/>
              <a:gd name="connsiteY10" fmla="*/ 485301 h 1353988"/>
              <a:gd name="connsiteX11" fmla="*/ 14793 w 1356327"/>
              <a:gd name="connsiteY11" fmla="*/ 970823 h 1353988"/>
              <a:gd name="connsiteX0" fmla="*/ 14793 w 1356327"/>
              <a:gd name="connsiteY0" fmla="*/ 972135 h 1355300"/>
              <a:gd name="connsiteX1" fmla="*/ 314198 w 1356327"/>
              <a:gd name="connsiteY1" fmla="*/ 1247264 h 1355300"/>
              <a:gd name="connsiteX2" fmla="*/ 435579 w 1356327"/>
              <a:gd name="connsiteY2" fmla="*/ 1287724 h 1355300"/>
              <a:gd name="connsiteX3" fmla="*/ 937285 w 1356327"/>
              <a:gd name="connsiteY3" fmla="*/ 1336277 h 1355300"/>
              <a:gd name="connsiteX4" fmla="*/ 1301427 w 1356327"/>
              <a:gd name="connsiteY4" fmla="*/ 939767 h 1355300"/>
              <a:gd name="connsiteX5" fmla="*/ 1349979 w 1356327"/>
              <a:gd name="connsiteY5" fmla="*/ 567533 h 1355300"/>
              <a:gd name="connsiteX6" fmla="*/ 1252874 w 1356327"/>
              <a:gd name="connsiteY6" fmla="*/ 195300 h 1355300"/>
              <a:gd name="connsiteX7" fmla="*/ 880641 w 1356327"/>
              <a:gd name="connsiteY7" fmla="*/ 90103 h 1355300"/>
              <a:gd name="connsiteX8" fmla="*/ 637880 w 1356327"/>
              <a:gd name="connsiteY8" fmla="*/ 9183 h 1355300"/>
              <a:gd name="connsiteX9" fmla="*/ 209002 w 1356327"/>
              <a:gd name="connsiteY9" fmla="*/ 292404 h 1355300"/>
              <a:gd name="connsiteX10" fmla="*/ 63345 w 1356327"/>
              <a:gd name="connsiteY10" fmla="*/ 486613 h 1355300"/>
              <a:gd name="connsiteX11" fmla="*/ 14793 w 1356327"/>
              <a:gd name="connsiteY11" fmla="*/ 972135 h 1355300"/>
              <a:gd name="connsiteX0" fmla="*/ 14793 w 1356327"/>
              <a:gd name="connsiteY0" fmla="*/ 970824 h 1353989"/>
              <a:gd name="connsiteX1" fmla="*/ 314198 w 1356327"/>
              <a:gd name="connsiteY1" fmla="*/ 1245953 h 1353989"/>
              <a:gd name="connsiteX2" fmla="*/ 435579 w 1356327"/>
              <a:gd name="connsiteY2" fmla="*/ 1286413 h 1353989"/>
              <a:gd name="connsiteX3" fmla="*/ 937285 w 1356327"/>
              <a:gd name="connsiteY3" fmla="*/ 1334966 h 1353989"/>
              <a:gd name="connsiteX4" fmla="*/ 1301427 w 1356327"/>
              <a:gd name="connsiteY4" fmla="*/ 938456 h 1353989"/>
              <a:gd name="connsiteX5" fmla="*/ 1349979 w 1356327"/>
              <a:gd name="connsiteY5" fmla="*/ 566222 h 1353989"/>
              <a:gd name="connsiteX6" fmla="*/ 1252874 w 1356327"/>
              <a:gd name="connsiteY6" fmla="*/ 193989 h 1353989"/>
              <a:gd name="connsiteX7" fmla="*/ 918348 w 1356327"/>
              <a:gd name="connsiteY7" fmla="*/ 88792 h 1353989"/>
              <a:gd name="connsiteX8" fmla="*/ 637880 w 1356327"/>
              <a:gd name="connsiteY8" fmla="*/ 7872 h 1353989"/>
              <a:gd name="connsiteX9" fmla="*/ 209002 w 1356327"/>
              <a:gd name="connsiteY9" fmla="*/ 291093 h 1353989"/>
              <a:gd name="connsiteX10" fmla="*/ 63345 w 1356327"/>
              <a:gd name="connsiteY10" fmla="*/ 485302 h 1353989"/>
              <a:gd name="connsiteX11" fmla="*/ 14793 w 1356327"/>
              <a:gd name="connsiteY11" fmla="*/ 970824 h 1353989"/>
              <a:gd name="connsiteX0" fmla="*/ 14793 w 1356327"/>
              <a:gd name="connsiteY0" fmla="*/ 882394 h 1265559"/>
              <a:gd name="connsiteX1" fmla="*/ 314198 w 1356327"/>
              <a:gd name="connsiteY1" fmla="*/ 1157523 h 1265559"/>
              <a:gd name="connsiteX2" fmla="*/ 435579 w 1356327"/>
              <a:gd name="connsiteY2" fmla="*/ 1197983 h 1265559"/>
              <a:gd name="connsiteX3" fmla="*/ 937285 w 1356327"/>
              <a:gd name="connsiteY3" fmla="*/ 1246536 h 1265559"/>
              <a:gd name="connsiteX4" fmla="*/ 1301427 w 1356327"/>
              <a:gd name="connsiteY4" fmla="*/ 850026 h 1265559"/>
              <a:gd name="connsiteX5" fmla="*/ 1349979 w 1356327"/>
              <a:gd name="connsiteY5" fmla="*/ 477792 h 1265559"/>
              <a:gd name="connsiteX6" fmla="*/ 1252874 w 1356327"/>
              <a:gd name="connsiteY6" fmla="*/ 105559 h 1265559"/>
              <a:gd name="connsiteX7" fmla="*/ 918348 w 1356327"/>
              <a:gd name="connsiteY7" fmla="*/ 362 h 1265559"/>
              <a:gd name="connsiteX8" fmla="*/ 566236 w 1356327"/>
              <a:gd name="connsiteY8" fmla="*/ 75927 h 1265559"/>
              <a:gd name="connsiteX9" fmla="*/ 209002 w 1356327"/>
              <a:gd name="connsiteY9" fmla="*/ 202663 h 1265559"/>
              <a:gd name="connsiteX10" fmla="*/ 63345 w 1356327"/>
              <a:gd name="connsiteY10" fmla="*/ 396872 h 1265559"/>
              <a:gd name="connsiteX11" fmla="*/ 14793 w 1356327"/>
              <a:gd name="connsiteY11" fmla="*/ 882394 h 1265559"/>
              <a:gd name="connsiteX0" fmla="*/ 14793 w 1356327"/>
              <a:gd name="connsiteY0" fmla="*/ 905493 h 1288658"/>
              <a:gd name="connsiteX1" fmla="*/ 314198 w 1356327"/>
              <a:gd name="connsiteY1" fmla="*/ 1180622 h 1288658"/>
              <a:gd name="connsiteX2" fmla="*/ 435579 w 1356327"/>
              <a:gd name="connsiteY2" fmla="*/ 1221082 h 1288658"/>
              <a:gd name="connsiteX3" fmla="*/ 937285 w 1356327"/>
              <a:gd name="connsiteY3" fmla="*/ 1269635 h 1288658"/>
              <a:gd name="connsiteX4" fmla="*/ 1301427 w 1356327"/>
              <a:gd name="connsiteY4" fmla="*/ 873125 h 1288658"/>
              <a:gd name="connsiteX5" fmla="*/ 1349979 w 1356327"/>
              <a:gd name="connsiteY5" fmla="*/ 500891 h 1288658"/>
              <a:gd name="connsiteX6" fmla="*/ 1252874 w 1356327"/>
              <a:gd name="connsiteY6" fmla="*/ 128658 h 1288658"/>
              <a:gd name="connsiteX7" fmla="*/ 918348 w 1356327"/>
              <a:gd name="connsiteY7" fmla="*/ 23461 h 1288658"/>
              <a:gd name="connsiteX8" fmla="*/ 519102 w 1356327"/>
              <a:gd name="connsiteY8" fmla="*/ 17955 h 1288658"/>
              <a:gd name="connsiteX9" fmla="*/ 209002 w 1356327"/>
              <a:gd name="connsiteY9" fmla="*/ 225762 h 1288658"/>
              <a:gd name="connsiteX10" fmla="*/ 63345 w 1356327"/>
              <a:gd name="connsiteY10" fmla="*/ 419971 h 1288658"/>
              <a:gd name="connsiteX11" fmla="*/ 14793 w 1356327"/>
              <a:gd name="connsiteY11" fmla="*/ 905493 h 1288658"/>
              <a:gd name="connsiteX0" fmla="*/ 14793 w 1360084"/>
              <a:gd name="connsiteY0" fmla="*/ 912051 h 1295216"/>
              <a:gd name="connsiteX1" fmla="*/ 314198 w 1360084"/>
              <a:gd name="connsiteY1" fmla="*/ 1187180 h 1295216"/>
              <a:gd name="connsiteX2" fmla="*/ 435579 w 1360084"/>
              <a:gd name="connsiteY2" fmla="*/ 1227640 h 1295216"/>
              <a:gd name="connsiteX3" fmla="*/ 937285 w 1360084"/>
              <a:gd name="connsiteY3" fmla="*/ 1276193 h 1295216"/>
              <a:gd name="connsiteX4" fmla="*/ 1301427 w 1360084"/>
              <a:gd name="connsiteY4" fmla="*/ 879683 h 1295216"/>
              <a:gd name="connsiteX5" fmla="*/ 1349979 w 1360084"/>
              <a:gd name="connsiteY5" fmla="*/ 507449 h 1295216"/>
              <a:gd name="connsiteX6" fmla="*/ 1201969 w 1360084"/>
              <a:gd name="connsiteY6" fmla="*/ 257765 h 1295216"/>
              <a:gd name="connsiteX7" fmla="*/ 918348 w 1360084"/>
              <a:gd name="connsiteY7" fmla="*/ 30019 h 1295216"/>
              <a:gd name="connsiteX8" fmla="*/ 519102 w 1360084"/>
              <a:gd name="connsiteY8" fmla="*/ 24513 h 1295216"/>
              <a:gd name="connsiteX9" fmla="*/ 209002 w 1360084"/>
              <a:gd name="connsiteY9" fmla="*/ 232320 h 1295216"/>
              <a:gd name="connsiteX10" fmla="*/ 63345 w 1360084"/>
              <a:gd name="connsiteY10" fmla="*/ 426529 h 1295216"/>
              <a:gd name="connsiteX11" fmla="*/ 14793 w 1360084"/>
              <a:gd name="connsiteY11" fmla="*/ 912051 h 1295216"/>
              <a:gd name="connsiteX0" fmla="*/ 14793 w 1360224"/>
              <a:gd name="connsiteY0" fmla="*/ 907038 h 1290203"/>
              <a:gd name="connsiteX1" fmla="*/ 314198 w 1360224"/>
              <a:gd name="connsiteY1" fmla="*/ 1182167 h 1290203"/>
              <a:gd name="connsiteX2" fmla="*/ 435579 w 1360224"/>
              <a:gd name="connsiteY2" fmla="*/ 1222627 h 1290203"/>
              <a:gd name="connsiteX3" fmla="*/ 937285 w 1360224"/>
              <a:gd name="connsiteY3" fmla="*/ 1271180 h 1290203"/>
              <a:gd name="connsiteX4" fmla="*/ 1301427 w 1360224"/>
              <a:gd name="connsiteY4" fmla="*/ 874670 h 1290203"/>
              <a:gd name="connsiteX5" fmla="*/ 1349979 w 1360224"/>
              <a:gd name="connsiteY5" fmla="*/ 502436 h 1290203"/>
              <a:gd name="connsiteX6" fmla="*/ 1200083 w 1360224"/>
              <a:gd name="connsiteY6" fmla="*/ 162255 h 1290203"/>
              <a:gd name="connsiteX7" fmla="*/ 918348 w 1360224"/>
              <a:gd name="connsiteY7" fmla="*/ 25006 h 1290203"/>
              <a:gd name="connsiteX8" fmla="*/ 519102 w 1360224"/>
              <a:gd name="connsiteY8" fmla="*/ 19500 h 1290203"/>
              <a:gd name="connsiteX9" fmla="*/ 209002 w 1360224"/>
              <a:gd name="connsiteY9" fmla="*/ 227307 h 1290203"/>
              <a:gd name="connsiteX10" fmla="*/ 63345 w 1360224"/>
              <a:gd name="connsiteY10" fmla="*/ 421516 h 1290203"/>
              <a:gd name="connsiteX11" fmla="*/ 14793 w 1360224"/>
              <a:gd name="connsiteY11" fmla="*/ 907038 h 1290203"/>
              <a:gd name="connsiteX0" fmla="*/ 14793 w 1345120"/>
              <a:gd name="connsiteY0" fmla="*/ 907038 h 1290203"/>
              <a:gd name="connsiteX1" fmla="*/ 314198 w 1345120"/>
              <a:gd name="connsiteY1" fmla="*/ 1182167 h 1290203"/>
              <a:gd name="connsiteX2" fmla="*/ 435579 w 1345120"/>
              <a:gd name="connsiteY2" fmla="*/ 1222627 h 1290203"/>
              <a:gd name="connsiteX3" fmla="*/ 937285 w 1345120"/>
              <a:gd name="connsiteY3" fmla="*/ 1271180 h 1290203"/>
              <a:gd name="connsiteX4" fmla="*/ 1301427 w 1345120"/>
              <a:gd name="connsiteY4" fmla="*/ 874670 h 1290203"/>
              <a:gd name="connsiteX5" fmla="*/ 1327355 w 1345120"/>
              <a:gd name="connsiteY5" fmla="*/ 504322 h 1290203"/>
              <a:gd name="connsiteX6" fmla="*/ 1200083 w 1345120"/>
              <a:gd name="connsiteY6" fmla="*/ 162255 h 1290203"/>
              <a:gd name="connsiteX7" fmla="*/ 918348 w 1345120"/>
              <a:gd name="connsiteY7" fmla="*/ 25006 h 1290203"/>
              <a:gd name="connsiteX8" fmla="*/ 519102 w 1345120"/>
              <a:gd name="connsiteY8" fmla="*/ 19500 h 1290203"/>
              <a:gd name="connsiteX9" fmla="*/ 209002 w 1345120"/>
              <a:gd name="connsiteY9" fmla="*/ 227307 h 1290203"/>
              <a:gd name="connsiteX10" fmla="*/ 63345 w 1345120"/>
              <a:gd name="connsiteY10" fmla="*/ 421516 h 1290203"/>
              <a:gd name="connsiteX11" fmla="*/ 14793 w 1345120"/>
              <a:gd name="connsiteY11" fmla="*/ 907038 h 1290203"/>
              <a:gd name="connsiteX0" fmla="*/ 11763 w 1342090"/>
              <a:gd name="connsiteY0" fmla="*/ 907038 h 1289887"/>
              <a:gd name="connsiteX1" fmla="*/ 267805 w 1342090"/>
              <a:gd name="connsiteY1" fmla="*/ 1197250 h 1289887"/>
              <a:gd name="connsiteX2" fmla="*/ 432549 w 1342090"/>
              <a:gd name="connsiteY2" fmla="*/ 1222627 h 1289887"/>
              <a:gd name="connsiteX3" fmla="*/ 934255 w 1342090"/>
              <a:gd name="connsiteY3" fmla="*/ 1271180 h 1289887"/>
              <a:gd name="connsiteX4" fmla="*/ 1298397 w 1342090"/>
              <a:gd name="connsiteY4" fmla="*/ 874670 h 1289887"/>
              <a:gd name="connsiteX5" fmla="*/ 1324325 w 1342090"/>
              <a:gd name="connsiteY5" fmla="*/ 504322 h 1289887"/>
              <a:gd name="connsiteX6" fmla="*/ 1197053 w 1342090"/>
              <a:gd name="connsiteY6" fmla="*/ 162255 h 1289887"/>
              <a:gd name="connsiteX7" fmla="*/ 915318 w 1342090"/>
              <a:gd name="connsiteY7" fmla="*/ 25006 h 1289887"/>
              <a:gd name="connsiteX8" fmla="*/ 516072 w 1342090"/>
              <a:gd name="connsiteY8" fmla="*/ 19500 h 1289887"/>
              <a:gd name="connsiteX9" fmla="*/ 205972 w 1342090"/>
              <a:gd name="connsiteY9" fmla="*/ 227307 h 1289887"/>
              <a:gd name="connsiteX10" fmla="*/ 60315 w 1342090"/>
              <a:gd name="connsiteY10" fmla="*/ 421516 h 1289887"/>
              <a:gd name="connsiteX11" fmla="*/ 11763 w 1342090"/>
              <a:gd name="connsiteY11" fmla="*/ 907038 h 1289887"/>
              <a:gd name="connsiteX0" fmla="*/ 11763 w 1342090"/>
              <a:gd name="connsiteY0" fmla="*/ 907038 h 1306674"/>
              <a:gd name="connsiteX1" fmla="*/ 267805 w 1342090"/>
              <a:gd name="connsiteY1" fmla="*/ 1197250 h 1306674"/>
              <a:gd name="connsiteX2" fmla="*/ 472142 w 1342090"/>
              <a:gd name="connsiteY2" fmla="*/ 1279188 h 1306674"/>
              <a:gd name="connsiteX3" fmla="*/ 934255 w 1342090"/>
              <a:gd name="connsiteY3" fmla="*/ 1271180 h 1306674"/>
              <a:gd name="connsiteX4" fmla="*/ 1298397 w 1342090"/>
              <a:gd name="connsiteY4" fmla="*/ 874670 h 1306674"/>
              <a:gd name="connsiteX5" fmla="*/ 1324325 w 1342090"/>
              <a:gd name="connsiteY5" fmla="*/ 504322 h 1306674"/>
              <a:gd name="connsiteX6" fmla="*/ 1197053 w 1342090"/>
              <a:gd name="connsiteY6" fmla="*/ 162255 h 1306674"/>
              <a:gd name="connsiteX7" fmla="*/ 915318 w 1342090"/>
              <a:gd name="connsiteY7" fmla="*/ 25006 h 1306674"/>
              <a:gd name="connsiteX8" fmla="*/ 516072 w 1342090"/>
              <a:gd name="connsiteY8" fmla="*/ 19500 h 1306674"/>
              <a:gd name="connsiteX9" fmla="*/ 205972 w 1342090"/>
              <a:gd name="connsiteY9" fmla="*/ 227307 h 1306674"/>
              <a:gd name="connsiteX10" fmla="*/ 60315 w 1342090"/>
              <a:gd name="connsiteY10" fmla="*/ 421516 h 1306674"/>
              <a:gd name="connsiteX11" fmla="*/ 11763 w 1342090"/>
              <a:gd name="connsiteY11" fmla="*/ 907038 h 1306674"/>
              <a:gd name="connsiteX0" fmla="*/ 11763 w 1339519"/>
              <a:gd name="connsiteY0" fmla="*/ 907038 h 1309345"/>
              <a:gd name="connsiteX1" fmla="*/ 267805 w 1339519"/>
              <a:gd name="connsiteY1" fmla="*/ 1197250 h 1309345"/>
              <a:gd name="connsiteX2" fmla="*/ 472142 w 1339519"/>
              <a:gd name="connsiteY2" fmla="*/ 1279188 h 1309345"/>
              <a:gd name="connsiteX3" fmla="*/ 977618 w 1339519"/>
              <a:gd name="connsiteY3" fmla="*/ 1274951 h 1309345"/>
              <a:gd name="connsiteX4" fmla="*/ 1298397 w 1339519"/>
              <a:gd name="connsiteY4" fmla="*/ 874670 h 1309345"/>
              <a:gd name="connsiteX5" fmla="*/ 1324325 w 1339519"/>
              <a:gd name="connsiteY5" fmla="*/ 504322 h 1309345"/>
              <a:gd name="connsiteX6" fmla="*/ 1197053 w 1339519"/>
              <a:gd name="connsiteY6" fmla="*/ 162255 h 1309345"/>
              <a:gd name="connsiteX7" fmla="*/ 915318 w 1339519"/>
              <a:gd name="connsiteY7" fmla="*/ 25006 h 1309345"/>
              <a:gd name="connsiteX8" fmla="*/ 516072 w 1339519"/>
              <a:gd name="connsiteY8" fmla="*/ 19500 h 1309345"/>
              <a:gd name="connsiteX9" fmla="*/ 205972 w 1339519"/>
              <a:gd name="connsiteY9" fmla="*/ 227307 h 1309345"/>
              <a:gd name="connsiteX10" fmla="*/ 60315 w 1339519"/>
              <a:gd name="connsiteY10" fmla="*/ 421516 h 1309345"/>
              <a:gd name="connsiteX11" fmla="*/ 11763 w 1339519"/>
              <a:gd name="connsiteY11" fmla="*/ 907038 h 1309345"/>
              <a:gd name="connsiteX0" fmla="*/ 22059 w 1349815"/>
              <a:gd name="connsiteY0" fmla="*/ 921109 h 1323416"/>
              <a:gd name="connsiteX1" fmla="*/ 278101 w 1349815"/>
              <a:gd name="connsiteY1" fmla="*/ 1211321 h 1323416"/>
              <a:gd name="connsiteX2" fmla="*/ 482438 w 1349815"/>
              <a:gd name="connsiteY2" fmla="*/ 1293259 h 1323416"/>
              <a:gd name="connsiteX3" fmla="*/ 987914 w 1349815"/>
              <a:gd name="connsiteY3" fmla="*/ 1289022 h 1323416"/>
              <a:gd name="connsiteX4" fmla="*/ 1308693 w 1349815"/>
              <a:gd name="connsiteY4" fmla="*/ 888741 h 1323416"/>
              <a:gd name="connsiteX5" fmla="*/ 1334621 w 1349815"/>
              <a:gd name="connsiteY5" fmla="*/ 518393 h 1323416"/>
              <a:gd name="connsiteX6" fmla="*/ 1207349 w 1349815"/>
              <a:gd name="connsiteY6" fmla="*/ 176326 h 1323416"/>
              <a:gd name="connsiteX7" fmla="*/ 925614 w 1349815"/>
              <a:gd name="connsiteY7" fmla="*/ 39077 h 1323416"/>
              <a:gd name="connsiteX8" fmla="*/ 526368 w 1349815"/>
              <a:gd name="connsiteY8" fmla="*/ 33571 h 1323416"/>
              <a:gd name="connsiteX9" fmla="*/ 70611 w 1349815"/>
              <a:gd name="connsiteY9" fmla="*/ 435587 h 1323416"/>
              <a:gd name="connsiteX10" fmla="*/ 22059 w 1349815"/>
              <a:gd name="connsiteY10" fmla="*/ 921109 h 1323416"/>
              <a:gd name="connsiteX0" fmla="*/ 22059 w 1349815"/>
              <a:gd name="connsiteY0" fmla="*/ 897592 h 1299899"/>
              <a:gd name="connsiteX1" fmla="*/ 278101 w 1349815"/>
              <a:gd name="connsiteY1" fmla="*/ 1187804 h 1299899"/>
              <a:gd name="connsiteX2" fmla="*/ 482438 w 1349815"/>
              <a:gd name="connsiteY2" fmla="*/ 1269742 h 1299899"/>
              <a:gd name="connsiteX3" fmla="*/ 987914 w 1349815"/>
              <a:gd name="connsiteY3" fmla="*/ 1265505 h 1299899"/>
              <a:gd name="connsiteX4" fmla="*/ 1308693 w 1349815"/>
              <a:gd name="connsiteY4" fmla="*/ 865224 h 1299899"/>
              <a:gd name="connsiteX5" fmla="*/ 1334621 w 1349815"/>
              <a:gd name="connsiteY5" fmla="*/ 494876 h 1299899"/>
              <a:gd name="connsiteX6" fmla="*/ 1207349 w 1349815"/>
              <a:gd name="connsiteY6" fmla="*/ 152809 h 1299899"/>
              <a:gd name="connsiteX7" fmla="*/ 526368 w 1349815"/>
              <a:gd name="connsiteY7" fmla="*/ 10054 h 1299899"/>
              <a:gd name="connsiteX8" fmla="*/ 70611 w 1349815"/>
              <a:gd name="connsiteY8" fmla="*/ 412070 h 1299899"/>
              <a:gd name="connsiteX9" fmla="*/ 22059 w 1349815"/>
              <a:gd name="connsiteY9" fmla="*/ 897592 h 1299899"/>
              <a:gd name="connsiteX0" fmla="*/ 22059 w 1327673"/>
              <a:gd name="connsiteY0" fmla="*/ 897592 h 1299899"/>
              <a:gd name="connsiteX1" fmla="*/ 278101 w 1327673"/>
              <a:gd name="connsiteY1" fmla="*/ 1187804 h 1299899"/>
              <a:gd name="connsiteX2" fmla="*/ 482438 w 1327673"/>
              <a:gd name="connsiteY2" fmla="*/ 1269742 h 1299899"/>
              <a:gd name="connsiteX3" fmla="*/ 987914 w 1327673"/>
              <a:gd name="connsiteY3" fmla="*/ 1265505 h 1299899"/>
              <a:gd name="connsiteX4" fmla="*/ 1308693 w 1327673"/>
              <a:gd name="connsiteY4" fmla="*/ 865224 h 1299899"/>
              <a:gd name="connsiteX5" fmla="*/ 1207349 w 1327673"/>
              <a:gd name="connsiteY5" fmla="*/ 152809 h 1299899"/>
              <a:gd name="connsiteX6" fmla="*/ 526368 w 1327673"/>
              <a:gd name="connsiteY6" fmla="*/ 10054 h 1299899"/>
              <a:gd name="connsiteX7" fmla="*/ 70611 w 1327673"/>
              <a:gd name="connsiteY7" fmla="*/ 412070 h 1299899"/>
              <a:gd name="connsiteX8" fmla="*/ 22059 w 1327673"/>
              <a:gd name="connsiteY8" fmla="*/ 897592 h 1299899"/>
              <a:gd name="connsiteX0" fmla="*/ 22059 w 1327673"/>
              <a:gd name="connsiteY0" fmla="*/ 897592 h 1284668"/>
              <a:gd name="connsiteX1" fmla="*/ 278101 w 1327673"/>
              <a:gd name="connsiteY1" fmla="*/ 1187804 h 1284668"/>
              <a:gd name="connsiteX2" fmla="*/ 987914 w 1327673"/>
              <a:gd name="connsiteY2" fmla="*/ 1265505 h 1284668"/>
              <a:gd name="connsiteX3" fmla="*/ 1308693 w 1327673"/>
              <a:gd name="connsiteY3" fmla="*/ 865224 h 1284668"/>
              <a:gd name="connsiteX4" fmla="*/ 1207349 w 1327673"/>
              <a:gd name="connsiteY4" fmla="*/ 152809 h 1284668"/>
              <a:gd name="connsiteX5" fmla="*/ 526368 w 1327673"/>
              <a:gd name="connsiteY5" fmla="*/ 10054 h 1284668"/>
              <a:gd name="connsiteX6" fmla="*/ 70611 w 1327673"/>
              <a:gd name="connsiteY6" fmla="*/ 412070 h 1284668"/>
              <a:gd name="connsiteX7" fmla="*/ 22059 w 1327673"/>
              <a:gd name="connsiteY7" fmla="*/ 897592 h 128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673" h="1284668">
                <a:moveTo>
                  <a:pt x="22059" y="897592"/>
                </a:moveTo>
                <a:cubicBezTo>
                  <a:pt x="56641" y="1026881"/>
                  <a:pt x="117125" y="1126485"/>
                  <a:pt x="278101" y="1187804"/>
                </a:cubicBezTo>
                <a:cubicBezTo>
                  <a:pt x="439077" y="1249123"/>
                  <a:pt x="816149" y="1319268"/>
                  <a:pt x="987914" y="1265505"/>
                </a:cubicBezTo>
                <a:cubicBezTo>
                  <a:pt x="1159679" y="1211742"/>
                  <a:pt x="1272121" y="1050673"/>
                  <a:pt x="1308693" y="865224"/>
                </a:cubicBezTo>
                <a:cubicBezTo>
                  <a:pt x="1345265" y="679775"/>
                  <a:pt x="1337737" y="295337"/>
                  <a:pt x="1207349" y="152809"/>
                </a:cubicBezTo>
                <a:cubicBezTo>
                  <a:pt x="1072640" y="72005"/>
                  <a:pt x="715824" y="-33156"/>
                  <a:pt x="526368" y="10054"/>
                </a:cubicBezTo>
                <a:cubicBezTo>
                  <a:pt x="336912" y="53264"/>
                  <a:pt x="154663" y="264147"/>
                  <a:pt x="70611" y="412070"/>
                </a:cubicBezTo>
                <a:cubicBezTo>
                  <a:pt x="-13441" y="559993"/>
                  <a:pt x="-12523" y="768303"/>
                  <a:pt x="22059" y="897592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5" name="Freeform: Shape 2084">
            <a:extLst>
              <a:ext uri="{FF2B5EF4-FFF2-40B4-BE49-F238E27FC236}">
                <a16:creationId xmlns:a16="http://schemas.microsoft.com/office/drawing/2014/main" id="{3157EAAC-CC65-4C5F-DD37-C02A561D9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11495" flipH="1">
            <a:off x="11025214" y="3095450"/>
            <a:ext cx="1329012" cy="1059879"/>
          </a:xfrm>
          <a:custGeom>
            <a:avLst/>
            <a:gdLst>
              <a:gd name="connsiteX0" fmla="*/ 1533355 w 1537608"/>
              <a:gd name="connsiteY0" fmla="*/ 1225586 h 1226233"/>
              <a:gd name="connsiteX1" fmla="*/ 1457881 w 1537608"/>
              <a:gd name="connsiteY1" fmla="*/ 1215776 h 1226233"/>
              <a:gd name="connsiteX2" fmla="*/ 985518 w 1537608"/>
              <a:gd name="connsiteY2" fmla="*/ 1120247 h 1226233"/>
              <a:gd name="connsiteX3" fmla="*/ 238298 w 1537608"/>
              <a:gd name="connsiteY3" fmla="*/ 965448 h 1226233"/>
              <a:gd name="connsiteX4" fmla="*/ 0 w 1537608"/>
              <a:gd name="connsiteY4" fmla="*/ 64063 h 1226233"/>
              <a:gd name="connsiteX5" fmla="*/ 44031 w 1537608"/>
              <a:gd name="connsiteY5" fmla="*/ 50798 h 1226233"/>
              <a:gd name="connsiteX6" fmla="*/ 793122 w 1537608"/>
              <a:gd name="connsiteY6" fmla="*/ 39895 h 1226233"/>
              <a:gd name="connsiteX7" fmla="*/ 1350964 w 1537608"/>
              <a:gd name="connsiteY7" fmla="*/ 591422 h 1226233"/>
              <a:gd name="connsiteX8" fmla="*/ 1527692 w 1537608"/>
              <a:gd name="connsiteY8" fmla="*/ 1153230 h 1226233"/>
              <a:gd name="connsiteX9" fmla="*/ 1533355 w 1537608"/>
              <a:gd name="connsiteY9" fmla="*/ 1225586 h 1226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37608" h="1226233">
                <a:moveTo>
                  <a:pt x="1533355" y="1225586"/>
                </a:moveTo>
                <a:cubicBezTo>
                  <a:pt x="1524969" y="1228903"/>
                  <a:pt x="1503062" y="1218524"/>
                  <a:pt x="1457881" y="1215776"/>
                </a:cubicBezTo>
                <a:cubicBezTo>
                  <a:pt x="1367519" y="1210279"/>
                  <a:pt x="985518" y="1120247"/>
                  <a:pt x="985518" y="1120247"/>
                </a:cubicBezTo>
                <a:lnTo>
                  <a:pt x="238298" y="965448"/>
                </a:lnTo>
                <a:lnTo>
                  <a:pt x="0" y="64063"/>
                </a:lnTo>
                <a:lnTo>
                  <a:pt x="44031" y="50798"/>
                </a:lnTo>
                <a:cubicBezTo>
                  <a:pt x="295906" y="-12303"/>
                  <a:pt x="601274" y="-17399"/>
                  <a:pt x="793122" y="39895"/>
                </a:cubicBezTo>
                <a:cubicBezTo>
                  <a:pt x="1048921" y="116286"/>
                  <a:pt x="1248944" y="420152"/>
                  <a:pt x="1350964" y="591422"/>
                </a:cubicBezTo>
                <a:cubicBezTo>
                  <a:pt x="1452985" y="762692"/>
                  <a:pt x="1509872" y="1049171"/>
                  <a:pt x="1527692" y="1153230"/>
                </a:cubicBezTo>
                <a:cubicBezTo>
                  <a:pt x="1536602" y="1205260"/>
                  <a:pt x="1541740" y="1222270"/>
                  <a:pt x="1533355" y="122558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2" descr="Jose Roberto Willis on Instagram: “La gente con mucha esperanza !!! Vamos  Paraguay!!!!”">
            <a:extLst>
              <a:ext uri="{FF2B5EF4-FFF2-40B4-BE49-F238E27FC236}">
                <a16:creationId xmlns:a16="http://schemas.microsoft.com/office/drawing/2014/main" id="{F5AB46C3-80DC-BE97-C4E6-D292925E05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Y"/>
          </a:p>
        </p:txBody>
      </p:sp>
    </p:spTree>
    <p:extLst>
      <p:ext uri="{BB962C8B-B14F-4D97-AF65-F5344CB8AC3E}">
        <p14:creationId xmlns:p14="http://schemas.microsoft.com/office/powerpoint/2010/main" val="882554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8" name="Rectangle 4117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0" name="Rectangle 411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2" name="Rectangle 41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BC27B-FA3C-6D87-5C8A-34F3A2A29AEC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b="1" i="0" u="none" strike="noStrike" dirty="0">
                <a:effectLst/>
              </a:rPr>
              <a:t>Nuestra </a:t>
            </a:r>
            <a:r>
              <a:rPr lang="en-US" sz="3600" b="1" i="0" u="none" strike="noStrike" dirty="0" err="1">
                <a:effectLst/>
              </a:rPr>
              <a:t>bandera</a:t>
            </a:r>
            <a:r>
              <a:rPr lang="en-US" sz="3600" b="1" i="0" u="none" strike="noStrike" dirty="0">
                <a:effectLst/>
              </a:rPr>
              <a:t> </a:t>
            </a:r>
            <a:r>
              <a:rPr lang="en-US" sz="3600" b="1" i="0" u="none" strike="noStrike" dirty="0" err="1">
                <a:effectLst/>
              </a:rPr>
              <a:t>tiene</a:t>
            </a:r>
            <a:r>
              <a:rPr lang="en-US" sz="3600" b="1" i="0" u="none" strike="noStrike" dirty="0">
                <a:effectLst/>
              </a:rPr>
              <a:t> dos escudos</a:t>
            </a:r>
            <a:endParaRPr lang="en-US" sz="3600" dirty="0"/>
          </a:p>
        </p:txBody>
      </p:sp>
      <p:pic>
        <p:nvPicPr>
          <p:cNvPr id="4098" name="Picture 2" descr="Bandera de color azul&#10;&#10;Descripción generada automáticamente">
            <a:extLst>
              <a:ext uri="{FF2B5EF4-FFF2-40B4-BE49-F238E27FC236}">
                <a16:creationId xmlns:a16="http://schemas.microsoft.com/office/drawing/2014/main" id="{975E7205-40ED-001F-2D87-2F04F5AF0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165"/>
          <a:stretch/>
        </p:blipFill>
        <p:spPr bwMode="auto">
          <a:xfrm>
            <a:off x="5911532" y="2484255"/>
            <a:ext cx="515027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24" name="Rectangle 4123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32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7D6027-CE37-B674-5C23-E3A2079299BB}"/>
              </a:ext>
            </a:extLst>
          </p:cNvPr>
          <p:cNvSpPr txBox="1"/>
          <p:nvPr/>
        </p:nvSpPr>
        <p:spPr>
          <a:xfrm>
            <a:off x="401999" y="1757696"/>
            <a:ext cx="5366789" cy="3163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Y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el único país en el que personas no nativas han adoptado una de sus lenguas indígenas como lengua oficial del Estado</a:t>
            </a:r>
            <a:endParaRPr lang="es-PY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_tradnl" sz="1600" dirty="0"/>
          </a:p>
        </p:txBody>
      </p:sp>
      <p:pic>
        <p:nvPicPr>
          <p:cNvPr id="5124" name="Picture 4" descr="Diario HOY | “Sos un guarango”: el estigma a la lengua ancestral que ha  tenido sus secuelas">
            <a:extLst>
              <a:ext uri="{FF2B5EF4-FFF2-40B4-BE49-F238E27FC236}">
                <a16:creationId xmlns:a16="http://schemas.microsoft.com/office/drawing/2014/main" id="{AA454F56-9C24-EE31-C3E8-19EDEDDFE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638" y="0"/>
            <a:ext cx="6022361" cy="332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28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6" name="Rectangle 6165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4" name="Picture 10" descr="Hoy es el Día Nacional de la Chipa, el pan más tradicional de los  paraguayos – El Nacional">
            <a:extLst>
              <a:ext uri="{FF2B5EF4-FFF2-40B4-BE49-F238E27FC236}">
                <a16:creationId xmlns:a16="http://schemas.microsoft.com/office/drawing/2014/main" id="{9CCBE08E-FC7D-D6EF-09AA-4D5808488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90" r="18777" b="1"/>
          <a:stretch/>
        </p:blipFill>
        <p:spPr bwMode="auto">
          <a:xfrm>
            <a:off x="-4" y="10"/>
            <a:ext cx="2952750" cy="3940619"/>
          </a:xfrm>
          <a:custGeom>
            <a:avLst/>
            <a:gdLst/>
            <a:ahLst/>
            <a:cxnLst/>
            <a:rect l="l" t="t" r="r" b="b"/>
            <a:pathLst>
              <a:path w="2952750" h="3940629">
                <a:moveTo>
                  <a:pt x="0" y="0"/>
                </a:moveTo>
                <a:lnTo>
                  <a:pt x="2952750" y="0"/>
                </a:lnTo>
                <a:lnTo>
                  <a:pt x="2952749" y="3847994"/>
                </a:lnTo>
                <a:lnTo>
                  <a:pt x="0" y="394062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opa paraguaya - Recetas de Paraguay">
            <a:extLst>
              <a:ext uri="{FF2B5EF4-FFF2-40B4-BE49-F238E27FC236}">
                <a16:creationId xmlns:a16="http://schemas.microsoft.com/office/drawing/2014/main" id="{5DC2D1B3-BB46-0BCA-FD9F-7A618BD0D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2" r="14304" b="3"/>
          <a:stretch/>
        </p:blipFill>
        <p:spPr bwMode="auto">
          <a:xfrm>
            <a:off x="3143253" y="10"/>
            <a:ext cx="2857499" cy="3842008"/>
          </a:xfrm>
          <a:custGeom>
            <a:avLst/>
            <a:gdLst/>
            <a:ahLst/>
            <a:cxnLst/>
            <a:rect l="l" t="t" r="r" b="b"/>
            <a:pathLst>
              <a:path w="2857499" h="3842018">
                <a:moveTo>
                  <a:pt x="0" y="0"/>
                </a:moveTo>
                <a:lnTo>
                  <a:pt x="2857499" y="0"/>
                </a:lnTo>
                <a:lnTo>
                  <a:pt x="2857499" y="3799815"/>
                </a:lnTo>
                <a:lnTo>
                  <a:pt x="2408465" y="3766458"/>
                </a:lnTo>
                <a:lnTo>
                  <a:pt x="0" y="384201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sados del Paraguay">
            <a:extLst>
              <a:ext uri="{FF2B5EF4-FFF2-40B4-BE49-F238E27FC236}">
                <a16:creationId xmlns:a16="http://schemas.microsoft.com/office/drawing/2014/main" id="{D266D4E9-BE0A-C177-8FCE-5B9DC1491B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53" r="10656" b="-2"/>
          <a:stretch/>
        </p:blipFill>
        <p:spPr bwMode="auto">
          <a:xfrm>
            <a:off x="6191251" y="10"/>
            <a:ext cx="2857499" cy="4026227"/>
          </a:xfrm>
          <a:custGeom>
            <a:avLst/>
            <a:gdLst/>
            <a:ahLst/>
            <a:cxnLst/>
            <a:rect l="l" t="t" r="r" b="b"/>
            <a:pathLst>
              <a:path w="2857499" h="4026237">
                <a:moveTo>
                  <a:pt x="0" y="0"/>
                </a:moveTo>
                <a:lnTo>
                  <a:pt x="2857499" y="0"/>
                </a:lnTo>
                <a:lnTo>
                  <a:pt x="2857499" y="4026237"/>
                </a:lnTo>
                <a:lnTo>
                  <a:pt x="0" y="38139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La Unesco declaró al tereré como Patrimonio de la Humanidad">
            <a:extLst>
              <a:ext uri="{FF2B5EF4-FFF2-40B4-BE49-F238E27FC236}">
                <a16:creationId xmlns:a16="http://schemas.microsoft.com/office/drawing/2014/main" id="{857A7D3E-5B89-A473-8B51-09969C30B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8" r="35242" b="-2"/>
          <a:stretch/>
        </p:blipFill>
        <p:spPr bwMode="auto">
          <a:xfrm>
            <a:off x="9239249" y="10"/>
            <a:ext cx="2952751" cy="4049475"/>
          </a:xfrm>
          <a:custGeom>
            <a:avLst/>
            <a:gdLst/>
            <a:ahLst/>
            <a:cxnLst/>
            <a:rect l="l" t="t" r="r" b="b"/>
            <a:pathLst>
              <a:path w="2952751" h="4049485">
                <a:moveTo>
                  <a:pt x="0" y="0"/>
                </a:moveTo>
                <a:lnTo>
                  <a:pt x="2952751" y="0"/>
                </a:lnTo>
                <a:lnTo>
                  <a:pt x="2952750" y="3940629"/>
                </a:lnTo>
                <a:lnTo>
                  <a:pt x="122465" y="4049485"/>
                </a:lnTo>
                <a:lnTo>
                  <a:pt x="0" y="40403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8" name="Group 6167">
            <a:extLst>
              <a:ext uri="{FF2B5EF4-FFF2-40B4-BE49-F238E27FC236}">
                <a16:creationId xmlns:a16="http://schemas.microsoft.com/office/drawing/2014/main" id="{31655B4F-4050-4B1F-82A8-180E74CF9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6169" name="Freeform: Shape 6168">
              <a:extLst>
                <a:ext uri="{FF2B5EF4-FFF2-40B4-BE49-F238E27FC236}">
                  <a16:creationId xmlns:a16="http://schemas.microsoft.com/office/drawing/2014/main" id="{2EA4C97B-84C4-4658-A6D6-600CB62B4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0" name="Freeform: Shape 6169">
              <a:extLst>
                <a:ext uri="{FF2B5EF4-FFF2-40B4-BE49-F238E27FC236}">
                  <a16:creationId xmlns:a16="http://schemas.microsoft.com/office/drawing/2014/main" id="{24FE591E-19B9-480D-9B26-EB96D70C2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67D6027-CE37-B674-5C23-E3A2079299BB}"/>
              </a:ext>
            </a:extLst>
          </p:cNvPr>
          <p:cNvSpPr txBox="1"/>
          <p:nvPr/>
        </p:nvSpPr>
        <p:spPr>
          <a:xfrm>
            <a:off x="5664201" y="4766266"/>
            <a:ext cx="5692774" cy="108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Nuestra comida es deliciosa… ¡y la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sopa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paraguaya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 es la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única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sopa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sólida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 del </a:t>
            </a:r>
            <a:r>
              <a:rPr lang="en-US" sz="2800" b="1" dirty="0" err="1">
                <a:solidFill>
                  <a:schemeClr val="bg1">
                    <a:alpha val="80000"/>
                  </a:schemeClr>
                </a:solidFill>
                <a:effectLst/>
              </a:rPr>
              <a:t>mundo</a:t>
            </a:r>
            <a:r>
              <a:rPr lang="en-US" sz="2800" b="1" dirty="0">
                <a:solidFill>
                  <a:schemeClr val="bg1">
                    <a:alpha val="80000"/>
                  </a:schemeClr>
                </a:solidFill>
                <a:effectLst/>
              </a:rPr>
              <a:t>!</a:t>
            </a:r>
            <a:endParaRPr lang="en-US" sz="2800" dirty="0">
              <a:solidFill>
                <a:schemeClr val="bg1">
                  <a:alpha val="80000"/>
                </a:schemeClr>
              </a:solidFill>
              <a:effectLst/>
            </a:endParaRPr>
          </a:p>
          <a:p>
            <a:pPr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35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map of the world with different colors&#10;&#10;Description automatically generated">
            <a:extLst>
              <a:ext uri="{FF2B5EF4-FFF2-40B4-BE49-F238E27FC236}">
                <a16:creationId xmlns:a16="http://schemas.microsoft.com/office/drawing/2014/main" id="{55271A47-BB03-8E1E-731D-D33C189BB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60557"/>
            <a:ext cx="4197639" cy="26095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6BEF64-8189-6DE6-DCDF-FA2C3C2AAE12}"/>
              </a:ext>
            </a:extLst>
          </p:cNvPr>
          <p:cNvSpPr txBox="1"/>
          <p:nvPr/>
        </p:nvSpPr>
        <p:spPr>
          <a:xfrm>
            <a:off x="2380409" y="317825"/>
            <a:ext cx="51650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latin typeface="Proxima Nova" panose="02000506030000020004" pitchFamily="2" charset="77"/>
              </a:rPr>
              <a:t>Tuvimos dos guerras</a:t>
            </a:r>
            <a:endParaRPr lang="es-ES_tradnl" dirty="0">
              <a:latin typeface="Proxima Nova Rg" panose="02000506030000020004" pitchFamily="2" charset="77"/>
            </a:endParaRPr>
          </a:p>
          <a:p>
            <a:endParaRPr lang="es-ES_tradnl" dirty="0">
              <a:latin typeface="Proxima Nova Rg" panose="02000506030000020004" pitchFamily="2" charset="77"/>
            </a:endParaRPr>
          </a:p>
        </p:txBody>
      </p:sp>
      <p:pic>
        <p:nvPicPr>
          <p:cNvPr id="7170" name="Picture 2" descr="Conoces a los personajes más importantes de la Guerra del Chaco?">
            <a:extLst>
              <a:ext uri="{FF2B5EF4-FFF2-40B4-BE49-F238E27FC236}">
                <a16:creationId xmlns:a16="http://schemas.microsoft.com/office/drawing/2014/main" id="{2854B73A-1FB1-20C4-110F-71A3A4FB8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015" y="3572996"/>
            <a:ext cx="252412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LA GUERRA DEL PARAGUAY O DE LA TRIPLE ALIANZA - Muñe Ma...">
            <a:extLst>
              <a:ext uri="{FF2B5EF4-FFF2-40B4-BE49-F238E27FC236}">
                <a16:creationId xmlns:a16="http://schemas.microsoft.com/office/drawing/2014/main" id="{7FF4828E-2BC6-01F6-95B6-163059C48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702" y="2906246"/>
            <a:ext cx="52387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Conoces a los personajes más importantes de la Guerra del Chaco?">
            <a:extLst>
              <a:ext uri="{FF2B5EF4-FFF2-40B4-BE49-F238E27FC236}">
                <a16:creationId xmlns:a16="http://schemas.microsoft.com/office/drawing/2014/main" id="{32F12968-C353-79D5-9571-9AAEB9E7F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846" y="396689"/>
            <a:ext cx="4509989" cy="323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350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Vencer o Morir | Behance">
            <a:extLst>
              <a:ext uri="{FF2B5EF4-FFF2-40B4-BE49-F238E27FC236}">
                <a16:creationId xmlns:a16="http://schemas.microsoft.com/office/drawing/2014/main" id="{796F672A-599F-179E-39E8-34C0D4223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3" y="0"/>
            <a:ext cx="4840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917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FA2638C-4974-365A-6DDD-2FA29C87F8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35F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F492A85F-FCF7-AAB7-874D-CF35EA520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802" y="685541"/>
            <a:ext cx="3473468" cy="538569"/>
          </a:xfrm>
          <a:prstGeom prst="rect">
            <a:avLst/>
          </a:prstGeom>
        </p:spPr>
      </p:pic>
      <p:sp>
        <p:nvSpPr>
          <p:cNvPr id="6" name="CuadroTexto 6">
            <a:extLst>
              <a:ext uri="{FF2B5EF4-FFF2-40B4-BE49-F238E27FC236}">
                <a16:creationId xmlns:a16="http://schemas.microsoft.com/office/drawing/2014/main" id="{BD9917D6-1515-7473-12C0-67863FD61ED3}"/>
              </a:ext>
            </a:extLst>
          </p:cNvPr>
          <p:cNvSpPr txBox="1"/>
          <p:nvPr/>
        </p:nvSpPr>
        <p:spPr>
          <a:xfrm>
            <a:off x="5532114" y="5583501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>
                <a:solidFill>
                  <a:schemeClr val="bg1"/>
                </a:solidFill>
                <a:latin typeface="Proxima Nova Rg" panose="02000506030000020004" pitchFamily="2" charset="0"/>
              </a:rPr>
              <a:t>@</a:t>
            </a: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Partners-of-the-Americas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s-CO" sz="1200">
                <a:solidFill>
                  <a:schemeClr val="bg1"/>
                </a:solidFill>
                <a:latin typeface="Proxima Nova Rg" panose="02000506030000020004" pitchFamily="2" charset="0"/>
              </a:rPr>
              <a:t>@</a:t>
            </a: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PartnersAmericas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sp>
        <p:nvSpPr>
          <p:cNvPr id="7" name="CuadroTexto 7">
            <a:extLst>
              <a:ext uri="{FF2B5EF4-FFF2-40B4-BE49-F238E27FC236}">
                <a16:creationId xmlns:a16="http://schemas.microsoft.com/office/drawing/2014/main" id="{58DE8229-58F3-4B80-AAEB-221C66614635}"/>
              </a:ext>
            </a:extLst>
          </p:cNvPr>
          <p:cNvSpPr txBox="1"/>
          <p:nvPr/>
        </p:nvSpPr>
        <p:spPr>
          <a:xfrm>
            <a:off x="7909899" y="5582974"/>
            <a:ext cx="2314354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>
                <a:solidFill>
                  <a:schemeClr val="bg1"/>
                </a:solidFill>
                <a:latin typeface="Proxima Nova Rg" panose="02000506030000020004" pitchFamily="2" charset="0"/>
              </a:rPr>
              <a:t>@</a:t>
            </a: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PartnersAmericas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s-CO" sz="1200">
                <a:solidFill>
                  <a:schemeClr val="bg1"/>
                </a:solidFill>
                <a:latin typeface="Proxima Nova Rg" panose="02000506030000020004" pitchFamily="2" charset="0"/>
              </a:rPr>
              <a:t>@</a:t>
            </a: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PartnersoftheAmericas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sp>
        <p:nvSpPr>
          <p:cNvPr id="8" name="CuadroTexto 8">
            <a:extLst>
              <a:ext uri="{FF2B5EF4-FFF2-40B4-BE49-F238E27FC236}">
                <a16:creationId xmlns:a16="http://schemas.microsoft.com/office/drawing/2014/main" id="{21E50E60-38CD-5F29-C934-FC7CF82A9CC6}"/>
              </a:ext>
            </a:extLst>
          </p:cNvPr>
          <p:cNvSpPr txBox="1"/>
          <p:nvPr/>
        </p:nvSpPr>
        <p:spPr>
          <a:xfrm>
            <a:off x="10099226" y="5582329"/>
            <a:ext cx="1565292" cy="622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O" sz="1200">
                <a:solidFill>
                  <a:schemeClr val="bg1"/>
                </a:solidFill>
                <a:latin typeface="Proxima Nova Rg" panose="02000506030000020004" pitchFamily="2" charset="0"/>
              </a:rPr>
              <a:t>@</a:t>
            </a: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PartnersAmerica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s-CO" sz="1200" err="1">
                <a:solidFill>
                  <a:schemeClr val="bg1"/>
                </a:solidFill>
                <a:latin typeface="Proxima Nova Rg" panose="02000506030000020004" pitchFamily="2" charset="0"/>
              </a:rPr>
              <a:t>www.partners.net</a:t>
            </a:r>
            <a:endParaRPr lang="es-CO" sz="12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9" name="Imagen 9">
            <a:extLst>
              <a:ext uri="{FF2B5EF4-FFF2-40B4-BE49-F238E27FC236}">
                <a16:creationId xmlns:a16="http://schemas.microsoft.com/office/drawing/2014/main" id="{EA82D6BF-EA73-E33B-B217-FA9E51167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064" y="5666390"/>
            <a:ext cx="227050" cy="227050"/>
          </a:xfrm>
          <a:prstGeom prst="rect">
            <a:avLst/>
          </a:prstGeom>
        </p:spPr>
      </p:pic>
      <p:pic>
        <p:nvPicPr>
          <p:cNvPr id="10" name="Imagen 10">
            <a:extLst>
              <a:ext uri="{FF2B5EF4-FFF2-40B4-BE49-F238E27FC236}">
                <a16:creationId xmlns:a16="http://schemas.microsoft.com/office/drawing/2014/main" id="{B29FEA0B-994D-9F46-CD0C-A78317D1C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96" y="5936056"/>
            <a:ext cx="227050" cy="227050"/>
          </a:xfrm>
          <a:prstGeom prst="rect">
            <a:avLst/>
          </a:prstGeom>
        </p:spPr>
      </p:pic>
      <p:pic>
        <p:nvPicPr>
          <p:cNvPr id="11" name="Imagen 11">
            <a:extLst>
              <a:ext uri="{FF2B5EF4-FFF2-40B4-BE49-F238E27FC236}">
                <a16:creationId xmlns:a16="http://schemas.microsoft.com/office/drawing/2014/main" id="{1226FDF1-4E9A-6F03-C72C-7B88FCC86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548" y="5666390"/>
            <a:ext cx="227050" cy="227050"/>
          </a:xfrm>
          <a:prstGeom prst="rect">
            <a:avLst/>
          </a:prstGeom>
        </p:spPr>
      </p:pic>
      <p:pic>
        <p:nvPicPr>
          <p:cNvPr id="12" name="Imagen 12">
            <a:extLst>
              <a:ext uri="{FF2B5EF4-FFF2-40B4-BE49-F238E27FC236}">
                <a16:creationId xmlns:a16="http://schemas.microsoft.com/office/drawing/2014/main" id="{AF07FF83-E2D6-841B-ADAE-90DC64FF8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548" y="5927144"/>
            <a:ext cx="227050" cy="227050"/>
          </a:xfrm>
          <a:prstGeom prst="rect">
            <a:avLst/>
          </a:prstGeom>
        </p:spPr>
      </p:pic>
      <p:pic>
        <p:nvPicPr>
          <p:cNvPr id="13" name="Imagen 13">
            <a:extLst>
              <a:ext uri="{FF2B5EF4-FFF2-40B4-BE49-F238E27FC236}">
                <a16:creationId xmlns:a16="http://schemas.microsoft.com/office/drawing/2014/main" id="{27251833-8261-A845-9E32-C00D37735F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9693" y="5666390"/>
            <a:ext cx="227050" cy="227050"/>
          </a:xfrm>
          <a:prstGeom prst="rect">
            <a:avLst/>
          </a:prstGeom>
        </p:spPr>
      </p:pic>
      <p:pic>
        <p:nvPicPr>
          <p:cNvPr id="14" name="Gráfico 15">
            <a:extLst>
              <a:ext uri="{FF2B5EF4-FFF2-40B4-BE49-F238E27FC236}">
                <a16:creationId xmlns:a16="http://schemas.microsoft.com/office/drawing/2014/main" id="{15268CDC-B886-AA2F-B3D6-E199B8BF26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1016" y="-21266"/>
            <a:ext cx="4343400" cy="6858000"/>
          </a:xfrm>
          <a:prstGeom prst="rect">
            <a:avLst/>
          </a:prstGeom>
        </p:spPr>
      </p:pic>
      <p:sp>
        <p:nvSpPr>
          <p:cNvPr id="15" name="CuadroTexto 16">
            <a:extLst>
              <a:ext uri="{FF2B5EF4-FFF2-40B4-BE49-F238E27FC236}">
                <a16:creationId xmlns:a16="http://schemas.microsoft.com/office/drawing/2014/main" id="{74B195D4-11BD-B027-ED28-8950E0C253EB}"/>
              </a:ext>
            </a:extLst>
          </p:cNvPr>
          <p:cNvSpPr txBox="1"/>
          <p:nvPr/>
        </p:nvSpPr>
        <p:spPr>
          <a:xfrm>
            <a:off x="6131326" y="1380023"/>
            <a:ext cx="1508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dirty="0" err="1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Agui</a:t>
            </a:r>
            <a:endParaRPr lang="es-CO" sz="6000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pic>
        <p:nvPicPr>
          <p:cNvPr id="16" name="Gráfico 17">
            <a:extLst>
              <a:ext uri="{FF2B5EF4-FFF2-40B4-BE49-F238E27FC236}">
                <a16:creationId xmlns:a16="http://schemas.microsoft.com/office/drawing/2014/main" id="{A3BC6ED8-E9C0-89A9-A2CC-C015843C604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8021238" y="3649966"/>
            <a:ext cx="479352" cy="479352"/>
          </a:xfrm>
          <a:prstGeom prst="rect">
            <a:avLst/>
          </a:prstGeom>
        </p:spPr>
      </p:pic>
      <p:pic>
        <p:nvPicPr>
          <p:cNvPr id="9218" name="Picture 2" descr="Aguije - YouTube">
            <a:extLst>
              <a:ext uri="{FF2B5EF4-FFF2-40B4-BE49-F238E27FC236}">
                <a16:creationId xmlns:a16="http://schemas.microsoft.com/office/drawing/2014/main" id="{BD94DE52-9E99-A42C-5488-3BF331901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902" y="1579080"/>
            <a:ext cx="6510368" cy="3662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15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808d36-874f-4b27-aec2-2fd649817929" xsi:nil="true"/>
    <lcf76f155ced4ddcb4097134ff3c332f xmlns="f2466082-b6bf-4153-98c3-3c41e85fda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503FD-825C-451E-86E3-8E0D6FA4D759}"/>
</file>

<file path=customXml/itemProps2.xml><?xml version="1.0" encoding="utf-8"?>
<ds:datastoreItem xmlns:ds="http://schemas.openxmlformats.org/officeDocument/2006/customXml" ds:itemID="{8E5232AB-C37E-440F-BB0D-058C84FF9B2F}">
  <ds:schemaRefs>
    <ds:schemaRef ds:uri="7f1129dc-5c92-4569-8200-9740f80607b8"/>
    <ds:schemaRef ds:uri="dc808d36-874f-4b27-aec2-2fd649817929"/>
    <ds:schemaRef ds:uri="http://schemas.microsoft.com/office/2006/metadata/properties"/>
    <ds:schemaRef ds:uri="http://schemas.microsoft.com/office/infopath/2007/PartnerControls"/>
    <ds:schemaRef ds:uri="3276a5ee-6656-4a6b-89a7-44a00982a1a7"/>
  </ds:schemaRefs>
</ds:datastoreItem>
</file>

<file path=customXml/itemProps3.xml><?xml version="1.0" encoding="utf-8"?>
<ds:datastoreItem xmlns:ds="http://schemas.openxmlformats.org/officeDocument/2006/customXml" ds:itemID="{7D6AA155-3F6A-4107-82EF-3457C97D55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73</Words>
  <Application>Microsoft Office PowerPoint</Application>
  <PresentationFormat>Panorámica</PresentationFormat>
  <Paragraphs>16</Paragraphs>
  <Slides>9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Simmonds</dc:creator>
  <cp:lastModifiedBy>Macarena Jiménez Granda</cp:lastModifiedBy>
  <cp:revision>6</cp:revision>
  <dcterms:created xsi:type="dcterms:W3CDTF">2023-07-11T13:17:14Z</dcterms:created>
  <dcterms:modified xsi:type="dcterms:W3CDTF">2023-09-29T17:43:37Z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MediaServiceImageTags">
    <vt:lpwstr/>
  </property>
</Properties>
</file>