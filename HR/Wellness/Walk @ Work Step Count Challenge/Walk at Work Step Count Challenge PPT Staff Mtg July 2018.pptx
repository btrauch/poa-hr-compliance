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9" r:id="rId2"/>
    <p:sldId id="260" r:id="rId3"/>
    <p:sldId id="256" r:id="rId4"/>
    <p:sldId id="263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15386EB-131E-2441-9F30-10B2D8BD703C}">
          <p14:sldIdLst>
            <p14:sldId id="259"/>
            <p14:sldId id="260"/>
            <p14:sldId id="256"/>
            <p14:sldId id="263"/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FBAD26"/>
    <a:srgbClr val="107EA6"/>
    <a:srgbClr val="F20029"/>
    <a:srgbClr val="00A7D7"/>
    <a:srgbClr val="F15D22"/>
    <a:srgbClr val="EB441B"/>
    <a:srgbClr val="72492D"/>
    <a:srgbClr val="7C3822"/>
    <a:srgbClr val="005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9" autoAdjust="0"/>
    <p:restoredTop sz="94350" autoAdjust="0"/>
  </p:normalViewPr>
  <p:slideViewPr>
    <p:cSldViewPr snapToGrid="0" snapToObjects="1">
      <p:cViewPr>
        <p:scale>
          <a:sx n="100" d="100"/>
          <a:sy n="100" d="100"/>
        </p:scale>
        <p:origin x="-869" y="35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34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A4E6E-29E7-184B-A326-CC2DCCCA3E86}" type="datetimeFigureOut">
              <a:rPr lang="en-US" smtClean="0"/>
              <a:t>7/6/2018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0909D-415D-4A4A-8A76-A2874E320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013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36A7F-32CE-4148-9637-F356B0271D12}" type="datetimeFigureOut">
              <a:rPr lang="en-US" smtClean="0"/>
              <a:t>7/6/2018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0F363-85DC-8841-8385-107C07463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5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dirty="0" smtClean="0"/>
              <a:t>Click to edit Master subtitle style</a:t>
            </a:r>
            <a:endParaRPr lang="en-US" dirty="0"/>
          </a:p>
        </p:txBody>
      </p:sp>
      <p:pic>
        <p:nvPicPr>
          <p:cNvPr id="7" name="Picture 6" descr="Textile-Block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" r="2859" b="2365"/>
          <a:stretch/>
        </p:blipFill>
        <p:spPr>
          <a:xfrm>
            <a:off x="-1" y="-32869"/>
            <a:ext cx="9149995" cy="1918287"/>
          </a:xfrm>
          <a:prstGeom prst="rect">
            <a:avLst/>
          </a:prstGeom>
        </p:spPr>
      </p:pic>
      <p:pic>
        <p:nvPicPr>
          <p:cNvPr id="8" name="Picture 7" descr="Partners-Logo_White_transparent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2" y="572356"/>
            <a:ext cx="3613915" cy="66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58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ile-Block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28" t="1" r="13570" b="684"/>
          <a:stretch/>
        </p:blipFill>
        <p:spPr>
          <a:xfrm>
            <a:off x="0" y="1475619"/>
            <a:ext cx="9143999" cy="26125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185687"/>
            <a:ext cx="9143999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x-none" dirty="0" smtClean="0"/>
              <a:t>Section Header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-1" y="5757333"/>
            <a:ext cx="9144001" cy="1257905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52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x-none" dirty="0" smtClean="0"/>
              <a:t>Click to edit Master text styles</a:t>
            </a:r>
          </a:p>
          <a:p>
            <a:pPr lvl="1"/>
            <a:r>
              <a:rPr lang="x-none" dirty="0" smtClean="0"/>
              <a:t>Second level</a:t>
            </a:r>
          </a:p>
          <a:p>
            <a:pPr lvl="2"/>
            <a:r>
              <a:rPr lang="x-none" dirty="0" smtClean="0"/>
              <a:t>Third level</a:t>
            </a:r>
          </a:p>
          <a:p>
            <a:pPr lvl="3"/>
            <a:r>
              <a:rPr lang="x-none" dirty="0" smtClean="0"/>
              <a:t>Fourth level</a:t>
            </a:r>
          </a:p>
          <a:p>
            <a:pPr lvl="4"/>
            <a:r>
              <a:rPr lang="x-none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391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/>
          <a:srcRect l="-216" t="10376" b="37974"/>
          <a:stretch/>
        </p:blipFill>
        <p:spPr>
          <a:xfrm>
            <a:off x="-13654" y="1996973"/>
            <a:ext cx="9157654" cy="20057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22356"/>
            <a:ext cx="91440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x-none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061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7/6/2018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04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 smtClean="0"/>
              <a:t>Click to edit Master text styles</a:t>
            </a:r>
          </a:p>
          <a:p>
            <a:pPr lvl="1"/>
            <a:r>
              <a:rPr lang="x-none" dirty="0" smtClean="0"/>
              <a:t>Second level</a:t>
            </a:r>
          </a:p>
          <a:p>
            <a:pPr lvl="2"/>
            <a:r>
              <a:rPr lang="x-none" dirty="0" smtClean="0"/>
              <a:t>Third level</a:t>
            </a:r>
          </a:p>
          <a:p>
            <a:pPr lvl="3"/>
            <a:r>
              <a:rPr lang="x-none" dirty="0" smtClean="0"/>
              <a:t>Fourth level</a:t>
            </a:r>
          </a:p>
          <a:p>
            <a:pPr lvl="4"/>
            <a:r>
              <a:rPr lang="x-none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7/6/2018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2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7/6/2018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33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7/6/2018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50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7/6/2018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82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7/6/2018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9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7/6/2018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86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7/6/2018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 smtClean="0"/>
              <a:t>Title (Memphis Medium)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040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 smtClean="0"/>
              <a:t>Content (TradeGothic)</a:t>
            </a:r>
          </a:p>
          <a:p>
            <a:pPr lvl="0"/>
            <a:endParaRPr lang="x-none" dirty="0" smtClean="0"/>
          </a:p>
          <a:p>
            <a:pPr lvl="0"/>
            <a:r>
              <a:rPr lang="x-none" dirty="0" smtClean="0"/>
              <a:t>Content</a:t>
            </a:r>
          </a:p>
          <a:p>
            <a:pPr lvl="1"/>
            <a:r>
              <a:rPr lang="x-none" dirty="0" smtClean="0"/>
              <a:t>Second level</a:t>
            </a:r>
          </a:p>
          <a:p>
            <a:pPr lvl="2"/>
            <a:r>
              <a:rPr lang="x-none" dirty="0" smtClean="0"/>
              <a:t>Third level</a:t>
            </a:r>
          </a:p>
          <a:p>
            <a:pPr lvl="3"/>
            <a:r>
              <a:rPr lang="x-none" dirty="0" smtClean="0"/>
              <a:t>Fourth level</a:t>
            </a:r>
          </a:p>
          <a:p>
            <a:pPr lvl="4"/>
            <a:r>
              <a:rPr lang="x-none" dirty="0" smtClean="0"/>
              <a:t>Fifth level</a:t>
            </a:r>
            <a:endParaRPr lang="en-US" dirty="0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5731732"/>
            <a:ext cx="9247089" cy="1126267"/>
            <a:chOff x="0" y="5731732"/>
            <a:chExt cx="9247089" cy="1126267"/>
          </a:xfrm>
        </p:grpSpPr>
        <p:grpSp>
          <p:nvGrpSpPr>
            <p:cNvPr id="4" name="Group 3"/>
            <p:cNvGrpSpPr/>
            <p:nvPr userDrawn="1"/>
          </p:nvGrpSpPr>
          <p:grpSpPr>
            <a:xfrm>
              <a:off x="0" y="5731732"/>
              <a:ext cx="9144000" cy="1126267"/>
              <a:chOff x="0" y="5731732"/>
              <a:chExt cx="9144000" cy="1126267"/>
            </a:xfrm>
          </p:grpSpPr>
          <p:pic>
            <p:nvPicPr>
              <p:cNvPr id="12" name="Picture 11" descr="Textile-Block"/>
              <p:cNvPicPr>
                <a:picLocks noChangeAspect="1"/>
              </p:cNvPicPr>
              <p:nvPr userDrawn="1"/>
            </p:nvPicPr>
            <p:blipFill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87" t="1" r="2859" b="42638"/>
              <a:stretch/>
            </p:blipFill>
            <p:spPr>
              <a:xfrm>
                <a:off x="0" y="5731732"/>
                <a:ext cx="9144000" cy="1126267"/>
              </a:xfrm>
              <a:prstGeom prst="rect">
                <a:avLst/>
              </a:prstGeom>
            </p:spPr>
          </p:pic>
          <p:pic>
            <p:nvPicPr>
              <p:cNvPr id="9" name="Picture 8" descr="Partners-Logo_White_transparent.png"/>
              <p:cNvPicPr>
                <a:picLocks noChangeAspect="1"/>
              </p:cNvPicPr>
              <p:nvPr userDrawn="1"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7200" y="6279131"/>
                <a:ext cx="2803280" cy="513001"/>
              </a:xfrm>
              <a:prstGeom prst="rect">
                <a:avLst/>
              </a:prstGeom>
            </p:spPr>
          </p:pic>
        </p:grpSp>
        <p:grpSp>
          <p:nvGrpSpPr>
            <p:cNvPr id="18" name="Group 17"/>
            <p:cNvGrpSpPr/>
            <p:nvPr userDrawn="1"/>
          </p:nvGrpSpPr>
          <p:grpSpPr>
            <a:xfrm>
              <a:off x="3981326" y="6415008"/>
              <a:ext cx="5265763" cy="314795"/>
              <a:chOff x="3981326" y="6415008"/>
              <a:chExt cx="5265763" cy="314795"/>
            </a:xfrm>
          </p:grpSpPr>
          <p:grpSp>
            <p:nvGrpSpPr>
              <p:cNvPr id="14" name="Group 13"/>
              <p:cNvGrpSpPr/>
              <p:nvPr userDrawn="1"/>
            </p:nvGrpSpPr>
            <p:grpSpPr>
              <a:xfrm>
                <a:off x="3981326" y="6422800"/>
                <a:ext cx="5265763" cy="276999"/>
                <a:chOff x="3981326" y="6422800"/>
                <a:chExt cx="5265763" cy="276999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3981326" y="6422800"/>
                  <a:ext cx="5265763" cy="2769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1200" dirty="0" err="1" smtClean="0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www.partners.net</a:t>
                  </a:r>
                  <a:r>
                    <a:rPr lang="en-US" sz="1200" dirty="0" smtClean="0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   |       @</a:t>
                  </a:r>
                  <a:r>
                    <a:rPr lang="en-US" sz="1200" dirty="0" err="1" smtClean="0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PartnersAmerica</a:t>
                  </a:r>
                  <a:r>
                    <a:rPr lang="en-US" sz="1200" dirty="0" smtClean="0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   |     \</a:t>
                  </a:r>
                  <a:r>
                    <a:rPr lang="en-US" sz="1200" dirty="0" err="1" smtClean="0">
                      <a:solidFill>
                        <a:schemeClr val="bg1"/>
                      </a:solidFill>
                      <a:latin typeface="Trade Gothic"/>
                      <a:cs typeface="Trade Gothic"/>
                    </a:rPr>
                    <a:t>PartnersAmericas</a:t>
                  </a:r>
                  <a:endParaRPr lang="en-US" sz="1200" dirty="0">
                    <a:solidFill>
                      <a:schemeClr val="bg1"/>
                    </a:solidFill>
                    <a:latin typeface="Trade Gothic"/>
                    <a:cs typeface="Trade Gothic"/>
                  </a:endParaRPr>
                </a:p>
              </p:txBody>
            </p:sp>
            <p:pic>
              <p:nvPicPr>
                <p:cNvPr id="16" name="Picture 15" descr="facebook-icon -white-transparent-background.png"/>
                <p:cNvPicPr>
                  <a:picLocks noChangeAspect="1"/>
                </p:cNvPicPr>
                <p:nvPr/>
              </p:nvPicPr>
              <p:blipFill>
                <a:blip r:embed="rId16">
                  <a:alphaModFix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07739" y="6446173"/>
                  <a:ext cx="221009" cy="221009"/>
                </a:xfrm>
                <a:prstGeom prst="rect">
                  <a:avLst/>
                </a:prstGeom>
              </p:spPr>
            </p:pic>
          </p:grpSp>
          <p:pic>
            <p:nvPicPr>
              <p:cNvPr id="17" name="Picture 16" descr="twitter-bird-white-transparent-background.png"/>
              <p:cNvPicPr>
                <a:picLocks noChangeAspect="1"/>
              </p:cNvPicPr>
              <p:nvPr userDrawn="1"/>
            </p:nvPicPr>
            <p:blipFill>
              <a:blip r:embed="rId17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46678" y="6415008"/>
                <a:ext cx="314795" cy="31479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892383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F82136"/>
          </a:solidFill>
          <a:latin typeface="Memphis Medium"/>
          <a:ea typeface="+mj-ea"/>
          <a:cs typeface="Memphis Medium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2pPr>
      <a:lvl3pPr marL="1143000" indent="-228600" algn="l" defTabSz="457200" rtl="0" eaLnBrk="1" latinLnBrk="0" hangingPunct="1">
        <a:spcBef>
          <a:spcPct val="20000"/>
        </a:spcBef>
        <a:buFont typeface="Courier New"/>
        <a:buChar char="o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Walk @ Work </a:t>
            </a:r>
            <a:br>
              <a:rPr lang="en-US" dirty="0" smtClean="0"/>
            </a:br>
            <a:r>
              <a:rPr lang="en-US" dirty="0" smtClean="0"/>
              <a:t>Step Count Challenge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518"/>
            <a:ext cx="9144000" cy="2602245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601980" y="435895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82136"/>
                </a:solidFill>
                <a:latin typeface="Memphis Medium"/>
                <a:ea typeface="+mj-ea"/>
                <a:cs typeface="Memphis Medium"/>
              </a:defRPr>
            </a:lvl1pPr>
          </a:lstStyle>
          <a:p>
            <a:r>
              <a:rPr lang="en-US" dirty="0" smtClean="0"/>
              <a:t>Rack up steps, walk your way to health, &amp; win a prize!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03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7"/>
          <p:cNvSpPr>
            <a:spLocks noGrp="1"/>
          </p:cNvSpPr>
          <p:nvPr>
            <p:ph idx="1"/>
          </p:nvPr>
        </p:nvSpPr>
        <p:spPr>
          <a:xfrm>
            <a:off x="403860" y="4225304"/>
            <a:ext cx="8229600" cy="1554480"/>
          </a:xfrm>
        </p:spPr>
        <p:txBody>
          <a:bodyPr>
            <a:normAutofit/>
          </a:bodyPr>
          <a:lstStyle/>
          <a:p>
            <a:pPr algn="ctr">
              <a:buFont typeface="Wingdings" panose="05000000000000000000" pitchFamily="2" charset="2"/>
              <a:buChar char="Ø"/>
            </a:pPr>
            <a:r>
              <a:rPr lang="en-US" dirty="0"/>
              <a:t>Walking is a gentle activity that you can do at your own pace</a:t>
            </a:r>
          </a:p>
          <a:p>
            <a:pPr algn="ctr">
              <a:buFont typeface="Wingdings" panose="05000000000000000000" pitchFamily="2" charset="2"/>
              <a:buChar char="Ø"/>
            </a:pPr>
            <a:r>
              <a:rPr lang="en-US" dirty="0"/>
              <a:t>Done regularly, walking can strengthen your heart and lungs, improve circulation and help to maintain a healthy weight</a:t>
            </a:r>
          </a:p>
          <a:p>
            <a:pPr algn="ctr">
              <a:buFont typeface="Wingdings" panose="05000000000000000000" pitchFamily="2" charset="2"/>
              <a:buChar char="Ø"/>
            </a:pPr>
            <a:r>
              <a:rPr lang="en-US" dirty="0"/>
              <a:t>Walking also tones your muscles and keeps your bones strong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915"/>
            <a:ext cx="9144000" cy="2602245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06680" y="3082304"/>
            <a:ext cx="893064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82136"/>
                </a:solidFill>
                <a:latin typeface="Memphis Medium"/>
                <a:ea typeface="+mj-ea"/>
                <a:cs typeface="Memphis Medium"/>
              </a:defRPr>
            </a:lvl1pPr>
          </a:lstStyle>
          <a:p>
            <a:r>
              <a:rPr lang="en-US" dirty="0" smtClean="0"/>
              <a:t>4-Week Challenge begins July 9</a:t>
            </a:r>
            <a:r>
              <a:rPr lang="en-US" baseline="30000" dirty="0" smtClean="0"/>
              <a:t>th</a:t>
            </a:r>
            <a:r>
              <a:rPr lang="en-US" dirty="0" smtClean="0"/>
              <a:t> – Aug. 5</a:t>
            </a:r>
            <a:r>
              <a:rPr lang="en-US" baseline="30000" dirty="0" smtClean="0"/>
              <a:t>th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Deadline to Register: Friday, July 13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338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Where to begin?</a:t>
            </a:r>
            <a:br>
              <a:rPr lang="en-US" dirty="0" smtClean="0"/>
            </a:br>
            <a:r>
              <a:rPr lang="en-US" dirty="0" smtClean="0"/>
              <a:t>Best Apps for Counting Steps 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48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Activities to Boost Your </a:t>
            </a:r>
            <a:br>
              <a:rPr lang="en-US" dirty="0" smtClean="0"/>
            </a:br>
            <a:r>
              <a:rPr lang="en-US" dirty="0" smtClean="0"/>
              <a:t>Step </a:t>
            </a:r>
            <a:r>
              <a:rPr lang="en-US" dirty="0"/>
              <a:t>C</a:t>
            </a:r>
            <a:r>
              <a:rPr lang="en-US" dirty="0" smtClean="0"/>
              <a:t>ount </a:t>
            </a:r>
            <a:endParaRPr lang="en-US" dirty="0"/>
          </a:p>
        </p:txBody>
      </p:sp>
      <p:sp>
        <p:nvSpPr>
          <p:cNvPr id="5" name="Content Placeholder 9"/>
          <p:cNvSpPr>
            <a:spLocks noGrp="1"/>
          </p:cNvSpPr>
          <p:nvPr>
            <p:ph idx="1"/>
          </p:nvPr>
        </p:nvSpPr>
        <p:spPr>
          <a:xfrm>
            <a:off x="392430" y="1600200"/>
            <a:ext cx="8359140" cy="4040352"/>
          </a:xfrm>
        </p:spPr>
        <p:txBody>
          <a:bodyPr>
            <a:normAutofit fontScale="77500" lnSpcReduction="20000"/>
          </a:bodyPr>
          <a:lstStyle/>
          <a:p>
            <a:pPr>
              <a:buFont typeface="+mj-lt"/>
              <a:buAutoNum type="arabicPeriod"/>
            </a:pPr>
            <a:r>
              <a:rPr lang="en-US" sz="2600" dirty="0" smtClean="0"/>
              <a:t>Take public transportation or park far away. </a:t>
            </a:r>
          </a:p>
          <a:p>
            <a:pPr>
              <a:buFont typeface="+mj-lt"/>
              <a:buAutoNum type="arabicPeriod"/>
            </a:pPr>
            <a:r>
              <a:rPr lang="en-US" sz="2600" dirty="0" smtClean="0"/>
              <a:t>Drinking more water means more frequent trips to restroom as well as trips to the water cooler for a refill. </a:t>
            </a:r>
          </a:p>
          <a:p>
            <a:pPr>
              <a:buFont typeface="+mj-lt"/>
              <a:buAutoNum type="arabicPeriod"/>
            </a:pPr>
            <a:r>
              <a:rPr lang="en-US" sz="2600" dirty="0" smtClean="0"/>
              <a:t>Walk over to the farthest facilities from your desk. </a:t>
            </a:r>
          </a:p>
          <a:p>
            <a:pPr>
              <a:buFont typeface="+mj-lt"/>
              <a:buAutoNum type="arabicPeriod"/>
            </a:pPr>
            <a:r>
              <a:rPr lang="en-US" sz="2600" dirty="0" smtClean="0"/>
              <a:t>Try a walking meeting instead of the usual conference room. Fresh air &amp; extra movement can be refreshing  and boost creativity for the rest of the day.</a:t>
            </a:r>
          </a:p>
          <a:p>
            <a:pPr>
              <a:buFont typeface="+mj-lt"/>
              <a:buAutoNum type="arabicPeriod"/>
            </a:pPr>
            <a:r>
              <a:rPr lang="en-US" sz="2600" dirty="0" smtClean="0"/>
              <a:t>Go for a lunch walk. </a:t>
            </a:r>
          </a:p>
          <a:p>
            <a:pPr>
              <a:buFont typeface="+mj-lt"/>
              <a:buAutoNum type="arabicPeriod"/>
            </a:pPr>
            <a:r>
              <a:rPr lang="en-US" sz="2600" dirty="0" smtClean="0"/>
              <a:t>Walk over to talk to your co-workers</a:t>
            </a:r>
          </a:p>
          <a:p>
            <a:pPr>
              <a:buFont typeface="+mj-lt"/>
              <a:buAutoNum type="arabicPeriod"/>
            </a:pPr>
            <a:r>
              <a:rPr lang="en-US" sz="2600" dirty="0" smtClean="0"/>
              <a:t>Take the stairs whenever possible </a:t>
            </a:r>
          </a:p>
          <a:p>
            <a:pPr>
              <a:buFont typeface="+mj-lt"/>
              <a:buAutoNum type="arabicPeriod"/>
            </a:pPr>
            <a:r>
              <a:rPr lang="en-US" sz="2600" dirty="0" smtClean="0"/>
              <a:t>Set an alarm on your phone for every hour to walk for 10 minutes.</a:t>
            </a:r>
          </a:p>
          <a:p>
            <a:pPr>
              <a:buFont typeface="+mj-lt"/>
              <a:buAutoNum type="arabicPeriod"/>
            </a:pPr>
            <a:r>
              <a:rPr lang="en-US" sz="2600" dirty="0" smtClean="0"/>
              <a:t>Get up and walk during commercials while watching </a:t>
            </a:r>
            <a:r>
              <a:rPr lang="en-US" sz="2600" dirty="0" err="1" smtClean="0"/>
              <a:t>t.v</a:t>
            </a:r>
            <a:r>
              <a:rPr lang="en-US" sz="2600" dirty="0" smtClean="0"/>
              <a:t>.</a:t>
            </a:r>
          </a:p>
          <a:p>
            <a:pPr>
              <a:buFont typeface="+mj-lt"/>
              <a:buAutoNum type="arabicPeriod"/>
            </a:pPr>
            <a:r>
              <a:rPr lang="en-US" sz="2600" dirty="0" smtClean="0"/>
              <a:t>Go for a post-dinner walk around the neighborhood.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476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Logging &amp; Submitting Your Steps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473190" y="2581856"/>
            <a:ext cx="2518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7030A0"/>
                </a:solidFill>
              </a:rPr>
              <a:t>1. Fill out Daily Walking Log</a:t>
            </a:r>
          </a:p>
          <a:p>
            <a:r>
              <a:rPr lang="en-US" sz="1600" b="1" dirty="0" smtClean="0">
                <a:solidFill>
                  <a:srgbClr val="7030A0"/>
                </a:solidFill>
              </a:rPr>
              <a:t>2. Submit by email or in box near elevator at the end of the day on Fridays</a:t>
            </a:r>
            <a:endParaRPr lang="en-US" sz="1600" b="1" dirty="0">
              <a:solidFill>
                <a:srgbClr val="7030A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" y="1146810"/>
            <a:ext cx="6148388" cy="4773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8495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Winners Announcement </a:t>
            </a:r>
            <a:br>
              <a:rPr lang="en-US" dirty="0" smtClean="0"/>
            </a:br>
            <a:r>
              <a:rPr lang="en-US" dirty="0" smtClean="0"/>
              <a:t>@ Next Staff Meeting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Gift cards and other prizes will be given to: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 smtClean="0"/>
              <a:t>Top 3 Individuals that walked the most steps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 smtClean="0"/>
              <a:t>Top Unit/Department that walked the most steps</a:t>
            </a:r>
          </a:p>
        </p:txBody>
      </p:sp>
      <p:pic>
        <p:nvPicPr>
          <p:cNvPr id="2054" name="Picture 6" descr="Image result for foot prints clip ar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92"/>
          <a:stretch/>
        </p:blipFill>
        <p:spPr bwMode="auto">
          <a:xfrm>
            <a:off x="6510655" y="3792701"/>
            <a:ext cx="2505075" cy="172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mage result for priz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4751" y="4047923"/>
            <a:ext cx="2614498" cy="1668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0" descr="Image result for priz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12" descr="Image result for priz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4" descr="Image result for priz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6" descr="Image result for prize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088" y="2503016"/>
            <a:ext cx="1083712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0141417"/>
      </p:ext>
    </p:extLst>
  </p:cSld>
  <p:clrMapOvr>
    <a:masterClrMapping/>
  </p:clrMapOvr>
</p:sld>
</file>

<file path=ppt/theme/theme1.xml><?xml version="1.0" encoding="utf-8"?>
<a:theme xmlns:a="http://schemas.openxmlformats.org/drawingml/2006/main" name="Partners Branding">
  <a:themeElements>
    <a:clrScheme name="Partners Palette">
      <a:dk1>
        <a:srgbClr val="FFFFFF"/>
      </a:dk1>
      <a:lt1>
        <a:srgbClr val="000000"/>
      </a:lt1>
      <a:dk2>
        <a:srgbClr val="FDBB30"/>
      </a:dk2>
      <a:lt2>
        <a:srgbClr val="0054A4"/>
      </a:lt2>
      <a:accent1>
        <a:srgbClr val="0084A9"/>
      </a:accent1>
      <a:accent2>
        <a:srgbClr val="711471"/>
      </a:accent2>
      <a:accent3>
        <a:srgbClr val="9FA617"/>
      </a:accent3>
      <a:accent4>
        <a:srgbClr val="B50938"/>
      </a:accent4>
      <a:accent5>
        <a:srgbClr val="439539"/>
      </a:accent5>
      <a:accent6>
        <a:srgbClr val="D60C8C"/>
      </a:accent6>
      <a:hlink>
        <a:srgbClr val="F15D22"/>
      </a:hlink>
      <a:folHlink>
        <a:srgbClr val="59582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1" ma:contentTypeDescription="Create a new document." ma:contentTypeScope="" ma:versionID="acd556ae07fa19f48e80b51b5070dad1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dc96546954f3f270c213e8ea1cb1272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35642B3-1A46-45E8-AF90-167ED04B7081}"/>
</file>

<file path=customXml/itemProps2.xml><?xml version="1.0" encoding="utf-8"?>
<ds:datastoreItem xmlns:ds="http://schemas.openxmlformats.org/officeDocument/2006/customXml" ds:itemID="{F6AF9C92-F8BF-47ED-9FCA-56776A739B07}"/>
</file>

<file path=customXml/itemProps3.xml><?xml version="1.0" encoding="utf-8"?>
<ds:datastoreItem xmlns:ds="http://schemas.openxmlformats.org/officeDocument/2006/customXml" ds:itemID="{AA300A6D-B75E-4CF6-BCD4-4E1A863EB03D}"/>
</file>

<file path=docProps/app.xml><?xml version="1.0" encoding="utf-8"?>
<Properties xmlns="http://schemas.openxmlformats.org/officeDocument/2006/extended-properties" xmlns:vt="http://schemas.openxmlformats.org/officeDocument/2006/docPropsVTypes">
  <Template>Partners Branding.thmx</Template>
  <TotalTime>27940</TotalTime>
  <Words>264</Words>
  <Application>Microsoft Office PowerPoint</Application>
  <PresentationFormat>On-screen Show (4:3)</PresentationFormat>
  <Paragraphs>29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Partners Branding</vt:lpstr>
      <vt:lpstr>Walk @ Work  Step Count Challenge</vt:lpstr>
      <vt:lpstr>PowerPoint Presentation</vt:lpstr>
      <vt:lpstr>Where to begin? Best Apps for Counting Steps </vt:lpstr>
      <vt:lpstr>Activities to Boost Your  Step Count </vt:lpstr>
      <vt:lpstr>Logging &amp; Submitting Your Steps</vt:lpstr>
      <vt:lpstr>Winners Announcement  @ Next Staff Meeting</vt:lpstr>
    </vt:vector>
  </TitlesOfParts>
  <Company>Partners of the Americas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&amp; Activating  NGO Audiences</dc:title>
  <dc:creator>Taylor Nelson</dc:creator>
  <cp:lastModifiedBy>Summar Lyons</cp:lastModifiedBy>
  <cp:revision>152</cp:revision>
  <dcterms:created xsi:type="dcterms:W3CDTF">2015-10-21T15:01:49Z</dcterms:created>
  <dcterms:modified xsi:type="dcterms:W3CDTF">2018-07-06T20:59:45Z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193400</vt:r8>
  </property>
</Properties>
</file>