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31F9B-EBA2-4908-A856-5C2C60187788}" v="2" dt="2020-03-17T13:24:07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ar Lyons" userId="S::slyons@partners.net::03f28b71-fb44-45c3-b6a8-845861458751" providerId="AD" clId="Web-{0EB31F9B-EBA2-4908-A856-5C2C60187788}"/>
    <pc:docChg chg="addSld delSld modSld addMainMaster delMainMaster">
      <pc:chgData name="Summar Lyons" userId="S::slyons@partners.net::03f28b71-fb44-45c3-b6a8-845861458751" providerId="AD" clId="Web-{0EB31F9B-EBA2-4908-A856-5C2C60187788}" dt="2020-03-17T13:24:07.943" v="2"/>
      <pc:docMkLst>
        <pc:docMk/>
      </pc:docMkLst>
      <pc:sldChg chg="addSp modSp del mod setBg modClrScheme chgLayout">
        <pc:chgData name="Summar Lyons" userId="S::slyons@partners.net::03f28b71-fb44-45c3-b6a8-845861458751" providerId="AD" clId="Web-{0EB31F9B-EBA2-4908-A856-5C2C60187788}" dt="2020-03-17T13:23:24.865" v="1"/>
        <pc:sldMkLst>
          <pc:docMk/>
          <pc:sldMk cId="109857222" sldId="256"/>
        </pc:sldMkLst>
        <pc:spChg chg="mod">
          <ac:chgData name="Summar Lyons" userId="S::slyons@partners.net::03f28b71-fb44-45c3-b6a8-845861458751" providerId="AD" clId="Web-{0EB31F9B-EBA2-4908-A856-5C2C60187788}" dt="2020-03-17T13:23:04.599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ummar Lyons" userId="S::slyons@partners.net::03f28b71-fb44-45c3-b6a8-845861458751" providerId="AD" clId="Web-{0EB31F9B-EBA2-4908-A856-5C2C60187788}" dt="2020-03-17T13:23:04.599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ummar Lyons" userId="S::slyons@partners.net::03f28b71-fb44-45c3-b6a8-845861458751" providerId="AD" clId="Web-{0EB31F9B-EBA2-4908-A856-5C2C60187788}" dt="2020-03-17T13:23:04.599" v="0"/>
          <ac:spMkLst>
            <pc:docMk/>
            <pc:sldMk cId="109857222" sldId="256"/>
            <ac:spMk id="9" creationId="{FE469E50-3893-4ED6-92BA-2985C32B0CA6}"/>
          </ac:spMkLst>
        </pc:spChg>
        <pc:picChg chg="add">
          <ac:chgData name="Summar Lyons" userId="S::slyons@partners.net::03f28b71-fb44-45c3-b6a8-845861458751" providerId="AD" clId="Web-{0EB31F9B-EBA2-4908-A856-5C2C60187788}" dt="2020-03-17T13:23:04.599" v="0"/>
          <ac:picMkLst>
            <pc:docMk/>
            <pc:sldMk cId="109857222" sldId="256"/>
            <ac:picMk id="4" creationId="{805589E0-B983-440F-BD3E-9E9F42B6B102}"/>
          </ac:picMkLst>
        </pc:picChg>
      </pc:sldChg>
      <pc:sldChg chg="new">
        <pc:chgData name="Summar Lyons" userId="S::slyons@partners.net::03f28b71-fb44-45c3-b6a8-845861458751" providerId="AD" clId="Web-{0EB31F9B-EBA2-4908-A856-5C2C60187788}" dt="2020-03-17T13:24:07.943" v="2"/>
        <pc:sldMkLst>
          <pc:docMk/>
          <pc:sldMk cId="289702187" sldId="256"/>
        </pc:sldMkLst>
      </pc:sldChg>
      <pc:sldMasterChg chg="del delSldLayout">
        <pc:chgData name="Summar Lyons" userId="S::slyons@partners.net::03f28b71-fb44-45c3-b6a8-845861458751" providerId="AD" clId="Web-{0EB31F9B-EBA2-4908-A856-5C2C60187788}" dt="2020-03-17T13:23:04.599" v="0"/>
        <pc:sldMasterMkLst>
          <pc:docMk/>
          <pc:sldMasterMk cId="2460954070" sldId="2147483660"/>
        </pc:sldMasterMkLst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Summar Lyons" userId="S::slyons@partners.net::03f28b71-fb44-45c3-b6a8-845861458751" providerId="AD" clId="Web-{0EB31F9B-EBA2-4908-A856-5C2C60187788}" dt="2020-03-17T13:23:04.599" v="0"/>
        <pc:sldMasterMkLst>
          <pc:docMk/>
          <pc:sldMasterMk cId="1750429411" sldId="2147483730"/>
        </pc:sldMasterMkLst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382595026" sldId="2147483713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3054819980" sldId="2147483714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4155423144" sldId="2147483715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392170298" sldId="2147483716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1363193573" sldId="2147483717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076397632" sldId="2147483718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245654961" sldId="2147483719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529960539" sldId="2147483720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39199169" sldId="2147483721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1447592749" sldId="2147483722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666746568" sldId="2147483723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4013650039" sldId="2147483724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736224804" sldId="2147483725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2318405751" sldId="2147483726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508518502" sldId="2147483727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346929591" sldId="2147483728"/>
          </pc:sldLayoutMkLst>
        </pc:sldLayoutChg>
        <pc:sldLayoutChg chg="add">
          <pc:chgData name="Summar Lyons" userId="S::slyons@partners.net::03f28b71-fb44-45c3-b6a8-845861458751" providerId="AD" clId="Web-{0EB31F9B-EBA2-4908-A856-5C2C60187788}" dt="2020-03-17T13:23:04.599" v="0"/>
          <pc:sldLayoutMkLst>
            <pc:docMk/>
            <pc:sldMasterMk cId="1750429411" sldId="2147483730"/>
            <pc:sldLayoutMk cId="3354128848" sldId="214748372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2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9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81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2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7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9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3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5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96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99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518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92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46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5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224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0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29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7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800" i="1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4DFF-AA5A-4BC0-928B-10DAEF3910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B747A-6230-4CD3-9870-844779821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2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LightSeedRightStep">
      <a:dk1>
        <a:srgbClr val="000000"/>
      </a:dk1>
      <a:lt1>
        <a:srgbClr val="FFFFFF"/>
      </a:lt1>
      <a:dk2>
        <a:srgbClr val="313820"/>
      </a:dk2>
      <a:lt2>
        <a:srgbClr val="E2E5E8"/>
      </a:lt2>
      <a:accent1>
        <a:srgbClr val="BA9C80"/>
      </a:accent1>
      <a:accent2>
        <a:srgbClr val="A8A273"/>
      </a:accent2>
      <a:accent3>
        <a:srgbClr val="99A67D"/>
      </a:accent3>
      <a:accent4>
        <a:srgbClr val="85AD76"/>
      </a:accent4>
      <a:accent5>
        <a:srgbClr val="82AC88"/>
      </a:accent5>
      <a:accent6>
        <a:srgbClr val="77AE95"/>
      </a:accent6>
      <a:hlink>
        <a:srgbClr val="5E85A8"/>
      </a:hlink>
      <a:folHlink>
        <a:srgbClr val="7F7F7F"/>
      </a:folHlink>
    </a:clrScheme>
    <a:fontScheme name="Slate">
      <a:maj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AC0B0A-71A6-45A9-8364-EC5D8D2062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7D8517-4602-4588-A1F0-EF7C33CF5D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466082-b6bf-4153-98c3-3c41e85fda18"/>
    <ds:schemaRef ds:uri="dc808d36-874f-4b27-aec2-2fd6498179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306FCE-4B82-45D0-8CD2-693CA79AE90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SlateVTI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</cp:revision>
  <dcterms:created xsi:type="dcterms:W3CDTF">2020-03-17T13:22:46Z</dcterms:created>
  <dcterms:modified xsi:type="dcterms:W3CDTF">2020-03-17T13:24:08Z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</Properties>
</file>