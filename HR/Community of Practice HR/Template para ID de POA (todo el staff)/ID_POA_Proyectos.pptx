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7" r:id="rId5"/>
  </p:sldIdLst>
  <p:sldSz cx="1947863" cy="3100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212CDA-F08F-47A2-8509-2DA572C773FA}" v="93" dt="2023-05-02T21:32:38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1"/>
    <p:restoredTop sz="94597"/>
  </p:normalViewPr>
  <p:slideViewPr>
    <p:cSldViewPr snapToGrid="0">
      <p:cViewPr varScale="1">
        <p:scale>
          <a:sx n="230" d="100"/>
          <a:sy n="230" d="100"/>
        </p:scale>
        <p:origin x="388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a Sarmiento" userId="e0255561-4dc0-45fc-8d01-0914501388b5" providerId="ADAL" clId="{AC212CDA-F08F-47A2-8509-2DA572C773FA}"/>
    <pc:docChg chg="undo custSel modSld">
      <pc:chgData name="Paola Sarmiento" userId="e0255561-4dc0-45fc-8d01-0914501388b5" providerId="ADAL" clId="{AC212CDA-F08F-47A2-8509-2DA572C773FA}" dt="2023-05-02T21:32:38.006" v="158" actId="478"/>
      <pc:docMkLst>
        <pc:docMk/>
      </pc:docMkLst>
      <pc:sldChg chg="addSp delSp modSp mod">
        <pc:chgData name="Paola Sarmiento" userId="e0255561-4dc0-45fc-8d01-0914501388b5" providerId="ADAL" clId="{AC212CDA-F08F-47A2-8509-2DA572C773FA}" dt="2023-05-02T21:32:38.006" v="158" actId="478"/>
        <pc:sldMkLst>
          <pc:docMk/>
          <pc:sldMk cId="1097796089" sldId="257"/>
        </pc:sldMkLst>
        <pc:spChg chg="add del mod ord">
          <ac:chgData name="Paola Sarmiento" userId="e0255561-4dc0-45fc-8d01-0914501388b5" providerId="ADAL" clId="{AC212CDA-F08F-47A2-8509-2DA572C773FA}" dt="2023-05-02T21:03:02.704" v="41" actId="478"/>
          <ac:spMkLst>
            <pc:docMk/>
            <pc:sldMk cId="1097796089" sldId="257"/>
            <ac:spMk id="9" creationId="{9E014139-B92A-2FD1-D467-4ED8BB32CF1E}"/>
          </ac:spMkLst>
        </pc:spChg>
        <pc:spChg chg="add del mod ord">
          <ac:chgData name="Paola Sarmiento" userId="e0255561-4dc0-45fc-8d01-0914501388b5" providerId="ADAL" clId="{AC212CDA-F08F-47A2-8509-2DA572C773FA}" dt="2023-05-02T21:31:38.577" v="150" actId="1076"/>
          <ac:spMkLst>
            <pc:docMk/>
            <pc:sldMk cId="1097796089" sldId="257"/>
            <ac:spMk id="10" creationId="{12275413-EBD6-9B55-F4C4-DB8D8789D819}"/>
          </ac:spMkLst>
        </pc:spChg>
        <pc:picChg chg="add del mod modCrop">
          <ac:chgData name="Paola Sarmiento" userId="e0255561-4dc0-45fc-8d01-0914501388b5" providerId="ADAL" clId="{AC212CDA-F08F-47A2-8509-2DA572C773FA}" dt="2023-05-02T21:03:02.704" v="41" actId="478"/>
          <ac:picMkLst>
            <pc:docMk/>
            <pc:sldMk cId="1097796089" sldId="257"/>
            <ac:picMk id="3" creationId="{4A92ABC1-1ACD-D4DF-04BC-273BC3978BEB}"/>
          </ac:picMkLst>
        </pc:picChg>
        <pc:picChg chg="add del mod modCrop">
          <ac:chgData name="Paola Sarmiento" userId="e0255561-4dc0-45fc-8d01-0914501388b5" providerId="ADAL" clId="{AC212CDA-F08F-47A2-8509-2DA572C773FA}" dt="2023-05-02T21:26:02.038" v="113" actId="478"/>
          <ac:picMkLst>
            <pc:docMk/>
            <pc:sldMk cId="1097796089" sldId="257"/>
            <ac:picMk id="11" creationId="{AC4D6053-A693-80BF-F6FF-AF073809594E}"/>
          </ac:picMkLst>
        </pc:picChg>
        <pc:picChg chg="add del mod modCrop">
          <ac:chgData name="Paola Sarmiento" userId="e0255561-4dc0-45fc-8d01-0914501388b5" providerId="ADAL" clId="{AC212CDA-F08F-47A2-8509-2DA572C773FA}" dt="2023-05-02T21:27:37.864" v="142" actId="478"/>
          <ac:picMkLst>
            <pc:docMk/>
            <pc:sldMk cId="1097796089" sldId="257"/>
            <ac:picMk id="12" creationId="{6275ED3B-0320-89A2-629C-42FC84021C79}"/>
          </ac:picMkLst>
        </pc:picChg>
        <pc:picChg chg="add del mod">
          <ac:chgData name="Paola Sarmiento" userId="e0255561-4dc0-45fc-8d01-0914501388b5" providerId="ADAL" clId="{AC212CDA-F08F-47A2-8509-2DA572C773FA}" dt="2023-05-02T21:20:52.099" v="87" actId="478"/>
          <ac:picMkLst>
            <pc:docMk/>
            <pc:sldMk cId="1097796089" sldId="257"/>
            <ac:picMk id="1026" creationId="{271662ED-3AD6-3A96-0B20-E78D01070010}"/>
          </ac:picMkLst>
        </pc:picChg>
        <pc:picChg chg="add del mod">
          <ac:chgData name="Paola Sarmiento" userId="e0255561-4dc0-45fc-8d01-0914501388b5" providerId="ADAL" clId="{AC212CDA-F08F-47A2-8509-2DA572C773FA}" dt="2023-05-02T21:32:38.006" v="158" actId="478"/>
          <ac:picMkLst>
            <pc:docMk/>
            <pc:sldMk cId="1097796089" sldId="257"/>
            <ac:picMk id="1028" creationId="{6001AD4D-3A66-1FD4-47DC-E2E5E80057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90" y="507402"/>
            <a:ext cx="1655684" cy="1079394"/>
          </a:xfrm>
        </p:spPr>
        <p:txBody>
          <a:bodyPr anchor="b"/>
          <a:lstStyle>
            <a:lvl1pPr algn="ctr">
              <a:defRPr sz="12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83" y="1628421"/>
            <a:ext cx="1460897" cy="748543"/>
          </a:xfrm>
        </p:spPr>
        <p:txBody>
          <a:bodyPr/>
          <a:lstStyle>
            <a:lvl1pPr marL="0" indent="0" algn="ctr">
              <a:buNone/>
              <a:defRPr sz="511"/>
            </a:lvl1pPr>
            <a:lvl2pPr marL="97384" indent="0" algn="ctr">
              <a:buNone/>
              <a:defRPr sz="426"/>
            </a:lvl2pPr>
            <a:lvl3pPr marL="194767" indent="0" algn="ctr">
              <a:buNone/>
              <a:defRPr sz="383"/>
            </a:lvl3pPr>
            <a:lvl4pPr marL="292151" indent="0" algn="ctr">
              <a:buNone/>
              <a:defRPr sz="341"/>
            </a:lvl4pPr>
            <a:lvl5pPr marL="389534" indent="0" algn="ctr">
              <a:buNone/>
              <a:defRPr sz="341"/>
            </a:lvl5pPr>
            <a:lvl6pPr marL="486918" indent="0" algn="ctr">
              <a:buNone/>
              <a:defRPr sz="341"/>
            </a:lvl6pPr>
            <a:lvl7pPr marL="584302" indent="0" algn="ctr">
              <a:buNone/>
              <a:defRPr sz="341"/>
            </a:lvl7pPr>
            <a:lvl8pPr marL="681685" indent="0" algn="ctr">
              <a:buNone/>
              <a:defRPr sz="341"/>
            </a:lvl8pPr>
            <a:lvl9pPr marL="779069" indent="0" algn="ctr">
              <a:buNone/>
              <a:defRPr sz="3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2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5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01" y="772945"/>
            <a:ext cx="1680032" cy="1289675"/>
          </a:xfrm>
        </p:spPr>
        <p:txBody>
          <a:bodyPr anchor="b"/>
          <a:lstStyle>
            <a:lvl1pPr>
              <a:defRPr sz="12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01" y="2074821"/>
            <a:ext cx="1680032" cy="678210"/>
          </a:xfrm>
        </p:spPr>
        <p:txBody>
          <a:bodyPr/>
          <a:lstStyle>
            <a:lvl1pPr marL="0" indent="0">
              <a:buNone/>
              <a:defRPr sz="511">
                <a:solidFill>
                  <a:schemeClr val="tx1"/>
                </a:solidFill>
              </a:defRPr>
            </a:lvl1pPr>
            <a:lvl2pPr marL="97384" indent="0">
              <a:buNone/>
              <a:defRPr sz="426">
                <a:solidFill>
                  <a:schemeClr val="tx1">
                    <a:tint val="75000"/>
                  </a:schemeClr>
                </a:solidFill>
              </a:defRPr>
            </a:lvl2pPr>
            <a:lvl3pPr marL="194767" indent="0">
              <a:buNone/>
              <a:defRPr sz="383">
                <a:solidFill>
                  <a:schemeClr val="tx1">
                    <a:tint val="75000"/>
                  </a:schemeClr>
                </a:solidFill>
              </a:defRPr>
            </a:lvl3pPr>
            <a:lvl4pPr marL="292151" indent="0">
              <a:buNone/>
              <a:defRPr sz="341">
                <a:solidFill>
                  <a:schemeClr val="tx1">
                    <a:tint val="75000"/>
                  </a:schemeClr>
                </a:solidFill>
              </a:defRPr>
            </a:lvl4pPr>
            <a:lvl5pPr marL="389534" indent="0">
              <a:buNone/>
              <a:defRPr sz="341">
                <a:solidFill>
                  <a:schemeClr val="tx1">
                    <a:tint val="75000"/>
                  </a:schemeClr>
                </a:solidFill>
              </a:defRPr>
            </a:lvl5pPr>
            <a:lvl6pPr marL="486918" indent="0">
              <a:buNone/>
              <a:defRPr sz="341">
                <a:solidFill>
                  <a:schemeClr val="tx1">
                    <a:tint val="75000"/>
                  </a:schemeClr>
                </a:solidFill>
              </a:defRPr>
            </a:lvl6pPr>
            <a:lvl7pPr marL="584302" indent="0">
              <a:buNone/>
              <a:defRPr sz="341">
                <a:solidFill>
                  <a:schemeClr val="tx1">
                    <a:tint val="75000"/>
                  </a:schemeClr>
                </a:solidFill>
              </a:defRPr>
            </a:lvl7pPr>
            <a:lvl8pPr marL="681685" indent="0">
              <a:buNone/>
              <a:defRPr sz="341">
                <a:solidFill>
                  <a:schemeClr val="tx1">
                    <a:tint val="75000"/>
                  </a:schemeClr>
                </a:solidFill>
              </a:defRPr>
            </a:lvl8pPr>
            <a:lvl9pPr marL="779069" indent="0">
              <a:buNone/>
              <a:defRPr sz="3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9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915" y="825335"/>
            <a:ext cx="827842" cy="196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6106" y="825335"/>
            <a:ext cx="827842" cy="196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69" y="165068"/>
            <a:ext cx="1680032" cy="599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70" y="760026"/>
            <a:ext cx="824037" cy="372477"/>
          </a:xfrm>
        </p:spPr>
        <p:txBody>
          <a:bodyPr anchor="b"/>
          <a:lstStyle>
            <a:lvl1pPr marL="0" indent="0">
              <a:buNone/>
              <a:defRPr sz="511" b="1"/>
            </a:lvl1pPr>
            <a:lvl2pPr marL="97384" indent="0">
              <a:buNone/>
              <a:defRPr sz="426" b="1"/>
            </a:lvl2pPr>
            <a:lvl3pPr marL="194767" indent="0">
              <a:buNone/>
              <a:defRPr sz="383" b="1"/>
            </a:lvl3pPr>
            <a:lvl4pPr marL="292151" indent="0">
              <a:buNone/>
              <a:defRPr sz="341" b="1"/>
            </a:lvl4pPr>
            <a:lvl5pPr marL="389534" indent="0">
              <a:buNone/>
              <a:defRPr sz="341" b="1"/>
            </a:lvl5pPr>
            <a:lvl6pPr marL="486918" indent="0">
              <a:buNone/>
              <a:defRPr sz="341" b="1"/>
            </a:lvl6pPr>
            <a:lvl7pPr marL="584302" indent="0">
              <a:buNone/>
              <a:defRPr sz="341" b="1"/>
            </a:lvl7pPr>
            <a:lvl8pPr marL="681685" indent="0">
              <a:buNone/>
              <a:defRPr sz="341" b="1"/>
            </a:lvl8pPr>
            <a:lvl9pPr marL="779069" indent="0">
              <a:buNone/>
              <a:defRPr sz="3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70" y="1132503"/>
            <a:ext cx="824037" cy="16657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6106" y="760026"/>
            <a:ext cx="828095" cy="372477"/>
          </a:xfrm>
        </p:spPr>
        <p:txBody>
          <a:bodyPr anchor="b"/>
          <a:lstStyle>
            <a:lvl1pPr marL="0" indent="0">
              <a:buNone/>
              <a:defRPr sz="511" b="1"/>
            </a:lvl1pPr>
            <a:lvl2pPr marL="97384" indent="0">
              <a:buNone/>
              <a:defRPr sz="426" b="1"/>
            </a:lvl2pPr>
            <a:lvl3pPr marL="194767" indent="0">
              <a:buNone/>
              <a:defRPr sz="383" b="1"/>
            </a:lvl3pPr>
            <a:lvl4pPr marL="292151" indent="0">
              <a:buNone/>
              <a:defRPr sz="341" b="1"/>
            </a:lvl4pPr>
            <a:lvl5pPr marL="389534" indent="0">
              <a:buNone/>
              <a:defRPr sz="341" b="1"/>
            </a:lvl5pPr>
            <a:lvl6pPr marL="486918" indent="0">
              <a:buNone/>
              <a:defRPr sz="341" b="1"/>
            </a:lvl6pPr>
            <a:lvl7pPr marL="584302" indent="0">
              <a:buNone/>
              <a:defRPr sz="341" b="1"/>
            </a:lvl7pPr>
            <a:lvl8pPr marL="681685" indent="0">
              <a:buNone/>
              <a:defRPr sz="341" b="1"/>
            </a:lvl8pPr>
            <a:lvl9pPr marL="779069" indent="0">
              <a:buNone/>
              <a:defRPr sz="3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6106" y="1132503"/>
            <a:ext cx="828095" cy="16657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22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36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1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69" y="206692"/>
            <a:ext cx="628237" cy="723424"/>
          </a:xfrm>
        </p:spPr>
        <p:txBody>
          <a:bodyPr anchor="b"/>
          <a:lstStyle>
            <a:lvl1pPr>
              <a:defRPr sz="6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095" y="446399"/>
            <a:ext cx="986106" cy="2203285"/>
          </a:xfrm>
        </p:spPr>
        <p:txBody>
          <a:bodyPr/>
          <a:lstStyle>
            <a:lvl1pPr>
              <a:defRPr sz="682"/>
            </a:lvl1pPr>
            <a:lvl2pPr>
              <a:defRPr sz="596"/>
            </a:lvl2pPr>
            <a:lvl3pPr>
              <a:defRPr sz="511"/>
            </a:lvl3pPr>
            <a:lvl4pPr>
              <a:defRPr sz="426"/>
            </a:lvl4pPr>
            <a:lvl5pPr>
              <a:defRPr sz="426"/>
            </a:lvl5pPr>
            <a:lvl6pPr>
              <a:defRPr sz="426"/>
            </a:lvl6pPr>
            <a:lvl7pPr>
              <a:defRPr sz="426"/>
            </a:lvl7pPr>
            <a:lvl8pPr>
              <a:defRPr sz="426"/>
            </a:lvl8pPr>
            <a:lvl9pPr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169" y="930116"/>
            <a:ext cx="628237" cy="1723156"/>
          </a:xfrm>
        </p:spPr>
        <p:txBody>
          <a:bodyPr/>
          <a:lstStyle>
            <a:lvl1pPr marL="0" indent="0">
              <a:buNone/>
              <a:defRPr sz="341"/>
            </a:lvl1pPr>
            <a:lvl2pPr marL="97384" indent="0">
              <a:buNone/>
              <a:defRPr sz="298"/>
            </a:lvl2pPr>
            <a:lvl3pPr marL="194767" indent="0">
              <a:buNone/>
              <a:defRPr sz="256"/>
            </a:lvl3pPr>
            <a:lvl4pPr marL="292151" indent="0">
              <a:buNone/>
              <a:defRPr sz="213"/>
            </a:lvl4pPr>
            <a:lvl5pPr marL="389534" indent="0">
              <a:buNone/>
              <a:defRPr sz="213"/>
            </a:lvl5pPr>
            <a:lvl6pPr marL="486918" indent="0">
              <a:buNone/>
              <a:defRPr sz="213"/>
            </a:lvl6pPr>
            <a:lvl7pPr marL="584302" indent="0">
              <a:buNone/>
              <a:defRPr sz="213"/>
            </a:lvl7pPr>
            <a:lvl8pPr marL="681685" indent="0">
              <a:buNone/>
              <a:defRPr sz="213"/>
            </a:lvl8pPr>
            <a:lvl9pPr marL="779069" indent="0">
              <a:buNone/>
              <a:defRPr sz="2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69" y="206692"/>
            <a:ext cx="628237" cy="723424"/>
          </a:xfrm>
        </p:spPr>
        <p:txBody>
          <a:bodyPr anchor="b"/>
          <a:lstStyle>
            <a:lvl1pPr>
              <a:defRPr sz="6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8095" y="446399"/>
            <a:ext cx="986106" cy="2203285"/>
          </a:xfrm>
        </p:spPr>
        <p:txBody>
          <a:bodyPr anchor="t"/>
          <a:lstStyle>
            <a:lvl1pPr marL="0" indent="0">
              <a:buNone/>
              <a:defRPr sz="682"/>
            </a:lvl1pPr>
            <a:lvl2pPr marL="97384" indent="0">
              <a:buNone/>
              <a:defRPr sz="596"/>
            </a:lvl2pPr>
            <a:lvl3pPr marL="194767" indent="0">
              <a:buNone/>
              <a:defRPr sz="511"/>
            </a:lvl3pPr>
            <a:lvl4pPr marL="292151" indent="0">
              <a:buNone/>
              <a:defRPr sz="426"/>
            </a:lvl4pPr>
            <a:lvl5pPr marL="389534" indent="0">
              <a:buNone/>
              <a:defRPr sz="426"/>
            </a:lvl5pPr>
            <a:lvl6pPr marL="486918" indent="0">
              <a:buNone/>
              <a:defRPr sz="426"/>
            </a:lvl6pPr>
            <a:lvl7pPr marL="584302" indent="0">
              <a:buNone/>
              <a:defRPr sz="426"/>
            </a:lvl7pPr>
            <a:lvl8pPr marL="681685" indent="0">
              <a:buNone/>
              <a:defRPr sz="426"/>
            </a:lvl8pPr>
            <a:lvl9pPr marL="779069" indent="0">
              <a:buNone/>
              <a:defRPr sz="42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169" y="930116"/>
            <a:ext cx="628237" cy="1723156"/>
          </a:xfrm>
        </p:spPr>
        <p:txBody>
          <a:bodyPr/>
          <a:lstStyle>
            <a:lvl1pPr marL="0" indent="0">
              <a:buNone/>
              <a:defRPr sz="341"/>
            </a:lvl1pPr>
            <a:lvl2pPr marL="97384" indent="0">
              <a:buNone/>
              <a:defRPr sz="298"/>
            </a:lvl2pPr>
            <a:lvl3pPr marL="194767" indent="0">
              <a:buNone/>
              <a:defRPr sz="256"/>
            </a:lvl3pPr>
            <a:lvl4pPr marL="292151" indent="0">
              <a:buNone/>
              <a:defRPr sz="213"/>
            </a:lvl4pPr>
            <a:lvl5pPr marL="389534" indent="0">
              <a:buNone/>
              <a:defRPr sz="213"/>
            </a:lvl5pPr>
            <a:lvl6pPr marL="486918" indent="0">
              <a:buNone/>
              <a:defRPr sz="213"/>
            </a:lvl6pPr>
            <a:lvl7pPr marL="584302" indent="0">
              <a:buNone/>
              <a:defRPr sz="213"/>
            </a:lvl7pPr>
            <a:lvl8pPr marL="681685" indent="0">
              <a:buNone/>
              <a:defRPr sz="213"/>
            </a:lvl8pPr>
            <a:lvl9pPr marL="779069" indent="0">
              <a:buNone/>
              <a:defRPr sz="2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62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3940" y="165067"/>
            <a:ext cx="420008" cy="26274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915" y="165067"/>
            <a:ext cx="1235676" cy="26274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916" y="165068"/>
            <a:ext cx="1680032" cy="599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916" y="825335"/>
            <a:ext cx="1680032" cy="1967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916" y="2873601"/>
            <a:ext cx="438269" cy="165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D1568-9210-3543-9C5F-B622201A376B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5230" y="2873601"/>
            <a:ext cx="657404" cy="165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5678" y="2873601"/>
            <a:ext cx="438269" cy="165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1EFB3-71C1-7C4B-A877-D7225DFF1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8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4767" rtl="0" eaLnBrk="1" latinLnBrk="0" hangingPunct="1">
        <a:lnSpc>
          <a:spcPct val="90000"/>
        </a:lnSpc>
        <a:spcBef>
          <a:spcPct val="0"/>
        </a:spcBef>
        <a:buNone/>
        <a:defRPr sz="9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692" indent="-48692" algn="l" defTabSz="194767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596" kern="1200">
          <a:solidFill>
            <a:schemeClr val="tx1"/>
          </a:solidFill>
          <a:latin typeface="+mn-lt"/>
          <a:ea typeface="+mn-ea"/>
          <a:cs typeface="+mn-cs"/>
        </a:defRPr>
      </a:lvl1pPr>
      <a:lvl2pPr marL="146075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511" kern="1200">
          <a:solidFill>
            <a:schemeClr val="tx1"/>
          </a:solidFill>
          <a:latin typeface="+mn-lt"/>
          <a:ea typeface="+mn-ea"/>
          <a:cs typeface="+mn-cs"/>
        </a:defRPr>
      </a:lvl2pPr>
      <a:lvl3pPr marL="243459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426" kern="1200">
          <a:solidFill>
            <a:schemeClr val="tx1"/>
          </a:solidFill>
          <a:latin typeface="+mn-lt"/>
          <a:ea typeface="+mn-ea"/>
          <a:cs typeface="+mn-cs"/>
        </a:defRPr>
      </a:lvl3pPr>
      <a:lvl4pPr marL="340843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438226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535610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632993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730377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827761" indent="-48692" algn="l" defTabSz="194767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1pPr>
      <a:lvl2pPr marL="97384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2pPr>
      <a:lvl3pPr marL="194767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3pPr>
      <a:lvl4pPr marL="292151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389534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486918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584302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681685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779069" algn="l" defTabSz="194767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384652-E948-173E-5DC0-83FEDB6C5B09}"/>
              </a:ext>
            </a:extLst>
          </p:cNvPr>
          <p:cNvSpPr/>
          <p:nvPr/>
        </p:nvSpPr>
        <p:spPr>
          <a:xfrm>
            <a:off x="579986" y="690656"/>
            <a:ext cx="787890" cy="8904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err="1">
                <a:solidFill>
                  <a:schemeClr val="bg1">
                    <a:lumMod val="65000"/>
                  </a:schemeClr>
                </a:solidFill>
              </a:rPr>
              <a:t>Foto</a:t>
            </a:r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0C9AC-4C48-C991-3617-D0588C1AE120}"/>
              </a:ext>
            </a:extLst>
          </p:cNvPr>
          <p:cNvSpPr txBox="1"/>
          <p:nvPr/>
        </p:nvSpPr>
        <p:spPr>
          <a:xfrm>
            <a:off x="253575" y="1667864"/>
            <a:ext cx="14407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>
                <a:latin typeface="Proxima Nova" panose="02000506030000020004" pitchFamily="2" charset="77"/>
                <a:ea typeface="Roboto Slab" pitchFamily="2" charset="0"/>
                <a:cs typeface="Arial Narrow" panose="020B0604020202020204" pitchFamily="34" charset="0"/>
              </a:rPr>
              <a:t>Nombre</a:t>
            </a:r>
            <a:r>
              <a:rPr lang="en-US" sz="1050" b="1" dirty="0">
                <a:latin typeface="Proxima Nova" panose="02000506030000020004" pitchFamily="2" charset="77"/>
                <a:ea typeface="Roboto Slab" pitchFamily="2" charset="0"/>
                <a:cs typeface="Arial Narrow" panose="020B0604020202020204" pitchFamily="34" charset="0"/>
              </a:rPr>
              <a:t> </a:t>
            </a:r>
            <a:r>
              <a:rPr lang="en-US" sz="1050" b="1" dirty="0" err="1">
                <a:latin typeface="Proxima Nova" panose="02000506030000020004" pitchFamily="2" charset="77"/>
                <a:ea typeface="Roboto Slab" pitchFamily="2" charset="0"/>
                <a:cs typeface="Arial Narrow" panose="020B0604020202020204" pitchFamily="34" charset="0"/>
              </a:rPr>
              <a:t>Nombre</a:t>
            </a:r>
            <a:endParaRPr lang="en-US" sz="1050" b="1" dirty="0">
              <a:latin typeface="Proxima Nova" panose="02000506030000020004" pitchFamily="2" charset="77"/>
              <a:ea typeface="Roboto Slab" pitchFamily="2" charset="0"/>
              <a:cs typeface="Arial Narrow" panose="020B0604020202020204" pitchFamily="34" charset="0"/>
            </a:endParaRPr>
          </a:p>
          <a:p>
            <a:pPr algn="ctr"/>
            <a:r>
              <a:rPr lang="en-US" sz="1050" b="1" dirty="0" err="1">
                <a:latin typeface="Proxima Nova" panose="02000506030000020004" pitchFamily="2" charset="77"/>
                <a:ea typeface="Roboto Slab" pitchFamily="2" charset="0"/>
                <a:cs typeface="Arial Narrow" panose="020B0604020202020204" pitchFamily="34" charset="0"/>
              </a:rPr>
              <a:t>Apellido</a:t>
            </a:r>
            <a:r>
              <a:rPr lang="en-US" sz="1050" b="1" dirty="0">
                <a:latin typeface="Proxima Nova" panose="02000506030000020004" pitchFamily="2" charset="77"/>
                <a:ea typeface="Roboto Slab" pitchFamily="2" charset="0"/>
                <a:cs typeface="Arial Narrow" panose="020B0604020202020204" pitchFamily="34" charset="0"/>
              </a:rPr>
              <a:t> </a:t>
            </a:r>
            <a:r>
              <a:rPr lang="en-US" sz="1050" b="1" dirty="0" err="1">
                <a:latin typeface="Proxima Nova" panose="02000506030000020004" pitchFamily="2" charset="77"/>
                <a:ea typeface="Roboto Slab" pitchFamily="2" charset="0"/>
                <a:cs typeface="Arial Narrow" panose="020B0604020202020204" pitchFamily="34" charset="0"/>
              </a:rPr>
              <a:t>Apellido</a:t>
            </a:r>
            <a:endParaRPr lang="en-US" sz="1050" b="1" dirty="0">
              <a:latin typeface="Proxima Nova" panose="02000506030000020004" pitchFamily="2" charset="77"/>
              <a:ea typeface="Roboto Slab" pitchFamily="2" charset="0"/>
              <a:cs typeface="Arial Narrow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CB0F4-E514-EF09-F93F-859932EDC83D}"/>
              </a:ext>
            </a:extLst>
          </p:cNvPr>
          <p:cNvSpPr txBox="1"/>
          <p:nvPr/>
        </p:nvSpPr>
        <p:spPr>
          <a:xfrm>
            <a:off x="253575" y="2071178"/>
            <a:ext cx="1440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Proxima Nova Medium" panose="02000506030000020004" pitchFamily="2" charset="77"/>
                <a:cs typeface="Arial Narrow" panose="020B0604020202020204" pitchFamily="34" charset="0"/>
              </a:rPr>
              <a:t>Posición</a:t>
            </a:r>
            <a:r>
              <a:rPr lang="en-US" sz="800" dirty="0">
                <a:latin typeface="Proxima Nova Medium" panose="02000506030000020004" pitchFamily="2" charset="77"/>
                <a:cs typeface="Arial Narrow" panose="020B0604020202020204" pitchFamily="34" charset="0"/>
              </a:rPr>
              <a:t> / Cargo</a:t>
            </a:r>
          </a:p>
          <a:p>
            <a:pPr algn="ctr"/>
            <a:r>
              <a:rPr lang="en-US" sz="800" dirty="0">
                <a:latin typeface="Proxima Nova Medium" panose="02000506030000020004" pitchFamily="2" charset="77"/>
                <a:cs typeface="Arial Narrow" panose="020B0604020202020204" pitchFamily="34" charset="0"/>
              </a:rPr>
              <a:t>Proyecto o </a:t>
            </a:r>
            <a:r>
              <a:rPr lang="en-US" sz="800" dirty="0" err="1">
                <a:latin typeface="Proxima Nova Medium" panose="02000506030000020004" pitchFamily="2" charset="77"/>
                <a:cs typeface="Arial Narrow" panose="020B0604020202020204" pitchFamily="34" charset="0"/>
              </a:rPr>
              <a:t>Programa</a:t>
            </a:r>
            <a:endParaRPr lang="en-US" sz="800" dirty="0">
              <a:latin typeface="Proxima Nova Medium" panose="02000506030000020004" pitchFamily="2" charset="77"/>
              <a:cs typeface="Arial Narrow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E5773E-A1F0-7283-2529-DE396D643E44}"/>
              </a:ext>
            </a:extLst>
          </p:cNvPr>
          <p:cNvSpPr txBox="1"/>
          <p:nvPr/>
        </p:nvSpPr>
        <p:spPr>
          <a:xfrm>
            <a:off x="253575" y="2614444"/>
            <a:ext cx="14407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Proxima Nova Medium" panose="02000506030000020004" pitchFamily="2" charset="77"/>
                <a:cs typeface="Arial Narrow" panose="020B0604020202020204" pitchFamily="34" charset="0"/>
              </a:rPr>
              <a:t>RH: 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B691DC-D99D-3D57-27C3-098EE25BB931}"/>
              </a:ext>
            </a:extLst>
          </p:cNvPr>
          <p:cNvSpPr txBox="1"/>
          <p:nvPr/>
        </p:nvSpPr>
        <p:spPr>
          <a:xfrm>
            <a:off x="253575" y="2409732"/>
            <a:ext cx="1440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Proxima Nova Medium" panose="02000506030000020004" pitchFamily="2" charset="77"/>
                <a:cs typeface="Arial Narrow" panose="020B0604020202020204" pitchFamily="34" charset="0"/>
              </a:rPr>
              <a:t>ID: XXXXXXXXXXX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275413-EBD6-9B55-F4C4-DB8D8789D819}"/>
              </a:ext>
            </a:extLst>
          </p:cNvPr>
          <p:cNvSpPr/>
          <p:nvPr/>
        </p:nvSpPr>
        <p:spPr>
          <a:xfrm>
            <a:off x="-1959498" y="769917"/>
            <a:ext cx="1080000" cy="144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79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56D0E9-0869-4022-9A97-E4ABF81C35F2}">
  <ds:schemaRefs>
    <ds:schemaRef ds:uri="http://schemas.microsoft.com/office/2006/metadata/properties"/>
    <ds:schemaRef ds:uri="http://schemas.microsoft.com/office/infopath/2007/PartnerControls"/>
    <ds:schemaRef ds:uri="f2466082-b6bf-4153-98c3-3c41e85fda18"/>
    <ds:schemaRef ds:uri="dc808d36-874f-4b27-aec2-2fd649817929"/>
  </ds:schemaRefs>
</ds:datastoreItem>
</file>

<file path=customXml/itemProps2.xml><?xml version="1.0" encoding="utf-8"?>
<ds:datastoreItem xmlns:ds="http://schemas.openxmlformats.org/officeDocument/2006/customXml" ds:itemID="{28C92CFB-3038-41B3-808C-C68B355CA6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B6FA59-D55F-4AF8-86C9-1E957A72916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</TotalTime>
  <Words>17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Proxima Nova</vt:lpstr>
      <vt:lpstr>Proxima Nova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Simmonds</dc:creator>
  <cp:lastModifiedBy>Paola Sarmiento</cp:lastModifiedBy>
  <cp:revision>6</cp:revision>
  <dcterms:created xsi:type="dcterms:W3CDTF">2022-10-06T16:42:37Z</dcterms:created>
  <dcterms:modified xsi:type="dcterms:W3CDTF">2023-05-02T21:32:40Z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