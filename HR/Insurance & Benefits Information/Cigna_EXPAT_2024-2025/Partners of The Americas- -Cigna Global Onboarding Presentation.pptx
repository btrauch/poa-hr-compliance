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Layouts/slideLayout14.xml" ContentType="application/vnd.openxmlformats-officedocument.presentationml.slideLayout+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39.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notesSlides/notesSlide5.xml" ContentType="application/vnd.openxmlformats-officedocument.presentationml.notesSlid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theme/theme1.xml" ContentType="application/vnd.openxmlformats-officedocument.theme+xml"/>
  <Override PartName="/ppt/authors.xml" ContentType="application/vnd.ms-powerpoint.authors+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customXml/itemProps1.xml" ContentType="application/vnd.openxmlformats-officedocument.customXmlProperties+xml"/>
  <Override PartName="/customXml/itemProps2.xml" ContentType="application/vnd.openxmlformats-officedocument.customXmlProperties+xml"/>
  <Override PartName="/ppt/tags/tag1.xml" ContentType="application/vnd.openxmlformats-officedocument.presentationml.tags+xml"/>
  <Override PartName="/ppt/tags/tag2.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3.xml" ContentType="application/vnd.openxmlformats-officedocument.presentationml.tags+xml"/>
  <Override PartName="/docProps/app.xml" ContentType="application/vnd.openxmlformats-officedocument.extended-properties+xml"/>
  <Override PartName="/ppt/tags/tag17.xml" ContentType="application/vnd.openxmlformats-officedocument.presentationml.tags+xml"/>
  <Override PartName="/ppt/revisionInfo.xml" ContentType="application/vnd.ms-powerpoint.revisioninfo+xml"/>
  <Override PartName="/docProps/custom.xml" ContentType="application/vnd.openxmlformats-officedocument.custom-properties+xml"/>
  <Override PartName="/docProps/core.xml" ContentType="application/vnd.openxmlformats-package.core-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3"/>
  </p:sldMasterIdLst>
  <p:notesMasterIdLst>
    <p:notesMasterId r:id="rId38"/>
  </p:notesMasterIdLst>
  <p:handoutMasterIdLst>
    <p:handoutMasterId r:id="rId39"/>
  </p:handoutMasterIdLst>
  <p:sldIdLst>
    <p:sldId id="344" r:id="rId4"/>
    <p:sldId id="747" r:id="rId5"/>
    <p:sldId id="748" r:id="rId6"/>
    <p:sldId id="345" r:id="rId7"/>
    <p:sldId id="692" r:id="rId8"/>
    <p:sldId id="351" r:id="rId9"/>
    <p:sldId id="749" r:id="rId10"/>
    <p:sldId id="750" r:id="rId11"/>
    <p:sldId id="751" r:id="rId12"/>
    <p:sldId id="822" r:id="rId13"/>
    <p:sldId id="753" r:id="rId14"/>
    <p:sldId id="823" r:id="rId15"/>
    <p:sldId id="756" r:id="rId16"/>
    <p:sldId id="757" r:id="rId17"/>
    <p:sldId id="758" r:id="rId18"/>
    <p:sldId id="759" r:id="rId19"/>
    <p:sldId id="760" r:id="rId20"/>
    <p:sldId id="261" r:id="rId21"/>
    <p:sldId id="340" r:id="rId22"/>
    <p:sldId id="761" r:id="rId23"/>
    <p:sldId id="762" r:id="rId24"/>
    <p:sldId id="763" r:id="rId25"/>
    <p:sldId id="801" r:id="rId26"/>
    <p:sldId id="824" r:id="rId27"/>
    <p:sldId id="803" r:id="rId28"/>
    <p:sldId id="808" r:id="rId29"/>
    <p:sldId id="809" r:id="rId30"/>
    <p:sldId id="810" r:id="rId31"/>
    <p:sldId id="811" r:id="rId32"/>
    <p:sldId id="812" r:id="rId33"/>
    <p:sldId id="813" r:id="rId34"/>
    <p:sldId id="815" r:id="rId35"/>
    <p:sldId id="814" r:id="rId36"/>
    <p:sldId id="343"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25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1" clrIdx="1"/>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5F2"/>
    <a:srgbClr val="02B7F1"/>
    <a:srgbClr val="A4A3A4"/>
    <a:srgbClr val="000000"/>
    <a:srgbClr val="F3F2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0BECFA-5F77-4C51-BA66-230DAFAF0310}" v="7" dt="2024-04-26T18:15:36.92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857" autoAdjust="0"/>
    <p:restoredTop sz="95210" autoAdjust="0"/>
  </p:normalViewPr>
  <p:slideViewPr>
    <p:cSldViewPr snapToGrid="0" showGuides="1">
      <p:cViewPr varScale="1">
        <p:scale>
          <a:sx n="105" d="100"/>
          <a:sy n="105" d="100"/>
        </p:scale>
        <p:origin x="528" y="66"/>
      </p:cViewPr>
      <p:guideLst>
        <p:guide orient="horz" pos="3250"/>
        <p:guide pos="3840"/>
      </p:guideLst>
    </p:cSldViewPr>
  </p:slideViewPr>
  <p:outlineViewPr>
    <p:cViewPr>
      <p:scale>
        <a:sx n="33" d="100"/>
        <a:sy n="33" d="100"/>
      </p:scale>
      <p:origin x="0" y="-4230"/>
    </p:cViewPr>
  </p:outlin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91" d="100"/>
          <a:sy n="91" d="100"/>
        </p:scale>
        <p:origin x="2922"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handoutMaster" Target="handoutMasters/handoutMaster1.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viewProps" Target="viewProps.xml"/><Relationship Id="rId47" Type="http://schemas.openxmlformats.org/officeDocument/2006/relationships/customXml" Target="../customXml/item3.xml"/><Relationship Id="rId7" Type="http://schemas.openxmlformats.org/officeDocument/2006/relationships/slide" Target="slides/slide4.xml"/><Relationship Id="rId2" Type="http://schemas.openxmlformats.org/officeDocument/2006/relationships/customXml" Target="../customXml/item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commentAuthors" Target="commentAuthors.xml"/><Relationship Id="rId45" Type="http://schemas.microsoft.com/office/2015/10/relationships/revisionInfo" Target="revisionInfo.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customXml" Target="../customXml/item5.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theme" Target="theme/theme1.xml"/><Relationship Id="rId48" Type="http://schemas.openxmlformats.org/officeDocument/2006/relationships/customXml" Target="../customXml/item4.xml"/><Relationship Id="rId8" Type="http://schemas.openxmlformats.org/officeDocument/2006/relationships/slide" Target="slides/slide5.xml"/><Relationship Id="rId3" Type="http://schemas.openxmlformats.org/officeDocument/2006/relationships/slideMaster" Target="slideMasters/slideMaster1.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notesMaster" Target="notesMasters/notesMaster1.xml"/><Relationship Id="rId46" Type="http://schemas.microsoft.com/office/2018/10/relationships/authors" Target="authors.xml"/><Relationship Id="rId20" Type="http://schemas.openxmlformats.org/officeDocument/2006/relationships/slide" Target="slides/slide17.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oter Placeholder 5"/>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D8382C0-1D05-4229-918E-CDD7B7E48B4A}" type="slidenum">
              <a:rPr lang="en-GB" smtClean="0"/>
              <a:t>‹#›</a:t>
            </a:fld>
            <a:endParaRPr lang="en-GB"/>
          </a:p>
        </p:txBody>
      </p:sp>
      <p:sp>
        <p:nvSpPr>
          <p:cNvPr id="8" name="Date Placeholder 7"/>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3F6AEEE-E778-402E-8B8F-9A98AED26EB8}" type="datetimeFigureOut">
              <a:rPr lang="en-GB" smtClean="0"/>
              <a:t>26/04/2024</a:t>
            </a:fld>
            <a:endParaRPr lang="en-GB"/>
          </a:p>
        </p:txBody>
      </p:sp>
      <p:sp>
        <p:nvSpPr>
          <p:cNvPr id="9" name="Header Placeholder 8"/>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Tree>
    <p:extLst>
      <p:ext uri="{BB962C8B-B14F-4D97-AF65-F5344CB8AC3E}">
        <p14:creationId xmlns:p14="http://schemas.microsoft.com/office/powerpoint/2010/main" val="1394799716"/>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Notes Placeholder 7"/>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Date Placeholder 8"/>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000"/>
            </a:lvl1pPr>
          </a:lstStyle>
          <a:p>
            <a:fld id="{1386E511-D742-4EFE-90B5-C9FC42762E0F}" type="datetimeFigureOut">
              <a:rPr lang="en-GB" smtClean="0"/>
              <a:pPr/>
              <a:t>26/04/2024</a:t>
            </a:fld>
            <a:endParaRPr lang="en-GB"/>
          </a:p>
        </p:txBody>
      </p:sp>
      <p:sp>
        <p:nvSpPr>
          <p:cNvPr id="10" name="Slide Number Placeholder 9"/>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000"/>
            </a:lvl1pPr>
          </a:lstStyle>
          <a:p>
            <a:fld id="{A16CFAD1-D197-4A88-B173-A6412E995EE5}" type="slidenum">
              <a:rPr lang="en-GB" smtClean="0"/>
              <a:pPr/>
              <a:t>‹#›</a:t>
            </a:fld>
            <a:endParaRPr lang="en-GB"/>
          </a:p>
        </p:txBody>
      </p:sp>
      <p:sp>
        <p:nvSpPr>
          <p:cNvPr id="11" name="Footer Placeholder 10"/>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000"/>
            </a:lvl1pPr>
          </a:lstStyle>
          <a:p>
            <a:endParaRPr lang="en-GB"/>
          </a:p>
        </p:txBody>
      </p:sp>
      <p:sp>
        <p:nvSpPr>
          <p:cNvPr id="12" name="Slide Image Placeholder 11"/>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13" name="Header Placeholder 12"/>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000"/>
            </a:lvl1pPr>
          </a:lstStyle>
          <a:p>
            <a:endParaRPr lang="en-GB"/>
          </a:p>
        </p:txBody>
      </p:sp>
    </p:spTree>
    <p:extLst>
      <p:ext uri="{BB962C8B-B14F-4D97-AF65-F5344CB8AC3E}">
        <p14:creationId xmlns:p14="http://schemas.microsoft.com/office/powerpoint/2010/main" val="1200601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4046538" cy="227647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5F24969-D400-4727-B4C6-AA050082B364}" type="slidenum">
              <a:rPr lang="en-US" smtClean="0"/>
              <a:t>2</a:t>
            </a:fld>
            <a:endParaRPr lang="en-US" dirty="0"/>
          </a:p>
        </p:txBody>
      </p:sp>
    </p:spTree>
    <p:extLst>
      <p:ext uri="{BB962C8B-B14F-4D97-AF65-F5344CB8AC3E}">
        <p14:creationId xmlns:p14="http://schemas.microsoft.com/office/powerpoint/2010/main" val="2548649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a:defRPr/>
            </a:pPr>
            <a:r>
              <a:rPr lang="en-US"/>
              <a:t>Name of Deck/Section</a:t>
            </a:r>
            <a:endParaRPr lang="en-US" dirty="0"/>
          </a:p>
        </p:txBody>
      </p:sp>
      <p:sp>
        <p:nvSpPr>
          <p:cNvPr id="5" name="Slide Number Placeholder 4"/>
          <p:cNvSpPr>
            <a:spLocks noGrp="1"/>
          </p:cNvSpPr>
          <p:nvPr>
            <p:ph type="sldNum" sz="quarter" idx="5"/>
          </p:nvPr>
        </p:nvSpPr>
        <p:spPr/>
        <p:txBody>
          <a:bodyPr/>
          <a:lstStyle/>
          <a:p>
            <a:fld id="{DECE3B9E-6574-462E-B6D1-39C8693FFF93}" type="slidenum">
              <a:rPr lang="en-US" altLang="en-US" smtClean="0"/>
              <a:pPr/>
              <a:t>5</a:t>
            </a:fld>
            <a:endParaRPr lang="en-US" altLang="en-US" dirty="0"/>
          </a:p>
        </p:txBody>
      </p:sp>
    </p:spTree>
    <p:extLst>
      <p:ext uri="{BB962C8B-B14F-4D97-AF65-F5344CB8AC3E}">
        <p14:creationId xmlns:p14="http://schemas.microsoft.com/office/powerpoint/2010/main" val="37143833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4046538" cy="227647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5F24969-D400-4727-B4C6-AA050082B364}" type="slidenum">
              <a:rPr lang="en-US" smtClean="0"/>
              <a:t>14</a:t>
            </a:fld>
            <a:endParaRPr lang="en-US" dirty="0"/>
          </a:p>
        </p:txBody>
      </p:sp>
    </p:spTree>
    <p:extLst>
      <p:ext uri="{BB962C8B-B14F-4D97-AF65-F5344CB8AC3E}">
        <p14:creationId xmlns:p14="http://schemas.microsoft.com/office/powerpoint/2010/main" val="32709250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4046538" cy="227647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5F24969-D400-4727-B4C6-AA050082B364}" type="slidenum">
              <a:rPr lang="en-US" smtClean="0"/>
              <a:t>17</a:t>
            </a:fld>
            <a:endParaRPr lang="en-US" dirty="0"/>
          </a:p>
        </p:txBody>
      </p:sp>
    </p:spTree>
    <p:extLst>
      <p:ext uri="{BB962C8B-B14F-4D97-AF65-F5344CB8AC3E}">
        <p14:creationId xmlns:p14="http://schemas.microsoft.com/office/powerpoint/2010/main" val="13562524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16CFAD1-D197-4A88-B173-A6412E995EE5}" type="slidenum">
              <a:rPr lang="en-GB" smtClean="0"/>
              <a:pPr/>
              <a:t>20</a:t>
            </a:fld>
            <a:endParaRPr lang="en-GB"/>
          </a:p>
        </p:txBody>
      </p:sp>
    </p:spTree>
    <p:extLst>
      <p:ext uri="{BB962C8B-B14F-4D97-AF65-F5344CB8AC3E}">
        <p14:creationId xmlns:p14="http://schemas.microsoft.com/office/powerpoint/2010/main" val="33317960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4046538" cy="227647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5F24969-D400-4727-B4C6-AA050082B364}" type="slidenum">
              <a:rPr lang="en-US" smtClean="0"/>
              <a:t>27</a:t>
            </a:fld>
            <a:endParaRPr lang="en-US" dirty="0"/>
          </a:p>
        </p:txBody>
      </p:sp>
    </p:spTree>
    <p:extLst>
      <p:ext uri="{BB962C8B-B14F-4D97-AF65-F5344CB8AC3E}">
        <p14:creationId xmlns:p14="http://schemas.microsoft.com/office/powerpoint/2010/main" val="30012384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4046538" cy="227647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5F24969-D400-4727-B4C6-AA050082B364}" type="slidenum">
              <a:rPr lang="en-US" smtClean="0"/>
              <a:t>29</a:t>
            </a:fld>
            <a:endParaRPr lang="en-US" dirty="0"/>
          </a:p>
        </p:txBody>
      </p:sp>
    </p:spTree>
    <p:extLst>
      <p:ext uri="{BB962C8B-B14F-4D97-AF65-F5344CB8AC3E}">
        <p14:creationId xmlns:p14="http://schemas.microsoft.com/office/powerpoint/2010/main" val="139826585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 Cover and full size picture">
    <p:bg bwMode="ltGray">
      <p:bgPr>
        <a:solidFill>
          <a:schemeClr val="tx2"/>
        </a:solidFill>
        <a:effectLst/>
      </p:bgPr>
    </p:bg>
    <p:spTree>
      <p:nvGrpSpPr>
        <p:cNvPr id="1" name=""/>
        <p:cNvGrpSpPr/>
        <p:nvPr/>
      </p:nvGrpSpPr>
      <p:grpSpPr>
        <a:xfrm>
          <a:off x="0" y="0"/>
          <a:ext cx="0" cy="0"/>
          <a:chOff x="0" y="0"/>
          <a:chExt cx="0" cy="0"/>
        </a:xfrm>
      </p:grpSpPr>
      <p:sp>
        <p:nvSpPr>
          <p:cNvPr id="6" name="Background">
            <a:extLst>
              <a:ext uri="{FF2B5EF4-FFF2-40B4-BE49-F238E27FC236}">
                <a16:creationId xmlns:a16="http://schemas.microsoft.com/office/drawing/2014/main" id="{29E6FAF1-D120-4172-AE29-B3271FE51748}"/>
              </a:ext>
            </a:extLst>
          </p:cNvPr>
          <p:cNvSpPr/>
          <p:nvPr userDrawn="1"/>
        </p:nvSpPr>
        <p:spPr>
          <a:xfrm>
            <a:off x="0" y="0"/>
            <a:ext cx="121932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dirty="0" err="1">
              <a:solidFill>
                <a:schemeClr val="tx1"/>
              </a:solidFill>
            </a:endParaRPr>
          </a:p>
        </p:txBody>
      </p:sp>
      <p:sp>
        <p:nvSpPr>
          <p:cNvPr id="8" name="Picture Placeholder 7">
            <a:extLst>
              <a:ext uri="{FF2B5EF4-FFF2-40B4-BE49-F238E27FC236}">
                <a16:creationId xmlns:a16="http://schemas.microsoft.com/office/drawing/2014/main" id="{DD808BC1-0D9E-EAE7-A1E9-FBA8D7C49D9C}"/>
              </a:ext>
            </a:extLst>
          </p:cNvPr>
          <p:cNvSpPr>
            <a:spLocks noGrp="1"/>
          </p:cNvSpPr>
          <p:nvPr>
            <p:ph type="pic" sz="quarter" idx="16" hasCustomPrompt="1"/>
          </p:nvPr>
        </p:nvSpPr>
        <p:spPr>
          <a:xfrm>
            <a:off x="0" y="0"/>
            <a:ext cx="12193200" cy="6858000"/>
          </a:xfrm>
          <a:custGeom>
            <a:avLst/>
            <a:gdLst>
              <a:gd name="connsiteX0" fmla="*/ 0 w 12193200"/>
              <a:gd name="connsiteY0" fmla="*/ 0 h 6858000"/>
              <a:gd name="connsiteX1" fmla="*/ 12193200 w 12193200"/>
              <a:gd name="connsiteY1" fmla="*/ 0 h 6858000"/>
              <a:gd name="connsiteX2" fmla="*/ 12193200 w 12193200"/>
              <a:gd name="connsiteY2" fmla="*/ 6858000 h 6858000"/>
              <a:gd name="connsiteX3" fmla="*/ 12192000 w 12193200"/>
              <a:gd name="connsiteY3" fmla="*/ 6858000 h 6858000"/>
              <a:gd name="connsiteX4" fmla="*/ 12192000 w 12193200"/>
              <a:gd name="connsiteY4" fmla="*/ 6678000 h 6858000"/>
              <a:gd name="connsiteX5" fmla="*/ 0 w 12193200"/>
              <a:gd name="connsiteY5" fmla="*/ 667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3200" h="6858000">
                <a:moveTo>
                  <a:pt x="0" y="0"/>
                </a:moveTo>
                <a:lnTo>
                  <a:pt x="12193200" y="0"/>
                </a:lnTo>
                <a:lnTo>
                  <a:pt x="12193200" y="6858000"/>
                </a:lnTo>
                <a:lnTo>
                  <a:pt x="12192000" y="6858000"/>
                </a:lnTo>
                <a:lnTo>
                  <a:pt x="12192000" y="6678000"/>
                </a:lnTo>
                <a:lnTo>
                  <a:pt x="0" y="6678000"/>
                </a:lnTo>
                <a:close/>
              </a:path>
            </a:pathLst>
          </a:custGeom>
          <a:solidFill>
            <a:schemeClr val="bg1">
              <a:lumMod val="85000"/>
            </a:schemeClr>
          </a:solidFill>
        </p:spPr>
        <p:txBody>
          <a:bodyPr wrap="square" lIns="108000" tIns="108000" rIns="108000" bIns="108000" anchor="t" anchorCtr="0">
            <a:noAutofit/>
          </a:bodyPr>
          <a:lstStyle>
            <a:lvl1pPr marL="0" indent="0" algn="r">
              <a:buNone/>
              <a:defRPr sz="1600">
                <a:solidFill>
                  <a:schemeClr val="tx1"/>
                </a:solidFill>
              </a:defRPr>
            </a:lvl1pPr>
          </a:lstStyle>
          <a:p>
            <a:r>
              <a:rPr lang="en-US" dirty="0"/>
              <a:t>Click icon to add picture or click on frame and insert picture using the Insert tab - Pictures</a:t>
            </a:r>
            <a:endParaRPr lang="en-US"/>
          </a:p>
        </p:txBody>
      </p:sp>
      <p:sp>
        <p:nvSpPr>
          <p:cNvPr id="10" name="Dynamic legal" descr="{&quot;templafy&quot;:{&quot;id&quot;:&quot;25865ba3-40bd-4203-ae96-d0e7f7e9c3b2&quot;}}">
            <a:extLst>
              <a:ext uri="{FF2B5EF4-FFF2-40B4-BE49-F238E27FC236}">
                <a16:creationId xmlns:a16="http://schemas.microsoft.com/office/drawing/2014/main" id="{60CD9714-4130-AA74-C488-386E326CE2C7}"/>
              </a:ext>
            </a:extLst>
          </p:cNvPr>
          <p:cNvSpPr txBox="1"/>
          <p:nvPr userDrawn="1"/>
        </p:nvSpPr>
        <p:spPr>
          <a:xfrm>
            <a:off x="-1588" y="6678000"/>
            <a:ext cx="12193588" cy="180000"/>
          </a:xfrm>
          <a:prstGeom prst="rect">
            <a:avLst/>
          </a:prstGeom>
          <a:solidFill>
            <a:srgbClr val="110081"/>
          </a:solidFill>
          <a:ln>
            <a:noFill/>
          </a:ln>
        </p:spPr>
        <p:txBody>
          <a:bodyPr wrap="square" lIns="0" tIns="0" rIns="0" bIns="0" anchor="ctr" anchorCtr="0">
            <a:noAutofit/>
          </a:bodyPr>
          <a:lstStyle/>
          <a:p>
            <a:pPr algn="ctr"/>
            <a:r>
              <a:rPr lang="en-US" sz="1000" dirty="0">
                <a:solidFill>
                  <a:srgbClr val="FFFFFF"/>
                </a:solidFill>
                <a:latin typeface="Arial Narrow" panose="020B0606020202030204" pitchFamily="34" charset="0"/>
              </a:rPr>
              <a:t>Confidential, unpublished property of Cigna Healthcare. Do not duplicate or distribute. Use and distribution limited solely to authorized personnel. © 2023 Cigna Healthcare</a:t>
            </a:r>
          </a:p>
        </p:txBody>
      </p:sp>
      <p:sp>
        <p:nvSpPr>
          <p:cNvPr id="5" name="Dynmic Internal use only" descr="{&quot;templafy&quot;:{&quot;id&quot;:&quot;a296beac-09a0-42ef-9adb-60e25562f32d&quot;}}" hidden="1" title="Form.Cigna_Confidentiality.Cigna_healthcareConfidentiality">
            <a:extLst>
              <a:ext uri="{FF2B5EF4-FFF2-40B4-BE49-F238E27FC236}">
                <a16:creationId xmlns:a16="http://schemas.microsoft.com/office/drawing/2014/main" id="{999DFF29-3CF3-4892-CDB1-E9257DF5C871}"/>
              </a:ext>
            </a:extLst>
          </p:cNvPr>
          <p:cNvSpPr/>
          <p:nvPr userDrawn="1"/>
        </p:nvSpPr>
        <p:spPr>
          <a:xfrm>
            <a:off x="10859153" y="6678000"/>
            <a:ext cx="973257"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r"/>
            <a:endParaRPr lang="en-US" sz="1000" kern="1200" noProof="0" dirty="0">
              <a:solidFill>
                <a:srgbClr val="FFFFFF"/>
              </a:solidFill>
              <a:latin typeface="Arial Narrow" panose="020B0606020202030204" pitchFamily="34" charset="0"/>
              <a:ea typeface="+mn-ea"/>
              <a:cs typeface="+mn-cs"/>
            </a:endParaRPr>
          </a:p>
        </p:txBody>
      </p:sp>
      <p:sp>
        <p:nvSpPr>
          <p:cNvPr id="33" name="Text Placeholder logo">
            <a:extLst>
              <a:ext uri="{FF2B5EF4-FFF2-40B4-BE49-F238E27FC236}">
                <a16:creationId xmlns:a16="http://schemas.microsoft.com/office/drawing/2014/main" id="{748FB64F-BD95-FBDF-3D49-50F46761B7FD}"/>
              </a:ext>
            </a:extLst>
          </p:cNvPr>
          <p:cNvSpPr>
            <a:spLocks noGrp="1"/>
          </p:cNvSpPr>
          <p:nvPr>
            <p:ph type="body" sz="quarter" idx="17" hasCustomPrompt="1"/>
          </p:nvPr>
        </p:nvSpPr>
        <p:spPr>
          <a:xfrm>
            <a:off x="358775" y="5738400"/>
            <a:ext cx="1396800" cy="759600"/>
          </a:xfrm>
          <a: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a:blipFill>
        </p:spPr>
        <p:txBody>
          <a:bodyPr/>
          <a:lstStyle>
            <a:lvl1pPr marL="0" indent="0">
              <a:buNone/>
              <a:defRPr sz="100">
                <a:noFill/>
              </a:defRPr>
            </a:lvl1pPr>
          </a:lstStyle>
          <a:p>
            <a:pPr lvl="0"/>
            <a:r>
              <a:rPr lang="en-US" dirty="0"/>
              <a:t>.</a:t>
            </a:r>
            <a:endParaRPr lang="en-US"/>
          </a:p>
        </p:txBody>
      </p:sp>
      <p:sp>
        <p:nvSpPr>
          <p:cNvPr id="2" name="Title 1"/>
          <p:cNvSpPr>
            <a:spLocks noGrp="1"/>
          </p:cNvSpPr>
          <p:nvPr>
            <p:ph type="ctrTitle" hasCustomPrompt="1"/>
          </p:nvPr>
        </p:nvSpPr>
        <p:spPr bwMode="white">
          <a:xfrm>
            <a:off x="359997" y="1360800"/>
            <a:ext cx="7588800" cy="3553200"/>
          </a:xfrm>
          <a:noFill/>
        </p:spPr>
        <p:txBody>
          <a:bodyPr anchor="ctr" anchorCtr="0"/>
          <a:lstStyle>
            <a:lvl1pPr algn="l">
              <a:lnSpc>
                <a:spcPct val="83000"/>
              </a:lnSpc>
              <a:defRPr sz="5400">
                <a:solidFill>
                  <a:schemeClr val="bg1"/>
                </a:solidFill>
              </a:defRPr>
            </a:lvl1pPr>
          </a:lstStyle>
          <a:p>
            <a:r>
              <a:rPr lang="en-US" dirty="0"/>
              <a:t>Click to add title</a:t>
            </a:r>
            <a:endParaRPr lang="en-US"/>
          </a:p>
        </p:txBody>
      </p:sp>
      <p:sp>
        <p:nvSpPr>
          <p:cNvPr id="38" name="Subtitle 2">
            <a:extLst>
              <a:ext uri="{FF2B5EF4-FFF2-40B4-BE49-F238E27FC236}">
                <a16:creationId xmlns:a16="http://schemas.microsoft.com/office/drawing/2014/main" id="{B1E23670-1026-DDCB-959A-932A6F3645D2}"/>
              </a:ext>
            </a:extLst>
          </p:cNvPr>
          <p:cNvSpPr>
            <a:spLocks noGrp="1"/>
          </p:cNvSpPr>
          <p:nvPr>
            <p:ph type="subTitle" idx="1" hasCustomPrompt="1"/>
          </p:nvPr>
        </p:nvSpPr>
        <p:spPr>
          <a:xfrm>
            <a:off x="359998" y="4914000"/>
            <a:ext cx="7588800" cy="320400"/>
          </a:xfrm>
        </p:spPr>
        <p:txBody>
          <a:bodyPr anchor="b" anchorCtr="0"/>
          <a:lstStyle>
            <a:lvl1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1pPr>
            <a:lvl2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2pPr>
            <a:lvl3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3pPr>
            <a:lvl4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4pPr>
            <a:lvl5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5pPr>
            <a:lvl6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6pPr>
            <a:lvl7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7pPr>
            <a:lvl8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8pPr>
            <a:lvl9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9pPr>
          </a:lstStyle>
          <a:p>
            <a:r>
              <a:rPr lang="en-US" dirty="0"/>
              <a:t>Click to add subtitle</a:t>
            </a:r>
            <a:endParaRPr lang="en-US"/>
          </a:p>
        </p:txBody>
      </p:sp>
      <p:sp>
        <p:nvSpPr>
          <p:cNvPr id="7" name="Slide Number Placeholder 6">
            <a:extLst>
              <a:ext uri="{FF2B5EF4-FFF2-40B4-BE49-F238E27FC236}">
                <a16:creationId xmlns:a16="http://schemas.microsoft.com/office/drawing/2014/main" id="{E2870107-3878-827C-44EE-8E3B7FE6101E}"/>
              </a:ext>
            </a:extLst>
          </p:cNvPr>
          <p:cNvSpPr>
            <a:spLocks noGrp="1"/>
          </p:cNvSpPr>
          <p:nvPr>
            <p:ph type="sldNum" sz="quarter" idx="20"/>
          </p:nvPr>
        </p:nvSpPr>
        <p:spPr/>
        <p:txBody>
          <a:bodyPr/>
          <a:lstStyle>
            <a:lvl1pPr>
              <a:defRPr>
                <a:solidFill>
                  <a:schemeClr val="bg1"/>
                </a:solidFill>
              </a:defRPr>
            </a:lvl1pPr>
          </a:lstStyle>
          <a:p>
            <a:fld id="{23AA811B-2EBD-4900-905E-5BE206449611}" type="slidenum">
              <a:rPr lang="en-US" smtClean="0"/>
              <a:pPr/>
              <a:t>‹#›</a:t>
            </a:fld>
            <a:endParaRPr lang="en-US" dirty="0"/>
          </a:p>
        </p:txBody>
      </p:sp>
    </p:spTree>
    <p:extLst>
      <p:ext uri="{BB962C8B-B14F-4D97-AF65-F5344CB8AC3E}">
        <p14:creationId xmlns:p14="http://schemas.microsoft.com/office/powerpoint/2010/main" val="27069129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 Cover and picture">
    <p:bg bwMode="ltGray">
      <p:bgPr>
        <a:solidFill>
          <a:schemeClr val="bg2"/>
        </a:solidFill>
        <a:effectLst/>
      </p:bgPr>
    </p:bg>
    <p:spTree>
      <p:nvGrpSpPr>
        <p:cNvPr id="1" name=""/>
        <p:cNvGrpSpPr/>
        <p:nvPr/>
      </p:nvGrpSpPr>
      <p:grpSpPr>
        <a:xfrm>
          <a:off x="0" y="0"/>
          <a:ext cx="0" cy="0"/>
          <a:chOff x="0" y="0"/>
          <a:chExt cx="0" cy="0"/>
        </a:xfrm>
      </p:grpSpPr>
      <p:sp>
        <p:nvSpPr>
          <p:cNvPr id="6" name="Background">
            <a:extLst>
              <a:ext uri="{FF2B5EF4-FFF2-40B4-BE49-F238E27FC236}">
                <a16:creationId xmlns:a16="http://schemas.microsoft.com/office/drawing/2014/main" id="{29E6FAF1-D120-4172-AE29-B3271FE51748}"/>
              </a:ext>
            </a:extLst>
          </p:cNvPr>
          <p:cNvSpPr/>
          <p:nvPr userDrawn="1"/>
        </p:nvSpPr>
        <p:spPr>
          <a:xfrm>
            <a:off x="0" y="0"/>
            <a:ext cx="12193200" cy="6858000"/>
          </a:xfrm>
          <a:prstGeom prst="rect">
            <a:avLst/>
          </a:prstGeom>
          <a:solidFill>
            <a:srgbClr val="0033FF"/>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dirty="0" err="1">
              <a:solidFill>
                <a:schemeClr val="tx1"/>
              </a:solidFill>
            </a:endParaRPr>
          </a:p>
        </p:txBody>
      </p:sp>
      <p:sp>
        <p:nvSpPr>
          <p:cNvPr id="16" name="Picture Placeholder 15">
            <a:extLst>
              <a:ext uri="{FF2B5EF4-FFF2-40B4-BE49-F238E27FC236}">
                <a16:creationId xmlns:a16="http://schemas.microsoft.com/office/drawing/2014/main" id="{ED4EC965-6865-A3F8-25A9-943E5B1DF779}"/>
              </a:ext>
            </a:extLst>
          </p:cNvPr>
          <p:cNvSpPr>
            <a:spLocks noGrp="1"/>
          </p:cNvSpPr>
          <p:nvPr>
            <p:ph type="pic" sz="quarter" idx="10"/>
          </p:nvPr>
        </p:nvSpPr>
        <p:spPr>
          <a:xfrm>
            <a:off x="6106014" y="0"/>
            <a:ext cx="6099433" cy="6858000"/>
          </a:xfrm>
          <a:custGeom>
            <a:avLst/>
            <a:gdLst>
              <a:gd name="connsiteX0" fmla="*/ 254264 w 6099433"/>
              <a:gd name="connsiteY0" fmla="*/ 0 h 6858000"/>
              <a:gd name="connsiteX1" fmla="*/ 6099433 w 6099433"/>
              <a:gd name="connsiteY1" fmla="*/ 0 h 6858000"/>
              <a:gd name="connsiteX2" fmla="*/ 6099433 w 6099433"/>
              <a:gd name="connsiteY2" fmla="*/ 6858000 h 6858000"/>
              <a:gd name="connsiteX3" fmla="*/ 6085986 w 6099433"/>
              <a:gd name="connsiteY3" fmla="*/ 6858000 h 6858000"/>
              <a:gd name="connsiteX4" fmla="*/ 6085986 w 6099433"/>
              <a:gd name="connsiteY4" fmla="*/ 6678000 h 6858000"/>
              <a:gd name="connsiteX5" fmla="*/ 2055716 w 6099433"/>
              <a:gd name="connsiteY5" fmla="*/ 6678000 h 6858000"/>
              <a:gd name="connsiteX6" fmla="*/ 2030900 w 6099433"/>
              <a:gd name="connsiteY6" fmla="*/ 6634513 h 6858000"/>
              <a:gd name="connsiteX7" fmla="*/ 31970 w 6099433"/>
              <a:gd name="connsiteY7" fmla="*/ 1935353 h 6858000"/>
              <a:gd name="connsiteX8" fmla="*/ 254264 w 6099433"/>
              <a:gd name="connsiteY8"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99433" h="6858000">
                <a:moveTo>
                  <a:pt x="254264" y="0"/>
                </a:moveTo>
                <a:lnTo>
                  <a:pt x="6099433" y="0"/>
                </a:lnTo>
                <a:lnTo>
                  <a:pt x="6099433" y="6858000"/>
                </a:lnTo>
                <a:lnTo>
                  <a:pt x="6085986" y="6858000"/>
                </a:lnTo>
                <a:lnTo>
                  <a:pt x="6085986" y="6678000"/>
                </a:lnTo>
                <a:lnTo>
                  <a:pt x="2055716" y="6678000"/>
                </a:lnTo>
                <a:lnTo>
                  <a:pt x="2030900" y="6634513"/>
                </a:lnTo>
                <a:cubicBezTo>
                  <a:pt x="1593147" y="5864395"/>
                  <a:pt x="180714" y="3293880"/>
                  <a:pt x="31970" y="1935353"/>
                </a:cubicBezTo>
                <a:cubicBezTo>
                  <a:pt x="-60800" y="1087755"/>
                  <a:pt x="58965" y="459359"/>
                  <a:pt x="254264" y="0"/>
                </a:cubicBezTo>
                <a:close/>
              </a:path>
            </a:pathLst>
          </a:custGeom>
          <a:solidFill>
            <a:schemeClr val="tx1">
              <a:lumMod val="85000"/>
            </a:schemeClr>
          </a:solidFill>
        </p:spPr>
        <p:txBody>
          <a:bodyPr wrap="square" tIns="576000" bIns="0" anchor="ctr">
            <a:noAutofit/>
          </a:bodyPr>
          <a:lstStyle>
            <a:lvl1pPr marL="0" indent="0" algn="ctr">
              <a:spcAft>
                <a:spcPts val="0"/>
              </a:spcAft>
              <a:buNone/>
              <a:defRPr>
                <a:solidFill>
                  <a:schemeClr val="bg1"/>
                </a:solidFill>
              </a:defRPr>
            </a:lvl1pPr>
          </a:lstStyle>
          <a:p>
            <a:r>
              <a:rPr lang="en-US" dirty="0"/>
              <a:t>Click icon to add picture</a:t>
            </a:r>
            <a:endParaRPr lang="en-US"/>
          </a:p>
        </p:txBody>
      </p:sp>
      <p:sp>
        <p:nvSpPr>
          <p:cNvPr id="5" name="Dynamic legal" descr="{&quot;templafy&quot;:{&quot;id&quot;:&quot;f47625a9-035b-4768-957c-7fb6ca10c89e&quot;}}">
            <a:extLst>
              <a:ext uri="{FF2B5EF4-FFF2-40B4-BE49-F238E27FC236}">
                <a16:creationId xmlns:a16="http://schemas.microsoft.com/office/drawing/2014/main" id="{11B4D32B-4FEF-E35A-438F-9955571939F7}"/>
              </a:ext>
            </a:extLst>
          </p:cNvPr>
          <p:cNvSpPr txBox="1"/>
          <p:nvPr userDrawn="1"/>
        </p:nvSpPr>
        <p:spPr>
          <a:xfrm>
            <a:off x="-1588" y="6678000"/>
            <a:ext cx="12193588" cy="180000"/>
          </a:xfrm>
          <a:prstGeom prst="rect">
            <a:avLst/>
          </a:prstGeom>
          <a:solidFill>
            <a:srgbClr val="110081"/>
          </a:solidFill>
          <a:ln>
            <a:noFill/>
          </a:ln>
        </p:spPr>
        <p:txBody>
          <a:bodyPr wrap="square" lIns="0" tIns="0" rIns="0" bIns="0" anchor="ctr" anchorCtr="0">
            <a:noAutofit/>
          </a:bodyPr>
          <a:lstStyle/>
          <a:p>
            <a:pPr algn="ctr"/>
            <a:r>
              <a:rPr lang="en-US" sz="1000" dirty="0">
                <a:solidFill>
                  <a:srgbClr val="FFFFFF"/>
                </a:solidFill>
                <a:latin typeface="Arial Narrow" panose="020B0606020202030204" pitchFamily="34" charset="0"/>
              </a:rPr>
              <a:t>Confidential, unpublished property of Cigna Healthcare. Do not duplicate or distribute. Use and distribution limited solely to authorized personnel. © 2023 Cigna Healthcare</a:t>
            </a:r>
          </a:p>
        </p:txBody>
      </p:sp>
      <p:sp>
        <p:nvSpPr>
          <p:cNvPr id="8" name="Dynmic Internal use only" descr="{&quot;templafy&quot;:{&quot;id&quot;:&quot;02d11edf-49e6-44ec-909c-563a5db05d53&quot;}}" hidden="1" title="Form.Cigna_Confidentiality.Cigna_healthcareConfidentiality">
            <a:extLst>
              <a:ext uri="{FF2B5EF4-FFF2-40B4-BE49-F238E27FC236}">
                <a16:creationId xmlns:a16="http://schemas.microsoft.com/office/drawing/2014/main" id="{B1C548A5-7A7D-D196-5577-FF273D6853F7}"/>
              </a:ext>
            </a:extLst>
          </p:cNvPr>
          <p:cNvSpPr/>
          <p:nvPr userDrawn="1"/>
        </p:nvSpPr>
        <p:spPr>
          <a:xfrm>
            <a:off x="10859153" y="6678000"/>
            <a:ext cx="973257"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r"/>
            <a:endParaRPr lang="en-US" sz="1000" kern="1200" noProof="0" dirty="0">
              <a:solidFill>
                <a:srgbClr val="FFFFFF"/>
              </a:solidFill>
              <a:latin typeface="Arial Narrow" panose="020B0606020202030204" pitchFamily="34" charset="0"/>
              <a:ea typeface="+mn-ea"/>
              <a:cs typeface="+mn-cs"/>
            </a:endParaRPr>
          </a:p>
        </p:txBody>
      </p:sp>
      <p:pic>
        <p:nvPicPr>
          <p:cNvPr id="3" name="Logo">
            <a:extLst>
              <a:ext uri="{FF2B5EF4-FFF2-40B4-BE49-F238E27FC236}">
                <a16:creationId xmlns:a16="http://schemas.microsoft.com/office/drawing/2014/main" id="{01155BA4-9690-54DE-D396-BEE36AEBE8F8}"/>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358775" y="5738400"/>
            <a:ext cx="1396799" cy="758676"/>
          </a:xfrm>
          <a:prstGeom prst="rect">
            <a:avLst/>
          </a:prstGeom>
        </p:spPr>
      </p:pic>
      <p:sp>
        <p:nvSpPr>
          <p:cNvPr id="4" name="Title 1">
            <a:extLst>
              <a:ext uri="{FF2B5EF4-FFF2-40B4-BE49-F238E27FC236}">
                <a16:creationId xmlns:a16="http://schemas.microsoft.com/office/drawing/2014/main" id="{CEC75FB5-25E2-4D69-1E5E-374CC77CD3FA}"/>
              </a:ext>
            </a:extLst>
          </p:cNvPr>
          <p:cNvSpPr>
            <a:spLocks noGrp="1"/>
          </p:cNvSpPr>
          <p:nvPr>
            <p:ph type="ctrTitle" hasCustomPrompt="1"/>
          </p:nvPr>
        </p:nvSpPr>
        <p:spPr bwMode="white">
          <a:xfrm>
            <a:off x="359998" y="1360800"/>
            <a:ext cx="4676400" cy="3553200"/>
          </a:xfrm>
          <a:noFill/>
        </p:spPr>
        <p:txBody>
          <a:bodyPr anchor="ctr" anchorCtr="0"/>
          <a:lstStyle>
            <a:lvl1pPr algn="l">
              <a:lnSpc>
                <a:spcPct val="83000"/>
              </a:lnSpc>
              <a:defRPr sz="5400">
                <a:solidFill>
                  <a:schemeClr val="tx1"/>
                </a:solidFill>
              </a:defRPr>
            </a:lvl1pPr>
          </a:lstStyle>
          <a:p>
            <a:r>
              <a:rPr lang="en-US" dirty="0"/>
              <a:t>Click to add title</a:t>
            </a:r>
            <a:endParaRPr lang="en-US"/>
          </a:p>
        </p:txBody>
      </p:sp>
      <p:sp>
        <p:nvSpPr>
          <p:cNvPr id="9" name="Subtitle 2">
            <a:extLst>
              <a:ext uri="{FF2B5EF4-FFF2-40B4-BE49-F238E27FC236}">
                <a16:creationId xmlns:a16="http://schemas.microsoft.com/office/drawing/2014/main" id="{098F6BE2-5CCD-41E0-71C3-2AC0B438B152}"/>
              </a:ext>
            </a:extLst>
          </p:cNvPr>
          <p:cNvSpPr>
            <a:spLocks noGrp="1"/>
          </p:cNvSpPr>
          <p:nvPr>
            <p:ph type="subTitle" idx="1" hasCustomPrompt="1"/>
          </p:nvPr>
        </p:nvSpPr>
        <p:spPr>
          <a:xfrm>
            <a:off x="359998" y="4914000"/>
            <a:ext cx="4676400" cy="320400"/>
          </a:xfrm>
        </p:spPr>
        <p:txBody>
          <a:bodyPr anchor="b" anchorCtr="0"/>
          <a:lstStyle>
            <a:lvl1pPr marL="0" indent="0" algn="l">
              <a:lnSpc>
                <a:spcPct val="100000"/>
              </a:lnSpc>
              <a:spcBef>
                <a:spcPts val="0"/>
              </a:spcBef>
              <a:spcAft>
                <a:spcPts val="0"/>
              </a:spcAft>
              <a:buFont typeface="Arial" panose="020B0604020202020204" pitchFamily="34" charset="0"/>
              <a:buChar char="​"/>
              <a:defRPr sz="2000" b="0">
                <a:solidFill>
                  <a:schemeClr val="tx1"/>
                </a:solidFill>
                <a:latin typeface="+mn-lt"/>
              </a:defRPr>
            </a:lvl1pPr>
            <a:lvl2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2pPr>
            <a:lvl3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3pPr>
            <a:lvl4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4pPr>
            <a:lvl5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5pPr>
            <a:lvl6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6pPr>
            <a:lvl7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7pPr>
            <a:lvl8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8pPr>
            <a:lvl9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9pPr>
          </a:lstStyle>
          <a:p>
            <a:r>
              <a:rPr lang="en-US" dirty="0"/>
              <a:t>Click to add subtitle</a:t>
            </a:r>
            <a:endParaRPr lang="en-US"/>
          </a:p>
        </p:txBody>
      </p:sp>
      <p:sp>
        <p:nvSpPr>
          <p:cNvPr id="10" name="Slide Number Placeholder 9">
            <a:extLst>
              <a:ext uri="{FF2B5EF4-FFF2-40B4-BE49-F238E27FC236}">
                <a16:creationId xmlns:a16="http://schemas.microsoft.com/office/drawing/2014/main" id="{3B8F2E49-B95B-22DC-F91C-332DF9B4BD78}"/>
              </a:ext>
            </a:extLst>
          </p:cNvPr>
          <p:cNvSpPr>
            <a:spLocks noGrp="1"/>
          </p:cNvSpPr>
          <p:nvPr>
            <p:ph type="sldNum" sz="quarter" idx="19"/>
          </p:nvPr>
        </p:nvSpPr>
        <p:spPr/>
        <p:txBody>
          <a:bodyPr/>
          <a:lstStyle>
            <a:lvl1pPr>
              <a:defRPr>
                <a:solidFill>
                  <a:schemeClr val="tx1"/>
                </a:solidFill>
              </a:defRPr>
            </a:lvl1pPr>
          </a:lstStyle>
          <a:p>
            <a:fld id="{23AA811B-2EBD-4900-905E-5BE206449611}" type="slidenum">
              <a:rPr lang="en-US" smtClean="0"/>
              <a:pPr/>
              <a:t>‹#›</a:t>
            </a:fld>
            <a:endParaRPr lang="en-US" dirty="0"/>
          </a:p>
        </p:txBody>
      </p:sp>
    </p:spTree>
    <p:extLst>
      <p:ext uri="{BB962C8B-B14F-4D97-AF65-F5344CB8AC3E}">
        <p14:creationId xmlns:p14="http://schemas.microsoft.com/office/powerpoint/2010/main" val="389012713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 Cover and picture">
    <p:bg bwMode="ltGray">
      <p:bgPr>
        <a:solidFill>
          <a:schemeClr val="accent3"/>
        </a:solidFill>
        <a:effectLst/>
      </p:bgPr>
    </p:bg>
    <p:spTree>
      <p:nvGrpSpPr>
        <p:cNvPr id="1" name=""/>
        <p:cNvGrpSpPr/>
        <p:nvPr/>
      </p:nvGrpSpPr>
      <p:grpSpPr>
        <a:xfrm>
          <a:off x="0" y="0"/>
          <a:ext cx="0" cy="0"/>
          <a:chOff x="0" y="0"/>
          <a:chExt cx="0" cy="0"/>
        </a:xfrm>
      </p:grpSpPr>
      <p:sp>
        <p:nvSpPr>
          <p:cNvPr id="6" name="Background">
            <a:extLst>
              <a:ext uri="{FF2B5EF4-FFF2-40B4-BE49-F238E27FC236}">
                <a16:creationId xmlns:a16="http://schemas.microsoft.com/office/drawing/2014/main" id="{29E6FAF1-D120-4172-AE29-B3271FE51748}"/>
              </a:ext>
            </a:extLst>
          </p:cNvPr>
          <p:cNvSpPr/>
          <p:nvPr userDrawn="1"/>
        </p:nvSpPr>
        <p:spPr>
          <a:xfrm>
            <a:off x="0" y="0"/>
            <a:ext cx="12193200" cy="6858000"/>
          </a:xfrm>
          <a:prstGeom prst="rect">
            <a:avLst/>
          </a:prstGeom>
          <a:solidFill>
            <a:srgbClr val="00874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dirty="0" err="1">
              <a:solidFill>
                <a:schemeClr val="tx1"/>
              </a:solidFill>
            </a:endParaRPr>
          </a:p>
        </p:txBody>
      </p:sp>
      <p:sp>
        <p:nvSpPr>
          <p:cNvPr id="5" name="Picture Placeholder 4">
            <a:extLst>
              <a:ext uri="{FF2B5EF4-FFF2-40B4-BE49-F238E27FC236}">
                <a16:creationId xmlns:a16="http://schemas.microsoft.com/office/drawing/2014/main" id="{DC3F8057-12BE-38CC-B6F4-AD96D0FEAAAC}"/>
              </a:ext>
            </a:extLst>
          </p:cNvPr>
          <p:cNvSpPr>
            <a:spLocks noGrp="1"/>
          </p:cNvSpPr>
          <p:nvPr>
            <p:ph type="pic" sz="quarter" idx="10"/>
          </p:nvPr>
        </p:nvSpPr>
        <p:spPr>
          <a:xfrm>
            <a:off x="6106014" y="0"/>
            <a:ext cx="6099433" cy="6858000"/>
          </a:xfrm>
          <a:custGeom>
            <a:avLst/>
            <a:gdLst>
              <a:gd name="connsiteX0" fmla="*/ 254264 w 6099433"/>
              <a:gd name="connsiteY0" fmla="*/ 0 h 6858000"/>
              <a:gd name="connsiteX1" fmla="*/ 6099433 w 6099433"/>
              <a:gd name="connsiteY1" fmla="*/ 0 h 6858000"/>
              <a:gd name="connsiteX2" fmla="*/ 6099433 w 6099433"/>
              <a:gd name="connsiteY2" fmla="*/ 6858000 h 6858000"/>
              <a:gd name="connsiteX3" fmla="*/ 6085986 w 6099433"/>
              <a:gd name="connsiteY3" fmla="*/ 6858000 h 6858000"/>
              <a:gd name="connsiteX4" fmla="*/ 6085986 w 6099433"/>
              <a:gd name="connsiteY4" fmla="*/ 6678000 h 6858000"/>
              <a:gd name="connsiteX5" fmla="*/ 2055716 w 6099433"/>
              <a:gd name="connsiteY5" fmla="*/ 6678000 h 6858000"/>
              <a:gd name="connsiteX6" fmla="*/ 2030900 w 6099433"/>
              <a:gd name="connsiteY6" fmla="*/ 6634513 h 6858000"/>
              <a:gd name="connsiteX7" fmla="*/ 31970 w 6099433"/>
              <a:gd name="connsiteY7" fmla="*/ 1935353 h 6858000"/>
              <a:gd name="connsiteX8" fmla="*/ 254264 w 6099433"/>
              <a:gd name="connsiteY8"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99433" h="6858000">
                <a:moveTo>
                  <a:pt x="254264" y="0"/>
                </a:moveTo>
                <a:lnTo>
                  <a:pt x="6099433" y="0"/>
                </a:lnTo>
                <a:lnTo>
                  <a:pt x="6099433" y="6858000"/>
                </a:lnTo>
                <a:lnTo>
                  <a:pt x="6085986" y="6858000"/>
                </a:lnTo>
                <a:lnTo>
                  <a:pt x="6085986" y="6678000"/>
                </a:lnTo>
                <a:lnTo>
                  <a:pt x="2055716" y="6678000"/>
                </a:lnTo>
                <a:lnTo>
                  <a:pt x="2030900" y="6634513"/>
                </a:lnTo>
                <a:cubicBezTo>
                  <a:pt x="1593147" y="5864395"/>
                  <a:pt x="180714" y="3293880"/>
                  <a:pt x="31970" y="1935353"/>
                </a:cubicBezTo>
                <a:cubicBezTo>
                  <a:pt x="-60800" y="1087755"/>
                  <a:pt x="58965" y="459359"/>
                  <a:pt x="254264" y="0"/>
                </a:cubicBezTo>
                <a:close/>
              </a:path>
            </a:pathLst>
          </a:custGeom>
          <a:solidFill>
            <a:schemeClr val="tx1">
              <a:lumMod val="85000"/>
            </a:schemeClr>
          </a:solidFill>
        </p:spPr>
        <p:txBody>
          <a:bodyPr wrap="square" tIns="576000" bIns="0" anchor="ctr">
            <a:noAutofit/>
          </a:bodyPr>
          <a:lstStyle>
            <a:lvl1pPr marL="0" indent="0" algn="ctr">
              <a:spcAft>
                <a:spcPts val="0"/>
              </a:spcAft>
              <a:buNone/>
              <a:defRPr>
                <a:solidFill>
                  <a:schemeClr val="bg1"/>
                </a:solidFill>
              </a:defRPr>
            </a:lvl1pPr>
          </a:lstStyle>
          <a:p>
            <a:r>
              <a:rPr lang="en-US" dirty="0"/>
              <a:t>Click icon to add picture</a:t>
            </a:r>
            <a:endParaRPr lang="en-US"/>
          </a:p>
        </p:txBody>
      </p:sp>
      <p:sp>
        <p:nvSpPr>
          <p:cNvPr id="8" name="Dynamic legal" descr="{&quot;templafy&quot;:{&quot;id&quot;:&quot;9f181743-ad2f-4c9d-b7f0-160b827337ab&quot;}}">
            <a:extLst>
              <a:ext uri="{FF2B5EF4-FFF2-40B4-BE49-F238E27FC236}">
                <a16:creationId xmlns:a16="http://schemas.microsoft.com/office/drawing/2014/main" id="{5B7198C0-317E-DF42-0318-75B4D4E8E824}"/>
              </a:ext>
            </a:extLst>
          </p:cNvPr>
          <p:cNvSpPr txBox="1"/>
          <p:nvPr userDrawn="1"/>
        </p:nvSpPr>
        <p:spPr>
          <a:xfrm>
            <a:off x="-1588" y="6678000"/>
            <a:ext cx="12193588" cy="180000"/>
          </a:xfrm>
          <a:prstGeom prst="rect">
            <a:avLst/>
          </a:prstGeom>
          <a:solidFill>
            <a:srgbClr val="110081"/>
          </a:solidFill>
          <a:ln>
            <a:noFill/>
          </a:ln>
        </p:spPr>
        <p:txBody>
          <a:bodyPr wrap="square" lIns="0" tIns="0" rIns="0" bIns="0" anchor="ctr" anchorCtr="0">
            <a:noAutofit/>
          </a:bodyPr>
          <a:lstStyle/>
          <a:p>
            <a:pPr algn="ctr"/>
            <a:r>
              <a:rPr lang="en-US" sz="1000" dirty="0">
                <a:solidFill>
                  <a:srgbClr val="FFFFFF"/>
                </a:solidFill>
                <a:latin typeface="Arial Narrow" panose="020B0606020202030204" pitchFamily="34" charset="0"/>
              </a:rPr>
              <a:t>Confidential, unpublished property of Cigna Healthcare. Do not duplicate or distribute. Use and distribution limited solely to authorized personnel. © 2023 Cigna Healthcare</a:t>
            </a:r>
          </a:p>
        </p:txBody>
      </p:sp>
      <p:sp>
        <p:nvSpPr>
          <p:cNvPr id="11" name="Dynmic Internal use only" descr="{&quot;templafy&quot;:{&quot;id&quot;:&quot;c3a685b7-9706-4229-9e3a-b22d188dea82&quot;}}" hidden="1" title="Form.Cigna_Confidentiality.Cigna_healthcareConfidentiality">
            <a:extLst>
              <a:ext uri="{FF2B5EF4-FFF2-40B4-BE49-F238E27FC236}">
                <a16:creationId xmlns:a16="http://schemas.microsoft.com/office/drawing/2014/main" id="{CAFADA8D-5700-6A24-0A13-07496FFAEBD4}"/>
              </a:ext>
            </a:extLst>
          </p:cNvPr>
          <p:cNvSpPr/>
          <p:nvPr userDrawn="1"/>
        </p:nvSpPr>
        <p:spPr>
          <a:xfrm>
            <a:off x="10859153" y="6678000"/>
            <a:ext cx="973257"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r"/>
            <a:endParaRPr lang="en-US" sz="1000" kern="1200" noProof="0" dirty="0">
              <a:solidFill>
                <a:srgbClr val="FFFFFF"/>
              </a:solidFill>
              <a:latin typeface="Arial Narrow" panose="020B0606020202030204" pitchFamily="34" charset="0"/>
              <a:ea typeface="+mn-ea"/>
              <a:cs typeface="+mn-cs"/>
            </a:endParaRPr>
          </a:p>
        </p:txBody>
      </p:sp>
      <p:pic>
        <p:nvPicPr>
          <p:cNvPr id="3" name="Logo">
            <a:extLst>
              <a:ext uri="{FF2B5EF4-FFF2-40B4-BE49-F238E27FC236}">
                <a16:creationId xmlns:a16="http://schemas.microsoft.com/office/drawing/2014/main" id="{01155BA4-9690-54DE-D396-BEE36AEBE8F8}"/>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358775" y="5738400"/>
            <a:ext cx="1396799" cy="758676"/>
          </a:xfrm>
          <a:prstGeom prst="rect">
            <a:avLst/>
          </a:prstGeom>
        </p:spPr>
      </p:pic>
      <p:sp>
        <p:nvSpPr>
          <p:cNvPr id="4" name="Title 1">
            <a:extLst>
              <a:ext uri="{FF2B5EF4-FFF2-40B4-BE49-F238E27FC236}">
                <a16:creationId xmlns:a16="http://schemas.microsoft.com/office/drawing/2014/main" id="{CEC75FB5-25E2-4D69-1E5E-374CC77CD3FA}"/>
              </a:ext>
            </a:extLst>
          </p:cNvPr>
          <p:cNvSpPr>
            <a:spLocks noGrp="1"/>
          </p:cNvSpPr>
          <p:nvPr>
            <p:ph type="ctrTitle" hasCustomPrompt="1"/>
          </p:nvPr>
        </p:nvSpPr>
        <p:spPr bwMode="white">
          <a:xfrm>
            <a:off x="359998" y="1360800"/>
            <a:ext cx="4676400" cy="3553200"/>
          </a:xfrm>
          <a:noFill/>
        </p:spPr>
        <p:txBody>
          <a:bodyPr anchor="ctr" anchorCtr="0"/>
          <a:lstStyle>
            <a:lvl1pPr algn="l">
              <a:lnSpc>
                <a:spcPct val="83000"/>
              </a:lnSpc>
              <a:defRPr sz="5400">
                <a:solidFill>
                  <a:schemeClr val="tx1"/>
                </a:solidFill>
              </a:defRPr>
            </a:lvl1pPr>
          </a:lstStyle>
          <a:p>
            <a:r>
              <a:rPr lang="en-US" dirty="0"/>
              <a:t>Click to add title</a:t>
            </a:r>
            <a:endParaRPr lang="en-US"/>
          </a:p>
        </p:txBody>
      </p:sp>
      <p:sp>
        <p:nvSpPr>
          <p:cNvPr id="2" name="Subtitle 2">
            <a:extLst>
              <a:ext uri="{FF2B5EF4-FFF2-40B4-BE49-F238E27FC236}">
                <a16:creationId xmlns:a16="http://schemas.microsoft.com/office/drawing/2014/main" id="{295DDA6B-AC8C-A901-7118-1CD00897B63A}"/>
              </a:ext>
            </a:extLst>
          </p:cNvPr>
          <p:cNvSpPr>
            <a:spLocks noGrp="1"/>
          </p:cNvSpPr>
          <p:nvPr>
            <p:ph type="subTitle" idx="1" hasCustomPrompt="1"/>
          </p:nvPr>
        </p:nvSpPr>
        <p:spPr>
          <a:xfrm>
            <a:off x="359998" y="4914000"/>
            <a:ext cx="4676400" cy="320400"/>
          </a:xfrm>
        </p:spPr>
        <p:txBody>
          <a:bodyPr anchor="b" anchorCtr="0"/>
          <a:lstStyle>
            <a:lvl1pPr marL="0" indent="0" algn="l">
              <a:lnSpc>
                <a:spcPct val="100000"/>
              </a:lnSpc>
              <a:spcBef>
                <a:spcPts val="0"/>
              </a:spcBef>
              <a:spcAft>
                <a:spcPts val="0"/>
              </a:spcAft>
              <a:buFont typeface="Arial" panose="020B0604020202020204" pitchFamily="34" charset="0"/>
              <a:buChar char="​"/>
              <a:defRPr sz="2000" b="0">
                <a:solidFill>
                  <a:schemeClr val="tx1"/>
                </a:solidFill>
                <a:latin typeface="+mn-lt"/>
              </a:defRPr>
            </a:lvl1pPr>
            <a:lvl2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2pPr>
            <a:lvl3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3pPr>
            <a:lvl4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4pPr>
            <a:lvl5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5pPr>
            <a:lvl6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6pPr>
            <a:lvl7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7pPr>
            <a:lvl8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8pPr>
            <a:lvl9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9pPr>
          </a:lstStyle>
          <a:p>
            <a:r>
              <a:rPr lang="en-US" dirty="0"/>
              <a:t>Click to add subtitle</a:t>
            </a:r>
            <a:endParaRPr lang="en-US"/>
          </a:p>
        </p:txBody>
      </p:sp>
      <p:sp>
        <p:nvSpPr>
          <p:cNvPr id="10" name="Slide Number Placeholder 9">
            <a:extLst>
              <a:ext uri="{FF2B5EF4-FFF2-40B4-BE49-F238E27FC236}">
                <a16:creationId xmlns:a16="http://schemas.microsoft.com/office/drawing/2014/main" id="{6DAFAA34-7650-B385-0DD8-5608BC81D7D3}"/>
              </a:ext>
            </a:extLst>
          </p:cNvPr>
          <p:cNvSpPr>
            <a:spLocks noGrp="1"/>
          </p:cNvSpPr>
          <p:nvPr>
            <p:ph type="sldNum" sz="quarter" idx="19"/>
          </p:nvPr>
        </p:nvSpPr>
        <p:spPr>
          <a:xfrm>
            <a:off x="11473199" y="6318000"/>
            <a:ext cx="359212" cy="180000"/>
          </a:xfrm>
        </p:spPr>
        <p:txBody>
          <a:bodyPr/>
          <a:lstStyle>
            <a:lvl1pPr>
              <a:defRPr>
                <a:solidFill>
                  <a:schemeClr val="tx1"/>
                </a:solidFill>
              </a:defRPr>
            </a:lvl1pPr>
          </a:lstStyle>
          <a:p>
            <a:fld id="{23AA811B-2EBD-4900-905E-5BE206449611}" type="slidenum">
              <a:rPr lang="en-US" smtClean="0"/>
              <a:pPr/>
              <a:t>‹#›</a:t>
            </a:fld>
            <a:endParaRPr lang="en-US" dirty="0"/>
          </a:p>
        </p:txBody>
      </p:sp>
    </p:spTree>
    <p:extLst>
      <p:ext uri="{BB962C8B-B14F-4D97-AF65-F5344CB8AC3E}">
        <p14:creationId xmlns:p14="http://schemas.microsoft.com/office/powerpoint/2010/main" val="4141083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 Cover and picture">
    <p:bg bwMode="ltGray">
      <p:bgPr>
        <a:solidFill>
          <a:schemeClr val="accent5"/>
        </a:solidFill>
        <a:effectLst/>
      </p:bgPr>
    </p:bg>
    <p:spTree>
      <p:nvGrpSpPr>
        <p:cNvPr id="1" name=""/>
        <p:cNvGrpSpPr/>
        <p:nvPr/>
      </p:nvGrpSpPr>
      <p:grpSpPr>
        <a:xfrm>
          <a:off x="0" y="0"/>
          <a:ext cx="0" cy="0"/>
          <a:chOff x="0" y="0"/>
          <a:chExt cx="0" cy="0"/>
        </a:xfrm>
      </p:grpSpPr>
      <p:sp>
        <p:nvSpPr>
          <p:cNvPr id="6" name="Background">
            <a:extLst>
              <a:ext uri="{FF2B5EF4-FFF2-40B4-BE49-F238E27FC236}">
                <a16:creationId xmlns:a16="http://schemas.microsoft.com/office/drawing/2014/main" id="{29E6FAF1-D120-4172-AE29-B3271FE51748}"/>
              </a:ext>
            </a:extLst>
          </p:cNvPr>
          <p:cNvSpPr/>
          <p:nvPr userDrawn="1"/>
        </p:nvSpPr>
        <p:spPr>
          <a:xfrm>
            <a:off x="0" y="0"/>
            <a:ext cx="121932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dirty="0" err="1">
              <a:solidFill>
                <a:schemeClr val="tx1"/>
              </a:solidFill>
            </a:endParaRPr>
          </a:p>
        </p:txBody>
      </p:sp>
      <p:sp>
        <p:nvSpPr>
          <p:cNvPr id="5" name="Picture Placeholder 4">
            <a:extLst>
              <a:ext uri="{FF2B5EF4-FFF2-40B4-BE49-F238E27FC236}">
                <a16:creationId xmlns:a16="http://schemas.microsoft.com/office/drawing/2014/main" id="{72B71523-1CD5-C290-0697-AE0AF18C2D3E}"/>
              </a:ext>
            </a:extLst>
          </p:cNvPr>
          <p:cNvSpPr>
            <a:spLocks noGrp="1"/>
          </p:cNvSpPr>
          <p:nvPr>
            <p:ph type="pic" sz="quarter" idx="10"/>
          </p:nvPr>
        </p:nvSpPr>
        <p:spPr>
          <a:xfrm>
            <a:off x="6106014" y="0"/>
            <a:ext cx="6099433" cy="6858000"/>
          </a:xfrm>
          <a:custGeom>
            <a:avLst/>
            <a:gdLst>
              <a:gd name="connsiteX0" fmla="*/ 254264 w 6099433"/>
              <a:gd name="connsiteY0" fmla="*/ 0 h 6858000"/>
              <a:gd name="connsiteX1" fmla="*/ 6099433 w 6099433"/>
              <a:gd name="connsiteY1" fmla="*/ 0 h 6858000"/>
              <a:gd name="connsiteX2" fmla="*/ 6099433 w 6099433"/>
              <a:gd name="connsiteY2" fmla="*/ 6858000 h 6858000"/>
              <a:gd name="connsiteX3" fmla="*/ 6085986 w 6099433"/>
              <a:gd name="connsiteY3" fmla="*/ 6858000 h 6858000"/>
              <a:gd name="connsiteX4" fmla="*/ 6085986 w 6099433"/>
              <a:gd name="connsiteY4" fmla="*/ 6678000 h 6858000"/>
              <a:gd name="connsiteX5" fmla="*/ 2055716 w 6099433"/>
              <a:gd name="connsiteY5" fmla="*/ 6678000 h 6858000"/>
              <a:gd name="connsiteX6" fmla="*/ 2030900 w 6099433"/>
              <a:gd name="connsiteY6" fmla="*/ 6634513 h 6858000"/>
              <a:gd name="connsiteX7" fmla="*/ 31970 w 6099433"/>
              <a:gd name="connsiteY7" fmla="*/ 1935353 h 6858000"/>
              <a:gd name="connsiteX8" fmla="*/ 254264 w 6099433"/>
              <a:gd name="connsiteY8"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99433" h="6858000">
                <a:moveTo>
                  <a:pt x="254264" y="0"/>
                </a:moveTo>
                <a:lnTo>
                  <a:pt x="6099433" y="0"/>
                </a:lnTo>
                <a:lnTo>
                  <a:pt x="6099433" y="6858000"/>
                </a:lnTo>
                <a:lnTo>
                  <a:pt x="6085986" y="6858000"/>
                </a:lnTo>
                <a:lnTo>
                  <a:pt x="6085986" y="6678000"/>
                </a:lnTo>
                <a:lnTo>
                  <a:pt x="2055716" y="6678000"/>
                </a:lnTo>
                <a:lnTo>
                  <a:pt x="2030900" y="6634513"/>
                </a:lnTo>
                <a:cubicBezTo>
                  <a:pt x="1593147" y="5864395"/>
                  <a:pt x="180714" y="3293880"/>
                  <a:pt x="31970" y="1935353"/>
                </a:cubicBezTo>
                <a:cubicBezTo>
                  <a:pt x="-60800" y="1087755"/>
                  <a:pt x="58965" y="459359"/>
                  <a:pt x="254264" y="0"/>
                </a:cubicBezTo>
                <a:close/>
              </a:path>
            </a:pathLst>
          </a:custGeom>
          <a:solidFill>
            <a:schemeClr val="tx1">
              <a:lumMod val="85000"/>
            </a:schemeClr>
          </a:solidFill>
        </p:spPr>
        <p:txBody>
          <a:bodyPr wrap="square" tIns="576000" bIns="0" anchor="ctr">
            <a:noAutofit/>
          </a:bodyPr>
          <a:lstStyle>
            <a:lvl1pPr marL="0" indent="0" algn="ctr">
              <a:spcAft>
                <a:spcPts val="0"/>
              </a:spcAft>
              <a:buNone/>
              <a:defRPr>
                <a:solidFill>
                  <a:schemeClr val="bg1"/>
                </a:solidFill>
              </a:defRPr>
            </a:lvl1pPr>
          </a:lstStyle>
          <a:p>
            <a:r>
              <a:rPr lang="en-US" dirty="0"/>
              <a:t>Click icon to add picture</a:t>
            </a:r>
            <a:endParaRPr lang="en-US"/>
          </a:p>
        </p:txBody>
      </p:sp>
      <p:sp>
        <p:nvSpPr>
          <p:cNvPr id="8" name="Dynamic legal" descr="{&quot;templafy&quot;:{&quot;id&quot;:&quot;98455e10-ddb7-40a5-837c-bafbdfcec71d&quot;}}">
            <a:extLst>
              <a:ext uri="{FF2B5EF4-FFF2-40B4-BE49-F238E27FC236}">
                <a16:creationId xmlns:a16="http://schemas.microsoft.com/office/drawing/2014/main" id="{3A1EC0A8-548B-F093-3F7C-D2744B7080C8}"/>
              </a:ext>
            </a:extLst>
          </p:cNvPr>
          <p:cNvSpPr txBox="1"/>
          <p:nvPr userDrawn="1"/>
        </p:nvSpPr>
        <p:spPr>
          <a:xfrm>
            <a:off x="-1588" y="6678000"/>
            <a:ext cx="12193588" cy="180000"/>
          </a:xfrm>
          <a:prstGeom prst="rect">
            <a:avLst/>
          </a:prstGeom>
          <a:solidFill>
            <a:srgbClr val="110081"/>
          </a:solidFill>
          <a:ln>
            <a:noFill/>
          </a:ln>
        </p:spPr>
        <p:txBody>
          <a:bodyPr wrap="square" lIns="0" tIns="0" rIns="0" bIns="0" anchor="ctr" anchorCtr="0">
            <a:noAutofit/>
          </a:bodyPr>
          <a:lstStyle/>
          <a:p>
            <a:pPr algn="ctr"/>
            <a:r>
              <a:rPr lang="en-US" sz="1000" dirty="0">
                <a:solidFill>
                  <a:srgbClr val="FFFFFF"/>
                </a:solidFill>
                <a:latin typeface="Arial Narrow" panose="020B0606020202030204" pitchFamily="34" charset="0"/>
              </a:rPr>
              <a:t>Confidential, unpublished property of Cigna Healthcare. Do not duplicate or distribute. Use and distribution limited solely to authorized personnel. © 2023 Cigna Healthcare</a:t>
            </a:r>
          </a:p>
        </p:txBody>
      </p:sp>
      <p:sp>
        <p:nvSpPr>
          <p:cNvPr id="11" name="Dynmic Internal use only" descr="{&quot;templafy&quot;:{&quot;id&quot;:&quot;5580522d-6bd8-4e52-bd80-cd78bbcb48eb&quot;}}" hidden="1" title="Form.Cigna_Confidentiality.Cigna_healthcareConfidentiality">
            <a:extLst>
              <a:ext uri="{FF2B5EF4-FFF2-40B4-BE49-F238E27FC236}">
                <a16:creationId xmlns:a16="http://schemas.microsoft.com/office/drawing/2014/main" id="{1A765C6B-A34F-EE16-8BDD-315AD6F56A37}"/>
              </a:ext>
            </a:extLst>
          </p:cNvPr>
          <p:cNvSpPr/>
          <p:nvPr userDrawn="1"/>
        </p:nvSpPr>
        <p:spPr>
          <a:xfrm>
            <a:off x="10859153" y="6678000"/>
            <a:ext cx="973257"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r"/>
            <a:endParaRPr lang="en-US" sz="1000" kern="1200" noProof="0" dirty="0">
              <a:solidFill>
                <a:srgbClr val="FFFFFF"/>
              </a:solidFill>
              <a:latin typeface="Arial Narrow" panose="020B0606020202030204" pitchFamily="34" charset="0"/>
              <a:ea typeface="+mn-ea"/>
              <a:cs typeface="+mn-cs"/>
            </a:endParaRPr>
          </a:p>
        </p:txBody>
      </p:sp>
      <p:pic>
        <p:nvPicPr>
          <p:cNvPr id="3" name="Logo">
            <a:extLst>
              <a:ext uri="{FF2B5EF4-FFF2-40B4-BE49-F238E27FC236}">
                <a16:creationId xmlns:a16="http://schemas.microsoft.com/office/drawing/2014/main" id="{01155BA4-9690-54DE-D396-BEE36AEBE8F8}"/>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358775" y="5738400"/>
            <a:ext cx="1396799" cy="758676"/>
          </a:xfrm>
          <a:prstGeom prst="rect">
            <a:avLst/>
          </a:prstGeom>
        </p:spPr>
      </p:pic>
      <p:sp>
        <p:nvSpPr>
          <p:cNvPr id="4" name="Title 1">
            <a:extLst>
              <a:ext uri="{FF2B5EF4-FFF2-40B4-BE49-F238E27FC236}">
                <a16:creationId xmlns:a16="http://schemas.microsoft.com/office/drawing/2014/main" id="{CEC75FB5-25E2-4D69-1E5E-374CC77CD3FA}"/>
              </a:ext>
            </a:extLst>
          </p:cNvPr>
          <p:cNvSpPr>
            <a:spLocks noGrp="1"/>
          </p:cNvSpPr>
          <p:nvPr>
            <p:ph type="ctrTitle" hasCustomPrompt="1"/>
          </p:nvPr>
        </p:nvSpPr>
        <p:spPr bwMode="white">
          <a:xfrm>
            <a:off x="359998" y="1360800"/>
            <a:ext cx="4676400" cy="3553200"/>
          </a:xfrm>
          <a:noFill/>
        </p:spPr>
        <p:txBody>
          <a:bodyPr anchor="ctr" anchorCtr="0"/>
          <a:lstStyle>
            <a:lvl1pPr algn="l">
              <a:lnSpc>
                <a:spcPct val="83000"/>
              </a:lnSpc>
              <a:defRPr sz="5400">
                <a:solidFill>
                  <a:schemeClr val="tx1"/>
                </a:solidFill>
              </a:defRPr>
            </a:lvl1pPr>
          </a:lstStyle>
          <a:p>
            <a:r>
              <a:rPr lang="en-US" dirty="0"/>
              <a:t>Click to add title</a:t>
            </a:r>
            <a:endParaRPr lang="en-US"/>
          </a:p>
        </p:txBody>
      </p:sp>
      <p:sp>
        <p:nvSpPr>
          <p:cNvPr id="2" name="Subtitle 2">
            <a:extLst>
              <a:ext uri="{FF2B5EF4-FFF2-40B4-BE49-F238E27FC236}">
                <a16:creationId xmlns:a16="http://schemas.microsoft.com/office/drawing/2014/main" id="{7C3AB6C4-8CAE-CB4D-2397-DBDC7ACF35D6}"/>
              </a:ext>
            </a:extLst>
          </p:cNvPr>
          <p:cNvSpPr>
            <a:spLocks noGrp="1"/>
          </p:cNvSpPr>
          <p:nvPr>
            <p:ph type="subTitle" idx="1" hasCustomPrompt="1"/>
          </p:nvPr>
        </p:nvSpPr>
        <p:spPr>
          <a:xfrm>
            <a:off x="359998" y="4914000"/>
            <a:ext cx="4676400" cy="320400"/>
          </a:xfrm>
        </p:spPr>
        <p:txBody>
          <a:bodyPr anchor="b" anchorCtr="0"/>
          <a:lstStyle>
            <a:lvl1pPr marL="0" indent="0" algn="l">
              <a:lnSpc>
                <a:spcPct val="100000"/>
              </a:lnSpc>
              <a:spcBef>
                <a:spcPts val="0"/>
              </a:spcBef>
              <a:spcAft>
                <a:spcPts val="0"/>
              </a:spcAft>
              <a:buFont typeface="Arial" panose="020B0604020202020204" pitchFamily="34" charset="0"/>
              <a:buChar char="​"/>
              <a:defRPr sz="2000" b="0">
                <a:solidFill>
                  <a:schemeClr val="tx1"/>
                </a:solidFill>
                <a:latin typeface="+mn-lt"/>
              </a:defRPr>
            </a:lvl1pPr>
            <a:lvl2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2pPr>
            <a:lvl3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3pPr>
            <a:lvl4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4pPr>
            <a:lvl5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5pPr>
            <a:lvl6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6pPr>
            <a:lvl7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7pPr>
            <a:lvl8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8pPr>
            <a:lvl9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9pPr>
          </a:lstStyle>
          <a:p>
            <a:r>
              <a:rPr lang="en-US" dirty="0"/>
              <a:t>Click to add subtitle</a:t>
            </a:r>
            <a:endParaRPr lang="en-US"/>
          </a:p>
        </p:txBody>
      </p:sp>
      <p:sp>
        <p:nvSpPr>
          <p:cNvPr id="10" name="Slide Number Placeholder 9">
            <a:extLst>
              <a:ext uri="{FF2B5EF4-FFF2-40B4-BE49-F238E27FC236}">
                <a16:creationId xmlns:a16="http://schemas.microsoft.com/office/drawing/2014/main" id="{02BAD4C6-2A6C-C9C6-1699-885FE6D4503C}"/>
              </a:ext>
            </a:extLst>
          </p:cNvPr>
          <p:cNvSpPr>
            <a:spLocks noGrp="1"/>
          </p:cNvSpPr>
          <p:nvPr>
            <p:ph type="sldNum" sz="quarter" idx="19"/>
          </p:nvPr>
        </p:nvSpPr>
        <p:spPr>
          <a:xfrm>
            <a:off x="11473199" y="6318000"/>
            <a:ext cx="359212" cy="180000"/>
          </a:xfrm>
        </p:spPr>
        <p:txBody>
          <a:bodyPr/>
          <a:lstStyle>
            <a:lvl1pPr>
              <a:defRPr>
                <a:solidFill>
                  <a:schemeClr val="tx1"/>
                </a:solidFill>
              </a:defRPr>
            </a:lvl1pPr>
          </a:lstStyle>
          <a:p>
            <a:fld id="{23AA811B-2EBD-4900-905E-5BE206449611}" type="slidenum">
              <a:rPr lang="en-US" smtClean="0"/>
              <a:pPr/>
              <a:t>‹#›</a:t>
            </a:fld>
            <a:endParaRPr lang="en-US" dirty="0"/>
          </a:p>
        </p:txBody>
      </p:sp>
    </p:spTree>
    <p:extLst>
      <p:ext uri="{BB962C8B-B14F-4D97-AF65-F5344CB8AC3E}">
        <p14:creationId xmlns:p14="http://schemas.microsoft.com/office/powerpoint/2010/main" val="169456419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 Cover and picture">
    <p:bg bwMode="ltGray">
      <p:bgPr>
        <a:solidFill>
          <a:schemeClr val="bg2"/>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B7A62FA-117D-4C80-FBCC-784C50549712}"/>
              </a:ext>
            </a:extLst>
          </p:cNvPr>
          <p:cNvSpPr>
            <a:spLocks noGrp="1"/>
          </p:cNvSpPr>
          <p:nvPr>
            <p:ph type="pic" sz="quarter" idx="21" hasCustomPrompt="1"/>
          </p:nvPr>
        </p:nvSpPr>
        <p:spPr>
          <a:xfrm>
            <a:off x="0" y="0"/>
            <a:ext cx="9650095" cy="6678000"/>
          </a:xfrm>
          <a:custGeom>
            <a:avLst/>
            <a:gdLst>
              <a:gd name="connsiteX0" fmla="*/ 0 w 9650095"/>
              <a:gd name="connsiteY0" fmla="*/ 0 h 6678000"/>
              <a:gd name="connsiteX1" fmla="*/ 9650095 w 9650095"/>
              <a:gd name="connsiteY1" fmla="*/ 0 h 6678000"/>
              <a:gd name="connsiteX2" fmla="*/ 8347202 w 9650095"/>
              <a:gd name="connsiteY2" fmla="*/ 5439537 h 6678000"/>
              <a:gd name="connsiteX3" fmla="*/ 8337112 w 9650095"/>
              <a:gd name="connsiteY3" fmla="*/ 6547211 h 6678000"/>
              <a:gd name="connsiteX4" fmla="*/ 8353971 w 9650095"/>
              <a:gd name="connsiteY4" fmla="*/ 6678000 h 6678000"/>
              <a:gd name="connsiteX5" fmla="*/ 0 w 9650095"/>
              <a:gd name="connsiteY5" fmla="*/ 6678000 h 667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50095" h="6678000">
                <a:moveTo>
                  <a:pt x="0" y="0"/>
                </a:moveTo>
                <a:lnTo>
                  <a:pt x="9650095" y="0"/>
                </a:lnTo>
                <a:cubicBezTo>
                  <a:pt x="9650095" y="0"/>
                  <a:pt x="8523859" y="3660394"/>
                  <a:pt x="8347202" y="5439537"/>
                </a:cubicBezTo>
                <a:cubicBezTo>
                  <a:pt x="8305959" y="5854732"/>
                  <a:pt x="8306579" y="6222349"/>
                  <a:pt x="8337112" y="6547211"/>
                </a:cubicBezTo>
                <a:lnTo>
                  <a:pt x="8353971" y="6678000"/>
                </a:lnTo>
                <a:lnTo>
                  <a:pt x="0" y="6678000"/>
                </a:lnTo>
                <a:close/>
              </a:path>
            </a:pathLst>
          </a:custGeom>
          <a:solidFill>
            <a:schemeClr val="tx1">
              <a:lumMod val="85000"/>
            </a:schemeClr>
          </a:solidFill>
        </p:spPr>
        <p:txBody>
          <a:bodyPr wrap="square" lIns="108000" tIns="72000" rIns="108000" bIns="0" anchor="t" anchorCtr="0">
            <a:noAutofit/>
          </a:bodyPr>
          <a:lstStyle>
            <a:lvl1pPr marL="0" indent="0" algn="l">
              <a:spcAft>
                <a:spcPts val="0"/>
              </a:spcAft>
              <a:buFont typeface="Arial" panose="020B0604020202020204" pitchFamily="34" charset="0"/>
              <a:buNone/>
              <a:defRPr>
                <a:solidFill>
                  <a:schemeClr val="bg1"/>
                </a:solidFill>
              </a:defRPr>
            </a:lvl1pPr>
          </a:lstStyle>
          <a:p>
            <a:r>
              <a:rPr lang="en-US" dirty="0"/>
              <a:t>Click icon to add picture or click on frame and insert picture using the Insert tab - Pictures</a:t>
            </a:r>
            <a:endParaRPr lang="en-US"/>
          </a:p>
        </p:txBody>
      </p:sp>
      <p:sp>
        <p:nvSpPr>
          <p:cNvPr id="11" name="Dynamic legal" descr="{&quot;templafy&quot;:{&quot;id&quot;:&quot;88427e14-1256-4c93-bed9-5c7842bd8248&quot;}}">
            <a:extLst>
              <a:ext uri="{FF2B5EF4-FFF2-40B4-BE49-F238E27FC236}">
                <a16:creationId xmlns:a16="http://schemas.microsoft.com/office/drawing/2014/main" id="{EF8A2AE8-892C-928A-BE6A-6F50B4F47069}"/>
              </a:ext>
            </a:extLst>
          </p:cNvPr>
          <p:cNvSpPr txBox="1"/>
          <p:nvPr userDrawn="1"/>
        </p:nvSpPr>
        <p:spPr>
          <a:xfrm>
            <a:off x="-1588" y="6678000"/>
            <a:ext cx="12193588" cy="180000"/>
          </a:xfrm>
          <a:prstGeom prst="rect">
            <a:avLst/>
          </a:prstGeom>
          <a:solidFill>
            <a:srgbClr val="110081"/>
          </a:solidFill>
          <a:ln>
            <a:noFill/>
          </a:ln>
        </p:spPr>
        <p:txBody>
          <a:bodyPr wrap="square" lIns="0" tIns="0" rIns="0" bIns="0" anchor="ctr" anchorCtr="0">
            <a:noAutofit/>
          </a:bodyPr>
          <a:lstStyle/>
          <a:p>
            <a:pPr algn="ctr"/>
            <a:r>
              <a:rPr lang="en-US" sz="1000" dirty="0">
                <a:solidFill>
                  <a:srgbClr val="FFFFFF"/>
                </a:solidFill>
                <a:latin typeface="Arial Narrow" panose="020B0606020202030204" pitchFamily="34" charset="0"/>
              </a:rPr>
              <a:t>Confidential, unpublished property of Cigna Healthcare. Do not duplicate or distribute. Use and distribution limited solely to authorized personnel. © 2023 Cigna Healthcare</a:t>
            </a:r>
          </a:p>
        </p:txBody>
      </p:sp>
      <p:sp>
        <p:nvSpPr>
          <p:cNvPr id="5" name="Dynmic Internal use only" descr="{&quot;templafy&quot;:{&quot;id&quot;:&quot;f4b13d49-7f21-4f11-a8a2-4d56e4618647&quot;}}" hidden="1" title="Form.Cigna_Confidentiality.Cigna_healthcareConfidentiality">
            <a:extLst>
              <a:ext uri="{FF2B5EF4-FFF2-40B4-BE49-F238E27FC236}">
                <a16:creationId xmlns:a16="http://schemas.microsoft.com/office/drawing/2014/main" id="{A58F6C25-841E-F9D0-5531-344CDA626D0E}"/>
              </a:ext>
            </a:extLst>
          </p:cNvPr>
          <p:cNvSpPr/>
          <p:nvPr userDrawn="1"/>
        </p:nvSpPr>
        <p:spPr>
          <a:xfrm>
            <a:off x="10859153" y="6678000"/>
            <a:ext cx="973257"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r"/>
            <a:endParaRPr lang="en-US" sz="1000" kern="1200" noProof="0" dirty="0">
              <a:solidFill>
                <a:srgbClr val="FFFFFF"/>
              </a:solidFill>
              <a:latin typeface="Arial Narrow" panose="020B0606020202030204" pitchFamily="34" charset="0"/>
              <a:ea typeface="+mn-ea"/>
              <a:cs typeface="+mn-cs"/>
            </a:endParaRPr>
          </a:p>
        </p:txBody>
      </p:sp>
      <p:sp>
        <p:nvSpPr>
          <p:cNvPr id="9" name="Text Placeholder logo">
            <a:extLst>
              <a:ext uri="{FF2B5EF4-FFF2-40B4-BE49-F238E27FC236}">
                <a16:creationId xmlns:a16="http://schemas.microsoft.com/office/drawing/2014/main" id="{218D1888-5A40-7BB4-FD40-23F04A7C82B3}"/>
              </a:ext>
            </a:extLst>
          </p:cNvPr>
          <p:cNvSpPr>
            <a:spLocks noGrp="1"/>
          </p:cNvSpPr>
          <p:nvPr>
            <p:ph type="body" sz="quarter" idx="17" hasCustomPrompt="1"/>
          </p:nvPr>
        </p:nvSpPr>
        <p:spPr>
          <a:xfrm>
            <a:off x="358775" y="5738400"/>
            <a:ext cx="1396800" cy="759600"/>
          </a:xfrm>
          <a: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a:blipFill>
        </p:spPr>
        <p:txBody>
          <a:bodyPr/>
          <a:lstStyle>
            <a:lvl1pPr marL="0" indent="0">
              <a:buNone/>
              <a:defRPr sz="100">
                <a:noFill/>
              </a:defRPr>
            </a:lvl1pPr>
          </a:lstStyle>
          <a:p>
            <a:pPr lvl="0"/>
            <a:r>
              <a:rPr lang="en-US" dirty="0"/>
              <a:t>.</a:t>
            </a:r>
            <a:endParaRPr lang="en-US"/>
          </a:p>
        </p:txBody>
      </p:sp>
      <p:sp>
        <p:nvSpPr>
          <p:cNvPr id="4" name="Title 1">
            <a:extLst>
              <a:ext uri="{FF2B5EF4-FFF2-40B4-BE49-F238E27FC236}">
                <a16:creationId xmlns:a16="http://schemas.microsoft.com/office/drawing/2014/main" id="{CEC75FB5-25E2-4D69-1E5E-374CC77CD3FA}"/>
              </a:ext>
            </a:extLst>
          </p:cNvPr>
          <p:cNvSpPr>
            <a:spLocks noGrp="1"/>
          </p:cNvSpPr>
          <p:nvPr>
            <p:ph type="ctrTitle" hasCustomPrompt="1"/>
          </p:nvPr>
        </p:nvSpPr>
        <p:spPr bwMode="white">
          <a:xfrm>
            <a:off x="359998" y="1360800"/>
            <a:ext cx="6616800" cy="3553200"/>
          </a:xfrm>
          <a:noFill/>
        </p:spPr>
        <p:txBody>
          <a:bodyPr anchor="ctr" anchorCtr="0"/>
          <a:lstStyle>
            <a:lvl1pPr algn="l">
              <a:lnSpc>
                <a:spcPct val="83000"/>
              </a:lnSpc>
              <a:defRPr sz="5400">
                <a:solidFill>
                  <a:schemeClr val="tx1"/>
                </a:solidFill>
              </a:defRPr>
            </a:lvl1pPr>
          </a:lstStyle>
          <a:p>
            <a:r>
              <a:rPr lang="en-US" dirty="0"/>
              <a:t>Click to add title</a:t>
            </a:r>
            <a:endParaRPr lang="en-US"/>
          </a:p>
        </p:txBody>
      </p:sp>
      <p:sp>
        <p:nvSpPr>
          <p:cNvPr id="10" name="Subtitle 2">
            <a:extLst>
              <a:ext uri="{FF2B5EF4-FFF2-40B4-BE49-F238E27FC236}">
                <a16:creationId xmlns:a16="http://schemas.microsoft.com/office/drawing/2014/main" id="{17E59AF6-EB40-CFAB-321E-7AE7E9917986}"/>
              </a:ext>
            </a:extLst>
          </p:cNvPr>
          <p:cNvSpPr>
            <a:spLocks noGrp="1"/>
          </p:cNvSpPr>
          <p:nvPr>
            <p:ph type="subTitle" idx="1" hasCustomPrompt="1"/>
          </p:nvPr>
        </p:nvSpPr>
        <p:spPr>
          <a:xfrm>
            <a:off x="359999" y="4914000"/>
            <a:ext cx="6616800" cy="320400"/>
          </a:xfrm>
        </p:spPr>
        <p:txBody>
          <a:bodyPr anchor="b" anchorCtr="0"/>
          <a:lstStyle>
            <a:lvl1pPr marL="0" indent="0" algn="l">
              <a:lnSpc>
                <a:spcPct val="100000"/>
              </a:lnSpc>
              <a:spcBef>
                <a:spcPts val="0"/>
              </a:spcBef>
              <a:spcAft>
                <a:spcPts val="0"/>
              </a:spcAft>
              <a:buFont typeface="Arial" panose="020B0604020202020204" pitchFamily="34" charset="0"/>
              <a:buChar char="​"/>
              <a:defRPr sz="2000" b="0">
                <a:solidFill>
                  <a:schemeClr val="tx1"/>
                </a:solidFill>
                <a:latin typeface="+mn-lt"/>
              </a:defRPr>
            </a:lvl1pPr>
            <a:lvl2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2pPr>
            <a:lvl3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3pPr>
            <a:lvl4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4pPr>
            <a:lvl5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5pPr>
            <a:lvl6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6pPr>
            <a:lvl7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7pPr>
            <a:lvl8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8pPr>
            <a:lvl9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9pPr>
          </a:lstStyle>
          <a:p>
            <a:r>
              <a:rPr lang="en-US" dirty="0"/>
              <a:t>Click to add subtitle</a:t>
            </a:r>
            <a:endParaRPr lang="en-US"/>
          </a:p>
        </p:txBody>
      </p:sp>
      <p:sp>
        <p:nvSpPr>
          <p:cNvPr id="3" name="Slide Number Placeholder 9">
            <a:extLst>
              <a:ext uri="{FF2B5EF4-FFF2-40B4-BE49-F238E27FC236}">
                <a16:creationId xmlns:a16="http://schemas.microsoft.com/office/drawing/2014/main" id="{A08E2AC8-24CB-456F-D16B-56AC8480CE1A}"/>
              </a:ext>
            </a:extLst>
          </p:cNvPr>
          <p:cNvSpPr>
            <a:spLocks noGrp="1"/>
          </p:cNvSpPr>
          <p:nvPr>
            <p:ph type="sldNum" sz="quarter" idx="19"/>
          </p:nvPr>
        </p:nvSpPr>
        <p:spPr>
          <a:xfrm>
            <a:off x="11473199" y="6318000"/>
            <a:ext cx="359212" cy="180000"/>
          </a:xfrm>
        </p:spPr>
        <p:txBody>
          <a:bodyPr/>
          <a:lstStyle>
            <a:lvl1pPr>
              <a:defRPr>
                <a:solidFill>
                  <a:schemeClr val="tx1"/>
                </a:solidFill>
              </a:defRPr>
            </a:lvl1pPr>
          </a:lstStyle>
          <a:p>
            <a:fld id="{23AA811B-2EBD-4900-905E-5BE206449611}" type="slidenum">
              <a:rPr lang="en-US" smtClean="0"/>
              <a:pPr/>
              <a:t>‹#›</a:t>
            </a:fld>
            <a:endParaRPr lang="en-US" dirty="0"/>
          </a:p>
        </p:txBody>
      </p:sp>
    </p:spTree>
    <p:extLst>
      <p:ext uri="{BB962C8B-B14F-4D97-AF65-F5344CB8AC3E}">
        <p14:creationId xmlns:p14="http://schemas.microsoft.com/office/powerpoint/2010/main" val="363552068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 Cover and picture">
    <p:bg bwMode="ltGray">
      <p:bgPr>
        <a:solidFill>
          <a:schemeClr val="bg2"/>
        </a:solidFill>
        <a:effectLst/>
      </p:bgPr>
    </p:bg>
    <p:spTree>
      <p:nvGrpSpPr>
        <p:cNvPr id="1" name=""/>
        <p:cNvGrpSpPr/>
        <p:nvPr/>
      </p:nvGrpSpPr>
      <p:grpSpPr>
        <a:xfrm>
          <a:off x="0" y="0"/>
          <a:ext cx="0" cy="0"/>
          <a:chOff x="0" y="0"/>
          <a:chExt cx="0" cy="0"/>
        </a:xfrm>
      </p:grpSpPr>
      <p:sp>
        <p:nvSpPr>
          <p:cNvPr id="6" name="Background">
            <a:extLst>
              <a:ext uri="{FF2B5EF4-FFF2-40B4-BE49-F238E27FC236}">
                <a16:creationId xmlns:a16="http://schemas.microsoft.com/office/drawing/2014/main" id="{29E6FAF1-D120-4172-AE29-B3271FE51748}"/>
              </a:ext>
            </a:extLst>
          </p:cNvPr>
          <p:cNvSpPr/>
          <p:nvPr userDrawn="1"/>
        </p:nvSpPr>
        <p:spPr>
          <a:xfrm>
            <a:off x="0" y="0"/>
            <a:ext cx="12193200" cy="6858000"/>
          </a:xfrm>
          <a:prstGeom prst="rect">
            <a:avLst/>
          </a:prstGeom>
          <a:solidFill>
            <a:srgbClr val="00874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dirty="0" err="1">
              <a:solidFill>
                <a:schemeClr val="tx1"/>
              </a:solidFill>
            </a:endParaRPr>
          </a:p>
        </p:txBody>
      </p:sp>
      <p:sp>
        <p:nvSpPr>
          <p:cNvPr id="3" name="Picture Placeholder 2">
            <a:extLst>
              <a:ext uri="{FF2B5EF4-FFF2-40B4-BE49-F238E27FC236}">
                <a16:creationId xmlns:a16="http://schemas.microsoft.com/office/drawing/2014/main" id="{4FE246F1-8DD5-E4B4-9816-84E2452AAA61}"/>
              </a:ext>
            </a:extLst>
          </p:cNvPr>
          <p:cNvSpPr>
            <a:spLocks noGrp="1"/>
          </p:cNvSpPr>
          <p:nvPr>
            <p:ph type="pic" sz="quarter" idx="21" hasCustomPrompt="1"/>
          </p:nvPr>
        </p:nvSpPr>
        <p:spPr>
          <a:xfrm>
            <a:off x="0" y="0"/>
            <a:ext cx="9650095" cy="6678000"/>
          </a:xfrm>
          <a:custGeom>
            <a:avLst/>
            <a:gdLst>
              <a:gd name="connsiteX0" fmla="*/ 0 w 9650095"/>
              <a:gd name="connsiteY0" fmla="*/ 0 h 6678000"/>
              <a:gd name="connsiteX1" fmla="*/ 9650095 w 9650095"/>
              <a:gd name="connsiteY1" fmla="*/ 0 h 6678000"/>
              <a:gd name="connsiteX2" fmla="*/ 8347202 w 9650095"/>
              <a:gd name="connsiteY2" fmla="*/ 5439537 h 6678000"/>
              <a:gd name="connsiteX3" fmla="*/ 8337112 w 9650095"/>
              <a:gd name="connsiteY3" fmla="*/ 6547211 h 6678000"/>
              <a:gd name="connsiteX4" fmla="*/ 8353971 w 9650095"/>
              <a:gd name="connsiteY4" fmla="*/ 6678000 h 6678000"/>
              <a:gd name="connsiteX5" fmla="*/ 0 w 9650095"/>
              <a:gd name="connsiteY5" fmla="*/ 6678000 h 667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50095" h="6678000">
                <a:moveTo>
                  <a:pt x="0" y="0"/>
                </a:moveTo>
                <a:lnTo>
                  <a:pt x="9650095" y="0"/>
                </a:lnTo>
                <a:cubicBezTo>
                  <a:pt x="9650095" y="0"/>
                  <a:pt x="8523859" y="3660394"/>
                  <a:pt x="8347202" y="5439537"/>
                </a:cubicBezTo>
                <a:cubicBezTo>
                  <a:pt x="8305959" y="5854732"/>
                  <a:pt x="8306579" y="6222349"/>
                  <a:pt x="8337112" y="6547211"/>
                </a:cubicBezTo>
                <a:lnTo>
                  <a:pt x="8353971" y="6678000"/>
                </a:lnTo>
                <a:lnTo>
                  <a:pt x="0" y="6678000"/>
                </a:lnTo>
                <a:close/>
              </a:path>
            </a:pathLst>
          </a:custGeom>
          <a:solidFill>
            <a:schemeClr val="tx1">
              <a:lumMod val="85000"/>
            </a:schemeClr>
          </a:solidFill>
        </p:spPr>
        <p:txBody>
          <a:bodyPr wrap="square" lIns="108000" tIns="72000" rIns="108000" bIns="0" anchor="t" anchorCtr="0">
            <a:noAutofit/>
          </a:bodyPr>
          <a:lstStyle>
            <a:lvl1pPr marL="0" indent="0" algn="l">
              <a:spcAft>
                <a:spcPts val="0"/>
              </a:spcAft>
              <a:buFont typeface="Arial" panose="020B0604020202020204" pitchFamily="34" charset="0"/>
              <a:buNone/>
              <a:defRPr>
                <a:solidFill>
                  <a:schemeClr val="bg1"/>
                </a:solidFill>
              </a:defRPr>
            </a:lvl1pPr>
          </a:lstStyle>
          <a:p>
            <a:r>
              <a:rPr lang="en-US" dirty="0"/>
              <a:t>Click icon to add picture or click on frame and insert picture using the Insert tab - Pictures</a:t>
            </a:r>
            <a:endParaRPr lang="en-US"/>
          </a:p>
        </p:txBody>
      </p:sp>
      <p:sp>
        <p:nvSpPr>
          <p:cNvPr id="5" name="Dynamic legal" descr="{&quot;templafy&quot;:{&quot;id&quot;:&quot;ce7f7468-79cc-4f85-abf2-b957d5d86177&quot;}}">
            <a:extLst>
              <a:ext uri="{FF2B5EF4-FFF2-40B4-BE49-F238E27FC236}">
                <a16:creationId xmlns:a16="http://schemas.microsoft.com/office/drawing/2014/main" id="{0D7F5B99-6172-CA5C-7EBD-8A390C7C3B66}"/>
              </a:ext>
            </a:extLst>
          </p:cNvPr>
          <p:cNvSpPr txBox="1"/>
          <p:nvPr userDrawn="1"/>
        </p:nvSpPr>
        <p:spPr>
          <a:xfrm>
            <a:off x="-1588" y="6678000"/>
            <a:ext cx="12193588" cy="180000"/>
          </a:xfrm>
          <a:prstGeom prst="rect">
            <a:avLst/>
          </a:prstGeom>
          <a:solidFill>
            <a:srgbClr val="110081"/>
          </a:solidFill>
          <a:ln>
            <a:noFill/>
          </a:ln>
        </p:spPr>
        <p:txBody>
          <a:bodyPr wrap="square" lIns="0" tIns="0" rIns="0" bIns="0" anchor="ctr" anchorCtr="0">
            <a:noAutofit/>
          </a:bodyPr>
          <a:lstStyle/>
          <a:p>
            <a:pPr algn="ctr"/>
            <a:r>
              <a:rPr lang="en-US" sz="1000" dirty="0">
                <a:solidFill>
                  <a:srgbClr val="FFFFFF"/>
                </a:solidFill>
                <a:latin typeface="Arial Narrow" panose="020B0606020202030204" pitchFamily="34" charset="0"/>
              </a:rPr>
              <a:t>Confidential, unpublished property of Cigna Healthcare. Do not duplicate or distribute. Use and distribution limited solely to authorized personnel. © 2023 Cigna Healthcare</a:t>
            </a:r>
          </a:p>
        </p:txBody>
      </p:sp>
      <p:sp>
        <p:nvSpPr>
          <p:cNvPr id="2" name="Dynmic Internal use only" descr="{&quot;templafy&quot;:{&quot;id&quot;:&quot;3d214620-bd94-422b-a2c9-68fe0196369c&quot;}}" hidden="1" title="Form.Cigna_Confidentiality.Cigna_healthcareConfidentiality">
            <a:extLst>
              <a:ext uri="{FF2B5EF4-FFF2-40B4-BE49-F238E27FC236}">
                <a16:creationId xmlns:a16="http://schemas.microsoft.com/office/drawing/2014/main" id="{5B4DCF06-C2DD-86AA-462D-027E576CD461}"/>
              </a:ext>
            </a:extLst>
          </p:cNvPr>
          <p:cNvSpPr/>
          <p:nvPr userDrawn="1"/>
        </p:nvSpPr>
        <p:spPr>
          <a:xfrm>
            <a:off x="10859153" y="6678000"/>
            <a:ext cx="973257"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r"/>
            <a:endParaRPr lang="en-US" sz="1000" kern="1200" noProof="0" dirty="0">
              <a:solidFill>
                <a:srgbClr val="FFFFFF"/>
              </a:solidFill>
              <a:latin typeface="Arial Narrow" panose="020B0606020202030204" pitchFamily="34" charset="0"/>
              <a:ea typeface="+mn-ea"/>
              <a:cs typeface="+mn-cs"/>
            </a:endParaRPr>
          </a:p>
        </p:txBody>
      </p:sp>
      <p:sp>
        <p:nvSpPr>
          <p:cNvPr id="9" name="Text Placeholder logo">
            <a:extLst>
              <a:ext uri="{FF2B5EF4-FFF2-40B4-BE49-F238E27FC236}">
                <a16:creationId xmlns:a16="http://schemas.microsoft.com/office/drawing/2014/main" id="{218D1888-5A40-7BB4-FD40-23F04A7C82B3}"/>
              </a:ext>
            </a:extLst>
          </p:cNvPr>
          <p:cNvSpPr>
            <a:spLocks noGrp="1"/>
          </p:cNvSpPr>
          <p:nvPr>
            <p:ph type="body" sz="quarter" idx="17" hasCustomPrompt="1"/>
          </p:nvPr>
        </p:nvSpPr>
        <p:spPr>
          <a:xfrm>
            <a:off x="358775" y="5738400"/>
            <a:ext cx="1396800" cy="759600"/>
          </a:xfrm>
          <a: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a:blipFill>
        </p:spPr>
        <p:txBody>
          <a:bodyPr/>
          <a:lstStyle>
            <a:lvl1pPr marL="0" indent="0">
              <a:buNone/>
              <a:defRPr sz="100">
                <a:noFill/>
              </a:defRPr>
            </a:lvl1pPr>
          </a:lstStyle>
          <a:p>
            <a:pPr lvl="0"/>
            <a:r>
              <a:rPr lang="en-US" dirty="0"/>
              <a:t>.</a:t>
            </a:r>
            <a:endParaRPr lang="en-US"/>
          </a:p>
        </p:txBody>
      </p:sp>
      <p:sp>
        <p:nvSpPr>
          <p:cNvPr id="4" name="Title 1">
            <a:extLst>
              <a:ext uri="{FF2B5EF4-FFF2-40B4-BE49-F238E27FC236}">
                <a16:creationId xmlns:a16="http://schemas.microsoft.com/office/drawing/2014/main" id="{CEC75FB5-25E2-4D69-1E5E-374CC77CD3FA}"/>
              </a:ext>
            </a:extLst>
          </p:cNvPr>
          <p:cNvSpPr>
            <a:spLocks noGrp="1"/>
          </p:cNvSpPr>
          <p:nvPr>
            <p:ph type="ctrTitle" hasCustomPrompt="1"/>
          </p:nvPr>
        </p:nvSpPr>
        <p:spPr bwMode="white">
          <a:xfrm>
            <a:off x="359997" y="1360800"/>
            <a:ext cx="6615477" cy="3553200"/>
          </a:xfrm>
          <a:noFill/>
        </p:spPr>
        <p:txBody>
          <a:bodyPr anchor="ctr" anchorCtr="0"/>
          <a:lstStyle>
            <a:lvl1pPr algn="l">
              <a:lnSpc>
                <a:spcPct val="83000"/>
              </a:lnSpc>
              <a:defRPr sz="5400">
                <a:solidFill>
                  <a:schemeClr val="tx1"/>
                </a:solidFill>
              </a:defRPr>
            </a:lvl1pPr>
          </a:lstStyle>
          <a:p>
            <a:r>
              <a:rPr lang="en-US" dirty="0"/>
              <a:t>Click to add title</a:t>
            </a:r>
            <a:endParaRPr lang="en-US"/>
          </a:p>
        </p:txBody>
      </p:sp>
      <p:sp>
        <p:nvSpPr>
          <p:cNvPr id="10" name="Subtitle 2">
            <a:extLst>
              <a:ext uri="{FF2B5EF4-FFF2-40B4-BE49-F238E27FC236}">
                <a16:creationId xmlns:a16="http://schemas.microsoft.com/office/drawing/2014/main" id="{17E59AF6-EB40-CFAB-321E-7AE7E9917986}"/>
              </a:ext>
            </a:extLst>
          </p:cNvPr>
          <p:cNvSpPr>
            <a:spLocks noGrp="1"/>
          </p:cNvSpPr>
          <p:nvPr>
            <p:ph type="subTitle" idx="1" hasCustomPrompt="1"/>
          </p:nvPr>
        </p:nvSpPr>
        <p:spPr>
          <a:xfrm>
            <a:off x="359998" y="4914000"/>
            <a:ext cx="6615477" cy="320400"/>
          </a:xfrm>
        </p:spPr>
        <p:txBody>
          <a:bodyPr anchor="b" anchorCtr="0"/>
          <a:lstStyle>
            <a:lvl1pPr marL="0" indent="0" algn="l">
              <a:lnSpc>
                <a:spcPct val="100000"/>
              </a:lnSpc>
              <a:spcBef>
                <a:spcPts val="0"/>
              </a:spcBef>
              <a:spcAft>
                <a:spcPts val="0"/>
              </a:spcAft>
              <a:buFont typeface="Arial" panose="020B0604020202020204" pitchFamily="34" charset="0"/>
              <a:buChar char="​"/>
              <a:defRPr sz="2000" b="0">
                <a:solidFill>
                  <a:schemeClr val="tx1"/>
                </a:solidFill>
                <a:latin typeface="+mn-lt"/>
              </a:defRPr>
            </a:lvl1pPr>
            <a:lvl2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2pPr>
            <a:lvl3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3pPr>
            <a:lvl4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4pPr>
            <a:lvl5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5pPr>
            <a:lvl6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6pPr>
            <a:lvl7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7pPr>
            <a:lvl8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8pPr>
            <a:lvl9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9pPr>
          </a:lstStyle>
          <a:p>
            <a:r>
              <a:rPr lang="en-US" dirty="0"/>
              <a:t>Click to add subtitle</a:t>
            </a:r>
            <a:endParaRPr lang="en-US"/>
          </a:p>
        </p:txBody>
      </p:sp>
      <p:sp>
        <p:nvSpPr>
          <p:cNvPr id="8" name="Slide Number Placeholder 9">
            <a:extLst>
              <a:ext uri="{FF2B5EF4-FFF2-40B4-BE49-F238E27FC236}">
                <a16:creationId xmlns:a16="http://schemas.microsoft.com/office/drawing/2014/main" id="{100478DC-53AC-A6DC-E7B7-565F138D561F}"/>
              </a:ext>
            </a:extLst>
          </p:cNvPr>
          <p:cNvSpPr>
            <a:spLocks noGrp="1"/>
          </p:cNvSpPr>
          <p:nvPr>
            <p:ph type="sldNum" sz="quarter" idx="19"/>
          </p:nvPr>
        </p:nvSpPr>
        <p:spPr>
          <a:xfrm>
            <a:off x="11473199" y="6318000"/>
            <a:ext cx="359212" cy="180000"/>
          </a:xfrm>
        </p:spPr>
        <p:txBody>
          <a:bodyPr/>
          <a:lstStyle>
            <a:lvl1pPr>
              <a:defRPr>
                <a:solidFill>
                  <a:schemeClr val="tx1"/>
                </a:solidFill>
              </a:defRPr>
            </a:lvl1pPr>
          </a:lstStyle>
          <a:p>
            <a:fld id="{23AA811B-2EBD-4900-905E-5BE206449611}" type="slidenum">
              <a:rPr lang="en-US" smtClean="0"/>
              <a:pPr/>
              <a:t>‹#›</a:t>
            </a:fld>
            <a:endParaRPr lang="en-US" dirty="0"/>
          </a:p>
        </p:txBody>
      </p:sp>
    </p:spTree>
    <p:extLst>
      <p:ext uri="{BB962C8B-B14F-4D97-AF65-F5344CB8AC3E}">
        <p14:creationId xmlns:p14="http://schemas.microsoft.com/office/powerpoint/2010/main" val="20617716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 Cover and picture">
    <p:bg bwMode="ltGray">
      <p:bgPr>
        <a:solidFill>
          <a:schemeClr val="bg2"/>
        </a:solidFill>
        <a:effectLst/>
      </p:bgPr>
    </p:bg>
    <p:spTree>
      <p:nvGrpSpPr>
        <p:cNvPr id="1" name=""/>
        <p:cNvGrpSpPr/>
        <p:nvPr/>
      </p:nvGrpSpPr>
      <p:grpSpPr>
        <a:xfrm>
          <a:off x="0" y="0"/>
          <a:ext cx="0" cy="0"/>
          <a:chOff x="0" y="0"/>
          <a:chExt cx="0" cy="0"/>
        </a:xfrm>
      </p:grpSpPr>
      <p:sp>
        <p:nvSpPr>
          <p:cNvPr id="6" name="Background">
            <a:extLst>
              <a:ext uri="{FF2B5EF4-FFF2-40B4-BE49-F238E27FC236}">
                <a16:creationId xmlns:a16="http://schemas.microsoft.com/office/drawing/2014/main" id="{29E6FAF1-D120-4172-AE29-B3271FE51748}"/>
              </a:ext>
            </a:extLst>
          </p:cNvPr>
          <p:cNvSpPr/>
          <p:nvPr userDrawn="1"/>
        </p:nvSpPr>
        <p:spPr>
          <a:xfrm>
            <a:off x="0" y="0"/>
            <a:ext cx="121932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dirty="0" err="1">
              <a:solidFill>
                <a:schemeClr val="tx1"/>
              </a:solidFill>
            </a:endParaRPr>
          </a:p>
        </p:txBody>
      </p:sp>
      <p:sp>
        <p:nvSpPr>
          <p:cNvPr id="2" name="Picture Placeholder 1">
            <a:extLst>
              <a:ext uri="{FF2B5EF4-FFF2-40B4-BE49-F238E27FC236}">
                <a16:creationId xmlns:a16="http://schemas.microsoft.com/office/drawing/2014/main" id="{2DA42368-07DC-A18A-7B5D-9040BAFD08B0}"/>
              </a:ext>
            </a:extLst>
          </p:cNvPr>
          <p:cNvSpPr>
            <a:spLocks noGrp="1"/>
          </p:cNvSpPr>
          <p:nvPr>
            <p:ph type="pic" sz="quarter" idx="21" hasCustomPrompt="1"/>
          </p:nvPr>
        </p:nvSpPr>
        <p:spPr>
          <a:xfrm>
            <a:off x="0" y="0"/>
            <a:ext cx="9650095" cy="6678000"/>
          </a:xfrm>
          <a:custGeom>
            <a:avLst/>
            <a:gdLst>
              <a:gd name="connsiteX0" fmla="*/ 0 w 9650095"/>
              <a:gd name="connsiteY0" fmla="*/ 0 h 6678000"/>
              <a:gd name="connsiteX1" fmla="*/ 9650095 w 9650095"/>
              <a:gd name="connsiteY1" fmla="*/ 0 h 6678000"/>
              <a:gd name="connsiteX2" fmla="*/ 8347202 w 9650095"/>
              <a:gd name="connsiteY2" fmla="*/ 5439537 h 6678000"/>
              <a:gd name="connsiteX3" fmla="*/ 8337112 w 9650095"/>
              <a:gd name="connsiteY3" fmla="*/ 6547211 h 6678000"/>
              <a:gd name="connsiteX4" fmla="*/ 8353971 w 9650095"/>
              <a:gd name="connsiteY4" fmla="*/ 6678000 h 6678000"/>
              <a:gd name="connsiteX5" fmla="*/ 0 w 9650095"/>
              <a:gd name="connsiteY5" fmla="*/ 6678000 h 667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50095" h="6678000">
                <a:moveTo>
                  <a:pt x="0" y="0"/>
                </a:moveTo>
                <a:lnTo>
                  <a:pt x="9650095" y="0"/>
                </a:lnTo>
                <a:cubicBezTo>
                  <a:pt x="9650095" y="0"/>
                  <a:pt x="8523859" y="3660394"/>
                  <a:pt x="8347202" y="5439537"/>
                </a:cubicBezTo>
                <a:cubicBezTo>
                  <a:pt x="8305959" y="5854732"/>
                  <a:pt x="8306579" y="6222349"/>
                  <a:pt x="8337112" y="6547211"/>
                </a:cubicBezTo>
                <a:lnTo>
                  <a:pt x="8353971" y="6678000"/>
                </a:lnTo>
                <a:lnTo>
                  <a:pt x="0" y="6678000"/>
                </a:lnTo>
                <a:close/>
              </a:path>
            </a:pathLst>
          </a:custGeom>
          <a:solidFill>
            <a:schemeClr val="tx1">
              <a:lumMod val="85000"/>
            </a:schemeClr>
          </a:solidFill>
        </p:spPr>
        <p:txBody>
          <a:bodyPr wrap="square" lIns="108000" tIns="72000" rIns="108000" bIns="0" anchor="t" anchorCtr="0">
            <a:noAutofit/>
          </a:bodyPr>
          <a:lstStyle>
            <a:lvl1pPr marL="0" indent="0" algn="l">
              <a:spcAft>
                <a:spcPts val="0"/>
              </a:spcAft>
              <a:buFont typeface="Arial" panose="020B0604020202020204" pitchFamily="34" charset="0"/>
              <a:buNone/>
              <a:defRPr>
                <a:solidFill>
                  <a:schemeClr val="bg1"/>
                </a:solidFill>
              </a:defRPr>
            </a:lvl1pPr>
          </a:lstStyle>
          <a:p>
            <a:r>
              <a:rPr lang="en-US" dirty="0"/>
              <a:t>Click icon to add picture or click on frame and insert picture using the Insert tab - Pictures</a:t>
            </a:r>
            <a:endParaRPr lang="en-US"/>
          </a:p>
        </p:txBody>
      </p:sp>
      <p:sp>
        <p:nvSpPr>
          <p:cNvPr id="3" name="Dynamic legal" descr="{&quot;templafy&quot;:{&quot;id&quot;:&quot;454680f0-8308-4769-a5b0-00b413929754&quot;}}">
            <a:extLst>
              <a:ext uri="{FF2B5EF4-FFF2-40B4-BE49-F238E27FC236}">
                <a16:creationId xmlns:a16="http://schemas.microsoft.com/office/drawing/2014/main" id="{D711B8BE-7563-FD81-8A3C-DDACBF765A3B}"/>
              </a:ext>
            </a:extLst>
          </p:cNvPr>
          <p:cNvSpPr txBox="1"/>
          <p:nvPr userDrawn="1"/>
        </p:nvSpPr>
        <p:spPr>
          <a:xfrm>
            <a:off x="-1588" y="6678000"/>
            <a:ext cx="12193588" cy="180000"/>
          </a:xfrm>
          <a:prstGeom prst="rect">
            <a:avLst/>
          </a:prstGeom>
          <a:solidFill>
            <a:srgbClr val="110081"/>
          </a:solidFill>
          <a:ln>
            <a:noFill/>
          </a:ln>
        </p:spPr>
        <p:txBody>
          <a:bodyPr wrap="square" lIns="0" tIns="0" rIns="0" bIns="0" anchor="ctr" anchorCtr="0">
            <a:noAutofit/>
          </a:bodyPr>
          <a:lstStyle/>
          <a:p>
            <a:pPr algn="ctr"/>
            <a:r>
              <a:rPr lang="en-US" sz="1000" dirty="0">
                <a:solidFill>
                  <a:srgbClr val="FFFFFF"/>
                </a:solidFill>
                <a:latin typeface="Arial Narrow" panose="020B0606020202030204" pitchFamily="34" charset="0"/>
              </a:rPr>
              <a:t>Confidential, unpublished property of Cigna Healthcare. Do not duplicate or distribute. Use and distribution limited solely to authorized personnel. © 2023 Cigna Healthcare</a:t>
            </a:r>
          </a:p>
        </p:txBody>
      </p:sp>
      <p:sp>
        <p:nvSpPr>
          <p:cNvPr id="5" name="Dynmic Internal use only" descr="{&quot;templafy&quot;:{&quot;id&quot;:&quot;27c4ef0a-c87d-41d2-90e8-53efe7300b5f&quot;}}" hidden="1" title="Form.Cigna_Confidentiality.Cigna_healthcareConfidentiality">
            <a:extLst>
              <a:ext uri="{FF2B5EF4-FFF2-40B4-BE49-F238E27FC236}">
                <a16:creationId xmlns:a16="http://schemas.microsoft.com/office/drawing/2014/main" id="{31A9A2FA-543C-7469-60C0-49FE2D83A890}"/>
              </a:ext>
            </a:extLst>
          </p:cNvPr>
          <p:cNvSpPr/>
          <p:nvPr userDrawn="1"/>
        </p:nvSpPr>
        <p:spPr>
          <a:xfrm>
            <a:off x="10859153" y="6678000"/>
            <a:ext cx="973257"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r"/>
            <a:endParaRPr lang="en-US" sz="1000" kern="1200" noProof="0" dirty="0">
              <a:solidFill>
                <a:srgbClr val="FFFFFF"/>
              </a:solidFill>
              <a:latin typeface="Arial Narrow" panose="020B0606020202030204" pitchFamily="34" charset="0"/>
              <a:ea typeface="+mn-ea"/>
              <a:cs typeface="+mn-cs"/>
            </a:endParaRPr>
          </a:p>
        </p:txBody>
      </p:sp>
      <p:sp>
        <p:nvSpPr>
          <p:cNvPr id="9" name="Text Placeholder logo">
            <a:extLst>
              <a:ext uri="{FF2B5EF4-FFF2-40B4-BE49-F238E27FC236}">
                <a16:creationId xmlns:a16="http://schemas.microsoft.com/office/drawing/2014/main" id="{218D1888-5A40-7BB4-FD40-23F04A7C82B3}"/>
              </a:ext>
            </a:extLst>
          </p:cNvPr>
          <p:cNvSpPr>
            <a:spLocks noGrp="1"/>
          </p:cNvSpPr>
          <p:nvPr>
            <p:ph type="body" sz="quarter" idx="17" hasCustomPrompt="1"/>
          </p:nvPr>
        </p:nvSpPr>
        <p:spPr>
          <a:xfrm>
            <a:off x="358775" y="5738400"/>
            <a:ext cx="1396800" cy="759600"/>
          </a:xfrm>
          <a: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a:blipFill>
        </p:spPr>
        <p:txBody>
          <a:bodyPr/>
          <a:lstStyle>
            <a:lvl1pPr marL="0" indent="0">
              <a:buNone/>
              <a:defRPr sz="100">
                <a:noFill/>
              </a:defRPr>
            </a:lvl1pPr>
          </a:lstStyle>
          <a:p>
            <a:pPr lvl="0"/>
            <a:r>
              <a:rPr lang="en-US" dirty="0"/>
              <a:t>.</a:t>
            </a:r>
            <a:endParaRPr lang="en-US"/>
          </a:p>
        </p:txBody>
      </p:sp>
      <p:sp>
        <p:nvSpPr>
          <p:cNvPr id="4" name="Title 1">
            <a:extLst>
              <a:ext uri="{FF2B5EF4-FFF2-40B4-BE49-F238E27FC236}">
                <a16:creationId xmlns:a16="http://schemas.microsoft.com/office/drawing/2014/main" id="{CEC75FB5-25E2-4D69-1E5E-374CC77CD3FA}"/>
              </a:ext>
            </a:extLst>
          </p:cNvPr>
          <p:cNvSpPr>
            <a:spLocks noGrp="1"/>
          </p:cNvSpPr>
          <p:nvPr>
            <p:ph type="ctrTitle" hasCustomPrompt="1"/>
          </p:nvPr>
        </p:nvSpPr>
        <p:spPr bwMode="white">
          <a:xfrm>
            <a:off x="359998" y="1360800"/>
            <a:ext cx="6616800" cy="3553200"/>
          </a:xfrm>
          <a:noFill/>
        </p:spPr>
        <p:txBody>
          <a:bodyPr anchor="ctr" anchorCtr="0"/>
          <a:lstStyle>
            <a:lvl1pPr algn="l">
              <a:lnSpc>
                <a:spcPct val="83000"/>
              </a:lnSpc>
              <a:defRPr sz="5400">
                <a:solidFill>
                  <a:schemeClr val="tx1"/>
                </a:solidFill>
              </a:defRPr>
            </a:lvl1pPr>
          </a:lstStyle>
          <a:p>
            <a:r>
              <a:rPr lang="en-US" dirty="0"/>
              <a:t>Click to add title</a:t>
            </a:r>
            <a:endParaRPr lang="en-US"/>
          </a:p>
        </p:txBody>
      </p:sp>
      <p:sp>
        <p:nvSpPr>
          <p:cNvPr id="10" name="Subtitle 2">
            <a:extLst>
              <a:ext uri="{FF2B5EF4-FFF2-40B4-BE49-F238E27FC236}">
                <a16:creationId xmlns:a16="http://schemas.microsoft.com/office/drawing/2014/main" id="{17E59AF6-EB40-CFAB-321E-7AE7E9917986}"/>
              </a:ext>
            </a:extLst>
          </p:cNvPr>
          <p:cNvSpPr>
            <a:spLocks noGrp="1"/>
          </p:cNvSpPr>
          <p:nvPr>
            <p:ph type="subTitle" idx="1" hasCustomPrompt="1"/>
          </p:nvPr>
        </p:nvSpPr>
        <p:spPr>
          <a:xfrm>
            <a:off x="359999" y="4914000"/>
            <a:ext cx="6616800" cy="320400"/>
          </a:xfrm>
        </p:spPr>
        <p:txBody>
          <a:bodyPr anchor="b" anchorCtr="0"/>
          <a:lstStyle>
            <a:lvl1pPr marL="0" indent="0" algn="l">
              <a:lnSpc>
                <a:spcPct val="100000"/>
              </a:lnSpc>
              <a:spcBef>
                <a:spcPts val="0"/>
              </a:spcBef>
              <a:spcAft>
                <a:spcPts val="0"/>
              </a:spcAft>
              <a:buFont typeface="Arial" panose="020B0604020202020204" pitchFamily="34" charset="0"/>
              <a:buChar char="​"/>
              <a:defRPr sz="2000" b="0">
                <a:solidFill>
                  <a:schemeClr val="tx1"/>
                </a:solidFill>
                <a:latin typeface="+mn-lt"/>
              </a:defRPr>
            </a:lvl1pPr>
            <a:lvl2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2pPr>
            <a:lvl3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3pPr>
            <a:lvl4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4pPr>
            <a:lvl5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5pPr>
            <a:lvl6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6pPr>
            <a:lvl7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7pPr>
            <a:lvl8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8pPr>
            <a:lvl9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9pPr>
          </a:lstStyle>
          <a:p>
            <a:r>
              <a:rPr lang="en-US" dirty="0"/>
              <a:t>Click to add subtitle</a:t>
            </a:r>
            <a:endParaRPr lang="en-US"/>
          </a:p>
        </p:txBody>
      </p:sp>
      <p:sp>
        <p:nvSpPr>
          <p:cNvPr id="8" name="Slide Number Placeholder 9">
            <a:extLst>
              <a:ext uri="{FF2B5EF4-FFF2-40B4-BE49-F238E27FC236}">
                <a16:creationId xmlns:a16="http://schemas.microsoft.com/office/drawing/2014/main" id="{740D2082-12E8-3F62-6B89-C33609BA9880}"/>
              </a:ext>
            </a:extLst>
          </p:cNvPr>
          <p:cNvSpPr>
            <a:spLocks noGrp="1"/>
          </p:cNvSpPr>
          <p:nvPr>
            <p:ph type="sldNum" sz="quarter" idx="19"/>
          </p:nvPr>
        </p:nvSpPr>
        <p:spPr>
          <a:xfrm>
            <a:off x="11473199" y="6318000"/>
            <a:ext cx="359212" cy="180000"/>
          </a:xfrm>
        </p:spPr>
        <p:txBody>
          <a:bodyPr/>
          <a:lstStyle>
            <a:lvl1pPr>
              <a:defRPr>
                <a:solidFill>
                  <a:schemeClr val="tx1"/>
                </a:solidFill>
              </a:defRPr>
            </a:lvl1pPr>
          </a:lstStyle>
          <a:p>
            <a:fld id="{23AA811B-2EBD-4900-905E-5BE206449611}" type="slidenum">
              <a:rPr lang="en-US" smtClean="0"/>
              <a:pPr/>
              <a:t>‹#›</a:t>
            </a:fld>
            <a:endParaRPr lang="en-US" dirty="0"/>
          </a:p>
        </p:txBody>
      </p:sp>
    </p:spTree>
    <p:extLst>
      <p:ext uri="{BB962C8B-B14F-4D97-AF65-F5344CB8AC3E}">
        <p14:creationId xmlns:p14="http://schemas.microsoft.com/office/powerpoint/2010/main" val="198476880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 Cover color background">
    <p:bg bwMode="ltGray">
      <p:bgRef idx="1001">
        <a:schemeClr val="bg1"/>
      </p:bgRef>
    </p:bg>
    <p:spTree>
      <p:nvGrpSpPr>
        <p:cNvPr id="1" name=""/>
        <p:cNvGrpSpPr/>
        <p:nvPr/>
      </p:nvGrpSpPr>
      <p:grpSpPr>
        <a:xfrm>
          <a:off x="0" y="0"/>
          <a:ext cx="0" cy="0"/>
          <a:chOff x="0" y="0"/>
          <a:chExt cx="0" cy="0"/>
        </a:xfrm>
      </p:grpSpPr>
      <p:sp>
        <p:nvSpPr>
          <p:cNvPr id="6" name="Background">
            <a:extLst>
              <a:ext uri="{FF2B5EF4-FFF2-40B4-BE49-F238E27FC236}">
                <a16:creationId xmlns:a16="http://schemas.microsoft.com/office/drawing/2014/main" id="{29E6FAF1-D120-4172-AE29-B3271FE51748}"/>
              </a:ext>
            </a:extLst>
          </p:cNvPr>
          <p:cNvSpPr/>
          <p:nvPr userDrawn="1"/>
        </p:nvSpPr>
        <p:spPr>
          <a:xfrm>
            <a:off x="0" y="0"/>
            <a:ext cx="12193200" cy="6858000"/>
          </a:xfrm>
          <a:prstGeom prst="rect">
            <a:avLst/>
          </a:prstGeom>
          <a:solidFill>
            <a:srgbClr val="0033FF"/>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dirty="0" err="1">
              <a:solidFill>
                <a:schemeClr val="tx1"/>
              </a:solidFill>
            </a:endParaRPr>
          </a:p>
        </p:txBody>
      </p:sp>
      <p:grpSp>
        <p:nvGrpSpPr>
          <p:cNvPr id="109" name="Group 108">
            <a:extLst>
              <a:ext uri="{FF2B5EF4-FFF2-40B4-BE49-F238E27FC236}">
                <a16:creationId xmlns:a16="http://schemas.microsoft.com/office/drawing/2014/main" id="{EF1432D5-A3F9-115B-962B-388A466D0024}"/>
              </a:ext>
            </a:extLst>
          </p:cNvPr>
          <p:cNvGrpSpPr/>
          <p:nvPr userDrawn="1"/>
        </p:nvGrpSpPr>
        <p:grpSpPr>
          <a:xfrm>
            <a:off x="6558257" y="0"/>
            <a:ext cx="5633743" cy="6858001"/>
            <a:chOff x="6558257" y="0"/>
            <a:chExt cx="5633743" cy="6858001"/>
          </a:xfrm>
          <a:solidFill>
            <a:schemeClr val="tx2"/>
          </a:solidFill>
        </p:grpSpPr>
        <p:sp>
          <p:nvSpPr>
            <p:cNvPr id="7" name="Freeform 5">
              <a:extLst>
                <a:ext uri="{FF2B5EF4-FFF2-40B4-BE49-F238E27FC236}">
                  <a16:creationId xmlns:a16="http://schemas.microsoft.com/office/drawing/2014/main" id="{024A1C9F-3168-578B-8BDE-5FD7886BD37A}"/>
                </a:ext>
              </a:extLst>
            </p:cNvPr>
            <p:cNvSpPr>
              <a:spLocks/>
            </p:cNvSpPr>
            <p:nvPr/>
          </p:nvSpPr>
          <p:spPr bwMode="auto">
            <a:xfrm>
              <a:off x="10458824" y="2544977"/>
              <a:ext cx="1414713" cy="929669"/>
            </a:xfrm>
            <a:custGeom>
              <a:avLst/>
              <a:gdLst>
                <a:gd name="T0" fmla="*/ 156 w 401"/>
                <a:gd name="T1" fmla="*/ 225 h 264"/>
                <a:gd name="T2" fmla="*/ 0 w 401"/>
                <a:gd name="T3" fmla="*/ 34 h 264"/>
                <a:gd name="T4" fmla="*/ 246 w 401"/>
                <a:gd name="T5" fmla="*/ 39 h 264"/>
                <a:gd name="T6" fmla="*/ 401 w 401"/>
                <a:gd name="T7" fmla="*/ 229 h 264"/>
                <a:gd name="T8" fmla="*/ 156 w 401"/>
                <a:gd name="T9" fmla="*/ 225 h 264"/>
              </a:gdLst>
              <a:ahLst/>
              <a:cxnLst>
                <a:cxn ang="0">
                  <a:pos x="T0" y="T1"/>
                </a:cxn>
                <a:cxn ang="0">
                  <a:pos x="T2" y="T3"/>
                </a:cxn>
                <a:cxn ang="0">
                  <a:pos x="T4" y="T5"/>
                </a:cxn>
                <a:cxn ang="0">
                  <a:pos x="T6" y="T7"/>
                </a:cxn>
                <a:cxn ang="0">
                  <a:pos x="T8" y="T9"/>
                </a:cxn>
              </a:cxnLst>
              <a:rect l="0" t="0" r="r" b="b"/>
              <a:pathLst>
                <a:path w="401" h="264">
                  <a:moveTo>
                    <a:pt x="156" y="225"/>
                  </a:moveTo>
                  <a:cubicBezTo>
                    <a:pt x="75" y="186"/>
                    <a:pt x="21" y="115"/>
                    <a:pt x="0" y="34"/>
                  </a:cubicBezTo>
                  <a:cubicBezTo>
                    <a:pt x="76" y="1"/>
                    <a:pt x="166" y="0"/>
                    <a:pt x="246" y="39"/>
                  </a:cubicBezTo>
                  <a:cubicBezTo>
                    <a:pt x="327" y="78"/>
                    <a:pt x="381" y="149"/>
                    <a:pt x="401" y="229"/>
                  </a:cubicBezTo>
                  <a:cubicBezTo>
                    <a:pt x="326" y="263"/>
                    <a:pt x="236" y="264"/>
                    <a:pt x="156" y="22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a:extLst>
                <a:ext uri="{FF2B5EF4-FFF2-40B4-BE49-F238E27FC236}">
                  <a16:creationId xmlns:a16="http://schemas.microsoft.com/office/drawing/2014/main" id="{328E937B-75AD-DF1D-7917-61D54E6247C5}"/>
                </a:ext>
              </a:extLst>
            </p:cNvPr>
            <p:cNvSpPr>
              <a:spLocks/>
            </p:cNvSpPr>
            <p:nvPr/>
          </p:nvSpPr>
          <p:spPr bwMode="auto">
            <a:xfrm>
              <a:off x="8472451" y="2068594"/>
              <a:ext cx="990299" cy="565885"/>
            </a:xfrm>
            <a:custGeom>
              <a:avLst/>
              <a:gdLst>
                <a:gd name="T0" fmla="*/ 123 w 281"/>
                <a:gd name="T1" fmla="*/ 146 h 161"/>
                <a:gd name="T2" fmla="*/ 0 w 281"/>
                <a:gd name="T3" fmla="*/ 42 h 161"/>
                <a:gd name="T4" fmla="*/ 158 w 281"/>
                <a:gd name="T5" fmla="*/ 15 h 161"/>
                <a:gd name="T6" fmla="*/ 281 w 281"/>
                <a:gd name="T7" fmla="*/ 119 h 161"/>
                <a:gd name="T8" fmla="*/ 123 w 281"/>
                <a:gd name="T9" fmla="*/ 146 h 161"/>
              </a:gdLst>
              <a:ahLst/>
              <a:cxnLst>
                <a:cxn ang="0">
                  <a:pos x="T0" y="T1"/>
                </a:cxn>
                <a:cxn ang="0">
                  <a:pos x="T2" y="T3"/>
                </a:cxn>
                <a:cxn ang="0">
                  <a:pos x="T4" y="T5"/>
                </a:cxn>
                <a:cxn ang="0">
                  <a:pos x="T6" y="T7"/>
                </a:cxn>
                <a:cxn ang="0">
                  <a:pos x="T8" y="T9"/>
                </a:cxn>
              </a:cxnLst>
              <a:rect l="0" t="0" r="r" b="b"/>
              <a:pathLst>
                <a:path w="281" h="161">
                  <a:moveTo>
                    <a:pt x="123" y="146"/>
                  </a:moveTo>
                  <a:cubicBezTo>
                    <a:pt x="66" y="130"/>
                    <a:pt x="23" y="91"/>
                    <a:pt x="0" y="42"/>
                  </a:cubicBezTo>
                  <a:cubicBezTo>
                    <a:pt x="45" y="11"/>
                    <a:pt x="102" y="0"/>
                    <a:pt x="158" y="15"/>
                  </a:cubicBezTo>
                  <a:cubicBezTo>
                    <a:pt x="215" y="31"/>
                    <a:pt x="258" y="70"/>
                    <a:pt x="281" y="119"/>
                  </a:cubicBezTo>
                  <a:cubicBezTo>
                    <a:pt x="236" y="150"/>
                    <a:pt x="179" y="161"/>
                    <a:pt x="123" y="14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a:extLst>
                <a:ext uri="{FF2B5EF4-FFF2-40B4-BE49-F238E27FC236}">
                  <a16:creationId xmlns:a16="http://schemas.microsoft.com/office/drawing/2014/main" id="{C85033FA-793E-AA01-0AB1-F5E7C6942C1A}"/>
                </a:ext>
              </a:extLst>
            </p:cNvPr>
            <p:cNvSpPr>
              <a:spLocks/>
            </p:cNvSpPr>
            <p:nvPr/>
          </p:nvSpPr>
          <p:spPr bwMode="auto">
            <a:xfrm>
              <a:off x="8172185" y="4496704"/>
              <a:ext cx="805521" cy="464834"/>
            </a:xfrm>
            <a:custGeom>
              <a:avLst/>
              <a:gdLst>
                <a:gd name="T0" fmla="*/ 130 w 229"/>
                <a:gd name="T1" fmla="*/ 119 h 132"/>
                <a:gd name="T2" fmla="*/ 0 w 229"/>
                <a:gd name="T3" fmla="*/ 99 h 132"/>
                <a:gd name="T4" fmla="*/ 99 w 229"/>
                <a:gd name="T5" fmla="*/ 13 h 132"/>
                <a:gd name="T6" fmla="*/ 229 w 229"/>
                <a:gd name="T7" fmla="*/ 33 h 132"/>
                <a:gd name="T8" fmla="*/ 130 w 229"/>
                <a:gd name="T9" fmla="*/ 119 h 132"/>
              </a:gdLst>
              <a:ahLst/>
              <a:cxnLst>
                <a:cxn ang="0">
                  <a:pos x="T0" y="T1"/>
                </a:cxn>
                <a:cxn ang="0">
                  <a:pos x="T2" y="T3"/>
                </a:cxn>
                <a:cxn ang="0">
                  <a:pos x="T4" y="T5"/>
                </a:cxn>
                <a:cxn ang="0">
                  <a:pos x="T6" y="T7"/>
                </a:cxn>
                <a:cxn ang="0">
                  <a:pos x="T8" y="T9"/>
                </a:cxn>
              </a:cxnLst>
              <a:rect l="0" t="0" r="r" b="b"/>
              <a:pathLst>
                <a:path w="229" h="132">
                  <a:moveTo>
                    <a:pt x="130" y="119"/>
                  </a:moveTo>
                  <a:cubicBezTo>
                    <a:pt x="84" y="132"/>
                    <a:pt x="37" y="123"/>
                    <a:pt x="0" y="99"/>
                  </a:cubicBezTo>
                  <a:cubicBezTo>
                    <a:pt x="18" y="58"/>
                    <a:pt x="53" y="26"/>
                    <a:pt x="99" y="13"/>
                  </a:cubicBezTo>
                  <a:cubicBezTo>
                    <a:pt x="145" y="0"/>
                    <a:pt x="192" y="8"/>
                    <a:pt x="229" y="33"/>
                  </a:cubicBezTo>
                  <a:cubicBezTo>
                    <a:pt x="210" y="73"/>
                    <a:pt x="175" y="106"/>
                    <a:pt x="130" y="11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a:extLst>
                <a:ext uri="{FF2B5EF4-FFF2-40B4-BE49-F238E27FC236}">
                  <a16:creationId xmlns:a16="http://schemas.microsoft.com/office/drawing/2014/main" id="{969D7882-626D-04E8-A8B2-115119BF2A22}"/>
                </a:ext>
              </a:extLst>
            </p:cNvPr>
            <p:cNvSpPr>
              <a:spLocks/>
            </p:cNvSpPr>
            <p:nvPr/>
          </p:nvSpPr>
          <p:spPr bwMode="auto">
            <a:xfrm>
              <a:off x="7199209" y="3823993"/>
              <a:ext cx="678485" cy="392655"/>
            </a:xfrm>
            <a:custGeom>
              <a:avLst/>
              <a:gdLst>
                <a:gd name="T0" fmla="*/ 110 w 193"/>
                <a:gd name="T1" fmla="*/ 101 h 112"/>
                <a:gd name="T2" fmla="*/ 0 w 193"/>
                <a:gd name="T3" fmla="*/ 84 h 112"/>
                <a:gd name="T4" fmla="*/ 84 w 193"/>
                <a:gd name="T5" fmla="*/ 12 h 112"/>
                <a:gd name="T6" fmla="*/ 193 w 193"/>
                <a:gd name="T7" fmla="*/ 29 h 112"/>
                <a:gd name="T8" fmla="*/ 110 w 193"/>
                <a:gd name="T9" fmla="*/ 101 h 112"/>
              </a:gdLst>
              <a:ahLst/>
              <a:cxnLst>
                <a:cxn ang="0">
                  <a:pos x="T0" y="T1"/>
                </a:cxn>
                <a:cxn ang="0">
                  <a:pos x="T2" y="T3"/>
                </a:cxn>
                <a:cxn ang="0">
                  <a:pos x="T4" y="T5"/>
                </a:cxn>
                <a:cxn ang="0">
                  <a:pos x="T6" y="T7"/>
                </a:cxn>
                <a:cxn ang="0">
                  <a:pos x="T8" y="T9"/>
                </a:cxn>
              </a:cxnLst>
              <a:rect l="0" t="0" r="r" b="b"/>
              <a:pathLst>
                <a:path w="193" h="112">
                  <a:moveTo>
                    <a:pt x="110" y="101"/>
                  </a:moveTo>
                  <a:cubicBezTo>
                    <a:pt x="71" y="112"/>
                    <a:pt x="31" y="105"/>
                    <a:pt x="0" y="84"/>
                  </a:cubicBezTo>
                  <a:cubicBezTo>
                    <a:pt x="16" y="50"/>
                    <a:pt x="45" y="23"/>
                    <a:pt x="84" y="12"/>
                  </a:cubicBezTo>
                  <a:cubicBezTo>
                    <a:pt x="123" y="0"/>
                    <a:pt x="162" y="8"/>
                    <a:pt x="193" y="29"/>
                  </a:cubicBezTo>
                  <a:cubicBezTo>
                    <a:pt x="178" y="63"/>
                    <a:pt x="148" y="90"/>
                    <a:pt x="110" y="10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0">
              <a:extLst>
                <a:ext uri="{FF2B5EF4-FFF2-40B4-BE49-F238E27FC236}">
                  <a16:creationId xmlns:a16="http://schemas.microsoft.com/office/drawing/2014/main" id="{1CCD7702-4DED-B05D-E109-C679BDCF70CF}"/>
                </a:ext>
              </a:extLst>
            </p:cNvPr>
            <p:cNvSpPr>
              <a:spLocks/>
            </p:cNvSpPr>
            <p:nvPr/>
          </p:nvSpPr>
          <p:spPr bwMode="auto">
            <a:xfrm>
              <a:off x="8027827" y="5746848"/>
              <a:ext cx="640952" cy="415752"/>
            </a:xfrm>
            <a:custGeom>
              <a:avLst/>
              <a:gdLst>
                <a:gd name="T0" fmla="*/ 110 w 182"/>
                <a:gd name="T1" fmla="*/ 102 h 118"/>
                <a:gd name="T2" fmla="*/ 0 w 182"/>
                <a:gd name="T3" fmla="*/ 100 h 118"/>
                <a:gd name="T4" fmla="*/ 72 w 182"/>
                <a:gd name="T5" fmla="*/ 17 h 118"/>
                <a:gd name="T6" fmla="*/ 182 w 182"/>
                <a:gd name="T7" fmla="*/ 18 h 118"/>
                <a:gd name="T8" fmla="*/ 110 w 182"/>
                <a:gd name="T9" fmla="*/ 102 h 118"/>
              </a:gdLst>
              <a:ahLst/>
              <a:cxnLst>
                <a:cxn ang="0">
                  <a:pos x="T0" y="T1"/>
                </a:cxn>
                <a:cxn ang="0">
                  <a:pos x="T2" y="T3"/>
                </a:cxn>
                <a:cxn ang="0">
                  <a:pos x="T4" y="T5"/>
                </a:cxn>
                <a:cxn ang="0">
                  <a:pos x="T6" y="T7"/>
                </a:cxn>
                <a:cxn ang="0">
                  <a:pos x="T8" y="T9"/>
                </a:cxn>
              </a:cxnLst>
              <a:rect l="0" t="0" r="r" b="b"/>
              <a:pathLst>
                <a:path w="182" h="118">
                  <a:moveTo>
                    <a:pt x="110" y="102"/>
                  </a:moveTo>
                  <a:cubicBezTo>
                    <a:pt x="73" y="118"/>
                    <a:pt x="33" y="116"/>
                    <a:pt x="0" y="100"/>
                  </a:cubicBezTo>
                  <a:cubicBezTo>
                    <a:pt x="10" y="64"/>
                    <a:pt x="35" y="33"/>
                    <a:pt x="72" y="17"/>
                  </a:cubicBezTo>
                  <a:cubicBezTo>
                    <a:pt x="108" y="0"/>
                    <a:pt x="149" y="2"/>
                    <a:pt x="182" y="18"/>
                  </a:cubicBezTo>
                  <a:cubicBezTo>
                    <a:pt x="172" y="54"/>
                    <a:pt x="147" y="85"/>
                    <a:pt x="110" y="10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1">
              <a:extLst>
                <a:ext uri="{FF2B5EF4-FFF2-40B4-BE49-F238E27FC236}">
                  <a16:creationId xmlns:a16="http://schemas.microsoft.com/office/drawing/2014/main" id="{11FDB7A3-B7E0-6D67-D723-C1A2324C96FE}"/>
                </a:ext>
              </a:extLst>
            </p:cNvPr>
            <p:cNvSpPr>
              <a:spLocks/>
            </p:cNvSpPr>
            <p:nvPr/>
          </p:nvSpPr>
          <p:spPr bwMode="auto">
            <a:xfrm>
              <a:off x="10539665" y="5498552"/>
              <a:ext cx="444624" cy="609193"/>
            </a:xfrm>
            <a:custGeom>
              <a:avLst/>
              <a:gdLst>
                <a:gd name="T0" fmla="*/ 103 w 126"/>
                <a:gd name="T1" fmla="*/ 110 h 173"/>
                <a:gd name="T2" fmla="*/ 12 w 126"/>
                <a:gd name="T3" fmla="*/ 173 h 173"/>
                <a:gd name="T4" fmla="*/ 23 w 126"/>
                <a:gd name="T5" fmla="*/ 63 h 173"/>
                <a:gd name="T6" fmla="*/ 114 w 126"/>
                <a:gd name="T7" fmla="*/ 0 h 173"/>
                <a:gd name="T8" fmla="*/ 103 w 126"/>
                <a:gd name="T9" fmla="*/ 110 h 173"/>
              </a:gdLst>
              <a:ahLst/>
              <a:cxnLst>
                <a:cxn ang="0">
                  <a:pos x="T0" y="T1"/>
                </a:cxn>
                <a:cxn ang="0">
                  <a:pos x="T2" y="T3"/>
                </a:cxn>
                <a:cxn ang="0">
                  <a:pos x="T4" y="T5"/>
                </a:cxn>
                <a:cxn ang="0">
                  <a:pos x="T6" y="T7"/>
                </a:cxn>
                <a:cxn ang="0">
                  <a:pos x="T8" y="T9"/>
                </a:cxn>
              </a:cxnLst>
              <a:rect l="0" t="0" r="r" b="b"/>
              <a:pathLst>
                <a:path w="126" h="173">
                  <a:moveTo>
                    <a:pt x="103" y="110"/>
                  </a:moveTo>
                  <a:cubicBezTo>
                    <a:pt x="82" y="145"/>
                    <a:pt x="49" y="167"/>
                    <a:pt x="12" y="173"/>
                  </a:cubicBezTo>
                  <a:cubicBezTo>
                    <a:pt x="0" y="138"/>
                    <a:pt x="2" y="98"/>
                    <a:pt x="23" y="63"/>
                  </a:cubicBezTo>
                  <a:cubicBezTo>
                    <a:pt x="43" y="28"/>
                    <a:pt x="77" y="7"/>
                    <a:pt x="114" y="0"/>
                  </a:cubicBezTo>
                  <a:cubicBezTo>
                    <a:pt x="126" y="36"/>
                    <a:pt x="123" y="76"/>
                    <a:pt x="103" y="11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2">
              <a:extLst>
                <a:ext uri="{FF2B5EF4-FFF2-40B4-BE49-F238E27FC236}">
                  <a16:creationId xmlns:a16="http://schemas.microsoft.com/office/drawing/2014/main" id="{4756103D-ABD1-2B3D-AC33-EC23E5C5FFEA}"/>
                </a:ext>
              </a:extLst>
            </p:cNvPr>
            <p:cNvSpPr>
              <a:spLocks/>
            </p:cNvSpPr>
            <p:nvPr/>
          </p:nvSpPr>
          <p:spPr bwMode="auto">
            <a:xfrm>
              <a:off x="11091114" y="4620852"/>
              <a:ext cx="762213" cy="1157755"/>
            </a:xfrm>
            <a:custGeom>
              <a:avLst/>
              <a:gdLst>
                <a:gd name="T0" fmla="*/ 185 w 217"/>
                <a:gd name="T1" fmla="*/ 202 h 328"/>
                <a:gd name="T2" fmla="*/ 27 w 217"/>
                <a:gd name="T3" fmla="*/ 328 h 328"/>
                <a:gd name="T4" fmla="*/ 33 w 217"/>
                <a:gd name="T5" fmla="*/ 127 h 328"/>
                <a:gd name="T6" fmla="*/ 190 w 217"/>
                <a:gd name="T7" fmla="*/ 0 h 328"/>
                <a:gd name="T8" fmla="*/ 185 w 217"/>
                <a:gd name="T9" fmla="*/ 202 h 328"/>
              </a:gdLst>
              <a:ahLst/>
              <a:cxnLst>
                <a:cxn ang="0">
                  <a:pos x="T0" y="T1"/>
                </a:cxn>
                <a:cxn ang="0">
                  <a:pos x="T2" y="T3"/>
                </a:cxn>
                <a:cxn ang="0">
                  <a:pos x="T4" y="T5"/>
                </a:cxn>
                <a:cxn ang="0">
                  <a:pos x="T6" y="T7"/>
                </a:cxn>
                <a:cxn ang="0">
                  <a:pos x="T8" y="T9"/>
                </a:cxn>
              </a:cxnLst>
              <a:rect l="0" t="0" r="r" b="b"/>
              <a:pathLst>
                <a:path w="217" h="328">
                  <a:moveTo>
                    <a:pt x="185" y="202"/>
                  </a:moveTo>
                  <a:cubicBezTo>
                    <a:pt x="152" y="268"/>
                    <a:pt x="93" y="312"/>
                    <a:pt x="27" y="328"/>
                  </a:cubicBezTo>
                  <a:cubicBezTo>
                    <a:pt x="0" y="266"/>
                    <a:pt x="0" y="192"/>
                    <a:pt x="33" y="127"/>
                  </a:cubicBezTo>
                  <a:cubicBezTo>
                    <a:pt x="65" y="61"/>
                    <a:pt x="124" y="17"/>
                    <a:pt x="190" y="0"/>
                  </a:cubicBezTo>
                  <a:cubicBezTo>
                    <a:pt x="217" y="63"/>
                    <a:pt x="217" y="136"/>
                    <a:pt x="185" y="20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3">
              <a:extLst>
                <a:ext uri="{FF2B5EF4-FFF2-40B4-BE49-F238E27FC236}">
                  <a16:creationId xmlns:a16="http://schemas.microsoft.com/office/drawing/2014/main" id="{A4FA5AC8-FF67-D98B-99E5-ED07F35712DC}"/>
                </a:ext>
              </a:extLst>
            </p:cNvPr>
            <p:cNvSpPr>
              <a:spLocks/>
            </p:cNvSpPr>
            <p:nvPr/>
          </p:nvSpPr>
          <p:spPr bwMode="auto">
            <a:xfrm>
              <a:off x="10071943" y="272774"/>
              <a:ext cx="845941" cy="984525"/>
            </a:xfrm>
            <a:custGeom>
              <a:avLst/>
              <a:gdLst>
                <a:gd name="T0" fmla="*/ 185 w 240"/>
                <a:gd name="T1" fmla="*/ 91 h 280"/>
                <a:gd name="T2" fmla="*/ 225 w 240"/>
                <a:gd name="T3" fmla="*/ 280 h 280"/>
                <a:gd name="T4" fmla="*/ 55 w 240"/>
                <a:gd name="T5" fmla="*/ 189 h 280"/>
                <a:gd name="T6" fmla="*/ 15 w 240"/>
                <a:gd name="T7" fmla="*/ 0 h 280"/>
                <a:gd name="T8" fmla="*/ 185 w 240"/>
                <a:gd name="T9" fmla="*/ 91 h 280"/>
              </a:gdLst>
              <a:ahLst/>
              <a:cxnLst>
                <a:cxn ang="0">
                  <a:pos x="T0" y="T1"/>
                </a:cxn>
                <a:cxn ang="0">
                  <a:pos x="T2" y="T3"/>
                </a:cxn>
                <a:cxn ang="0">
                  <a:pos x="T4" y="T5"/>
                </a:cxn>
                <a:cxn ang="0">
                  <a:pos x="T6" y="T7"/>
                </a:cxn>
                <a:cxn ang="0">
                  <a:pos x="T8" y="T9"/>
                </a:cxn>
              </a:cxnLst>
              <a:rect l="0" t="0" r="r" b="b"/>
              <a:pathLst>
                <a:path w="240" h="280">
                  <a:moveTo>
                    <a:pt x="185" y="91"/>
                  </a:moveTo>
                  <a:cubicBezTo>
                    <a:pt x="227" y="147"/>
                    <a:pt x="240" y="216"/>
                    <a:pt x="225" y="280"/>
                  </a:cubicBezTo>
                  <a:cubicBezTo>
                    <a:pt x="160" y="276"/>
                    <a:pt x="97" y="245"/>
                    <a:pt x="55" y="189"/>
                  </a:cubicBezTo>
                  <a:cubicBezTo>
                    <a:pt x="13" y="133"/>
                    <a:pt x="0" y="64"/>
                    <a:pt x="15" y="0"/>
                  </a:cubicBezTo>
                  <a:cubicBezTo>
                    <a:pt x="80" y="4"/>
                    <a:pt x="143" y="35"/>
                    <a:pt x="185" y="9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7" name="Freeform: Shape 106">
              <a:extLst>
                <a:ext uri="{FF2B5EF4-FFF2-40B4-BE49-F238E27FC236}">
                  <a16:creationId xmlns:a16="http://schemas.microsoft.com/office/drawing/2014/main" id="{E97028E4-1F95-1D28-439C-967F723B86D4}"/>
                </a:ext>
              </a:extLst>
            </p:cNvPr>
            <p:cNvSpPr>
              <a:spLocks/>
            </p:cNvSpPr>
            <p:nvPr/>
          </p:nvSpPr>
          <p:spPr bwMode="auto">
            <a:xfrm>
              <a:off x="11969989" y="3795700"/>
              <a:ext cx="222011" cy="1279191"/>
            </a:xfrm>
            <a:custGeom>
              <a:avLst/>
              <a:gdLst>
                <a:gd name="connsiteX0" fmla="*/ 222011 w 222011"/>
                <a:gd name="connsiteY0" fmla="*/ 0 h 1279191"/>
                <a:gd name="connsiteX1" fmla="*/ 222011 w 222011"/>
                <a:gd name="connsiteY1" fmla="*/ 1279191 h 1279191"/>
                <a:gd name="connsiteX2" fmla="*/ 182381 w 222011"/>
                <a:gd name="connsiteY2" fmla="*/ 1227648 h 1279191"/>
                <a:gd name="connsiteX3" fmla="*/ 14142 w 222011"/>
                <a:gd name="connsiteY3" fmla="*/ 804179 h 1279191"/>
                <a:gd name="connsiteX4" fmla="*/ 185629 w 222011"/>
                <a:gd name="connsiteY4" fmla="*/ 47028 h 12791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011" h="1279191">
                  <a:moveTo>
                    <a:pt x="222011" y="0"/>
                  </a:moveTo>
                  <a:lnTo>
                    <a:pt x="222011" y="1279191"/>
                  </a:lnTo>
                  <a:lnTo>
                    <a:pt x="182381" y="1227648"/>
                  </a:lnTo>
                  <a:cubicBezTo>
                    <a:pt x="97821" y="1104393"/>
                    <a:pt x="38805" y="960889"/>
                    <a:pt x="14142" y="804179"/>
                  </a:cubicBezTo>
                  <a:cubicBezTo>
                    <a:pt x="-32102" y="526855"/>
                    <a:pt x="37649" y="260316"/>
                    <a:pt x="185629" y="470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17" name="Freeform 15">
              <a:extLst>
                <a:ext uri="{FF2B5EF4-FFF2-40B4-BE49-F238E27FC236}">
                  <a16:creationId xmlns:a16="http://schemas.microsoft.com/office/drawing/2014/main" id="{04B4D291-0C14-3E70-A9E2-A9A414F7DCD8}"/>
                </a:ext>
              </a:extLst>
            </p:cNvPr>
            <p:cNvSpPr>
              <a:spLocks/>
            </p:cNvSpPr>
            <p:nvPr/>
          </p:nvSpPr>
          <p:spPr bwMode="auto">
            <a:xfrm>
              <a:off x="6878733" y="1635518"/>
              <a:ext cx="828618" cy="412865"/>
            </a:xfrm>
            <a:custGeom>
              <a:avLst/>
              <a:gdLst>
                <a:gd name="T0" fmla="*/ 113 w 235"/>
                <a:gd name="T1" fmla="*/ 113 h 117"/>
                <a:gd name="T2" fmla="*/ 0 w 235"/>
                <a:gd name="T3" fmla="*/ 48 h 117"/>
                <a:gd name="T4" fmla="*/ 122 w 235"/>
                <a:gd name="T5" fmla="*/ 4 h 117"/>
                <a:gd name="T6" fmla="*/ 235 w 235"/>
                <a:gd name="T7" fmla="*/ 68 h 117"/>
                <a:gd name="T8" fmla="*/ 113 w 235"/>
                <a:gd name="T9" fmla="*/ 113 h 117"/>
              </a:gdLst>
              <a:ahLst/>
              <a:cxnLst>
                <a:cxn ang="0">
                  <a:pos x="T0" y="T1"/>
                </a:cxn>
                <a:cxn ang="0">
                  <a:pos x="T2" y="T3"/>
                </a:cxn>
                <a:cxn ang="0">
                  <a:pos x="T4" y="T5"/>
                </a:cxn>
                <a:cxn ang="0">
                  <a:pos x="T6" y="T7"/>
                </a:cxn>
                <a:cxn ang="0">
                  <a:pos x="T8" y="T9"/>
                </a:cxn>
              </a:cxnLst>
              <a:rect l="0" t="0" r="r" b="b"/>
              <a:pathLst>
                <a:path w="235" h="117">
                  <a:moveTo>
                    <a:pt x="113" y="113"/>
                  </a:moveTo>
                  <a:cubicBezTo>
                    <a:pt x="66" y="109"/>
                    <a:pt x="25" y="84"/>
                    <a:pt x="0" y="48"/>
                  </a:cubicBezTo>
                  <a:cubicBezTo>
                    <a:pt x="31" y="17"/>
                    <a:pt x="75" y="0"/>
                    <a:pt x="122" y="4"/>
                  </a:cubicBezTo>
                  <a:cubicBezTo>
                    <a:pt x="169" y="8"/>
                    <a:pt x="210" y="33"/>
                    <a:pt x="235" y="68"/>
                  </a:cubicBezTo>
                  <a:cubicBezTo>
                    <a:pt x="204" y="99"/>
                    <a:pt x="160" y="117"/>
                    <a:pt x="113" y="11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6">
              <a:extLst>
                <a:ext uri="{FF2B5EF4-FFF2-40B4-BE49-F238E27FC236}">
                  <a16:creationId xmlns:a16="http://schemas.microsoft.com/office/drawing/2014/main" id="{20AC9553-328E-B9EA-F074-A9482E9681C6}"/>
                </a:ext>
              </a:extLst>
            </p:cNvPr>
            <p:cNvSpPr>
              <a:spLocks/>
            </p:cNvSpPr>
            <p:nvPr/>
          </p:nvSpPr>
          <p:spPr bwMode="auto">
            <a:xfrm>
              <a:off x="9621545" y="5524536"/>
              <a:ext cx="851715" cy="744890"/>
            </a:xfrm>
            <a:custGeom>
              <a:avLst/>
              <a:gdLst>
                <a:gd name="T0" fmla="*/ 165 w 242"/>
                <a:gd name="T1" fmla="*/ 162 h 212"/>
                <a:gd name="T2" fmla="*/ 0 w 242"/>
                <a:gd name="T3" fmla="*/ 200 h 212"/>
                <a:gd name="T4" fmla="*/ 77 w 242"/>
                <a:gd name="T5" fmla="*/ 50 h 212"/>
                <a:gd name="T6" fmla="*/ 242 w 242"/>
                <a:gd name="T7" fmla="*/ 11 h 212"/>
                <a:gd name="T8" fmla="*/ 165 w 242"/>
                <a:gd name="T9" fmla="*/ 162 h 212"/>
              </a:gdLst>
              <a:ahLst/>
              <a:cxnLst>
                <a:cxn ang="0">
                  <a:pos x="T0" y="T1"/>
                </a:cxn>
                <a:cxn ang="0">
                  <a:pos x="T2" y="T3"/>
                </a:cxn>
                <a:cxn ang="0">
                  <a:pos x="T4" y="T5"/>
                </a:cxn>
                <a:cxn ang="0">
                  <a:pos x="T6" y="T7"/>
                </a:cxn>
                <a:cxn ang="0">
                  <a:pos x="T8" y="T9"/>
                </a:cxn>
              </a:cxnLst>
              <a:rect l="0" t="0" r="r" b="b"/>
              <a:pathLst>
                <a:path w="242" h="212">
                  <a:moveTo>
                    <a:pt x="165" y="162"/>
                  </a:moveTo>
                  <a:cubicBezTo>
                    <a:pt x="116" y="200"/>
                    <a:pt x="56" y="212"/>
                    <a:pt x="0" y="200"/>
                  </a:cubicBezTo>
                  <a:cubicBezTo>
                    <a:pt x="2" y="143"/>
                    <a:pt x="28" y="88"/>
                    <a:pt x="77" y="50"/>
                  </a:cubicBezTo>
                  <a:cubicBezTo>
                    <a:pt x="125" y="12"/>
                    <a:pt x="186" y="0"/>
                    <a:pt x="242" y="11"/>
                  </a:cubicBezTo>
                  <a:cubicBezTo>
                    <a:pt x="239" y="68"/>
                    <a:pt x="213" y="124"/>
                    <a:pt x="165" y="16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7">
              <a:extLst>
                <a:ext uri="{FF2B5EF4-FFF2-40B4-BE49-F238E27FC236}">
                  <a16:creationId xmlns:a16="http://schemas.microsoft.com/office/drawing/2014/main" id="{E9213E32-D0DB-9F57-2BDB-C34A607EDCA1}"/>
                </a:ext>
              </a:extLst>
            </p:cNvPr>
            <p:cNvSpPr>
              <a:spLocks/>
            </p:cNvSpPr>
            <p:nvPr/>
          </p:nvSpPr>
          <p:spPr bwMode="auto">
            <a:xfrm>
              <a:off x="8940173" y="3171493"/>
              <a:ext cx="857490" cy="398429"/>
            </a:xfrm>
            <a:custGeom>
              <a:avLst/>
              <a:gdLst>
                <a:gd name="T0" fmla="*/ 121 w 243"/>
                <a:gd name="T1" fmla="*/ 113 h 113"/>
                <a:gd name="T2" fmla="*/ 0 w 243"/>
                <a:gd name="T3" fmla="*/ 56 h 113"/>
                <a:gd name="T4" fmla="*/ 122 w 243"/>
                <a:gd name="T5" fmla="*/ 0 h 113"/>
                <a:gd name="T6" fmla="*/ 243 w 243"/>
                <a:gd name="T7" fmla="*/ 57 h 113"/>
                <a:gd name="T8" fmla="*/ 121 w 243"/>
                <a:gd name="T9" fmla="*/ 113 h 113"/>
              </a:gdLst>
              <a:ahLst/>
              <a:cxnLst>
                <a:cxn ang="0">
                  <a:pos x="T0" y="T1"/>
                </a:cxn>
                <a:cxn ang="0">
                  <a:pos x="T2" y="T3"/>
                </a:cxn>
                <a:cxn ang="0">
                  <a:pos x="T4" y="T5"/>
                </a:cxn>
                <a:cxn ang="0">
                  <a:pos x="T6" y="T7"/>
                </a:cxn>
                <a:cxn ang="0">
                  <a:pos x="T8" y="T9"/>
                </a:cxn>
              </a:cxnLst>
              <a:rect l="0" t="0" r="r" b="b"/>
              <a:pathLst>
                <a:path w="243" h="113">
                  <a:moveTo>
                    <a:pt x="121" y="113"/>
                  </a:moveTo>
                  <a:cubicBezTo>
                    <a:pt x="72" y="112"/>
                    <a:pt x="29" y="90"/>
                    <a:pt x="0" y="56"/>
                  </a:cubicBezTo>
                  <a:cubicBezTo>
                    <a:pt x="29" y="21"/>
                    <a:pt x="73" y="0"/>
                    <a:pt x="122" y="0"/>
                  </a:cubicBezTo>
                  <a:cubicBezTo>
                    <a:pt x="170" y="0"/>
                    <a:pt x="214" y="23"/>
                    <a:pt x="243" y="57"/>
                  </a:cubicBezTo>
                  <a:cubicBezTo>
                    <a:pt x="213" y="91"/>
                    <a:pt x="170" y="113"/>
                    <a:pt x="121" y="11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7" name="Freeform: Shape 86">
              <a:extLst>
                <a:ext uri="{FF2B5EF4-FFF2-40B4-BE49-F238E27FC236}">
                  <a16:creationId xmlns:a16="http://schemas.microsoft.com/office/drawing/2014/main" id="{8F3583FA-2F33-BF1D-EB69-85FAFEFCA696}"/>
                </a:ext>
              </a:extLst>
            </p:cNvPr>
            <p:cNvSpPr>
              <a:spLocks/>
            </p:cNvSpPr>
            <p:nvPr/>
          </p:nvSpPr>
          <p:spPr bwMode="auto">
            <a:xfrm>
              <a:off x="10789043" y="0"/>
              <a:ext cx="487585" cy="676978"/>
            </a:xfrm>
            <a:custGeom>
              <a:avLst/>
              <a:gdLst>
                <a:gd name="connsiteX0" fmla="*/ 11666 w 487585"/>
                <a:gd name="connsiteY0" fmla="*/ 0 h 676978"/>
                <a:gd name="connsiteX1" fmla="*/ 434755 w 487585"/>
                <a:gd name="connsiteY1" fmla="*/ 0 h 676978"/>
                <a:gd name="connsiteX2" fmla="*/ 477547 w 487585"/>
                <a:gd name="connsiteY2" fmla="*/ 138465 h 676978"/>
                <a:gd name="connsiteX3" fmla="*/ 332868 w 487585"/>
                <a:gd name="connsiteY3" fmla="*/ 676978 h 676978"/>
                <a:gd name="connsiteX4" fmla="*/ 11750 w 487585"/>
                <a:gd name="connsiteY4" fmla="*/ 219418 h 676978"/>
                <a:gd name="connsiteX5" fmla="*/ 558 w 487585"/>
                <a:gd name="connsiteY5" fmla="*/ 70930 h 676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7585" h="676978">
                  <a:moveTo>
                    <a:pt x="11666" y="0"/>
                  </a:moveTo>
                  <a:lnTo>
                    <a:pt x="434755" y="0"/>
                  </a:lnTo>
                  <a:lnTo>
                    <a:pt x="477547" y="138465"/>
                  </a:lnTo>
                  <a:cubicBezTo>
                    <a:pt x="512835" y="339087"/>
                    <a:pt x="452846" y="532670"/>
                    <a:pt x="332868" y="676978"/>
                  </a:cubicBezTo>
                  <a:cubicBezTo>
                    <a:pt x="170545" y="585466"/>
                    <a:pt x="47038" y="420040"/>
                    <a:pt x="11750" y="219418"/>
                  </a:cubicBezTo>
                  <a:cubicBezTo>
                    <a:pt x="2046" y="169262"/>
                    <a:pt x="-1483" y="119546"/>
                    <a:pt x="558" y="709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21" name="Freeform 19">
              <a:extLst>
                <a:ext uri="{FF2B5EF4-FFF2-40B4-BE49-F238E27FC236}">
                  <a16:creationId xmlns:a16="http://schemas.microsoft.com/office/drawing/2014/main" id="{10700D61-F3FB-15D2-6EB2-CBB5088B3C09}"/>
                </a:ext>
              </a:extLst>
            </p:cNvPr>
            <p:cNvSpPr>
              <a:spLocks/>
            </p:cNvSpPr>
            <p:nvPr/>
          </p:nvSpPr>
          <p:spPr bwMode="auto">
            <a:xfrm>
              <a:off x="10686911" y="3607455"/>
              <a:ext cx="1189514" cy="1013397"/>
            </a:xfrm>
            <a:custGeom>
              <a:avLst/>
              <a:gdLst>
                <a:gd name="T0" fmla="*/ 254 w 337"/>
                <a:gd name="T1" fmla="*/ 221 h 288"/>
                <a:gd name="T2" fmla="*/ 0 w 337"/>
                <a:gd name="T3" fmla="*/ 258 h 288"/>
                <a:gd name="T4" fmla="*/ 126 w 337"/>
                <a:gd name="T5" fmla="*/ 50 h 288"/>
                <a:gd name="T6" fmla="*/ 310 w 337"/>
                <a:gd name="T7" fmla="*/ 16 h 288"/>
                <a:gd name="T8" fmla="*/ 331 w 337"/>
                <a:gd name="T9" fmla="*/ 41 h 288"/>
                <a:gd name="T10" fmla="*/ 254 w 337"/>
                <a:gd name="T11" fmla="*/ 221 h 288"/>
              </a:gdLst>
              <a:ahLst/>
              <a:cxnLst>
                <a:cxn ang="0">
                  <a:pos x="T0" y="T1"/>
                </a:cxn>
                <a:cxn ang="0">
                  <a:pos x="T2" y="T3"/>
                </a:cxn>
                <a:cxn ang="0">
                  <a:pos x="T4" y="T5"/>
                </a:cxn>
                <a:cxn ang="0">
                  <a:pos x="T6" y="T7"/>
                </a:cxn>
                <a:cxn ang="0">
                  <a:pos x="T8" y="T9"/>
                </a:cxn>
                <a:cxn ang="0">
                  <a:pos x="T10" y="T11"/>
                </a:cxn>
              </a:cxnLst>
              <a:rect l="0" t="0" r="r" b="b"/>
              <a:pathLst>
                <a:path w="337" h="288">
                  <a:moveTo>
                    <a:pt x="254" y="221"/>
                  </a:moveTo>
                  <a:cubicBezTo>
                    <a:pt x="197" y="267"/>
                    <a:pt x="105" y="288"/>
                    <a:pt x="0" y="258"/>
                  </a:cubicBezTo>
                  <a:cubicBezTo>
                    <a:pt x="64" y="173"/>
                    <a:pt x="59" y="104"/>
                    <a:pt x="126" y="50"/>
                  </a:cubicBezTo>
                  <a:cubicBezTo>
                    <a:pt x="181" y="6"/>
                    <a:pt x="246" y="0"/>
                    <a:pt x="310" y="16"/>
                  </a:cubicBezTo>
                  <a:cubicBezTo>
                    <a:pt x="321" y="19"/>
                    <a:pt x="330" y="30"/>
                    <a:pt x="331" y="41"/>
                  </a:cubicBezTo>
                  <a:cubicBezTo>
                    <a:pt x="337" y="100"/>
                    <a:pt x="311" y="176"/>
                    <a:pt x="254" y="22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5" name="Freeform: Shape 104">
              <a:extLst>
                <a:ext uri="{FF2B5EF4-FFF2-40B4-BE49-F238E27FC236}">
                  <a16:creationId xmlns:a16="http://schemas.microsoft.com/office/drawing/2014/main" id="{F7DF9D59-6400-A709-F3BF-6AFF6089086C}"/>
                </a:ext>
              </a:extLst>
            </p:cNvPr>
            <p:cNvSpPr>
              <a:spLocks/>
            </p:cNvSpPr>
            <p:nvPr/>
          </p:nvSpPr>
          <p:spPr bwMode="auto">
            <a:xfrm>
              <a:off x="11674412" y="1300607"/>
              <a:ext cx="517588" cy="1683010"/>
            </a:xfrm>
            <a:custGeom>
              <a:avLst/>
              <a:gdLst>
                <a:gd name="connsiteX0" fmla="*/ 410053 w 517588"/>
                <a:gd name="connsiteY0" fmla="*/ 0 h 1683010"/>
                <a:gd name="connsiteX1" fmla="*/ 517588 w 517588"/>
                <a:gd name="connsiteY1" fmla="*/ 236418 h 1683010"/>
                <a:gd name="connsiteX2" fmla="*/ 517588 w 517588"/>
                <a:gd name="connsiteY2" fmla="*/ 1666571 h 1683010"/>
                <a:gd name="connsiteX3" fmla="*/ 488597 w 517588"/>
                <a:gd name="connsiteY3" fmla="*/ 1681308 h 1683010"/>
                <a:gd name="connsiteX4" fmla="*/ 434763 w 517588"/>
                <a:gd name="connsiteY4" fmla="*/ 1674258 h 1683010"/>
                <a:gd name="connsiteX5" fmla="*/ 7626 w 517588"/>
                <a:gd name="connsiteY5" fmla="*/ 1057426 h 1683010"/>
                <a:gd name="connsiteX6" fmla="*/ 410053 w 517588"/>
                <a:gd name="connsiteY6" fmla="*/ 0 h 16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7588" h="1683010">
                  <a:moveTo>
                    <a:pt x="410053" y="0"/>
                  </a:moveTo>
                  <a:lnTo>
                    <a:pt x="517588" y="236418"/>
                  </a:lnTo>
                  <a:lnTo>
                    <a:pt x="517588" y="1666571"/>
                  </a:lnTo>
                  <a:lnTo>
                    <a:pt x="488597" y="1681308"/>
                  </a:lnTo>
                  <a:cubicBezTo>
                    <a:pt x="470946" y="1684833"/>
                    <a:pt x="452414" y="1683070"/>
                    <a:pt x="434763" y="1674258"/>
                  </a:cubicBezTo>
                  <a:cubicBezTo>
                    <a:pt x="215899" y="1586140"/>
                    <a:pt x="46456" y="1342932"/>
                    <a:pt x="7626" y="1057426"/>
                  </a:cubicBezTo>
                  <a:cubicBezTo>
                    <a:pt x="-34735" y="775446"/>
                    <a:pt x="99407" y="296080"/>
                    <a:pt x="41005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96" name="Freeform: Shape 95">
              <a:extLst>
                <a:ext uri="{FF2B5EF4-FFF2-40B4-BE49-F238E27FC236}">
                  <a16:creationId xmlns:a16="http://schemas.microsoft.com/office/drawing/2014/main" id="{0452F7D4-5702-5939-561B-74075C1FA01D}"/>
                </a:ext>
              </a:extLst>
            </p:cNvPr>
            <p:cNvSpPr>
              <a:spLocks/>
            </p:cNvSpPr>
            <p:nvPr/>
          </p:nvSpPr>
          <p:spPr bwMode="auto">
            <a:xfrm>
              <a:off x="9755429" y="6304270"/>
              <a:ext cx="578941" cy="553729"/>
            </a:xfrm>
            <a:custGeom>
              <a:avLst/>
              <a:gdLst>
                <a:gd name="connsiteX0" fmla="*/ 512809 w 578941"/>
                <a:gd name="connsiteY0" fmla="*/ 449 h 553729"/>
                <a:gd name="connsiteX1" fmla="*/ 569069 w 578941"/>
                <a:gd name="connsiteY1" fmla="*/ 42849 h 553729"/>
                <a:gd name="connsiteX2" fmla="*/ 502260 w 578941"/>
                <a:gd name="connsiteY2" fmla="*/ 449184 h 553729"/>
                <a:gd name="connsiteX3" fmla="*/ 415528 w 578941"/>
                <a:gd name="connsiteY3" fmla="*/ 553729 h 553729"/>
                <a:gd name="connsiteX4" fmla="*/ 0 w 578941"/>
                <a:gd name="connsiteY4" fmla="*/ 553729 h 553729"/>
                <a:gd name="connsiteX5" fmla="*/ 20539 w 578941"/>
                <a:gd name="connsiteY5" fmla="*/ 441234 h 553729"/>
                <a:gd name="connsiteX6" fmla="*/ 140090 w 578941"/>
                <a:gd name="connsiteY6" fmla="*/ 180649 h 553729"/>
                <a:gd name="connsiteX7" fmla="*/ 512809 w 578941"/>
                <a:gd name="connsiteY7" fmla="*/ 449 h 553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8941" h="553729">
                  <a:moveTo>
                    <a:pt x="512809" y="449"/>
                  </a:moveTo>
                  <a:cubicBezTo>
                    <a:pt x="540939" y="-3085"/>
                    <a:pt x="565552" y="14582"/>
                    <a:pt x="569069" y="42849"/>
                  </a:cubicBezTo>
                  <a:cubicBezTo>
                    <a:pt x="593682" y="208916"/>
                    <a:pt x="572585" y="332583"/>
                    <a:pt x="502260" y="449184"/>
                  </a:cubicBezTo>
                  <a:lnTo>
                    <a:pt x="415528" y="553729"/>
                  </a:lnTo>
                  <a:lnTo>
                    <a:pt x="0" y="553729"/>
                  </a:lnTo>
                  <a:lnTo>
                    <a:pt x="20539" y="441234"/>
                  </a:lnTo>
                  <a:cubicBezTo>
                    <a:pt x="41636" y="345833"/>
                    <a:pt x="73282" y="256616"/>
                    <a:pt x="140090" y="180649"/>
                  </a:cubicBezTo>
                  <a:cubicBezTo>
                    <a:pt x="245576" y="56982"/>
                    <a:pt x="368644" y="11049"/>
                    <a:pt x="512809" y="4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24" name="Freeform 22">
              <a:extLst>
                <a:ext uri="{FF2B5EF4-FFF2-40B4-BE49-F238E27FC236}">
                  <a16:creationId xmlns:a16="http://schemas.microsoft.com/office/drawing/2014/main" id="{74646E50-FBF3-0088-2175-0B4AA8AD7891}"/>
                </a:ext>
              </a:extLst>
            </p:cNvPr>
            <p:cNvSpPr>
              <a:spLocks/>
            </p:cNvSpPr>
            <p:nvPr/>
          </p:nvSpPr>
          <p:spPr bwMode="auto">
            <a:xfrm>
              <a:off x="7886355" y="3408241"/>
              <a:ext cx="1102899" cy="545675"/>
            </a:xfrm>
            <a:custGeom>
              <a:avLst/>
              <a:gdLst>
                <a:gd name="T0" fmla="*/ 196 w 313"/>
                <a:gd name="T1" fmla="*/ 149 h 155"/>
                <a:gd name="T2" fmla="*/ 0 w 313"/>
                <a:gd name="T3" fmla="*/ 78 h 155"/>
                <a:gd name="T4" fmla="*/ 185 w 313"/>
                <a:gd name="T5" fmla="*/ 6 h 155"/>
                <a:gd name="T6" fmla="*/ 309 w 313"/>
                <a:gd name="T7" fmla="*/ 56 h 155"/>
                <a:gd name="T8" fmla="*/ 312 w 313"/>
                <a:gd name="T9" fmla="*/ 69 h 155"/>
                <a:gd name="T10" fmla="*/ 196 w 313"/>
                <a:gd name="T11" fmla="*/ 149 h 155"/>
              </a:gdLst>
              <a:ahLst/>
              <a:cxnLst>
                <a:cxn ang="0">
                  <a:pos x="T0" y="T1"/>
                </a:cxn>
                <a:cxn ang="0">
                  <a:pos x="T2" y="T3"/>
                </a:cxn>
                <a:cxn ang="0">
                  <a:pos x="T4" y="T5"/>
                </a:cxn>
                <a:cxn ang="0">
                  <a:pos x="T6" y="T7"/>
                </a:cxn>
                <a:cxn ang="0">
                  <a:pos x="T8" y="T9"/>
                </a:cxn>
                <a:cxn ang="0">
                  <a:pos x="T10" y="T11"/>
                </a:cxn>
              </a:cxnLst>
              <a:rect l="0" t="0" r="r" b="b"/>
              <a:pathLst>
                <a:path w="313" h="155">
                  <a:moveTo>
                    <a:pt x="196" y="149"/>
                  </a:moveTo>
                  <a:cubicBezTo>
                    <a:pt x="145" y="155"/>
                    <a:pt x="50" y="132"/>
                    <a:pt x="0" y="78"/>
                  </a:cubicBezTo>
                  <a:cubicBezTo>
                    <a:pt x="65" y="64"/>
                    <a:pt x="125" y="13"/>
                    <a:pt x="185" y="6"/>
                  </a:cubicBezTo>
                  <a:cubicBezTo>
                    <a:pt x="236" y="0"/>
                    <a:pt x="277" y="21"/>
                    <a:pt x="309" y="56"/>
                  </a:cubicBezTo>
                  <a:cubicBezTo>
                    <a:pt x="312" y="59"/>
                    <a:pt x="313" y="64"/>
                    <a:pt x="312" y="69"/>
                  </a:cubicBezTo>
                  <a:cubicBezTo>
                    <a:pt x="295" y="106"/>
                    <a:pt x="249" y="143"/>
                    <a:pt x="196" y="14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6" name="Freeform: Shape 105">
              <a:extLst>
                <a:ext uri="{FF2B5EF4-FFF2-40B4-BE49-F238E27FC236}">
                  <a16:creationId xmlns:a16="http://schemas.microsoft.com/office/drawing/2014/main" id="{4554A76D-DF4B-FB5D-43F3-1DCDEE53156F}"/>
                </a:ext>
              </a:extLst>
            </p:cNvPr>
            <p:cNvSpPr>
              <a:spLocks/>
            </p:cNvSpPr>
            <p:nvPr/>
          </p:nvSpPr>
          <p:spPr bwMode="auto">
            <a:xfrm>
              <a:off x="11906788" y="56196"/>
              <a:ext cx="285212" cy="1094774"/>
            </a:xfrm>
            <a:custGeom>
              <a:avLst/>
              <a:gdLst>
                <a:gd name="connsiteX0" fmla="*/ 285212 w 285212"/>
                <a:gd name="connsiteY0" fmla="*/ 0 h 1094774"/>
                <a:gd name="connsiteX1" fmla="*/ 285212 w 285212"/>
                <a:gd name="connsiteY1" fmla="*/ 1094774 h 1094774"/>
                <a:gd name="connsiteX2" fmla="*/ 262203 w 285212"/>
                <a:gd name="connsiteY2" fmla="*/ 1093008 h 1094774"/>
                <a:gd name="connsiteX3" fmla="*/ 1075 w 285212"/>
                <a:gd name="connsiteY3" fmla="*/ 631602 h 1094774"/>
                <a:gd name="connsiteX4" fmla="*/ 232319 w 285212"/>
                <a:gd name="connsiteY4" fmla="*/ 64476 h 1094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212" h="1094774">
                  <a:moveTo>
                    <a:pt x="285212" y="0"/>
                  </a:moveTo>
                  <a:lnTo>
                    <a:pt x="285212" y="1094774"/>
                  </a:lnTo>
                  <a:lnTo>
                    <a:pt x="262203" y="1093008"/>
                  </a:lnTo>
                  <a:cubicBezTo>
                    <a:pt x="113995" y="1011998"/>
                    <a:pt x="-13040" y="839411"/>
                    <a:pt x="1075" y="631602"/>
                  </a:cubicBezTo>
                  <a:cubicBezTo>
                    <a:pt x="11661" y="483671"/>
                    <a:pt x="95690" y="250547"/>
                    <a:pt x="232319" y="644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26" name="Freeform 24">
              <a:extLst>
                <a:ext uri="{FF2B5EF4-FFF2-40B4-BE49-F238E27FC236}">
                  <a16:creationId xmlns:a16="http://schemas.microsoft.com/office/drawing/2014/main" id="{E04086D5-8E23-8730-4AD4-716116683355}"/>
                </a:ext>
              </a:extLst>
            </p:cNvPr>
            <p:cNvSpPr>
              <a:spLocks/>
            </p:cNvSpPr>
            <p:nvPr/>
          </p:nvSpPr>
          <p:spPr bwMode="auto">
            <a:xfrm>
              <a:off x="11102663" y="633670"/>
              <a:ext cx="629403" cy="1022058"/>
            </a:xfrm>
            <a:custGeom>
              <a:avLst/>
              <a:gdLst>
                <a:gd name="T0" fmla="*/ 19 w 178"/>
                <a:gd name="T1" fmla="*/ 197 h 290"/>
                <a:gd name="T2" fmla="*/ 73 w 178"/>
                <a:gd name="T3" fmla="*/ 0 h 290"/>
                <a:gd name="T4" fmla="*/ 159 w 178"/>
                <a:gd name="T5" fmla="*/ 146 h 290"/>
                <a:gd name="T6" fmla="*/ 143 w 178"/>
                <a:gd name="T7" fmla="*/ 284 h 290"/>
                <a:gd name="T8" fmla="*/ 131 w 178"/>
                <a:gd name="T9" fmla="*/ 289 h 290"/>
                <a:gd name="T10" fmla="*/ 19 w 178"/>
                <a:gd name="T11" fmla="*/ 197 h 290"/>
              </a:gdLst>
              <a:ahLst/>
              <a:cxnLst>
                <a:cxn ang="0">
                  <a:pos x="T0" y="T1"/>
                </a:cxn>
                <a:cxn ang="0">
                  <a:pos x="T2" y="T3"/>
                </a:cxn>
                <a:cxn ang="0">
                  <a:pos x="T4" y="T5"/>
                </a:cxn>
                <a:cxn ang="0">
                  <a:pos x="T6" y="T7"/>
                </a:cxn>
                <a:cxn ang="0">
                  <a:pos x="T8" y="T9"/>
                </a:cxn>
                <a:cxn ang="0">
                  <a:pos x="T10" y="T11"/>
                </a:cxn>
              </a:cxnLst>
              <a:rect l="0" t="0" r="r" b="b"/>
              <a:pathLst>
                <a:path w="178" h="290">
                  <a:moveTo>
                    <a:pt x="19" y="197"/>
                  </a:moveTo>
                  <a:cubicBezTo>
                    <a:pt x="0" y="132"/>
                    <a:pt x="14" y="70"/>
                    <a:pt x="73" y="0"/>
                  </a:cubicBezTo>
                  <a:cubicBezTo>
                    <a:pt x="104" y="62"/>
                    <a:pt x="138" y="93"/>
                    <a:pt x="159" y="146"/>
                  </a:cubicBezTo>
                  <a:cubicBezTo>
                    <a:pt x="178" y="194"/>
                    <a:pt x="167" y="245"/>
                    <a:pt x="143" y="284"/>
                  </a:cubicBezTo>
                  <a:cubicBezTo>
                    <a:pt x="141" y="288"/>
                    <a:pt x="136" y="290"/>
                    <a:pt x="131" y="289"/>
                  </a:cubicBezTo>
                  <a:cubicBezTo>
                    <a:pt x="74" y="275"/>
                    <a:pt x="29" y="232"/>
                    <a:pt x="19" y="19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25">
              <a:extLst>
                <a:ext uri="{FF2B5EF4-FFF2-40B4-BE49-F238E27FC236}">
                  <a16:creationId xmlns:a16="http://schemas.microsoft.com/office/drawing/2014/main" id="{EEF01020-57F2-5D4D-8807-7E2676641E52}"/>
                </a:ext>
              </a:extLst>
            </p:cNvPr>
            <p:cNvSpPr>
              <a:spLocks/>
            </p:cNvSpPr>
            <p:nvPr/>
          </p:nvSpPr>
          <p:spPr bwMode="auto">
            <a:xfrm>
              <a:off x="9070095" y="1687487"/>
              <a:ext cx="1296339" cy="814182"/>
            </a:xfrm>
            <a:custGeom>
              <a:avLst/>
              <a:gdLst>
                <a:gd name="T0" fmla="*/ 171 w 368"/>
                <a:gd name="T1" fmla="*/ 203 h 231"/>
                <a:gd name="T2" fmla="*/ 0 w 368"/>
                <a:gd name="T3" fmla="*/ 13 h 231"/>
                <a:gd name="T4" fmla="*/ 257 w 368"/>
                <a:gd name="T5" fmla="*/ 34 h 231"/>
                <a:gd name="T6" fmla="*/ 366 w 368"/>
                <a:gd name="T7" fmla="*/ 171 h 231"/>
                <a:gd name="T8" fmla="*/ 355 w 368"/>
                <a:gd name="T9" fmla="*/ 196 h 231"/>
                <a:gd name="T10" fmla="*/ 171 w 368"/>
                <a:gd name="T11" fmla="*/ 203 h 231"/>
              </a:gdLst>
              <a:ahLst/>
              <a:cxnLst>
                <a:cxn ang="0">
                  <a:pos x="T0" y="T1"/>
                </a:cxn>
                <a:cxn ang="0">
                  <a:pos x="T2" y="T3"/>
                </a:cxn>
                <a:cxn ang="0">
                  <a:pos x="T4" y="T5"/>
                </a:cxn>
                <a:cxn ang="0">
                  <a:pos x="T6" y="T7"/>
                </a:cxn>
                <a:cxn ang="0">
                  <a:pos x="T8" y="T9"/>
                </a:cxn>
                <a:cxn ang="0">
                  <a:pos x="T10" y="T11"/>
                </a:cxn>
              </a:cxnLst>
              <a:rect l="0" t="0" r="r" b="b"/>
              <a:pathLst>
                <a:path w="368" h="231">
                  <a:moveTo>
                    <a:pt x="171" y="203"/>
                  </a:moveTo>
                  <a:cubicBezTo>
                    <a:pt x="108" y="174"/>
                    <a:pt x="64" y="85"/>
                    <a:pt x="0" y="13"/>
                  </a:cubicBezTo>
                  <a:cubicBezTo>
                    <a:pt x="91" y="8"/>
                    <a:pt x="182" y="0"/>
                    <a:pt x="257" y="34"/>
                  </a:cubicBezTo>
                  <a:cubicBezTo>
                    <a:pt x="317" y="62"/>
                    <a:pt x="351" y="112"/>
                    <a:pt x="366" y="171"/>
                  </a:cubicBezTo>
                  <a:cubicBezTo>
                    <a:pt x="368" y="181"/>
                    <a:pt x="364" y="191"/>
                    <a:pt x="355" y="196"/>
                  </a:cubicBezTo>
                  <a:cubicBezTo>
                    <a:pt x="309" y="224"/>
                    <a:pt x="234" y="231"/>
                    <a:pt x="171" y="20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26">
              <a:extLst>
                <a:ext uri="{FF2B5EF4-FFF2-40B4-BE49-F238E27FC236}">
                  <a16:creationId xmlns:a16="http://schemas.microsoft.com/office/drawing/2014/main" id="{DC75AC61-26F9-0C1F-AB96-2139DE622023}"/>
                </a:ext>
              </a:extLst>
            </p:cNvPr>
            <p:cNvSpPr>
              <a:spLocks/>
            </p:cNvSpPr>
            <p:nvPr/>
          </p:nvSpPr>
          <p:spPr bwMode="auto">
            <a:xfrm>
              <a:off x="8460902" y="977244"/>
              <a:ext cx="987412" cy="640952"/>
            </a:xfrm>
            <a:custGeom>
              <a:avLst/>
              <a:gdLst>
                <a:gd name="T0" fmla="*/ 133 w 280"/>
                <a:gd name="T1" fmla="*/ 160 h 182"/>
                <a:gd name="T2" fmla="*/ 0 w 280"/>
                <a:gd name="T3" fmla="*/ 7 h 182"/>
                <a:gd name="T4" fmla="*/ 207 w 280"/>
                <a:gd name="T5" fmla="*/ 24 h 182"/>
                <a:gd name="T6" fmla="*/ 280 w 280"/>
                <a:gd name="T7" fmla="*/ 137 h 182"/>
                <a:gd name="T8" fmla="*/ 271 w 280"/>
                <a:gd name="T9" fmla="*/ 154 h 182"/>
                <a:gd name="T10" fmla="*/ 133 w 280"/>
                <a:gd name="T11" fmla="*/ 160 h 182"/>
              </a:gdLst>
              <a:ahLst/>
              <a:cxnLst>
                <a:cxn ang="0">
                  <a:pos x="T0" y="T1"/>
                </a:cxn>
                <a:cxn ang="0">
                  <a:pos x="T2" y="T3"/>
                </a:cxn>
                <a:cxn ang="0">
                  <a:pos x="T4" y="T5"/>
                </a:cxn>
                <a:cxn ang="0">
                  <a:pos x="T6" y="T7"/>
                </a:cxn>
                <a:cxn ang="0">
                  <a:pos x="T8" y="T9"/>
                </a:cxn>
                <a:cxn ang="0">
                  <a:pos x="T10" y="T11"/>
                </a:cxn>
              </a:cxnLst>
              <a:rect l="0" t="0" r="r" b="b"/>
              <a:pathLst>
                <a:path w="280" h="182">
                  <a:moveTo>
                    <a:pt x="133" y="160"/>
                  </a:moveTo>
                  <a:cubicBezTo>
                    <a:pt x="73" y="135"/>
                    <a:pt x="17" y="81"/>
                    <a:pt x="0" y="7"/>
                  </a:cubicBezTo>
                  <a:cubicBezTo>
                    <a:pt x="76" y="16"/>
                    <a:pt x="162" y="0"/>
                    <a:pt x="207" y="24"/>
                  </a:cubicBezTo>
                  <a:cubicBezTo>
                    <a:pt x="255" y="50"/>
                    <a:pt x="274" y="88"/>
                    <a:pt x="280" y="137"/>
                  </a:cubicBezTo>
                  <a:cubicBezTo>
                    <a:pt x="280" y="144"/>
                    <a:pt x="277" y="150"/>
                    <a:pt x="271" y="154"/>
                  </a:cubicBezTo>
                  <a:cubicBezTo>
                    <a:pt x="239" y="171"/>
                    <a:pt x="184" y="182"/>
                    <a:pt x="133" y="16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9" name="Freeform 27">
              <a:extLst>
                <a:ext uri="{FF2B5EF4-FFF2-40B4-BE49-F238E27FC236}">
                  <a16:creationId xmlns:a16="http://schemas.microsoft.com/office/drawing/2014/main" id="{C4B91423-2AA4-D359-33FB-CFA2174E5E0D}"/>
                </a:ext>
              </a:extLst>
            </p:cNvPr>
            <p:cNvSpPr>
              <a:spLocks/>
            </p:cNvSpPr>
            <p:nvPr/>
          </p:nvSpPr>
          <p:spPr bwMode="auto">
            <a:xfrm>
              <a:off x="9621545" y="1182233"/>
              <a:ext cx="649613" cy="534126"/>
            </a:xfrm>
            <a:custGeom>
              <a:avLst/>
              <a:gdLst>
                <a:gd name="T0" fmla="*/ 58 w 185"/>
                <a:gd name="T1" fmla="*/ 126 h 152"/>
                <a:gd name="T2" fmla="*/ 0 w 185"/>
                <a:gd name="T3" fmla="*/ 4 h 152"/>
                <a:gd name="T4" fmla="*/ 147 w 185"/>
                <a:gd name="T5" fmla="*/ 35 h 152"/>
                <a:gd name="T6" fmla="*/ 184 w 185"/>
                <a:gd name="T7" fmla="*/ 122 h 152"/>
                <a:gd name="T8" fmla="*/ 177 w 185"/>
                <a:gd name="T9" fmla="*/ 135 h 152"/>
                <a:gd name="T10" fmla="*/ 58 w 185"/>
                <a:gd name="T11" fmla="*/ 126 h 152"/>
              </a:gdLst>
              <a:ahLst/>
              <a:cxnLst>
                <a:cxn ang="0">
                  <a:pos x="T0" y="T1"/>
                </a:cxn>
                <a:cxn ang="0">
                  <a:pos x="T2" y="T3"/>
                </a:cxn>
                <a:cxn ang="0">
                  <a:pos x="T4" y="T5"/>
                </a:cxn>
                <a:cxn ang="0">
                  <a:pos x="T6" y="T7"/>
                </a:cxn>
                <a:cxn ang="0">
                  <a:pos x="T8" y="T9"/>
                </a:cxn>
                <a:cxn ang="0">
                  <a:pos x="T10" y="T11"/>
                </a:cxn>
              </a:cxnLst>
              <a:rect l="0" t="0" r="r" b="b"/>
              <a:pathLst>
                <a:path w="185" h="152">
                  <a:moveTo>
                    <a:pt x="58" y="126"/>
                  </a:moveTo>
                  <a:cubicBezTo>
                    <a:pt x="29" y="102"/>
                    <a:pt x="21" y="54"/>
                    <a:pt x="0" y="4"/>
                  </a:cubicBezTo>
                  <a:cubicBezTo>
                    <a:pt x="52" y="0"/>
                    <a:pt x="115" y="5"/>
                    <a:pt x="147" y="35"/>
                  </a:cubicBezTo>
                  <a:cubicBezTo>
                    <a:pt x="177" y="62"/>
                    <a:pt x="178" y="89"/>
                    <a:pt x="184" y="122"/>
                  </a:cubicBezTo>
                  <a:cubicBezTo>
                    <a:pt x="185" y="127"/>
                    <a:pt x="182" y="132"/>
                    <a:pt x="177" y="135"/>
                  </a:cubicBezTo>
                  <a:cubicBezTo>
                    <a:pt x="145" y="150"/>
                    <a:pt x="88" y="152"/>
                    <a:pt x="58" y="12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9" name="Freeform: Shape 88">
              <a:extLst>
                <a:ext uri="{FF2B5EF4-FFF2-40B4-BE49-F238E27FC236}">
                  <a16:creationId xmlns:a16="http://schemas.microsoft.com/office/drawing/2014/main" id="{11098F3A-017A-24C7-434C-B87142EBE9A8}"/>
                </a:ext>
              </a:extLst>
            </p:cNvPr>
            <p:cNvSpPr>
              <a:spLocks/>
            </p:cNvSpPr>
            <p:nvPr/>
          </p:nvSpPr>
          <p:spPr bwMode="auto">
            <a:xfrm>
              <a:off x="11385653" y="0"/>
              <a:ext cx="440759" cy="530420"/>
            </a:xfrm>
            <a:custGeom>
              <a:avLst/>
              <a:gdLst>
                <a:gd name="connsiteX0" fmla="*/ 46019 w 440759"/>
                <a:gd name="connsiteY0" fmla="*/ 0 h 530420"/>
                <a:gd name="connsiteX1" fmla="*/ 389756 w 440759"/>
                <a:gd name="connsiteY1" fmla="*/ 0 h 530420"/>
                <a:gd name="connsiteX2" fmla="*/ 426016 w 440759"/>
                <a:gd name="connsiteY2" fmla="*/ 88693 h 530420"/>
                <a:gd name="connsiteX3" fmla="*/ 440406 w 440759"/>
                <a:gd name="connsiteY3" fmla="*/ 230109 h 530420"/>
                <a:gd name="connsiteX4" fmla="*/ 292198 w 440759"/>
                <a:gd name="connsiteY4" fmla="*/ 518549 h 530420"/>
                <a:gd name="connsiteX5" fmla="*/ 246325 w 440759"/>
                <a:gd name="connsiteY5" fmla="*/ 529101 h 530420"/>
                <a:gd name="connsiteX6" fmla="*/ 6369 w 440759"/>
                <a:gd name="connsiteY6" fmla="*/ 282873 h 530420"/>
                <a:gd name="connsiteX7" fmla="*/ 43421 w 440759"/>
                <a:gd name="connsiteY7" fmla="*/ 6305 h 530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0759" h="530420">
                  <a:moveTo>
                    <a:pt x="46019" y="0"/>
                  </a:moveTo>
                  <a:lnTo>
                    <a:pt x="389756" y="0"/>
                  </a:lnTo>
                  <a:lnTo>
                    <a:pt x="426016" y="88693"/>
                  </a:lnTo>
                  <a:cubicBezTo>
                    <a:pt x="437319" y="133816"/>
                    <a:pt x="442171" y="180864"/>
                    <a:pt x="440406" y="230109"/>
                  </a:cubicBezTo>
                  <a:cubicBezTo>
                    <a:pt x="433349" y="353224"/>
                    <a:pt x="359245" y="451715"/>
                    <a:pt x="292198" y="518549"/>
                  </a:cubicBezTo>
                  <a:cubicBezTo>
                    <a:pt x="281612" y="529101"/>
                    <a:pt x="263968" y="532619"/>
                    <a:pt x="246325" y="529101"/>
                  </a:cubicBezTo>
                  <a:cubicBezTo>
                    <a:pt x="119289" y="490408"/>
                    <a:pt x="27541" y="398952"/>
                    <a:pt x="6369" y="282873"/>
                  </a:cubicBezTo>
                  <a:cubicBezTo>
                    <a:pt x="-11275" y="186140"/>
                    <a:pt x="9898" y="96442"/>
                    <a:pt x="43421" y="630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29">
              <a:extLst>
                <a:ext uri="{FF2B5EF4-FFF2-40B4-BE49-F238E27FC236}">
                  <a16:creationId xmlns:a16="http://schemas.microsoft.com/office/drawing/2014/main" id="{DA2C6237-47EE-C21F-2896-F3871EA83AFC}"/>
                </a:ext>
              </a:extLst>
            </p:cNvPr>
            <p:cNvSpPr>
              <a:spLocks/>
            </p:cNvSpPr>
            <p:nvPr/>
          </p:nvSpPr>
          <p:spPr bwMode="auto">
            <a:xfrm>
              <a:off x="8149088" y="70672"/>
              <a:ext cx="1019171" cy="822843"/>
            </a:xfrm>
            <a:custGeom>
              <a:avLst/>
              <a:gdLst>
                <a:gd name="T0" fmla="*/ 129 w 289"/>
                <a:gd name="T1" fmla="*/ 202 h 233"/>
                <a:gd name="T2" fmla="*/ 0 w 289"/>
                <a:gd name="T3" fmla="*/ 0 h 233"/>
                <a:gd name="T4" fmla="*/ 236 w 289"/>
                <a:gd name="T5" fmla="*/ 80 h 233"/>
                <a:gd name="T6" fmla="*/ 288 w 289"/>
                <a:gd name="T7" fmla="*/ 214 h 233"/>
                <a:gd name="T8" fmla="*/ 276 w 289"/>
                <a:gd name="T9" fmla="*/ 226 h 233"/>
                <a:gd name="T10" fmla="*/ 129 w 289"/>
                <a:gd name="T11" fmla="*/ 202 h 233"/>
              </a:gdLst>
              <a:ahLst/>
              <a:cxnLst>
                <a:cxn ang="0">
                  <a:pos x="T0" y="T1"/>
                </a:cxn>
                <a:cxn ang="0">
                  <a:pos x="T2" y="T3"/>
                </a:cxn>
                <a:cxn ang="0">
                  <a:pos x="T4" y="T5"/>
                </a:cxn>
                <a:cxn ang="0">
                  <a:pos x="T6" y="T7"/>
                </a:cxn>
                <a:cxn ang="0">
                  <a:pos x="T8" y="T9"/>
                </a:cxn>
                <a:cxn ang="0">
                  <a:pos x="T10" y="T11"/>
                </a:cxn>
              </a:cxnLst>
              <a:rect l="0" t="0" r="r" b="b"/>
              <a:pathLst>
                <a:path w="289" h="233">
                  <a:moveTo>
                    <a:pt x="129" y="202"/>
                  </a:moveTo>
                  <a:cubicBezTo>
                    <a:pt x="54" y="147"/>
                    <a:pt x="26" y="69"/>
                    <a:pt x="0" y="0"/>
                  </a:cubicBezTo>
                  <a:cubicBezTo>
                    <a:pt x="107" y="10"/>
                    <a:pt x="184" y="30"/>
                    <a:pt x="236" y="80"/>
                  </a:cubicBezTo>
                  <a:cubicBezTo>
                    <a:pt x="279" y="121"/>
                    <a:pt x="289" y="176"/>
                    <a:pt x="288" y="214"/>
                  </a:cubicBezTo>
                  <a:cubicBezTo>
                    <a:pt x="287" y="221"/>
                    <a:pt x="283" y="226"/>
                    <a:pt x="276" y="226"/>
                  </a:cubicBezTo>
                  <a:cubicBezTo>
                    <a:pt x="228" y="233"/>
                    <a:pt x="161" y="225"/>
                    <a:pt x="129" y="20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9" name="Freeform: Shape 98">
              <a:extLst>
                <a:ext uri="{FF2B5EF4-FFF2-40B4-BE49-F238E27FC236}">
                  <a16:creationId xmlns:a16="http://schemas.microsoft.com/office/drawing/2014/main" id="{D8019C3F-0941-AC2A-C521-3F17F530F76B}"/>
                </a:ext>
              </a:extLst>
            </p:cNvPr>
            <p:cNvSpPr>
              <a:spLocks/>
            </p:cNvSpPr>
            <p:nvPr/>
          </p:nvSpPr>
          <p:spPr bwMode="auto">
            <a:xfrm>
              <a:off x="10440609" y="6174150"/>
              <a:ext cx="632536" cy="683850"/>
            </a:xfrm>
            <a:custGeom>
              <a:avLst/>
              <a:gdLst>
                <a:gd name="connsiteX0" fmla="*/ 540680 w 632536"/>
                <a:gd name="connsiteY0" fmla="*/ 0 h 683850"/>
                <a:gd name="connsiteX1" fmla="*/ 586595 w 632536"/>
                <a:gd name="connsiteY1" fmla="*/ 31781 h 683850"/>
                <a:gd name="connsiteX2" fmla="*/ 551276 w 632536"/>
                <a:gd name="connsiteY2" fmla="*/ 572046 h 683850"/>
                <a:gd name="connsiteX3" fmla="*/ 459438 w 632536"/>
                <a:gd name="connsiteY3" fmla="*/ 683850 h 683850"/>
                <a:gd name="connsiteX4" fmla="*/ 0 w 632536"/>
                <a:gd name="connsiteY4" fmla="*/ 683850 h 683850"/>
                <a:gd name="connsiteX5" fmla="*/ 10898 w 632536"/>
                <a:gd name="connsiteY5" fmla="*/ 616627 h 683850"/>
                <a:gd name="connsiteX6" fmla="*/ 123919 w 632536"/>
                <a:gd name="connsiteY6" fmla="*/ 275430 h 683850"/>
                <a:gd name="connsiteX7" fmla="*/ 540680 w 632536"/>
                <a:gd name="connsiteY7" fmla="*/ 0 h 68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2536" h="683850">
                  <a:moveTo>
                    <a:pt x="540680" y="0"/>
                  </a:moveTo>
                  <a:cubicBezTo>
                    <a:pt x="561872" y="0"/>
                    <a:pt x="579531" y="10594"/>
                    <a:pt x="586595" y="31781"/>
                  </a:cubicBezTo>
                  <a:cubicBezTo>
                    <a:pt x="639573" y="183620"/>
                    <a:pt x="667828" y="384895"/>
                    <a:pt x="551276" y="572046"/>
                  </a:cubicBezTo>
                  <a:lnTo>
                    <a:pt x="459438" y="683850"/>
                  </a:lnTo>
                  <a:lnTo>
                    <a:pt x="0" y="683850"/>
                  </a:lnTo>
                  <a:lnTo>
                    <a:pt x="10898" y="616627"/>
                  </a:lnTo>
                  <a:cubicBezTo>
                    <a:pt x="29441" y="504955"/>
                    <a:pt x="55047" y="391958"/>
                    <a:pt x="123919" y="275430"/>
                  </a:cubicBezTo>
                  <a:cubicBezTo>
                    <a:pt x="201620" y="141246"/>
                    <a:pt x="381746" y="3531"/>
                    <a:pt x="54068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101" name="Freeform: Shape 100">
              <a:extLst>
                <a:ext uri="{FF2B5EF4-FFF2-40B4-BE49-F238E27FC236}">
                  <a16:creationId xmlns:a16="http://schemas.microsoft.com/office/drawing/2014/main" id="{75BCDA8E-0903-DF65-3E80-740D60E51F45}"/>
                </a:ext>
              </a:extLst>
            </p:cNvPr>
            <p:cNvSpPr>
              <a:spLocks/>
            </p:cNvSpPr>
            <p:nvPr/>
          </p:nvSpPr>
          <p:spPr bwMode="auto">
            <a:xfrm>
              <a:off x="11222231" y="5928478"/>
              <a:ext cx="494605" cy="929522"/>
            </a:xfrm>
            <a:custGeom>
              <a:avLst/>
              <a:gdLst>
                <a:gd name="connsiteX0" fmla="*/ 339565 w 494605"/>
                <a:gd name="connsiteY0" fmla="*/ 898 h 929522"/>
                <a:gd name="connsiteX1" fmla="*/ 388684 w 494605"/>
                <a:gd name="connsiteY1" fmla="*/ 18509 h 929522"/>
                <a:gd name="connsiteX2" fmla="*/ 476395 w 494605"/>
                <a:gd name="connsiteY2" fmla="*/ 532772 h 929522"/>
                <a:gd name="connsiteX3" fmla="*/ 294339 w 494605"/>
                <a:gd name="connsiteY3" fmla="*/ 908727 h 929522"/>
                <a:gd name="connsiteX4" fmla="*/ 277903 w 494605"/>
                <a:gd name="connsiteY4" fmla="*/ 929522 h 929522"/>
                <a:gd name="connsiteX5" fmla="*/ 100284 w 494605"/>
                <a:gd name="connsiteY5" fmla="*/ 929522 h 929522"/>
                <a:gd name="connsiteX6" fmla="*/ 80487 w 494605"/>
                <a:gd name="connsiteY6" fmla="*/ 890400 h 929522"/>
                <a:gd name="connsiteX7" fmla="*/ 20295 w 494605"/>
                <a:gd name="connsiteY7" fmla="*/ 342565 h 929522"/>
                <a:gd name="connsiteX8" fmla="*/ 339565 w 494605"/>
                <a:gd name="connsiteY8" fmla="*/ 898 h 929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4605" h="929522">
                  <a:moveTo>
                    <a:pt x="339565" y="898"/>
                  </a:moveTo>
                  <a:cubicBezTo>
                    <a:pt x="357108" y="-2625"/>
                    <a:pt x="374650" y="4420"/>
                    <a:pt x="388684" y="18509"/>
                  </a:cubicBezTo>
                  <a:cubicBezTo>
                    <a:pt x="486921" y="138269"/>
                    <a:pt x="518497" y="349610"/>
                    <a:pt x="476395" y="532772"/>
                  </a:cubicBezTo>
                  <a:cubicBezTo>
                    <a:pt x="444819" y="667502"/>
                    <a:pt x="395481" y="774493"/>
                    <a:pt x="294339" y="908727"/>
                  </a:cubicBezTo>
                  <a:lnTo>
                    <a:pt x="277903" y="929522"/>
                  </a:lnTo>
                  <a:lnTo>
                    <a:pt x="100284" y="929522"/>
                  </a:lnTo>
                  <a:lnTo>
                    <a:pt x="80487" y="890400"/>
                  </a:lnTo>
                  <a:cubicBezTo>
                    <a:pt x="3191" y="715714"/>
                    <a:pt x="-21806" y="514280"/>
                    <a:pt x="20295" y="342565"/>
                  </a:cubicBezTo>
                  <a:cubicBezTo>
                    <a:pt x="62397" y="169970"/>
                    <a:pt x="192210" y="36121"/>
                    <a:pt x="339565" y="8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40" name="Freeform 36">
              <a:extLst>
                <a:ext uri="{FF2B5EF4-FFF2-40B4-BE49-F238E27FC236}">
                  <a16:creationId xmlns:a16="http://schemas.microsoft.com/office/drawing/2014/main" id="{2864DB57-8E53-0EF6-65A4-4D1A51A9D9D6}"/>
                </a:ext>
              </a:extLst>
            </p:cNvPr>
            <p:cNvSpPr>
              <a:spLocks/>
            </p:cNvSpPr>
            <p:nvPr/>
          </p:nvSpPr>
          <p:spPr bwMode="auto">
            <a:xfrm>
              <a:off x="7453280" y="4115597"/>
              <a:ext cx="926782" cy="516803"/>
            </a:xfrm>
            <a:custGeom>
              <a:avLst/>
              <a:gdLst>
                <a:gd name="T0" fmla="*/ 179 w 263"/>
                <a:gd name="T1" fmla="*/ 132 h 147"/>
                <a:gd name="T2" fmla="*/ 0 w 263"/>
                <a:gd name="T3" fmla="*/ 112 h 147"/>
                <a:gd name="T4" fmla="*/ 148 w 263"/>
                <a:gd name="T5" fmla="*/ 13 h 147"/>
                <a:gd name="T6" fmla="*/ 257 w 263"/>
                <a:gd name="T7" fmla="*/ 40 h 147"/>
                <a:gd name="T8" fmla="*/ 261 w 263"/>
                <a:gd name="T9" fmla="*/ 54 h 147"/>
                <a:gd name="T10" fmla="*/ 179 w 263"/>
                <a:gd name="T11" fmla="*/ 132 h 147"/>
              </a:gdLst>
              <a:ahLst/>
              <a:cxnLst>
                <a:cxn ang="0">
                  <a:pos x="T0" y="T1"/>
                </a:cxn>
                <a:cxn ang="0">
                  <a:pos x="T2" y="T3"/>
                </a:cxn>
                <a:cxn ang="0">
                  <a:pos x="T4" y="T5"/>
                </a:cxn>
                <a:cxn ang="0">
                  <a:pos x="T6" y="T7"/>
                </a:cxn>
                <a:cxn ang="0">
                  <a:pos x="T8" y="T9"/>
                </a:cxn>
                <a:cxn ang="0">
                  <a:pos x="T10" y="T11"/>
                </a:cxn>
              </a:cxnLst>
              <a:rect l="0" t="0" r="r" b="b"/>
              <a:pathLst>
                <a:path w="263" h="147">
                  <a:moveTo>
                    <a:pt x="179" y="132"/>
                  </a:moveTo>
                  <a:cubicBezTo>
                    <a:pt x="141" y="143"/>
                    <a:pt x="54" y="147"/>
                    <a:pt x="0" y="112"/>
                  </a:cubicBezTo>
                  <a:cubicBezTo>
                    <a:pt x="57" y="81"/>
                    <a:pt x="106" y="26"/>
                    <a:pt x="148" y="13"/>
                  </a:cubicBezTo>
                  <a:cubicBezTo>
                    <a:pt x="190" y="0"/>
                    <a:pt x="225" y="13"/>
                    <a:pt x="257" y="40"/>
                  </a:cubicBezTo>
                  <a:cubicBezTo>
                    <a:pt x="261" y="44"/>
                    <a:pt x="263" y="49"/>
                    <a:pt x="261" y="54"/>
                  </a:cubicBezTo>
                  <a:cubicBezTo>
                    <a:pt x="250" y="87"/>
                    <a:pt x="218" y="120"/>
                    <a:pt x="179" y="13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1" name="Freeform 37">
              <a:extLst>
                <a:ext uri="{FF2B5EF4-FFF2-40B4-BE49-F238E27FC236}">
                  <a16:creationId xmlns:a16="http://schemas.microsoft.com/office/drawing/2014/main" id="{A60E9F92-453F-8D55-39C2-4F5FD06A77B3}"/>
                </a:ext>
              </a:extLst>
            </p:cNvPr>
            <p:cNvSpPr>
              <a:spLocks/>
            </p:cNvSpPr>
            <p:nvPr/>
          </p:nvSpPr>
          <p:spPr bwMode="auto">
            <a:xfrm>
              <a:off x="9393458" y="5042379"/>
              <a:ext cx="666936" cy="545675"/>
            </a:xfrm>
            <a:custGeom>
              <a:avLst/>
              <a:gdLst>
                <a:gd name="T0" fmla="*/ 128 w 189"/>
                <a:gd name="T1" fmla="*/ 107 h 155"/>
                <a:gd name="T2" fmla="*/ 0 w 189"/>
                <a:gd name="T3" fmla="*/ 155 h 155"/>
                <a:gd name="T4" fmla="*/ 50 w 189"/>
                <a:gd name="T5" fmla="*/ 36 h 155"/>
                <a:gd name="T6" fmla="*/ 173 w 189"/>
                <a:gd name="T7" fmla="*/ 7 h 155"/>
                <a:gd name="T8" fmla="*/ 181 w 189"/>
                <a:gd name="T9" fmla="*/ 15 h 155"/>
                <a:gd name="T10" fmla="*/ 128 w 189"/>
                <a:gd name="T11" fmla="*/ 107 h 155"/>
              </a:gdLst>
              <a:ahLst/>
              <a:cxnLst>
                <a:cxn ang="0">
                  <a:pos x="T0" y="T1"/>
                </a:cxn>
                <a:cxn ang="0">
                  <a:pos x="T2" y="T3"/>
                </a:cxn>
                <a:cxn ang="0">
                  <a:pos x="T4" y="T5"/>
                </a:cxn>
                <a:cxn ang="0">
                  <a:pos x="T6" y="T7"/>
                </a:cxn>
                <a:cxn ang="0">
                  <a:pos x="T8" y="T9"/>
                </a:cxn>
                <a:cxn ang="0">
                  <a:pos x="T10" y="T11"/>
                </a:cxn>
              </a:cxnLst>
              <a:rect l="0" t="0" r="r" b="b"/>
              <a:pathLst>
                <a:path w="189" h="155">
                  <a:moveTo>
                    <a:pt x="128" y="107"/>
                  </a:moveTo>
                  <a:cubicBezTo>
                    <a:pt x="83" y="130"/>
                    <a:pt x="49" y="136"/>
                    <a:pt x="0" y="155"/>
                  </a:cubicBezTo>
                  <a:cubicBezTo>
                    <a:pt x="6" y="105"/>
                    <a:pt x="21" y="60"/>
                    <a:pt x="50" y="36"/>
                  </a:cubicBezTo>
                  <a:cubicBezTo>
                    <a:pt x="86" y="6"/>
                    <a:pt x="134" y="0"/>
                    <a:pt x="173" y="7"/>
                  </a:cubicBezTo>
                  <a:cubicBezTo>
                    <a:pt x="177" y="8"/>
                    <a:pt x="180" y="11"/>
                    <a:pt x="181" y="15"/>
                  </a:cubicBezTo>
                  <a:cubicBezTo>
                    <a:pt x="189" y="54"/>
                    <a:pt x="168" y="87"/>
                    <a:pt x="128" y="10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2" name="Freeform 38">
              <a:extLst>
                <a:ext uri="{FF2B5EF4-FFF2-40B4-BE49-F238E27FC236}">
                  <a16:creationId xmlns:a16="http://schemas.microsoft.com/office/drawing/2014/main" id="{51E9B685-285E-CA9E-CB22-C52A8E731CDD}"/>
                </a:ext>
              </a:extLst>
            </p:cNvPr>
            <p:cNvSpPr>
              <a:spLocks/>
            </p:cNvSpPr>
            <p:nvPr/>
          </p:nvSpPr>
          <p:spPr bwMode="auto">
            <a:xfrm>
              <a:off x="7739110" y="1456514"/>
              <a:ext cx="944105" cy="519691"/>
            </a:xfrm>
            <a:custGeom>
              <a:avLst/>
              <a:gdLst>
                <a:gd name="T0" fmla="*/ 144 w 268"/>
                <a:gd name="T1" fmla="*/ 130 h 148"/>
                <a:gd name="T2" fmla="*/ 0 w 268"/>
                <a:gd name="T3" fmla="*/ 58 h 148"/>
                <a:gd name="T4" fmla="*/ 142 w 268"/>
                <a:gd name="T5" fmla="*/ 6 h 148"/>
                <a:gd name="T6" fmla="*/ 265 w 268"/>
                <a:gd name="T7" fmla="*/ 88 h 148"/>
                <a:gd name="T8" fmla="*/ 265 w 268"/>
                <a:gd name="T9" fmla="*/ 101 h 148"/>
                <a:gd name="T10" fmla="*/ 144 w 268"/>
                <a:gd name="T11" fmla="*/ 130 h 148"/>
              </a:gdLst>
              <a:ahLst/>
              <a:cxnLst>
                <a:cxn ang="0">
                  <a:pos x="T0" y="T1"/>
                </a:cxn>
                <a:cxn ang="0">
                  <a:pos x="T2" y="T3"/>
                </a:cxn>
                <a:cxn ang="0">
                  <a:pos x="T4" y="T5"/>
                </a:cxn>
                <a:cxn ang="0">
                  <a:pos x="T6" y="T7"/>
                </a:cxn>
                <a:cxn ang="0">
                  <a:pos x="T8" y="T9"/>
                </a:cxn>
                <a:cxn ang="0">
                  <a:pos x="T10" y="T11"/>
                </a:cxn>
              </a:cxnLst>
              <a:rect l="0" t="0" r="r" b="b"/>
              <a:pathLst>
                <a:path w="268" h="148">
                  <a:moveTo>
                    <a:pt x="144" y="130"/>
                  </a:moveTo>
                  <a:cubicBezTo>
                    <a:pt x="88" y="109"/>
                    <a:pt x="56" y="85"/>
                    <a:pt x="0" y="58"/>
                  </a:cubicBezTo>
                  <a:cubicBezTo>
                    <a:pt x="48" y="24"/>
                    <a:pt x="99" y="0"/>
                    <a:pt x="142" y="6"/>
                  </a:cubicBezTo>
                  <a:cubicBezTo>
                    <a:pt x="197" y="13"/>
                    <a:pt x="240" y="49"/>
                    <a:pt x="265" y="88"/>
                  </a:cubicBezTo>
                  <a:cubicBezTo>
                    <a:pt x="268" y="92"/>
                    <a:pt x="268" y="98"/>
                    <a:pt x="265" y="101"/>
                  </a:cubicBezTo>
                  <a:cubicBezTo>
                    <a:pt x="238" y="139"/>
                    <a:pt x="193" y="148"/>
                    <a:pt x="144" y="13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3" name="Freeform: Shape 82">
              <a:extLst>
                <a:ext uri="{FF2B5EF4-FFF2-40B4-BE49-F238E27FC236}">
                  <a16:creationId xmlns:a16="http://schemas.microsoft.com/office/drawing/2014/main" id="{59216B6D-19C2-3996-68DD-25E14281D1C6}"/>
                </a:ext>
              </a:extLst>
            </p:cNvPr>
            <p:cNvSpPr>
              <a:spLocks/>
            </p:cNvSpPr>
            <p:nvPr/>
          </p:nvSpPr>
          <p:spPr bwMode="auto">
            <a:xfrm>
              <a:off x="10198315" y="0"/>
              <a:ext cx="380203" cy="79581"/>
            </a:xfrm>
            <a:custGeom>
              <a:avLst/>
              <a:gdLst>
                <a:gd name="connsiteX0" fmla="*/ 0 w 380203"/>
                <a:gd name="connsiteY0" fmla="*/ 0 h 79581"/>
                <a:gd name="connsiteX1" fmla="*/ 380203 w 380203"/>
                <a:gd name="connsiteY1" fmla="*/ 0 h 79581"/>
                <a:gd name="connsiteX2" fmla="*/ 350066 w 380203"/>
                <a:gd name="connsiteY2" fmla="*/ 57590 h 79581"/>
                <a:gd name="connsiteX3" fmla="*/ 293630 w 380203"/>
                <a:gd name="connsiteY3" fmla="*/ 78702 h 79581"/>
                <a:gd name="connsiteX4" fmla="*/ 7923 w 380203"/>
                <a:gd name="connsiteY4" fmla="*/ 4369 h 79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03" h="79581">
                  <a:moveTo>
                    <a:pt x="0" y="0"/>
                  </a:moveTo>
                  <a:lnTo>
                    <a:pt x="380203" y="0"/>
                  </a:lnTo>
                  <a:lnTo>
                    <a:pt x="350066" y="57590"/>
                  </a:lnTo>
                  <a:cubicBezTo>
                    <a:pt x="335957" y="75184"/>
                    <a:pt x="314793" y="82221"/>
                    <a:pt x="293630" y="78702"/>
                  </a:cubicBezTo>
                  <a:cubicBezTo>
                    <a:pt x="189576" y="59349"/>
                    <a:pt x="91695" y="42635"/>
                    <a:pt x="7923" y="43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95" name="Freeform: Shape 94">
              <a:extLst>
                <a:ext uri="{FF2B5EF4-FFF2-40B4-BE49-F238E27FC236}">
                  <a16:creationId xmlns:a16="http://schemas.microsoft.com/office/drawing/2014/main" id="{A35B4067-8BDC-DFCC-3C98-F8261D6530C6}"/>
                </a:ext>
              </a:extLst>
            </p:cNvPr>
            <p:cNvSpPr>
              <a:spLocks/>
            </p:cNvSpPr>
            <p:nvPr/>
          </p:nvSpPr>
          <p:spPr bwMode="auto">
            <a:xfrm>
              <a:off x="9140703" y="6476385"/>
              <a:ext cx="477647" cy="381615"/>
            </a:xfrm>
            <a:custGeom>
              <a:avLst/>
              <a:gdLst>
                <a:gd name="connsiteX0" fmla="*/ 361307 w 477647"/>
                <a:gd name="connsiteY0" fmla="*/ 606 h 381615"/>
                <a:gd name="connsiteX1" fmla="*/ 440688 w 477647"/>
                <a:gd name="connsiteY1" fmla="*/ 2803 h 381615"/>
                <a:gd name="connsiteX2" fmla="*/ 472485 w 477647"/>
                <a:gd name="connsiteY2" fmla="*/ 34444 h 381615"/>
                <a:gd name="connsiteX3" fmla="*/ 387693 w 477647"/>
                <a:gd name="connsiteY3" fmla="*/ 326245 h 381615"/>
                <a:gd name="connsiteX4" fmla="*/ 303279 w 477647"/>
                <a:gd name="connsiteY4" fmla="*/ 381615 h 381615"/>
                <a:gd name="connsiteX5" fmla="*/ 0 w 477647"/>
                <a:gd name="connsiteY5" fmla="*/ 381615 h 381615"/>
                <a:gd name="connsiteX6" fmla="*/ 1108 w 477647"/>
                <a:gd name="connsiteY6" fmla="*/ 378815 h 381615"/>
                <a:gd name="connsiteX7" fmla="*/ 161582 w 477647"/>
                <a:gd name="connsiteY7" fmla="*/ 83664 h 381615"/>
                <a:gd name="connsiteX8" fmla="*/ 361307 w 477647"/>
                <a:gd name="connsiteY8" fmla="*/ 606 h 381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7647" h="381615">
                  <a:moveTo>
                    <a:pt x="361307" y="606"/>
                  </a:moveTo>
                  <a:cubicBezTo>
                    <a:pt x="386810" y="-712"/>
                    <a:pt x="413308" y="167"/>
                    <a:pt x="440688" y="2803"/>
                  </a:cubicBezTo>
                  <a:cubicBezTo>
                    <a:pt x="458353" y="2803"/>
                    <a:pt x="472485" y="16866"/>
                    <a:pt x="472485" y="34444"/>
                  </a:cubicBezTo>
                  <a:cubicBezTo>
                    <a:pt x="483084" y="129367"/>
                    <a:pt x="486617" y="241869"/>
                    <a:pt x="387693" y="326245"/>
                  </a:cubicBezTo>
                  <a:lnTo>
                    <a:pt x="303279" y="381615"/>
                  </a:lnTo>
                  <a:lnTo>
                    <a:pt x="0" y="381615"/>
                  </a:lnTo>
                  <a:lnTo>
                    <a:pt x="1108" y="378815"/>
                  </a:lnTo>
                  <a:cubicBezTo>
                    <a:pt x="49631" y="255712"/>
                    <a:pt x="92689" y="154856"/>
                    <a:pt x="161582" y="83664"/>
                  </a:cubicBezTo>
                  <a:cubicBezTo>
                    <a:pt x="217227" y="28292"/>
                    <a:pt x="284795" y="4561"/>
                    <a:pt x="361307" y="6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50" name="Freeform 44">
              <a:extLst>
                <a:ext uri="{FF2B5EF4-FFF2-40B4-BE49-F238E27FC236}">
                  <a16:creationId xmlns:a16="http://schemas.microsoft.com/office/drawing/2014/main" id="{FE054E00-5781-115B-1CF1-09A970AB0C0C}"/>
                </a:ext>
              </a:extLst>
            </p:cNvPr>
            <p:cNvSpPr>
              <a:spLocks/>
            </p:cNvSpPr>
            <p:nvPr/>
          </p:nvSpPr>
          <p:spPr bwMode="auto">
            <a:xfrm>
              <a:off x="7057737" y="2683561"/>
              <a:ext cx="606306" cy="303153"/>
            </a:xfrm>
            <a:custGeom>
              <a:avLst/>
              <a:gdLst>
                <a:gd name="T0" fmla="*/ 96 w 172"/>
                <a:gd name="T1" fmla="*/ 0 h 86"/>
                <a:gd name="T2" fmla="*/ 0 w 172"/>
                <a:gd name="T3" fmla="*/ 45 h 86"/>
                <a:gd name="T4" fmla="*/ 99 w 172"/>
                <a:gd name="T5" fmla="*/ 85 h 86"/>
                <a:gd name="T6" fmla="*/ 168 w 172"/>
                <a:gd name="T7" fmla="*/ 46 h 86"/>
                <a:gd name="T8" fmla="*/ 167 w 172"/>
                <a:gd name="T9" fmla="*/ 29 h 86"/>
                <a:gd name="T10" fmla="*/ 96 w 172"/>
                <a:gd name="T11" fmla="*/ 0 h 86"/>
              </a:gdLst>
              <a:ahLst/>
              <a:cxnLst>
                <a:cxn ang="0">
                  <a:pos x="T0" y="T1"/>
                </a:cxn>
                <a:cxn ang="0">
                  <a:pos x="T2" y="T3"/>
                </a:cxn>
                <a:cxn ang="0">
                  <a:pos x="T4" y="T5"/>
                </a:cxn>
                <a:cxn ang="0">
                  <a:pos x="T6" y="T7"/>
                </a:cxn>
                <a:cxn ang="0">
                  <a:pos x="T8" y="T9"/>
                </a:cxn>
                <a:cxn ang="0">
                  <a:pos x="T10" y="T11"/>
                </a:cxn>
              </a:cxnLst>
              <a:rect l="0" t="0" r="r" b="b"/>
              <a:pathLst>
                <a:path w="172" h="86">
                  <a:moveTo>
                    <a:pt x="96" y="0"/>
                  </a:moveTo>
                  <a:cubicBezTo>
                    <a:pt x="67" y="0"/>
                    <a:pt x="31" y="14"/>
                    <a:pt x="0" y="45"/>
                  </a:cubicBezTo>
                  <a:cubicBezTo>
                    <a:pt x="31" y="61"/>
                    <a:pt x="66" y="84"/>
                    <a:pt x="99" y="85"/>
                  </a:cubicBezTo>
                  <a:cubicBezTo>
                    <a:pt x="130" y="86"/>
                    <a:pt x="151" y="68"/>
                    <a:pt x="168" y="46"/>
                  </a:cubicBezTo>
                  <a:cubicBezTo>
                    <a:pt x="172" y="41"/>
                    <a:pt x="172" y="34"/>
                    <a:pt x="167" y="29"/>
                  </a:cubicBezTo>
                  <a:cubicBezTo>
                    <a:pt x="151" y="13"/>
                    <a:pt x="124" y="0"/>
                    <a:pt x="96"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1" name="Freeform 45">
              <a:extLst>
                <a:ext uri="{FF2B5EF4-FFF2-40B4-BE49-F238E27FC236}">
                  <a16:creationId xmlns:a16="http://schemas.microsoft.com/office/drawing/2014/main" id="{BF8C8EB0-8786-911A-69BD-2B2934A86B83}"/>
                </a:ext>
              </a:extLst>
            </p:cNvPr>
            <p:cNvSpPr>
              <a:spLocks/>
            </p:cNvSpPr>
            <p:nvPr/>
          </p:nvSpPr>
          <p:spPr bwMode="auto">
            <a:xfrm>
              <a:off x="7395536" y="4955764"/>
              <a:ext cx="941218" cy="574547"/>
            </a:xfrm>
            <a:custGeom>
              <a:avLst/>
              <a:gdLst>
                <a:gd name="T0" fmla="*/ 138 w 267"/>
                <a:gd name="T1" fmla="*/ 20 h 163"/>
                <a:gd name="T2" fmla="*/ 0 w 267"/>
                <a:gd name="T3" fmla="*/ 145 h 163"/>
                <a:gd name="T4" fmla="*/ 191 w 267"/>
                <a:gd name="T5" fmla="*/ 137 h 163"/>
                <a:gd name="T6" fmla="*/ 267 w 267"/>
                <a:gd name="T7" fmla="*/ 39 h 163"/>
                <a:gd name="T8" fmla="*/ 260 w 267"/>
                <a:gd name="T9" fmla="*/ 29 h 163"/>
                <a:gd name="T10" fmla="*/ 138 w 267"/>
                <a:gd name="T11" fmla="*/ 20 h 163"/>
              </a:gdLst>
              <a:ahLst/>
              <a:cxnLst>
                <a:cxn ang="0">
                  <a:pos x="T0" y="T1"/>
                </a:cxn>
                <a:cxn ang="0">
                  <a:pos x="T2" y="T3"/>
                </a:cxn>
                <a:cxn ang="0">
                  <a:pos x="T4" y="T5"/>
                </a:cxn>
                <a:cxn ang="0">
                  <a:pos x="T6" y="T7"/>
                </a:cxn>
                <a:cxn ang="0">
                  <a:pos x="T8" y="T9"/>
                </a:cxn>
                <a:cxn ang="0">
                  <a:pos x="T10" y="T11"/>
                </a:cxn>
              </a:cxnLst>
              <a:rect l="0" t="0" r="r" b="b"/>
              <a:pathLst>
                <a:path w="267" h="163">
                  <a:moveTo>
                    <a:pt x="138" y="20"/>
                  </a:moveTo>
                  <a:cubicBezTo>
                    <a:pt x="82" y="46"/>
                    <a:pt x="47" y="96"/>
                    <a:pt x="0" y="145"/>
                  </a:cubicBezTo>
                  <a:cubicBezTo>
                    <a:pt x="61" y="163"/>
                    <a:pt x="144" y="154"/>
                    <a:pt x="191" y="137"/>
                  </a:cubicBezTo>
                  <a:cubicBezTo>
                    <a:pt x="238" y="118"/>
                    <a:pt x="267" y="80"/>
                    <a:pt x="267" y="39"/>
                  </a:cubicBezTo>
                  <a:cubicBezTo>
                    <a:pt x="267" y="34"/>
                    <a:pt x="264" y="31"/>
                    <a:pt x="260" y="29"/>
                  </a:cubicBezTo>
                  <a:cubicBezTo>
                    <a:pt x="229" y="12"/>
                    <a:pt x="180" y="0"/>
                    <a:pt x="138" y="2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2" name="Freeform 46">
              <a:extLst>
                <a:ext uri="{FF2B5EF4-FFF2-40B4-BE49-F238E27FC236}">
                  <a16:creationId xmlns:a16="http://schemas.microsoft.com/office/drawing/2014/main" id="{7CA4FCD4-19E9-F404-DB0E-E71340713BBD}"/>
                </a:ext>
              </a:extLst>
            </p:cNvPr>
            <p:cNvSpPr>
              <a:spLocks/>
            </p:cNvSpPr>
            <p:nvPr/>
          </p:nvSpPr>
          <p:spPr bwMode="auto">
            <a:xfrm>
              <a:off x="7219419" y="2062820"/>
              <a:ext cx="1079802" cy="534126"/>
            </a:xfrm>
            <a:custGeom>
              <a:avLst/>
              <a:gdLst>
                <a:gd name="T0" fmla="*/ 194 w 306"/>
                <a:gd name="T1" fmla="*/ 10 h 152"/>
                <a:gd name="T2" fmla="*/ 0 w 306"/>
                <a:gd name="T3" fmla="*/ 66 h 152"/>
                <a:gd name="T4" fmla="*/ 167 w 306"/>
                <a:gd name="T5" fmla="*/ 141 h 152"/>
                <a:gd name="T6" fmla="*/ 298 w 306"/>
                <a:gd name="T7" fmla="*/ 105 h 152"/>
                <a:gd name="T8" fmla="*/ 301 w 306"/>
                <a:gd name="T9" fmla="*/ 82 h 152"/>
                <a:gd name="T10" fmla="*/ 194 w 306"/>
                <a:gd name="T11" fmla="*/ 10 h 152"/>
              </a:gdLst>
              <a:ahLst/>
              <a:cxnLst>
                <a:cxn ang="0">
                  <a:pos x="T0" y="T1"/>
                </a:cxn>
                <a:cxn ang="0">
                  <a:pos x="T2" y="T3"/>
                </a:cxn>
                <a:cxn ang="0">
                  <a:pos x="T4" y="T5"/>
                </a:cxn>
                <a:cxn ang="0">
                  <a:pos x="T6" y="T7"/>
                </a:cxn>
                <a:cxn ang="0">
                  <a:pos x="T8" y="T9"/>
                </a:cxn>
                <a:cxn ang="0">
                  <a:pos x="T10" y="T11"/>
                </a:cxn>
              </a:cxnLst>
              <a:rect l="0" t="0" r="r" b="b"/>
              <a:pathLst>
                <a:path w="306" h="152">
                  <a:moveTo>
                    <a:pt x="194" y="10"/>
                  </a:moveTo>
                  <a:cubicBezTo>
                    <a:pt x="146" y="0"/>
                    <a:pt x="60" y="26"/>
                    <a:pt x="0" y="66"/>
                  </a:cubicBezTo>
                  <a:cubicBezTo>
                    <a:pt x="54" y="97"/>
                    <a:pt x="114" y="130"/>
                    <a:pt x="167" y="141"/>
                  </a:cubicBezTo>
                  <a:cubicBezTo>
                    <a:pt x="218" y="152"/>
                    <a:pt x="264" y="136"/>
                    <a:pt x="298" y="105"/>
                  </a:cubicBezTo>
                  <a:cubicBezTo>
                    <a:pt x="305" y="100"/>
                    <a:pt x="306" y="90"/>
                    <a:pt x="301" y="82"/>
                  </a:cubicBezTo>
                  <a:cubicBezTo>
                    <a:pt x="281" y="50"/>
                    <a:pt x="240" y="19"/>
                    <a:pt x="194" y="1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3" name="Freeform 47">
              <a:extLst>
                <a:ext uri="{FF2B5EF4-FFF2-40B4-BE49-F238E27FC236}">
                  <a16:creationId xmlns:a16="http://schemas.microsoft.com/office/drawing/2014/main" id="{8D4AE83F-5F78-CCCC-565B-4BDEF4BEA9E8}"/>
                </a:ext>
              </a:extLst>
            </p:cNvPr>
            <p:cNvSpPr>
              <a:spLocks/>
            </p:cNvSpPr>
            <p:nvPr/>
          </p:nvSpPr>
          <p:spPr bwMode="auto">
            <a:xfrm>
              <a:off x="9191356" y="258338"/>
              <a:ext cx="736228" cy="707357"/>
            </a:xfrm>
            <a:custGeom>
              <a:avLst/>
              <a:gdLst>
                <a:gd name="T0" fmla="*/ 171 w 209"/>
                <a:gd name="T1" fmla="*/ 76 h 201"/>
                <a:gd name="T2" fmla="*/ 0 w 209"/>
                <a:gd name="T3" fmla="*/ 0 h 201"/>
                <a:gd name="T4" fmla="*/ 73 w 209"/>
                <a:gd name="T5" fmla="*/ 165 h 201"/>
                <a:gd name="T6" fmla="*/ 196 w 209"/>
                <a:gd name="T7" fmla="*/ 189 h 201"/>
                <a:gd name="T8" fmla="*/ 207 w 209"/>
                <a:gd name="T9" fmla="*/ 176 h 201"/>
                <a:gd name="T10" fmla="*/ 171 w 209"/>
                <a:gd name="T11" fmla="*/ 76 h 201"/>
              </a:gdLst>
              <a:ahLst/>
              <a:cxnLst>
                <a:cxn ang="0">
                  <a:pos x="T0" y="T1"/>
                </a:cxn>
                <a:cxn ang="0">
                  <a:pos x="T2" y="T3"/>
                </a:cxn>
                <a:cxn ang="0">
                  <a:pos x="T4" y="T5"/>
                </a:cxn>
                <a:cxn ang="0">
                  <a:pos x="T6" y="T7"/>
                </a:cxn>
                <a:cxn ang="0">
                  <a:pos x="T8" y="T9"/>
                </a:cxn>
                <a:cxn ang="0">
                  <a:pos x="T10" y="T11"/>
                </a:cxn>
              </a:cxnLst>
              <a:rect l="0" t="0" r="r" b="b"/>
              <a:pathLst>
                <a:path w="209" h="201">
                  <a:moveTo>
                    <a:pt x="171" y="76"/>
                  </a:moveTo>
                  <a:cubicBezTo>
                    <a:pt x="136" y="40"/>
                    <a:pt x="56" y="9"/>
                    <a:pt x="0" y="0"/>
                  </a:cubicBezTo>
                  <a:cubicBezTo>
                    <a:pt x="12" y="36"/>
                    <a:pt x="37" y="133"/>
                    <a:pt x="73" y="165"/>
                  </a:cubicBezTo>
                  <a:cubicBezTo>
                    <a:pt x="110" y="198"/>
                    <a:pt x="150" y="201"/>
                    <a:pt x="196" y="189"/>
                  </a:cubicBezTo>
                  <a:cubicBezTo>
                    <a:pt x="202" y="187"/>
                    <a:pt x="207" y="182"/>
                    <a:pt x="207" y="176"/>
                  </a:cubicBezTo>
                  <a:cubicBezTo>
                    <a:pt x="209" y="139"/>
                    <a:pt x="202" y="108"/>
                    <a:pt x="171" y="7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5" name="Freeform 49">
              <a:extLst>
                <a:ext uri="{FF2B5EF4-FFF2-40B4-BE49-F238E27FC236}">
                  <a16:creationId xmlns:a16="http://schemas.microsoft.com/office/drawing/2014/main" id="{835A1DD0-DB46-3945-82CF-5105EF8C27DB}"/>
                </a:ext>
              </a:extLst>
            </p:cNvPr>
            <p:cNvSpPr>
              <a:spLocks/>
            </p:cNvSpPr>
            <p:nvPr/>
          </p:nvSpPr>
          <p:spPr bwMode="auto">
            <a:xfrm>
              <a:off x="7796853" y="2596946"/>
              <a:ext cx="1255919" cy="629403"/>
            </a:xfrm>
            <a:custGeom>
              <a:avLst/>
              <a:gdLst>
                <a:gd name="T0" fmla="*/ 212 w 356"/>
                <a:gd name="T1" fmla="*/ 174 h 179"/>
                <a:gd name="T2" fmla="*/ 0 w 356"/>
                <a:gd name="T3" fmla="*/ 110 h 179"/>
                <a:gd name="T4" fmla="*/ 171 w 356"/>
                <a:gd name="T5" fmla="*/ 10 h 179"/>
                <a:gd name="T6" fmla="*/ 352 w 356"/>
                <a:gd name="T7" fmla="*/ 91 h 179"/>
                <a:gd name="T8" fmla="*/ 350 w 356"/>
                <a:gd name="T9" fmla="*/ 110 h 179"/>
                <a:gd name="T10" fmla="*/ 212 w 356"/>
                <a:gd name="T11" fmla="*/ 174 h 179"/>
              </a:gdLst>
              <a:ahLst/>
              <a:cxnLst>
                <a:cxn ang="0">
                  <a:pos x="T0" y="T1"/>
                </a:cxn>
                <a:cxn ang="0">
                  <a:pos x="T2" y="T3"/>
                </a:cxn>
                <a:cxn ang="0">
                  <a:pos x="T4" y="T5"/>
                </a:cxn>
                <a:cxn ang="0">
                  <a:pos x="T6" y="T7"/>
                </a:cxn>
                <a:cxn ang="0">
                  <a:pos x="T8" y="T9"/>
                </a:cxn>
                <a:cxn ang="0">
                  <a:pos x="T10" y="T11"/>
                </a:cxn>
              </a:cxnLst>
              <a:rect l="0" t="0" r="r" b="b"/>
              <a:pathLst>
                <a:path w="356" h="179">
                  <a:moveTo>
                    <a:pt x="212" y="174"/>
                  </a:moveTo>
                  <a:cubicBezTo>
                    <a:pt x="146" y="179"/>
                    <a:pt x="89" y="144"/>
                    <a:pt x="0" y="110"/>
                  </a:cubicBezTo>
                  <a:cubicBezTo>
                    <a:pt x="34" y="72"/>
                    <a:pt x="108" y="20"/>
                    <a:pt x="171" y="10"/>
                  </a:cubicBezTo>
                  <a:cubicBezTo>
                    <a:pt x="236" y="0"/>
                    <a:pt x="316" y="34"/>
                    <a:pt x="352" y="91"/>
                  </a:cubicBezTo>
                  <a:cubicBezTo>
                    <a:pt x="356" y="97"/>
                    <a:pt x="355" y="104"/>
                    <a:pt x="350" y="110"/>
                  </a:cubicBezTo>
                  <a:cubicBezTo>
                    <a:pt x="316" y="144"/>
                    <a:pt x="271" y="170"/>
                    <a:pt x="212" y="1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5" name="Freeform: Shape 84">
              <a:extLst>
                <a:ext uri="{FF2B5EF4-FFF2-40B4-BE49-F238E27FC236}">
                  <a16:creationId xmlns:a16="http://schemas.microsoft.com/office/drawing/2014/main" id="{A31EE870-5954-8DA9-57FB-A144BB767E45}"/>
                </a:ext>
              </a:extLst>
            </p:cNvPr>
            <p:cNvSpPr>
              <a:spLocks/>
            </p:cNvSpPr>
            <p:nvPr/>
          </p:nvSpPr>
          <p:spPr bwMode="auto">
            <a:xfrm>
              <a:off x="9411698" y="0"/>
              <a:ext cx="490556" cy="255065"/>
            </a:xfrm>
            <a:custGeom>
              <a:avLst/>
              <a:gdLst>
                <a:gd name="connsiteX0" fmla="*/ 0 w 490556"/>
                <a:gd name="connsiteY0" fmla="*/ 0 h 255065"/>
                <a:gd name="connsiteX1" fmla="*/ 462198 w 490556"/>
                <a:gd name="connsiteY1" fmla="*/ 0 h 255065"/>
                <a:gd name="connsiteX2" fmla="*/ 482076 w 490556"/>
                <a:gd name="connsiteY2" fmla="*/ 44519 h 255065"/>
                <a:gd name="connsiteX3" fmla="*/ 483837 w 490556"/>
                <a:gd name="connsiteY3" fmla="*/ 219414 h 255065"/>
                <a:gd name="connsiteX4" fmla="*/ 452133 w 490556"/>
                <a:gd name="connsiteY4" fmla="*/ 251053 h 255065"/>
                <a:gd name="connsiteX5" fmla="*/ 25885 w 490556"/>
                <a:gd name="connsiteY5" fmla="*/ 54187 h 255065"/>
                <a:gd name="connsiteX6" fmla="*/ 1054 w 490556"/>
                <a:gd name="connsiteY6" fmla="*/ 3116 h 255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556" h="255065">
                  <a:moveTo>
                    <a:pt x="0" y="0"/>
                  </a:moveTo>
                  <a:lnTo>
                    <a:pt x="462198" y="0"/>
                  </a:lnTo>
                  <a:lnTo>
                    <a:pt x="482076" y="44519"/>
                  </a:lnTo>
                  <a:cubicBezTo>
                    <a:pt x="493525" y="102524"/>
                    <a:pt x="492644" y="161408"/>
                    <a:pt x="483837" y="219414"/>
                  </a:cubicBezTo>
                  <a:cubicBezTo>
                    <a:pt x="483837" y="236991"/>
                    <a:pt x="469747" y="247537"/>
                    <a:pt x="452133" y="251053"/>
                  </a:cubicBezTo>
                  <a:cubicBezTo>
                    <a:pt x="286566" y="275661"/>
                    <a:pt x="103385" y="184259"/>
                    <a:pt x="25885" y="54187"/>
                  </a:cubicBezTo>
                  <a:cubicBezTo>
                    <a:pt x="16638" y="38367"/>
                    <a:pt x="8382" y="21229"/>
                    <a:pt x="1054" y="31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91" name="Freeform: Shape 90">
              <a:extLst>
                <a:ext uri="{FF2B5EF4-FFF2-40B4-BE49-F238E27FC236}">
                  <a16:creationId xmlns:a16="http://schemas.microsoft.com/office/drawing/2014/main" id="{FC8AB1CF-D8B6-D0B3-0856-B8A0F688F696}"/>
                </a:ext>
              </a:extLst>
            </p:cNvPr>
            <p:cNvSpPr>
              <a:spLocks/>
            </p:cNvSpPr>
            <p:nvPr/>
          </p:nvSpPr>
          <p:spPr bwMode="auto">
            <a:xfrm>
              <a:off x="8498012" y="6604048"/>
              <a:ext cx="484591" cy="253953"/>
            </a:xfrm>
            <a:custGeom>
              <a:avLst/>
              <a:gdLst>
                <a:gd name="connsiteX0" fmla="*/ 301011 w 484591"/>
                <a:gd name="connsiteY0" fmla="*/ 1718 h 253953"/>
                <a:gd name="connsiteX1" fmla="*/ 456276 w 484591"/>
                <a:gd name="connsiteY1" fmla="*/ 21106 h 253953"/>
                <a:gd name="connsiteX2" fmla="*/ 480978 w 484591"/>
                <a:gd name="connsiteY2" fmla="*/ 52831 h 253953"/>
                <a:gd name="connsiteX3" fmla="*/ 476898 w 484591"/>
                <a:gd name="connsiteY3" fmla="*/ 176427 h 253953"/>
                <a:gd name="connsiteX4" fmla="*/ 447187 w 484591"/>
                <a:gd name="connsiteY4" fmla="*/ 253953 h 253953"/>
                <a:gd name="connsiteX5" fmla="*/ 0 w 484591"/>
                <a:gd name="connsiteY5" fmla="*/ 253953 h 253953"/>
                <a:gd name="connsiteX6" fmla="*/ 27208 w 484591"/>
                <a:gd name="connsiteY6" fmla="*/ 201722 h 253953"/>
                <a:gd name="connsiteX7" fmla="*/ 145745 w 484591"/>
                <a:gd name="connsiteY7" fmla="*/ 56356 h 253953"/>
                <a:gd name="connsiteX8" fmla="*/ 301011 w 484591"/>
                <a:gd name="connsiteY8" fmla="*/ 1718 h 253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4591" h="253953">
                  <a:moveTo>
                    <a:pt x="301011" y="1718"/>
                  </a:moveTo>
                  <a:cubicBezTo>
                    <a:pt x="352178" y="-3570"/>
                    <a:pt x="403345" y="3481"/>
                    <a:pt x="456276" y="21106"/>
                  </a:cubicBezTo>
                  <a:cubicBezTo>
                    <a:pt x="470391" y="28156"/>
                    <a:pt x="477449" y="38731"/>
                    <a:pt x="480978" y="52831"/>
                  </a:cubicBezTo>
                  <a:cubicBezTo>
                    <a:pt x="487153" y="96013"/>
                    <a:pt x="485168" y="137432"/>
                    <a:pt x="476898" y="176427"/>
                  </a:cubicBezTo>
                  <a:lnTo>
                    <a:pt x="447187" y="253953"/>
                  </a:lnTo>
                  <a:lnTo>
                    <a:pt x="0" y="253953"/>
                  </a:lnTo>
                  <a:lnTo>
                    <a:pt x="27208" y="201722"/>
                  </a:lnTo>
                  <a:cubicBezTo>
                    <a:pt x="63867" y="136165"/>
                    <a:pt x="102077" y="84116"/>
                    <a:pt x="145745" y="56356"/>
                  </a:cubicBezTo>
                  <a:cubicBezTo>
                    <a:pt x="198677" y="24631"/>
                    <a:pt x="249844" y="7005"/>
                    <a:pt x="301011" y="17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90" name="Freeform: Shape 89">
              <a:extLst>
                <a:ext uri="{FF2B5EF4-FFF2-40B4-BE49-F238E27FC236}">
                  <a16:creationId xmlns:a16="http://schemas.microsoft.com/office/drawing/2014/main" id="{8C7E4295-C5DF-7B8C-F623-092CCAACB838}"/>
                </a:ext>
              </a:extLst>
            </p:cNvPr>
            <p:cNvSpPr>
              <a:spLocks/>
            </p:cNvSpPr>
            <p:nvPr/>
          </p:nvSpPr>
          <p:spPr bwMode="auto">
            <a:xfrm>
              <a:off x="7278285" y="0"/>
              <a:ext cx="763729" cy="645716"/>
            </a:xfrm>
            <a:custGeom>
              <a:avLst/>
              <a:gdLst>
                <a:gd name="connsiteX0" fmla="*/ 0 w 763729"/>
                <a:gd name="connsiteY0" fmla="*/ 0 h 645716"/>
                <a:gd name="connsiteX1" fmla="*/ 185294 w 763729"/>
                <a:gd name="connsiteY1" fmla="*/ 0 h 645716"/>
                <a:gd name="connsiteX2" fmla="*/ 355055 w 763729"/>
                <a:gd name="connsiteY2" fmla="*/ 58725 h 645716"/>
                <a:gd name="connsiteX3" fmla="*/ 656721 w 763729"/>
                <a:gd name="connsiteY3" fmla="*/ 212533 h 645716"/>
                <a:gd name="connsiteX4" fmla="*/ 744799 w 763729"/>
                <a:gd name="connsiteY4" fmla="*/ 600357 h 645716"/>
                <a:gd name="connsiteX5" fmla="*/ 698998 w 763729"/>
                <a:gd name="connsiteY5" fmla="*/ 639140 h 645716"/>
                <a:gd name="connsiteX6" fmla="*/ 297364 w 763729"/>
                <a:gd name="connsiteY6" fmla="*/ 550998 h 645716"/>
                <a:gd name="connsiteX7" fmla="*/ 13974 w 763729"/>
                <a:gd name="connsiteY7" fmla="*/ 84451 h 645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3729" h="645716">
                  <a:moveTo>
                    <a:pt x="0" y="0"/>
                  </a:moveTo>
                  <a:lnTo>
                    <a:pt x="185294" y="0"/>
                  </a:lnTo>
                  <a:lnTo>
                    <a:pt x="355055" y="58725"/>
                  </a:lnTo>
                  <a:cubicBezTo>
                    <a:pt x="479685" y="103237"/>
                    <a:pt x="593305" y="150833"/>
                    <a:pt x="656721" y="212533"/>
                  </a:cubicBezTo>
                  <a:cubicBezTo>
                    <a:pt x="758891" y="307726"/>
                    <a:pt x="787076" y="469907"/>
                    <a:pt x="744799" y="600357"/>
                  </a:cubicBezTo>
                  <a:cubicBezTo>
                    <a:pt x="737753" y="621511"/>
                    <a:pt x="720137" y="635614"/>
                    <a:pt x="698998" y="639140"/>
                  </a:cubicBezTo>
                  <a:cubicBezTo>
                    <a:pt x="582736" y="656768"/>
                    <a:pt x="417150" y="642665"/>
                    <a:pt x="297364" y="550998"/>
                  </a:cubicBezTo>
                  <a:cubicBezTo>
                    <a:pt x="125612" y="418785"/>
                    <a:pt x="50967" y="248891"/>
                    <a:pt x="13974" y="844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68" name="Freeform 61">
              <a:extLst>
                <a:ext uri="{FF2B5EF4-FFF2-40B4-BE49-F238E27FC236}">
                  <a16:creationId xmlns:a16="http://schemas.microsoft.com/office/drawing/2014/main" id="{5D173788-730B-26E3-F522-0EF2C87C732C}"/>
                </a:ext>
              </a:extLst>
            </p:cNvPr>
            <p:cNvSpPr>
              <a:spLocks/>
            </p:cNvSpPr>
            <p:nvPr/>
          </p:nvSpPr>
          <p:spPr bwMode="auto">
            <a:xfrm>
              <a:off x="8521533" y="3875962"/>
              <a:ext cx="1166417" cy="588983"/>
            </a:xfrm>
            <a:custGeom>
              <a:avLst/>
              <a:gdLst>
                <a:gd name="T0" fmla="*/ 220 w 331"/>
                <a:gd name="T1" fmla="*/ 147 h 167"/>
                <a:gd name="T2" fmla="*/ 0 w 331"/>
                <a:gd name="T3" fmla="*/ 134 h 167"/>
                <a:gd name="T4" fmla="*/ 186 w 331"/>
                <a:gd name="T5" fmla="*/ 11 h 167"/>
                <a:gd name="T6" fmla="*/ 324 w 331"/>
                <a:gd name="T7" fmla="*/ 37 h 167"/>
                <a:gd name="T8" fmla="*/ 329 w 331"/>
                <a:gd name="T9" fmla="*/ 53 h 167"/>
                <a:gd name="T10" fmla="*/ 220 w 331"/>
                <a:gd name="T11" fmla="*/ 147 h 167"/>
              </a:gdLst>
              <a:ahLst/>
              <a:cxnLst>
                <a:cxn ang="0">
                  <a:pos x="T0" y="T1"/>
                </a:cxn>
                <a:cxn ang="0">
                  <a:pos x="T2" y="T3"/>
                </a:cxn>
                <a:cxn ang="0">
                  <a:pos x="T4" y="T5"/>
                </a:cxn>
                <a:cxn ang="0">
                  <a:pos x="T6" y="T7"/>
                </a:cxn>
                <a:cxn ang="0">
                  <a:pos x="T8" y="T9"/>
                </a:cxn>
                <a:cxn ang="0">
                  <a:pos x="T10" y="T11"/>
                </a:cxn>
              </a:cxnLst>
              <a:rect l="0" t="0" r="r" b="b"/>
              <a:pathLst>
                <a:path w="331" h="167">
                  <a:moveTo>
                    <a:pt x="220" y="147"/>
                  </a:moveTo>
                  <a:cubicBezTo>
                    <a:pt x="126" y="167"/>
                    <a:pt x="78" y="146"/>
                    <a:pt x="0" y="134"/>
                  </a:cubicBezTo>
                  <a:cubicBezTo>
                    <a:pt x="61" y="65"/>
                    <a:pt x="108" y="29"/>
                    <a:pt x="186" y="11"/>
                  </a:cubicBezTo>
                  <a:cubicBezTo>
                    <a:pt x="230" y="0"/>
                    <a:pt x="284" y="6"/>
                    <a:pt x="324" y="37"/>
                  </a:cubicBezTo>
                  <a:cubicBezTo>
                    <a:pt x="329" y="41"/>
                    <a:pt x="331" y="47"/>
                    <a:pt x="329" y="53"/>
                  </a:cubicBezTo>
                  <a:cubicBezTo>
                    <a:pt x="316" y="92"/>
                    <a:pt x="277" y="134"/>
                    <a:pt x="220" y="14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9" name="Freeform 62">
              <a:extLst>
                <a:ext uri="{FF2B5EF4-FFF2-40B4-BE49-F238E27FC236}">
                  <a16:creationId xmlns:a16="http://schemas.microsoft.com/office/drawing/2014/main" id="{2E91ED03-981B-F4C4-AC04-5F4B46CEE9A5}"/>
                </a:ext>
              </a:extLst>
            </p:cNvPr>
            <p:cNvSpPr>
              <a:spLocks/>
            </p:cNvSpPr>
            <p:nvPr/>
          </p:nvSpPr>
          <p:spPr bwMode="auto">
            <a:xfrm>
              <a:off x="9257761" y="2689335"/>
              <a:ext cx="1140432" cy="537014"/>
            </a:xfrm>
            <a:custGeom>
              <a:avLst/>
              <a:gdLst>
                <a:gd name="T0" fmla="*/ 183 w 324"/>
                <a:gd name="T1" fmla="*/ 147 h 153"/>
                <a:gd name="T2" fmla="*/ 0 w 324"/>
                <a:gd name="T3" fmla="*/ 22 h 153"/>
                <a:gd name="T4" fmla="*/ 204 w 324"/>
                <a:gd name="T5" fmla="*/ 6 h 153"/>
                <a:gd name="T6" fmla="*/ 319 w 324"/>
                <a:gd name="T7" fmla="*/ 77 h 153"/>
                <a:gd name="T8" fmla="*/ 318 w 324"/>
                <a:gd name="T9" fmla="*/ 99 h 153"/>
                <a:gd name="T10" fmla="*/ 183 w 324"/>
                <a:gd name="T11" fmla="*/ 147 h 153"/>
              </a:gdLst>
              <a:ahLst/>
              <a:cxnLst>
                <a:cxn ang="0">
                  <a:pos x="T0" y="T1"/>
                </a:cxn>
                <a:cxn ang="0">
                  <a:pos x="T2" y="T3"/>
                </a:cxn>
                <a:cxn ang="0">
                  <a:pos x="T4" y="T5"/>
                </a:cxn>
                <a:cxn ang="0">
                  <a:pos x="T6" y="T7"/>
                </a:cxn>
                <a:cxn ang="0">
                  <a:pos x="T8" y="T9"/>
                </a:cxn>
                <a:cxn ang="0">
                  <a:pos x="T10" y="T11"/>
                </a:cxn>
              </a:cxnLst>
              <a:rect l="0" t="0" r="r" b="b"/>
              <a:pathLst>
                <a:path w="324" h="153">
                  <a:moveTo>
                    <a:pt x="183" y="147"/>
                  </a:moveTo>
                  <a:cubicBezTo>
                    <a:pt x="129" y="141"/>
                    <a:pt x="45" y="83"/>
                    <a:pt x="0" y="22"/>
                  </a:cubicBezTo>
                  <a:cubicBezTo>
                    <a:pt x="85" y="14"/>
                    <a:pt x="140" y="0"/>
                    <a:pt x="204" y="6"/>
                  </a:cubicBezTo>
                  <a:cubicBezTo>
                    <a:pt x="256" y="12"/>
                    <a:pt x="293" y="39"/>
                    <a:pt x="319" y="77"/>
                  </a:cubicBezTo>
                  <a:cubicBezTo>
                    <a:pt x="324" y="84"/>
                    <a:pt x="323" y="93"/>
                    <a:pt x="318" y="99"/>
                  </a:cubicBezTo>
                  <a:cubicBezTo>
                    <a:pt x="291" y="130"/>
                    <a:pt x="237" y="153"/>
                    <a:pt x="183" y="14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0" name="Freeform 63">
              <a:extLst>
                <a:ext uri="{FF2B5EF4-FFF2-40B4-BE49-F238E27FC236}">
                  <a16:creationId xmlns:a16="http://schemas.microsoft.com/office/drawing/2014/main" id="{A8B0A40F-01EB-7132-7907-C38E509DC66E}"/>
                </a:ext>
              </a:extLst>
            </p:cNvPr>
            <p:cNvSpPr>
              <a:spLocks/>
            </p:cNvSpPr>
            <p:nvPr/>
          </p:nvSpPr>
          <p:spPr bwMode="auto">
            <a:xfrm>
              <a:off x="6558257" y="3174380"/>
              <a:ext cx="1362744" cy="528352"/>
            </a:xfrm>
            <a:custGeom>
              <a:avLst/>
              <a:gdLst>
                <a:gd name="T0" fmla="*/ 244 w 387"/>
                <a:gd name="T1" fmla="*/ 140 h 150"/>
                <a:gd name="T2" fmla="*/ 0 w 387"/>
                <a:gd name="T3" fmla="*/ 81 h 150"/>
                <a:gd name="T4" fmla="*/ 244 w 387"/>
                <a:gd name="T5" fmla="*/ 3 h 150"/>
                <a:gd name="T6" fmla="*/ 380 w 387"/>
                <a:gd name="T7" fmla="*/ 49 h 150"/>
                <a:gd name="T8" fmla="*/ 382 w 387"/>
                <a:gd name="T9" fmla="*/ 71 h 150"/>
                <a:gd name="T10" fmla="*/ 244 w 387"/>
                <a:gd name="T11" fmla="*/ 140 h 150"/>
              </a:gdLst>
              <a:ahLst/>
              <a:cxnLst>
                <a:cxn ang="0">
                  <a:pos x="T0" y="T1"/>
                </a:cxn>
                <a:cxn ang="0">
                  <a:pos x="T2" y="T3"/>
                </a:cxn>
                <a:cxn ang="0">
                  <a:pos x="T4" y="T5"/>
                </a:cxn>
                <a:cxn ang="0">
                  <a:pos x="T6" y="T7"/>
                </a:cxn>
                <a:cxn ang="0">
                  <a:pos x="T8" y="T9"/>
                </a:cxn>
                <a:cxn ang="0">
                  <a:pos x="T10" y="T11"/>
                </a:cxn>
              </a:cxnLst>
              <a:rect l="0" t="0" r="r" b="b"/>
              <a:pathLst>
                <a:path w="387" h="150">
                  <a:moveTo>
                    <a:pt x="244" y="140"/>
                  </a:moveTo>
                  <a:cubicBezTo>
                    <a:pt x="143" y="150"/>
                    <a:pt x="64" y="123"/>
                    <a:pt x="0" y="81"/>
                  </a:cubicBezTo>
                  <a:cubicBezTo>
                    <a:pt x="90" y="59"/>
                    <a:pt x="173" y="8"/>
                    <a:pt x="244" y="3"/>
                  </a:cubicBezTo>
                  <a:cubicBezTo>
                    <a:pt x="301" y="0"/>
                    <a:pt x="346" y="16"/>
                    <a:pt x="380" y="49"/>
                  </a:cubicBezTo>
                  <a:cubicBezTo>
                    <a:pt x="386" y="55"/>
                    <a:pt x="387" y="64"/>
                    <a:pt x="382" y="71"/>
                  </a:cubicBezTo>
                  <a:cubicBezTo>
                    <a:pt x="358" y="105"/>
                    <a:pt x="303" y="134"/>
                    <a:pt x="244" y="14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1" name="Freeform 64">
              <a:extLst>
                <a:ext uri="{FF2B5EF4-FFF2-40B4-BE49-F238E27FC236}">
                  <a16:creationId xmlns:a16="http://schemas.microsoft.com/office/drawing/2014/main" id="{8C8D3910-75DA-88C0-78C6-5234CA68A2D9}"/>
                </a:ext>
              </a:extLst>
            </p:cNvPr>
            <p:cNvSpPr>
              <a:spLocks/>
            </p:cNvSpPr>
            <p:nvPr/>
          </p:nvSpPr>
          <p:spPr bwMode="auto">
            <a:xfrm>
              <a:off x="10455937" y="1361237"/>
              <a:ext cx="958541" cy="1062479"/>
            </a:xfrm>
            <a:custGeom>
              <a:avLst/>
              <a:gdLst>
                <a:gd name="T0" fmla="*/ 63 w 272"/>
                <a:gd name="T1" fmla="*/ 231 h 302"/>
                <a:gd name="T2" fmla="*/ 5 w 272"/>
                <a:gd name="T3" fmla="*/ 0 h 302"/>
                <a:gd name="T4" fmla="*/ 212 w 272"/>
                <a:gd name="T5" fmla="*/ 122 h 302"/>
                <a:gd name="T6" fmla="*/ 262 w 272"/>
                <a:gd name="T7" fmla="*/ 285 h 302"/>
                <a:gd name="T8" fmla="*/ 242 w 272"/>
                <a:gd name="T9" fmla="*/ 302 h 302"/>
                <a:gd name="T10" fmla="*/ 63 w 272"/>
                <a:gd name="T11" fmla="*/ 231 h 302"/>
              </a:gdLst>
              <a:ahLst/>
              <a:cxnLst>
                <a:cxn ang="0">
                  <a:pos x="T0" y="T1"/>
                </a:cxn>
                <a:cxn ang="0">
                  <a:pos x="T2" y="T3"/>
                </a:cxn>
                <a:cxn ang="0">
                  <a:pos x="T4" y="T5"/>
                </a:cxn>
                <a:cxn ang="0">
                  <a:pos x="T6" y="T7"/>
                </a:cxn>
                <a:cxn ang="0">
                  <a:pos x="T8" y="T9"/>
                </a:cxn>
                <a:cxn ang="0">
                  <a:pos x="T10" y="T11"/>
                </a:cxn>
              </a:cxnLst>
              <a:rect l="0" t="0" r="r" b="b"/>
              <a:pathLst>
                <a:path w="272" h="302">
                  <a:moveTo>
                    <a:pt x="63" y="231"/>
                  </a:moveTo>
                  <a:cubicBezTo>
                    <a:pt x="14" y="176"/>
                    <a:pt x="0" y="101"/>
                    <a:pt x="5" y="0"/>
                  </a:cubicBezTo>
                  <a:cubicBezTo>
                    <a:pt x="79" y="68"/>
                    <a:pt x="155" y="66"/>
                    <a:pt x="212" y="122"/>
                  </a:cubicBezTo>
                  <a:cubicBezTo>
                    <a:pt x="251" y="160"/>
                    <a:pt x="272" y="224"/>
                    <a:pt x="262" y="285"/>
                  </a:cubicBezTo>
                  <a:cubicBezTo>
                    <a:pt x="260" y="294"/>
                    <a:pt x="252" y="302"/>
                    <a:pt x="242" y="302"/>
                  </a:cubicBezTo>
                  <a:cubicBezTo>
                    <a:pt x="179" y="302"/>
                    <a:pt x="113" y="288"/>
                    <a:pt x="63" y="23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2" name="Freeform 65">
              <a:extLst>
                <a:ext uri="{FF2B5EF4-FFF2-40B4-BE49-F238E27FC236}">
                  <a16:creationId xmlns:a16="http://schemas.microsoft.com/office/drawing/2014/main" id="{8F0ADBA5-BED2-B1DE-29C0-E235C4EF7BD3}"/>
                </a:ext>
              </a:extLst>
            </p:cNvPr>
            <p:cNvSpPr>
              <a:spLocks/>
            </p:cNvSpPr>
            <p:nvPr/>
          </p:nvSpPr>
          <p:spPr bwMode="auto">
            <a:xfrm>
              <a:off x="8290559" y="4886472"/>
              <a:ext cx="1065366" cy="742003"/>
            </a:xfrm>
            <a:custGeom>
              <a:avLst/>
              <a:gdLst>
                <a:gd name="T0" fmla="*/ 209 w 302"/>
                <a:gd name="T1" fmla="*/ 172 h 211"/>
                <a:gd name="T2" fmla="*/ 0 w 302"/>
                <a:gd name="T3" fmla="*/ 179 h 211"/>
                <a:gd name="T4" fmla="*/ 137 w 302"/>
                <a:gd name="T5" fmla="*/ 30 h 211"/>
                <a:gd name="T6" fmla="*/ 293 w 302"/>
                <a:gd name="T7" fmla="*/ 21 h 211"/>
                <a:gd name="T8" fmla="*/ 302 w 302"/>
                <a:gd name="T9" fmla="*/ 35 h 211"/>
                <a:gd name="T10" fmla="*/ 209 w 302"/>
                <a:gd name="T11" fmla="*/ 172 h 211"/>
              </a:gdLst>
              <a:ahLst/>
              <a:cxnLst>
                <a:cxn ang="0">
                  <a:pos x="T0" y="T1"/>
                </a:cxn>
                <a:cxn ang="0">
                  <a:pos x="T2" y="T3"/>
                </a:cxn>
                <a:cxn ang="0">
                  <a:pos x="T4" y="T5"/>
                </a:cxn>
                <a:cxn ang="0">
                  <a:pos x="T6" y="T7"/>
                </a:cxn>
                <a:cxn ang="0">
                  <a:pos x="T8" y="T9"/>
                </a:cxn>
                <a:cxn ang="0">
                  <a:pos x="T10" y="T11"/>
                </a:cxn>
              </a:cxnLst>
              <a:rect l="0" t="0" r="r" b="b"/>
              <a:pathLst>
                <a:path w="302" h="211">
                  <a:moveTo>
                    <a:pt x="209" y="172"/>
                  </a:moveTo>
                  <a:cubicBezTo>
                    <a:pt x="156" y="202"/>
                    <a:pt x="79" y="211"/>
                    <a:pt x="0" y="179"/>
                  </a:cubicBezTo>
                  <a:cubicBezTo>
                    <a:pt x="56" y="125"/>
                    <a:pt x="74" y="66"/>
                    <a:pt x="137" y="30"/>
                  </a:cubicBezTo>
                  <a:cubicBezTo>
                    <a:pt x="190" y="0"/>
                    <a:pt x="244" y="2"/>
                    <a:pt x="293" y="21"/>
                  </a:cubicBezTo>
                  <a:cubicBezTo>
                    <a:pt x="299" y="24"/>
                    <a:pt x="302" y="29"/>
                    <a:pt x="302" y="35"/>
                  </a:cubicBezTo>
                  <a:cubicBezTo>
                    <a:pt x="299" y="81"/>
                    <a:pt x="264" y="141"/>
                    <a:pt x="209" y="1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3" name="Freeform 66">
              <a:extLst>
                <a:ext uri="{FF2B5EF4-FFF2-40B4-BE49-F238E27FC236}">
                  <a16:creationId xmlns:a16="http://schemas.microsoft.com/office/drawing/2014/main" id="{923D81A2-8230-F303-D003-74DAB0C8E4D1}"/>
                </a:ext>
              </a:extLst>
            </p:cNvPr>
            <p:cNvSpPr>
              <a:spLocks/>
            </p:cNvSpPr>
            <p:nvPr/>
          </p:nvSpPr>
          <p:spPr bwMode="auto">
            <a:xfrm>
              <a:off x="10175881" y="4698806"/>
              <a:ext cx="886361" cy="747777"/>
            </a:xfrm>
            <a:custGeom>
              <a:avLst/>
              <a:gdLst>
                <a:gd name="T0" fmla="*/ 187 w 251"/>
                <a:gd name="T1" fmla="*/ 162 h 212"/>
                <a:gd name="T2" fmla="*/ 0 w 251"/>
                <a:gd name="T3" fmla="*/ 191 h 212"/>
                <a:gd name="T4" fmla="*/ 106 w 251"/>
                <a:gd name="T5" fmla="*/ 37 h 212"/>
                <a:gd name="T6" fmla="*/ 233 w 251"/>
                <a:gd name="T7" fmla="*/ 13 h 212"/>
                <a:gd name="T8" fmla="*/ 247 w 251"/>
                <a:gd name="T9" fmla="*/ 28 h 212"/>
                <a:gd name="T10" fmla="*/ 187 w 251"/>
                <a:gd name="T11" fmla="*/ 162 h 212"/>
              </a:gdLst>
              <a:ahLst/>
              <a:cxnLst>
                <a:cxn ang="0">
                  <a:pos x="T0" y="T1"/>
                </a:cxn>
                <a:cxn ang="0">
                  <a:pos x="T2" y="T3"/>
                </a:cxn>
                <a:cxn ang="0">
                  <a:pos x="T4" y="T5"/>
                </a:cxn>
                <a:cxn ang="0">
                  <a:pos x="T6" y="T7"/>
                </a:cxn>
                <a:cxn ang="0">
                  <a:pos x="T8" y="T9"/>
                </a:cxn>
                <a:cxn ang="0">
                  <a:pos x="T10" y="T11"/>
                </a:cxn>
              </a:cxnLst>
              <a:rect l="0" t="0" r="r" b="b"/>
              <a:pathLst>
                <a:path w="251" h="212">
                  <a:moveTo>
                    <a:pt x="187" y="162"/>
                  </a:moveTo>
                  <a:cubicBezTo>
                    <a:pt x="144" y="196"/>
                    <a:pt x="76" y="212"/>
                    <a:pt x="0" y="191"/>
                  </a:cubicBezTo>
                  <a:cubicBezTo>
                    <a:pt x="43" y="132"/>
                    <a:pt x="67" y="67"/>
                    <a:pt x="106" y="37"/>
                  </a:cubicBezTo>
                  <a:cubicBezTo>
                    <a:pt x="148" y="4"/>
                    <a:pt x="187" y="0"/>
                    <a:pt x="233" y="13"/>
                  </a:cubicBezTo>
                  <a:cubicBezTo>
                    <a:pt x="240" y="15"/>
                    <a:pt x="246" y="21"/>
                    <a:pt x="247" y="28"/>
                  </a:cubicBezTo>
                  <a:cubicBezTo>
                    <a:pt x="251" y="71"/>
                    <a:pt x="230" y="128"/>
                    <a:pt x="187" y="16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4" name="Freeform 67">
              <a:extLst>
                <a:ext uri="{FF2B5EF4-FFF2-40B4-BE49-F238E27FC236}">
                  <a16:creationId xmlns:a16="http://schemas.microsoft.com/office/drawing/2014/main" id="{03560F7C-2E3E-39B9-094A-DFAE8E18BEAB}"/>
                </a:ext>
              </a:extLst>
            </p:cNvPr>
            <p:cNvSpPr>
              <a:spLocks/>
            </p:cNvSpPr>
            <p:nvPr/>
          </p:nvSpPr>
          <p:spPr bwMode="auto">
            <a:xfrm>
              <a:off x="9194243" y="4210874"/>
              <a:ext cx="1345421" cy="695808"/>
            </a:xfrm>
            <a:custGeom>
              <a:avLst/>
              <a:gdLst>
                <a:gd name="T0" fmla="*/ 278 w 382"/>
                <a:gd name="T1" fmla="*/ 174 h 198"/>
                <a:gd name="T2" fmla="*/ 0 w 382"/>
                <a:gd name="T3" fmla="*/ 141 h 198"/>
                <a:gd name="T4" fmla="*/ 218 w 382"/>
                <a:gd name="T5" fmla="*/ 16 h 198"/>
                <a:gd name="T6" fmla="*/ 373 w 382"/>
                <a:gd name="T7" fmla="*/ 29 h 198"/>
                <a:gd name="T8" fmla="*/ 382 w 382"/>
                <a:gd name="T9" fmla="*/ 45 h 198"/>
                <a:gd name="T10" fmla="*/ 278 w 382"/>
                <a:gd name="T11" fmla="*/ 174 h 198"/>
              </a:gdLst>
              <a:ahLst/>
              <a:cxnLst>
                <a:cxn ang="0">
                  <a:pos x="T0" y="T1"/>
                </a:cxn>
                <a:cxn ang="0">
                  <a:pos x="T2" y="T3"/>
                </a:cxn>
                <a:cxn ang="0">
                  <a:pos x="T4" y="T5"/>
                </a:cxn>
                <a:cxn ang="0">
                  <a:pos x="T6" y="T7"/>
                </a:cxn>
                <a:cxn ang="0">
                  <a:pos x="T8" y="T9"/>
                </a:cxn>
                <a:cxn ang="0">
                  <a:pos x="T10" y="T11"/>
                </a:cxn>
              </a:cxnLst>
              <a:rect l="0" t="0" r="r" b="b"/>
              <a:pathLst>
                <a:path w="382" h="198">
                  <a:moveTo>
                    <a:pt x="278" y="174"/>
                  </a:moveTo>
                  <a:cubicBezTo>
                    <a:pt x="223" y="198"/>
                    <a:pt x="75" y="185"/>
                    <a:pt x="0" y="141"/>
                  </a:cubicBezTo>
                  <a:cubicBezTo>
                    <a:pt x="84" y="96"/>
                    <a:pt x="122" y="45"/>
                    <a:pt x="218" y="16"/>
                  </a:cubicBezTo>
                  <a:cubicBezTo>
                    <a:pt x="270" y="0"/>
                    <a:pt x="325" y="2"/>
                    <a:pt x="373" y="29"/>
                  </a:cubicBezTo>
                  <a:cubicBezTo>
                    <a:pt x="379" y="33"/>
                    <a:pt x="382" y="39"/>
                    <a:pt x="382" y="45"/>
                  </a:cubicBezTo>
                  <a:cubicBezTo>
                    <a:pt x="375" y="93"/>
                    <a:pt x="335" y="150"/>
                    <a:pt x="278" y="1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8" name="Freeform: Shape 107">
              <a:extLst>
                <a:ext uri="{FF2B5EF4-FFF2-40B4-BE49-F238E27FC236}">
                  <a16:creationId xmlns:a16="http://schemas.microsoft.com/office/drawing/2014/main" id="{3702B85C-E98E-D7B5-7745-48B1EF00DF53}"/>
                </a:ext>
              </a:extLst>
            </p:cNvPr>
            <p:cNvSpPr>
              <a:spLocks/>
            </p:cNvSpPr>
            <p:nvPr/>
          </p:nvSpPr>
          <p:spPr bwMode="auto">
            <a:xfrm>
              <a:off x="11826605" y="5322345"/>
              <a:ext cx="365395" cy="1437900"/>
            </a:xfrm>
            <a:custGeom>
              <a:avLst/>
              <a:gdLst>
                <a:gd name="connsiteX0" fmla="*/ 364532 w 365395"/>
                <a:gd name="connsiteY0" fmla="*/ 37 h 1437900"/>
                <a:gd name="connsiteX1" fmla="*/ 365395 w 365395"/>
                <a:gd name="connsiteY1" fmla="*/ 347 h 1437900"/>
                <a:gd name="connsiteX2" fmla="*/ 365395 w 365395"/>
                <a:gd name="connsiteY2" fmla="*/ 1221898 h 1437900"/>
                <a:gd name="connsiteX3" fmla="*/ 313152 w 365395"/>
                <a:gd name="connsiteY3" fmla="*/ 1283144 h 1437900"/>
                <a:gd name="connsiteX4" fmla="*/ 125679 w 365395"/>
                <a:gd name="connsiteY4" fmla="*/ 1437900 h 1437900"/>
                <a:gd name="connsiteX5" fmla="*/ 9122 w 365395"/>
                <a:gd name="connsiteY5" fmla="*/ 606959 h 1437900"/>
                <a:gd name="connsiteX6" fmla="*/ 334068 w 365395"/>
                <a:gd name="connsiteY6" fmla="*/ 11920 h 1437900"/>
                <a:gd name="connsiteX7" fmla="*/ 364532 w 365395"/>
                <a:gd name="connsiteY7" fmla="*/ 37 h 1437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5395" h="1437900">
                  <a:moveTo>
                    <a:pt x="364532" y="37"/>
                  </a:moveTo>
                  <a:lnTo>
                    <a:pt x="365395" y="347"/>
                  </a:lnTo>
                  <a:lnTo>
                    <a:pt x="365395" y="1221898"/>
                  </a:lnTo>
                  <a:lnTo>
                    <a:pt x="313152" y="1283144"/>
                  </a:lnTo>
                  <a:cubicBezTo>
                    <a:pt x="257247" y="1341955"/>
                    <a:pt x="194554" y="1394769"/>
                    <a:pt x="125679" y="1437900"/>
                  </a:cubicBezTo>
                  <a:cubicBezTo>
                    <a:pt x="104487" y="1117495"/>
                    <a:pt x="-36794" y="895676"/>
                    <a:pt x="9122" y="606959"/>
                  </a:cubicBezTo>
                  <a:cubicBezTo>
                    <a:pt x="44442" y="364014"/>
                    <a:pt x="178659" y="124590"/>
                    <a:pt x="334068" y="11920"/>
                  </a:cubicBezTo>
                  <a:cubicBezTo>
                    <a:pt x="342898" y="3118"/>
                    <a:pt x="353494" y="-403"/>
                    <a:pt x="364532"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76" name="Freeform 69">
              <a:extLst>
                <a:ext uri="{FF2B5EF4-FFF2-40B4-BE49-F238E27FC236}">
                  <a16:creationId xmlns:a16="http://schemas.microsoft.com/office/drawing/2014/main" id="{E7C4E7AA-FD08-BAF3-E06D-CB79D58EAD95}"/>
                </a:ext>
              </a:extLst>
            </p:cNvPr>
            <p:cNvSpPr>
              <a:spLocks/>
            </p:cNvSpPr>
            <p:nvPr/>
          </p:nvSpPr>
          <p:spPr bwMode="auto">
            <a:xfrm>
              <a:off x="9609996" y="3330287"/>
              <a:ext cx="1316550" cy="727567"/>
            </a:xfrm>
            <a:custGeom>
              <a:avLst/>
              <a:gdLst>
                <a:gd name="T0" fmla="*/ 219 w 374"/>
                <a:gd name="T1" fmla="*/ 198 h 207"/>
                <a:gd name="T2" fmla="*/ 0 w 374"/>
                <a:gd name="T3" fmla="*/ 109 h 207"/>
                <a:gd name="T4" fmla="*/ 202 w 374"/>
                <a:gd name="T5" fmla="*/ 8 h 207"/>
                <a:gd name="T6" fmla="*/ 366 w 374"/>
                <a:gd name="T7" fmla="*/ 70 h 207"/>
                <a:gd name="T8" fmla="*/ 370 w 374"/>
                <a:gd name="T9" fmla="*/ 92 h 207"/>
                <a:gd name="T10" fmla="*/ 219 w 374"/>
                <a:gd name="T11" fmla="*/ 198 h 207"/>
              </a:gdLst>
              <a:ahLst/>
              <a:cxnLst>
                <a:cxn ang="0">
                  <a:pos x="T0" y="T1"/>
                </a:cxn>
                <a:cxn ang="0">
                  <a:pos x="T2" y="T3"/>
                </a:cxn>
                <a:cxn ang="0">
                  <a:pos x="T4" y="T5"/>
                </a:cxn>
                <a:cxn ang="0">
                  <a:pos x="T6" y="T7"/>
                </a:cxn>
                <a:cxn ang="0">
                  <a:pos x="T8" y="T9"/>
                </a:cxn>
                <a:cxn ang="0">
                  <a:pos x="T10" y="T11"/>
                </a:cxn>
              </a:cxnLst>
              <a:rect l="0" t="0" r="r" b="b"/>
              <a:pathLst>
                <a:path w="374" h="207">
                  <a:moveTo>
                    <a:pt x="219" y="198"/>
                  </a:moveTo>
                  <a:cubicBezTo>
                    <a:pt x="151" y="207"/>
                    <a:pt x="68" y="180"/>
                    <a:pt x="0" y="109"/>
                  </a:cubicBezTo>
                  <a:cubicBezTo>
                    <a:pt x="73" y="71"/>
                    <a:pt x="122" y="18"/>
                    <a:pt x="202" y="8"/>
                  </a:cubicBezTo>
                  <a:cubicBezTo>
                    <a:pt x="268" y="0"/>
                    <a:pt x="330" y="31"/>
                    <a:pt x="366" y="70"/>
                  </a:cubicBezTo>
                  <a:cubicBezTo>
                    <a:pt x="372" y="76"/>
                    <a:pt x="374" y="84"/>
                    <a:pt x="370" y="92"/>
                  </a:cubicBezTo>
                  <a:cubicBezTo>
                    <a:pt x="348" y="141"/>
                    <a:pt x="288" y="190"/>
                    <a:pt x="219" y="19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7" name="Freeform 70">
              <a:extLst>
                <a:ext uri="{FF2B5EF4-FFF2-40B4-BE49-F238E27FC236}">
                  <a16:creationId xmlns:a16="http://schemas.microsoft.com/office/drawing/2014/main" id="{15FE4254-2B79-B418-D85D-A8DD47343ED6}"/>
                </a:ext>
              </a:extLst>
            </p:cNvPr>
            <p:cNvSpPr>
              <a:spLocks/>
            </p:cNvSpPr>
            <p:nvPr/>
          </p:nvSpPr>
          <p:spPr bwMode="auto">
            <a:xfrm>
              <a:off x="8535969" y="5746848"/>
              <a:ext cx="978751" cy="739116"/>
            </a:xfrm>
            <a:custGeom>
              <a:avLst/>
              <a:gdLst>
                <a:gd name="T0" fmla="*/ 205 w 278"/>
                <a:gd name="T1" fmla="*/ 160 h 210"/>
                <a:gd name="T2" fmla="*/ 0 w 278"/>
                <a:gd name="T3" fmla="*/ 174 h 210"/>
                <a:gd name="T4" fmla="*/ 129 w 278"/>
                <a:gd name="T5" fmla="*/ 35 h 210"/>
                <a:gd name="T6" fmla="*/ 263 w 278"/>
                <a:gd name="T7" fmla="*/ 20 h 210"/>
                <a:gd name="T8" fmla="*/ 274 w 278"/>
                <a:gd name="T9" fmla="*/ 35 h 210"/>
                <a:gd name="T10" fmla="*/ 205 w 278"/>
                <a:gd name="T11" fmla="*/ 160 h 210"/>
              </a:gdLst>
              <a:ahLst/>
              <a:cxnLst>
                <a:cxn ang="0">
                  <a:pos x="T0" y="T1"/>
                </a:cxn>
                <a:cxn ang="0">
                  <a:pos x="T2" y="T3"/>
                </a:cxn>
                <a:cxn ang="0">
                  <a:pos x="T4" y="T5"/>
                </a:cxn>
                <a:cxn ang="0">
                  <a:pos x="T6" y="T7"/>
                </a:cxn>
                <a:cxn ang="0">
                  <a:pos x="T8" y="T9"/>
                </a:cxn>
                <a:cxn ang="0">
                  <a:pos x="T10" y="T11"/>
                </a:cxn>
              </a:cxnLst>
              <a:rect l="0" t="0" r="r" b="b"/>
              <a:pathLst>
                <a:path w="278" h="210">
                  <a:moveTo>
                    <a:pt x="205" y="160"/>
                  </a:moveTo>
                  <a:cubicBezTo>
                    <a:pt x="162" y="189"/>
                    <a:pt x="85" y="210"/>
                    <a:pt x="0" y="174"/>
                  </a:cubicBezTo>
                  <a:cubicBezTo>
                    <a:pt x="56" y="119"/>
                    <a:pt x="77" y="69"/>
                    <a:pt x="129" y="35"/>
                  </a:cubicBezTo>
                  <a:cubicBezTo>
                    <a:pt x="171" y="7"/>
                    <a:pt x="225" y="0"/>
                    <a:pt x="263" y="20"/>
                  </a:cubicBezTo>
                  <a:cubicBezTo>
                    <a:pt x="269" y="23"/>
                    <a:pt x="273" y="28"/>
                    <a:pt x="274" y="35"/>
                  </a:cubicBezTo>
                  <a:cubicBezTo>
                    <a:pt x="278" y="81"/>
                    <a:pt x="250" y="130"/>
                    <a:pt x="205" y="16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8" name="Freeform 71">
              <a:extLst>
                <a:ext uri="{FF2B5EF4-FFF2-40B4-BE49-F238E27FC236}">
                  <a16:creationId xmlns:a16="http://schemas.microsoft.com/office/drawing/2014/main" id="{899C20AA-4E43-4A8C-F988-1E1ED238FE01}"/>
                </a:ext>
              </a:extLst>
            </p:cNvPr>
            <p:cNvSpPr>
              <a:spLocks/>
            </p:cNvSpPr>
            <p:nvPr/>
          </p:nvSpPr>
          <p:spPr bwMode="auto">
            <a:xfrm>
              <a:off x="7548556" y="881967"/>
              <a:ext cx="845941" cy="482157"/>
            </a:xfrm>
            <a:custGeom>
              <a:avLst/>
              <a:gdLst>
                <a:gd name="T0" fmla="*/ 151 w 240"/>
                <a:gd name="T1" fmla="*/ 14 h 137"/>
                <a:gd name="T2" fmla="*/ 0 w 240"/>
                <a:gd name="T3" fmla="*/ 24 h 137"/>
                <a:gd name="T4" fmla="*/ 118 w 240"/>
                <a:gd name="T5" fmla="*/ 121 h 137"/>
                <a:gd name="T6" fmla="*/ 229 w 240"/>
                <a:gd name="T7" fmla="*/ 106 h 137"/>
                <a:gd name="T8" fmla="*/ 236 w 240"/>
                <a:gd name="T9" fmla="*/ 84 h 137"/>
                <a:gd name="T10" fmla="*/ 151 w 240"/>
                <a:gd name="T11" fmla="*/ 14 h 137"/>
              </a:gdLst>
              <a:ahLst/>
              <a:cxnLst>
                <a:cxn ang="0">
                  <a:pos x="T0" y="T1"/>
                </a:cxn>
                <a:cxn ang="0">
                  <a:pos x="T2" y="T3"/>
                </a:cxn>
                <a:cxn ang="0">
                  <a:pos x="T4" y="T5"/>
                </a:cxn>
                <a:cxn ang="0">
                  <a:pos x="T6" y="T7"/>
                </a:cxn>
                <a:cxn ang="0">
                  <a:pos x="T8" y="T9"/>
                </a:cxn>
                <a:cxn ang="0">
                  <a:pos x="T10" y="T11"/>
                </a:cxn>
              </a:cxnLst>
              <a:rect l="0" t="0" r="r" b="b"/>
              <a:pathLst>
                <a:path w="240" h="137">
                  <a:moveTo>
                    <a:pt x="151" y="14"/>
                  </a:moveTo>
                  <a:cubicBezTo>
                    <a:pt x="110" y="0"/>
                    <a:pt x="55" y="1"/>
                    <a:pt x="0" y="24"/>
                  </a:cubicBezTo>
                  <a:cubicBezTo>
                    <a:pt x="28" y="62"/>
                    <a:pt x="74" y="105"/>
                    <a:pt x="118" y="121"/>
                  </a:cubicBezTo>
                  <a:cubicBezTo>
                    <a:pt x="160" y="137"/>
                    <a:pt x="198" y="124"/>
                    <a:pt x="229" y="106"/>
                  </a:cubicBezTo>
                  <a:cubicBezTo>
                    <a:pt x="237" y="101"/>
                    <a:pt x="240" y="92"/>
                    <a:pt x="236" y="84"/>
                  </a:cubicBezTo>
                  <a:cubicBezTo>
                    <a:pt x="221" y="57"/>
                    <a:pt x="188" y="28"/>
                    <a:pt x="151" y="1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5" name="Dynamic legal" descr="{&quot;templafy&quot;:{&quot;id&quot;:&quot;9bd9a0b1-a2aa-4a39-8565-01cf0174656f&quot;}}">
            <a:extLst>
              <a:ext uri="{FF2B5EF4-FFF2-40B4-BE49-F238E27FC236}">
                <a16:creationId xmlns:a16="http://schemas.microsoft.com/office/drawing/2014/main" id="{4E6F3055-D03B-FCF0-B2FB-D2332CA98A7C}"/>
              </a:ext>
            </a:extLst>
          </p:cNvPr>
          <p:cNvSpPr txBox="1"/>
          <p:nvPr userDrawn="1"/>
        </p:nvSpPr>
        <p:spPr>
          <a:xfrm>
            <a:off x="-1588" y="6678000"/>
            <a:ext cx="12193588" cy="180000"/>
          </a:xfrm>
          <a:prstGeom prst="rect">
            <a:avLst/>
          </a:prstGeom>
          <a:solidFill>
            <a:srgbClr val="110081"/>
          </a:solidFill>
          <a:ln>
            <a:noFill/>
          </a:ln>
        </p:spPr>
        <p:txBody>
          <a:bodyPr wrap="square" lIns="0" tIns="0" rIns="0" bIns="0" anchor="ctr" anchorCtr="0">
            <a:noAutofit/>
          </a:bodyPr>
          <a:lstStyle/>
          <a:p>
            <a:pPr algn="ctr"/>
            <a:r>
              <a:rPr lang="en-US" sz="1000" dirty="0">
                <a:solidFill>
                  <a:srgbClr val="FFFFFF"/>
                </a:solidFill>
                <a:latin typeface="Arial Narrow" panose="020B0606020202030204" pitchFamily="34" charset="0"/>
              </a:rPr>
              <a:t>Confidential, unpublished property of Cigna Healthcare. Do not duplicate or distribute. Use and distribution limited solely to authorized personnel. © 2023 Cigna Healthcare</a:t>
            </a:r>
          </a:p>
        </p:txBody>
      </p:sp>
      <p:sp>
        <p:nvSpPr>
          <p:cNvPr id="20" name="Dynmic Internal use only" descr="{&quot;templafy&quot;:{&quot;id&quot;:&quot;fc674c1e-06d6-47de-ae6a-95fc66bfec36&quot;}}" hidden="1" title="Form.Cigna_Confidentiality.Cigna_healthcareConfidentiality">
            <a:extLst>
              <a:ext uri="{FF2B5EF4-FFF2-40B4-BE49-F238E27FC236}">
                <a16:creationId xmlns:a16="http://schemas.microsoft.com/office/drawing/2014/main" id="{15DBACD7-E492-5845-35EF-5BDAB4558120}"/>
              </a:ext>
            </a:extLst>
          </p:cNvPr>
          <p:cNvSpPr/>
          <p:nvPr userDrawn="1"/>
        </p:nvSpPr>
        <p:spPr>
          <a:xfrm>
            <a:off x="10859153" y="6678000"/>
            <a:ext cx="973257"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r"/>
            <a:endParaRPr lang="en-US" sz="1000" kern="1200" noProof="0" dirty="0">
              <a:solidFill>
                <a:srgbClr val="FFFFFF"/>
              </a:solidFill>
              <a:latin typeface="Arial Narrow" panose="020B0606020202030204" pitchFamily="34" charset="0"/>
              <a:ea typeface="+mn-ea"/>
              <a:cs typeface="+mn-cs"/>
            </a:endParaRPr>
          </a:p>
        </p:txBody>
      </p:sp>
      <p:pic>
        <p:nvPicPr>
          <p:cNvPr id="3" name="Logo">
            <a:extLst>
              <a:ext uri="{FF2B5EF4-FFF2-40B4-BE49-F238E27FC236}">
                <a16:creationId xmlns:a16="http://schemas.microsoft.com/office/drawing/2014/main" id="{CAE4657E-921F-C9EA-1197-A53CCFB295CE}"/>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358775" y="5738400"/>
            <a:ext cx="1396799" cy="758676"/>
          </a:xfrm>
          <a:prstGeom prst="rect">
            <a:avLst/>
          </a:prstGeom>
        </p:spPr>
      </p:pic>
      <p:sp>
        <p:nvSpPr>
          <p:cNvPr id="2" name="Title 1"/>
          <p:cNvSpPr>
            <a:spLocks noGrp="1"/>
          </p:cNvSpPr>
          <p:nvPr>
            <p:ph type="ctrTitle" hasCustomPrompt="1"/>
          </p:nvPr>
        </p:nvSpPr>
        <p:spPr bwMode="white">
          <a:xfrm>
            <a:off x="359997" y="1360800"/>
            <a:ext cx="5826491" cy="3553199"/>
          </a:xfrm>
          <a:noFill/>
        </p:spPr>
        <p:txBody>
          <a:bodyPr anchor="ctr" anchorCtr="0"/>
          <a:lstStyle>
            <a:lvl1pPr algn="l">
              <a:lnSpc>
                <a:spcPct val="83000"/>
              </a:lnSpc>
              <a:defRPr sz="5400">
                <a:solidFill>
                  <a:schemeClr val="tx1"/>
                </a:solidFill>
              </a:defRPr>
            </a:lvl1pPr>
          </a:lstStyle>
          <a:p>
            <a:r>
              <a:rPr lang="en-US" dirty="0"/>
              <a:t>Click to add title</a:t>
            </a:r>
            <a:endParaRPr lang="en-US"/>
          </a:p>
        </p:txBody>
      </p:sp>
      <p:sp>
        <p:nvSpPr>
          <p:cNvPr id="38" name="Subtitle 2">
            <a:extLst>
              <a:ext uri="{FF2B5EF4-FFF2-40B4-BE49-F238E27FC236}">
                <a16:creationId xmlns:a16="http://schemas.microsoft.com/office/drawing/2014/main" id="{B1E23670-1026-DDCB-959A-932A6F3645D2}"/>
              </a:ext>
            </a:extLst>
          </p:cNvPr>
          <p:cNvSpPr>
            <a:spLocks noGrp="1"/>
          </p:cNvSpPr>
          <p:nvPr>
            <p:ph type="subTitle" idx="1" hasCustomPrompt="1"/>
          </p:nvPr>
        </p:nvSpPr>
        <p:spPr>
          <a:xfrm>
            <a:off x="359998" y="4914000"/>
            <a:ext cx="5826491" cy="320400"/>
          </a:xfrm>
        </p:spPr>
        <p:txBody>
          <a:bodyPr anchor="b" anchorCtr="0"/>
          <a:lstStyle>
            <a:lvl1pPr marL="0" indent="0" algn="l">
              <a:lnSpc>
                <a:spcPct val="100000"/>
              </a:lnSpc>
              <a:spcBef>
                <a:spcPts val="0"/>
              </a:spcBef>
              <a:spcAft>
                <a:spcPts val="0"/>
              </a:spcAft>
              <a:buFont typeface="Arial" panose="020B0604020202020204" pitchFamily="34" charset="0"/>
              <a:buChar char="​"/>
              <a:defRPr sz="2000" b="0">
                <a:solidFill>
                  <a:schemeClr val="tx1"/>
                </a:solidFill>
                <a:latin typeface="+mn-lt"/>
              </a:defRPr>
            </a:lvl1pPr>
            <a:lvl2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2pPr>
            <a:lvl3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3pPr>
            <a:lvl4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4pPr>
            <a:lvl5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5pPr>
            <a:lvl6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6pPr>
            <a:lvl7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7pPr>
            <a:lvl8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8pPr>
            <a:lvl9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9pPr>
          </a:lstStyle>
          <a:p>
            <a:r>
              <a:rPr lang="en-US" dirty="0"/>
              <a:t>Click to add subtitle</a:t>
            </a:r>
            <a:endParaRPr lang="en-US"/>
          </a:p>
        </p:txBody>
      </p:sp>
      <p:sp>
        <p:nvSpPr>
          <p:cNvPr id="9" name="Slide Number Placeholder 9">
            <a:extLst>
              <a:ext uri="{FF2B5EF4-FFF2-40B4-BE49-F238E27FC236}">
                <a16:creationId xmlns:a16="http://schemas.microsoft.com/office/drawing/2014/main" id="{AD9BD32B-968C-E244-F68C-4B7CB432FB4C}"/>
              </a:ext>
            </a:extLst>
          </p:cNvPr>
          <p:cNvSpPr>
            <a:spLocks noGrp="1"/>
          </p:cNvSpPr>
          <p:nvPr>
            <p:ph type="sldNum" sz="quarter" idx="21"/>
          </p:nvPr>
        </p:nvSpPr>
        <p:spPr>
          <a:xfrm>
            <a:off x="11473199" y="6318000"/>
            <a:ext cx="359212" cy="180000"/>
          </a:xfrm>
        </p:spPr>
        <p:txBody>
          <a:bodyPr/>
          <a:lstStyle>
            <a:lvl1pPr>
              <a:defRPr>
                <a:solidFill>
                  <a:schemeClr val="tx1"/>
                </a:solidFill>
              </a:defRPr>
            </a:lvl1pPr>
          </a:lstStyle>
          <a:p>
            <a:fld id="{23AA811B-2EBD-4900-905E-5BE206449611}" type="slidenum">
              <a:rPr lang="en-US" smtClean="0"/>
              <a:pPr/>
              <a:t>‹#›</a:t>
            </a:fld>
            <a:endParaRPr lang="en-US" dirty="0"/>
          </a:p>
        </p:txBody>
      </p:sp>
    </p:spTree>
    <p:extLst>
      <p:ext uri="{BB962C8B-B14F-4D97-AF65-F5344CB8AC3E}">
        <p14:creationId xmlns:p14="http://schemas.microsoft.com/office/powerpoint/2010/main" val="131026778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 Cover color background">
    <p:bg bwMode="ltGray">
      <p:bgRef idx="1001">
        <a:schemeClr val="bg1"/>
      </p:bgRef>
    </p:bg>
    <p:spTree>
      <p:nvGrpSpPr>
        <p:cNvPr id="1" name=""/>
        <p:cNvGrpSpPr/>
        <p:nvPr/>
      </p:nvGrpSpPr>
      <p:grpSpPr>
        <a:xfrm>
          <a:off x="0" y="0"/>
          <a:ext cx="0" cy="0"/>
          <a:chOff x="0" y="0"/>
          <a:chExt cx="0" cy="0"/>
        </a:xfrm>
      </p:grpSpPr>
      <p:sp>
        <p:nvSpPr>
          <p:cNvPr id="6" name="Background">
            <a:extLst>
              <a:ext uri="{FF2B5EF4-FFF2-40B4-BE49-F238E27FC236}">
                <a16:creationId xmlns:a16="http://schemas.microsoft.com/office/drawing/2014/main" id="{29E6FAF1-D120-4172-AE29-B3271FE51748}"/>
              </a:ext>
            </a:extLst>
          </p:cNvPr>
          <p:cNvSpPr/>
          <p:nvPr userDrawn="1"/>
        </p:nvSpPr>
        <p:spPr>
          <a:xfrm>
            <a:off x="0" y="0"/>
            <a:ext cx="12193200" cy="6858000"/>
          </a:xfrm>
          <a:prstGeom prst="rect">
            <a:avLst/>
          </a:prstGeom>
          <a:solidFill>
            <a:srgbClr val="00874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dirty="0" err="1">
              <a:solidFill>
                <a:schemeClr val="tx1"/>
              </a:solidFill>
            </a:endParaRPr>
          </a:p>
        </p:txBody>
      </p:sp>
      <p:pic>
        <p:nvPicPr>
          <p:cNvPr id="5" name="Graphic 4">
            <a:extLst>
              <a:ext uri="{FF2B5EF4-FFF2-40B4-BE49-F238E27FC236}">
                <a16:creationId xmlns:a16="http://schemas.microsoft.com/office/drawing/2014/main" id="{63568536-CF09-24B7-65B3-FE5E7F6CA75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547412" y="-2047"/>
            <a:ext cx="2658035" cy="6856714"/>
          </a:xfrm>
          <a:prstGeom prst="rect">
            <a:avLst/>
          </a:prstGeom>
        </p:spPr>
      </p:pic>
      <p:sp>
        <p:nvSpPr>
          <p:cNvPr id="23" name="Graphic 18">
            <a:extLst>
              <a:ext uri="{FF2B5EF4-FFF2-40B4-BE49-F238E27FC236}">
                <a16:creationId xmlns:a16="http://schemas.microsoft.com/office/drawing/2014/main" id="{979F411F-DDC3-410A-39FF-E348CF087575}"/>
              </a:ext>
            </a:extLst>
          </p:cNvPr>
          <p:cNvSpPr/>
          <p:nvPr userDrawn="1"/>
        </p:nvSpPr>
        <p:spPr>
          <a:xfrm>
            <a:off x="401116" y="1625541"/>
            <a:ext cx="1013520" cy="700818"/>
          </a:xfrm>
          <a:custGeom>
            <a:avLst/>
            <a:gdLst>
              <a:gd name="connsiteX0" fmla="*/ 5869858 w 6694659"/>
              <a:gd name="connsiteY0" fmla="*/ 2392532 h 4629150"/>
              <a:gd name="connsiteX1" fmla="*/ 6694437 w 6694659"/>
              <a:gd name="connsiteY1" fmla="*/ -53 h 4629150"/>
              <a:gd name="connsiteX2" fmla="*/ 3484512 w 6694659"/>
              <a:gd name="connsiteY2" fmla="*/ 181684 h 4629150"/>
              <a:gd name="connsiteX3" fmla="*/ 3484512 w 6694659"/>
              <a:gd name="connsiteY3" fmla="*/ 183303 h 4629150"/>
              <a:gd name="connsiteX4" fmla="*/ 969341 w 6694659"/>
              <a:gd name="connsiteY4" fmla="*/ 1277535 h 4629150"/>
              <a:gd name="connsiteX5" fmla="*/ 155429 w 6694659"/>
              <a:gd name="connsiteY5" fmla="*/ 4629097 h 4629150"/>
              <a:gd name="connsiteX6" fmla="*/ 5869858 w 6694659"/>
              <a:gd name="connsiteY6" fmla="*/ 2392532 h 462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94659" h="4629150">
                <a:moveTo>
                  <a:pt x="5869858" y="2392532"/>
                </a:moveTo>
                <a:cubicBezTo>
                  <a:pt x="6347728" y="1671299"/>
                  <a:pt x="6547276" y="904155"/>
                  <a:pt x="6694437" y="-53"/>
                </a:cubicBezTo>
                <a:cubicBezTo>
                  <a:pt x="5560962" y="147680"/>
                  <a:pt x="4554075" y="128820"/>
                  <a:pt x="3484512" y="181684"/>
                </a:cubicBezTo>
                <a:lnTo>
                  <a:pt x="3484512" y="183303"/>
                </a:lnTo>
                <a:cubicBezTo>
                  <a:pt x="2560587" y="214259"/>
                  <a:pt x="1649426" y="581448"/>
                  <a:pt x="969341" y="1277535"/>
                </a:cubicBezTo>
                <a:cubicBezTo>
                  <a:pt x="59608" y="2208890"/>
                  <a:pt x="-205568" y="3492955"/>
                  <a:pt x="155429" y="4629097"/>
                </a:cubicBezTo>
                <a:cubicBezTo>
                  <a:pt x="1796206" y="3608303"/>
                  <a:pt x="4711333" y="4223332"/>
                  <a:pt x="5869858" y="2392532"/>
                </a:cubicBezTo>
              </a:path>
            </a:pathLst>
          </a:custGeom>
          <a:solidFill>
            <a:srgbClr val="03CC54"/>
          </a:solidFill>
          <a:ln w="9525" cap="flat">
            <a:noFill/>
            <a:prstDash val="solid"/>
            <a:miter/>
          </a:ln>
        </p:spPr>
        <p:txBody>
          <a:bodyPr rtlCol="0" anchor="ctr"/>
          <a:lstStyle/>
          <a:p>
            <a:endParaRPr lang="en-US" dirty="0"/>
          </a:p>
        </p:txBody>
      </p:sp>
      <p:sp>
        <p:nvSpPr>
          <p:cNvPr id="8" name="Dynamic legal" descr="{&quot;templafy&quot;:{&quot;id&quot;:&quot;542eccdf-4c67-4de3-8557-06c0fe2edb89&quot;}}">
            <a:extLst>
              <a:ext uri="{FF2B5EF4-FFF2-40B4-BE49-F238E27FC236}">
                <a16:creationId xmlns:a16="http://schemas.microsoft.com/office/drawing/2014/main" id="{A7DC0B67-F4C1-1DBC-D8E2-AAA49204E414}"/>
              </a:ext>
            </a:extLst>
          </p:cNvPr>
          <p:cNvSpPr txBox="1"/>
          <p:nvPr userDrawn="1"/>
        </p:nvSpPr>
        <p:spPr>
          <a:xfrm>
            <a:off x="-1588" y="6678000"/>
            <a:ext cx="12193588" cy="180000"/>
          </a:xfrm>
          <a:prstGeom prst="rect">
            <a:avLst/>
          </a:prstGeom>
          <a:solidFill>
            <a:srgbClr val="110081"/>
          </a:solidFill>
          <a:ln>
            <a:noFill/>
          </a:ln>
        </p:spPr>
        <p:txBody>
          <a:bodyPr wrap="square" lIns="0" tIns="0" rIns="0" bIns="0" anchor="ctr" anchorCtr="0">
            <a:noAutofit/>
          </a:bodyPr>
          <a:lstStyle/>
          <a:p>
            <a:pPr algn="ctr"/>
            <a:r>
              <a:rPr lang="en-US" sz="1000" dirty="0">
                <a:solidFill>
                  <a:srgbClr val="FFFFFF"/>
                </a:solidFill>
                <a:latin typeface="Arial Narrow" panose="020B0606020202030204" pitchFamily="34" charset="0"/>
              </a:rPr>
              <a:t>Confidential, unpublished property of Cigna Healthcare. Do not duplicate or distribute. Use and distribution limited solely to authorized personnel. © 2023 Cigna Healthcare</a:t>
            </a:r>
          </a:p>
        </p:txBody>
      </p:sp>
      <p:sp>
        <p:nvSpPr>
          <p:cNvPr id="9" name="Dynmic Internal use only" descr="{&quot;templafy&quot;:{&quot;id&quot;:&quot;296ca0ae-980f-4229-b4df-ed9922eabbab&quot;}}" hidden="1" title="Form.Cigna_Confidentiality.Cigna_healthcareConfidentiality">
            <a:extLst>
              <a:ext uri="{FF2B5EF4-FFF2-40B4-BE49-F238E27FC236}">
                <a16:creationId xmlns:a16="http://schemas.microsoft.com/office/drawing/2014/main" id="{5E66A077-48D6-70D2-4B65-11BBA2DA87FB}"/>
              </a:ext>
            </a:extLst>
          </p:cNvPr>
          <p:cNvSpPr/>
          <p:nvPr userDrawn="1"/>
        </p:nvSpPr>
        <p:spPr>
          <a:xfrm>
            <a:off x="10859153" y="6678000"/>
            <a:ext cx="973257"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r"/>
            <a:endParaRPr lang="en-US" sz="1000" kern="1200" noProof="0" dirty="0">
              <a:solidFill>
                <a:srgbClr val="FFFFFF"/>
              </a:solidFill>
              <a:latin typeface="Arial Narrow" panose="020B0606020202030204" pitchFamily="34" charset="0"/>
              <a:ea typeface="+mn-ea"/>
              <a:cs typeface="+mn-cs"/>
            </a:endParaRPr>
          </a:p>
        </p:txBody>
      </p:sp>
      <p:pic>
        <p:nvPicPr>
          <p:cNvPr id="3" name="Logo">
            <a:extLst>
              <a:ext uri="{FF2B5EF4-FFF2-40B4-BE49-F238E27FC236}">
                <a16:creationId xmlns:a16="http://schemas.microsoft.com/office/drawing/2014/main" id="{CAE4657E-921F-C9EA-1197-A53CCFB295CE}"/>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358775" y="5738400"/>
            <a:ext cx="1396799" cy="758676"/>
          </a:xfrm>
          <a:prstGeom prst="rect">
            <a:avLst/>
          </a:prstGeom>
        </p:spPr>
      </p:pic>
      <p:sp>
        <p:nvSpPr>
          <p:cNvPr id="25" name="Title 1">
            <a:extLst>
              <a:ext uri="{FF2B5EF4-FFF2-40B4-BE49-F238E27FC236}">
                <a16:creationId xmlns:a16="http://schemas.microsoft.com/office/drawing/2014/main" id="{87A3D42A-8BBF-DCC4-0104-0D87887DE58C}"/>
              </a:ext>
            </a:extLst>
          </p:cNvPr>
          <p:cNvSpPr>
            <a:spLocks noGrp="1"/>
          </p:cNvSpPr>
          <p:nvPr>
            <p:ph type="ctrTitle" hasCustomPrompt="1"/>
          </p:nvPr>
        </p:nvSpPr>
        <p:spPr bwMode="white">
          <a:xfrm>
            <a:off x="359997" y="2448000"/>
            <a:ext cx="7588800" cy="2088000"/>
          </a:xfrm>
          <a:noFill/>
        </p:spPr>
        <p:txBody>
          <a:bodyPr anchor="t" anchorCtr="0"/>
          <a:lstStyle>
            <a:lvl1pPr algn="l">
              <a:lnSpc>
                <a:spcPct val="83000"/>
              </a:lnSpc>
              <a:defRPr sz="5400">
                <a:solidFill>
                  <a:schemeClr val="tx1"/>
                </a:solidFill>
              </a:defRPr>
            </a:lvl1pPr>
          </a:lstStyle>
          <a:p>
            <a:r>
              <a:rPr lang="en-US" dirty="0"/>
              <a:t>Click to add title</a:t>
            </a:r>
            <a:endParaRPr lang="en-US"/>
          </a:p>
        </p:txBody>
      </p:sp>
      <p:sp>
        <p:nvSpPr>
          <p:cNvPr id="38" name="Subtitle 2">
            <a:extLst>
              <a:ext uri="{FF2B5EF4-FFF2-40B4-BE49-F238E27FC236}">
                <a16:creationId xmlns:a16="http://schemas.microsoft.com/office/drawing/2014/main" id="{B1E23670-1026-DDCB-959A-932A6F3645D2}"/>
              </a:ext>
            </a:extLst>
          </p:cNvPr>
          <p:cNvSpPr>
            <a:spLocks noGrp="1"/>
          </p:cNvSpPr>
          <p:nvPr>
            <p:ph type="subTitle" idx="1" hasCustomPrompt="1"/>
          </p:nvPr>
        </p:nvSpPr>
        <p:spPr>
          <a:xfrm>
            <a:off x="359998" y="4914000"/>
            <a:ext cx="7588800" cy="320400"/>
          </a:xfrm>
        </p:spPr>
        <p:txBody>
          <a:bodyPr anchor="b" anchorCtr="0"/>
          <a:lstStyle>
            <a:lvl1pPr marL="0" indent="0" algn="l">
              <a:lnSpc>
                <a:spcPct val="100000"/>
              </a:lnSpc>
              <a:spcBef>
                <a:spcPts val="0"/>
              </a:spcBef>
              <a:spcAft>
                <a:spcPts val="0"/>
              </a:spcAft>
              <a:buFont typeface="Arial" panose="020B0604020202020204" pitchFamily="34" charset="0"/>
              <a:buChar char="​"/>
              <a:defRPr sz="2000" b="0">
                <a:solidFill>
                  <a:schemeClr val="tx1"/>
                </a:solidFill>
                <a:latin typeface="+mn-lt"/>
              </a:defRPr>
            </a:lvl1pPr>
            <a:lvl2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2pPr>
            <a:lvl3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3pPr>
            <a:lvl4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4pPr>
            <a:lvl5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5pPr>
            <a:lvl6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6pPr>
            <a:lvl7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7pPr>
            <a:lvl8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8pPr>
            <a:lvl9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9pPr>
          </a:lstStyle>
          <a:p>
            <a:r>
              <a:rPr lang="en-US" dirty="0"/>
              <a:t>Click to add subtitle</a:t>
            </a:r>
            <a:endParaRPr lang="en-US"/>
          </a:p>
        </p:txBody>
      </p:sp>
      <p:sp>
        <p:nvSpPr>
          <p:cNvPr id="4" name="Slide Number Placeholder 9">
            <a:extLst>
              <a:ext uri="{FF2B5EF4-FFF2-40B4-BE49-F238E27FC236}">
                <a16:creationId xmlns:a16="http://schemas.microsoft.com/office/drawing/2014/main" id="{49023237-4E89-B618-16DD-F5818553DAC8}"/>
              </a:ext>
            </a:extLst>
          </p:cNvPr>
          <p:cNvSpPr>
            <a:spLocks noGrp="1"/>
          </p:cNvSpPr>
          <p:nvPr>
            <p:ph type="sldNum" sz="quarter" idx="21"/>
          </p:nvPr>
        </p:nvSpPr>
        <p:spPr>
          <a:xfrm>
            <a:off x="11473199" y="6318000"/>
            <a:ext cx="359212" cy="180000"/>
          </a:xfrm>
        </p:spPr>
        <p:txBody>
          <a:bodyPr/>
          <a:lstStyle>
            <a:lvl1pPr>
              <a:defRPr>
                <a:solidFill>
                  <a:schemeClr val="tx1"/>
                </a:solidFill>
              </a:defRPr>
            </a:lvl1pPr>
          </a:lstStyle>
          <a:p>
            <a:fld id="{23AA811B-2EBD-4900-905E-5BE206449611}" type="slidenum">
              <a:rPr lang="en-US" smtClean="0"/>
              <a:pPr/>
              <a:t>‹#›</a:t>
            </a:fld>
            <a:endParaRPr lang="en-US" dirty="0"/>
          </a:p>
        </p:txBody>
      </p:sp>
    </p:spTree>
    <p:extLst>
      <p:ext uri="{BB962C8B-B14F-4D97-AF65-F5344CB8AC3E}">
        <p14:creationId xmlns:p14="http://schemas.microsoft.com/office/powerpoint/2010/main" val="16161596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095" userDrawn="1">
          <p15:clr>
            <a:srgbClr val="A4A3A4"/>
          </p15:clr>
        </p15:guide>
        <p15:guide id="2" orient="horz" pos="1542" userDrawn="1">
          <p15:clr>
            <a:srgbClr val="A4A3A4"/>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 Cover color background">
    <p:bg bwMode="ltGray">
      <p:bgRef idx="1001">
        <a:schemeClr val="bg1"/>
      </p:bgRef>
    </p:bg>
    <p:spTree>
      <p:nvGrpSpPr>
        <p:cNvPr id="1" name=""/>
        <p:cNvGrpSpPr/>
        <p:nvPr/>
      </p:nvGrpSpPr>
      <p:grpSpPr>
        <a:xfrm>
          <a:off x="0" y="0"/>
          <a:ext cx="0" cy="0"/>
          <a:chOff x="0" y="0"/>
          <a:chExt cx="0" cy="0"/>
        </a:xfrm>
      </p:grpSpPr>
      <p:sp>
        <p:nvSpPr>
          <p:cNvPr id="6" name="Background">
            <a:extLst>
              <a:ext uri="{FF2B5EF4-FFF2-40B4-BE49-F238E27FC236}">
                <a16:creationId xmlns:a16="http://schemas.microsoft.com/office/drawing/2014/main" id="{29E6FAF1-D120-4172-AE29-B3271FE51748}"/>
              </a:ext>
            </a:extLst>
          </p:cNvPr>
          <p:cNvSpPr/>
          <p:nvPr userDrawn="1"/>
        </p:nvSpPr>
        <p:spPr>
          <a:xfrm>
            <a:off x="0" y="0"/>
            <a:ext cx="12193200" cy="6858000"/>
          </a:xfrm>
          <a:prstGeom prst="rect">
            <a:avLst/>
          </a:prstGeom>
          <a:solidFill>
            <a:srgbClr val="FF4D00"/>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dirty="0" err="1">
              <a:solidFill>
                <a:schemeClr val="tx1"/>
              </a:solidFill>
            </a:endParaRPr>
          </a:p>
        </p:txBody>
      </p:sp>
      <p:pic>
        <p:nvPicPr>
          <p:cNvPr id="5" name="Graphic 4">
            <a:extLst>
              <a:ext uri="{FF2B5EF4-FFF2-40B4-BE49-F238E27FC236}">
                <a16:creationId xmlns:a16="http://schemas.microsoft.com/office/drawing/2014/main" id="{902F9877-6EE4-0776-F14A-09F55D8E3E6B}"/>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500801" y="0"/>
            <a:ext cx="2692400" cy="6858000"/>
          </a:xfrm>
          <a:prstGeom prst="rect">
            <a:avLst/>
          </a:prstGeom>
        </p:spPr>
      </p:pic>
      <p:sp>
        <p:nvSpPr>
          <p:cNvPr id="7" name="Dynamic legal" descr="{&quot;templafy&quot;:{&quot;id&quot;:&quot;d54c4ca6-ffa5-42e8-9a24-da340785b56d&quot;}}">
            <a:extLst>
              <a:ext uri="{FF2B5EF4-FFF2-40B4-BE49-F238E27FC236}">
                <a16:creationId xmlns:a16="http://schemas.microsoft.com/office/drawing/2014/main" id="{0391A703-0AA4-55BF-046E-BA4771355432}"/>
              </a:ext>
            </a:extLst>
          </p:cNvPr>
          <p:cNvSpPr txBox="1"/>
          <p:nvPr userDrawn="1"/>
        </p:nvSpPr>
        <p:spPr>
          <a:xfrm>
            <a:off x="-1588" y="6678000"/>
            <a:ext cx="12193588" cy="180000"/>
          </a:xfrm>
          <a:prstGeom prst="rect">
            <a:avLst/>
          </a:prstGeom>
          <a:solidFill>
            <a:srgbClr val="110081"/>
          </a:solidFill>
          <a:ln>
            <a:noFill/>
          </a:ln>
        </p:spPr>
        <p:txBody>
          <a:bodyPr wrap="square" lIns="0" tIns="0" rIns="0" bIns="0" anchor="ctr" anchorCtr="0">
            <a:noAutofit/>
          </a:bodyPr>
          <a:lstStyle/>
          <a:p>
            <a:pPr algn="ctr"/>
            <a:r>
              <a:rPr lang="en-US" sz="1000" dirty="0">
                <a:solidFill>
                  <a:srgbClr val="FFFFFF"/>
                </a:solidFill>
                <a:latin typeface="Arial Narrow" panose="020B0606020202030204" pitchFamily="34" charset="0"/>
              </a:rPr>
              <a:t>Confidential, unpublished property of Cigna Healthcare. Do not duplicate or distribute. Use and distribution limited solely to authorized personnel. © 2023 Cigna Healthcare</a:t>
            </a:r>
          </a:p>
        </p:txBody>
      </p:sp>
      <p:sp>
        <p:nvSpPr>
          <p:cNvPr id="10" name="Dynmic Internal use only" descr="{&quot;templafy&quot;:{&quot;id&quot;:&quot;7e143ab6-3092-4393-8aee-485ec8cd1359&quot;}}" hidden="1" title="Form.Cigna_Confidentiality.Cigna_healthcareConfidentiality">
            <a:extLst>
              <a:ext uri="{FF2B5EF4-FFF2-40B4-BE49-F238E27FC236}">
                <a16:creationId xmlns:a16="http://schemas.microsoft.com/office/drawing/2014/main" id="{042F8332-EB13-71D7-4F6A-9B0E61E5714D}"/>
              </a:ext>
            </a:extLst>
          </p:cNvPr>
          <p:cNvSpPr/>
          <p:nvPr userDrawn="1"/>
        </p:nvSpPr>
        <p:spPr>
          <a:xfrm>
            <a:off x="10859153" y="6678000"/>
            <a:ext cx="973257"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r"/>
            <a:endParaRPr lang="en-US" sz="1000" kern="1200" noProof="0" dirty="0">
              <a:solidFill>
                <a:srgbClr val="FFFFFF"/>
              </a:solidFill>
              <a:latin typeface="Arial Narrow" panose="020B0606020202030204" pitchFamily="34" charset="0"/>
              <a:ea typeface="+mn-ea"/>
              <a:cs typeface="+mn-cs"/>
            </a:endParaRPr>
          </a:p>
        </p:txBody>
      </p:sp>
      <p:pic>
        <p:nvPicPr>
          <p:cNvPr id="3" name="Logo">
            <a:extLst>
              <a:ext uri="{FF2B5EF4-FFF2-40B4-BE49-F238E27FC236}">
                <a16:creationId xmlns:a16="http://schemas.microsoft.com/office/drawing/2014/main" id="{CAE4657E-921F-C9EA-1197-A53CCFB295CE}"/>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358775" y="5738400"/>
            <a:ext cx="1396799" cy="758676"/>
          </a:xfrm>
          <a:prstGeom prst="rect">
            <a:avLst/>
          </a:prstGeom>
        </p:spPr>
      </p:pic>
      <p:sp>
        <p:nvSpPr>
          <p:cNvPr id="2" name="Title 1"/>
          <p:cNvSpPr>
            <a:spLocks noGrp="1"/>
          </p:cNvSpPr>
          <p:nvPr>
            <p:ph type="ctrTitle" hasCustomPrompt="1"/>
          </p:nvPr>
        </p:nvSpPr>
        <p:spPr bwMode="white">
          <a:xfrm>
            <a:off x="359997" y="1360800"/>
            <a:ext cx="7588800" cy="3553200"/>
          </a:xfrm>
          <a:noFill/>
        </p:spPr>
        <p:txBody>
          <a:bodyPr anchor="ctr" anchorCtr="0"/>
          <a:lstStyle>
            <a:lvl1pPr algn="l">
              <a:lnSpc>
                <a:spcPct val="83000"/>
              </a:lnSpc>
              <a:defRPr sz="5400">
                <a:solidFill>
                  <a:schemeClr val="tx1"/>
                </a:solidFill>
              </a:defRPr>
            </a:lvl1pPr>
          </a:lstStyle>
          <a:p>
            <a:r>
              <a:rPr lang="en-US" dirty="0"/>
              <a:t>Click to add title</a:t>
            </a:r>
            <a:endParaRPr lang="en-US"/>
          </a:p>
        </p:txBody>
      </p:sp>
      <p:sp>
        <p:nvSpPr>
          <p:cNvPr id="38" name="Subtitle 2">
            <a:extLst>
              <a:ext uri="{FF2B5EF4-FFF2-40B4-BE49-F238E27FC236}">
                <a16:creationId xmlns:a16="http://schemas.microsoft.com/office/drawing/2014/main" id="{B1E23670-1026-DDCB-959A-932A6F3645D2}"/>
              </a:ext>
            </a:extLst>
          </p:cNvPr>
          <p:cNvSpPr>
            <a:spLocks noGrp="1"/>
          </p:cNvSpPr>
          <p:nvPr>
            <p:ph type="subTitle" idx="1" hasCustomPrompt="1"/>
          </p:nvPr>
        </p:nvSpPr>
        <p:spPr>
          <a:xfrm>
            <a:off x="359998" y="4914000"/>
            <a:ext cx="7588800" cy="320400"/>
          </a:xfrm>
        </p:spPr>
        <p:txBody>
          <a:bodyPr anchor="b" anchorCtr="0"/>
          <a:lstStyle>
            <a:lvl1pPr marL="0" indent="0" algn="l">
              <a:lnSpc>
                <a:spcPct val="100000"/>
              </a:lnSpc>
              <a:spcBef>
                <a:spcPts val="0"/>
              </a:spcBef>
              <a:spcAft>
                <a:spcPts val="0"/>
              </a:spcAft>
              <a:buFont typeface="Arial" panose="020B0604020202020204" pitchFamily="34" charset="0"/>
              <a:buChar char="​"/>
              <a:defRPr sz="2000" b="0">
                <a:solidFill>
                  <a:schemeClr val="tx1"/>
                </a:solidFill>
                <a:latin typeface="+mn-lt"/>
              </a:defRPr>
            </a:lvl1pPr>
            <a:lvl2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2pPr>
            <a:lvl3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3pPr>
            <a:lvl4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4pPr>
            <a:lvl5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5pPr>
            <a:lvl6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6pPr>
            <a:lvl7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7pPr>
            <a:lvl8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8pPr>
            <a:lvl9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9pPr>
          </a:lstStyle>
          <a:p>
            <a:r>
              <a:rPr lang="en-US" dirty="0"/>
              <a:t>Click to add subtitle</a:t>
            </a:r>
            <a:endParaRPr lang="en-US"/>
          </a:p>
        </p:txBody>
      </p:sp>
      <p:sp>
        <p:nvSpPr>
          <p:cNvPr id="8" name="Slide Number Placeholder 9">
            <a:extLst>
              <a:ext uri="{FF2B5EF4-FFF2-40B4-BE49-F238E27FC236}">
                <a16:creationId xmlns:a16="http://schemas.microsoft.com/office/drawing/2014/main" id="{FDAFAABD-CB2C-C851-DBE4-F6FA60644A16}"/>
              </a:ext>
            </a:extLst>
          </p:cNvPr>
          <p:cNvSpPr>
            <a:spLocks noGrp="1"/>
          </p:cNvSpPr>
          <p:nvPr>
            <p:ph type="sldNum" sz="quarter" idx="21"/>
          </p:nvPr>
        </p:nvSpPr>
        <p:spPr>
          <a:xfrm>
            <a:off x="11473199" y="6318000"/>
            <a:ext cx="359212" cy="180000"/>
          </a:xfrm>
        </p:spPr>
        <p:txBody>
          <a:bodyPr/>
          <a:lstStyle>
            <a:lvl1pPr>
              <a:defRPr>
                <a:solidFill>
                  <a:schemeClr val="tx1"/>
                </a:solidFill>
              </a:defRPr>
            </a:lvl1pPr>
          </a:lstStyle>
          <a:p>
            <a:fld id="{23AA811B-2EBD-4900-905E-5BE206449611}" type="slidenum">
              <a:rPr lang="en-US" smtClean="0"/>
              <a:pPr/>
              <a:t>‹#›</a:t>
            </a:fld>
            <a:endParaRPr lang="en-US" dirty="0"/>
          </a:p>
        </p:txBody>
      </p:sp>
    </p:spTree>
    <p:extLst>
      <p:ext uri="{BB962C8B-B14F-4D97-AF65-F5344CB8AC3E}">
        <p14:creationId xmlns:p14="http://schemas.microsoft.com/office/powerpoint/2010/main" val="21895371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 Cover white background">
    <p:bg bwMode="ltGray">
      <p:bgRef idx="1001">
        <a:schemeClr val="bg1"/>
      </p:bgRef>
    </p:bg>
    <p:spTree>
      <p:nvGrpSpPr>
        <p:cNvPr id="1" name=""/>
        <p:cNvGrpSpPr/>
        <p:nvPr/>
      </p:nvGrpSpPr>
      <p:grpSpPr>
        <a:xfrm>
          <a:off x="0" y="0"/>
          <a:ext cx="0" cy="0"/>
          <a:chOff x="0" y="0"/>
          <a:chExt cx="0" cy="0"/>
        </a:xfrm>
      </p:grpSpPr>
      <p:sp>
        <p:nvSpPr>
          <p:cNvPr id="6" name="Background">
            <a:extLst>
              <a:ext uri="{FF2B5EF4-FFF2-40B4-BE49-F238E27FC236}">
                <a16:creationId xmlns:a16="http://schemas.microsoft.com/office/drawing/2014/main" id="{29E6FAF1-D120-4172-AE29-B3271FE51748}"/>
              </a:ext>
            </a:extLst>
          </p:cNvPr>
          <p:cNvSpPr/>
          <p:nvPr userDrawn="1"/>
        </p:nvSpPr>
        <p:spPr>
          <a:xfrm>
            <a:off x="0" y="0"/>
            <a:ext cx="12193200" cy="65987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dirty="0" err="1">
              <a:solidFill>
                <a:schemeClr val="tx1"/>
              </a:solidFill>
            </a:endParaRPr>
          </a:p>
        </p:txBody>
      </p:sp>
      <p:pic>
        <p:nvPicPr>
          <p:cNvPr id="3" name="Logo">
            <a:extLst>
              <a:ext uri="{FF2B5EF4-FFF2-40B4-BE49-F238E27FC236}">
                <a16:creationId xmlns:a16="http://schemas.microsoft.com/office/drawing/2014/main" id="{CAE4657E-921F-C9EA-1197-A53CCFB295CE}"/>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358775" y="5738400"/>
            <a:ext cx="1396799" cy="758675"/>
          </a:xfrm>
          <a:prstGeom prst="rect">
            <a:avLst/>
          </a:prstGeom>
        </p:spPr>
      </p:pic>
      <p:sp>
        <p:nvSpPr>
          <p:cNvPr id="2" name="Title 1"/>
          <p:cNvSpPr>
            <a:spLocks noGrp="1"/>
          </p:cNvSpPr>
          <p:nvPr>
            <p:ph type="ctrTitle" hasCustomPrompt="1"/>
          </p:nvPr>
        </p:nvSpPr>
        <p:spPr bwMode="white">
          <a:xfrm>
            <a:off x="2300400" y="2448000"/>
            <a:ext cx="7588800" cy="2088000"/>
          </a:xfrm>
          <a:noFill/>
        </p:spPr>
        <p:txBody>
          <a:bodyPr anchor="t" anchorCtr="0"/>
          <a:lstStyle>
            <a:lvl1pPr algn="l">
              <a:lnSpc>
                <a:spcPct val="83000"/>
              </a:lnSpc>
              <a:defRPr sz="5400">
                <a:solidFill>
                  <a:schemeClr val="accent1"/>
                </a:solidFill>
              </a:defRPr>
            </a:lvl1pPr>
          </a:lstStyle>
          <a:p>
            <a:r>
              <a:rPr lang="en-US" dirty="0"/>
              <a:t>Click to add title</a:t>
            </a:r>
            <a:endParaRPr lang="en-US"/>
          </a:p>
        </p:txBody>
      </p:sp>
      <p:sp>
        <p:nvSpPr>
          <p:cNvPr id="38" name="Subtitle 2">
            <a:extLst>
              <a:ext uri="{FF2B5EF4-FFF2-40B4-BE49-F238E27FC236}">
                <a16:creationId xmlns:a16="http://schemas.microsoft.com/office/drawing/2014/main" id="{B1E23670-1026-DDCB-959A-932A6F3645D2}"/>
              </a:ext>
            </a:extLst>
          </p:cNvPr>
          <p:cNvSpPr>
            <a:spLocks noGrp="1"/>
          </p:cNvSpPr>
          <p:nvPr>
            <p:ph type="subTitle" idx="1" hasCustomPrompt="1"/>
          </p:nvPr>
        </p:nvSpPr>
        <p:spPr>
          <a:xfrm>
            <a:off x="2300400" y="4914000"/>
            <a:ext cx="7588800" cy="320400"/>
          </a:xfrm>
        </p:spPr>
        <p:txBody>
          <a:bodyPr anchor="b" anchorCtr="0"/>
          <a:lstStyle>
            <a:lvl1pPr marL="0" indent="0" algn="l">
              <a:lnSpc>
                <a:spcPct val="100000"/>
              </a:lnSpc>
              <a:spcBef>
                <a:spcPts val="0"/>
              </a:spcBef>
              <a:spcAft>
                <a:spcPts val="0"/>
              </a:spcAft>
              <a:buFont typeface="Arial" panose="020B0604020202020204" pitchFamily="34" charset="0"/>
              <a:buChar char="​"/>
              <a:defRPr sz="2000" b="0">
                <a:solidFill>
                  <a:schemeClr val="accent1"/>
                </a:solidFill>
                <a:latin typeface="+mn-lt"/>
              </a:defRPr>
            </a:lvl1pPr>
            <a:lvl2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2pPr>
            <a:lvl3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3pPr>
            <a:lvl4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4pPr>
            <a:lvl5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5pPr>
            <a:lvl6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6pPr>
            <a:lvl7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7pPr>
            <a:lvl8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8pPr>
            <a:lvl9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9pPr>
          </a:lstStyle>
          <a:p>
            <a:r>
              <a:rPr lang="en-US" dirty="0"/>
              <a:t>Click to add subtitle</a:t>
            </a:r>
            <a:endParaRPr lang="en-US"/>
          </a:p>
        </p:txBody>
      </p:sp>
      <p:sp>
        <p:nvSpPr>
          <p:cNvPr id="4" name="Graphic 18">
            <a:extLst>
              <a:ext uri="{FF2B5EF4-FFF2-40B4-BE49-F238E27FC236}">
                <a16:creationId xmlns:a16="http://schemas.microsoft.com/office/drawing/2014/main" id="{5449E367-4E1D-466C-C39E-92ED41058166}"/>
              </a:ext>
            </a:extLst>
          </p:cNvPr>
          <p:cNvSpPr/>
          <p:nvPr userDrawn="1"/>
        </p:nvSpPr>
        <p:spPr>
          <a:xfrm>
            <a:off x="2298700" y="1625541"/>
            <a:ext cx="1013520" cy="700818"/>
          </a:xfrm>
          <a:custGeom>
            <a:avLst/>
            <a:gdLst>
              <a:gd name="connsiteX0" fmla="*/ 5869858 w 6694659"/>
              <a:gd name="connsiteY0" fmla="*/ 2392532 h 4629150"/>
              <a:gd name="connsiteX1" fmla="*/ 6694437 w 6694659"/>
              <a:gd name="connsiteY1" fmla="*/ -53 h 4629150"/>
              <a:gd name="connsiteX2" fmla="*/ 3484512 w 6694659"/>
              <a:gd name="connsiteY2" fmla="*/ 181684 h 4629150"/>
              <a:gd name="connsiteX3" fmla="*/ 3484512 w 6694659"/>
              <a:gd name="connsiteY3" fmla="*/ 183303 h 4629150"/>
              <a:gd name="connsiteX4" fmla="*/ 969341 w 6694659"/>
              <a:gd name="connsiteY4" fmla="*/ 1277535 h 4629150"/>
              <a:gd name="connsiteX5" fmla="*/ 155429 w 6694659"/>
              <a:gd name="connsiteY5" fmla="*/ 4629097 h 4629150"/>
              <a:gd name="connsiteX6" fmla="*/ 5869858 w 6694659"/>
              <a:gd name="connsiteY6" fmla="*/ 2392532 h 462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94659" h="4629150">
                <a:moveTo>
                  <a:pt x="5869858" y="2392532"/>
                </a:moveTo>
                <a:cubicBezTo>
                  <a:pt x="6347728" y="1671299"/>
                  <a:pt x="6547276" y="904155"/>
                  <a:pt x="6694437" y="-53"/>
                </a:cubicBezTo>
                <a:cubicBezTo>
                  <a:pt x="5560962" y="147680"/>
                  <a:pt x="4554075" y="128820"/>
                  <a:pt x="3484512" y="181684"/>
                </a:cubicBezTo>
                <a:lnTo>
                  <a:pt x="3484512" y="183303"/>
                </a:lnTo>
                <a:cubicBezTo>
                  <a:pt x="2560587" y="214259"/>
                  <a:pt x="1649426" y="581448"/>
                  <a:pt x="969341" y="1277535"/>
                </a:cubicBezTo>
                <a:cubicBezTo>
                  <a:pt x="59608" y="2208890"/>
                  <a:pt x="-205568" y="3492955"/>
                  <a:pt x="155429" y="4629097"/>
                </a:cubicBezTo>
                <a:cubicBezTo>
                  <a:pt x="1796206" y="3608303"/>
                  <a:pt x="4711333" y="4223332"/>
                  <a:pt x="5869858" y="2392532"/>
                </a:cubicBezTo>
              </a:path>
            </a:pathLst>
          </a:custGeom>
          <a:solidFill>
            <a:srgbClr val="03CC54"/>
          </a:solidFill>
          <a:ln w="9525" cap="flat">
            <a:noFill/>
            <a:prstDash val="solid"/>
            <a:miter/>
          </a:ln>
        </p:spPr>
        <p:txBody>
          <a:bodyPr rtlCol="0" anchor="ctr"/>
          <a:lstStyle/>
          <a:p>
            <a:endParaRPr lang="en-US" dirty="0">
              <a:solidFill>
                <a:schemeClr val="accent2"/>
              </a:solidFill>
            </a:endParaRPr>
          </a:p>
        </p:txBody>
      </p:sp>
      <p:sp>
        <p:nvSpPr>
          <p:cNvPr id="9" name="Slide Number Placeholder 8">
            <a:extLst>
              <a:ext uri="{FF2B5EF4-FFF2-40B4-BE49-F238E27FC236}">
                <a16:creationId xmlns:a16="http://schemas.microsoft.com/office/drawing/2014/main" id="{C0924764-41E8-0A44-4FDB-6636E9D10AAB}"/>
              </a:ext>
            </a:extLst>
          </p:cNvPr>
          <p:cNvSpPr>
            <a:spLocks noGrp="1"/>
          </p:cNvSpPr>
          <p:nvPr>
            <p:ph type="sldNum" sz="quarter" idx="12"/>
          </p:nvPr>
        </p:nvSpPr>
        <p:spPr/>
        <p:txBody>
          <a:bodyPr/>
          <a:lstStyle/>
          <a:p>
            <a:fld id="{23AA811B-2EBD-4900-905E-5BE206449611}" type="slidenum">
              <a:rPr lang="en-US" smtClean="0"/>
              <a:pPr/>
              <a:t>‹#›</a:t>
            </a:fld>
            <a:endParaRPr lang="en-US" dirty="0"/>
          </a:p>
        </p:txBody>
      </p:sp>
    </p:spTree>
    <p:extLst>
      <p:ext uri="{BB962C8B-B14F-4D97-AF65-F5344CB8AC3E}">
        <p14:creationId xmlns:p14="http://schemas.microsoft.com/office/powerpoint/2010/main" val="344225594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542" userDrawn="1">
          <p15:clr>
            <a:srgbClr val="A4A3A4"/>
          </p15:clr>
        </p15:guide>
        <p15:guide id="2" orient="horz" pos="3095" userDrawn="1">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 Agenda">
    <p:bg>
      <p:bgPr>
        <a:solidFill>
          <a:schemeClr val="bg2"/>
        </a:solidFill>
        <a:effectLst/>
      </p:bgPr>
    </p:bg>
    <p:spTree>
      <p:nvGrpSpPr>
        <p:cNvPr id="1" name=""/>
        <p:cNvGrpSpPr/>
        <p:nvPr/>
      </p:nvGrpSpPr>
      <p:grpSpPr>
        <a:xfrm>
          <a:off x="0" y="0"/>
          <a:ext cx="0" cy="0"/>
          <a:chOff x="0" y="0"/>
          <a:chExt cx="0" cy="0"/>
        </a:xfrm>
      </p:grpSpPr>
      <p:sp>
        <p:nvSpPr>
          <p:cNvPr id="3" name="Background">
            <a:extLst>
              <a:ext uri="{FF2B5EF4-FFF2-40B4-BE49-F238E27FC236}">
                <a16:creationId xmlns:a16="http://schemas.microsoft.com/office/drawing/2014/main" id="{78E7BD0E-27C8-430D-BAE4-F0A6C08D73C3}"/>
              </a:ext>
            </a:extLst>
          </p:cNvPr>
          <p:cNvSpPr/>
          <p:nvPr userDrawn="1"/>
        </p:nvSpPr>
        <p:spPr>
          <a:xfrm>
            <a:off x="0" y="0"/>
            <a:ext cx="12193200" cy="6861600"/>
          </a:xfrm>
          <a:prstGeom prst="rect">
            <a:avLst/>
          </a:prstGeom>
          <a:solidFill>
            <a:srgbClr val="1100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noProof="0" dirty="0" err="1">
              <a:solidFill>
                <a:schemeClr val="tx1"/>
              </a:solidFill>
            </a:endParaRPr>
          </a:p>
        </p:txBody>
      </p:sp>
      <p:grpSp>
        <p:nvGrpSpPr>
          <p:cNvPr id="21" name="Group 20">
            <a:extLst>
              <a:ext uri="{FF2B5EF4-FFF2-40B4-BE49-F238E27FC236}">
                <a16:creationId xmlns:a16="http://schemas.microsoft.com/office/drawing/2014/main" id="{8AB4888A-3EE4-C30C-D9BA-4754DF38E634}"/>
              </a:ext>
            </a:extLst>
          </p:cNvPr>
          <p:cNvGrpSpPr/>
          <p:nvPr userDrawn="1"/>
        </p:nvGrpSpPr>
        <p:grpSpPr>
          <a:xfrm>
            <a:off x="8073457" y="0"/>
            <a:ext cx="4118544" cy="6858000"/>
            <a:chOff x="8073457" y="0"/>
            <a:chExt cx="4118544" cy="6858000"/>
          </a:xfrm>
          <a:solidFill>
            <a:schemeClr val="accent1"/>
          </a:solidFill>
        </p:grpSpPr>
        <p:sp>
          <p:nvSpPr>
            <p:cNvPr id="22" name="Freeform: Shape 21">
              <a:extLst>
                <a:ext uri="{FF2B5EF4-FFF2-40B4-BE49-F238E27FC236}">
                  <a16:creationId xmlns:a16="http://schemas.microsoft.com/office/drawing/2014/main" id="{6F8D78CB-AC00-C3C0-BBF6-9241240511A8}"/>
                </a:ext>
              </a:extLst>
            </p:cNvPr>
            <p:cNvSpPr>
              <a:spLocks/>
            </p:cNvSpPr>
            <p:nvPr/>
          </p:nvSpPr>
          <p:spPr bwMode="auto">
            <a:xfrm>
              <a:off x="11974024" y="2852234"/>
              <a:ext cx="217976" cy="482903"/>
            </a:xfrm>
            <a:custGeom>
              <a:avLst/>
              <a:gdLst>
                <a:gd name="connsiteX0" fmla="*/ 217976 w 217976"/>
                <a:gd name="connsiteY0" fmla="*/ 0 h 482903"/>
                <a:gd name="connsiteX1" fmla="*/ 217976 w 217976"/>
                <a:gd name="connsiteY1" fmla="*/ 482903 h 482903"/>
                <a:gd name="connsiteX2" fmla="*/ 195802 w 217976"/>
                <a:gd name="connsiteY2" fmla="*/ 458194 h 482903"/>
                <a:gd name="connsiteX3" fmla="*/ 0 w 217976"/>
                <a:gd name="connsiteY3" fmla="*/ 66430 h 482903"/>
                <a:gd name="connsiteX4" fmla="*/ 209032 w 217976"/>
                <a:gd name="connsiteY4" fmla="*/ 843 h 4829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976" h="482903">
                  <a:moveTo>
                    <a:pt x="217976" y="0"/>
                  </a:moveTo>
                  <a:lnTo>
                    <a:pt x="217976" y="482903"/>
                  </a:lnTo>
                  <a:lnTo>
                    <a:pt x="195802" y="458194"/>
                  </a:lnTo>
                  <a:cubicBezTo>
                    <a:pt x="103193" y="342866"/>
                    <a:pt x="37044" y="209050"/>
                    <a:pt x="0" y="66430"/>
                  </a:cubicBezTo>
                  <a:cubicBezTo>
                    <a:pt x="67031" y="37378"/>
                    <a:pt x="137150" y="15369"/>
                    <a:pt x="209032" y="8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64" name="Freeform 6">
              <a:extLst>
                <a:ext uri="{FF2B5EF4-FFF2-40B4-BE49-F238E27FC236}">
                  <a16:creationId xmlns:a16="http://schemas.microsoft.com/office/drawing/2014/main" id="{69BE21C6-54F8-6683-2161-104BE5950290}"/>
                </a:ext>
              </a:extLst>
            </p:cNvPr>
            <p:cNvSpPr>
              <a:spLocks/>
            </p:cNvSpPr>
            <p:nvPr/>
          </p:nvSpPr>
          <p:spPr bwMode="auto">
            <a:xfrm>
              <a:off x="9987651" y="2322551"/>
              <a:ext cx="990299" cy="565885"/>
            </a:xfrm>
            <a:custGeom>
              <a:avLst/>
              <a:gdLst>
                <a:gd name="T0" fmla="*/ 123 w 281"/>
                <a:gd name="T1" fmla="*/ 146 h 161"/>
                <a:gd name="T2" fmla="*/ 0 w 281"/>
                <a:gd name="T3" fmla="*/ 42 h 161"/>
                <a:gd name="T4" fmla="*/ 158 w 281"/>
                <a:gd name="T5" fmla="*/ 15 h 161"/>
                <a:gd name="T6" fmla="*/ 281 w 281"/>
                <a:gd name="T7" fmla="*/ 119 h 161"/>
                <a:gd name="T8" fmla="*/ 123 w 281"/>
                <a:gd name="T9" fmla="*/ 146 h 161"/>
              </a:gdLst>
              <a:ahLst/>
              <a:cxnLst>
                <a:cxn ang="0">
                  <a:pos x="T0" y="T1"/>
                </a:cxn>
                <a:cxn ang="0">
                  <a:pos x="T2" y="T3"/>
                </a:cxn>
                <a:cxn ang="0">
                  <a:pos x="T4" y="T5"/>
                </a:cxn>
                <a:cxn ang="0">
                  <a:pos x="T6" y="T7"/>
                </a:cxn>
                <a:cxn ang="0">
                  <a:pos x="T8" y="T9"/>
                </a:cxn>
              </a:cxnLst>
              <a:rect l="0" t="0" r="r" b="b"/>
              <a:pathLst>
                <a:path w="281" h="161">
                  <a:moveTo>
                    <a:pt x="123" y="146"/>
                  </a:moveTo>
                  <a:cubicBezTo>
                    <a:pt x="66" y="130"/>
                    <a:pt x="23" y="91"/>
                    <a:pt x="0" y="42"/>
                  </a:cubicBezTo>
                  <a:cubicBezTo>
                    <a:pt x="45" y="11"/>
                    <a:pt x="102" y="0"/>
                    <a:pt x="158" y="15"/>
                  </a:cubicBezTo>
                  <a:cubicBezTo>
                    <a:pt x="215" y="31"/>
                    <a:pt x="258" y="70"/>
                    <a:pt x="281" y="119"/>
                  </a:cubicBezTo>
                  <a:cubicBezTo>
                    <a:pt x="236" y="150"/>
                    <a:pt x="179" y="161"/>
                    <a:pt x="123" y="14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8">
              <a:extLst>
                <a:ext uri="{FF2B5EF4-FFF2-40B4-BE49-F238E27FC236}">
                  <a16:creationId xmlns:a16="http://schemas.microsoft.com/office/drawing/2014/main" id="{DF7E80A6-373A-42C4-B0AD-64B4E91D69BA}"/>
                </a:ext>
              </a:extLst>
            </p:cNvPr>
            <p:cNvSpPr>
              <a:spLocks/>
            </p:cNvSpPr>
            <p:nvPr/>
          </p:nvSpPr>
          <p:spPr bwMode="auto">
            <a:xfrm>
              <a:off x="9687385" y="4750661"/>
              <a:ext cx="805521" cy="464834"/>
            </a:xfrm>
            <a:custGeom>
              <a:avLst/>
              <a:gdLst>
                <a:gd name="T0" fmla="*/ 130 w 229"/>
                <a:gd name="T1" fmla="*/ 119 h 132"/>
                <a:gd name="T2" fmla="*/ 0 w 229"/>
                <a:gd name="T3" fmla="*/ 99 h 132"/>
                <a:gd name="T4" fmla="*/ 99 w 229"/>
                <a:gd name="T5" fmla="*/ 13 h 132"/>
                <a:gd name="T6" fmla="*/ 229 w 229"/>
                <a:gd name="T7" fmla="*/ 33 h 132"/>
                <a:gd name="T8" fmla="*/ 130 w 229"/>
                <a:gd name="T9" fmla="*/ 119 h 132"/>
              </a:gdLst>
              <a:ahLst/>
              <a:cxnLst>
                <a:cxn ang="0">
                  <a:pos x="T0" y="T1"/>
                </a:cxn>
                <a:cxn ang="0">
                  <a:pos x="T2" y="T3"/>
                </a:cxn>
                <a:cxn ang="0">
                  <a:pos x="T4" y="T5"/>
                </a:cxn>
                <a:cxn ang="0">
                  <a:pos x="T6" y="T7"/>
                </a:cxn>
                <a:cxn ang="0">
                  <a:pos x="T8" y="T9"/>
                </a:cxn>
              </a:cxnLst>
              <a:rect l="0" t="0" r="r" b="b"/>
              <a:pathLst>
                <a:path w="229" h="132">
                  <a:moveTo>
                    <a:pt x="130" y="119"/>
                  </a:moveTo>
                  <a:cubicBezTo>
                    <a:pt x="84" y="132"/>
                    <a:pt x="37" y="123"/>
                    <a:pt x="0" y="99"/>
                  </a:cubicBezTo>
                  <a:cubicBezTo>
                    <a:pt x="18" y="58"/>
                    <a:pt x="53" y="26"/>
                    <a:pt x="99" y="13"/>
                  </a:cubicBezTo>
                  <a:cubicBezTo>
                    <a:pt x="145" y="0"/>
                    <a:pt x="192" y="8"/>
                    <a:pt x="229" y="33"/>
                  </a:cubicBezTo>
                  <a:cubicBezTo>
                    <a:pt x="210" y="73"/>
                    <a:pt x="175" y="106"/>
                    <a:pt x="130" y="11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9">
              <a:extLst>
                <a:ext uri="{FF2B5EF4-FFF2-40B4-BE49-F238E27FC236}">
                  <a16:creationId xmlns:a16="http://schemas.microsoft.com/office/drawing/2014/main" id="{11448B7B-FD8B-C82B-9E99-4BD678AD38D4}"/>
                </a:ext>
              </a:extLst>
            </p:cNvPr>
            <p:cNvSpPr>
              <a:spLocks/>
            </p:cNvSpPr>
            <p:nvPr/>
          </p:nvSpPr>
          <p:spPr bwMode="auto">
            <a:xfrm>
              <a:off x="8714409" y="4077950"/>
              <a:ext cx="678485" cy="392655"/>
            </a:xfrm>
            <a:custGeom>
              <a:avLst/>
              <a:gdLst>
                <a:gd name="T0" fmla="*/ 110 w 193"/>
                <a:gd name="T1" fmla="*/ 101 h 112"/>
                <a:gd name="T2" fmla="*/ 0 w 193"/>
                <a:gd name="T3" fmla="*/ 84 h 112"/>
                <a:gd name="T4" fmla="*/ 84 w 193"/>
                <a:gd name="T5" fmla="*/ 12 h 112"/>
                <a:gd name="T6" fmla="*/ 193 w 193"/>
                <a:gd name="T7" fmla="*/ 29 h 112"/>
                <a:gd name="T8" fmla="*/ 110 w 193"/>
                <a:gd name="T9" fmla="*/ 101 h 112"/>
              </a:gdLst>
              <a:ahLst/>
              <a:cxnLst>
                <a:cxn ang="0">
                  <a:pos x="T0" y="T1"/>
                </a:cxn>
                <a:cxn ang="0">
                  <a:pos x="T2" y="T3"/>
                </a:cxn>
                <a:cxn ang="0">
                  <a:pos x="T4" y="T5"/>
                </a:cxn>
                <a:cxn ang="0">
                  <a:pos x="T6" y="T7"/>
                </a:cxn>
                <a:cxn ang="0">
                  <a:pos x="T8" y="T9"/>
                </a:cxn>
              </a:cxnLst>
              <a:rect l="0" t="0" r="r" b="b"/>
              <a:pathLst>
                <a:path w="193" h="112">
                  <a:moveTo>
                    <a:pt x="110" y="101"/>
                  </a:moveTo>
                  <a:cubicBezTo>
                    <a:pt x="71" y="112"/>
                    <a:pt x="31" y="105"/>
                    <a:pt x="0" y="84"/>
                  </a:cubicBezTo>
                  <a:cubicBezTo>
                    <a:pt x="16" y="50"/>
                    <a:pt x="45" y="23"/>
                    <a:pt x="84" y="12"/>
                  </a:cubicBezTo>
                  <a:cubicBezTo>
                    <a:pt x="123" y="0"/>
                    <a:pt x="162" y="8"/>
                    <a:pt x="193" y="29"/>
                  </a:cubicBezTo>
                  <a:cubicBezTo>
                    <a:pt x="178" y="63"/>
                    <a:pt x="148" y="90"/>
                    <a:pt x="110" y="10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7" name="Freeform 10">
              <a:extLst>
                <a:ext uri="{FF2B5EF4-FFF2-40B4-BE49-F238E27FC236}">
                  <a16:creationId xmlns:a16="http://schemas.microsoft.com/office/drawing/2014/main" id="{C6955F5F-AFB4-EFBB-15A9-55B931B8DF5C}"/>
                </a:ext>
              </a:extLst>
            </p:cNvPr>
            <p:cNvSpPr>
              <a:spLocks/>
            </p:cNvSpPr>
            <p:nvPr/>
          </p:nvSpPr>
          <p:spPr bwMode="auto">
            <a:xfrm>
              <a:off x="9543027" y="6000805"/>
              <a:ext cx="640952" cy="415752"/>
            </a:xfrm>
            <a:custGeom>
              <a:avLst/>
              <a:gdLst>
                <a:gd name="T0" fmla="*/ 110 w 182"/>
                <a:gd name="T1" fmla="*/ 102 h 118"/>
                <a:gd name="T2" fmla="*/ 0 w 182"/>
                <a:gd name="T3" fmla="*/ 100 h 118"/>
                <a:gd name="T4" fmla="*/ 72 w 182"/>
                <a:gd name="T5" fmla="*/ 17 h 118"/>
                <a:gd name="T6" fmla="*/ 182 w 182"/>
                <a:gd name="T7" fmla="*/ 18 h 118"/>
                <a:gd name="T8" fmla="*/ 110 w 182"/>
                <a:gd name="T9" fmla="*/ 102 h 118"/>
              </a:gdLst>
              <a:ahLst/>
              <a:cxnLst>
                <a:cxn ang="0">
                  <a:pos x="T0" y="T1"/>
                </a:cxn>
                <a:cxn ang="0">
                  <a:pos x="T2" y="T3"/>
                </a:cxn>
                <a:cxn ang="0">
                  <a:pos x="T4" y="T5"/>
                </a:cxn>
                <a:cxn ang="0">
                  <a:pos x="T6" y="T7"/>
                </a:cxn>
                <a:cxn ang="0">
                  <a:pos x="T8" y="T9"/>
                </a:cxn>
              </a:cxnLst>
              <a:rect l="0" t="0" r="r" b="b"/>
              <a:pathLst>
                <a:path w="182" h="118">
                  <a:moveTo>
                    <a:pt x="110" y="102"/>
                  </a:moveTo>
                  <a:cubicBezTo>
                    <a:pt x="73" y="118"/>
                    <a:pt x="33" y="116"/>
                    <a:pt x="0" y="100"/>
                  </a:cubicBezTo>
                  <a:cubicBezTo>
                    <a:pt x="10" y="64"/>
                    <a:pt x="35" y="33"/>
                    <a:pt x="72" y="17"/>
                  </a:cubicBezTo>
                  <a:cubicBezTo>
                    <a:pt x="108" y="0"/>
                    <a:pt x="149" y="2"/>
                    <a:pt x="182" y="18"/>
                  </a:cubicBezTo>
                  <a:cubicBezTo>
                    <a:pt x="172" y="54"/>
                    <a:pt x="147" y="85"/>
                    <a:pt x="110" y="10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8" name="Freeform: Shape 67">
              <a:extLst>
                <a:ext uri="{FF2B5EF4-FFF2-40B4-BE49-F238E27FC236}">
                  <a16:creationId xmlns:a16="http://schemas.microsoft.com/office/drawing/2014/main" id="{10B963E0-D55E-65E8-3AE2-D1AC06392C33}"/>
                </a:ext>
              </a:extLst>
            </p:cNvPr>
            <p:cNvSpPr>
              <a:spLocks/>
            </p:cNvSpPr>
            <p:nvPr/>
          </p:nvSpPr>
          <p:spPr bwMode="auto">
            <a:xfrm>
              <a:off x="12071238" y="5898747"/>
              <a:ext cx="120762" cy="462955"/>
            </a:xfrm>
            <a:custGeom>
              <a:avLst/>
              <a:gdLst>
                <a:gd name="connsiteX0" fmla="*/ 120762 w 120762"/>
                <a:gd name="connsiteY0" fmla="*/ 0 h 462955"/>
                <a:gd name="connsiteX1" fmla="*/ 120762 w 120762"/>
                <a:gd name="connsiteY1" fmla="*/ 436723 h 462955"/>
                <a:gd name="connsiteX2" fmla="*/ 25972 w 120762"/>
                <a:gd name="connsiteY2" fmla="*/ 462955 h 462955"/>
                <a:gd name="connsiteX3" fmla="*/ 64789 w 120762"/>
                <a:gd name="connsiteY3" fmla="*/ 75607 h 462955"/>
              </a:gdLst>
              <a:ahLst/>
              <a:cxnLst>
                <a:cxn ang="0">
                  <a:pos x="connsiteX0" y="connsiteY0"/>
                </a:cxn>
                <a:cxn ang="0">
                  <a:pos x="connsiteX1" y="connsiteY1"/>
                </a:cxn>
                <a:cxn ang="0">
                  <a:pos x="connsiteX2" y="connsiteY2"/>
                </a:cxn>
                <a:cxn ang="0">
                  <a:pos x="connsiteX3" y="connsiteY3"/>
                </a:cxn>
              </a:cxnLst>
              <a:rect l="l" t="t" r="r" b="b"/>
              <a:pathLst>
                <a:path w="120762" h="462955">
                  <a:moveTo>
                    <a:pt x="120762" y="0"/>
                  </a:moveTo>
                  <a:lnTo>
                    <a:pt x="120762" y="436723"/>
                  </a:lnTo>
                  <a:lnTo>
                    <a:pt x="25972" y="462955"/>
                  </a:lnTo>
                  <a:cubicBezTo>
                    <a:pt x="-16373" y="339708"/>
                    <a:pt x="-9315" y="198854"/>
                    <a:pt x="64789" y="756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69" name="Freeform: Shape 68">
              <a:extLst>
                <a:ext uri="{FF2B5EF4-FFF2-40B4-BE49-F238E27FC236}">
                  <a16:creationId xmlns:a16="http://schemas.microsoft.com/office/drawing/2014/main" id="{1F06EBC6-64EF-9E3E-573E-6C6F0FD89CD7}"/>
                </a:ext>
              </a:extLst>
            </p:cNvPr>
            <p:cNvSpPr>
              <a:spLocks/>
            </p:cNvSpPr>
            <p:nvPr/>
          </p:nvSpPr>
          <p:spPr bwMode="auto">
            <a:xfrm>
              <a:off x="11618838" y="526731"/>
              <a:ext cx="573162" cy="948907"/>
            </a:xfrm>
            <a:custGeom>
              <a:avLst/>
              <a:gdLst>
                <a:gd name="connsiteX0" fmla="*/ 21176 w 573162"/>
                <a:gd name="connsiteY0" fmla="*/ 0 h 948907"/>
                <a:gd name="connsiteX1" fmla="*/ 496522 w 573162"/>
                <a:gd name="connsiteY1" fmla="*/ 188884 h 948907"/>
                <a:gd name="connsiteX2" fmla="*/ 573162 w 573162"/>
                <a:gd name="connsiteY2" fmla="*/ 269994 h 948907"/>
                <a:gd name="connsiteX3" fmla="*/ 573162 w 573162"/>
                <a:gd name="connsiteY3" fmla="*/ 948907 h 948907"/>
                <a:gd name="connsiteX4" fmla="*/ 431370 w 573162"/>
                <a:gd name="connsiteY4" fmla="*/ 893105 h 948907"/>
                <a:gd name="connsiteX5" fmla="*/ 162166 w 573162"/>
                <a:gd name="connsiteY5" fmla="*/ 664554 h 948907"/>
                <a:gd name="connsiteX6" fmla="*/ 21176 w 573162"/>
                <a:gd name="connsiteY6" fmla="*/ 0 h 948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62" h="948907">
                  <a:moveTo>
                    <a:pt x="21176" y="0"/>
                  </a:moveTo>
                  <a:cubicBezTo>
                    <a:pt x="193008" y="10549"/>
                    <a:pt x="360874" y="74499"/>
                    <a:pt x="496522" y="188884"/>
                  </a:cubicBezTo>
                  <a:lnTo>
                    <a:pt x="573162" y="269994"/>
                  </a:lnTo>
                  <a:lnTo>
                    <a:pt x="573162" y="948907"/>
                  </a:lnTo>
                  <a:lnTo>
                    <a:pt x="431370" y="893105"/>
                  </a:lnTo>
                  <a:cubicBezTo>
                    <a:pt x="328711" y="839483"/>
                    <a:pt x="236186" y="763007"/>
                    <a:pt x="162166" y="664554"/>
                  </a:cubicBezTo>
                  <a:cubicBezTo>
                    <a:pt x="14127" y="467649"/>
                    <a:pt x="-31695" y="225034"/>
                    <a:pt x="211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70" name="Freeform 15">
              <a:extLst>
                <a:ext uri="{FF2B5EF4-FFF2-40B4-BE49-F238E27FC236}">
                  <a16:creationId xmlns:a16="http://schemas.microsoft.com/office/drawing/2014/main" id="{B99990E6-66A8-9CD1-3B1D-E93E7296E40D}"/>
                </a:ext>
              </a:extLst>
            </p:cNvPr>
            <p:cNvSpPr>
              <a:spLocks/>
            </p:cNvSpPr>
            <p:nvPr/>
          </p:nvSpPr>
          <p:spPr bwMode="auto">
            <a:xfrm>
              <a:off x="8393933" y="1889475"/>
              <a:ext cx="828618" cy="412865"/>
            </a:xfrm>
            <a:custGeom>
              <a:avLst/>
              <a:gdLst>
                <a:gd name="T0" fmla="*/ 113 w 235"/>
                <a:gd name="T1" fmla="*/ 113 h 117"/>
                <a:gd name="T2" fmla="*/ 0 w 235"/>
                <a:gd name="T3" fmla="*/ 48 h 117"/>
                <a:gd name="T4" fmla="*/ 122 w 235"/>
                <a:gd name="T5" fmla="*/ 4 h 117"/>
                <a:gd name="T6" fmla="*/ 235 w 235"/>
                <a:gd name="T7" fmla="*/ 68 h 117"/>
                <a:gd name="T8" fmla="*/ 113 w 235"/>
                <a:gd name="T9" fmla="*/ 113 h 117"/>
              </a:gdLst>
              <a:ahLst/>
              <a:cxnLst>
                <a:cxn ang="0">
                  <a:pos x="T0" y="T1"/>
                </a:cxn>
                <a:cxn ang="0">
                  <a:pos x="T2" y="T3"/>
                </a:cxn>
                <a:cxn ang="0">
                  <a:pos x="T4" y="T5"/>
                </a:cxn>
                <a:cxn ang="0">
                  <a:pos x="T6" y="T7"/>
                </a:cxn>
                <a:cxn ang="0">
                  <a:pos x="T8" y="T9"/>
                </a:cxn>
              </a:cxnLst>
              <a:rect l="0" t="0" r="r" b="b"/>
              <a:pathLst>
                <a:path w="235" h="117">
                  <a:moveTo>
                    <a:pt x="113" y="113"/>
                  </a:moveTo>
                  <a:cubicBezTo>
                    <a:pt x="66" y="109"/>
                    <a:pt x="25" y="84"/>
                    <a:pt x="0" y="48"/>
                  </a:cubicBezTo>
                  <a:cubicBezTo>
                    <a:pt x="31" y="17"/>
                    <a:pt x="75" y="0"/>
                    <a:pt x="122" y="4"/>
                  </a:cubicBezTo>
                  <a:cubicBezTo>
                    <a:pt x="169" y="8"/>
                    <a:pt x="210" y="33"/>
                    <a:pt x="235" y="68"/>
                  </a:cubicBezTo>
                  <a:cubicBezTo>
                    <a:pt x="204" y="99"/>
                    <a:pt x="160" y="117"/>
                    <a:pt x="113" y="11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1" name="Freeform 16">
              <a:extLst>
                <a:ext uri="{FF2B5EF4-FFF2-40B4-BE49-F238E27FC236}">
                  <a16:creationId xmlns:a16="http://schemas.microsoft.com/office/drawing/2014/main" id="{EF995E05-C549-EFAD-5085-1B39205ACBF5}"/>
                </a:ext>
              </a:extLst>
            </p:cNvPr>
            <p:cNvSpPr>
              <a:spLocks/>
            </p:cNvSpPr>
            <p:nvPr/>
          </p:nvSpPr>
          <p:spPr bwMode="auto">
            <a:xfrm>
              <a:off x="11136745" y="5778493"/>
              <a:ext cx="851715" cy="744890"/>
            </a:xfrm>
            <a:custGeom>
              <a:avLst/>
              <a:gdLst>
                <a:gd name="T0" fmla="*/ 165 w 242"/>
                <a:gd name="T1" fmla="*/ 162 h 212"/>
                <a:gd name="T2" fmla="*/ 0 w 242"/>
                <a:gd name="T3" fmla="*/ 200 h 212"/>
                <a:gd name="T4" fmla="*/ 77 w 242"/>
                <a:gd name="T5" fmla="*/ 50 h 212"/>
                <a:gd name="T6" fmla="*/ 242 w 242"/>
                <a:gd name="T7" fmla="*/ 11 h 212"/>
                <a:gd name="T8" fmla="*/ 165 w 242"/>
                <a:gd name="T9" fmla="*/ 162 h 212"/>
              </a:gdLst>
              <a:ahLst/>
              <a:cxnLst>
                <a:cxn ang="0">
                  <a:pos x="T0" y="T1"/>
                </a:cxn>
                <a:cxn ang="0">
                  <a:pos x="T2" y="T3"/>
                </a:cxn>
                <a:cxn ang="0">
                  <a:pos x="T4" y="T5"/>
                </a:cxn>
                <a:cxn ang="0">
                  <a:pos x="T6" y="T7"/>
                </a:cxn>
                <a:cxn ang="0">
                  <a:pos x="T8" y="T9"/>
                </a:cxn>
              </a:cxnLst>
              <a:rect l="0" t="0" r="r" b="b"/>
              <a:pathLst>
                <a:path w="242" h="212">
                  <a:moveTo>
                    <a:pt x="165" y="162"/>
                  </a:moveTo>
                  <a:cubicBezTo>
                    <a:pt x="116" y="200"/>
                    <a:pt x="56" y="212"/>
                    <a:pt x="0" y="200"/>
                  </a:cubicBezTo>
                  <a:cubicBezTo>
                    <a:pt x="2" y="143"/>
                    <a:pt x="28" y="88"/>
                    <a:pt x="77" y="50"/>
                  </a:cubicBezTo>
                  <a:cubicBezTo>
                    <a:pt x="125" y="12"/>
                    <a:pt x="186" y="0"/>
                    <a:pt x="242" y="11"/>
                  </a:cubicBezTo>
                  <a:cubicBezTo>
                    <a:pt x="239" y="68"/>
                    <a:pt x="213" y="124"/>
                    <a:pt x="165" y="16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2" name="Freeform 17">
              <a:extLst>
                <a:ext uri="{FF2B5EF4-FFF2-40B4-BE49-F238E27FC236}">
                  <a16:creationId xmlns:a16="http://schemas.microsoft.com/office/drawing/2014/main" id="{46B86CA1-115B-BAB1-E251-AA002CF049F2}"/>
                </a:ext>
              </a:extLst>
            </p:cNvPr>
            <p:cNvSpPr>
              <a:spLocks/>
            </p:cNvSpPr>
            <p:nvPr/>
          </p:nvSpPr>
          <p:spPr bwMode="auto">
            <a:xfrm>
              <a:off x="10455373" y="3425450"/>
              <a:ext cx="857490" cy="398429"/>
            </a:xfrm>
            <a:custGeom>
              <a:avLst/>
              <a:gdLst>
                <a:gd name="T0" fmla="*/ 121 w 243"/>
                <a:gd name="T1" fmla="*/ 113 h 113"/>
                <a:gd name="T2" fmla="*/ 0 w 243"/>
                <a:gd name="T3" fmla="*/ 56 h 113"/>
                <a:gd name="T4" fmla="*/ 122 w 243"/>
                <a:gd name="T5" fmla="*/ 0 h 113"/>
                <a:gd name="T6" fmla="*/ 243 w 243"/>
                <a:gd name="T7" fmla="*/ 57 h 113"/>
                <a:gd name="T8" fmla="*/ 121 w 243"/>
                <a:gd name="T9" fmla="*/ 113 h 113"/>
              </a:gdLst>
              <a:ahLst/>
              <a:cxnLst>
                <a:cxn ang="0">
                  <a:pos x="T0" y="T1"/>
                </a:cxn>
                <a:cxn ang="0">
                  <a:pos x="T2" y="T3"/>
                </a:cxn>
                <a:cxn ang="0">
                  <a:pos x="T4" y="T5"/>
                </a:cxn>
                <a:cxn ang="0">
                  <a:pos x="T6" y="T7"/>
                </a:cxn>
                <a:cxn ang="0">
                  <a:pos x="T8" y="T9"/>
                </a:cxn>
              </a:cxnLst>
              <a:rect l="0" t="0" r="r" b="b"/>
              <a:pathLst>
                <a:path w="243" h="113">
                  <a:moveTo>
                    <a:pt x="121" y="113"/>
                  </a:moveTo>
                  <a:cubicBezTo>
                    <a:pt x="72" y="112"/>
                    <a:pt x="29" y="90"/>
                    <a:pt x="0" y="56"/>
                  </a:cubicBezTo>
                  <a:cubicBezTo>
                    <a:pt x="29" y="21"/>
                    <a:pt x="73" y="0"/>
                    <a:pt x="122" y="0"/>
                  </a:cubicBezTo>
                  <a:cubicBezTo>
                    <a:pt x="170" y="0"/>
                    <a:pt x="214" y="23"/>
                    <a:pt x="243" y="57"/>
                  </a:cubicBezTo>
                  <a:cubicBezTo>
                    <a:pt x="213" y="91"/>
                    <a:pt x="170" y="113"/>
                    <a:pt x="121" y="11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3" name="Freeform: Shape 72">
              <a:extLst>
                <a:ext uri="{FF2B5EF4-FFF2-40B4-BE49-F238E27FC236}">
                  <a16:creationId xmlns:a16="http://schemas.microsoft.com/office/drawing/2014/main" id="{05C9BC71-E3D5-D612-017A-83575E005884}"/>
                </a:ext>
              </a:extLst>
            </p:cNvPr>
            <p:cNvSpPr>
              <a:spLocks/>
            </p:cNvSpPr>
            <p:nvPr/>
          </p:nvSpPr>
          <p:spPr bwMode="auto">
            <a:xfrm>
              <a:off x="11336229" y="6558227"/>
              <a:ext cx="513340" cy="299773"/>
            </a:xfrm>
            <a:custGeom>
              <a:avLst/>
              <a:gdLst>
                <a:gd name="connsiteX0" fmla="*/ 447209 w 513340"/>
                <a:gd name="connsiteY0" fmla="*/ 449 h 299773"/>
                <a:gd name="connsiteX1" fmla="*/ 503469 w 513340"/>
                <a:gd name="connsiteY1" fmla="*/ 42849 h 299773"/>
                <a:gd name="connsiteX2" fmla="*/ 505666 w 513340"/>
                <a:gd name="connsiteY2" fmla="*/ 264566 h 299773"/>
                <a:gd name="connsiteX3" fmla="*/ 496268 w 513340"/>
                <a:gd name="connsiteY3" fmla="*/ 299773 h 299773"/>
                <a:gd name="connsiteX4" fmla="*/ 0 w 513340"/>
                <a:gd name="connsiteY4" fmla="*/ 299773 h 299773"/>
                <a:gd name="connsiteX5" fmla="*/ 74490 w 513340"/>
                <a:gd name="connsiteY5" fmla="*/ 180649 h 299773"/>
                <a:gd name="connsiteX6" fmla="*/ 447209 w 513340"/>
                <a:gd name="connsiteY6" fmla="*/ 449 h 299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3340" h="299773">
                  <a:moveTo>
                    <a:pt x="447209" y="449"/>
                  </a:moveTo>
                  <a:cubicBezTo>
                    <a:pt x="475339" y="-3085"/>
                    <a:pt x="499952" y="14582"/>
                    <a:pt x="503469" y="42849"/>
                  </a:cubicBezTo>
                  <a:cubicBezTo>
                    <a:pt x="515775" y="125883"/>
                    <a:pt x="516654" y="198316"/>
                    <a:pt x="505666" y="264566"/>
                  </a:cubicBezTo>
                  <a:lnTo>
                    <a:pt x="496268" y="299773"/>
                  </a:lnTo>
                  <a:lnTo>
                    <a:pt x="0" y="299773"/>
                  </a:lnTo>
                  <a:lnTo>
                    <a:pt x="74490" y="180649"/>
                  </a:lnTo>
                  <a:cubicBezTo>
                    <a:pt x="179976" y="56982"/>
                    <a:pt x="303044" y="11049"/>
                    <a:pt x="447209" y="4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74" name="Freeform 22">
              <a:extLst>
                <a:ext uri="{FF2B5EF4-FFF2-40B4-BE49-F238E27FC236}">
                  <a16:creationId xmlns:a16="http://schemas.microsoft.com/office/drawing/2014/main" id="{2469EA6C-EA63-2FA5-DECB-1B36A9C4E332}"/>
                </a:ext>
              </a:extLst>
            </p:cNvPr>
            <p:cNvSpPr>
              <a:spLocks/>
            </p:cNvSpPr>
            <p:nvPr/>
          </p:nvSpPr>
          <p:spPr bwMode="auto">
            <a:xfrm>
              <a:off x="9401555" y="3662198"/>
              <a:ext cx="1102899" cy="545675"/>
            </a:xfrm>
            <a:custGeom>
              <a:avLst/>
              <a:gdLst>
                <a:gd name="T0" fmla="*/ 196 w 313"/>
                <a:gd name="T1" fmla="*/ 149 h 155"/>
                <a:gd name="T2" fmla="*/ 0 w 313"/>
                <a:gd name="T3" fmla="*/ 78 h 155"/>
                <a:gd name="T4" fmla="*/ 185 w 313"/>
                <a:gd name="T5" fmla="*/ 6 h 155"/>
                <a:gd name="T6" fmla="*/ 309 w 313"/>
                <a:gd name="T7" fmla="*/ 56 h 155"/>
                <a:gd name="T8" fmla="*/ 312 w 313"/>
                <a:gd name="T9" fmla="*/ 69 h 155"/>
                <a:gd name="T10" fmla="*/ 196 w 313"/>
                <a:gd name="T11" fmla="*/ 149 h 155"/>
              </a:gdLst>
              <a:ahLst/>
              <a:cxnLst>
                <a:cxn ang="0">
                  <a:pos x="T0" y="T1"/>
                </a:cxn>
                <a:cxn ang="0">
                  <a:pos x="T2" y="T3"/>
                </a:cxn>
                <a:cxn ang="0">
                  <a:pos x="T4" y="T5"/>
                </a:cxn>
                <a:cxn ang="0">
                  <a:pos x="T6" y="T7"/>
                </a:cxn>
                <a:cxn ang="0">
                  <a:pos x="T8" y="T9"/>
                </a:cxn>
                <a:cxn ang="0">
                  <a:pos x="T10" y="T11"/>
                </a:cxn>
              </a:cxnLst>
              <a:rect l="0" t="0" r="r" b="b"/>
              <a:pathLst>
                <a:path w="313" h="155">
                  <a:moveTo>
                    <a:pt x="196" y="149"/>
                  </a:moveTo>
                  <a:cubicBezTo>
                    <a:pt x="145" y="155"/>
                    <a:pt x="50" y="132"/>
                    <a:pt x="0" y="78"/>
                  </a:cubicBezTo>
                  <a:cubicBezTo>
                    <a:pt x="65" y="64"/>
                    <a:pt x="125" y="13"/>
                    <a:pt x="185" y="6"/>
                  </a:cubicBezTo>
                  <a:cubicBezTo>
                    <a:pt x="236" y="0"/>
                    <a:pt x="277" y="21"/>
                    <a:pt x="309" y="56"/>
                  </a:cubicBezTo>
                  <a:cubicBezTo>
                    <a:pt x="312" y="59"/>
                    <a:pt x="313" y="64"/>
                    <a:pt x="312" y="69"/>
                  </a:cubicBezTo>
                  <a:cubicBezTo>
                    <a:pt x="295" y="106"/>
                    <a:pt x="249" y="143"/>
                    <a:pt x="196" y="14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5" name="Freeform 25">
              <a:extLst>
                <a:ext uri="{FF2B5EF4-FFF2-40B4-BE49-F238E27FC236}">
                  <a16:creationId xmlns:a16="http://schemas.microsoft.com/office/drawing/2014/main" id="{9A7A12B0-5A54-08F0-8DE9-BA181D6101F9}"/>
                </a:ext>
              </a:extLst>
            </p:cNvPr>
            <p:cNvSpPr>
              <a:spLocks/>
            </p:cNvSpPr>
            <p:nvPr/>
          </p:nvSpPr>
          <p:spPr bwMode="auto">
            <a:xfrm>
              <a:off x="10585295" y="1941444"/>
              <a:ext cx="1296339" cy="814182"/>
            </a:xfrm>
            <a:custGeom>
              <a:avLst/>
              <a:gdLst>
                <a:gd name="T0" fmla="*/ 171 w 368"/>
                <a:gd name="T1" fmla="*/ 203 h 231"/>
                <a:gd name="T2" fmla="*/ 0 w 368"/>
                <a:gd name="T3" fmla="*/ 13 h 231"/>
                <a:gd name="T4" fmla="*/ 257 w 368"/>
                <a:gd name="T5" fmla="*/ 34 h 231"/>
                <a:gd name="T6" fmla="*/ 366 w 368"/>
                <a:gd name="T7" fmla="*/ 171 h 231"/>
                <a:gd name="T8" fmla="*/ 355 w 368"/>
                <a:gd name="T9" fmla="*/ 196 h 231"/>
                <a:gd name="T10" fmla="*/ 171 w 368"/>
                <a:gd name="T11" fmla="*/ 203 h 231"/>
              </a:gdLst>
              <a:ahLst/>
              <a:cxnLst>
                <a:cxn ang="0">
                  <a:pos x="T0" y="T1"/>
                </a:cxn>
                <a:cxn ang="0">
                  <a:pos x="T2" y="T3"/>
                </a:cxn>
                <a:cxn ang="0">
                  <a:pos x="T4" y="T5"/>
                </a:cxn>
                <a:cxn ang="0">
                  <a:pos x="T6" y="T7"/>
                </a:cxn>
                <a:cxn ang="0">
                  <a:pos x="T8" y="T9"/>
                </a:cxn>
                <a:cxn ang="0">
                  <a:pos x="T10" y="T11"/>
                </a:cxn>
              </a:cxnLst>
              <a:rect l="0" t="0" r="r" b="b"/>
              <a:pathLst>
                <a:path w="368" h="231">
                  <a:moveTo>
                    <a:pt x="171" y="203"/>
                  </a:moveTo>
                  <a:cubicBezTo>
                    <a:pt x="108" y="174"/>
                    <a:pt x="64" y="85"/>
                    <a:pt x="0" y="13"/>
                  </a:cubicBezTo>
                  <a:cubicBezTo>
                    <a:pt x="91" y="8"/>
                    <a:pt x="182" y="0"/>
                    <a:pt x="257" y="34"/>
                  </a:cubicBezTo>
                  <a:cubicBezTo>
                    <a:pt x="317" y="62"/>
                    <a:pt x="351" y="112"/>
                    <a:pt x="366" y="171"/>
                  </a:cubicBezTo>
                  <a:cubicBezTo>
                    <a:pt x="368" y="181"/>
                    <a:pt x="364" y="191"/>
                    <a:pt x="355" y="196"/>
                  </a:cubicBezTo>
                  <a:cubicBezTo>
                    <a:pt x="309" y="224"/>
                    <a:pt x="234" y="231"/>
                    <a:pt x="171" y="20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6" name="Freeform 26">
              <a:extLst>
                <a:ext uri="{FF2B5EF4-FFF2-40B4-BE49-F238E27FC236}">
                  <a16:creationId xmlns:a16="http://schemas.microsoft.com/office/drawing/2014/main" id="{0FB23003-5FC0-303F-AB61-047F4C07244C}"/>
                </a:ext>
              </a:extLst>
            </p:cNvPr>
            <p:cNvSpPr>
              <a:spLocks/>
            </p:cNvSpPr>
            <p:nvPr/>
          </p:nvSpPr>
          <p:spPr bwMode="auto">
            <a:xfrm>
              <a:off x="9976102" y="1231201"/>
              <a:ext cx="987412" cy="640952"/>
            </a:xfrm>
            <a:custGeom>
              <a:avLst/>
              <a:gdLst>
                <a:gd name="T0" fmla="*/ 133 w 280"/>
                <a:gd name="T1" fmla="*/ 160 h 182"/>
                <a:gd name="T2" fmla="*/ 0 w 280"/>
                <a:gd name="T3" fmla="*/ 7 h 182"/>
                <a:gd name="T4" fmla="*/ 207 w 280"/>
                <a:gd name="T5" fmla="*/ 24 h 182"/>
                <a:gd name="T6" fmla="*/ 280 w 280"/>
                <a:gd name="T7" fmla="*/ 137 h 182"/>
                <a:gd name="T8" fmla="*/ 271 w 280"/>
                <a:gd name="T9" fmla="*/ 154 h 182"/>
                <a:gd name="T10" fmla="*/ 133 w 280"/>
                <a:gd name="T11" fmla="*/ 160 h 182"/>
              </a:gdLst>
              <a:ahLst/>
              <a:cxnLst>
                <a:cxn ang="0">
                  <a:pos x="T0" y="T1"/>
                </a:cxn>
                <a:cxn ang="0">
                  <a:pos x="T2" y="T3"/>
                </a:cxn>
                <a:cxn ang="0">
                  <a:pos x="T4" y="T5"/>
                </a:cxn>
                <a:cxn ang="0">
                  <a:pos x="T6" y="T7"/>
                </a:cxn>
                <a:cxn ang="0">
                  <a:pos x="T8" y="T9"/>
                </a:cxn>
                <a:cxn ang="0">
                  <a:pos x="T10" y="T11"/>
                </a:cxn>
              </a:cxnLst>
              <a:rect l="0" t="0" r="r" b="b"/>
              <a:pathLst>
                <a:path w="280" h="182">
                  <a:moveTo>
                    <a:pt x="133" y="160"/>
                  </a:moveTo>
                  <a:cubicBezTo>
                    <a:pt x="73" y="135"/>
                    <a:pt x="17" y="81"/>
                    <a:pt x="0" y="7"/>
                  </a:cubicBezTo>
                  <a:cubicBezTo>
                    <a:pt x="76" y="16"/>
                    <a:pt x="162" y="0"/>
                    <a:pt x="207" y="24"/>
                  </a:cubicBezTo>
                  <a:cubicBezTo>
                    <a:pt x="255" y="50"/>
                    <a:pt x="274" y="88"/>
                    <a:pt x="280" y="137"/>
                  </a:cubicBezTo>
                  <a:cubicBezTo>
                    <a:pt x="280" y="144"/>
                    <a:pt x="277" y="150"/>
                    <a:pt x="271" y="154"/>
                  </a:cubicBezTo>
                  <a:cubicBezTo>
                    <a:pt x="239" y="171"/>
                    <a:pt x="184" y="182"/>
                    <a:pt x="133" y="16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7" name="Freeform 27">
              <a:extLst>
                <a:ext uri="{FF2B5EF4-FFF2-40B4-BE49-F238E27FC236}">
                  <a16:creationId xmlns:a16="http://schemas.microsoft.com/office/drawing/2014/main" id="{B50BF9A1-E34D-1391-6CFB-0517430E24D2}"/>
                </a:ext>
              </a:extLst>
            </p:cNvPr>
            <p:cNvSpPr>
              <a:spLocks/>
            </p:cNvSpPr>
            <p:nvPr/>
          </p:nvSpPr>
          <p:spPr bwMode="auto">
            <a:xfrm>
              <a:off x="11136745" y="1436190"/>
              <a:ext cx="649613" cy="534126"/>
            </a:xfrm>
            <a:custGeom>
              <a:avLst/>
              <a:gdLst>
                <a:gd name="T0" fmla="*/ 58 w 185"/>
                <a:gd name="T1" fmla="*/ 126 h 152"/>
                <a:gd name="T2" fmla="*/ 0 w 185"/>
                <a:gd name="T3" fmla="*/ 4 h 152"/>
                <a:gd name="T4" fmla="*/ 147 w 185"/>
                <a:gd name="T5" fmla="*/ 35 h 152"/>
                <a:gd name="T6" fmla="*/ 184 w 185"/>
                <a:gd name="T7" fmla="*/ 122 h 152"/>
                <a:gd name="T8" fmla="*/ 177 w 185"/>
                <a:gd name="T9" fmla="*/ 135 h 152"/>
                <a:gd name="T10" fmla="*/ 58 w 185"/>
                <a:gd name="T11" fmla="*/ 126 h 152"/>
              </a:gdLst>
              <a:ahLst/>
              <a:cxnLst>
                <a:cxn ang="0">
                  <a:pos x="T0" y="T1"/>
                </a:cxn>
                <a:cxn ang="0">
                  <a:pos x="T2" y="T3"/>
                </a:cxn>
                <a:cxn ang="0">
                  <a:pos x="T4" y="T5"/>
                </a:cxn>
                <a:cxn ang="0">
                  <a:pos x="T6" y="T7"/>
                </a:cxn>
                <a:cxn ang="0">
                  <a:pos x="T8" y="T9"/>
                </a:cxn>
                <a:cxn ang="0">
                  <a:pos x="T10" y="T11"/>
                </a:cxn>
              </a:cxnLst>
              <a:rect l="0" t="0" r="r" b="b"/>
              <a:pathLst>
                <a:path w="185" h="152">
                  <a:moveTo>
                    <a:pt x="58" y="126"/>
                  </a:moveTo>
                  <a:cubicBezTo>
                    <a:pt x="29" y="102"/>
                    <a:pt x="21" y="54"/>
                    <a:pt x="0" y="4"/>
                  </a:cubicBezTo>
                  <a:cubicBezTo>
                    <a:pt x="52" y="0"/>
                    <a:pt x="115" y="5"/>
                    <a:pt x="147" y="35"/>
                  </a:cubicBezTo>
                  <a:cubicBezTo>
                    <a:pt x="177" y="62"/>
                    <a:pt x="178" y="89"/>
                    <a:pt x="184" y="122"/>
                  </a:cubicBezTo>
                  <a:cubicBezTo>
                    <a:pt x="185" y="127"/>
                    <a:pt x="182" y="132"/>
                    <a:pt x="177" y="135"/>
                  </a:cubicBezTo>
                  <a:cubicBezTo>
                    <a:pt x="145" y="150"/>
                    <a:pt x="88" y="152"/>
                    <a:pt x="58" y="12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8" name="Freeform 29">
              <a:extLst>
                <a:ext uri="{FF2B5EF4-FFF2-40B4-BE49-F238E27FC236}">
                  <a16:creationId xmlns:a16="http://schemas.microsoft.com/office/drawing/2014/main" id="{8EEB0B19-7711-ED80-0D37-8112052EE2E3}"/>
                </a:ext>
              </a:extLst>
            </p:cNvPr>
            <p:cNvSpPr>
              <a:spLocks/>
            </p:cNvSpPr>
            <p:nvPr/>
          </p:nvSpPr>
          <p:spPr bwMode="auto">
            <a:xfrm>
              <a:off x="9664288" y="324629"/>
              <a:ext cx="1019171" cy="822843"/>
            </a:xfrm>
            <a:custGeom>
              <a:avLst/>
              <a:gdLst>
                <a:gd name="T0" fmla="*/ 129 w 289"/>
                <a:gd name="T1" fmla="*/ 202 h 233"/>
                <a:gd name="T2" fmla="*/ 0 w 289"/>
                <a:gd name="T3" fmla="*/ 0 h 233"/>
                <a:gd name="T4" fmla="*/ 236 w 289"/>
                <a:gd name="T5" fmla="*/ 80 h 233"/>
                <a:gd name="T6" fmla="*/ 288 w 289"/>
                <a:gd name="T7" fmla="*/ 214 h 233"/>
                <a:gd name="T8" fmla="*/ 276 w 289"/>
                <a:gd name="T9" fmla="*/ 226 h 233"/>
                <a:gd name="T10" fmla="*/ 129 w 289"/>
                <a:gd name="T11" fmla="*/ 202 h 233"/>
              </a:gdLst>
              <a:ahLst/>
              <a:cxnLst>
                <a:cxn ang="0">
                  <a:pos x="T0" y="T1"/>
                </a:cxn>
                <a:cxn ang="0">
                  <a:pos x="T2" y="T3"/>
                </a:cxn>
                <a:cxn ang="0">
                  <a:pos x="T4" y="T5"/>
                </a:cxn>
                <a:cxn ang="0">
                  <a:pos x="T6" y="T7"/>
                </a:cxn>
                <a:cxn ang="0">
                  <a:pos x="T8" y="T9"/>
                </a:cxn>
                <a:cxn ang="0">
                  <a:pos x="T10" y="T11"/>
                </a:cxn>
              </a:cxnLst>
              <a:rect l="0" t="0" r="r" b="b"/>
              <a:pathLst>
                <a:path w="289" h="233">
                  <a:moveTo>
                    <a:pt x="129" y="202"/>
                  </a:moveTo>
                  <a:cubicBezTo>
                    <a:pt x="54" y="147"/>
                    <a:pt x="26" y="69"/>
                    <a:pt x="0" y="0"/>
                  </a:cubicBezTo>
                  <a:cubicBezTo>
                    <a:pt x="107" y="10"/>
                    <a:pt x="184" y="30"/>
                    <a:pt x="236" y="80"/>
                  </a:cubicBezTo>
                  <a:cubicBezTo>
                    <a:pt x="279" y="121"/>
                    <a:pt x="289" y="176"/>
                    <a:pt x="288" y="214"/>
                  </a:cubicBezTo>
                  <a:cubicBezTo>
                    <a:pt x="287" y="221"/>
                    <a:pt x="283" y="226"/>
                    <a:pt x="276" y="226"/>
                  </a:cubicBezTo>
                  <a:cubicBezTo>
                    <a:pt x="228" y="233"/>
                    <a:pt x="161" y="225"/>
                    <a:pt x="129" y="20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9" name="Freeform: Shape 78">
              <a:extLst>
                <a:ext uri="{FF2B5EF4-FFF2-40B4-BE49-F238E27FC236}">
                  <a16:creationId xmlns:a16="http://schemas.microsoft.com/office/drawing/2014/main" id="{03B1BA04-352F-96D0-EFD6-0D7C7F769D21}"/>
                </a:ext>
              </a:extLst>
            </p:cNvPr>
            <p:cNvSpPr>
              <a:spLocks/>
            </p:cNvSpPr>
            <p:nvPr/>
          </p:nvSpPr>
          <p:spPr bwMode="auto">
            <a:xfrm>
              <a:off x="12012196" y="6572978"/>
              <a:ext cx="179805" cy="285022"/>
            </a:xfrm>
            <a:custGeom>
              <a:avLst/>
              <a:gdLst>
                <a:gd name="connsiteX0" fmla="*/ 179805 w 179805"/>
                <a:gd name="connsiteY0" fmla="*/ 0 h 285022"/>
                <a:gd name="connsiteX1" fmla="*/ 179805 w 179805"/>
                <a:gd name="connsiteY1" fmla="*/ 285022 h 285022"/>
                <a:gd name="connsiteX2" fmla="*/ 0 w 179805"/>
                <a:gd name="connsiteY2" fmla="*/ 285022 h 285022"/>
                <a:gd name="connsiteX3" fmla="*/ 67533 w 179805"/>
                <a:gd name="connsiteY3" fmla="*/ 130559 h 285022"/>
                <a:gd name="connsiteX4" fmla="*/ 143082 w 179805"/>
                <a:gd name="connsiteY4" fmla="*/ 31411 h 2850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9805" h="285022">
                  <a:moveTo>
                    <a:pt x="179805" y="0"/>
                  </a:moveTo>
                  <a:lnTo>
                    <a:pt x="179805" y="285022"/>
                  </a:lnTo>
                  <a:lnTo>
                    <a:pt x="0" y="285022"/>
                  </a:lnTo>
                  <a:lnTo>
                    <a:pt x="67533" y="130559"/>
                  </a:lnTo>
                  <a:cubicBezTo>
                    <a:pt x="86958" y="97013"/>
                    <a:pt x="112785" y="63247"/>
                    <a:pt x="143082" y="314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80" name="Freeform 36">
              <a:extLst>
                <a:ext uri="{FF2B5EF4-FFF2-40B4-BE49-F238E27FC236}">
                  <a16:creationId xmlns:a16="http://schemas.microsoft.com/office/drawing/2014/main" id="{FF0817F4-42D5-1B8F-B2D4-A378467F66E0}"/>
                </a:ext>
              </a:extLst>
            </p:cNvPr>
            <p:cNvSpPr>
              <a:spLocks/>
            </p:cNvSpPr>
            <p:nvPr/>
          </p:nvSpPr>
          <p:spPr bwMode="auto">
            <a:xfrm>
              <a:off x="8968480" y="4369554"/>
              <a:ext cx="926782" cy="516803"/>
            </a:xfrm>
            <a:custGeom>
              <a:avLst/>
              <a:gdLst>
                <a:gd name="T0" fmla="*/ 179 w 263"/>
                <a:gd name="T1" fmla="*/ 132 h 147"/>
                <a:gd name="T2" fmla="*/ 0 w 263"/>
                <a:gd name="T3" fmla="*/ 112 h 147"/>
                <a:gd name="T4" fmla="*/ 148 w 263"/>
                <a:gd name="T5" fmla="*/ 13 h 147"/>
                <a:gd name="T6" fmla="*/ 257 w 263"/>
                <a:gd name="T7" fmla="*/ 40 h 147"/>
                <a:gd name="T8" fmla="*/ 261 w 263"/>
                <a:gd name="T9" fmla="*/ 54 h 147"/>
                <a:gd name="T10" fmla="*/ 179 w 263"/>
                <a:gd name="T11" fmla="*/ 132 h 147"/>
              </a:gdLst>
              <a:ahLst/>
              <a:cxnLst>
                <a:cxn ang="0">
                  <a:pos x="T0" y="T1"/>
                </a:cxn>
                <a:cxn ang="0">
                  <a:pos x="T2" y="T3"/>
                </a:cxn>
                <a:cxn ang="0">
                  <a:pos x="T4" y="T5"/>
                </a:cxn>
                <a:cxn ang="0">
                  <a:pos x="T6" y="T7"/>
                </a:cxn>
                <a:cxn ang="0">
                  <a:pos x="T8" y="T9"/>
                </a:cxn>
                <a:cxn ang="0">
                  <a:pos x="T10" y="T11"/>
                </a:cxn>
              </a:cxnLst>
              <a:rect l="0" t="0" r="r" b="b"/>
              <a:pathLst>
                <a:path w="263" h="147">
                  <a:moveTo>
                    <a:pt x="179" y="132"/>
                  </a:moveTo>
                  <a:cubicBezTo>
                    <a:pt x="141" y="143"/>
                    <a:pt x="54" y="147"/>
                    <a:pt x="0" y="112"/>
                  </a:cubicBezTo>
                  <a:cubicBezTo>
                    <a:pt x="57" y="81"/>
                    <a:pt x="106" y="26"/>
                    <a:pt x="148" y="13"/>
                  </a:cubicBezTo>
                  <a:cubicBezTo>
                    <a:pt x="190" y="0"/>
                    <a:pt x="225" y="13"/>
                    <a:pt x="257" y="40"/>
                  </a:cubicBezTo>
                  <a:cubicBezTo>
                    <a:pt x="261" y="44"/>
                    <a:pt x="263" y="49"/>
                    <a:pt x="261" y="54"/>
                  </a:cubicBezTo>
                  <a:cubicBezTo>
                    <a:pt x="250" y="87"/>
                    <a:pt x="218" y="120"/>
                    <a:pt x="179" y="13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1" name="Freeform 37">
              <a:extLst>
                <a:ext uri="{FF2B5EF4-FFF2-40B4-BE49-F238E27FC236}">
                  <a16:creationId xmlns:a16="http://schemas.microsoft.com/office/drawing/2014/main" id="{F7A3656B-E65B-CB05-79F6-80323694D9DD}"/>
                </a:ext>
              </a:extLst>
            </p:cNvPr>
            <p:cNvSpPr>
              <a:spLocks/>
            </p:cNvSpPr>
            <p:nvPr/>
          </p:nvSpPr>
          <p:spPr bwMode="auto">
            <a:xfrm>
              <a:off x="10908658" y="5296336"/>
              <a:ext cx="666936" cy="545675"/>
            </a:xfrm>
            <a:custGeom>
              <a:avLst/>
              <a:gdLst>
                <a:gd name="T0" fmla="*/ 128 w 189"/>
                <a:gd name="T1" fmla="*/ 107 h 155"/>
                <a:gd name="T2" fmla="*/ 0 w 189"/>
                <a:gd name="T3" fmla="*/ 155 h 155"/>
                <a:gd name="T4" fmla="*/ 50 w 189"/>
                <a:gd name="T5" fmla="*/ 36 h 155"/>
                <a:gd name="T6" fmla="*/ 173 w 189"/>
                <a:gd name="T7" fmla="*/ 7 h 155"/>
                <a:gd name="T8" fmla="*/ 181 w 189"/>
                <a:gd name="T9" fmla="*/ 15 h 155"/>
                <a:gd name="T10" fmla="*/ 128 w 189"/>
                <a:gd name="T11" fmla="*/ 107 h 155"/>
              </a:gdLst>
              <a:ahLst/>
              <a:cxnLst>
                <a:cxn ang="0">
                  <a:pos x="T0" y="T1"/>
                </a:cxn>
                <a:cxn ang="0">
                  <a:pos x="T2" y="T3"/>
                </a:cxn>
                <a:cxn ang="0">
                  <a:pos x="T4" y="T5"/>
                </a:cxn>
                <a:cxn ang="0">
                  <a:pos x="T6" y="T7"/>
                </a:cxn>
                <a:cxn ang="0">
                  <a:pos x="T8" y="T9"/>
                </a:cxn>
                <a:cxn ang="0">
                  <a:pos x="T10" y="T11"/>
                </a:cxn>
              </a:cxnLst>
              <a:rect l="0" t="0" r="r" b="b"/>
              <a:pathLst>
                <a:path w="189" h="155">
                  <a:moveTo>
                    <a:pt x="128" y="107"/>
                  </a:moveTo>
                  <a:cubicBezTo>
                    <a:pt x="83" y="130"/>
                    <a:pt x="49" y="136"/>
                    <a:pt x="0" y="155"/>
                  </a:cubicBezTo>
                  <a:cubicBezTo>
                    <a:pt x="6" y="105"/>
                    <a:pt x="21" y="60"/>
                    <a:pt x="50" y="36"/>
                  </a:cubicBezTo>
                  <a:cubicBezTo>
                    <a:pt x="86" y="6"/>
                    <a:pt x="134" y="0"/>
                    <a:pt x="173" y="7"/>
                  </a:cubicBezTo>
                  <a:cubicBezTo>
                    <a:pt x="177" y="8"/>
                    <a:pt x="180" y="11"/>
                    <a:pt x="181" y="15"/>
                  </a:cubicBezTo>
                  <a:cubicBezTo>
                    <a:pt x="189" y="54"/>
                    <a:pt x="168" y="87"/>
                    <a:pt x="128" y="10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2" name="Freeform 38">
              <a:extLst>
                <a:ext uri="{FF2B5EF4-FFF2-40B4-BE49-F238E27FC236}">
                  <a16:creationId xmlns:a16="http://schemas.microsoft.com/office/drawing/2014/main" id="{6E8E5CEB-42EC-6BDB-6784-FF22B20FDB0C}"/>
                </a:ext>
              </a:extLst>
            </p:cNvPr>
            <p:cNvSpPr>
              <a:spLocks/>
            </p:cNvSpPr>
            <p:nvPr/>
          </p:nvSpPr>
          <p:spPr bwMode="auto">
            <a:xfrm>
              <a:off x="9254310" y="1710471"/>
              <a:ext cx="944105" cy="519691"/>
            </a:xfrm>
            <a:custGeom>
              <a:avLst/>
              <a:gdLst>
                <a:gd name="T0" fmla="*/ 144 w 268"/>
                <a:gd name="T1" fmla="*/ 130 h 148"/>
                <a:gd name="T2" fmla="*/ 0 w 268"/>
                <a:gd name="T3" fmla="*/ 58 h 148"/>
                <a:gd name="T4" fmla="*/ 142 w 268"/>
                <a:gd name="T5" fmla="*/ 6 h 148"/>
                <a:gd name="T6" fmla="*/ 265 w 268"/>
                <a:gd name="T7" fmla="*/ 88 h 148"/>
                <a:gd name="T8" fmla="*/ 265 w 268"/>
                <a:gd name="T9" fmla="*/ 101 h 148"/>
                <a:gd name="T10" fmla="*/ 144 w 268"/>
                <a:gd name="T11" fmla="*/ 130 h 148"/>
              </a:gdLst>
              <a:ahLst/>
              <a:cxnLst>
                <a:cxn ang="0">
                  <a:pos x="T0" y="T1"/>
                </a:cxn>
                <a:cxn ang="0">
                  <a:pos x="T2" y="T3"/>
                </a:cxn>
                <a:cxn ang="0">
                  <a:pos x="T4" y="T5"/>
                </a:cxn>
                <a:cxn ang="0">
                  <a:pos x="T6" y="T7"/>
                </a:cxn>
                <a:cxn ang="0">
                  <a:pos x="T8" y="T9"/>
                </a:cxn>
                <a:cxn ang="0">
                  <a:pos x="T10" y="T11"/>
                </a:cxn>
              </a:cxnLst>
              <a:rect l="0" t="0" r="r" b="b"/>
              <a:pathLst>
                <a:path w="268" h="148">
                  <a:moveTo>
                    <a:pt x="144" y="130"/>
                  </a:moveTo>
                  <a:cubicBezTo>
                    <a:pt x="88" y="109"/>
                    <a:pt x="56" y="85"/>
                    <a:pt x="0" y="58"/>
                  </a:cubicBezTo>
                  <a:cubicBezTo>
                    <a:pt x="48" y="24"/>
                    <a:pt x="99" y="0"/>
                    <a:pt x="142" y="6"/>
                  </a:cubicBezTo>
                  <a:cubicBezTo>
                    <a:pt x="197" y="13"/>
                    <a:pt x="240" y="49"/>
                    <a:pt x="265" y="88"/>
                  </a:cubicBezTo>
                  <a:cubicBezTo>
                    <a:pt x="268" y="92"/>
                    <a:pt x="268" y="98"/>
                    <a:pt x="265" y="101"/>
                  </a:cubicBezTo>
                  <a:cubicBezTo>
                    <a:pt x="238" y="139"/>
                    <a:pt x="193" y="148"/>
                    <a:pt x="144" y="13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3" name="Freeform: Shape 82">
              <a:extLst>
                <a:ext uri="{FF2B5EF4-FFF2-40B4-BE49-F238E27FC236}">
                  <a16:creationId xmlns:a16="http://schemas.microsoft.com/office/drawing/2014/main" id="{39A2F59A-CED4-746C-C5DB-5A9E45B7B303}"/>
                </a:ext>
              </a:extLst>
            </p:cNvPr>
            <p:cNvSpPr>
              <a:spLocks/>
            </p:cNvSpPr>
            <p:nvPr/>
          </p:nvSpPr>
          <p:spPr bwMode="auto">
            <a:xfrm>
              <a:off x="11502945" y="0"/>
              <a:ext cx="642569" cy="333538"/>
            </a:xfrm>
            <a:custGeom>
              <a:avLst/>
              <a:gdLst>
                <a:gd name="connsiteX0" fmla="*/ 0 w 642569"/>
                <a:gd name="connsiteY0" fmla="*/ 0 h 333538"/>
                <a:gd name="connsiteX1" fmla="*/ 626864 w 642569"/>
                <a:gd name="connsiteY1" fmla="*/ 0 h 333538"/>
                <a:gd name="connsiteX2" fmla="*/ 640881 w 642569"/>
                <a:gd name="connsiteY2" fmla="*/ 48961 h 333538"/>
                <a:gd name="connsiteX3" fmla="*/ 560636 w 642569"/>
                <a:gd name="connsiteY3" fmla="*/ 311547 h 333538"/>
                <a:gd name="connsiteX4" fmla="*/ 504200 w 642569"/>
                <a:gd name="connsiteY4" fmla="*/ 332659 h 333538"/>
                <a:gd name="connsiteX5" fmla="*/ 17439 w 642569"/>
                <a:gd name="connsiteY5" fmla="*/ 54679 h 333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2569" h="333538">
                  <a:moveTo>
                    <a:pt x="0" y="0"/>
                  </a:moveTo>
                  <a:lnTo>
                    <a:pt x="626864" y="0"/>
                  </a:lnTo>
                  <a:lnTo>
                    <a:pt x="640881" y="48961"/>
                  </a:lnTo>
                  <a:cubicBezTo>
                    <a:pt x="649699" y="139129"/>
                    <a:pt x="624127" y="228856"/>
                    <a:pt x="560636" y="311547"/>
                  </a:cubicBezTo>
                  <a:cubicBezTo>
                    <a:pt x="546527" y="329141"/>
                    <a:pt x="525363" y="336178"/>
                    <a:pt x="504200" y="332659"/>
                  </a:cubicBezTo>
                  <a:cubicBezTo>
                    <a:pt x="296092" y="293953"/>
                    <a:pt x="112675" y="265803"/>
                    <a:pt x="17439" y="5467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84" name="Freeform: Shape 83">
              <a:extLst>
                <a:ext uri="{FF2B5EF4-FFF2-40B4-BE49-F238E27FC236}">
                  <a16:creationId xmlns:a16="http://schemas.microsoft.com/office/drawing/2014/main" id="{1010E54E-8563-1BEB-7196-E4FD474329A2}"/>
                </a:ext>
              </a:extLst>
            </p:cNvPr>
            <p:cNvSpPr>
              <a:spLocks/>
            </p:cNvSpPr>
            <p:nvPr/>
          </p:nvSpPr>
          <p:spPr bwMode="auto">
            <a:xfrm>
              <a:off x="10784033" y="6730342"/>
              <a:ext cx="344354" cy="127658"/>
            </a:xfrm>
            <a:custGeom>
              <a:avLst/>
              <a:gdLst>
                <a:gd name="connsiteX0" fmla="*/ 233176 w 344354"/>
                <a:gd name="connsiteY0" fmla="*/ 606 h 127658"/>
                <a:gd name="connsiteX1" fmla="*/ 312557 w 344354"/>
                <a:gd name="connsiteY1" fmla="*/ 2803 h 127658"/>
                <a:gd name="connsiteX2" fmla="*/ 344354 w 344354"/>
                <a:gd name="connsiteY2" fmla="*/ 34444 h 127658"/>
                <a:gd name="connsiteX3" fmla="*/ 343530 w 344354"/>
                <a:gd name="connsiteY3" fmla="*/ 127658 h 127658"/>
                <a:gd name="connsiteX4" fmla="*/ 0 w 344354"/>
                <a:gd name="connsiteY4" fmla="*/ 127658 h 127658"/>
                <a:gd name="connsiteX5" fmla="*/ 33451 w 344354"/>
                <a:gd name="connsiteY5" fmla="*/ 83664 h 127658"/>
                <a:gd name="connsiteX6" fmla="*/ 233176 w 344354"/>
                <a:gd name="connsiteY6" fmla="*/ 606 h 127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4354" h="127658">
                  <a:moveTo>
                    <a:pt x="233176" y="606"/>
                  </a:moveTo>
                  <a:cubicBezTo>
                    <a:pt x="258679" y="-712"/>
                    <a:pt x="285177" y="167"/>
                    <a:pt x="312557" y="2803"/>
                  </a:cubicBezTo>
                  <a:cubicBezTo>
                    <a:pt x="330222" y="2803"/>
                    <a:pt x="344354" y="16866"/>
                    <a:pt x="344354" y="34444"/>
                  </a:cubicBezTo>
                  <a:lnTo>
                    <a:pt x="343530" y="127658"/>
                  </a:lnTo>
                  <a:lnTo>
                    <a:pt x="0" y="127658"/>
                  </a:lnTo>
                  <a:lnTo>
                    <a:pt x="33451" y="83664"/>
                  </a:lnTo>
                  <a:cubicBezTo>
                    <a:pt x="89096" y="28292"/>
                    <a:pt x="156664" y="4561"/>
                    <a:pt x="233176" y="6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85" name="Freeform 44">
              <a:extLst>
                <a:ext uri="{FF2B5EF4-FFF2-40B4-BE49-F238E27FC236}">
                  <a16:creationId xmlns:a16="http://schemas.microsoft.com/office/drawing/2014/main" id="{180358ED-D8E9-D8AE-66D5-E9BEF0CF05B5}"/>
                </a:ext>
              </a:extLst>
            </p:cNvPr>
            <p:cNvSpPr>
              <a:spLocks/>
            </p:cNvSpPr>
            <p:nvPr/>
          </p:nvSpPr>
          <p:spPr bwMode="auto">
            <a:xfrm>
              <a:off x="8572937" y="2937518"/>
              <a:ext cx="606306" cy="303153"/>
            </a:xfrm>
            <a:custGeom>
              <a:avLst/>
              <a:gdLst>
                <a:gd name="T0" fmla="*/ 96 w 172"/>
                <a:gd name="T1" fmla="*/ 0 h 86"/>
                <a:gd name="T2" fmla="*/ 0 w 172"/>
                <a:gd name="T3" fmla="*/ 45 h 86"/>
                <a:gd name="T4" fmla="*/ 99 w 172"/>
                <a:gd name="T5" fmla="*/ 85 h 86"/>
                <a:gd name="T6" fmla="*/ 168 w 172"/>
                <a:gd name="T7" fmla="*/ 46 h 86"/>
                <a:gd name="T8" fmla="*/ 167 w 172"/>
                <a:gd name="T9" fmla="*/ 29 h 86"/>
                <a:gd name="T10" fmla="*/ 96 w 172"/>
                <a:gd name="T11" fmla="*/ 0 h 86"/>
              </a:gdLst>
              <a:ahLst/>
              <a:cxnLst>
                <a:cxn ang="0">
                  <a:pos x="T0" y="T1"/>
                </a:cxn>
                <a:cxn ang="0">
                  <a:pos x="T2" y="T3"/>
                </a:cxn>
                <a:cxn ang="0">
                  <a:pos x="T4" y="T5"/>
                </a:cxn>
                <a:cxn ang="0">
                  <a:pos x="T6" y="T7"/>
                </a:cxn>
                <a:cxn ang="0">
                  <a:pos x="T8" y="T9"/>
                </a:cxn>
                <a:cxn ang="0">
                  <a:pos x="T10" y="T11"/>
                </a:cxn>
              </a:cxnLst>
              <a:rect l="0" t="0" r="r" b="b"/>
              <a:pathLst>
                <a:path w="172" h="86">
                  <a:moveTo>
                    <a:pt x="96" y="0"/>
                  </a:moveTo>
                  <a:cubicBezTo>
                    <a:pt x="67" y="0"/>
                    <a:pt x="31" y="14"/>
                    <a:pt x="0" y="45"/>
                  </a:cubicBezTo>
                  <a:cubicBezTo>
                    <a:pt x="31" y="61"/>
                    <a:pt x="66" y="84"/>
                    <a:pt x="99" y="85"/>
                  </a:cubicBezTo>
                  <a:cubicBezTo>
                    <a:pt x="130" y="86"/>
                    <a:pt x="151" y="68"/>
                    <a:pt x="168" y="46"/>
                  </a:cubicBezTo>
                  <a:cubicBezTo>
                    <a:pt x="172" y="41"/>
                    <a:pt x="172" y="34"/>
                    <a:pt x="167" y="29"/>
                  </a:cubicBezTo>
                  <a:cubicBezTo>
                    <a:pt x="151" y="13"/>
                    <a:pt x="124" y="0"/>
                    <a:pt x="96"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6" name="Freeform 45">
              <a:extLst>
                <a:ext uri="{FF2B5EF4-FFF2-40B4-BE49-F238E27FC236}">
                  <a16:creationId xmlns:a16="http://schemas.microsoft.com/office/drawing/2014/main" id="{C37A81FA-1D89-24B9-EB3D-7FC079CE2EBB}"/>
                </a:ext>
              </a:extLst>
            </p:cNvPr>
            <p:cNvSpPr>
              <a:spLocks/>
            </p:cNvSpPr>
            <p:nvPr/>
          </p:nvSpPr>
          <p:spPr bwMode="auto">
            <a:xfrm>
              <a:off x="8910736" y="5209721"/>
              <a:ext cx="941218" cy="574547"/>
            </a:xfrm>
            <a:custGeom>
              <a:avLst/>
              <a:gdLst>
                <a:gd name="T0" fmla="*/ 138 w 267"/>
                <a:gd name="T1" fmla="*/ 20 h 163"/>
                <a:gd name="T2" fmla="*/ 0 w 267"/>
                <a:gd name="T3" fmla="*/ 145 h 163"/>
                <a:gd name="T4" fmla="*/ 191 w 267"/>
                <a:gd name="T5" fmla="*/ 137 h 163"/>
                <a:gd name="T6" fmla="*/ 267 w 267"/>
                <a:gd name="T7" fmla="*/ 39 h 163"/>
                <a:gd name="T8" fmla="*/ 260 w 267"/>
                <a:gd name="T9" fmla="*/ 29 h 163"/>
                <a:gd name="T10" fmla="*/ 138 w 267"/>
                <a:gd name="T11" fmla="*/ 20 h 163"/>
              </a:gdLst>
              <a:ahLst/>
              <a:cxnLst>
                <a:cxn ang="0">
                  <a:pos x="T0" y="T1"/>
                </a:cxn>
                <a:cxn ang="0">
                  <a:pos x="T2" y="T3"/>
                </a:cxn>
                <a:cxn ang="0">
                  <a:pos x="T4" y="T5"/>
                </a:cxn>
                <a:cxn ang="0">
                  <a:pos x="T6" y="T7"/>
                </a:cxn>
                <a:cxn ang="0">
                  <a:pos x="T8" y="T9"/>
                </a:cxn>
                <a:cxn ang="0">
                  <a:pos x="T10" y="T11"/>
                </a:cxn>
              </a:cxnLst>
              <a:rect l="0" t="0" r="r" b="b"/>
              <a:pathLst>
                <a:path w="267" h="163">
                  <a:moveTo>
                    <a:pt x="138" y="20"/>
                  </a:moveTo>
                  <a:cubicBezTo>
                    <a:pt x="82" y="46"/>
                    <a:pt x="47" y="96"/>
                    <a:pt x="0" y="145"/>
                  </a:cubicBezTo>
                  <a:cubicBezTo>
                    <a:pt x="61" y="163"/>
                    <a:pt x="144" y="154"/>
                    <a:pt x="191" y="137"/>
                  </a:cubicBezTo>
                  <a:cubicBezTo>
                    <a:pt x="238" y="118"/>
                    <a:pt x="267" y="80"/>
                    <a:pt x="267" y="39"/>
                  </a:cubicBezTo>
                  <a:cubicBezTo>
                    <a:pt x="267" y="34"/>
                    <a:pt x="264" y="31"/>
                    <a:pt x="260" y="29"/>
                  </a:cubicBezTo>
                  <a:cubicBezTo>
                    <a:pt x="229" y="12"/>
                    <a:pt x="180" y="0"/>
                    <a:pt x="138" y="2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7" name="Freeform 46">
              <a:extLst>
                <a:ext uri="{FF2B5EF4-FFF2-40B4-BE49-F238E27FC236}">
                  <a16:creationId xmlns:a16="http://schemas.microsoft.com/office/drawing/2014/main" id="{EC43ABE7-4E65-FC3A-5FED-96142EC1C9C1}"/>
                </a:ext>
              </a:extLst>
            </p:cNvPr>
            <p:cNvSpPr>
              <a:spLocks/>
            </p:cNvSpPr>
            <p:nvPr/>
          </p:nvSpPr>
          <p:spPr bwMode="auto">
            <a:xfrm>
              <a:off x="8734619" y="2316777"/>
              <a:ext cx="1079802" cy="534126"/>
            </a:xfrm>
            <a:custGeom>
              <a:avLst/>
              <a:gdLst>
                <a:gd name="T0" fmla="*/ 194 w 306"/>
                <a:gd name="T1" fmla="*/ 10 h 152"/>
                <a:gd name="T2" fmla="*/ 0 w 306"/>
                <a:gd name="T3" fmla="*/ 66 h 152"/>
                <a:gd name="T4" fmla="*/ 167 w 306"/>
                <a:gd name="T5" fmla="*/ 141 h 152"/>
                <a:gd name="T6" fmla="*/ 298 w 306"/>
                <a:gd name="T7" fmla="*/ 105 h 152"/>
                <a:gd name="T8" fmla="*/ 301 w 306"/>
                <a:gd name="T9" fmla="*/ 82 h 152"/>
                <a:gd name="T10" fmla="*/ 194 w 306"/>
                <a:gd name="T11" fmla="*/ 10 h 152"/>
              </a:gdLst>
              <a:ahLst/>
              <a:cxnLst>
                <a:cxn ang="0">
                  <a:pos x="T0" y="T1"/>
                </a:cxn>
                <a:cxn ang="0">
                  <a:pos x="T2" y="T3"/>
                </a:cxn>
                <a:cxn ang="0">
                  <a:pos x="T4" y="T5"/>
                </a:cxn>
                <a:cxn ang="0">
                  <a:pos x="T6" y="T7"/>
                </a:cxn>
                <a:cxn ang="0">
                  <a:pos x="T8" y="T9"/>
                </a:cxn>
                <a:cxn ang="0">
                  <a:pos x="T10" y="T11"/>
                </a:cxn>
              </a:cxnLst>
              <a:rect l="0" t="0" r="r" b="b"/>
              <a:pathLst>
                <a:path w="306" h="152">
                  <a:moveTo>
                    <a:pt x="194" y="10"/>
                  </a:moveTo>
                  <a:cubicBezTo>
                    <a:pt x="146" y="0"/>
                    <a:pt x="60" y="26"/>
                    <a:pt x="0" y="66"/>
                  </a:cubicBezTo>
                  <a:cubicBezTo>
                    <a:pt x="54" y="97"/>
                    <a:pt x="114" y="130"/>
                    <a:pt x="167" y="141"/>
                  </a:cubicBezTo>
                  <a:cubicBezTo>
                    <a:pt x="218" y="152"/>
                    <a:pt x="264" y="136"/>
                    <a:pt x="298" y="105"/>
                  </a:cubicBezTo>
                  <a:cubicBezTo>
                    <a:pt x="305" y="100"/>
                    <a:pt x="306" y="90"/>
                    <a:pt x="301" y="82"/>
                  </a:cubicBezTo>
                  <a:cubicBezTo>
                    <a:pt x="281" y="50"/>
                    <a:pt x="240" y="19"/>
                    <a:pt x="194" y="1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8" name="Freeform 47">
              <a:extLst>
                <a:ext uri="{FF2B5EF4-FFF2-40B4-BE49-F238E27FC236}">
                  <a16:creationId xmlns:a16="http://schemas.microsoft.com/office/drawing/2014/main" id="{2B690DA8-1DA5-F318-1F5E-B0291DD02C32}"/>
                </a:ext>
              </a:extLst>
            </p:cNvPr>
            <p:cNvSpPr>
              <a:spLocks/>
            </p:cNvSpPr>
            <p:nvPr/>
          </p:nvSpPr>
          <p:spPr bwMode="auto">
            <a:xfrm>
              <a:off x="10706556" y="512295"/>
              <a:ext cx="736228" cy="707357"/>
            </a:xfrm>
            <a:custGeom>
              <a:avLst/>
              <a:gdLst>
                <a:gd name="T0" fmla="*/ 171 w 209"/>
                <a:gd name="T1" fmla="*/ 76 h 201"/>
                <a:gd name="T2" fmla="*/ 0 w 209"/>
                <a:gd name="T3" fmla="*/ 0 h 201"/>
                <a:gd name="T4" fmla="*/ 73 w 209"/>
                <a:gd name="T5" fmla="*/ 165 h 201"/>
                <a:gd name="T6" fmla="*/ 196 w 209"/>
                <a:gd name="T7" fmla="*/ 189 h 201"/>
                <a:gd name="T8" fmla="*/ 207 w 209"/>
                <a:gd name="T9" fmla="*/ 176 h 201"/>
                <a:gd name="T10" fmla="*/ 171 w 209"/>
                <a:gd name="T11" fmla="*/ 76 h 201"/>
              </a:gdLst>
              <a:ahLst/>
              <a:cxnLst>
                <a:cxn ang="0">
                  <a:pos x="T0" y="T1"/>
                </a:cxn>
                <a:cxn ang="0">
                  <a:pos x="T2" y="T3"/>
                </a:cxn>
                <a:cxn ang="0">
                  <a:pos x="T4" y="T5"/>
                </a:cxn>
                <a:cxn ang="0">
                  <a:pos x="T6" y="T7"/>
                </a:cxn>
                <a:cxn ang="0">
                  <a:pos x="T8" y="T9"/>
                </a:cxn>
                <a:cxn ang="0">
                  <a:pos x="T10" y="T11"/>
                </a:cxn>
              </a:cxnLst>
              <a:rect l="0" t="0" r="r" b="b"/>
              <a:pathLst>
                <a:path w="209" h="201">
                  <a:moveTo>
                    <a:pt x="171" y="76"/>
                  </a:moveTo>
                  <a:cubicBezTo>
                    <a:pt x="136" y="40"/>
                    <a:pt x="56" y="9"/>
                    <a:pt x="0" y="0"/>
                  </a:cubicBezTo>
                  <a:cubicBezTo>
                    <a:pt x="12" y="36"/>
                    <a:pt x="37" y="133"/>
                    <a:pt x="73" y="165"/>
                  </a:cubicBezTo>
                  <a:cubicBezTo>
                    <a:pt x="110" y="198"/>
                    <a:pt x="150" y="201"/>
                    <a:pt x="196" y="189"/>
                  </a:cubicBezTo>
                  <a:cubicBezTo>
                    <a:pt x="202" y="187"/>
                    <a:pt x="207" y="182"/>
                    <a:pt x="207" y="176"/>
                  </a:cubicBezTo>
                  <a:cubicBezTo>
                    <a:pt x="209" y="139"/>
                    <a:pt x="202" y="108"/>
                    <a:pt x="171" y="7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9" name="Freeform: Shape 88">
              <a:extLst>
                <a:ext uri="{FF2B5EF4-FFF2-40B4-BE49-F238E27FC236}">
                  <a16:creationId xmlns:a16="http://schemas.microsoft.com/office/drawing/2014/main" id="{42849AE6-D65F-045C-C2D7-9DC1EB5BB812}"/>
                </a:ext>
              </a:extLst>
            </p:cNvPr>
            <p:cNvSpPr>
              <a:spLocks/>
            </p:cNvSpPr>
            <p:nvPr/>
          </p:nvSpPr>
          <p:spPr bwMode="auto">
            <a:xfrm>
              <a:off x="9916287" y="0"/>
              <a:ext cx="447759" cy="240954"/>
            </a:xfrm>
            <a:custGeom>
              <a:avLst/>
              <a:gdLst>
                <a:gd name="connsiteX0" fmla="*/ 0 w 447759"/>
                <a:gd name="connsiteY0" fmla="*/ 0 h 240954"/>
                <a:gd name="connsiteX1" fmla="*/ 414433 w 447759"/>
                <a:gd name="connsiteY1" fmla="*/ 0 h 240954"/>
                <a:gd name="connsiteX2" fmla="*/ 420771 w 447759"/>
                <a:gd name="connsiteY2" fmla="*/ 9983 h 240954"/>
                <a:gd name="connsiteX3" fmla="*/ 441191 w 447759"/>
                <a:gd name="connsiteY3" fmla="*/ 210080 h 240954"/>
                <a:gd name="connsiteX4" fmla="*/ 409316 w 447759"/>
                <a:gd name="connsiteY4" fmla="*/ 238327 h 240954"/>
                <a:gd name="connsiteX5" fmla="*/ 55157 w 447759"/>
                <a:gd name="connsiteY5" fmla="*/ 100625 h 240954"/>
                <a:gd name="connsiteX6" fmla="*/ 10942 w 447759"/>
                <a:gd name="connsiteY6" fmla="*/ 26313 h 240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7759" h="240954">
                  <a:moveTo>
                    <a:pt x="0" y="0"/>
                  </a:moveTo>
                  <a:lnTo>
                    <a:pt x="414433" y="0"/>
                  </a:lnTo>
                  <a:lnTo>
                    <a:pt x="420771" y="9983"/>
                  </a:lnTo>
                  <a:cubicBezTo>
                    <a:pt x="452479" y="75689"/>
                    <a:pt x="451816" y="135933"/>
                    <a:pt x="441191" y="210080"/>
                  </a:cubicBezTo>
                  <a:cubicBezTo>
                    <a:pt x="437649" y="227734"/>
                    <a:pt x="427024" y="238327"/>
                    <a:pt x="409316" y="238327"/>
                  </a:cubicBezTo>
                  <a:cubicBezTo>
                    <a:pt x="249945" y="252450"/>
                    <a:pt x="133072" y="210080"/>
                    <a:pt x="55157" y="100625"/>
                  </a:cubicBezTo>
                  <a:cubicBezTo>
                    <a:pt x="40991" y="81206"/>
                    <a:pt x="25717" y="55828"/>
                    <a:pt x="10942" y="263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90" name="Freeform 49">
              <a:extLst>
                <a:ext uri="{FF2B5EF4-FFF2-40B4-BE49-F238E27FC236}">
                  <a16:creationId xmlns:a16="http://schemas.microsoft.com/office/drawing/2014/main" id="{E4DCF8F2-78F9-E096-6877-A14BB2C12FBB}"/>
                </a:ext>
              </a:extLst>
            </p:cNvPr>
            <p:cNvSpPr>
              <a:spLocks/>
            </p:cNvSpPr>
            <p:nvPr/>
          </p:nvSpPr>
          <p:spPr bwMode="auto">
            <a:xfrm>
              <a:off x="9312053" y="2850903"/>
              <a:ext cx="1255919" cy="629403"/>
            </a:xfrm>
            <a:custGeom>
              <a:avLst/>
              <a:gdLst>
                <a:gd name="T0" fmla="*/ 212 w 356"/>
                <a:gd name="T1" fmla="*/ 174 h 179"/>
                <a:gd name="T2" fmla="*/ 0 w 356"/>
                <a:gd name="T3" fmla="*/ 110 h 179"/>
                <a:gd name="T4" fmla="*/ 171 w 356"/>
                <a:gd name="T5" fmla="*/ 10 h 179"/>
                <a:gd name="T6" fmla="*/ 352 w 356"/>
                <a:gd name="T7" fmla="*/ 91 h 179"/>
                <a:gd name="T8" fmla="*/ 350 w 356"/>
                <a:gd name="T9" fmla="*/ 110 h 179"/>
                <a:gd name="T10" fmla="*/ 212 w 356"/>
                <a:gd name="T11" fmla="*/ 174 h 179"/>
              </a:gdLst>
              <a:ahLst/>
              <a:cxnLst>
                <a:cxn ang="0">
                  <a:pos x="T0" y="T1"/>
                </a:cxn>
                <a:cxn ang="0">
                  <a:pos x="T2" y="T3"/>
                </a:cxn>
                <a:cxn ang="0">
                  <a:pos x="T4" y="T5"/>
                </a:cxn>
                <a:cxn ang="0">
                  <a:pos x="T6" y="T7"/>
                </a:cxn>
                <a:cxn ang="0">
                  <a:pos x="T8" y="T9"/>
                </a:cxn>
                <a:cxn ang="0">
                  <a:pos x="T10" y="T11"/>
                </a:cxn>
              </a:cxnLst>
              <a:rect l="0" t="0" r="r" b="b"/>
              <a:pathLst>
                <a:path w="356" h="179">
                  <a:moveTo>
                    <a:pt x="212" y="174"/>
                  </a:moveTo>
                  <a:cubicBezTo>
                    <a:pt x="146" y="179"/>
                    <a:pt x="89" y="144"/>
                    <a:pt x="0" y="110"/>
                  </a:cubicBezTo>
                  <a:cubicBezTo>
                    <a:pt x="34" y="72"/>
                    <a:pt x="108" y="20"/>
                    <a:pt x="171" y="10"/>
                  </a:cubicBezTo>
                  <a:cubicBezTo>
                    <a:pt x="236" y="0"/>
                    <a:pt x="316" y="34"/>
                    <a:pt x="352" y="91"/>
                  </a:cubicBezTo>
                  <a:cubicBezTo>
                    <a:pt x="356" y="97"/>
                    <a:pt x="355" y="104"/>
                    <a:pt x="350" y="110"/>
                  </a:cubicBezTo>
                  <a:cubicBezTo>
                    <a:pt x="316" y="144"/>
                    <a:pt x="271" y="170"/>
                    <a:pt x="212" y="1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1" name="Freeform: Shape 90">
              <a:extLst>
                <a:ext uri="{FF2B5EF4-FFF2-40B4-BE49-F238E27FC236}">
                  <a16:creationId xmlns:a16="http://schemas.microsoft.com/office/drawing/2014/main" id="{7A713736-8189-A3AB-0DC8-3B9368EC20A9}"/>
                </a:ext>
              </a:extLst>
            </p:cNvPr>
            <p:cNvSpPr>
              <a:spLocks/>
            </p:cNvSpPr>
            <p:nvPr/>
          </p:nvSpPr>
          <p:spPr bwMode="auto">
            <a:xfrm>
              <a:off x="10881967" y="0"/>
              <a:ext cx="535486" cy="509022"/>
            </a:xfrm>
            <a:custGeom>
              <a:avLst/>
              <a:gdLst>
                <a:gd name="connsiteX0" fmla="*/ 0 w 535486"/>
                <a:gd name="connsiteY0" fmla="*/ 0 h 509022"/>
                <a:gd name="connsiteX1" fmla="*/ 299950 w 535486"/>
                <a:gd name="connsiteY1" fmla="*/ 0 h 509022"/>
                <a:gd name="connsiteX2" fmla="*/ 371512 w 535486"/>
                <a:gd name="connsiteY2" fmla="*/ 46406 h 509022"/>
                <a:gd name="connsiteX3" fmla="*/ 451269 w 535486"/>
                <a:gd name="connsiteY3" fmla="*/ 128855 h 509022"/>
                <a:gd name="connsiteX4" fmla="*/ 528768 w 535486"/>
                <a:gd name="connsiteY4" fmla="*/ 473371 h 509022"/>
                <a:gd name="connsiteX5" fmla="*/ 497064 w 535486"/>
                <a:gd name="connsiteY5" fmla="*/ 505010 h 509022"/>
                <a:gd name="connsiteX6" fmla="*/ 70816 w 535486"/>
                <a:gd name="connsiteY6" fmla="*/ 308144 h 509022"/>
                <a:gd name="connsiteX7" fmla="*/ 3444 w 535486"/>
                <a:gd name="connsiteY7" fmla="*/ 77002 h 509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5486" h="509022">
                  <a:moveTo>
                    <a:pt x="0" y="0"/>
                  </a:moveTo>
                  <a:lnTo>
                    <a:pt x="299950" y="0"/>
                  </a:lnTo>
                  <a:lnTo>
                    <a:pt x="371512" y="46406"/>
                  </a:lnTo>
                  <a:cubicBezTo>
                    <a:pt x="401731" y="70410"/>
                    <a:pt x="428371" y="97216"/>
                    <a:pt x="451269" y="128855"/>
                  </a:cubicBezTo>
                  <a:cubicBezTo>
                    <a:pt x="532291" y="237834"/>
                    <a:pt x="546382" y="357360"/>
                    <a:pt x="528768" y="473371"/>
                  </a:cubicBezTo>
                  <a:cubicBezTo>
                    <a:pt x="528768" y="490948"/>
                    <a:pt x="514678" y="501494"/>
                    <a:pt x="497064" y="505010"/>
                  </a:cubicBezTo>
                  <a:cubicBezTo>
                    <a:pt x="331497" y="529618"/>
                    <a:pt x="148316" y="438216"/>
                    <a:pt x="70816" y="308144"/>
                  </a:cubicBezTo>
                  <a:cubicBezTo>
                    <a:pt x="33828" y="244865"/>
                    <a:pt x="12691" y="160494"/>
                    <a:pt x="3444" y="770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92" name="Freeform 58">
              <a:extLst>
                <a:ext uri="{FF2B5EF4-FFF2-40B4-BE49-F238E27FC236}">
                  <a16:creationId xmlns:a16="http://schemas.microsoft.com/office/drawing/2014/main" id="{D6F81934-D712-AA55-1DB7-AFB9F05AD9E6}"/>
                </a:ext>
              </a:extLst>
            </p:cNvPr>
            <p:cNvSpPr>
              <a:spLocks/>
            </p:cNvSpPr>
            <p:nvPr/>
          </p:nvSpPr>
          <p:spPr bwMode="auto">
            <a:xfrm>
              <a:off x="8780814" y="177384"/>
              <a:ext cx="799746" cy="733341"/>
            </a:xfrm>
            <a:custGeom>
              <a:avLst/>
              <a:gdLst>
                <a:gd name="T0" fmla="*/ 88 w 227"/>
                <a:gd name="T1" fmla="*/ 178 h 208"/>
                <a:gd name="T2" fmla="*/ 0 w 227"/>
                <a:gd name="T3" fmla="*/ 0 h 208"/>
                <a:gd name="T4" fmla="*/ 190 w 227"/>
                <a:gd name="T5" fmla="*/ 82 h 208"/>
                <a:gd name="T6" fmla="*/ 215 w 227"/>
                <a:gd name="T7" fmla="*/ 192 h 208"/>
                <a:gd name="T8" fmla="*/ 202 w 227"/>
                <a:gd name="T9" fmla="*/ 203 h 208"/>
                <a:gd name="T10" fmla="*/ 88 w 227"/>
                <a:gd name="T11" fmla="*/ 178 h 208"/>
              </a:gdLst>
              <a:ahLst/>
              <a:cxnLst>
                <a:cxn ang="0">
                  <a:pos x="T0" y="T1"/>
                </a:cxn>
                <a:cxn ang="0">
                  <a:pos x="T2" y="T3"/>
                </a:cxn>
                <a:cxn ang="0">
                  <a:pos x="T4" y="T5"/>
                </a:cxn>
                <a:cxn ang="0">
                  <a:pos x="T6" y="T7"/>
                </a:cxn>
                <a:cxn ang="0">
                  <a:pos x="T8" y="T9"/>
                </a:cxn>
                <a:cxn ang="0">
                  <a:pos x="T10" y="T11"/>
                </a:cxn>
              </a:cxnLst>
              <a:rect l="0" t="0" r="r" b="b"/>
              <a:pathLst>
                <a:path w="227" h="208">
                  <a:moveTo>
                    <a:pt x="88" y="178"/>
                  </a:moveTo>
                  <a:cubicBezTo>
                    <a:pt x="23" y="128"/>
                    <a:pt x="7" y="59"/>
                    <a:pt x="0" y="0"/>
                  </a:cubicBezTo>
                  <a:cubicBezTo>
                    <a:pt x="61" y="28"/>
                    <a:pt x="154" y="47"/>
                    <a:pt x="190" y="82"/>
                  </a:cubicBezTo>
                  <a:cubicBezTo>
                    <a:pt x="219" y="109"/>
                    <a:pt x="227" y="155"/>
                    <a:pt x="215" y="192"/>
                  </a:cubicBezTo>
                  <a:cubicBezTo>
                    <a:pt x="213" y="198"/>
                    <a:pt x="208" y="202"/>
                    <a:pt x="202" y="203"/>
                  </a:cubicBezTo>
                  <a:cubicBezTo>
                    <a:pt x="169" y="208"/>
                    <a:pt x="122" y="204"/>
                    <a:pt x="88" y="17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3" name="Freeform 61">
              <a:extLst>
                <a:ext uri="{FF2B5EF4-FFF2-40B4-BE49-F238E27FC236}">
                  <a16:creationId xmlns:a16="http://schemas.microsoft.com/office/drawing/2014/main" id="{C4CA7C4D-DF22-4FBE-6F33-A240430044AA}"/>
                </a:ext>
              </a:extLst>
            </p:cNvPr>
            <p:cNvSpPr>
              <a:spLocks/>
            </p:cNvSpPr>
            <p:nvPr/>
          </p:nvSpPr>
          <p:spPr bwMode="auto">
            <a:xfrm>
              <a:off x="10036733" y="4129919"/>
              <a:ext cx="1166417" cy="588983"/>
            </a:xfrm>
            <a:custGeom>
              <a:avLst/>
              <a:gdLst>
                <a:gd name="T0" fmla="*/ 220 w 331"/>
                <a:gd name="T1" fmla="*/ 147 h 167"/>
                <a:gd name="T2" fmla="*/ 0 w 331"/>
                <a:gd name="T3" fmla="*/ 134 h 167"/>
                <a:gd name="T4" fmla="*/ 186 w 331"/>
                <a:gd name="T5" fmla="*/ 11 h 167"/>
                <a:gd name="T6" fmla="*/ 324 w 331"/>
                <a:gd name="T7" fmla="*/ 37 h 167"/>
                <a:gd name="T8" fmla="*/ 329 w 331"/>
                <a:gd name="T9" fmla="*/ 53 h 167"/>
                <a:gd name="T10" fmla="*/ 220 w 331"/>
                <a:gd name="T11" fmla="*/ 147 h 167"/>
              </a:gdLst>
              <a:ahLst/>
              <a:cxnLst>
                <a:cxn ang="0">
                  <a:pos x="T0" y="T1"/>
                </a:cxn>
                <a:cxn ang="0">
                  <a:pos x="T2" y="T3"/>
                </a:cxn>
                <a:cxn ang="0">
                  <a:pos x="T4" y="T5"/>
                </a:cxn>
                <a:cxn ang="0">
                  <a:pos x="T6" y="T7"/>
                </a:cxn>
                <a:cxn ang="0">
                  <a:pos x="T8" y="T9"/>
                </a:cxn>
                <a:cxn ang="0">
                  <a:pos x="T10" y="T11"/>
                </a:cxn>
              </a:cxnLst>
              <a:rect l="0" t="0" r="r" b="b"/>
              <a:pathLst>
                <a:path w="331" h="167">
                  <a:moveTo>
                    <a:pt x="220" y="147"/>
                  </a:moveTo>
                  <a:cubicBezTo>
                    <a:pt x="126" y="167"/>
                    <a:pt x="78" y="146"/>
                    <a:pt x="0" y="134"/>
                  </a:cubicBezTo>
                  <a:cubicBezTo>
                    <a:pt x="61" y="65"/>
                    <a:pt x="108" y="29"/>
                    <a:pt x="186" y="11"/>
                  </a:cubicBezTo>
                  <a:cubicBezTo>
                    <a:pt x="230" y="0"/>
                    <a:pt x="284" y="6"/>
                    <a:pt x="324" y="37"/>
                  </a:cubicBezTo>
                  <a:cubicBezTo>
                    <a:pt x="329" y="41"/>
                    <a:pt x="331" y="47"/>
                    <a:pt x="329" y="53"/>
                  </a:cubicBezTo>
                  <a:cubicBezTo>
                    <a:pt x="316" y="92"/>
                    <a:pt x="277" y="134"/>
                    <a:pt x="220" y="14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4" name="Freeform 62">
              <a:extLst>
                <a:ext uri="{FF2B5EF4-FFF2-40B4-BE49-F238E27FC236}">
                  <a16:creationId xmlns:a16="http://schemas.microsoft.com/office/drawing/2014/main" id="{112469AE-D432-1C51-19B8-DD2A1156FA58}"/>
                </a:ext>
              </a:extLst>
            </p:cNvPr>
            <p:cNvSpPr>
              <a:spLocks/>
            </p:cNvSpPr>
            <p:nvPr/>
          </p:nvSpPr>
          <p:spPr bwMode="auto">
            <a:xfrm>
              <a:off x="10772961" y="2943292"/>
              <a:ext cx="1140432" cy="537014"/>
            </a:xfrm>
            <a:custGeom>
              <a:avLst/>
              <a:gdLst>
                <a:gd name="T0" fmla="*/ 183 w 324"/>
                <a:gd name="T1" fmla="*/ 147 h 153"/>
                <a:gd name="T2" fmla="*/ 0 w 324"/>
                <a:gd name="T3" fmla="*/ 22 h 153"/>
                <a:gd name="T4" fmla="*/ 204 w 324"/>
                <a:gd name="T5" fmla="*/ 6 h 153"/>
                <a:gd name="T6" fmla="*/ 319 w 324"/>
                <a:gd name="T7" fmla="*/ 77 h 153"/>
                <a:gd name="T8" fmla="*/ 318 w 324"/>
                <a:gd name="T9" fmla="*/ 99 h 153"/>
                <a:gd name="T10" fmla="*/ 183 w 324"/>
                <a:gd name="T11" fmla="*/ 147 h 153"/>
              </a:gdLst>
              <a:ahLst/>
              <a:cxnLst>
                <a:cxn ang="0">
                  <a:pos x="T0" y="T1"/>
                </a:cxn>
                <a:cxn ang="0">
                  <a:pos x="T2" y="T3"/>
                </a:cxn>
                <a:cxn ang="0">
                  <a:pos x="T4" y="T5"/>
                </a:cxn>
                <a:cxn ang="0">
                  <a:pos x="T6" y="T7"/>
                </a:cxn>
                <a:cxn ang="0">
                  <a:pos x="T8" y="T9"/>
                </a:cxn>
                <a:cxn ang="0">
                  <a:pos x="T10" y="T11"/>
                </a:cxn>
              </a:cxnLst>
              <a:rect l="0" t="0" r="r" b="b"/>
              <a:pathLst>
                <a:path w="324" h="153">
                  <a:moveTo>
                    <a:pt x="183" y="147"/>
                  </a:moveTo>
                  <a:cubicBezTo>
                    <a:pt x="129" y="141"/>
                    <a:pt x="45" y="83"/>
                    <a:pt x="0" y="22"/>
                  </a:cubicBezTo>
                  <a:cubicBezTo>
                    <a:pt x="85" y="14"/>
                    <a:pt x="140" y="0"/>
                    <a:pt x="204" y="6"/>
                  </a:cubicBezTo>
                  <a:cubicBezTo>
                    <a:pt x="256" y="12"/>
                    <a:pt x="293" y="39"/>
                    <a:pt x="319" y="77"/>
                  </a:cubicBezTo>
                  <a:cubicBezTo>
                    <a:pt x="324" y="84"/>
                    <a:pt x="323" y="93"/>
                    <a:pt x="318" y="99"/>
                  </a:cubicBezTo>
                  <a:cubicBezTo>
                    <a:pt x="291" y="130"/>
                    <a:pt x="237" y="153"/>
                    <a:pt x="183" y="14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5" name="Freeform 63">
              <a:extLst>
                <a:ext uri="{FF2B5EF4-FFF2-40B4-BE49-F238E27FC236}">
                  <a16:creationId xmlns:a16="http://schemas.microsoft.com/office/drawing/2014/main" id="{DAFF8F1E-09F3-8612-80D5-6C41254F4123}"/>
                </a:ext>
              </a:extLst>
            </p:cNvPr>
            <p:cNvSpPr>
              <a:spLocks/>
            </p:cNvSpPr>
            <p:nvPr/>
          </p:nvSpPr>
          <p:spPr bwMode="auto">
            <a:xfrm>
              <a:off x="8073457" y="3428337"/>
              <a:ext cx="1362744" cy="528352"/>
            </a:xfrm>
            <a:custGeom>
              <a:avLst/>
              <a:gdLst>
                <a:gd name="T0" fmla="*/ 244 w 387"/>
                <a:gd name="T1" fmla="*/ 140 h 150"/>
                <a:gd name="T2" fmla="*/ 0 w 387"/>
                <a:gd name="T3" fmla="*/ 81 h 150"/>
                <a:gd name="T4" fmla="*/ 244 w 387"/>
                <a:gd name="T5" fmla="*/ 3 h 150"/>
                <a:gd name="T6" fmla="*/ 380 w 387"/>
                <a:gd name="T7" fmla="*/ 49 h 150"/>
                <a:gd name="T8" fmla="*/ 382 w 387"/>
                <a:gd name="T9" fmla="*/ 71 h 150"/>
                <a:gd name="T10" fmla="*/ 244 w 387"/>
                <a:gd name="T11" fmla="*/ 140 h 150"/>
              </a:gdLst>
              <a:ahLst/>
              <a:cxnLst>
                <a:cxn ang="0">
                  <a:pos x="T0" y="T1"/>
                </a:cxn>
                <a:cxn ang="0">
                  <a:pos x="T2" y="T3"/>
                </a:cxn>
                <a:cxn ang="0">
                  <a:pos x="T4" y="T5"/>
                </a:cxn>
                <a:cxn ang="0">
                  <a:pos x="T6" y="T7"/>
                </a:cxn>
                <a:cxn ang="0">
                  <a:pos x="T8" y="T9"/>
                </a:cxn>
                <a:cxn ang="0">
                  <a:pos x="T10" y="T11"/>
                </a:cxn>
              </a:cxnLst>
              <a:rect l="0" t="0" r="r" b="b"/>
              <a:pathLst>
                <a:path w="387" h="150">
                  <a:moveTo>
                    <a:pt x="244" y="140"/>
                  </a:moveTo>
                  <a:cubicBezTo>
                    <a:pt x="143" y="150"/>
                    <a:pt x="64" y="123"/>
                    <a:pt x="0" y="81"/>
                  </a:cubicBezTo>
                  <a:cubicBezTo>
                    <a:pt x="90" y="59"/>
                    <a:pt x="173" y="8"/>
                    <a:pt x="244" y="3"/>
                  </a:cubicBezTo>
                  <a:cubicBezTo>
                    <a:pt x="301" y="0"/>
                    <a:pt x="346" y="16"/>
                    <a:pt x="380" y="49"/>
                  </a:cubicBezTo>
                  <a:cubicBezTo>
                    <a:pt x="386" y="55"/>
                    <a:pt x="387" y="64"/>
                    <a:pt x="382" y="71"/>
                  </a:cubicBezTo>
                  <a:cubicBezTo>
                    <a:pt x="358" y="105"/>
                    <a:pt x="303" y="134"/>
                    <a:pt x="244" y="14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6" name="Freeform: Shape 95">
              <a:extLst>
                <a:ext uri="{FF2B5EF4-FFF2-40B4-BE49-F238E27FC236}">
                  <a16:creationId xmlns:a16="http://schemas.microsoft.com/office/drawing/2014/main" id="{1C9504F2-7E7F-3207-E39C-265578980D57}"/>
                </a:ext>
              </a:extLst>
            </p:cNvPr>
            <p:cNvSpPr>
              <a:spLocks/>
            </p:cNvSpPr>
            <p:nvPr/>
          </p:nvSpPr>
          <p:spPr bwMode="auto">
            <a:xfrm>
              <a:off x="11985398" y="1615194"/>
              <a:ext cx="206602" cy="811211"/>
            </a:xfrm>
            <a:custGeom>
              <a:avLst/>
              <a:gdLst>
                <a:gd name="connsiteX0" fmla="*/ 3359 w 206602"/>
                <a:gd name="connsiteY0" fmla="*/ 0 h 811211"/>
                <a:gd name="connsiteX1" fmla="*/ 199109 w 206602"/>
                <a:gd name="connsiteY1" fmla="*/ 140286 h 811211"/>
                <a:gd name="connsiteX2" fmla="*/ 206602 w 206602"/>
                <a:gd name="connsiteY2" fmla="*/ 143814 h 811211"/>
                <a:gd name="connsiteX3" fmla="*/ 206602 w 206602"/>
                <a:gd name="connsiteY3" fmla="*/ 811211 h 811211"/>
                <a:gd name="connsiteX4" fmla="*/ 148671 w 206602"/>
                <a:gd name="connsiteY4" fmla="*/ 736790 h 811211"/>
                <a:gd name="connsiteX5" fmla="*/ 3359 w 206602"/>
                <a:gd name="connsiteY5" fmla="*/ 0 h 811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6602" h="811211">
                  <a:moveTo>
                    <a:pt x="3359" y="0"/>
                  </a:moveTo>
                  <a:cubicBezTo>
                    <a:pt x="68554" y="59809"/>
                    <a:pt x="134189" y="104225"/>
                    <a:pt x="199109" y="140286"/>
                  </a:cubicBezTo>
                  <a:lnTo>
                    <a:pt x="206602" y="143814"/>
                  </a:lnTo>
                  <a:lnTo>
                    <a:pt x="206602" y="811211"/>
                  </a:lnTo>
                  <a:lnTo>
                    <a:pt x="148671" y="736790"/>
                  </a:lnTo>
                  <a:cubicBezTo>
                    <a:pt x="23788" y="551799"/>
                    <a:pt x="-12058" y="310916"/>
                    <a:pt x="335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97" name="Freeform 65">
              <a:extLst>
                <a:ext uri="{FF2B5EF4-FFF2-40B4-BE49-F238E27FC236}">
                  <a16:creationId xmlns:a16="http://schemas.microsoft.com/office/drawing/2014/main" id="{B877B475-5CE0-6E40-40DA-D8AEC6CB7C39}"/>
                </a:ext>
              </a:extLst>
            </p:cNvPr>
            <p:cNvSpPr>
              <a:spLocks/>
            </p:cNvSpPr>
            <p:nvPr/>
          </p:nvSpPr>
          <p:spPr bwMode="auto">
            <a:xfrm>
              <a:off x="9805759" y="5140429"/>
              <a:ext cx="1065366" cy="742003"/>
            </a:xfrm>
            <a:custGeom>
              <a:avLst/>
              <a:gdLst>
                <a:gd name="T0" fmla="*/ 209 w 302"/>
                <a:gd name="T1" fmla="*/ 172 h 211"/>
                <a:gd name="T2" fmla="*/ 0 w 302"/>
                <a:gd name="T3" fmla="*/ 179 h 211"/>
                <a:gd name="T4" fmla="*/ 137 w 302"/>
                <a:gd name="T5" fmla="*/ 30 h 211"/>
                <a:gd name="T6" fmla="*/ 293 w 302"/>
                <a:gd name="T7" fmla="*/ 21 h 211"/>
                <a:gd name="T8" fmla="*/ 302 w 302"/>
                <a:gd name="T9" fmla="*/ 35 h 211"/>
                <a:gd name="T10" fmla="*/ 209 w 302"/>
                <a:gd name="T11" fmla="*/ 172 h 211"/>
              </a:gdLst>
              <a:ahLst/>
              <a:cxnLst>
                <a:cxn ang="0">
                  <a:pos x="T0" y="T1"/>
                </a:cxn>
                <a:cxn ang="0">
                  <a:pos x="T2" y="T3"/>
                </a:cxn>
                <a:cxn ang="0">
                  <a:pos x="T4" y="T5"/>
                </a:cxn>
                <a:cxn ang="0">
                  <a:pos x="T6" y="T7"/>
                </a:cxn>
                <a:cxn ang="0">
                  <a:pos x="T8" y="T9"/>
                </a:cxn>
                <a:cxn ang="0">
                  <a:pos x="T10" y="T11"/>
                </a:cxn>
              </a:cxnLst>
              <a:rect l="0" t="0" r="r" b="b"/>
              <a:pathLst>
                <a:path w="302" h="211">
                  <a:moveTo>
                    <a:pt x="209" y="172"/>
                  </a:moveTo>
                  <a:cubicBezTo>
                    <a:pt x="156" y="202"/>
                    <a:pt x="79" y="211"/>
                    <a:pt x="0" y="179"/>
                  </a:cubicBezTo>
                  <a:cubicBezTo>
                    <a:pt x="56" y="125"/>
                    <a:pt x="74" y="66"/>
                    <a:pt x="137" y="30"/>
                  </a:cubicBezTo>
                  <a:cubicBezTo>
                    <a:pt x="190" y="0"/>
                    <a:pt x="244" y="2"/>
                    <a:pt x="293" y="21"/>
                  </a:cubicBezTo>
                  <a:cubicBezTo>
                    <a:pt x="299" y="24"/>
                    <a:pt x="302" y="29"/>
                    <a:pt x="302" y="35"/>
                  </a:cubicBezTo>
                  <a:cubicBezTo>
                    <a:pt x="299" y="81"/>
                    <a:pt x="264" y="141"/>
                    <a:pt x="209" y="1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8" name="Freeform: Shape 97">
              <a:extLst>
                <a:ext uri="{FF2B5EF4-FFF2-40B4-BE49-F238E27FC236}">
                  <a16:creationId xmlns:a16="http://schemas.microsoft.com/office/drawing/2014/main" id="{33921DA3-B844-9587-F5A7-3006ECE3E764}"/>
                </a:ext>
              </a:extLst>
            </p:cNvPr>
            <p:cNvSpPr>
              <a:spLocks/>
            </p:cNvSpPr>
            <p:nvPr/>
          </p:nvSpPr>
          <p:spPr bwMode="auto">
            <a:xfrm>
              <a:off x="11691081" y="5009197"/>
              <a:ext cx="500919" cy="650530"/>
            </a:xfrm>
            <a:custGeom>
              <a:avLst/>
              <a:gdLst>
                <a:gd name="connsiteX0" fmla="*/ 500919 w 500919"/>
                <a:gd name="connsiteY0" fmla="*/ 0 h 650530"/>
                <a:gd name="connsiteX1" fmla="*/ 500919 w 500919"/>
                <a:gd name="connsiteY1" fmla="*/ 600919 h 650530"/>
                <a:gd name="connsiteX2" fmla="*/ 373878 w 500919"/>
                <a:gd name="connsiteY2" fmla="*/ 638875 h 650530"/>
                <a:gd name="connsiteX3" fmla="*/ 0 w 500919"/>
                <a:gd name="connsiteY3" fmla="*/ 617271 h 650530"/>
                <a:gd name="connsiteX4" fmla="*/ 374320 w 500919"/>
                <a:gd name="connsiteY4" fmla="*/ 74074 h 650530"/>
                <a:gd name="connsiteX5" fmla="*/ 484122 w 500919"/>
                <a:gd name="connsiteY5" fmla="*/ 5293 h 650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0919" h="650530">
                  <a:moveTo>
                    <a:pt x="500919" y="0"/>
                  </a:moveTo>
                  <a:lnTo>
                    <a:pt x="500919" y="600919"/>
                  </a:lnTo>
                  <a:lnTo>
                    <a:pt x="373878" y="638875"/>
                  </a:lnTo>
                  <a:cubicBezTo>
                    <a:pt x="261318" y="658716"/>
                    <a:pt x="134190" y="654307"/>
                    <a:pt x="0" y="617271"/>
                  </a:cubicBezTo>
                  <a:cubicBezTo>
                    <a:pt x="151847" y="409163"/>
                    <a:pt x="236598" y="179892"/>
                    <a:pt x="374320" y="74074"/>
                  </a:cubicBezTo>
                  <a:cubicBezTo>
                    <a:pt x="411399" y="44975"/>
                    <a:pt x="447815" y="22268"/>
                    <a:pt x="484122" y="52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99" name="Freeform 67">
              <a:extLst>
                <a:ext uri="{FF2B5EF4-FFF2-40B4-BE49-F238E27FC236}">
                  <a16:creationId xmlns:a16="http://schemas.microsoft.com/office/drawing/2014/main" id="{5EEB990D-B707-9A0C-EB01-D13916C79F0B}"/>
                </a:ext>
              </a:extLst>
            </p:cNvPr>
            <p:cNvSpPr>
              <a:spLocks/>
            </p:cNvSpPr>
            <p:nvPr/>
          </p:nvSpPr>
          <p:spPr bwMode="auto">
            <a:xfrm>
              <a:off x="10709443" y="4464831"/>
              <a:ext cx="1345421" cy="695808"/>
            </a:xfrm>
            <a:custGeom>
              <a:avLst/>
              <a:gdLst>
                <a:gd name="T0" fmla="*/ 278 w 382"/>
                <a:gd name="T1" fmla="*/ 174 h 198"/>
                <a:gd name="T2" fmla="*/ 0 w 382"/>
                <a:gd name="T3" fmla="*/ 141 h 198"/>
                <a:gd name="T4" fmla="*/ 218 w 382"/>
                <a:gd name="T5" fmla="*/ 16 h 198"/>
                <a:gd name="T6" fmla="*/ 373 w 382"/>
                <a:gd name="T7" fmla="*/ 29 h 198"/>
                <a:gd name="T8" fmla="*/ 382 w 382"/>
                <a:gd name="T9" fmla="*/ 45 h 198"/>
                <a:gd name="T10" fmla="*/ 278 w 382"/>
                <a:gd name="T11" fmla="*/ 174 h 198"/>
              </a:gdLst>
              <a:ahLst/>
              <a:cxnLst>
                <a:cxn ang="0">
                  <a:pos x="T0" y="T1"/>
                </a:cxn>
                <a:cxn ang="0">
                  <a:pos x="T2" y="T3"/>
                </a:cxn>
                <a:cxn ang="0">
                  <a:pos x="T4" y="T5"/>
                </a:cxn>
                <a:cxn ang="0">
                  <a:pos x="T6" y="T7"/>
                </a:cxn>
                <a:cxn ang="0">
                  <a:pos x="T8" y="T9"/>
                </a:cxn>
                <a:cxn ang="0">
                  <a:pos x="T10" y="T11"/>
                </a:cxn>
              </a:cxnLst>
              <a:rect l="0" t="0" r="r" b="b"/>
              <a:pathLst>
                <a:path w="382" h="198">
                  <a:moveTo>
                    <a:pt x="278" y="174"/>
                  </a:moveTo>
                  <a:cubicBezTo>
                    <a:pt x="223" y="198"/>
                    <a:pt x="75" y="185"/>
                    <a:pt x="0" y="141"/>
                  </a:cubicBezTo>
                  <a:cubicBezTo>
                    <a:pt x="84" y="96"/>
                    <a:pt x="122" y="45"/>
                    <a:pt x="218" y="16"/>
                  </a:cubicBezTo>
                  <a:cubicBezTo>
                    <a:pt x="270" y="0"/>
                    <a:pt x="325" y="2"/>
                    <a:pt x="373" y="29"/>
                  </a:cubicBezTo>
                  <a:cubicBezTo>
                    <a:pt x="379" y="33"/>
                    <a:pt x="382" y="39"/>
                    <a:pt x="382" y="45"/>
                  </a:cubicBezTo>
                  <a:cubicBezTo>
                    <a:pt x="375" y="93"/>
                    <a:pt x="335" y="150"/>
                    <a:pt x="278" y="1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0" name="Freeform: Shape 99">
              <a:extLst>
                <a:ext uri="{FF2B5EF4-FFF2-40B4-BE49-F238E27FC236}">
                  <a16:creationId xmlns:a16="http://schemas.microsoft.com/office/drawing/2014/main" id="{64E2A2A8-FB79-DF91-CF37-6FD21075E503}"/>
                </a:ext>
              </a:extLst>
            </p:cNvPr>
            <p:cNvSpPr>
              <a:spLocks/>
            </p:cNvSpPr>
            <p:nvPr/>
          </p:nvSpPr>
          <p:spPr bwMode="auto">
            <a:xfrm>
              <a:off x="11125196" y="3607911"/>
              <a:ext cx="1066804" cy="678144"/>
            </a:xfrm>
            <a:custGeom>
              <a:avLst/>
              <a:gdLst>
                <a:gd name="connsiteX0" fmla="*/ 797391 w 1066804"/>
                <a:gd name="connsiteY0" fmla="*/ 120 h 678144"/>
                <a:gd name="connsiteX1" fmla="*/ 1039335 w 1066804"/>
                <a:gd name="connsiteY1" fmla="*/ 51462 h 678144"/>
                <a:gd name="connsiteX2" fmla="*/ 1066804 w 1066804"/>
                <a:gd name="connsiteY2" fmla="*/ 66400 h 678144"/>
                <a:gd name="connsiteX3" fmla="*/ 1066804 w 1066804"/>
                <a:gd name="connsiteY3" fmla="*/ 560676 h 678144"/>
                <a:gd name="connsiteX4" fmla="*/ 1025426 w 1066804"/>
                <a:gd name="connsiteY4" fmla="*/ 587437 h 678144"/>
                <a:gd name="connsiteX5" fmla="*/ 770921 w 1066804"/>
                <a:gd name="connsiteY5" fmla="*/ 672267 h 678144"/>
                <a:gd name="connsiteX6" fmla="*/ 0 w 1066804"/>
                <a:gd name="connsiteY6" fmla="*/ 359448 h 678144"/>
                <a:gd name="connsiteX7" fmla="*/ 711078 w 1066804"/>
                <a:gd name="connsiteY7" fmla="*/ 4452 h 678144"/>
                <a:gd name="connsiteX8" fmla="*/ 797391 w 1066804"/>
                <a:gd name="connsiteY8" fmla="*/ 120 h 678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6804" h="678144">
                  <a:moveTo>
                    <a:pt x="797391" y="120"/>
                  </a:moveTo>
                  <a:cubicBezTo>
                    <a:pt x="882742" y="1788"/>
                    <a:pt x="964751" y="20818"/>
                    <a:pt x="1039335" y="51462"/>
                  </a:cubicBezTo>
                  <a:lnTo>
                    <a:pt x="1066804" y="66400"/>
                  </a:lnTo>
                  <a:lnTo>
                    <a:pt x="1066804" y="560676"/>
                  </a:lnTo>
                  <a:lnTo>
                    <a:pt x="1025426" y="587437"/>
                  </a:lnTo>
                  <a:cubicBezTo>
                    <a:pt x="948635" y="630913"/>
                    <a:pt x="862006" y="661722"/>
                    <a:pt x="770921" y="672267"/>
                  </a:cubicBezTo>
                  <a:cubicBezTo>
                    <a:pt x="531548" y="703900"/>
                    <a:pt x="239373" y="609000"/>
                    <a:pt x="0" y="359448"/>
                  </a:cubicBezTo>
                  <a:cubicBezTo>
                    <a:pt x="256974" y="225885"/>
                    <a:pt x="429463" y="39600"/>
                    <a:pt x="711078" y="4452"/>
                  </a:cubicBezTo>
                  <a:cubicBezTo>
                    <a:pt x="740120" y="937"/>
                    <a:pt x="768941" y="-436"/>
                    <a:pt x="797391" y="1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101" name="Freeform 70">
              <a:extLst>
                <a:ext uri="{FF2B5EF4-FFF2-40B4-BE49-F238E27FC236}">
                  <a16:creationId xmlns:a16="http://schemas.microsoft.com/office/drawing/2014/main" id="{4A9FBF67-B8A9-ECE0-8641-1C2718FE703E}"/>
                </a:ext>
              </a:extLst>
            </p:cNvPr>
            <p:cNvSpPr>
              <a:spLocks/>
            </p:cNvSpPr>
            <p:nvPr/>
          </p:nvSpPr>
          <p:spPr bwMode="auto">
            <a:xfrm>
              <a:off x="10051169" y="6000805"/>
              <a:ext cx="978751" cy="739116"/>
            </a:xfrm>
            <a:custGeom>
              <a:avLst/>
              <a:gdLst>
                <a:gd name="T0" fmla="*/ 205 w 278"/>
                <a:gd name="T1" fmla="*/ 160 h 210"/>
                <a:gd name="T2" fmla="*/ 0 w 278"/>
                <a:gd name="T3" fmla="*/ 174 h 210"/>
                <a:gd name="T4" fmla="*/ 129 w 278"/>
                <a:gd name="T5" fmla="*/ 35 h 210"/>
                <a:gd name="T6" fmla="*/ 263 w 278"/>
                <a:gd name="T7" fmla="*/ 20 h 210"/>
                <a:gd name="T8" fmla="*/ 274 w 278"/>
                <a:gd name="T9" fmla="*/ 35 h 210"/>
                <a:gd name="T10" fmla="*/ 205 w 278"/>
                <a:gd name="T11" fmla="*/ 160 h 210"/>
              </a:gdLst>
              <a:ahLst/>
              <a:cxnLst>
                <a:cxn ang="0">
                  <a:pos x="T0" y="T1"/>
                </a:cxn>
                <a:cxn ang="0">
                  <a:pos x="T2" y="T3"/>
                </a:cxn>
                <a:cxn ang="0">
                  <a:pos x="T4" y="T5"/>
                </a:cxn>
                <a:cxn ang="0">
                  <a:pos x="T6" y="T7"/>
                </a:cxn>
                <a:cxn ang="0">
                  <a:pos x="T8" y="T9"/>
                </a:cxn>
                <a:cxn ang="0">
                  <a:pos x="T10" y="T11"/>
                </a:cxn>
              </a:cxnLst>
              <a:rect l="0" t="0" r="r" b="b"/>
              <a:pathLst>
                <a:path w="278" h="210">
                  <a:moveTo>
                    <a:pt x="205" y="160"/>
                  </a:moveTo>
                  <a:cubicBezTo>
                    <a:pt x="162" y="189"/>
                    <a:pt x="85" y="210"/>
                    <a:pt x="0" y="174"/>
                  </a:cubicBezTo>
                  <a:cubicBezTo>
                    <a:pt x="56" y="119"/>
                    <a:pt x="77" y="69"/>
                    <a:pt x="129" y="35"/>
                  </a:cubicBezTo>
                  <a:cubicBezTo>
                    <a:pt x="171" y="7"/>
                    <a:pt x="225" y="0"/>
                    <a:pt x="263" y="20"/>
                  </a:cubicBezTo>
                  <a:cubicBezTo>
                    <a:pt x="269" y="23"/>
                    <a:pt x="273" y="28"/>
                    <a:pt x="274" y="35"/>
                  </a:cubicBezTo>
                  <a:cubicBezTo>
                    <a:pt x="278" y="81"/>
                    <a:pt x="250" y="130"/>
                    <a:pt x="205" y="16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2" name="Freeform 71">
              <a:extLst>
                <a:ext uri="{FF2B5EF4-FFF2-40B4-BE49-F238E27FC236}">
                  <a16:creationId xmlns:a16="http://schemas.microsoft.com/office/drawing/2014/main" id="{CB6D07DB-5F66-D746-73BC-B55E1627EA56}"/>
                </a:ext>
              </a:extLst>
            </p:cNvPr>
            <p:cNvSpPr>
              <a:spLocks/>
            </p:cNvSpPr>
            <p:nvPr/>
          </p:nvSpPr>
          <p:spPr bwMode="auto">
            <a:xfrm>
              <a:off x="9063756" y="1135924"/>
              <a:ext cx="845941" cy="482157"/>
            </a:xfrm>
            <a:custGeom>
              <a:avLst/>
              <a:gdLst>
                <a:gd name="T0" fmla="*/ 151 w 240"/>
                <a:gd name="T1" fmla="*/ 14 h 137"/>
                <a:gd name="T2" fmla="*/ 0 w 240"/>
                <a:gd name="T3" fmla="*/ 24 h 137"/>
                <a:gd name="T4" fmla="*/ 118 w 240"/>
                <a:gd name="T5" fmla="*/ 121 h 137"/>
                <a:gd name="T6" fmla="*/ 229 w 240"/>
                <a:gd name="T7" fmla="*/ 106 h 137"/>
                <a:gd name="T8" fmla="*/ 236 w 240"/>
                <a:gd name="T9" fmla="*/ 84 h 137"/>
                <a:gd name="T10" fmla="*/ 151 w 240"/>
                <a:gd name="T11" fmla="*/ 14 h 137"/>
              </a:gdLst>
              <a:ahLst/>
              <a:cxnLst>
                <a:cxn ang="0">
                  <a:pos x="T0" y="T1"/>
                </a:cxn>
                <a:cxn ang="0">
                  <a:pos x="T2" y="T3"/>
                </a:cxn>
                <a:cxn ang="0">
                  <a:pos x="T4" y="T5"/>
                </a:cxn>
                <a:cxn ang="0">
                  <a:pos x="T6" y="T7"/>
                </a:cxn>
                <a:cxn ang="0">
                  <a:pos x="T8" y="T9"/>
                </a:cxn>
                <a:cxn ang="0">
                  <a:pos x="T10" y="T11"/>
                </a:cxn>
              </a:cxnLst>
              <a:rect l="0" t="0" r="r" b="b"/>
              <a:pathLst>
                <a:path w="240" h="137">
                  <a:moveTo>
                    <a:pt x="151" y="14"/>
                  </a:moveTo>
                  <a:cubicBezTo>
                    <a:pt x="110" y="0"/>
                    <a:pt x="55" y="1"/>
                    <a:pt x="0" y="24"/>
                  </a:cubicBezTo>
                  <a:cubicBezTo>
                    <a:pt x="28" y="62"/>
                    <a:pt x="74" y="105"/>
                    <a:pt x="118" y="121"/>
                  </a:cubicBezTo>
                  <a:cubicBezTo>
                    <a:pt x="160" y="137"/>
                    <a:pt x="198" y="124"/>
                    <a:pt x="229" y="106"/>
                  </a:cubicBezTo>
                  <a:cubicBezTo>
                    <a:pt x="237" y="101"/>
                    <a:pt x="240" y="92"/>
                    <a:pt x="236" y="84"/>
                  </a:cubicBezTo>
                  <a:cubicBezTo>
                    <a:pt x="221" y="57"/>
                    <a:pt x="188" y="28"/>
                    <a:pt x="151" y="1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 name="Dynamic legal" descr="{&quot;templafy&quot;:{&quot;id&quot;:&quot;89347a67-3bdd-4e06-ba90-be417a4a31c9&quot;}}">
            <a:extLst>
              <a:ext uri="{FF2B5EF4-FFF2-40B4-BE49-F238E27FC236}">
                <a16:creationId xmlns:a16="http://schemas.microsoft.com/office/drawing/2014/main" id="{1DF424BE-B459-F29C-BEB2-449D92EA93E2}"/>
              </a:ext>
            </a:extLst>
          </p:cNvPr>
          <p:cNvSpPr txBox="1"/>
          <p:nvPr userDrawn="1"/>
        </p:nvSpPr>
        <p:spPr>
          <a:xfrm>
            <a:off x="-1588" y="6678000"/>
            <a:ext cx="12193588" cy="180000"/>
          </a:xfrm>
          <a:prstGeom prst="rect">
            <a:avLst/>
          </a:prstGeom>
          <a:solidFill>
            <a:srgbClr val="110081"/>
          </a:solidFill>
          <a:ln>
            <a:noFill/>
          </a:ln>
        </p:spPr>
        <p:txBody>
          <a:bodyPr wrap="square" lIns="0" tIns="0" rIns="0" bIns="0" anchor="ctr" anchorCtr="0">
            <a:noAutofit/>
          </a:bodyPr>
          <a:lstStyle/>
          <a:p>
            <a:pPr algn="ctr"/>
            <a:r>
              <a:rPr lang="en-US" sz="1000" dirty="0">
                <a:solidFill>
                  <a:srgbClr val="FFFFFF"/>
                </a:solidFill>
                <a:latin typeface="Arial Narrow" panose="020B0606020202030204" pitchFamily="34" charset="0"/>
              </a:rPr>
              <a:t>Confidential, unpublished property of Cigna Healthcare. Do not duplicate or distribute. Use and distribution limited solely to authorized personnel. © 2023 Cigna Healthcare</a:t>
            </a:r>
          </a:p>
        </p:txBody>
      </p:sp>
      <p:sp>
        <p:nvSpPr>
          <p:cNvPr id="5" name="Dynmic Internal use only" descr="{&quot;templafy&quot;:{&quot;id&quot;:&quot;82e7895b-9139-4ea6-9e52-b03ee68f5f52&quot;}}" hidden="1" title="Form.Cigna_Confidentiality.Cigna_healthcareConfidentiality">
            <a:extLst>
              <a:ext uri="{FF2B5EF4-FFF2-40B4-BE49-F238E27FC236}">
                <a16:creationId xmlns:a16="http://schemas.microsoft.com/office/drawing/2014/main" id="{ABF9664C-BB4D-4C24-0D92-CFDB5B42E6C4}"/>
              </a:ext>
            </a:extLst>
          </p:cNvPr>
          <p:cNvSpPr/>
          <p:nvPr userDrawn="1"/>
        </p:nvSpPr>
        <p:spPr>
          <a:xfrm>
            <a:off x="10859153" y="6678000"/>
            <a:ext cx="973257"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r"/>
            <a:endParaRPr lang="en-US" sz="1000" kern="1200" noProof="0" dirty="0">
              <a:solidFill>
                <a:srgbClr val="FFFFFF"/>
              </a:solidFill>
              <a:latin typeface="Arial Narrow" panose="020B0606020202030204" pitchFamily="34" charset="0"/>
              <a:ea typeface="+mn-ea"/>
              <a:cs typeface="+mn-cs"/>
            </a:endParaRPr>
          </a:p>
        </p:txBody>
      </p:sp>
      <p:pic>
        <p:nvPicPr>
          <p:cNvPr id="61" name="Logo">
            <a:extLst>
              <a:ext uri="{FF2B5EF4-FFF2-40B4-BE49-F238E27FC236}">
                <a16:creationId xmlns:a16="http://schemas.microsoft.com/office/drawing/2014/main" id="{D171A8D9-C2F0-F2E4-95F5-CC293B3A83B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360000" y="6067943"/>
            <a:ext cx="791999" cy="430177"/>
          </a:xfrm>
          <a:prstGeom prst="rect">
            <a:avLst/>
          </a:prstGeom>
        </p:spPr>
      </p:pic>
      <p:sp>
        <p:nvSpPr>
          <p:cNvPr id="4" name="Title 3">
            <a:extLst>
              <a:ext uri="{FF2B5EF4-FFF2-40B4-BE49-F238E27FC236}">
                <a16:creationId xmlns:a16="http://schemas.microsoft.com/office/drawing/2014/main" id="{AA9B1855-605E-201E-357F-9A2AEB2047BF}"/>
              </a:ext>
            </a:extLst>
          </p:cNvPr>
          <p:cNvSpPr>
            <a:spLocks noGrp="1"/>
          </p:cNvSpPr>
          <p:nvPr>
            <p:ph type="title" hasCustomPrompt="1"/>
          </p:nvPr>
        </p:nvSpPr>
        <p:spPr bwMode="white">
          <a:xfrm>
            <a:off x="360000" y="360000"/>
            <a:ext cx="2721600" cy="5572800"/>
          </a:xfrm>
        </p:spPr>
        <p:txBody>
          <a:bodyPr anchor="ctr" anchorCtr="0"/>
          <a:lstStyle>
            <a:lvl1pPr>
              <a:lnSpc>
                <a:spcPct val="83000"/>
              </a:lnSpc>
              <a:defRPr sz="3600">
                <a:solidFill>
                  <a:schemeClr val="tx1"/>
                </a:solidFill>
              </a:defRPr>
            </a:lvl1pPr>
          </a:lstStyle>
          <a:p>
            <a:r>
              <a:rPr lang="en-US" dirty="0"/>
              <a:t>Click to add Agenda</a:t>
            </a:r>
            <a:endParaRPr lang="en-US"/>
          </a:p>
        </p:txBody>
      </p:sp>
      <p:sp>
        <p:nvSpPr>
          <p:cNvPr id="62" name="Text Placeholder 2">
            <a:extLst>
              <a:ext uri="{FF2B5EF4-FFF2-40B4-BE49-F238E27FC236}">
                <a16:creationId xmlns:a16="http://schemas.microsoft.com/office/drawing/2014/main" id="{C91D10E3-3624-802C-5B1E-5D4C4A56A9F7}"/>
              </a:ext>
            </a:extLst>
          </p:cNvPr>
          <p:cNvSpPr>
            <a:spLocks noGrp="1"/>
          </p:cNvSpPr>
          <p:nvPr>
            <p:ph type="body" sz="quarter" idx="13" hasCustomPrompt="1"/>
          </p:nvPr>
        </p:nvSpPr>
        <p:spPr>
          <a:xfrm>
            <a:off x="3267083" y="360000"/>
            <a:ext cx="408327" cy="5572800"/>
          </a:xfrm>
        </p:spPr>
        <p:txBody>
          <a:bodyPr tIns="0" anchor="ctr" anchorCtr="0"/>
          <a:lstStyle>
            <a:lvl1pPr marL="0" indent="0">
              <a:lnSpc>
                <a:spcPct val="100000"/>
              </a:lnSpc>
              <a:spcAft>
                <a:spcPts val="600"/>
              </a:spcAft>
              <a:buFont typeface="Verdana" panose="020B0604030504040204" pitchFamily="34" charset="0"/>
              <a:buChar char="​"/>
              <a:defRPr sz="2000" b="0">
                <a:solidFill>
                  <a:schemeClr val="tx1"/>
                </a:solidFill>
                <a:latin typeface="+mn-lt"/>
              </a:defRPr>
            </a:lvl1pPr>
            <a:lvl2pPr marL="0" indent="0">
              <a:lnSpc>
                <a:spcPct val="100000"/>
              </a:lnSpc>
              <a:spcBef>
                <a:spcPts val="0"/>
              </a:spcBef>
              <a:spcAft>
                <a:spcPts val="600"/>
              </a:spcAft>
              <a:buFont typeface="Verdana" panose="020B0604030504040204" pitchFamily="34" charset="0"/>
              <a:buChar char="​"/>
              <a:defRPr sz="2000" b="0">
                <a:solidFill>
                  <a:schemeClr val="tx1"/>
                </a:solidFill>
                <a:latin typeface="+mn-lt"/>
              </a:defRPr>
            </a:lvl2pPr>
            <a:lvl3pPr marL="0" indent="0">
              <a:lnSpc>
                <a:spcPct val="100000"/>
              </a:lnSpc>
              <a:spcBef>
                <a:spcPts val="0"/>
              </a:spcBef>
              <a:spcAft>
                <a:spcPts val="600"/>
              </a:spcAft>
              <a:buFont typeface="Verdana" panose="020B0604030504040204" pitchFamily="34" charset="0"/>
              <a:buChar char="​"/>
              <a:defRPr sz="2000" b="0">
                <a:solidFill>
                  <a:schemeClr val="tx1"/>
                </a:solidFill>
                <a:latin typeface="+mn-lt"/>
              </a:defRPr>
            </a:lvl3pPr>
            <a:lvl4pPr marL="0" indent="0">
              <a:lnSpc>
                <a:spcPct val="100000"/>
              </a:lnSpc>
              <a:spcBef>
                <a:spcPts val="0"/>
              </a:spcBef>
              <a:spcAft>
                <a:spcPts val="600"/>
              </a:spcAft>
              <a:buFont typeface="Verdana" panose="020B0604030504040204" pitchFamily="34" charset="0"/>
              <a:buChar char="​"/>
              <a:defRPr sz="2000" b="0">
                <a:solidFill>
                  <a:schemeClr val="tx1"/>
                </a:solidFill>
                <a:latin typeface="+mn-lt"/>
              </a:defRPr>
            </a:lvl4pPr>
            <a:lvl5pPr marL="0" indent="0">
              <a:lnSpc>
                <a:spcPct val="100000"/>
              </a:lnSpc>
              <a:spcBef>
                <a:spcPts val="0"/>
              </a:spcBef>
              <a:spcAft>
                <a:spcPts val="600"/>
              </a:spcAft>
              <a:buFont typeface="Verdana" panose="020B0604030504040204" pitchFamily="34" charset="0"/>
              <a:buChar char="​"/>
              <a:defRPr sz="2000" b="0">
                <a:solidFill>
                  <a:schemeClr val="tx1"/>
                </a:solidFill>
                <a:latin typeface="+mn-lt"/>
              </a:defRPr>
            </a:lvl5pPr>
            <a:lvl6pPr marL="0" indent="0">
              <a:lnSpc>
                <a:spcPct val="100000"/>
              </a:lnSpc>
              <a:spcBef>
                <a:spcPts val="0"/>
              </a:spcBef>
              <a:spcAft>
                <a:spcPts val="600"/>
              </a:spcAft>
              <a:buFont typeface="Verdana" panose="020B0604030504040204" pitchFamily="34" charset="0"/>
              <a:buChar char="​"/>
              <a:defRPr sz="2000" b="0">
                <a:solidFill>
                  <a:schemeClr val="tx1"/>
                </a:solidFill>
                <a:latin typeface="+mn-lt"/>
              </a:defRPr>
            </a:lvl6pPr>
            <a:lvl7pPr marL="0" indent="0">
              <a:lnSpc>
                <a:spcPct val="100000"/>
              </a:lnSpc>
              <a:spcBef>
                <a:spcPts val="0"/>
              </a:spcBef>
              <a:spcAft>
                <a:spcPts val="600"/>
              </a:spcAft>
              <a:buFont typeface="Verdana" panose="020B0604030504040204" pitchFamily="34" charset="0"/>
              <a:buChar char="​"/>
              <a:defRPr sz="2000" b="0">
                <a:solidFill>
                  <a:schemeClr val="tx1"/>
                </a:solidFill>
                <a:latin typeface="+mn-lt"/>
              </a:defRPr>
            </a:lvl7pPr>
            <a:lvl8pPr marL="0" indent="0">
              <a:lnSpc>
                <a:spcPct val="100000"/>
              </a:lnSpc>
              <a:spcBef>
                <a:spcPts val="0"/>
              </a:spcBef>
              <a:spcAft>
                <a:spcPts val="600"/>
              </a:spcAft>
              <a:buFont typeface="Verdana" panose="020B0604030504040204" pitchFamily="34" charset="0"/>
              <a:buChar char="​"/>
              <a:defRPr sz="2000" b="0">
                <a:solidFill>
                  <a:schemeClr val="tx1"/>
                </a:solidFill>
                <a:latin typeface="+mn-lt"/>
              </a:defRPr>
            </a:lvl8pPr>
            <a:lvl9pPr marL="0" indent="0">
              <a:lnSpc>
                <a:spcPct val="100000"/>
              </a:lnSpc>
              <a:spcBef>
                <a:spcPts val="0"/>
              </a:spcBef>
              <a:spcAft>
                <a:spcPts val="600"/>
              </a:spcAft>
              <a:buFont typeface="Verdana" panose="020B0604030504040204" pitchFamily="34" charset="0"/>
              <a:buChar char="​"/>
              <a:defRPr sz="2000" b="0">
                <a:solidFill>
                  <a:schemeClr val="tx1"/>
                </a:solidFill>
                <a:latin typeface="+mn-lt"/>
              </a:defRPr>
            </a:lvl9pPr>
          </a:lstStyle>
          <a:p>
            <a:pPr lvl="0"/>
            <a:r>
              <a:rPr lang="en-US" noProof="0" dirty="0"/>
              <a:t>01</a:t>
            </a:r>
            <a:endParaRPr lang="en-US" dirty="0"/>
          </a:p>
          <a:p>
            <a:pPr lvl="1"/>
            <a:r>
              <a:rPr lang="en-US" noProof="0" dirty="0"/>
              <a:t>02</a:t>
            </a:r>
            <a:endParaRPr lang="en-US" dirty="0"/>
          </a:p>
          <a:p>
            <a:pPr lvl="2"/>
            <a:r>
              <a:rPr lang="en-US" noProof="0" dirty="0"/>
              <a:t>03</a:t>
            </a:r>
            <a:endParaRPr lang="en-US" dirty="0"/>
          </a:p>
          <a:p>
            <a:pPr lvl="3"/>
            <a:r>
              <a:rPr lang="en-US" noProof="0" dirty="0"/>
              <a:t>04</a:t>
            </a:r>
            <a:endParaRPr lang="en-US" dirty="0"/>
          </a:p>
          <a:p>
            <a:pPr lvl="4"/>
            <a:r>
              <a:rPr lang="en-US" noProof="0" dirty="0"/>
              <a:t>05</a:t>
            </a:r>
            <a:endParaRPr lang="en-US" dirty="0"/>
          </a:p>
          <a:p>
            <a:pPr lvl="5"/>
            <a:r>
              <a:rPr lang="en-US" noProof="0" dirty="0"/>
              <a:t>06</a:t>
            </a:r>
            <a:endParaRPr lang="en-US" dirty="0"/>
          </a:p>
          <a:p>
            <a:pPr lvl="6"/>
            <a:r>
              <a:rPr lang="en-US" noProof="0" dirty="0"/>
              <a:t>07</a:t>
            </a:r>
            <a:endParaRPr lang="en-US" dirty="0"/>
          </a:p>
          <a:p>
            <a:pPr lvl="7"/>
            <a:r>
              <a:rPr lang="en-US" noProof="0" dirty="0"/>
              <a:t>08</a:t>
            </a:r>
            <a:endParaRPr lang="en-US" dirty="0"/>
          </a:p>
          <a:p>
            <a:pPr lvl="8"/>
            <a:r>
              <a:rPr lang="en-US" noProof="0" dirty="0"/>
              <a:t>09</a:t>
            </a:r>
            <a:endParaRPr lang="en-US" dirty="0"/>
          </a:p>
        </p:txBody>
      </p:sp>
      <p:sp>
        <p:nvSpPr>
          <p:cNvPr id="63" name="Text Placeholder 2">
            <a:extLst>
              <a:ext uri="{FF2B5EF4-FFF2-40B4-BE49-F238E27FC236}">
                <a16:creationId xmlns:a16="http://schemas.microsoft.com/office/drawing/2014/main" id="{1E3BB328-175D-1D81-F46E-4991B53591F2}"/>
              </a:ext>
            </a:extLst>
          </p:cNvPr>
          <p:cNvSpPr>
            <a:spLocks noGrp="1"/>
          </p:cNvSpPr>
          <p:nvPr>
            <p:ph type="body" sz="quarter" idx="17" hasCustomPrompt="1"/>
          </p:nvPr>
        </p:nvSpPr>
        <p:spPr>
          <a:xfrm>
            <a:off x="3679047" y="360000"/>
            <a:ext cx="8154000" cy="5572800"/>
          </a:xfrm>
        </p:spPr>
        <p:txBody>
          <a:bodyPr tIns="0" anchor="ctr" anchorCtr="0"/>
          <a:lstStyle>
            <a:lvl1pPr marL="0" indent="0">
              <a:lnSpc>
                <a:spcPct val="100000"/>
              </a:lnSpc>
              <a:spcAft>
                <a:spcPts val="600"/>
              </a:spcAft>
              <a:buFont typeface="Verdana" panose="020B0604030504040204" pitchFamily="34" charset="0"/>
              <a:buChar char="​"/>
              <a:defRPr sz="2000" b="0">
                <a:solidFill>
                  <a:schemeClr val="tx1"/>
                </a:solidFill>
                <a:latin typeface="+mn-lt"/>
              </a:defRPr>
            </a:lvl1pPr>
            <a:lvl2pPr marL="0" indent="0">
              <a:lnSpc>
                <a:spcPct val="100000"/>
              </a:lnSpc>
              <a:spcBef>
                <a:spcPts val="0"/>
              </a:spcBef>
              <a:spcAft>
                <a:spcPts val="600"/>
              </a:spcAft>
              <a:buFont typeface="Verdana" panose="020B0604030504040204" pitchFamily="34" charset="0"/>
              <a:buChar char="​"/>
              <a:defRPr sz="2000" b="0">
                <a:solidFill>
                  <a:schemeClr val="tx1"/>
                </a:solidFill>
                <a:latin typeface="+mn-lt"/>
              </a:defRPr>
            </a:lvl2pPr>
            <a:lvl3pPr marL="0" indent="0">
              <a:lnSpc>
                <a:spcPct val="100000"/>
              </a:lnSpc>
              <a:spcBef>
                <a:spcPts val="0"/>
              </a:spcBef>
              <a:spcAft>
                <a:spcPts val="600"/>
              </a:spcAft>
              <a:buFont typeface="Verdana" panose="020B0604030504040204" pitchFamily="34" charset="0"/>
              <a:buChar char="​"/>
              <a:defRPr sz="2000" b="0">
                <a:solidFill>
                  <a:schemeClr val="tx1"/>
                </a:solidFill>
                <a:latin typeface="+mn-lt"/>
              </a:defRPr>
            </a:lvl3pPr>
            <a:lvl4pPr marL="0" indent="0">
              <a:lnSpc>
                <a:spcPct val="100000"/>
              </a:lnSpc>
              <a:spcBef>
                <a:spcPts val="0"/>
              </a:spcBef>
              <a:spcAft>
                <a:spcPts val="600"/>
              </a:spcAft>
              <a:buFont typeface="Verdana" panose="020B0604030504040204" pitchFamily="34" charset="0"/>
              <a:buChar char="​"/>
              <a:defRPr sz="2000" b="0">
                <a:solidFill>
                  <a:schemeClr val="tx1"/>
                </a:solidFill>
                <a:latin typeface="+mn-lt"/>
              </a:defRPr>
            </a:lvl4pPr>
            <a:lvl5pPr marL="0" indent="0">
              <a:lnSpc>
                <a:spcPct val="100000"/>
              </a:lnSpc>
              <a:spcBef>
                <a:spcPts val="0"/>
              </a:spcBef>
              <a:spcAft>
                <a:spcPts val="600"/>
              </a:spcAft>
              <a:buFont typeface="Verdana" panose="020B0604030504040204" pitchFamily="34" charset="0"/>
              <a:buChar char="​"/>
              <a:defRPr sz="2000" b="0">
                <a:solidFill>
                  <a:schemeClr val="tx1"/>
                </a:solidFill>
                <a:latin typeface="+mn-lt"/>
              </a:defRPr>
            </a:lvl5pPr>
            <a:lvl6pPr marL="0" indent="0">
              <a:lnSpc>
                <a:spcPct val="100000"/>
              </a:lnSpc>
              <a:spcBef>
                <a:spcPts val="0"/>
              </a:spcBef>
              <a:spcAft>
                <a:spcPts val="600"/>
              </a:spcAft>
              <a:buFont typeface="Verdana" panose="020B0604030504040204" pitchFamily="34" charset="0"/>
              <a:buChar char="​"/>
              <a:defRPr sz="2000" b="0">
                <a:solidFill>
                  <a:schemeClr val="tx1"/>
                </a:solidFill>
                <a:latin typeface="+mn-lt"/>
              </a:defRPr>
            </a:lvl6pPr>
            <a:lvl7pPr marL="0" indent="0">
              <a:lnSpc>
                <a:spcPct val="100000"/>
              </a:lnSpc>
              <a:spcBef>
                <a:spcPts val="0"/>
              </a:spcBef>
              <a:spcAft>
                <a:spcPts val="600"/>
              </a:spcAft>
              <a:buFont typeface="Verdana" panose="020B0604030504040204" pitchFamily="34" charset="0"/>
              <a:buChar char="​"/>
              <a:defRPr sz="2000" b="0">
                <a:solidFill>
                  <a:schemeClr val="tx1"/>
                </a:solidFill>
                <a:latin typeface="+mn-lt"/>
              </a:defRPr>
            </a:lvl7pPr>
            <a:lvl8pPr marL="0" indent="0">
              <a:lnSpc>
                <a:spcPct val="100000"/>
              </a:lnSpc>
              <a:spcBef>
                <a:spcPts val="0"/>
              </a:spcBef>
              <a:spcAft>
                <a:spcPts val="600"/>
              </a:spcAft>
              <a:buFont typeface="Verdana" panose="020B0604030504040204" pitchFamily="34" charset="0"/>
              <a:buChar char="​"/>
              <a:defRPr sz="2000" b="0">
                <a:solidFill>
                  <a:schemeClr val="tx1"/>
                </a:solidFill>
                <a:latin typeface="+mn-lt"/>
              </a:defRPr>
            </a:lvl8pPr>
            <a:lvl9pPr marL="0" indent="0">
              <a:lnSpc>
                <a:spcPct val="100000"/>
              </a:lnSpc>
              <a:spcBef>
                <a:spcPts val="0"/>
              </a:spcBef>
              <a:spcAft>
                <a:spcPts val="600"/>
              </a:spcAft>
              <a:buFont typeface="Verdana" panose="020B0604030504040204" pitchFamily="34" charset="0"/>
              <a:buChar char="​"/>
              <a:defRPr sz="2000" b="0">
                <a:solidFill>
                  <a:schemeClr val="tx1"/>
                </a:solidFill>
                <a:latin typeface="+mn-lt"/>
              </a:defRPr>
            </a:lvl9pPr>
          </a:lstStyle>
          <a:p>
            <a:pPr lvl="0"/>
            <a:r>
              <a:rPr lang="en-US" noProof="0" dirty="0"/>
              <a:t>Click to add agenda point</a:t>
            </a:r>
            <a:endParaRPr lang="en-US" dirty="0"/>
          </a:p>
          <a:p>
            <a:pPr lvl="1"/>
            <a:r>
              <a:rPr lang="en-US" noProof="0" dirty="0"/>
              <a:t>Second level</a:t>
            </a:r>
            <a:endParaRPr lang="en-US" dirty="0"/>
          </a:p>
          <a:p>
            <a:pPr lvl="2"/>
            <a:r>
              <a:rPr lang="en-US" noProof="0" dirty="0"/>
              <a:t>Third level</a:t>
            </a:r>
            <a:endParaRPr lang="en-US" dirty="0"/>
          </a:p>
          <a:p>
            <a:pPr lvl="3"/>
            <a:r>
              <a:rPr lang="en-US" noProof="0" dirty="0"/>
              <a:t>Fourth level</a:t>
            </a:r>
            <a:endParaRPr lang="en-US" dirty="0"/>
          </a:p>
          <a:p>
            <a:pPr lvl="4"/>
            <a:r>
              <a:rPr lang="en-US" noProof="0" dirty="0"/>
              <a:t>Fifth level</a:t>
            </a:r>
            <a:endParaRPr lang="en-US" dirty="0"/>
          </a:p>
          <a:p>
            <a:pPr lvl="5"/>
            <a:r>
              <a:rPr lang="en-US" noProof="0" dirty="0"/>
              <a:t>6</a:t>
            </a:r>
            <a:endParaRPr lang="en-US" dirty="0"/>
          </a:p>
          <a:p>
            <a:pPr lvl="6"/>
            <a:r>
              <a:rPr lang="en-US" noProof="0" dirty="0"/>
              <a:t>7</a:t>
            </a:r>
            <a:endParaRPr lang="en-US" dirty="0"/>
          </a:p>
          <a:p>
            <a:pPr lvl="7"/>
            <a:r>
              <a:rPr lang="en-US" noProof="0" dirty="0"/>
              <a:t>8</a:t>
            </a:r>
            <a:endParaRPr lang="en-US" dirty="0"/>
          </a:p>
          <a:p>
            <a:pPr lvl="8"/>
            <a:r>
              <a:rPr lang="en-US" noProof="0" dirty="0"/>
              <a:t>9</a:t>
            </a:r>
            <a:endParaRPr lang="en-US" dirty="0"/>
          </a:p>
        </p:txBody>
      </p:sp>
      <p:sp>
        <p:nvSpPr>
          <p:cNvPr id="14" name="Slide Number Placeholder 13">
            <a:extLst>
              <a:ext uri="{FF2B5EF4-FFF2-40B4-BE49-F238E27FC236}">
                <a16:creationId xmlns:a16="http://schemas.microsoft.com/office/drawing/2014/main" id="{F626CCFB-F402-A8B9-F724-E21077D40C02}"/>
              </a:ext>
            </a:extLst>
          </p:cNvPr>
          <p:cNvSpPr>
            <a:spLocks noGrp="1"/>
          </p:cNvSpPr>
          <p:nvPr>
            <p:ph type="sldNum" sz="quarter" idx="16"/>
          </p:nvPr>
        </p:nvSpPr>
        <p:spPr bwMode="white"/>
        <p:txBody>
          <a:bodyPr/>
          <a:lstStyle>
            <a:lvl1pPr>
              <a:defRPr>
                <a:solidFill>
                  <a:schemeClr val="tx1"/>
                </a:solidFill>
              </a:defRPr>
            </a:lvl1pPr>
          </a:lstStyle>
          <a:p>
            <a:fld id="{23AA811B-2EBD-4900-905E-5BE206449611}" type="slidenum">
              <a:rPr lang="en-US" smtClean="0"/>
              <a:pPr/>
              <a:t>‹#›</a:t>
            </a:fld>
            <a:endParaRPr lang="en-US" dirty="0"/>
          </a:p>
        </p:txBody>
      </p:sp>
    </p:spTree>
    <p:extLst>
      <p:ext uri="{BB962C8B-B14F-4D97-AF65-F5344CB8AC3E}">
        <p14:creationId xmlns:p14="http://schemas.microsoft.com/office/powerpoint/2010/main" val="230675365"/>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 Agenda">
    <p:bg>
      <p:bgPr>
        <a:solidFill>
          <a:schemeClr val="bg2"/>
        </a:solidFill>
        <a:effectLst/>
      </p:bgPr>
    </p:bg>
    <p:spTree>
      <p:nvGrpSpPr>
        <p:cNvPr id="1" name=""/>
        <p:cNvGrpSpPr/>
        <p:nvPr/>
      </p:nvGrpSpPr>
      <p:grpSpPr>
        <a:xfrm>
          <a:off x="0" y="0"/>
          <a:ext cx="0" cy="0"/>
          <a:chOff x="0" y="0"/>
          <a:chExt cx="0" cy="0"/>
        </a:xfrm>
      </p:grpSpPr>
      <p:sp>
        <p:nvSpPr>
          <p:cNvPr id="3" name="Background">
            <a:extLst>
              <a:ext uri="{FF2B5EF4-FFF2-40B4-BE49-F238E27FC236}">
                <a16:creationId xmlns:a16="http://schemas.microsoft.com/office/drawing/2014/main" id="{78E7BD0E-27C8-430D-BAE4-F0A6C08D73C3}"/>
              </a:ext>
            </a:extLst>
          </p:cNvPr>
          <p:cNvSpPr/>
          <p:nvPr userDrawn="1"/>
        </p:nvSpPr>
        <p:spPr>
          <a:xfrm>
            <a:off x="0" y="0"/>
            <a:ext cx="12193200" cy="6861600"/>
          </a:xfrm>
          <a:prstGeom prst="rect">
            <a:avLst/>
          </a:prstGeom>
          <a:solidFill>
            <a:srgbClr val="0087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noProof="0" dirty="0" err="1">
              <a:solidFill>
                <a:schemeClr val="tx1"/>
              </a:solidFill>
            </a:endParaRPr>
          </a:p>
        </p:txBody>
      </p:sp>
      <p:grpSp>
        <p:nvGrpSpPr>
          <p:cNvPr id="7" name="Group 6">
            <a:extLst>
              <a:ext uri="{FF2B5EF4-FFF2-40B4-BE49-F238E27FC236}">
                <a16:creationId xmlns:a16="http://schemas.microsoft.com/office/drawing/2014/main" id="{710534F2-D877-B678-A428-0C1A8B00F948}"/>
              </a:ext>
            </a:extLst>
          </p:cNvPr>
          <p:cNvGrpSpPr/>
          <p:nvPr userDrawn="1"/>
        </p:nvGrpSpPr>
        <p:grpSpPr>
          <a:xfrm>
            <a:off x="8073457" y="0"/>
            <a:ext cx="4118544" cy="6858000"/>
            <a:chOff x="8073457" y="0"/>
            <a:chExt cx="4118544" cy="6858000"/>
          </a:xfrm>
          <a:solidFill>
            <a:srgbClr val="03CC54"/>
          </a:solidFill>
        </p:grpSpPr>
        <p:sp>
          <p:nvSpPr>
            <p:cNvPr id="21" name="Freeform: Shape 20">
              <a:extLst>
                <a:ext uri="{FF2B5EF4-FFF2-40B4-BE49-F238E27FC236}">
                  <a16:creationId xmlns:a16="http://schemas.microsoft.com/office/drawing/2014/main" id="{4D6C1705-450D-9DA6-5024-86B73B270248}"/>
                </a:ext>
              </a:extLst>
            </p:cNvPr>
            <p:cNvSpPr>
              <a:spLocks/>
            </p:cNvSpPr>
            <p:nvPr/>
          </p:nvSpPr>
          <p:spPr bwMode="auto">
            <a:xfrm>
              <a:off x="11974024" y="2852234"/>
              <a:ext cx="217976" cy="482903"/>
            </a:xfrm>
            <a:custGeom>
              <a:avLst/>
              <a:gdLst>
                <a:gd name="connsiteX0" fmla="*/ 217976 w 217976"/>
                <a:gd name="connsiteY0" fmla="*/ 0 h 482903"/>
                <a:gd name="connsiteX1" fmla="*/ 217976 w 217976"/>
                <a:gd name="connsiteY1" fmla="*/ 482903 h 482903"/>
                <a:gd name="connsiteX2" fmla="*/ 195802 w 217976"/>
                <a:gd name="connsiteY2" fmla="*/ 458194 h 482903"/>
                <a:gd name="connsiteX3" fmla="*/ 0 w 217976"/>
                <a:gd name="connsiteY3" fmla="*/ 66430 h 482903"/>
                <a:gd name="connsiteX4" fmla="*/ 209032 w 217976"/>
                <a:gd name="connsiteY4" fmla="*/ 843 h 4829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976" h="482903">
                  <a:moveTo>
                    <a:pt x="217976" y="0"/>
                  </a:moveTo>
                  <a:lnTo>
                    <a:pt x="217976" y="482903"/>
                  </a:lnTo>
                  <a:lnTo>
                    <a:pt x="195802" y="458194"/>
                  </a:lnTo>
                  <a:cubicBezTo>
                    <a:pt x="103193" y="342866"/>
                    <a:pt x="37044" y="209050"/>
                    <a:pt x="0" y="66430"/>
                  </a:cubicBezTo>
                  <a:cubicBezTo>
                    <a:pt x="67031" y="37378"/>
                    <a:pt x="137150" y="15369"/>
                    <a:pt x="209032" y="8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22" name="Freeform 6">
              <a:extLst>
                <a:ext uri="{FF2B5EF4-FFF2-40B4-BE49-F238E27FC236}">
                  <a16:creationId xmlns:a16="http://schemas.microsoft.com/office/drawing/2014/main" id="{627DC183-C511-8B57-2D1C-BDDB6E227117}"/>
                </a:ext>
              </a:extLst>
            </p:cNvPr>
            <p:cNvSpPr>
              <a:spLocks/>
            </p:cNvSpPr>
            <p:nvPr/>
          </p:nvSpPr>
          <p:spPr bwMode="auto">
            <a:xfrm>
              <a:off x="9987651" y="2322551"/>
              <a:ext cx="990299" cy="565885"/>
            </a:xfrm>
            <a:custGeom>
              <a:avLst/>
              <a:gdLst>
                <a:gd name="T0" fmla="*/ 123 w 281"/>
                <a:gd name="T1" fmla="*/ 146 h 161"/>
                <a:gd name="T2" fmla="*/ 0 w 281"/>
                <a:gd name="T3" fmla="*/ 42 h 161"/>
                <a:gd name="T4" fmla="*/ 158 w 281"/>
                <a:gd name="T5" fmla="*/ 15 h 161"/>
                <a:gd name="T6" fmla="*/ 281 w 281"/>
                <a:gd name="T7" fmla="*/ 119 h 161"/>
                <a:gd name="T8" fmla="*/ 123 w 281"/>
                <a:gd name="T9" fmla="*/ 146 h 161"/>
              </a:gdLst>
              <a:ahLst/>
              <a:cxnLst>
                <a:cxn ang="0">
                  <a:pos x="T0" y="T1"/>
                </a:cxn>
                <a:cxn ang="0">
                  <a:pos x="T2" y="T3"/>
                </a:cxn>
                <a:cxn ang="0">
                  <a:pos x="T4" y="T5"/>
                </a:cxn>
                <a:cxn ang="0">
                  <a:pos x="T6" y="T7"/>
                </a:cxn>
                <a:cxn ang="0">
                  <a:pos x="T8" y="T9"/>
                </a:cxn>
              </a:cxnLst>
              <a:rect l="0" t="0" r="r" b="b"/>
              <a:pathLst>
                <a:path w="281" h="161">
                  <a:moveTo>
                    <a:pt x="123" y="146"/>
                  </a:moveTo>
                  <a:cubicBezTo>
                    <a:pt x="66" y="130"/>
                    <a:pt x="23" y="91"/>
                    <a:pt x="0" y="42"/>
                  </a:cubicBezTo>
                  <a:cubicBezTo>
                    <a:pt x="45" y="11"/>
                    <a:pt x="102" y="0"/>
                    <a:pt x="158" y="15"/>
                  </a:cubicBezTo>
                  <a:cubicBezTo>
                    <a:pt x="215" y="31"/>
                    <a:pt x="258" y="70"/>
                    <a:pt x="281" y="119"/>
                  </a:cubicBezTo>
                  <a:cubicBezTo>
                    <a:pt x="236" y="150"/>
                    <a:pt x="179" y="161"/>
                    <a:pt x="123" y="14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4" name="Freeform 8">
              <a:extLst>
                <a:ext uri="{FF2B5EF4-FFF2-40B4-BE49-F238E27FC236}">
                  <a16:creationId xmlns:a16="http://schemas.microsoft.com/office/drawing/2014/main" id="{420653B3-4D4C-E567-A9A1-30C3707552D9}"/>
                </a:ext>
              </a:extLst>
            </p:cNvPr>
            <p:cNvSpPr>
              <a:spLocks/>
            </p:cNvSpPr>
            <p:nvPr/>
          </p:nvSpPr>
          <p:spPr bwMode="auto">
            <a:xfrm>
              <a:off x="9687385" y="4750661"/>
              <a:ext cx="805521" cy="464834"/>
            </a:xfrm>
            <a:custGeom>
              <a:avLst/>
              <a:gdLst>
                <a:gd name="T0" fmla="*/ 130 w 229"/>
                <a:gd name="T1" fmla="*/ 119 h 132"/>
                <a:gd name="T2" fmla="*/ 0 w 229"/>
                <a:gd name="T3" fmla="*/ 99 h 132"/>
                <a:gd name="T4" fmla="*/ 99 w 229"/>
                <a:gd name="T5" fmla="*/ 13 h 132"/>
                <a:gd name="T6" fmla="*/ 229 w 229"/>
                <a:gd name="T7" fmla="*/ 33 h 132"/>
                <a:gd name="T8" fmla="*/ 130 w 229"/>
                <a:gd name="T9" fmla="*/ 119 h 132"/>
              </a:gdLst>
              <a:ahLst/>
              <a:cxnLst>
                <a:cxn ang="0">
                  <a:pos x="T0" y="T1"/>
                </a:cxn>
                <a:cxn ang="0">
                  <a:pos x="T2" y="T3"/>
                </a:cxn>
                <a:cxn ang="0">
                  <a:pos x="T4" y="T5"/>
                </a:cxn>
                <a:cxn ang="0">
                  <a:pos x="T6" y="T7"/>
                </a:cxn>
                <a:cxn ang="0">
                  <a:pos x="T8" y="T9"/>
                </a:cxn>
              </a:cxnLst>
              <a:rect l="0" t="0" r="r" b="b"/>
              <a:pathLst>
                <a:path w="229" h="132">
                  <a:moveTo>
                    <a:pt x="130" y="119"/>
                  </a:moveTo>
                  <a:cubicBezTo>
                    <a:pt x="84" y="132"/>
                    <a:pt x="37" y="123"/>
                    <a:pt x="0" y="99"/>
                  </a:cubicBezTo>
                  <a:cubicBezTo>
                    <a:pt x="18" y="58"/>
                    <a:pt x="53" y="26"/>
                    <a:pt x="99" y="13"/>
                  </a:cubicBezTo>
                  <a:cubicBezTo>
                    <a:pt x="145" y="0"/>
                    <a:pt x="192" y="8"/>
                    <a:pt x="229" y="33"/>
                  </a:cubicBezTo>
                  <a:cubicBezTo>
                    <a:pt x="210" y="73"/>
                    <a:pt x="175" y="106"/>
                    <a:pt x="130" y="11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9">
              <a:extLst>
                <a:ext uri="{FF2B5EF4-FFF2-40B4-BE49-F238E27FC236}">
                  <a16:creationId xmlns:a16="http://schemas.microsoft.com/office/drawing/2014/main" id="{406F84C9-685A-5069-FF90-BFE9C02FEC5C}"/>
                </a:ext>
              </a:extLst>
            </p:cNvPr>
            <p:cNvSpPr>
              <a:spLocks/>
            </p:cNvSpPr>
            <p:nvPr/>
          </p:nvSpPr>
          <p:spPr bwMode="auto">
            <a:xfrm>
              <a:off x="8714409" y="4077950"/>
              <a:ext cx="678485" cy="392655"/>
            </a:xfrm>
            <a:custGeom>
              <a:avLst/>
              <a:gdLst>
                <a:gd name="T0" fmla="*/ 110 w 193"/>
                <a:gd name="T1" fmla="*/ 101 h 112"/>
                <a:gd name="T2" fmla="*/ 0 w 193"/>
                <a:gd name="T3" fmla="*/ 84 h 112"/>
                <a:gd name="T4" fmla="*/ 84 w 193"/>
                <a:gd name="T5" fmla="*/ 12 h 112"/>
                <a:gd name="T6" fmla="*/ 193 w 193"/>
                <a:gd name="T7" fmla="*/ 29 h 112"/>
                <a:gd name="T8" fmla="*/ 110 w 193"/>
                <a:gd name="T9" fmla="*/ 101 h 112"/>
              </a:gdLst>
              <a:ahLst/>
              <a:cxnLst>
                <a:cxn ang="0">
                  <a:pos x="T0" y="T1"/>
                </a:cxn>
                <a:cxn ang="0">
                  <a:pos x="T2" y="T3"/>
                </a:cxn>
                <a:cxn ang="0">
                  <a:pos x="T4" y="T5"/>
                </a:cxn>
                <a:cxn ang="0">
                  <a:pos x="T6" y="T7"/>
                </a:cxn>
                <a:cxn ang="0">
                  <a:pos x="T8" y="T9"/>
                </a:cxn>
              </a:cxnLst>
              <a:rect l="0" t="0" r="r" b="b"/>
              <a:pathLst>
                <a:path w="193" h="112">
                  <a:moveTo>
                    <a:pt x="110" y="101"/>
                  </a:moveTo>
                  <a:cubicBezTo>
                    <a:pt x="71" y="112"/>
                    <a:pt x="31" y="105"/>
                    <a:pt x="0" y="84"/>
                  </a:cubicBezTo>
                  <a:cubicBezTo>
                    <a:pt x="16" y="50"/>
                    <a:pt x="45" y="23"/>
                    <a:pt x="84" y="12"/>
                  </a:cubicBezTo>
                  <a:cubicBezTo>
                    <a:pt x="123" y="0"/>
                    <a:pt x="162" y="8"/>
                    <a:pt x="193" y="29"/>
                  </a:cubicBezTo>
                  <a:cubicBezTo>
                    <a:pt x="178" y="63"/>
                    <a:pt x="148" y="90"/>
                    <a:pt x="110" y="10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10">
              <a:extLst>
                <a:ext uri="{FF2B5EF4-FFF2-40B4-BE49-F238E27FC236}">
                  <a16:creationId xmlns:a16="http://schemas.microsoft.com/office/drawing/2014/main" id="{F737717B-DDB9-22B4-BA62-B92431697218}"/>
                </a:ext>
              </a:extLst>
            </p:cNvPr>
            <p:cNvSpPr>
              <a:spLocks/>
            </p:cNvSpPr>
            <p:nvPr/>
          </p:nvSpPr>
          <p:spPr bwMode="auto">
            <a:xfrm>
              <a:off x="9543027" y="6000805"/>
              <a:ext cx="640952" cy="415752"/>
            </a:xfrm>
            <a:custGeom>
              <a:avLst/>
              <a:gdLst>
                <a:gd name="T0" fmla="*/ 110 w 182"/>
                <a:gd name="T1" fmla="*/ 102 h 118"/>
                <a:gd name="T2" fmla="*/ 0 w 182"/>
                <a:gd name="T3" fmla="*/ 100 h 118"/>
                <a:gd name="T4" fmla="*/ 72 w 182"/>
                <a:gd name="T5" fmla="*/ 17 h 118"/>
                <a:gd name="T6" fmla="*/ 182 w 182"/>
                <a:gd name="T7" fmla="*/ 18 h 118"/>
                <a:gd name="T8" fmla="*/ 110 w 182"/>
                <a:gd name="T9" fmla="*/ 102 h 118"/>
              </a:gdLst>
              <a:ahLst/>
              <a:cxnLst>
                <a:cxn ang="0">
                  <a:pos x="T0" y="T1"/>
                </a:cxn>
                <a:cxn ang="0">
                  <a:pos x="T2" y="T3"/>
                </a:cxn>
                <a:cxn ang="0">
                  <a:pos x="T4" y="T5"/>
                </a:cxn>
                <a:cxn ang="0">
                  <a:pos x="T6" y="T7"/>
                </a:cxn>
                <a:cxn ang="0">
                  <a:pos x="T8" y="T9"/>
                </a:cxn>
              </a:cxnLst>
              <a:rect l="0" t="0" r="r" b="b"/>
              <a:pathLst>
                <a:path w="182" h="118">
                  <a:moveTo>
                    <a:pt x="110" y="102"/>
                  </a:moveTo>
                  <a:cubicBezTo>
                    <a:pt x="73" y="118"/>
                    <a:pt x="33" y="116"/>
                    <a:pt x="0" y="100"/>
                  </a:cubicBezTo>
                  <a:cubicBezTo>
                    <a:pt x="10" y="64"/>
                    <a:pt x="35" y="33"/>
                    <a:pt x="72" y="17"/>
                  </a:cubicBezTo>
                  <a:cubicBezTo>
                    <a:pt x="108" y="0"/>
                    <a:pt x="149" y="2"/>
                    <a:pt x="182" y="18"/>
                  </a:cubicBezTo>
                  <a:cubicBezTo>
                    <a:pt x="172" y="54"/>
                    <a:pt x="147" y="85"/>
                    <a:pt x="110" y="10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7" name="Freeform: Shape 66">
              <a:extLst>
                <a:ext uri="{FF2B5EF4-FFF2-40B4-BE49-F238E27FC236}">
                  <a16:creationId xmlns:a16="http://schemas.microsoft.com/office/drawing/2014/main" id="{83F182F3-4DA7-1808-D967-BE9459EBE7E3}"/>
                </a:ext>
              </a:extLst>
            </p:cNvPr>
            <p:cNvSpPr>
              <a:spLocks/>
            </p:cNvSpPr>
            <p:nvPr/>
          </p:nvSpPr>
          <p:spPr bwMode="auto">
            <a:xfrm>
              <a:off x="12071238" y="5898747"/>
              <a:ext cx="120762" cy="462955"/>
            </a:xfrm>
            <a:custGeom>
              <a:avLst/>
              <a:gdLst>
                <a:gd name="connsiteX0" fmla="*/ 120762 w 120762"/>
                <a:gd name="connsiteY0" fmla="*/ 0 h 462955"/>
                <a:gd name="connsiteX1" fmla="*/ 120762 w 120762"/>
                <a:gd name="connsiteY1" fmla="*/ 436723 h 462955"/>
                <a:gd name="connsiteX2" fmla="*/ 25972 w 120762"/>
                <a:gd name="connsiteY2" fmla="*/ 462955 h 462955"/>
                <a:gd name="connsiteX3" fmla="*/ 64789 w 120762"/>
                <a:gd name="connsiteY3" fmla="*/ 75607 h 462955"/>
              </a:gdLst>
              <a:ahLst/>
              <a:cxnLst>
                <a:cxn ang="0">
                  <a:pos x="connsiteX0" y="connsiteY0"/>
                </a:cxn>
                <a:cxn ang="0">
                  <a:pos x="connsiteX1" y="connsiteY1"/>
                </a:cxn>
                <a:cxn ang="0">
                  <a:pos x="connsiteX2" y="connsiteY2"/>
                </a:cxn>
                <a:cxn ang="0">
                  <a:pos x="connsiteX3" y="connsiteY3"/>
                </a:cxn>
              </a:cxnLst>
              <a:rect l="l" t="t" r="r" b="b"/>
              <a:pathLst>
                <a:path w="120762" h="462955">
                  <a:moveTo>
                    <a:pt x="120762" y="0"/>
                  </a:moveTo>
                  <a:lnTo>
                    <a:pt x="120762" y="436723"/>
                  </a:lnTo>
                  <a:lnTo>
                    <a:pt x="25972" y="462955"/>
                  </a:lnTo>
                  <a:cubicBezTo>
                    <a:pt x="-16373" y="339708"/>
                    <a:pt x="-9315" y="198854"/>
                    <a:pt x="64789" y="756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68" name="Freeform: Shape 67">
              <a:extLst>
                <a:ext uri="{FF2B5EF4-FFF2-40B4-BE49-F238E27FC236}">
                  <a16:creationId xmlns:a16="http://schemas.microsoft.com/office/drawing/2014/main" id="{CB01C7E6-A791-9032-26E5-9ABED2C03183}"/>
                </a:ext>
              </a:extLst>
            </p:cNvPr>
            <p:cNvSpPr>
              <a:spLocks/>
            </p:cNvSpPr>
            <p:nvPr/>
          </p:nvSpPr>
          <p:spPr bwMode="auto">
            <a:xfrm>
              <a:off x="11618838" y="526731"/>
              <a:ext cx="573162" cy="948907"/>
            </a:xfrm>
            <a:custGeom>
              <a:avLst/>
              <a:gdLst>
                <a:gd name="connsiteX0" fmla="*/ 21176 w 573162"/>
                <a:gd name="connsiteY0" fmla="*/ 0 h 948907"/>
                <a:gd name="connsiteX1" fmla="*/ 496522 w 573162"/>
                <a:gd name="connsiteY1" fmla="*/ 188884 h 948907"/>
                <a:gd name="connsiteX2" fmla="*/ 573162 w 573162"/>
                <a:gd name="connsiteY2" fmla="*/ 269994 h 948907"/>
                <a:gd name="connsiteX3" fmla="*/ 573162 w 573162"/>
                <a:gd name="connsiteY3" fmla="*/ 948907 h 948907"/>
                <a:gd name="connsiteX4" fmla="*/ 431370 w 573162"/>
                <a:gd name="connsiteY4" fmla="*/ 893105 h 948907"/>
                <a:gd name="connsiteX5" fmla="*/ 162166 w 573162"/>
                <a:gd name="connsiteY5" fmla="*/ 664554 h 948907"/>
                <a:gd name="connsiteX6" fmla="*/ 21176 w 573162"/>
                <a:gd name="connsiteY6" fmla="*/ 0 h 948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62" h="948907">
                  <a:moveTo>
                    <a:pt x="21176" y="0"/>
                  </a:moveTo>
                  <a:cubicBezTo>
                    <a:pt x="193008" y="10549"/>
                    <a:pt x="360874" y="74499"/>
                    <a:pt x="496522" y="188884"/>
                  </a:cubicBezTo>
                  <a:lnTo>
                    <a:pt x="573162" y="269994"/>
                  </a:lnTo>
                  <a:lnTo>
                    <a:pt x="573162" y="948907"/>
                  </a:lnTo>
                  <a:lnTo>
                    <a:pt x="431370" y="893105"/>
                  </a:lnTo>
                  <a:cubicBezTo>
                    <a:pt x="328711" y="839483"/>
                    <a:pt x="236186" y="763007"/>
                    <a:pt x="162166" y="664554"/>
                  </a:cubicBezTo>
                  <a:cubicBezTo>
                    <a:pt x="14127" y="467649"/>
                    <a:pt x="-31695" y="225034"/>
                    <a:pt x="211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69" name="Freeform 15">
              <a:extLst>
                <a:ext uri="{FF2B5EF4-FFF2-40B4-BE49-F238E27FC236}">
                  <a16:creationId xmlns:a16="http://schemas.microsoft.com/office/drawing/2014/main" id="{EF9E4E31-51A5-76A9-4FC9-D6C1AE1CABFA}"/>
                </a:ext>
              </a:extLst>
            </p:cNvPr>
            <p:cNvSpPr>
              <a:spLocks/>
            </p:cNvSpPr>
            <p:nvPr/>
          </p:nvSpPr>
          <p:spPr bwMode="auto">
            <a:xfrm>
              <a:off x="8393933" y="1889475"/>
              <a:ext cx="828618" cy="412865"/>
            </a:xfrm>
            <a:custGeom>
              <a:avLst/>
              <a:gdLst>
                <a:gd name="T0" fmla="*/ 113 w 235"/>
                <a:gd name="T1" fmla="*/ 113 h 117"/>
                <a:gd name="T2" fmla="*/ 0 w 235"/>
                <a:gd name="T3" fmla="*/ 48 h 117"/>
                <a:gd name="T4" fmla="*/ 122 w 235"/>
                <a:gd name="T5" fmla="*/ 4 h 117"/>
                <a:gd name="T6" fmla="*/ 235 w 235"/>
                <a:gd name="T7" fmla="*/ 68 h 117"/>
                <a:gd name="T8" fmla="*/ 113 w 235"/>
                <a:gd name="T9" fmla="*/ 113 h 117"/>
              </a:gdLst>
              <a:ahLst/>
              <a:cxnLst>
                <a:cxn ang="0">
                  <a:pos x="T0" y="T1"/>
                </a:cxn>
                <a:cxn ang="0">
                  <a:pos x="T2" y="T3"/>
                </a:cxn>
                <a:cxn ang="0">
                  <a:pos x="T4" y="T5"/>
                </a:cxn>
                <a:cxn ang="0">
                  <a:pos x="T6" y="T7"/>
                </a:cxn>
                <a:cxn ang="0">
                  <a:pos x="T8" y="T9"/>
                </a:cxn>
              </a:cxnLst>
              <a:rect l="0" t="0" r="r" b="b"/>
              <a:pathLst>
                <a:path w="235" h="117">
                  <a:moveTo>
                    <a:pt x="113" y="113"/>
                  </a:moveTo>
                  <a:cubicBezTo>
                    <a:pt x="66" y="109"/>
                    <a:pt x="25" y="84"/>
                    <a:pt x="0" y="48"/>
                  </a:cubicBezTo>
                  <a:cubicBezTo>
                    <a:pt x="31" y="17"/>
                    <a:pt x="75" y="0"/>
                    <a:pt x="122" y="4"/>
                  </a:cubicBezTo>
                  <a:cubicBezTo>
                    <a:pt x="169" y="8"/>
                    <a:pt x="210" y="33"/>
                    <a:pt x="235" y="68"/>
                  </a:cubicBezTo>
                  <a:cubicBezTo>
                    <a:pt x="204" y="99"/>
                    <a:pt x="160" y="117"/>
                    <a:pt x="113" y="11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0" name="Freeform 16">
              <a:extLst>
                <a:ext uri="{FF2B5EF4-FFF2-40B4-BE49-F238E27FC236}">
                  <a16:creationId xmlns:a16="http://schemas.microsoft.com/office/drawing/2014/main" id="{4678F72D-0C3F-93F2-6353-B170904F59CB}"/>
                </a:ext>
              </a:extLst>
            </p:cNvPr>
            <p:cNvSpPr>
              <a:spLocks/>
            </p:cNvSpPr>
            <p:nvPr/>
          </p:nvSpPr>
          <p:spPr bwMode="auto">
            <a:xfrm>
              <a:off x="11136745" y="5778493"/>
              <a:ext cx="851715" cy="744890"/>
            </a:xfrm>
            <a:custGeom>
              <a:avLst/>
              <a:gdLst>
                <a:gd name="T0" fmla="*/ 165 w 242"/>
                <a:gd name="T1" fmla="*/ 162 h 212"/>
                <a:gd name="T2" fmla="*/ 0 w 242"/>
                <a:gd name="T3" fmla="*/ 200 h 212"/>
                <a:gd name="T4" fmla="*/ 77 w 242"/>
                <a:gd name="T5" fmla="*/ 50 h 212"/>
                <a:gd name="T6" fmla="*/ 242 w 242"/>
                <a:gd name="T7" fmla="*/ 11 h 212"/>
                <a:gd name="T8" fmla="*/ 165 w 242"/>
                <a:gd name="T9" fmla="*/ 162 h 212"/>
              </a:gdLst>
              <a:ahLst/>
              <a:cxnLst>
                <a:cxn ang="0">
                  <a:pos x="T0" y="T1"/>
                </a:cxn>
                <a:cxn ang="0">
                  <a:pos x="T2" y="T3"/>
                </a:cxn>
                <a:cxn ang="0">
                  <a:pos x="T4" y="T5"/>
                </a:cxn>
                <a:cxn ang="0">
                  <a:pos x="T6" y="T7"/>
                </a:cxn>
                <a:cxn ang="0">
                  <a:pos x="T8" y="T9"/>
                </a:cxn>
              </a:cxnLst>
              <a:rect l="0" t="0" r="r" b="b"/>
              <a:pathLst>
                <a:path w="242" h="212">
                  <a:moveTo>
                    <a:pt x="165" y="162"/>
                  </a:moveTo>
                  <a:cubicBezTo>
                    <a:pt x="116" y="200"/>
                    <a:pt x="56" y="212"/>
                    <a:pt x="0" y="200"/>
                  </a:cubicBezTo>
                  <a:cubicBezTo>
                    <a:pt x="2" y="143"/>
                    <a:pt x="28" y="88"/>
                    <a:pt x="77" y="50"/>
                  </a:cubicBezTo>
                  <a:cubicBezTo>
                    <a:pt x="125" y="12"/>
                    <a:pt x="186" y="0"/>
                    <a:pt x="242" y="11"/>
                  </a:cubicBezTo>
                  <a:cubicBezTo>
                    <a:pt x="239" y="68"/>
                    <a:pt x="213" y="124"/>
                    <a:pt x="165" y="16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1" name="Freeform 17">
              <a:extLst>
                <a:ext uri="{FF2B5EF4-FFF2-40B4-BE49-F238E27FC236}">
                  <a16:creationId xmlns:a16="http://schemas.microsoft.com/office/drawing/2014/main" id="{527DE987-F22F-DDA5-76FF-7DCFDC618FBB}"/>
                </a:ext>
              </a:extLst>
            </p:cNvPr>
            <p:cNvSpPr>
              <a:spLocks/>
            </p:cNvSpPr>
            <p:nvPr/>
          </p:nvSpPr>
          <p:spPr bwMode="auto">
            <a:xfrm>
              <a:off x="10455373" y="3425450"/>
              <a:ext cx="857490" cy="398429"/>
            </a:xfrm>
            <a:custGeom>
              <a:avLst/>
              <a:gdLst>
                <a:gd name="T0" fmla="*/ 121 w 243"/>
                <a:gd name="T1" fmla="*/ 113 h 113"/>
                <a:gd name="T2" fmla="*/ 0 w 243"/>
                <a:gd name="T3" fmla="*/ 56 h 113"/>
                <a:gd name="T4" fmla="*/ 122 w 243"/>
                <a:gd name="T5" fmla="*/ 0 h 113"/>
                <a:gd name="T6" fmla="*/ 243 w 243"/>
                <a:gd name="T7" fmla="*/ 57 h 113"/>
                <a:gd name="T8" fmla="*/ 121 w 243"/>
                <a:gd name="T9" fmla="*/ 113 h 113"/>
              </a:gdLst>
              <a:ahLst/>
              <a:cxnLst>
                <a:cxn ang="0">
                  <a:pos x="T0" y="T1"/>
                </a:cxn>
                <a:cxn ang="0">
                  <a:pos x="T2" y="T3"/>
                </a:cxn>
                <a:cxn ang="0">
                  <a:pos x="T4" y="T5"/>
                </a:cxn>
                <a:cxn ang="0">
                  <a:pos x="T6" y="T7"/>
                </a:cxn>
                <a:cxn ang="0">
                  <a:pos x="T8" y="T9"/>
                </a:cxn>
              </a:cxnLst>
              <a:rect l="0" t="0" r="r" b="b"/>
              <a:pathLst>
                <a:path w="243" h="113">
                  <a:moveTo>
                    <a:pt x="121" y="113"/>
                  </a:moveTo>
                  <a:cubicBezTo>
                    <a:pt x="72" y="112"/>
                    <a:pt x="29" y="90"/>
                    <a:pt x="0" y="56"/>
                  </a:cubicBezTo>
                  <a:cubicBezTo>
                    <a:pt x="29" y="21"/>
                    <a:pt x="73" y="0"/>
                    <a:pt x="122" y="0"/>
                  </a:cubicBezTo>
                  <a:cubicBezTo>
                    <a:pt x="170" y="0"/>
                    <a:pt x="214" y="23"/>
                    <a:pt x="243" y="57"/>
                  </a:cubicBezTo>
                  <a:cubicBezTo>
                    <a:pt x="213" y="91"/>
                    <a:pt x="170" y="113"/>
                    <a:pt x="121" y="11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2" name="Freeform: Shape 71">
              <a:extLst>
                <a:ext uri="{FF2B5EF4-FFF2-40B4-BE49-F238E27FC236}">
                  <a16:creationId xmlns:a16="http://schemas.microsoft.com/office/drawing/2014/main" id="{72C56914-23D4-A3F4-4F1F-EFC119EBC1E8}"/>
                </a:ext>
              </a:extLst>
            </p:cNvPr>
            <p:cNvSpPr>
              <a:spLocks/>
            </p:cNvSpPr>
            <p:nvPr/>
          </p:nvSpPr>
          <p:spPr bwMode="auto">
            <a:xfrm>
              <a:off x="11336229" y="6558227"/>
              <a:ext cx="513340" cy="299773"/>
            </a:xfrm>
            <a:custGeom>
              <a:avLst/>
              <a:gdLst>
                <a:gd name="connsiteX0" fmla="*/ 447209 w 513340"/>
                <a:gd name="connsiteY0" fmla="*/ 449 h 299773"/>
                <a:gd name="connsiteX1" fmla="*/ 503469 w 513340"/>
                <a:gd name="connsiteY1" fmla="*/ 42849 h 299773"/>
                <a:gd name="connsiteX2" fmla="*/ 505666 w 513340"/>
                <a:gd name="connsiteY2" fmla="*/ 264566 h 299773"/>
                <a:gd name="connsiteX3" fmla="*/ 496268 w 513340"/>
                <a:gd name="connsiteY3" fmla="*/ 299773 h 299773"/>
                <a:gd name="connsiteX4" fmla="*/ 0 w 513340"/>
                <a:gd name="connsiteY4" fmla="*/ 299773 h 299773"/>
                <a:gd name="connsiteX5" fmla="*/ 74490 w 513340"/>
                <a:gd name="connsiteY5" fmla="*/ 180649 h 299773"/>
                <a:gd name="connsiteX6" fmla="*/ 447209 w 513340"/>
                <a:gd name="connsiteY6" fmla="*/ 449 h 299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3340" h="299773">
                  <a:moveTo>
                    <a:pt x="447209" y="449"/>
                  </a:moveTo>
                  <a:cubicBezTo>
                    <a:pt x="475339" y="-3085"/>
                    <a:pt x="499952" y="14582"/>
                    <a:pt x="503469" y="42849"/>
                  </a:cubicBezTo>
                  <a:cubicBezTo>
                    <a:pt x="515775" y="125883"/>
                    <a:pt x="516654" y="198316"/>
                    <a:pt x="505666" y="264566"/>
                  </a:cubicBezTo>
                  <a:lnTo>
                    <a:pt x="496268" y="299773"/>
                  </a:lnTo>
                  <a:lnTo>
                    <a:pt x="0" y="299773"/>
                  </a:lnTo>
                  <a:lnTo>
                    <a:pt x="74490" y="180649"/>
                  </a:lnTo>
                  <a:cubicBezTo>
                    <a:pt x="179976" y="56982"/>
                    <a:pt x="303044" y="11049"/>
                    <a:pt x="447209" y="4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73" name="Freeform 22">
              <a:extLst>
                <a:ext uri="{FF2B5EF4-FFF2-40B4-BE49-F238E27FC236}">
                  <a16:creationId xmlns:a16="http://schemas.microsoft.com/office/drawing/2014/main" id="{A4CD955A-7A5E-6D89-28EB-8BFBF900A723}"/>
                </a:ext>
              </a:extLst>
            </p:cNvPr>
            <p:cNvSpPr>
              <a:spLocks/>
            </p:cNvSpPr>
            <p:nvPr/>
          </p:nvSpPr>
          <p:spPr bwMode="auto">
            <a:xfrm>
              <a:off x="9401555" y="3662198"/>
              <a:ext cx="1102899" cy="545675"/>
            </a:xfrm>
            <a:custGeom>
              <a:avLst/>
              <a:gdLst>
                <a:gd name="T0" fmla="*/ 196 w 313"/>
                <a:gd name="T1" fmla="*/ 149 h 155"/>
                <a:gd name="T2" fmla="*/ 0 w 313"/>
                <a:gd name="T3" fmla="*/ 78 h 155"/>
                <a:gd name="T4" fmla="*/ 185 w 313"/>
                <a:gd name="T5" fmla="*/ 6 h 155"/>
                <a:gd name="T6" fmla="*/ 309 w 313"/>
                <a:gd name="T7" fmla="*/ 56 h 155"/>
                <a:gd name="T8" fmla="*/ 312 w 313"/>
                <a:gd name="T9" fmla="*/ 69 h 155"/>
                <a:gd name="T10" fmla="*/ 196 w 313"/>
                <a:gd name="T11" fmla="*/ 149 h 155"/>
              </a:gdLst>
              <a:ahLst/>
              <a:cxnLst>
                <a:cxn ang="0">
                  <a:pos x="T0" y="T1"/>
                </a:cxn>
                <a:cxn ang="0">
                  <a:pos x="T2" y="T3"/>
                </a:cxn>
                <a:cxn ang="0">
                  <a:pos x="T4" y="T5"/>
                </a:cxn>
                <a:cxn ang="0">
                  <a:pos x="T6" y="T7"/>
                </a:cxn>
                <a:cxn ang="0">
                  <a:pos x="T8" y="T9"/>
                </a:cxn>
                <a:cxn ang="0">
                  <a:pos x="T10" y="T11"/>
                </a:cxn>
              </a:cxnLst>
              <a:rect l="0" t="0" r="r" b="b"/>
              <a:pathLst>
                <a:path w="313" h="155">
                  <a:moveTo>
                    <a:pt x="196" y="149"/>
                  </a:moveTo>
                  <a:cubicBezTo>
                    <a:pt x="145" y="155"/>
                    <a:pt x="50" y="132"/>
                    <a:pt x="0" y="78"/>
                  </a:cubicBezTo>
                  <a:cubicBezTo>
                    <a:pt x="65" y="64"/>
                    <a:pt x="125" y="13"/>
                    <a:pt x="185" y="6"/>
                  </a:cubicBezTo>
                  <a:cubicBezTo>
                    <a:pt x="236" y="0"/>
                    <a:pt x="277" y="21"/>
                    <a:pt x="309" y="56"/>
                  </a:cubicBezTo>
                  <a:cubicBezTo>
                    <a:pt x="312" y="59"/>
                    <a:pt x="313" y="64"/>
                    <a:pt x="312" y="69"/>
                  </a:cubicBezTo>
                  <a:cubicBezTo>
                    <a:pt x="295" y="106"/>
                    <a:pt x="249" y="143"/>
                    <a:pt x="196" y="14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4" name="Freeform 25">
              <a:extLst>
                <a:ext uri="{FF2B5EF4-FFF2-40B4-BE49-F238E27FC236}">
                  <a16:creationId xmlns:a16="http://schemas.microsoft.com/office/drawing/2014/main" id="{1E94E408-0F3C-D4CA-790C-858492BF3034}"/>
                </a:ext>
              </a:extLst>
            </p:cNvPr>
            <p:cNvSpPr>
              <a:spLocks/>
            </p:cNvSpPr>
            <p:nvPr/>
          </p:nvSpPr>
          <p:spPr bwMode="auto">
            <a:xfrm>
              <a:off x="10585295" y="1941444"/>
              <a:ext cx="1296339" cy="814182"/>
            </a:xfrm>
            <a:custGeom>
              <a:avLst/>
              <a:gdLst>
                <a:gd name="T0" fmla="*/ 171 w 368"/>
                <a:gd name="T1" fmla="*/ 203 h 231"/>
                <a:gd name="T2" fmla="*/ 0 w 368"/>
                <a:gd name="T3" fmla="*/ 13 h 231"/>
                <a:gd name="T4" fmla="*/ 257 w 368"/>
                <a:gd name="T5" fmla="*/ 34 h 231"/>
                <a:gd name="T6" fmla="*/ 366 w 368"/>
                <a:gd name="T7" fmla="*/ 171 h 231"/>
                <a:gd name="T8" fmla="*/ 355 w 368"/>
                <a:gd name="T9" fmla="*/ 196 h 231"/>
                <a:gd name="T10" fmla="*/ 171 w 368"/>
                <a:gd name="T11" fmla="*/ 203 h 231"/>
              </a:gdLst>
              <a:ahLst/>
              <a:cxnLst>
                <a:cxn ang="0">
                  <a:pos x="T0" y="T1"/>
                </a:cxn>
                <a:cxn ang="0">
                  <a:pos x="T2" y="T3"/>
                </a:cxn>
                <a:cxn ang="0">
                  <a:pos x="T4" y="T5"/>
                </a:cxn>
                <a:cxn ang="0">
                  <a:pos x="T6" y="T7"/>
                </a:cxn>
                <a:cxn ang="0">
                  <a:pos x="T8" y="T9"/>
                </a:cxn>
                <a:cxn ang="0">
                  <a:pos x="T10" y="T11"/>
                </a:cxn>
              </a:cxnLst>
              <a:rect l="0" t="0" r="r" b="b"/>
              <a:pathLst>
                <a:path w="368" h="231">
                  <a:moveTo>
                    <a:pt x="171" y="203"/>
                  </a:moveTo>
                  <a:cubicBezTo>
                    <a:pt x="108" y="174"/>
                    <a:pt x="64" y="85"/>
                    <a:pt x="0" y="13"/>
                  </a:cubicBezTo>
                  <a:cubicBezTo>
                    <a:pt x="91" y="8"/>
                    <a:pt x="182" y="0"/>
                    <a:pt x="257" y="34"/>
                  </a:cubicBezTo>
                  <a:cubicBezTo>
                    <a:pt x="317" y="62"/>
                    <a:pt x="351" y="112"/>
                    <a:pt x="366" y="171"/>
                  </a:cubicBezTo>
                  <a:cubicBezTo>
                    <a:pt x="368" y="181"/>
                    <a:pt x="364" y="191"/>
                    <a:pt x="355" y="196"/>
                  </a:cubicBezTo>
                  <a:cubicBezTo>
                    <a:pt x="309" y="224"/>
                    <a:pt x="234" y="231"/>
                    <a:pt x="171" y="20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5" name="Freeform 26">
              <a:extLst>
                <a:ext uri="{FF2B5EF4-FFF2-40B4-BE49-F238E27FC236}">
                  <a16:creationId xmlns:a16="http://schemas.microsoft.com/office/drawing/2014/main" id="{7570247A-C731-B03F-1FE7-FEFECA9B8C72}"/>
                </a:ext>
              </a:extLst>
            </p:cNvPr>
            <p:cNvSpPr>
              <a:spLocks/>
            </p:cNvSpPr>
            <p:nvPr/>
          </p:nvSpPr>
          <p:spPr bwMode="auto">
            <a:xfrm>
              <a:off x="9976102" y="1231201"/>
              <a:ext cx="987412" cy="640952"/>
            </a:xfrm>
            <a:custGeom>
              <a:avLst/>
              <a:gdLst>
                <a:gd name="T0" fmla="*/ 133 w 280"/>
                <a:gd name="T1" fmla="*/ 160 h 182"/>
                <a:gd name="T2" fmla="*/ 0 w 280"/>
                <a:gd name="T3" fmla="*/ 7 h 182"/>
                <a:gd name="T4" fmla="*/ 207 w 280"/>
                <a:gd name="T5" fmla="*/ 24 h 182"/>
                <a:gd name="T6" fmla="*/ 280 w 280"/>
                <a:gd name="T7" fmla="*/ 137 h 182"/>
                <a:gd name="T8" fmla="*/ 271 w 280"/>
                <a:gd name="T9" fmla="*/ 154 h 182"/>
                <a:gd name="T10" fmla="*/ 133 w 280"/>
                <a:gd name="T11" fmla="*/ 160 h 182"/>
              </a:gdLst>
              <a:ahLst/>
              <a:cxnLst>
                <a:cxn ang="0">
                  <a:pos x="T0" y="T1"/>
                </a:cxn>
                <a:cxn ang="0">
                  <a:pos x="T2" y="T3"/>
                </a:cxn>
                <a:cxn ang="0">
                  <a:pos x="T4" y="T5"/>
                </a:cxn>
                <a:cxn ang="0">
                  <a:pos x="T6" y="T7"/>
                </a:cxn>
                <a:cxn ang="0">
                  <a:pos x="T8" y="T9"/>
                </a:cxn>
                <a:cxn ang="0">
                  <a:pos x="T10" y="T11"/>
                </a:cxn>
              </a:cxnLst>
              <a:rect l="0" t="0" r="r" b="b"/>
              <a:pathLst>
                <a:path w="280" h="182">
                  <a:moveTo>
                    <a:pt x="133" y="160"/>
                  </a:moveTo>
                  <a:cubicBezTo>
                    <a:pt x="73" y="135"/>
                    <a:pt x="17" y="81"/>
                    <a:pt x="0" y="7"/>
                  </a:cubicBezTo>
                  <a:cubicBezTo>
                    <a:pt x="76" y="16"/>
                    <a:pt x="162" y="0"/>
                    <a:pt x="207" y="24"/>
                  </a:cubicBezTo>
                  <a:cubicBezTo>
                    <a:pt x="255" y="50"/>
                    <a:pt x="274" y="88"/>
                    <a:pt x="280" y="137"/>
                  </a:cubicBezTo>
                  <a:cubicBezTo>
                    <a:pt x="280" y="144"/>
                    <a:pt x="277" y="150"/>
                    <a:pt x="271" y="154"/>
                  </a:cubicBezTo>
                  <a:cubicBezTo>
                    <a:pt x="239" y="171"/>
                    <a:pt x="184" y="182"/>
                    <a:pt x="133" y="16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6" name="Freeform 27">
              <a:extLst>
                <a:ext uri="{FF2B5EF4-FFF2-40B4-BE49-F238E27FC236}">
                  <a16:creationId xmlns:a16="http://schemas.microsoft.com/office/drawing/2014/main" id="{9214742D-7499-8E6F-C59E-33A226A30BC5}"/>
                </a:ext>
              </a:extLst>
            </p:cNvPr>
            <p:cNvSpPr>
              <a:spLocks/>
            </p:cNvSpPr>
            <p:nvPr/>
          </p:nvSpPr>
          <p:spPr bwMode="auto">
            <a:xfrm>
              <a:off x="11136745" y="1436190"/>
              <a:ext cx="649613" cy="534126"/>
            </a:xfrm>
            <a:custGeom>
              <a:avLst/>
              <a:gdLst>
                <a:gd name="T0" fmla="*/ 58 w 185"/>
                <a:gd name="T1" fmla="*/ 126 h 152"/>
                <a:gd name="T2" fmla="*/ 0 w 185"/>
                <a:gd name="T3" fmla="*/ 4 h 152"/>
                <a:gd name="T4" fmla="*/ 147 w 185"/>
                <a:gd name="T5" fmla="*/ 35 h 152"/>
                <a:gd name="T6" fmla="*/ 184 w 185"/>
                <a:gd name="T7" fmla="*/ 122 h 152"/>
                <a:gd name="T8" fmla="*/ 177 w 185"/>
                <a:gd name="T9" fmla="*/ 135 h 152"/>
                <a:gd name="T10" fmla="*/ 58 w 185"/>
                <a:gd name="T11" fmla="*/ 126 h 152"/>
              </a:gdLst>
              <a:ahLst/>
              <a:cxnLst>
                <a:cxn ang="0">
                  <a:pos x="T0" y="T1"/>
                </a:cxn>
                <a:cxn ang="0">
                  <a:pos x="T2" y="T3"/>
                </a:cxn>
                <a:cxn ang="0">
                  <a:pos x="T4" y="T5"/>
                </a:cxn>
                <a:cxn ang="0">
                  <a:pos x="T6" y="T7"/>
                </a:cxn>
                <a:cxn ang="0">
                  <a:pos x="T8" y="T9"/>
                </a:cxn>
                <a:cxn ang="0">
                  <a:pos x="T10" y="T11"/>
                </a:cxn>
              </a:cxnLst>
              <a:rect l="0" t="0" r="r" b="b"/>
              <a:pathLst>
                <a:path w="185" h="152">
                  <a:moveTo>
                    <a:pt x="58" y="126"/>
                  </a:moveTo>
                  <a:cubicBezTo>
                    <a:pt x="29" y="102"/>
                    <a:pt x="21" y="54"/>
                    <a:pt x="0" y="4"/>
                  </a:cubicBezTo>
                  <a:cubicBezTo>
                    <a:pt x="52" y="0"/>
                    <a:pt x="115" y="5"/>
                    <a:pt x="147" y="35"/>
                  </a:cubicBezTo>
                  <a:cubicBezTo>
                    <a:pt x="177" y="62"/>
                    <a:pt x="178" y="89"/>
                    <a:pt x="184" y="122"/>
                  </a:cubicBezTo>
                  <a:cubicBezTo>
                    <a:pt x="185" y="127"/>
                    <a:pt x="182" y="132"/>
                    <a:pt x="177" y="135"/>
                  </a:cubicBezTo>
                  <a:cubicBezTo>
                    <a:pt x="145" y="150"/>
                    <a:pt x="88" y="152"/>
                    <a:pt x="58" y="12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7" name="Freeform 29">
              <a:extLst>
                <a:ext uri="{FF2B5EF4-FFF2-40B4-BE49-F238E27FC236}">
                  <a16:creationId xmlns:a16="http://schemas.microsoft.com/office/drawing/2014/main" id="{C3B3FEAD-6D48-CAD2-48D6-C79F90069B89}"/>
                </a:ext>
              </a:extLst>
            </p:cNvPr>
            <p:cNvSpPr>
              <a:spLocks/>
            </p:cNvSpPr>
            <p:nvPr/>
          </p:nvSpPr>
          <p:spPr bwMode="auto">
            <a:xfrm>
              <a:off x="9664288" y="324629"/>
              <a:ext cx="1019171" cy="822843"/>
            </a:xfrm>
            <a:custGeom>
              <a:avLst/>
              <a:gdLst>
                <a:gd name="T0" fmla="*/ 129 w 289"/>
                <a:gd name="T1" fmla="*/ 202 h 233"/>
                <a:gd name="T2" fmla="*/ 0 w 289"/>
                <a:gd name="T3" fmla="*/ 0 h 233"/>
                <a:gd name="T4" fmla="*/ 236 w 289"/>
                <a:gd name="T5" fmla="*/ 80 h 233"/>
                <a:gd name="T6" fmla="*/ 288 w 289"/>
                <a:gd name="T7" fmla="*/ 214 h 233"/>
                <a:gd name="T8" fmla="*/ 276 w 289"/>
                <a:gd name="T9" fmla="*/ 226 h 233"/>
                <a:gd name="T10" fmla="*/ 129 w 289"/>
                <a:gd name="T11" fmla="*/ 202 h 233"/>
              </a:gdLst>
              <a:ahLst/>
              <a:cxnLst>
                <a:cxn ang="0">
                  <a:pos x="T0" y="T1"/>
                </a:cxn>
                <a:cxn ang="0">
                  <a:pos x="T2" y="T3"/>
                </a:cxn>
                <a:cxn ang="0">
                  <a:pos x="T4" y="T5"/>
                </a:cxn>
                <a:cxn ang="0">
                  <a:pos x="T6" y="T7"/>
                </a:cxn>
                <a:cxn ang="0">
                  <a:pos x="T8" y="T9"/>
                </a:cxn>
                <a:cxn ang="0">
                  <a:pos x="T10" y="T11"/>
                </a:cxn>
              </a:cxnLst>
              <a:rect l="0" t="0" r="r" b="b"/>
              <a:pathLst>
                <a:path w="289" h="233">
                  <a:moveTo>
                    <a:pt x="129" y="202"/>
                  </a:moveTo>
                  <a:cubicBezTo>
                    <a:pt x="54" y="147"/>
                    <a:pt x="26" y="69"/>
                    <a:pt x="0" y="0"/>
                  </a:cubicBezTo>
                  <a:cubicBezTo>
                    <a:pt x="107" y="10"/>
                    <a:pt x="184" y="30"/>
                    <a:pt x="236" y="80"/>
                  </a:cubicBezTo>
                  <a:cubicBezTo>
                    <a:pt x="279" y="121"/>
                    <a:pt x="289" y="176"/>
                    <a:pt x="288" y="214"/>
                  </a:cubicBezTo>
                  <a:cubicBezTo>
                    <a:pt x="287" y="221"/>
                    <a:pt x="283" y="226"/>
                    <a:pt x="276" y="226"/>
                  </a:cubicBezTo>
                  <a:cubicBezTo>
                    <a:pt x="228" y="233"/>
                    <a:pt x="161" y="225"/>
                    <a:pt x="129" y="20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8" name="Freeform: Shape 77">
              <a:extLst>
                <a:ext uri="{FF2B5EF4-FFF2-40B4-BE49-F238E27FC236}">
                  <a16:creationId xmlns:a16="http://schemas.microsoft.com/office/drawing/2014/main" id="{54D4B029-D57E-1E3D-494C-31B2E2AF67BA}"/>
                </a:ext>
              </a:extLst>
            </p:cNvPr>
            <p:cNvSpPr>
              <a:spLocks/>
            </p:cNvSpPr>
            <p:nvPr/>
          </p:nvSpPr>
          <p:spPr bwMode="auto">
            <a:xfrm>
              <a:off x="12012196" y="6572978"/>
              <a:ext cx="179805" cy="285022"/>
            </a:xfrm>
            <a:custGeom>
              <a:avLst/>
              <a:gdLst>
                <a:gd name="connsiteX0" fmla="*/ 179805 w 179805"/>
                <a:gd name="connsiteY0" fmla="*/ 0 h 285022"/>
                <a:gd name="connsiteX1" fmla="*/ 179805 w 179805"/>
                <a:gd name="connsiteY1" fmla="*/ 285022 h 285022"/>
                <a:gd name="connsiteX2" fmla="*/ 0 w 179805"/>
                <a:gd name="connsiteY2" fmla="*/ 285022 h 285022"/>
                <a:gd name="connsiteX3" fmla="*/ 67533 w 179805"/>
                <a:gd name="connsiteY3" fmla="*/ 130559 h 285022"/>
                <a:gd name="connsiteX4" fmla="*/ 143082 w 179805"/>
                <a:gd name="connsiteY4" fmla="*/ 31411 h 2850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9805" h="285022">
                  <a:moveTo>
                    <a:pt x="179805" y="0"/>
                  </a:moveTo>
                  <a:lnTo>
                    <a:pt x="179805" y="285022"/>
                  </a:lnTo>
                  <a:lnTo>
                    <a:pt x="0" y="285022"/>
                  </a:lnTo>
                  <a:lnTo>
                    <a:pt x="67533" y="130559"/>
                  </a:lnTo>
                  <a:cubicBezTo>
                    <a:pt x="86958" y="97013"/>
                    <a:pt x="112785" y="63247"/>
                    <a:pt x="143082" y="314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79" name="Freeform 36">
              <a:extLst>
                <a:ext uri="{FF2B5EF4-FFF2-40B4-BE49-F238E27FC236}">
                  <a16:creationId xmlns:a16="http://schemas.microsoft.com/office/drawing/2014/main" id="{B6E26A42-EFAA-0DAC-D5F2-0A1F7E5F066A}"/>
                </a:ext>
              </a:extLst>
            </p:cNvPr>
            <p:cNvSpPr>
              <a:spLocks/>
            </p:cNvSpPr>
            <p:nvPr/>
          </p:nvSpPr>
          <p:spPr bwMode="auto">
            <a:xfrm>
              <a:off x="8968480" y="4369554"/>
              <a:ext cx="926782" cy="516803"/>
            </a:xfrm>
            <a:custGeom>
              <a:avLst/>
              <a:gdLst>
                <a:gd name="T0" fmla="*/ 179 w 263"/>
                <a:gd name="T1" fmla="*/ 132 h 147"/>
                <a:gd name="T2" fmla="*/ 0 w 263"/>
                <a:gd name="T3" fmla="*/ 112 h 147"/>
                <a:gd name="T4" fmla="*/ 148 w 263"/>
                <a:gd name="T5" fmla="*/ 13 h 147"/>
                <a:gd name="T6" fmla="*/ 257 w 263"/>
                <a:gd name="T7" fmla="*/ 40 h 147"/>
                <a:gd name="T8" fmla="*/ 261 w 263"/>
                <a:gd name="T9" fmla="*/ 54 h 147"/>
                <a:gd name="T10" fmla="*/ 179 w 263"/>
                <a:gd name="T11" fmla="*/ 132 h 147"/>
              </a:gdLst>
              <a:ahLst/>
              <a:cxnLst>
                <a:cxn ang="0">
                  <a:pos x="T0" y="T1"/>
                </a:cxn>
                <a:cxn ang="0">
                  <a:pos x="T2" y="T3"/>
                </a:cxn>
                <a:cxn ang="0">
                  <a:pos x="T4" y="T5"/>
                </a:cxn>
                <a:cxn ang="0">
                  <a:pos x="T6" y="T7"/>
                </a:cxn>
                <a:cxn ang="0">
                  <a:pos x="T8" y="T9"/>
                </a:cxn>
                <a:cxn ang="0">
                  <a:pos x="T10" y="T11"/>
                </a:cxn>
              </a:cxnLst>
              <a:rect l="0" t="0" r="r" b="b"/>
              <a:pathLst>
                <a:path w="263" h="147">
                  <a:moveTo>
                    <a:pt x="179" y="132"/>
                  </a:moveTo>
                  <a:cubicBezTo>
                    <a:pt x="141" y="143"/>
                    <a:pt x="54" y="147"/>
                    <a:pt x="0" y="112"/>
                  </a:cubicBezTo>
                  <a:cubicBezTo>
                    <a:pt x="57" y="81"/>
                    <a:pt x="106" y="26"/>
                    <a:pt x="148" y="13"/>
                  </a:cubicBezTo>
                  <a:cubicBezTo>
                    <a:pt x="190" y="0"/>
                    <a:pt x="225" y="13"/>
                    <a:pt x="257" y="40"/>
                  </a:cubicBezTo>
                  <a:cubicBezTo>
                    <a:pt x="261" y="44"/>
                    <a:pt x="263" y="49"/>
                    <a:pt x="261" y="54"/>
                  </a:cubicBezTo>
                  <a:cubicBezTo>
                    <a:pt x="250" y="87"/>
                    <a:pt x="218" y="120"/>
                    <a:pt x="179" y="13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0" name="Freeform 37">
              <a:extLst>
                <a:ext uri="{FF2B5EF4-FFF2-40B4-BE49-F238E27FC236}">
                  <a16:creationId xmlns:a16="http://schemas.microsoft.com/office/drawing/2014/main" id="{68E0975B-C43F-3E6C-3929-2262BBA00FDB}"/>
                </a:ext>
              </a:extLst>
            </p:cNvPr>
            <p:cNvSpPr>
              <a:spLocks/>
            </p:cNvSpPr>
            <p:nvPr/>
          </p:nvSpPr>
          <p:spPr bwMode="auto">
            <a:xfrm>
              <a:off x="10908658" y="5296336"/>
              <a:ext cx="666936" cy="545675"/>
            </a:xfrm>
            <a:custGeom>
              <a:avLst/>
              <a:gdLst>
                <a:gd name="T0" fmla="*/ 128 w 189"/>
                <a:gd name="T1" fmla="*/ 107 h 155"/>
                <a:gd name="T2" fmla="*/ 0 w 189"/>
                <a:gd name="T3" fmla="*/ 155 h 155"/>
                <a:gd name="T4" fmla="*/ 50 w 189"/>
                <a:gd name="T5" fmla="*/ 36 h 155"/>
                <a:gd name="T6" fmla="*/ 173 w 189"/>
                <a:gd name="T7" fmla="*/ 7 h 155"/>
                <a:gd name="T8" fmla="*/ 181 w 189"/>
                <a:gd name="T9" fmla="*/ 15 h 155"/>
                <a:gd name="T10" fmla="*/ 128 w 189"/>
                <a:gd name="T11" fmla="*/ 107 h 155"/>
              </a:gdLst>
              <a:ahLst/>
              <a:cxnLst>
                <a:cxn ang="0">
                  <a:pos x="T0" y="T1"/>
                </a:cxn>
                <a:cxn ang="0">
                  <a:pos x="T2" y="T3"/>
                </a:cxn>
                <a:cxn ang="0">
                  <a:pos x="T4" y="T5"/>
                </a:cxn>
                <a:cxn ang="0">
                  <a:pos x="T6" y="T7"/>
                </a:cxn>
                <a:cxn ang="0">
                  <a:pos x="T8" y="T9"/>
                </a:cxn>
                <a:cxn ang="0">
                  <a:pos x="T10" y="T11"/>
                </a:cxn>
              </a:cxnLst>
              <a:rect l="0" t="0" r="r" b="b"/>
              <a:pathLst>
                <a:path w="189" h="155">
                  <a:moveTo>
                    <a:pt x="128" y="107"/>
                  </a:moveTo>
                  <a:cubicBezTo>
                    <a:pt x="83" y="130"/>
                    <a:pt x="49" y="136"/>
                    <a:pt x="0" y="155"/>
                  </a:cubicBezTo>
                  <a:cubicBezTo>
                    <a:pt x="6" y="105"/>
                    <a:pt x="21" y="60"/>
                    <a:pt x="50" y="36"/>
                  </a:cubicBezTo>
                  <a:cubicBezTo>
                    <a:pt x="86" y="6"/>
                    <a:pt x="134" y="0"/>
                    <a:pt x="173" y="7"/>
                  </a:cubicBezTo>
                  <a:cubicBezTo>
                    <a:pt x="177" y="8"/>
                    <a:pt x="180" y="11"/>
                    <a:pt x="181" y="15"/>
                  </a:cubicBezTo>
                  <a:cubicBezTo>
                    <a:pt x="189" y="54"/>
                    <a:pt x="168" y="87"/>
                    <a:pt x="128" y="10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1" name="Freeform 38">
              <a:extLst>
                <a:ext uri="{FF2B5EF4-FFF2-40B4-BE49-F238E27FC236}">
                  <a16:creationId xmlns:a16="http://schemas.microsoft.com/office/drawing/2014/main" id="{64E1AD34-78B0-B5EC-3ABC-539CD0A04BF1}"/>
                </a:ext>
              </a:extLst>
            </p:cNvPr>
            <p:cNvSpPr>
              <a:spLocks/>
            </p:cNvSpPr>
            <p:nvPr/>
          </p:nvSpPr>
          <p:spPr bwMode="auto">
            <a:xfrm>
              <a:off x="9254310" y="1710471"/>
              <a:ext cx="944105" cy="519691"/>
            </a:xfrm>
            <a:custGeom>
              <a:avLst/>
              <a:gdLst>
                <a:gd name="T0" fmla="*/ 144 w 268"/>
                <a:gd name="T1" fmla="*/ 130 h 148"/>
                <a:gd name="T2" fmla="*/ 0 w 268"/>
                <a:gd name="T3" fmla="*/ 58 h 148"/>
                <a:gd name="T4" fmla="*/ 142 w 268"/>
                <a:gd name="T5" fmla="*/ 6 h 148"/>
                <a:gd name="T6" fmla="*/ 265 w 268"/>
                <a:gd name="T7" fmla="*/ 88 h 148"/>
                <a:gd name="T8" fmla="*/ 265 w 268"/>
                <a:gd name="T9" fmla="*/ 101 h 148"/>
                <a:gd name="T10" fmla="*/ 144 w 268"/>
                <a:gd name="T11" fmla="*/ 130 h 148"/>
              </a:gdLst>
              <a:ahLst/>
              <a:cxnLst>
                <a:cxn ang="0">
                  <a:pos x="T0" y="T1"/>
                </a:cxn>
                <a:cxn ang="0">
                  <a:pos x="T2" y="T3"/>
                </a:cxn>
                <a:cxn ang="0">
                  <a:pos x="T4" y="T5"/>
                </a:cxn>
                <a:cxn ang="0">
                  <a:pos x="T6" y="T7"/>
                </a:cxn>
                <a:cxn ang="0">
                  <a:pos x="T8" y="T9"/>
                </a:cxn>
                <a:cxn ang="0">
                  <a:pos x="T10" y="T11"/>
                </a:cxn>
              </a:cxnLst>
              <a:rect l="0" t="0" r="r" b="b"/>
              <a:pathLst>
                <a:path w="268" h="148">
                  <a:moveTo>
                    <a:pt x="144" y="130"/>
                  </a:moveTo>
                  <a:cubicBezTo>
                    <a:pt x="88" y="109"/>
                    <a:pt x="56" y="85"/>
                    <a:pt x="0" y="58"/>
                  </a:cubicBezTo>
                  <a:cubicBezTo>
                    <a:pt x="48" y="24"/>
                    <a:pt x="99" y="0"/>
                    <a:pt x="142" y="6"/>
                  </a:cubicBezTo>
                  <a:cubicBezTo>
                    <a:pt x="197" y="13"/>
                    <a:pt x="240" y="49"/>
                    <a:pt x="265" y="88"/>
                  </a:cubicBezTo>
                  <a:cubicBezTo>
                    <a:pt x="268" y="92"/>
                    <a:pt x="268" y="98"/>
                    <a:pt x="265" y="101"/>
                  </a:cubicBezTo>
                  <a:cubicBezTo>
                    <a:pt x="238" y="139"/>
                    <a:pt x="193" y="148"/>
                    <a:pt x="144" y="13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2" name="Freeform: Shape 81">
              <a:extLst>
                <a:ext uri="{FF2B5EF4-FFF2-40B4-BE49-F238E27FC236}">
                  <a16:creationId xmlns:a16="http://schemas.microsoft.com/office/drawing/2014/main" id="{E5CC24B7-D6D0-EA94-B0AE-540896D88BEC}"/>
                </a:ext>
              </a:extLst>
            </p:cNvPr>
            <p:cNvSpPr>
              <a:spLocks/>
            </p:cNvSpPr>
            <p:nvPr/>
          </p:nvSpPr>
          <p:spPr bwMode="auto">
            <a:xfrm>
              <a:off x="11502945" y="0"/>
              <a:ext cx="642569" cy="333538"/>
            </a:xfrm>
            <a:custGeom>
              <a:avLst/>
              <a:gdLst>
                <a:gd name="connsiteX0" fmla="*/ 0 w 642569"/>
                <a:gd name="connsiteY0" fmla="*/ 0 h 333538"/>
                <a:gd name="connsiteX1" fmla="*/ 626864 w 642569"/>
                <a:gd name="connsiteY1" fmla="*/ 0 h 333538"/>
                <a:gd name="connsiteX2" fmla="*/ 640881 w 642569"/>
                <a:gd name="connsiteY2" fmla="*/ 48961 h 333538"/>
                <a:gd name="connsiteX3" fmla="*/ 560636 w 642569"/>
                <a:gd name="connsiteY3" fmla="*/ 311547 h 333538"/>
                <a:gd name="connsiteX4" fmla="*/ 504200 w 642569"/>
                <a:gd name="connsiteY4" fmla="*/ 332659 h 333538"/>
                <a:gd name="connsiteX5" fmla="*/ 17439 w 642569"/>
                <a:gd name="connsiteY5" fmla="*/ 54679 h 333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2569" h="333538">
                  <a:moveTo>
                    <a:pt x="0" y="0"/>
                  </a:moveTo>
                  <a:lnTo>
                    <a:pt x="626864" y="0"/>
                  </a:lnTo>
                  <a:lnTo>
                    <a:pt x="640881" y="48961"/>
                  </a:lnTo>
                  <a:cubicBezTo>
                    <a:pt x="649699" y="139129"/>
                    <a:pt x="624127" y="228856"/>
                    <a:pt x="560636" y="311547"/>
                  </a:cubicBezTo>
                  <a:cubicBezTo>
                    <a:pt x="546527" y="329141"/>
                    <a:pt x="525363" y="336178"/>
                    <a:pt x="504200" y="332659"/>
                  </a:cubicBezTo>
                  <a:cubicBezTo>
                    <a:pt x="296092" y="293953"/>
                    <a:pt x="112675" y="265803"/>
                    <a:pt x="17439" y="5467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83" name="Freeform: Shape 82">
              <a:extLst>
                <a:ext uri="{FF2B5EF4-FFF2-40B4-BE49-F238E27FC236}">
                  <a16:creationId xmlns:a16="http://schemas.microsoft.com/office/drawing/2014/main" id="{F1380A9F-521F-0274-943C-BFAEC5702450}"/>
                </a:ext>
              </a:extLst>
            </p:cNvPr>
            <p:cNvSpPr>
              <a:spLocks/>
            </p:cNvSpPr>
            <p:nvPr/>
          </p:nvSpPr>
          <p:spPr bwMode="auto">
            <a:xfrm>
              <a:off x="10784033" y="6730342"/>
              <a:ext cx="344354" cy="127658"/>
            </a:xfrm>
            <a:custGeom>
              <a:avLst/>
              <a:gdLst>
                <a:gd name="connsiteX0" fmla="*/ 233176 w 344354"/>
                <a:gd name="connsiteY0" fmla="*/ 606 h 127658"/>
                <a:gd name="connsiteX1" fmla="*/ 312557 w 344354"/>
                <a:gd name="connsiteY1" fmla="*/ 2803 h 127658"/>
                <a:gd name="connsiteX2" fmla="*/ 344354 w 344354"/>
                <a:gd name="connsiteY2" fmla="*/ 34444 h 127658"/>
                <a:gd name="connsiteX3" fmla="*/ 343530 w 344354"/>
                <a:gd name="connsiteY3" fmla="*/ 127658 h 127658"/>
                <a:gd name="connsiteX4" fmla="*/ 0 w 344354"/>
                <a:gd name="connsiteY4" fmla="*/ 127658 h 127658"/>
                <a:gd name="connsiteX5" fmla="*/ 33451 w 344354"/>
                <a:gd name="connsiteY5" fmla="*/ 83664 h 127658"/>
                <a:gd name="connsiteX6" fmla="*/ 233176 w 344354"/>
                <a:gd name="connsiteY6" fmla="*/ 606 h 127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4354" h="127658">
                  <a:moveTo>
                    <a:pt x="233176" y="606"/>
                  </a:moveTo>
                  <a:cubicBezTo>
                    <a:pt x="258679" y="-712"/>
                    <a:pt x="285177" y="167"/>
                    <a:pt x="312557" y="2803"/>
                  </a:cubicBezTo>
                  <a:cubicBezTo>
                    <a:pt x="330222" y="2803"/>
                    <a:pt x="344354" y="16866"/>
                    <a:pt x="344354" y="34444"/>
                  </a:cubicBezTo>
                  <a:lnTo>
                    <a:pt x="343530" y="127658"/>
                  </a:lnTo>
                  <a:lnTo>
                    <a:pt x="0" y="127658"/>
                  </a:lnTo>
                  <a:lnTo>
                    <a:pt x="33451" y="83664"/>
                  </a:lnTo>
                  <a:cubicBezTo>
                    <a:pt x="89096" y="28292"/>
                    <a:pt x="156664" y="4561"/>
                    <a:pt x="233176" y="6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84" name="Freeform 44">
              <a:extLst>
                <a:ext uri="{FF2B5EF4-FFF2-40B4-BE49-F238E27FC236}">
                  <a16:creationId xmlns:a16="http://schemas.microsoft.com/office/drawing/2014/main" id="{3585E075-3B27-EFB1-4F09-4121CA88C6AB}"/>
                </a:ext>
              </a:extLst>
            </p:cNvPr>
            <p:cNvSpPr>
              <a:spLocks/>
            </p:cNvSpPr>
            <p:nvPr/>
          </p:nvSpPr>
          <p:spPr bwMode="auto">
            <a:xfrm>
              <a:off x="8572937" y="2937518"/>
              <a:ext cx="606306" cy="303153"/>
            </a:xfrm>
            <a:custGeom>
              <a:avLst/>
              <a:gdLst>
                <a:gd name="T0" fmla="*/ 96 w 172"/>
                <a:gd name="T1" fmla="*/ 0 h 86"/>
                <a:gd name="T2" fmla="*/ 0 w 172"/>
                <a:gd name="T3" fmla="*/ 45 h 86"/>
                <a:gd name="T4" fmla="*/ 99 w 172"/>
                <a:gd name="T5" fmla="*/ 85 h 86"/>
                <a:gd name="T6" fmla="*/ 168 w 172"/>
                <a:gd name="T7" fmla="*/ 46 h 86"/>
                <a:gd name="T8" fmla="*/ 167 w 172"/>
                <a:gd name="T9" fmla="*/ 29 h 86"/>
                <a:gd name="T10" fmla="*/ 96 w 172"/>
                <a:gd name="T11" fmla="*/ 0 h 86"/>
              </a:gdLst>
              <a:ahLst/>
              <a:cxnLst>
                <a:cxn ang="0">
                  <a:pos x="T0" y="T1"/>
                </a:cxn>
                <a:cxn ang="0">
                  <a:pos x="T2" y="T3"/>
                </a:cxn>
                <a:cxn ang="0">
                  <a:pos x="T4" y="T5"/>
                </a:cxn>
                <a:cxn ang="0">
                  <a:pos x="T6" y="T7"/>
                </a:cxn>
                <a:cxn ang="0">
                  <a:pos x="T8" y="T9"/>
                </a:cxn>
                <a:cxn ang="0">
                  <a:pos x="T10" y="T11"/>
                </a:cxn>
              </a:cxnLst>
              <a:rect l="0" t="0" r="r" b="b"/>
              <a:pathLst>
                <a:path w="172" h="86">
                  <a:moveTo>
                    <a:pt x="96" y="0"/>
                  </a:moveTo>
                  <a:cubicBezTo>
                    <a:pt x="67" y="0"/>
                    <a:pt x="31" y="14"/>
                    <a:pt x="0" y="45"/>
                  </a:cubicBezTo>
                  <a:cubicBezTo>
                    <a:pt x="31" y="61"/>
                    <a:pt x="66" y="84"/>
                    <a:pt x="99" y="85"/>
                  </a:cubicBezTo>
                  <a:cubicBezTo>
                    <a:pt x="130" y="86"/>
                    <a:pt x="151" y="68"/>
                    <a:pt x="168" y="46"/>
                  </a:cubicBezTo>
                  <a:cubicBezTo>
                    <a:pt x="172" y="41"/>
                    <a:pt x="172" y="34"/>
                    <a:pt x="167" y="29"/>
                  </a:cubicBezTo>
                  <a:cubicBezTo>
                    <a:pt x="151" y="13"/>
                    <a:pt x="124" y="0"/>
                    <a:pt x="96"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5" name="Freeform 45">
              <a:extLst>
                <a:ext uri="{FF2B5EF4-FFF2-40B4-BE49-F238E27FC236}">
                  <a16:creationId xmlns:a16="http://schemas.microsoft.com/office/drawing/2014/main" id="{898794FA-4C0D-395E-1FCA-73F34C83DCEE}"/>
                </a:ext>
              </a:extLst>
            </p:cNvPr>
            <p:cNvSpPr>
              <a:spLocks/>
            </p:cNvSpPr>
            <p:nvPr/>
          </p:nvSpPr>
          <p:spPr bwMode="auto">
            <a:xfrm>
              <a:off x="8910736" y="5209721"/>
              <a:ext cx="941218" cy="574547"/>
            </a:xfrm>
            <a:custGeom>
              <a:avLst/>
              <a:gdLst>
                <a:gd name="T0" fmla="*/ 138 w 267"/>
                <a:gd name="T1" fmla="*/ 20 h 163"/>
                <a:gd name="T2" fmla="*/ 0 w 267"/>
                <a:gd name="T3" fmla="*/ 145 h 163"/>
                <a:gd name="T4" fmla="*/ 191 w 267"/>
                <a:gd name="T5" fmla="*/ 137 h 163"/>
                <a:gd name="T6" fmla="*/ 267 w 267"/>
                <a:gd name="T7" fmla="*/ 39 h 163"/>
                <a:gd name="T8" fmla="*/ 260 w 267"/>
                <a:gd name="T9" fmla="*/ 29 h 163"/>
                <a:gd name="T10" fmla="*/ 138 w 267"/>
                <a:gd name="T11" fmla="*/ 20 h 163"/>
              </a:gdLst>
              <a:ahLst/>
              <a:cxnLst>
                <a:cxn ang="0">
                  <a:pos x="T0" y="T1"/>
                </a:cxn>
                <a:cxn ang="0">
                  <a:pos x="T2" y="T3"/>
                </a:cxn>
                <a:cxn ang="0">
                  <a:pos x="T4" y="T5"/>
                </a:cxn>
                <a:cxn ang="0">
                  <a:pos x="T6" y="T7"/>
                </a:cxn>
                <a:cxn ang="0">
                  <a:pos x="T8" y="T9"/>
                </a:cxn>
                <a:cxn ang="0">
                  <a:pos x="T10" y="T11"/>
                </a:cxn>
              </a:cxnLst>
              <a:rect l="0" t="0" r="r" b="b"/>
              <a:pathLst>
                <a:path w="267" h="163">
                  <a:moveTo>
                    <a:pt x="138" y="20"/>
                  </a:moveTo>
                  <a:cubicBezTo>
                    <a:pt x="82" y="46"/>
                    <a:pt x="47" y="96"/>
                    <a:pt x="0" y="145"/>
                  </a:cubicBezTo>
                  <a:cubicBezTo>
                    <a:pt x="61" y="163"/>
                    <a:pt x="144" y="154"/>
                    <a:pt x="191" y="137"/>
                  </a:cubicBezTo>
                  <a:cubicBezTo>
                    <a:pt x="238" y="118"/>
                    <a:pt x="267" y="80"/>
                    <a:pt x="267" y="39"/>
                  </a:cubicBezTo>
                  <a:cubicBezTo>
                    <a:pt x="267" y="34"/>
                    <a:pt x="264" y="31"/>
                    <a:pt x="260" y="29"/>
                  </a:cubicBezTo>
                  <a:cubicBezTo>
                    <a:pt x="229" y="12"/>
                    <a:pt x="180" y="0"/>
                    <a:pt x="138" y="2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6" name="Freeform 46">
              <a:extLst>
                <a:ext uri="{FF2B5EF4-FFF2-40B4-BE49-F238E27FC236}">
                  <a16:creationId xmlns:a16="http://schemas.microsoft.com/office/drawing/2014/main" id="{CA81F5AB-FE55-056F-0C03-5071374267F7}"/>
                </a:ext>
              </a:extLst>
            </p:cNvPr>
            <p:cNvSpPr>
              <a:spLocks/>
            </p:cNvSpPr>
            <p:nvPr/>
          </p:nvSpPr>
          <p:spPr bwMode="auto">
            <a:xfrm>
              <a:off x="8734619" y="2316777"/>
              <a:ext cx="1079802" cy="534126"/>
            </a:xfrm>
            <a:custGeom>
              <a:avLst/>
              <a:gdLst>
                <a:gd name="T0" fmla="*/ 194 w 306"/>
                <a:gd name="T1" fmla="*/ 10 h 152"/>
                <a:gd name="T2" fmla="*/ 0 w 306"/>
                <a:gd name="T3" fmla="*/ 66 h 152"/>
                <a:gd name="T4" fmla="*/ 167 w 306"/>
                <a:gd name="T5" fmla="*/ 141 h 152"/>
                <a:gd name="T6" fmla="*/ 298 w 306"/>
                <a:gd name="T7" fmla="*/ 105 h 152"/>
                <a:gd name="T8" fmla="*/ 301 w 306"/>
                <a:gd name="T9" fmla="*/ 82 h 152"/>
                <a:gd name="T10" fmla="*/ 194 w 306"/>
                <a:gd name="T11" fmla="*/ 10 h 152"/>
              </a:gdLst>
              <a:ahLst/>
              <a:cxnLst>
                <a:cxn ang="0">
                  <a:pos x="T0" y="T1"/>
                </a:cxn>
                <a:cxn ang="0">
                  <a:pos x="T2" y="T3"/>
                </a:cxn>
                <a:cxn ang="0">
                  <a:pos x="T4" y="T5"/>
                </a:cxn>
                <a:cxn ang="0">
                  <a:pos x="T6" y="T7"/>
                </a:cxn>
                <a:cxn ang="0">
                  <a:pos x="T8" y="T9"/>
                </a:cxn>
                <a:cxn ang="0">
                  <a:pos x="T10" y="T11"/>
                </a:cxn>
              </a:cxnLst>
              <a:rect l="0" t="0" r="r" b="b"/>
              <a:pathLst>
                <a:path w="306" h="152">
                  <a:moveTo>
                    <a:pt x="194" y="10"/>
                  </a:moveTo>
                  <a:cubicBezTo>
                    <a:pt x="146" y="0"/>
                    <a:pt x="60" y="26"/>
                    <a:pt x="0" y="66"/>
                  </a:cubicBezTo>
                  <a:cubicBezTo>
                    <a:pt x="54" y="97"/>
                    <a:pt x="114" y="130"/>
                    <a:pt x="167" y="141"/>
                  </a:cubicBezTo>
                  <a:cubicBezTo>
                    <a:pt x="218" y="152"/>
                    <a:pt x="264" y="136"/>
                    <a:pt x="298" y="105"/>
                  </a:cubicBezTo>
                  <a:cubicBezTo>
                    <a:pt x="305" y="100"/>
                    <a:pt x="306" y="90"/>
                    <a:pt x="301" y="82"/>
                  </a:cubicBezTo>
                  <a:cubicBezTo>
                    <a:pt x="281" y="50"/>
                    <a:pt x="240" y="19"/>
                    <a:pt x="194" y="1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7" name="Freeform 47">
              <a:extLst>
                <a:ext uri="{FF2B5EF4-FFF2-40B4-BE49-F238E27FC236}">
                  <a16:creationId xmlns:a16="http://schemas.microsoft.com/office/drawing/2014/main" id="{E33D2C01-AAC6-28C6-923C-597014B694DD}"/>
                </a:ext>
              </a:extLst>
            </p:cNvPr>
            <p:cNvSpPr>
              <a:spLocks/>
            </p:cNvSpPr>
            <p:nvPr/>
          </p:nvSpPr>
          <p:spPr bwMode="auto">
            <a:xfrm>
              <a:off x="10706556" y="512295"/>
              <a:ext cx="736228" cy="707357"/>
            </a:xfrm>
            <a:custGeom>
              <a:avLst/>
              <a:gdLst>
                <a:gd name="T0" fmla="*/ 171 w 209"/>
                <a:gd name="T1" fmla="*/ 76 h 201"/>
                <a:gd name="T2" fmla="*/ 0 w 209"/>
                <a:gd name="T3" fmla="*/ 0 h 201"/>
                <a:gd name="T4" fmla="*/ 73 w 209"/>
                <a:gd name="T5" fmla="*/ 165 h 201"/>
                <a:gd name="T6" fmla="*/ 196 w 209"/>
                <a:gd name="T7" fmla="*/ 189 h 201"/>
                <a:gd name="T8" fmla="*/ 207 w 209"/>
                <a:gd name="T9" fmla="*/ 176 h 201"/>
                <a:gd name="T10" fmla="*/ 171 w 209"/>
                <a:gd name="T11" fmla="*/ 76 h 201"/>
              </a:gdLst>
              <a:ahLst/>
              <a:cxnLst>
                <a:cxn ang="0">
                  <a:pos x="T0" y="T1"/>
                </a:cxn>
                <a:cxn ang="0">
                  <a:pos x="T2" y="T3"/>
                </a:cxn>
                <a:cxn ang="0">
                  <a:pos x="T4" y="T5"/>
                </a:cxn>
                <a:cxn ang="0">
                  <a:pos x="T6" y="T7"/>
                </a:cxn>
                <a:cxn ang="0">
                  <a:pos x="T8" y="T9"/>
                </a:cxn>
                <a:cxn ang="0">
                  <a:pos x="T10" y="T11"/>
                </a:cxn>
              </a:cxnLst>
              <a:rect l="0" t="0" r="r" b="b"/>
              <a:pathLst>
                <a:path w="209" h="201">
                  <a:moveTo>
                    <a:pt x="171" y="76"/>
                  </a:moveTo>
                  <a:cubicBezTo>
                    <a:pt x="136" y="40"/>
                    <a:pt x="56" y="9"/>
                    <a:pt x="0" y="0"/>
                  </a:cubicBezTo>
                  <a:cubicBezTo>
                    <a:pt x="12" y="36"/>
                    <a:pt x="37" y="133"/>
                    <a:pt x="73" y="165"/>
                  </a:cubicBezTo>
                  <a:cubicBezTo>
                    <a:pt x="110" y="198"/>
                    <a:pt x="150" y="201"/>
                    <a:pt x="196" y="189"/>
                  </a:cubicBezTo>
                  <a:cubicBezTo>
                    <a:pt x="202" y="187"/>
                    <a:pt x="207" y="182"/>
                    <a:pt x="207" y="176"/>
                  </a:cubicBezTo>
                  <a:cubicBezTo>
                    <a:pt x="209" y="139"/>
                    <a:pt x="202" y="108"/>
                    <a:pt x="171" y="7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8" name="Freeform: Shape 87">
              <a:extLst>
                <a:ext uri="{FF2B5EF4-FFF2-40B4-BE49-F238E27FC236}">
                  <a16:creationId xmlns:a16="http://schemas.microsoft.com/office/drawing/2014/main" id="{C5769CB7-DC3A-F519-32DD-D1D17D20934A}"/>
                </a:ext>
              </a:extLst>
            </p:cNvPr>
            <p:cNvSpPr>
              <a:spLocks/>
            </p:cNvSpPr>
            <p:nvPr/>
          </p:nvSpPr>
          <p:spPr bwMode="auto">
            <a:xfrm>
              <a:off x="9916287" y="0"/>
              <a:ext cx="447759" cy="240954"/>
            </a:xfrm>
            <a:custGeom>
              <a:avLst/>
              <a:gdLst>
                <a:gd name="connsiteX0" fmla="*/ 0 w 447759"/>
                <a:gd name="connsiteY0" fmla="*/ 0 h 240954"/>
                <a:gd name="connsiteX1" fmla="*/ 414433 w 447759"/>
                <a:gd name="connsiteY1" fmla="*/ 0 h 240954"/>
                <a:gd name="connsiteX2" fmla="*/ 420771 w 447759"/>
                <a:gd name="connsiteY2" fmla="*/ 9983 h 240954"/>
                <a:gd name="connsiteX3" fmla="*/ 441191 w 447759"/>
                <a:gd name="connsiteY3" fmla="*/ 210080 h 240954"/>
                <a:gd name="connsiteX4" fmla="*/ 409316 w 447759"/>
                <a:gd name="connsiteY4" fmla="*/ 238327 h 240954"/>
                <a:gd name="connsiteX5" fmla="*/ 55157 w 447759"/>
                <a:gd name="connsiteY5" fmla="*/ 100625 h 240954"/>
                <a:gd name="connsiteX6" fmla="*/ 10942 w 447759"/>
                <a:gd name="connsiteY6" fmla="*/ 26313 h 240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7759" h="240954">
                  <a:moveTo>
                    <a:pt x="0" y="0"/>
                  </a:moveTo>
                  <a:lnTo>
                    <a:pt x="414433" y="0"/>
                  </a:lnTo>
                  <a:lnTo>
                    <a:pt x="420771" y="9983"/>
                  </a:lnTo>
                  <a:cubicBezTo>
                    <a:pt x="452479" y="75689"/>
                    <a:pt x="451816" y="135933"/>
                    <a:pt x="441191" y="210080"/>
                  </a:cubicBezTo>
                  <a:cubicBezTo>
                    <a:pt x="437649" y="227734"/>
                    <a:pt x="427024" y="238327"/>
                    <a:pt x="409316" y="238327"/>
                  </a:cubicBezTo>
                  <a:cubicBezTo>
                    <a:pt x="249945" y="252450"/>
                    <a:pt x="133072" y="210080"/>
                    <a:pt x="55157" y="100625"/>
                  </a:cubicBezTo>
                  <a:cubicBezTo>
                    <a:pt x="40991" y="81206"/>
                    <a:pt x="25717" y="55828"/>
                    <a:pt x="10942" y="263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89" name="Freeform 49">
              <a:extLst>
                <a:ext uri="{FF2B5EF4-FFF2-40B4-BE49-F238E27FC236}">
                  <a16:creationId xmlns:a16="http://schemas.microsoft.com/office/drawing/2014/main" id="{D14EBB9A-70AA-C6A7-15D0-3C69EEEFDCE0}"/>
                </a:ext>
              </a:extLst>
            </p:cNvPr>
            <p:cNvSpPr>
              <a:spLocks/>
            </p:cNvSpPr>
            <p:nvPr/>
          </p:nvSpPr>
          <p:spPr bwMode="auto">
            <a:xfrm>
              <a:off x="9312053" y="2850903"/>
              <a:ext cx="1255919" cy="629403"/>
            </a:xfrm>
            <a:custGeom>
              <a:avLst/>
              <a:gdLst>
                <a:gd name="T0" fmla="*/ 212 w 356"/>
                <a:gd name="T1" fmla="*/ 174 h 179"/>
                <a:gd name="T2" fmla="*/ 0 w 356"/>
                <a:gd name="T3" fmla="*/ 110 h 179"/>
                <a:gd name="T4" fmla="*/ 171 w 356"/>
                <a:gd name="T5" fmla="*/ 10 h 179"/>
                <a:gd name="T6" fmla="*/ 352 w 356"/>
                <a:gd name="T7" fmla="*/ 91 h 179"/>
                <a:gd name="T8" fmla="*/ 350 w 356"/>
                <a:gd name="T9" fmla="*/ 110 h 179"/>
                <a:gd name="T10" fmla="*/ 212 w 356"/>
                <a:gd name="T11" fmla="*/ 174 h 179"/>
              </a:gdLst>
              <a:ahLst/>
              <a:cxnLst>
                <a:cxn ang="0">
                  <a:pos x="T0" y="T1"/>
                </a:cxn>
                <a:cxn ang="0">
                  <a:pos x="T2" y="T3"/>
                </a:cxn>
                <a:cxn ang="0">
                  <a:pos x="T4" y="T5"/>
                </a:cxn>
                <a:cxn ang="0">
                  <a:pos x="T6" y="T7"/>
                </a:cxn>
                <a:cxn ang="0">
                  <a:pos x="T8" y="T9"/>
                </a:cxn>
                <a:cxn ang="0">
                  <a:pos x="T10" y="T11"/>
                </a:cxn>
              </a:cxnLst>
              <a:rect l="0" t="0" r="r" b="b"/>
              <a:pathLst>
                <a:path w="356" h="179">
                  <a:moveTo>
                    <a:pt x="212" y="174"/>
                  </a:moveTo>
                  <a:cubicBezTo>
                    <a:pt x="146" y="179"/>
                    <a:pt x="89" y="144"/>
                    <a:pt x="0" y="110"/>
                  </a:cubicBezTo>
                  <a:cubicBezTo>
                    <a:pt x="34" y="72"/>
                    <a:pt x="108" y="20"/>
                    <a:pt x="171" y="10"/>
                  </a:cubicBezTo>
                  <a:cubicBezTo>
                    <a:pt x="236" y="0"/>
                    <a:pt x="316" y="34"/>
                    <a:pt x="352" y="91"/>
                  </a:cubicBezTo>
                  <a:cubicBezTo>
                    <a:pt x="356" y="97"/>
                    <a:pt x="355" y="104"/>
                    <a:pt x="350" y="110"/>
                  </a:cubicBezTo>
                  <a:cubicBezTo>
                    <a:pt x="316" y="144"/>
                    <a:pt x="271" y="170"/>
                    <a:pt x="212" y="1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0" name="Freeform: Shape 89">
              <a:extLst>
                <a:ext uri="{FF2B5EF4-FFF2-40B4-BE49-F238E27FC236}">
                  <a16:creationId xmlns:a16="http://schemas.microsoft.com/office/drawing/2014/main" id="{6827DA11-EC03-FC0F-1AEE-AD5319321B98}"/>
                </a:ext>
              </a:extLst>
            </p:cNvPr>
            <p:cNvSpPr>
              <a:spLocks/>
            </p:cNvSpPr>
            <p:nvPr/>
          </p:nvSpPr>
          <p:spPr bwMode="auto">
            <a:xfrm>
              <a:off x="10881967" y="0"/>
              <a:ext cx="535486" cy="509022"/>
            </a:xfrm>
            <a:custGeom>
              <a:avLst/>
              <a:gdLst>
                <a:gd name="connsiteX0" fmla="*/ 0 w 535486"/>
                <a:gd name="connsiteY0" fmla="*/ 0 h 509022"/>
                <a:gd name="connsiteX1" fmla="*/ 299950 w 535486"/>
                <a:gd name="connsiteY1" fmla="*/ 0 h 509022"/>
                <a:gd name="connsiteX2" fmla="*/ 371512 w 535486"/>
                <a:gd name="connsiteY2" fmla="*/ 46406 h 509022"/>
                <a:gd name="connsiteX3" fmla="*/ 451269 w 535486"/>
                <a:gd name="connsiteY3" fmla="*/ 128855 h 509022"/>
                <a:gd name="connsiteX4" fmla="*/ 528768 w 535486"/>
                <a:gd name="connsiteY4" fmla="*/ 473371 h 509022"/>
                <a:gd name="connsiteX5" fmla="*/ 497064 w 535486"/>
                <a:gd name="connsiteY5" fmla="*/ 505010 h 509022"/>
                <a:gd name="connsiteX6" fmla="*/ 70816 w 535486"/>
                <a:gd name="connsiteY6" fmla="*/ 308144 h 509022"/>
                <a:gd name="connsiteX7" fmla="*/ 3444 w 535486"/>
                <a:gd name="connsiteY7" fmla="*/ 77002 h 509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5486" h="509022">
                  <a:moveTo>
                    <a:pt x="0" y="0"/>
                  </a:moveTo>
                  <a:lnTo>
                    <a:pt x="299950" y="0"/>
                  </a:lnTo>
                  <a:lnTo>
                    <a:pt x="371512" y="46406"/>
                  </a:lnTo>
                  <a:cubicBezTo>
                    <a:pt x="401731" y="70410"/>
                    <a:pt x="428371" y="97216"/>
                    <a:pt x="451269" y="128855"/>
                  </a:cubicBezTo>
                  <a:cubicBezTo>
                    <a:pt x="532291" y="237834"/>
                    <a:pt x="546382" y="357360"/>
                    <a:pt x="528768" y="473371"/>
                  </a:cubicBezTo>
                  <a:cubicBezTo>
                    <a:pt x="528768" y="490948"/>
                    <a:pt x="514678" y="501494"/>
                    <a:pt x="497064" y="505010"/>
                  </a:cubicBezTo>
                  <a:cubicBezTo>
                    <a:pt x="331497" y="529618"/>
                    <a:pt x="148316" y="438216"/>
                    <a:pt x="70816" y="308144"/>
                  </a:cubicBezTo>
                  <a:cubicBezTo>
                    <a:pt x="33828" y="244865"/>
                    <a:pt x="12691" y="160494"/>
                    <a:pt x="3444" y="770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91" name="Freeform 58">
              <a:extLst>
                <a:ext uri="{FF2B5EF4-FFF2-40B4-BE49-F238E27FC236}">
                  <a16:creationId xmlns:a16="http://schemas.microsoft.com/office/drawing/2014/main" id="{461E36F4-98FA-C20C-9651-FAB7CF8E1372}"/>
                </a:ext>
              </a:extLst>
            </p:cNvPr>
            <p:cNvSpPr>
              <a:spLocks/>
            </p:cNvSpPr>
            <p:nvPr/>
          </p:nvSpPr>
          <p:spPr bwMode="auto">
            <a:xfrm>
              <a:off x="8780814" y="177384"/>
              <a:ext cx="799746" cy="733341"/>
            </a:xfrm>
            <a:custGeom>
              <a:avLst/>
              <a:gdLst>
                <a:gd name="T0" fmla="*/ 88 w 227"/>
                <a:gd name="T1" fmla="*/ 178 h 208"/>
                <a:gd name="T2" fmla="*/ 0 w 227"/>
                <a:gd name="T3" fmla="*/ 0 h 208"/>
                <a:gd name="T4" fmla="*/ 190 w 227"/>
                <a:gd name="T5" fmla="*/ 82 h 208"/>
                <a:gd name="T6" fmla="*/ 215 w 227"/>
                <a:gd name="T7" fmla="*/ 192 h 208"/>
                <a:gd name="T8" fmla="*/ 202 w 227"/>
                <a:gd name="T9" fmla="*/ 203 h 208"/>
                <a:gd name="T10" fmla="*/ 88 w 227"/>
                <a:gd name="T11" fmla="*/ 178 h 208"/>
              </a:gdLst>
              <a:ahLst/>
              <a:cxnLst>
                <a:cxn ang="0">
                  <a:pos x="T0" y="T1"/>
                </a:cxn>
                <a:cxn ang="0">
                  <a:pos x="T2" y="T3"/>
                </a:cxn>
                <a:cxn ang="0">
                  <a:pos x="T4" y="T5"/>
                </a:cxn>
                <a:cxn ang="0">
                  <a:pos x="T6" y="T7"/>
                </a:cxn>
                <a:cxn ang="0">
                  <a:pos x="T8" y="T9"/>
                </a:cxn>
                <a:cxn ang="0">
                  <a:pos x="T10" y="T11"/>
                </a:cxn>
              </a:cxnLst>
              <a:rect l="0" t="0" r="r" b="b"/>
              <a:pathLst>
                <a:path w="227" h="208">
                  <a:moveTo>
                    <a:pt x="88" y="178"/>
                  </a:moveTo>
                  <a:cubicBezTo>
                    <a:pt x="23" y="128"/>
                    <a:pt x="7" y="59"/>
                    <a:pt x="0" y="0"/>
                  </a:cubicBezTo>
                  <a:cubicBezTo>
                    <a:pt x="61" y="28"/>
                    <a:pt x="154" y="47"/>
                    <a:pt x="190" y="82"/>
                  </a:cubicBezTo>
                  <a:cubicBezTo>
                    <a:pt x="219" y="109"/>
                    <a:pt x="227" y="155"/>
                    <a:pt x="215" y="192"/>
                  </a:cubicBezTo>
                  <a:cubicBezTo>
                    <a:pt x="213" y="198"/>
                    <a:pt x="208" y="202"/>
                    <a:pt x="202" y="203"/>
                  </a:cubicBezTo>
                  <a:cubicBezTo>
                    <a:pt x="169" y="208"/>
                    <a:pt x="122" y="204"/>
                    <a:pt x="88" y="17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2" name="Freeform 61">
              <a:extLst>
                <a:ext uri="{FF2B5EF4-FFF2-40B4-BE49-F238E27FC236}">
                  <a16:creationId xmlns:a16="http://schemas.microsoft.com/office/drawing/2014/main" id="{3A3B049B-FCF1-408C-B838-0B06C674ED4B}"/>
                </a:ext>
              </a:extLst>
            </p:cNvPr>
            <p:cNvSpPr>
              <a:spLocks/>
            </p:cNvSpPr>
            <p:nvPr/>
          </p:nvSpPr>
          <p:spPr bwMode="auto">
            <a:xfrm>
              <a:off x="10036733" y="4129919"/>
              <a:ext cx="1166417" cy="588983"/>
            </a:xfrm>
            <a:custGeom>
              <a:avLst/>
              <a:gdLst>
                <a:gd name="T0" fmla="*/ 220 w 331"/>
                <a:gd name="T1" fmla="*/ 147 h 167"/>
                <a:gd name="T2" fmla="*/ 0 w 331"/>
                <a:gd name="T3" fmla="*/ 134 h 167"/>
                <a:gd name="T4" fmla="*/ 186 w 331"/>
                <a:gd name="T5" fmla="*/ 11 h 167"/>
                <a:gd name="T6" fmla="*/ 324 w 331"/>
                <a:gd name="T7" fmla="*/ 37 h 167"/>
                <a:gd name="T8" fmla="*/ 329 w 331"/>
                <a:gd name="T9" fmla="*/ 53 h 167"/>
                <a:gd name="T10" fmla="*/ 220 w 331"/>
                <a:gd name="T11" fmla="*/ 147 h 167"/>
              </a:gdLst>
              <a:ahLst/>
              <a:cxnLst>
                <a:cxn ang="0">
                  <a:pos x="T0" y="T1"/>
                </a:cxn>
                <a:cxn ang="0">
                  <a:pos x="T2" y="T3"/>
                </a:cxn>
                <a:cxn ang="0">
                  <a:pos x="T4" y="T5"/>
                </a:cxn>
                <a:cxn ang="0">
                  <a:pos x="T6" y="T7"/>
                </a:cxn>
                <a:cxn ang="0">
                  <a:pos x="T8" y="T9"/>
                </a:cxn>
                <a:cxn ang="0">
                  <a:pos x="T10" y="T11"/>
                </a:cxn>
              </a:cxnLst>
              <a:rect l="0" t="0" r="r" b="b"/>
              <a:pathLst>
                <a:path w="331" h="167">
                  <a:moveTo>
                    <a:pt x="220" y="147"/>
                  </a:moveTo>
                  <a:cubicBezTo>
                    <a:pt x="126" y="167"/>
                    <a:pt x="78" y="146"/>
                    <a:pt x="0" y="134"/>
                  </a:cubicBezTo>
                  <a:cubicBezTo>
                    <a:pt x="61" y="65"/>
                    <a:pt x="108" y="29"/>
                    <a:pt x="186" y="11"/>
                  </a:cubicBezTo>
                  <a:cubicBezTo>
                    <a:pt x="230" y="0"/>
                    <a:pt x="284" y="6"/>
                    <a:pt x="324" y="37"/>
                  </a:cubicBezTo>
                  <a:cubicBezTo>
                    <a:pt x="329" y="41"/>
                    <a:pt x="331" y="47"/>
                    <a:pt x="329" y="53"/>
                  </a:cubicBezTo>
                  <a:cubicBezTo>
                    <a:pt x="316" y="92"/>
                    <a:pt x="277" y="134"/>
                    <a:pt x="220" y="14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3" name="Freeform 62">
              <a:extLst>
                <a:ext uri="{FF2B5EF4-FFF2-40B4-BE49-F238E27FC236}">
                  <a16:creationId xmlns:a16="http://schemas.microsoft.com/office/drawing/2014/main" id="{90FA45BA-A732-1624-F882-B434A5E03813}"/>
                </a:ext>
              </a:extLst>
            </p:cNvPr>
            <p:cNvSpPr>
              <a:spLocks/>
            </p:cNvSpPr>
            <p:nvPr/>
          </p:nvSpPr>
          <p:spPr bwMode="auto">
            <a:xfrm>
              <a:off x="10772961" y="2943292"/>
              <a:ext cx="1140432" cy="537014"/>
            </a:xfrm>
            <a:custGeom>
              <a:avLst/>
              <a:gdLst>
                <a:gd name="T0" fmla="*/ 183 w 324"/>
                <a:gd name="T1" fmla="*/ 147 h 153"/>
                <a:gd name="T2" fmla="*/ 0 w 324"/>
                <a:gd name="T3" fmla="*/ 22 h 153"/>
                <a:gd name="T4" fmla="*/ 204 w 324"/>
                <a:gd name="T5" fmla="*/ 6 h 153"/>
                <a:gd name="T6" fmla="*/ 319 w 324"/>
                <a:gd name="T7" fmla="*/ 77 h 153"/>
                <a:gd name="T8" fmla="*/ 318 w 324"/>
                <a:gd name="T9" fmla="*/ 99 h 153"/>
                <a:gd name="T10" fmla="*/ 183 w 324"/>
                <a:gd name="T11" fmla="*/ 147 h 153"/>
              </a:gdLst>
              <a:ahLst/>
              <a:cxnLst>
                <a:cxn ang="0">
                  <a:pos x="T0" y="T1"/>
                </a:cxn>
                <a:cxn ang="0">
                  <a:pos x="T2" y="T3"/>
                </a:cxn>
                <a:cxn ang="0">
                  <a:pos x="T4" y="T5"/>
                </a:cxn>
                <a:cxn ang="0">
                  <a:pos x="T6" y="T7"/>
                </a:cxn>
                <a:cxn ang="0">
                  <a:pos x="T8" y="T9"/>
                </a:cxn>
                <a:cxn ang="0">
                  <a:pos x="T10" y="T11"/>
                </a:cxn>
              </a:cxnLst>
              <a:rect l="0" t="0" r="r" b="b"/>
              <a:pathLst>
                <a:path w="324" h="153">
                  <a:moveTo>
                    <a:pt x="183" y="147"/>
                  </a:moveTo>
                  <a:cubicBezTo>
                    <a:pt x="129" y="141"/>
                    <a:pt x="45" y="83"/>
                    <a:pt x="0" y="22"/>
                  </a:cubicBezTo>
                  <a:cubicBezTo>
                    <a:pt x="85" y="14"/>
                    <a:pt x="140" y="0"/>
                    <a:pt x="204" y="6"/>
                  </a:cubicBezTo>
                  <a:cubicBezTo>
                    <a:pt x="256" y="12"/>
                    <a:pt x="293" y="39"/>
                    <a:pt x="319" y="77"/>
                  </a:cubicBezTo>
                  <a:cubicBezTo>
                    <a:pt x="324" y="84"/>
                    <a:pt x="323" y="93"/>
                    <a:pt x="318" y="99"/>
                  </a:cubicBezTo>
                  <a:cubicBezTo>
                    <a:pt x="291" y="130"/>
                    <a:pt x="237" y="153"/>
                    <a:pt x="183" y="14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4" name="Freeform 63">
              <a:extLst>
                <a:ext uri="{FF2B5EF4-FFF2-40B4-BE49-F238E27FC236}">
                  <a16:creationId xmlns:a16="http://schemas.microsoft.com/office/drawing/2014/main" id="{14781507-3B89-2FAD-D942-C86433C6A2CE}"/>
                </a:ext>
              </a:extLst>
            </p:cNvPr>
            <p:cNvSpPr>
              <a:spLocks/>
            </p:cNvSpPr>
            <p:nvPr/>
          </p:nvSpPr>
          <p:spPr bwMode="auto">
            <a:xfrm>
              <a:off x="8073457" y="3428337"/>
              <a:ext cx="1362744" cy="528352"/>
            </a:xfrm>
            <a:custGeom>
              <a:avLst/>
              <a:gdLst>
                <a:gd name="T0" fmla="*/ 244 w 387"/>
                <a:gd name="T1" fmla="*/ 140 h 150"/>
                <a:gd name="T2" fmla="*/ 0 w 387"/>
                <a:gd name="T3" fmla="*/ 81 h 150"/>
                <a:gd name="T4" fmla="*/ 244 w 387"/>
                <a:gd name="T5" fmla="*/ 3 h 150"/>
                <a:gd name="T6" fmla="*/ 380 w 387"/>
                <a:gd name="T7" fmla="*/ 49 h 150"/>
                <a:gd name="T8" fmla="*/ 382 w 387"/>
                <a:gd name="T9" fmla="*/ 71 h 150"/>
                <a:gd name="T10" fmla="*/ 244 w 387"/>
                <a:gd name="T11" fmla="*/ 140 h 150"/>
              </a:gdLst>
              <a:ahLst/>
              <a:cxnLst>
                <a:cxn ang="0">
                  <a:pos x="T0" y="T1"/>
                </a:cxn>
                <a:cxn ang="0">
                  <a:pos x="T2" y="T3"/>
                </a:cxn>
                <a:cxn ang="0">
                  <a:pos x="T4" y="T5"/>
                </a:cxn>
                <a:cxn ang="0">
                  <a:pos x="T6" y="T7"/>
                </a:cxn>
                <a:cxn ang="0">
                  <a:pos x="T8" y="T9"/>
                </a:cxn>
                <a:cxn ang="0">
                  <a:pos x="T10" y="T11"/>
                </a:cxn>
              </a:cxnLst>
              <a:rect l="0" t="0" r="r" b="b"/>
              <a:pathLst>
                <a:path w="387" h="150">
                  <a:moveTo>
                    <a:pt x="244" y="140"/>
                  </a:moveTo>
                  <a:cubicBezTo>
                    <a:pt x="143" y="150"/>
                    <a:pt x="64" y="123"/>
                    <a:pt x="0" y="81"/>
                  </a:cubicBezTo>
                  <a:cubicBezTo>
                    <a:pt x="90" y="59"/>
                    <a:pt x="173" y="8"/>
                    <a:pt x="244" y="3"/>
                  </a:cubicBezTo>
                  <a:cubicBezTo>
                    <a:pt x="301" y="0"/>
                    <a:pt x="346" y="16"/>
                    <a:pt x="380" y="49"/>
                  </a:cubicBezTo>
                  <a:cubicBezTo>
                    <a:pt x="386" y="55"/>
                    <a:pt x="387" y="64"/>
                    <a:pt x="382" y="71"/>
                  </a:cubicBezTo>
                  <a:cubicBezTo>
                    <a:pt x="358" y="105"/>
                    <a:pt x="303" y="134"/>
                    <a:pt x="244" y="14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5" name="Freeform: Shape 94">
              <a:extLst>
                <a:ext uri="{FF2B5EF4-FFF2-40B4-BE49-F238E27FC236}">
                  <a16:creationId xmlns:a16="http://schemas.microsoft.com/office/drawing/2014/main" id="{0B463AE9-8E00-B266-1514-6A05EF6FAA2E}"/>
                </a:ext>
              </a:extLst>
            </p:cNvPr>
            <p:cNvSpPr>
              <a:spLocks/>
            </p:cNvSpPr>
            <p:nvPr/>
          </p:nvSpPr>
          <p:spPr bwMode="auto">
            <a:xfrm>
              <a:off x="11985398" y="1615194"/>
              <a:ext cx="206602" cy="811211"/>
            </a:xfrm>
            <a:custGeom>
              <a:avLst/>
              <a:gdLst>
                <a:gd name="connsiteX0" fmla="*/ 3359 w 206602"/>
                <a:gd name="connsiteY0" fmla="*/ 0 h 811211"/>
                <a:gd name="connsiteX1" fmla="*/ 199109 w 206602"/>
                <a:gd name="connsiteY1" fmla="*/ 140286 h 811211"/>
                <a:gd name="connsiteX2" fmla="*/ 206602 w 206602"/>
                <a:gd name="connsiteY2" fmla="*/ 143814 h 811211"/>
                <a:gd name="connsiteX3" fmla="*/ 206602 w 206602"/>
                <a:gd name="connsiteY3" fmla="*/ 811211 h 811211"/>
                <a:gd name="connsiteX4" fmla="*/ 148671 w 206602"/>
                <a:gd name="connsiteY4" fmla="*/ 736790 h 811211"/>
                <a:gd name="connsiteX5" fmla="*/ 3359 w 206602"/>
                <a:gd name="connsiteY5" fmla="*/ 0 h 811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6602" h="811211">
                  <a:moveTo>
                    <a:pt x="3359" y="0"/>
                  </a:moveTo>
                  <a:cubicBezTo>
                    <a:pt x="68554" y="59809"/>
                    <a:pt x="134189" y="104225"/>
                    <a:pt x="199109" y="140286"/>
                  </a:cubicBezTo>
                  <a:lnTo>
                    <a:pt x="206602" y="143814"/>
                  </a:lnTo>
                  <a:lnTo>
                    <a:pt x="206602" y="811211"/>
                  </a:lnTo>
                  <a:lnTo>
                    <a:pt x="148671" y="736790"/>
                  </a:lnTo>
                  <a:cubicBezTo>
                    <a:pt x="23788" y="551799"/>
                    <a:pt x="-12058" y="310916"/>
                    <a:pt x="335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96" name="Freeform 65">
              <a:extLst>
                <a:ext uri="{FF2B5EF4-FFF2-40B4-BE49-F238E27FC236}">
                  <a16:creationId xmlns:a16="http://schemas.microsoft.com/office/drawing/2014/main" id="{7FE12038-B89B-7E8F-85A1-2BA2B00F405E}"/>
                </a:ext>
              </a:extLst>
            </p:cNvPr>
            <p:cNvSpPr>
              <a:spLocks/>
            </p:cNvSpPr>
            <p:nvPr/>
          </p:nvSpPr>
          <p:spPr bwMode="auto">
            <a:xfrm>
              <a:off x="9805759" y="5140429"/>
              <a:ext cx="1065366" cy="742003"/>
            </a:xfrm>
            <a:custGeom>
              <a:avLst/>
              <a:gdLst>
                <a:gd name="T0" fmla="*/ 209 w 302"/>
                <a:gd name="T1" fmla="*/ 172 h 211"/>
                <a:gd name="T2" fmla="*/ 0 w 302"/>
                <a:gd name="T3" fmla="*/ 179 h 211"/>
                <a:gd name="T4" fmla="*/ 137 w 302"/>
                <a:gd name="T5" fmla="*/ 30 h 211"/>
                <a:gd name="T6" fmla="*/ 293 w 302"/>
                <a:gd name="T7" fmla="*/ 21 h 211"/>
                <a:gd name="T8" fmla="*/ 302 w 302"/>
                <a:gd name="T9" fmla="*/ 35 h 211"/>
                <a:gd name="T10" fmla="*/ 209 w 302"/>
                <a:gd name="T11" fmla="*/ 172 h 211"/>
              </a:gdLst>
              <a:ahLst/>
              <a:cxnLst>
                <a:cxn ang="0">
                  <a:pos x="T0" y="T1"/>
                </a:cxn>
                <a:cxn ang="0">
                  <a:pos x="T2" y="T3"/>
                </a:cxn>
                <a:cxn ang="0">
                  <a:pos x="T4" y="T5"/>
                </a:cxn>
                <a:cxn ang="0">
                  <a:pos x="T6" y="T7"/>
                </a:cxn>
                <a:cxn ang="0">
                  <a:pos x="T8" y="T9"/>
                </a:cxn>
                <a:cxn ang="0">
                  <a:pos x="T10" y="T11"/>
                </a:cxn>
              </a:cxnLst>
              <a:rect l="0" t="0" r="r" b="b"/>
              <a:pathLst>
                <a:path w="302" h="211">
                  <a:moveTo>
                    <a:pt x="209" y="172"/>
                  </a:moveTo>
                  <a:cubicBezTo>
                    <a:pt x="156" y="202"/>
                    <a:pt x="79" y="211"/>
                    <a:pt x="0" y="179"/>
                  </a:cubicBezTo>
                  <a:cubicBezTo>
                    <a:pt x="56" y="125"/>
                    <a:pt x="74" y="66"/>
                    <a:pt x="137" y="30"/>
                  </a:cubicBezTo>
                  <a:cubicBezTo>
                    <a:pt x="190" y="0"/>
                    <a:pt x="244" y="2"/>
                    <a:pt x="293" y="21"/>
                  </a:cubicBezTo>
                  <a:cubicBezTo>
                    <a:pt x="299" y="24"/>
                    <a:pt x="302" y="29"/>
                    <a:pt x="302" y="35"/>
                  </a:cubicBezTo>
                  <a:cubicBezTo>
                    <a:pt x="299" y="81"/>
                    <a:pt x="264" y="141"/>
                    <a:pt x="209" y="1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7" name="Freeform: Shape 96">
              <a:extLst>
                <a:ext uri="{FF2B5EF4-FFF2-40B4-BE49-F238E27FC236}">
                  <a16:creationId xmlns:a16="http://schemas.microsoft.com/office/drawing/2014/main" id="{33D5763E-258F-A81C-FB69-5A13EF5FFFE2}"/>
                </a:ext>
              </a:extLst>
            </p:cNvPr>
            <p:cNvSpPr>
              <a:spLocks/>
            </p:cNvSpPr>
            <p:nvPr/>
          </p:nvSpPr>
          <p:spPr bwMode="auto">
            <a:xfrm>
              <a:off x="11691081" y="5009197"/>
              <a:ext cx="500919" cy="650530"/>
            </a:xfrm>
            <a:custGeom>
              <a:avLst/>
              <a:gdLst>
                <a:gd name="connsiteX0" fmla="*/ 500919 w 500919"/>
                <a:gd name="connsiteY0" fmla="*/ 0 h 650530"/>
                <a:gd name="connsiteX1" fmla="*/ 500919 w 500919"/>
                <a:gd name="connsiteY1" fmla="*/ 600919 h 650530"/>
                <a:gd name="connsiteX2" fmla="*/ 373878 w 500919"/>
                <a:gd name="connsiteY2" fmla="*/ 638875 h 650530"/>
                <a:gd name="connsiteX3" fmla="*/ 0 w 500919"/>
                <a:gd name="connsiteY3" fmla="*/ 617271 h 650530"/>
                <a:gd name="connsiteX4" fmla="*/ 374320 w 500919"/>
                <a:gd name="connsiteY4" fmla="*/ 74074 h 650530"/>
                <a:gd name="connsiteX5" fmla="*/ 484122 w 500919"/>
                <a:gd name="connsiteY5" fmla="*/ 5293 h 650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0919" h="650530">
                  <a:moveTo>
                    <a:pt x="500919" y="0"/>
                  </a:moveTo>
                  <a:lnTo>
                    <a:pt x="500919" y="600919"/>
                  </a:lnTo>
                  <a:lnTo>
                    <a:pt x="373878" y="638875"/>
                  </a:lnTo>
                  <a:cubicBezTo>
                    <a:pt x="261318" y="658716"/>
                    <a:pt x="134190" y="654307"/>
                    <a:pt x="0" y="617271"/>
                  </a:cubicBezTo>
                  <a:cubicBezTo>
                    <a:pt x="151847" y="409163"/>
                    <a:pt x="236598" y="179892"/>
                    <a:pt x="374320" y="74074"/>
                  </a:cubicBezTo>
                  <a:cubicBezTo>
                    <a:pt x="411399" y="44975"/>
                    <a:pt x="447815" y="22268"/>
                    <a:pt x="484122" y="52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98" name="Freeform 67">
              <a:extLst>
                <a:ext uri="{FF2B5EF4-FFF2-40B4-BE49-F238E27FC236}">
                  <a16:creationId xmlns:a16="http://schemas.microsoft.com/office/drawing/2014/main" id="{330B0A2A-3417-DADA-22D3-5ED80D828483}"/>
                </a:ext>
              </a:extLst>
            </p:cNvPr>
            <p:cNvSpPr>
              <a:spLocks/>
            </p:cNvSpPr>
            <p:nvPr/>
          </p:nvSpPr>
          <p:spPr bwMode="auto">
            <a:xfrm>
              <a:off x="10709443" y="4464831"/>
              <a:ext cx="1345421" cy="695808"/>
            </a:xfrm>
            <a:custGeom>
              <a:avLst/>
              <a:gdLst>
                <a:gd name="T0" fmla="*/ 278 w 382"/>
                <a:gd name="T1" fmla="*/ 174 h 198"/>
                <a:gd name="T2" fmla="*/ 0 w 382"/>
                <a:gd name="T3" fmla="*/ 141 h 198"/>
                <a:gd name="T4" fmla="*/ 218 w 382"/>
                <a:gd name="T5" fmla="*/ 16 h 198"/>
                <a:gd name="T6" fmla="*/ 373 w 382"/>
                <a:gd name="T7" fmla="*/ 29 h 198"/>
                <a:gd name="T8" fmla="*/ 382 w 382"/>
                <a:gd name="T9" fmla="*/ 45 h 198"/>
                <a:gd name="T10" fmla="*/ 278 w 382"/>
                <a:gd name="T11" fmla="*/ 174 h 198"/>
              </a:gdLst>
              <a:ahLst/>
              <a:cxnLst>
                <a:cxn ang="0">
                  <a:pos x="T0" y="T1"/>
                </a:cxn>
                <a:cxn ang="0">
                  <a:pos x="T2" y="T3"/>
                </a:cxn>
                <a:cxn ang="0">
                  <a:pos x="T4" y="T5"/>
                </a:cxn>
                <a:cxn ang="0">
                  <a:pos x="T6" y="T7"/>
                </a:cxn>
                <a:cxn ang="0">
                  <a:pos x="T8" y="T9"/>
                </a:cxn>
                <a:cxn ang="0">
                  <a:pos x="T10" y="T11"/>
                </a:cxn>
              </a:cxnLst>
              <a:rect l="0" t="0" r="r" b="b"/>
              <a:pathLst>
                <a:path w="382" h="198">
                  <a:moveTo>
                    <a:pt x="278" y="174"/>
                  </a:moveTo>
                  <a:cubicBezTo>
                    <a:pt x="223" y="198"/>
                    <a:pt x="75" y="185"/>
                    <a:pt x="0" y="141"/>
                  </a:cubicBezTo>
                  <a:cubicBezTo>
                    <a:pt x="84" y="96"/>
                    <a:pt x="122" y="45"/>
                    <a:pt x="218" y="16"/>
                  </a:cubicBezTo>
                  <a:cubicBezTo>
                    <a:pt x="270" y="0"/>
                    <a:pt x="325" y="2"/>
                    <a:pt x="373" y="29"/>
                  </a:cubicBezTo>
                  <a:cubicBezTo>
                    <a:pt x="379" y="33"/>
                    <a:pt x="382" y="39"/>
                    <a:pt x="382" y="45"/>
                  </a:cubicBezTo>
                  <a:cubicBezTo>
                    <a:pt x="375" y="93"/>
                    <a:pt x="335" y="150"/>
                    <a:pt x="278" y="1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9" name="Freeform: Shape 98">
              <a:extLst>
                <a:ext uri="{FF2B5EF4-FFF2-40B4-BE49-F238E27FC236}">
                  <a16:creationId xmlns:a16="http://schemas.microsoft.com/office/drawing/2014/main" id="{966A8126-F264-4489-F10F-980FBBBECF8B}"/>
                </a:ext>
              </a:extLst>
            </p:cNvPr>
            <p:cNvSpPr>
              <a:spLocks/>
            </p:cNvSpPr>
            <p:nvPr/>
          </p:nvSpPr>
          <p:spPr bwMode="auto">
            <a:xfrm>
              <a:off x="11125196" y="3607911"/>
              <a:ext cx="1066804" cy="678144"/>
            </a:xfrm>
            <a:custGeom>
              <a:avLst/>
              <a:gdLst>
                <a:gd name="connsiteX0" fmla="*/ 797391 w 1066804"/>
                <a:gd name="connsiteY0" fmla="*/ 120 h 678144"/>
                <a:gd name="connsiteX1" fmla="*/ 1039335 w 1066804"/>
                <a:gd name="connsiteY1" fmla="*/ 51462 h 678144"/>
                <a:gd name="connsiteX2" fmla="*/ 1066804 w 1066804"/>
                <a:gd name="connsiteY2" fmla="*/ 66400 h 678144"/>
                <a:gd name="connsiteX3" fmla="*/ 1066804 w 1066804"/>
                <a:gd name="connsiteY3" fmla="*/ 560676 h 678144"/>
                <a:gd name="connsiteX4" fmla="*/ 1025426 w 1066804"/>
                <a:gd name="connsiteY4" fmla="*/ 587437 h 678144"/>
                <a:gd name="connsiteX5" fmla="*/ 770921 w 1066804"/>
                <a:gd name="connsiteY5" fmla="*/ 672267 h 678144"/>
                <a:gd name="connsiteX6" fmla="*/ 0 w 1066804"/>
                <a:gd name="connsiteY6" fmla="*/ 359448 h 678144"/>
                <a:gd name="connsiteX7" fmla="*/ 711078 w 1066804"/>
                <a:gd name="connsiteY7" fmla="*/ 4452 h 678144"/>
                <a:gd name="connsiteX8" fmla="*/ 797391 w 1066804"/>
                <a:gd name="connsiteY8" fmla="*/ 120 h 678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6804" h="678144">
                  <a:moveTo>
                    <a:pt x="797391" y="120"/>
                  </a:moveTo>
                  <a:cubicBezTo>
                    <a:pt x="882742" y="1788"/>
                    <a:pt x="964751" y="20818"/>
                    <a:pt x="1039335" y="51462"/>
                  </a:cubicBezTo>
                  <a:lnTo>
                    <a:pt x="1066804" y="66400"/>
                  </a:lnTo>
                  <a:lnTo>
                    <a:pt x="1066804" y="560676"/>
                  </a:lnTo>
                  <a:lnTo>
                    <a:pt x="1025426" y="587437"/>
                  </a:lnTo>
                  <a:cubicBezTo>
                    <a:pt x="948635" y="630913"/>
                    <a:pt x="862006" y="661722"/>
                    <a:pt x="770921" y="672267"/>
                  </a:cubicBezTo>
                  <a:cubicBezTo>
                    <a:pt x="531548" y="703900"/>
                    <a:pt x="239373" y="609000"/>
                    <a:pt x="0" y="359448"/>
                  </a:cubicBezTo>
                  <a:cubicBezTo>
                    <a:pt x="256974" y="225885"/>
                    <a:pt x="429463" y="39600"/>
                    <a:pt x="711078" y="4452"/>
                  </a:cubicBezTo>
                  <a:cubicBezTo>
                    <a:pt x="740120" y="937"/>
                    <a:pt x="768941" y="-436"/>
                    <a:pt x="797391" y="1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100" name="Freeform 70">
              <a:extLst>
                <a:ext uri="{FF2B5EF4-FFF2-40B4-BE49-F238E27FC236}">
                  <a16:creationId xmlns:a16="http://schemas.microsoft.com/office/drawing/2014/main" id="{2AA297F6-E833-CDD0-A006-5AD526A0D12C}"/>
                </a:ext>
              </a:extLst>
            </p:cNvPr>
            <p:cNvSpPr>
              <a:spLocks/>
            </p:cNvSpPr>
            <p:nvPr/>
          </p:nvSpPr>
          <p:spPr bwMode="auto">
            <a:xfrm>
              <a:off x="10051169" y="6000805"/>
              <a:ext cx="978751" cy="739116"/>
            </a:xfrm>
            <a:custGeom>
              <a:avLst/>
              <a:gdLst>
                <a:gd name="T0" fmla="*/ 205 w 278"/>
                <a:gd name="T1" fmla="*/ 160 h 210"/>
                <a:gd name="T2" fmla="*/ 0 w 278"/>
                <a:gd name="T3" fmla="*/ 174 h 210"/>
                <a:gd name="T4" fmla="*/ 129 w 278"/>
                <a:gd name="T5" fmla="*/ 35 h 210"/>
                <a:gd name="T6" fmla="*/ 263 w 278"/>
                <a:gd name="T7" fmla="*/ 20 h 210"/>
                <a:gd name="T8" fmla="*/ 274 w 278"/>
                <a:gd name="T9" fmla="*/ 35 h 210"/>
                <a:gd name="T10" fmla="*/ 205 w 278"/>
                <a:gd name="T11" fmla="*/ 160 h 210"/>
              </a:gdLst>
              <a:ahLst/>
              <a:cxnLst>
                <a:cxn ang="0">
                  <a:pos x="T0" y="T1"/>
                </a:cxn>
                <a:cxn ang="0">
                  <a:pos x="T2" y="T3"/>
                </a:cxn>
                <a:cxn ang="0">
                  <a:pos x="T4" y="T5"/>
                </a:cxn>
                <a:cxn ang="0">
                  <a:pos x="T6" y="T7"/>
                </a:cxn>
                <a:cxn ang="0">
                  <a:pos x="T8" y="T9"/>
                </a:cxn>
                <a:cxn ang="0">
                  <a:pos x="T10" y="T11"/>
                </a:cxn>
              </a:cxnLst>
              <a:rect l="0" t="0" r="r" b="b"/>
              <a:pathLst>
                <a:path w="278" h="210">
                  <a:moveTo>
                    <a:pt x="205" y="160"/>
                  </a:moveTo>
                  <a:cubicBezTo>
                    <a:pt x="162" y="189"/>
                    <a:pt x="85" y="210"/>
                    <a:pt x="0" y="174"/>
                  </a:cubicBezTo>
                  <a:cubicBezTo>
                    <a:pt x="56" y="119"/>
                    <a:pt x="77" y="69"/>
                    <a:pt x="129" y="35"/>
                  </a:cubicBezTo>
                  <a:cubicBezTo>
                    <a:pt x="171" y="7"/>
                    <a:pt x="225" y="0"/>
                    <a:pt x="263" y="20"/>
                  </a:cubicBezTo>
                  <a:cubicBezTo>
                    <a:pt x="269" y="23"/>
                    <a:pt x="273" y="28"/>
                    <a:pt x="274" y="35"/>
                  </a:cubicBezTo>
                  <a:cubicBezTo>
                    <a:pt x="278" y="81"/>
                    <a:pt x="250" y="130"/>
                    <a:pt x="205" y="16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1" name="Freeform 71">
              <a:extLst>
                <a:ext uri="{FF2B5EF4-FFF2-40B4-BE49-F238E27FC236}">
                  <a16:creationId xmlns:a16="http://schemas.microsoft.com/office/drawing/2014/main" id="{F041C072-C902-94E2-61EE-5A1147C8EF72}"/>
                </a:ext>
              </a:extLst>
            </p:cNvPr>
            <p:cNvSpPr>
              <a:spLocks/>
            </p:cNvSpPr>
            <p:nvPr/>
          </p:nvSpPr>
          <p:spPr bwMode="auto">
            <a:xfrm>
              <a:off x="9063756" y="1135924"/>
              <a:ext cx="845941" cy="482157"/>
            </a:xfrm>
            <a:custGeom>
              <a:avLst/>
              <a:gdLst>
                <a:gd name="T0" fmla="*/ 151 w 240"/>
                <a:gd name="T1" fmla="*/ 14 h 137"/>
                <a:gd name="T2" fmla="*/ 0 w 240"/>
                <a:gd name="T3" fmla="*/ 24 h 137"/>
                <a:gd name="T4" fmla="*/ 118 w 240"/>
                <a:gd name="T5" fmla="*/ 121 h 137"/>
                <a:gd name="T6" fmla="*/ 229 w 240"/>
                <a:gd name="T7" fmla="*/ 106 h 137"/>
                <a:gd name="T8" fmla="*/ 236 w 240"/>
                <a:gd name="T9" fmla="*/ 84 h 137"/>
                <a:gd name="T10" fmla="*/ 151 w 240"/>
                <a:gd name="T11" fmla="*/ 14 h 137"/>
              </a:gdLst>
              <a:ahLst/>
              <a:cxnLst>
                <a:cxn ang="0">
                  <a:pos x="T0" y="T1"/>
                </a:cxn>
                <a:cxn ang="0">
                  <a:pos x="T2" y="T3"/>
                </a:cxn>
                <a:cxn ang="0">
                  <a:pos x="T4" y="T5"/>
                </a:cxn>
                <a:cxn ang="0">
                  <a:pos x="T6" y="T7"/>
                </a:cxn>
                <a:cxn ang="0">
                  <a:pos x="T8" y="T9"/>
                </a:cxn>
                <a:cxn ang="0">
                  <a:pos x="T10" y="T11"/>
                </a:cxn>
              </a:cxnLst>
              <a:rect l="0" t="0" r="r" b="b"/>
              <a:pathLst>
                <a:path w="240" h="137">
                  <a:moveTo>
                    <a:pt x="151" y="14"/>
                  </a:moveTo>
                  <a:cubicBezTo>
                    <a:pt x="110" y="0"/>
                    <a:pt x="55" y="1"/>
                    <a:pt x="0" y="24"/>
                  </a:cubicBezTo>
                  <a:cubicBezTo>
                    <a:pt x="28" y="62"/>
                    <a:pt x="74" y="105"/>
                    <a:pt x="118" y="121"/>
                  </a:cubicBezTo>
                  <a:cubicBezTo>
                    <a:pt x="160" y="137"/>
                    <a:pt x="198" y="124"/>
                    <a:pt x="229" y="106"/>
                  </a:cubicBezTo>
                  <a:cubicBezTo>
                    <a:pt x="237" y="101"/>
                    <a:pt x="240" y="92"/>
                    <a:pt x="236" y="84"/>
                  </a:cubicBezTo>
                  <a:cubicBezTo>
                    <a:pt x="221" y="57"/>
                    <a:pt x="188" y="28"/>
                    <a:pt x="151" y="1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 name="Dynamic legal" descr="{&quot;templafy&quot;:{&quot;id&quot;:&quot;0d80eeb9-2c97-4d84-8faf-0e7b5c7f90d5&quot;}}">
            <a:extLst>
              <a:ext uri="{FF2B5EF4-FFF2-40B4-BE49-F238E27FC236}">
                <a16:creationId xmlns:a16="http://schemas.microsoft.com/office/drawing/2014/main" id="{D5D0A2EE-767A-A543-64F2-D000F48F4A6B}"/>
              </a:ext>
            </a:extLst>
          </p:cNvPr>
          <p:cNvSpPr txBox="1"/>
          <p:nvPr userDrawn="1"/>
        </p:nvSpPr>
        <p:spPr>
          <a:xfrm>
            <a:off x="-1588" y="6678000"/>
            <a:ext cx="12193588" cy="180000"/>
          </a:xfrm>
          <a:prstGeom prst="rect">
            <a:avLst/>
          </a:prstGeom>
          <a:solidFill>
            <a:srgbClr val="110081"/>
          </a:solidFill>
          <a:ln>
            <a:noFill/>
          </a:ln>
        </p:spPr>
        <p:txBody>
          <a:bodyPr wrap="square" lIns="0" tIns="0" rIns="0" bIns="0" anchor="ctr" anchorCtr="0">
            <a:noAutofit/>
          </a:bodyPr>
          <a:lstStyle/>
          <a:p>
            <a:pPr algn="ctr"/>
            <a:r>
              <a:rPr lang="en-US" sz="1000" dirty="0">
                <a:solidFill>
                  <a:srgbClr val="FFFFFF"/>
                </a:solidFill>
                <a:latin typeface="Arial Narrow" panose="020B0606020202030204" pitchFamily="34" charset="0"/>
              </a:rPr>
              <a:t>Confidential, unpublished property of Cigna Healthcare. Do not duplicate or distribute. Use and distribution limited solely to authorized personnel. © 2023 Cigna Healthcare</a:t>
            </a:r>
          </a:p>
        </p:txBody>
      </p:sp>
      <p:sp>
        <p:nvSpPr>
          <p:cNvPr id="5" name="Dynmic Internal use only" descr="{&quot;templafy&quot;:{&quot;id&quot;:&quot;973a933c-730e-4c78-ad54-98c8d17d0580&quot;}}" hidden="1" title="Form.Cigna_Confidentiality.Cigna_healthcareConfidentiality">
            <a:extLst>
              <a:ext uri="{FF2B5EF4-FFF2-40B4-BE49-F238E27FC236}">
                <a16:creationId xmlns:a16="http://schemas.microsoft.com/office/drawing/2014/main" id="{8EA46007-C350-9429-A7DE-354B85BF202A}"/>
              </a:ext>
            </a:extLst>
          </p:cNvPr>
          <p:cNvSpPr/>
          <p:nvPr userDrawn="1"/>
        </p:nvSpPr>
        <p:spPr>
          <a:xfrm>
            <a:off x="10859153" y="6678000"/>
            <a:ext cx="973257"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r"/>
            <a:endParaRPr lang="en-US" sz="1000" kern="1200" noProof="0" dirty="0">
              <a:solidFill>
                <a:srgbClr val="FFFFFF"/>
              </a:solidFill>
              <a:latin typeface="Arial Narrow" panose="020B0606020202030204" pitchFamily="34" charset="0"/>
              <a:ea typeface="+mn-ea"/>
              <a:cs typeface="+mn-cs"/>
            </a:endParaRPr>
          </a:p>
        </p:txBody>
      </p:sp>
      <p:pic>
        <p:nvPicPr>
          <p:cNvPr id="61" name="Logo">
            <a:extLst>
              <a:ext uri="{FF2B5EF4-FFF2-40B4-BE49-F238E27FC236}">
                <a16:creationId xmlns:a16="http://schemas.microsoft.com/office/drawing/2014/main" id="{D171A8D9-C2F0-F2E4-95F5-CC293B3A83B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360000" y="6067943"/>
            <a:ext cx="791999" cy="430177"/>
          </a:xfrm>
          <a:prstGeom prst="rect">
            <a:avLst/>
          </a:prstGeom>
        </p:spPr>
      </p:pic>
      <p:sp>
        <p:nvSpPr>
          <p:cNvPr id="4" name="Title 3">
            <a:extLst>
              <a:ext uri="{FF2B5EF4-FFF2-40B4-BE49-F238E27FC236}">
                <a16:creationId xmlns:a16="http://schemas.microsoft.com/office/drawing/2014/main" id="{AA9B1855-605E-201E-357F-9A2AEB2047BF}"/>
              </a:ext>
            </a:extLst>
          </p:cNvPr>
          <p:cNvSpPr>
            <a:spLocks noGrp="1"/>
          </p:cNvSpPr>
          <p:nvPr>
            <p:ph type="title" hasCustomPrompt="1"/>
          </p:nvPr>
        </p:nvSpPr>
        <p:spPr bwMode="white">
          <a:xfrm>
            <a:off x="360000" y="360000"/>
            <a:ext cx="2721600" cy="5572800"/>
          </a:xfrm>
        </p:spPr>
        <p:txBody>
          <a:bodyPr anchor="ctr" anchorCtr="0"/>
          <a:lstStyle>
            <a:lvl1pPr>
              <a:lnSpc>
                <a:spcPct val="83000"/>
              </a:lnSpc>
              <a:defRPr sz="3600">
                <a:solidFill>
                  <a:schemeClr val="tx1"/>
                </a:solidFill>
              </a:defRPr>
            </a:lvl1pPr>
          </a:lstStyle>
          <a:p>
            <a:r>
              <a:rPr lang="en-US" dirty="0"/>
              <a:t>Click to add Agenda</a:t>
            </a:r>
            <a:endParaRPr lang="en-US"/>
          </a:p>
        </p:txBody>
      </p:sp>
      <p:sp>
        <p:nvSpPr>
          <p:cNvPr id="62" name="Text Placeholder 2">
            <a:extLst>
              <a:ext uri="{FF2B5EF4-FFF2-40B4-BE49-F238E27FC236}">
                <a16:creationId xmlns:a16="http://schemas.microsoft.com/office/drawing/2014/main" id="{C91D10E3-3624-802C-5B1E-5D4C4A56A9F7}"/>
              </a:ext>
            </a:extLst>
          </p:cNvPr>
          <p:cNvSpPr>
            <a:spLocks noGrp="1"/>
          </p:cNvSpPr>
          <p:nvPr>
            <p:ph type="body" sz="quarter" idx="13" hasCustomPrompt="1"/>
          </p:nvPr>
        </p:nvSpPr>
        <p:spPr>
          <a:xfrm>
            <a:off x="3267083" y="360000"/>
            <a:ext cx="408327" cy="5572800"/>
          </a:xfrm>
        </p:spPr>
        <p:txBody>
          <a:bodyPr tIns="0" anchor="ctr" anchorCtr="0"/>
          <a:lstStyle>
            <a:lvl1pPr marL="0" indent="0">
              <a:lnSpc>
                <a:spcPct val="100000"/>
              </a:lnSpc>
              <a:spcAft>
                <a:spcPts val="600"/>
              </a:spcAft>
              <a:buFont typeface="Verdana" panose="020B0604030504040204" pitchFamily="34" charset="0"/>
              <a:buChar char="​"/>
              <a:defRPr sz="2000" b="0">
                <a:solidFill>
                  <a:schemeClr val="tx1"/>
                </a:solidFill>
                <a:latin typeface="+mn-lt"/>
              </a:defRPr>
            </a:lvl1pPr>
            <a:lvl2pPr marL="0" indent="0">
              <a:lnSpc>
                <a:spcPct val="100000"/>
              </a:lnSpc>
              <a:spcBef>
                <a:spcPts val="0"/>
              </a:spcBef>
              <a:spcAft>
                <a:spcPts val="600"/>
              </a:spcAft>
              <a:buFont typeface="Verdana" panose="020B0604030504040204" pitchFamily="34" charset="0"/>
              <a:buChar char="​"/>
              <a:defRPr sz="2000" b="0">
                <a:solidFill>
                  <a:schemeClr val="tx1"/>
                </a:solidFill>
                <a:latin typeface="+mn-lt"/>
              </a:defRPr>
            </a:lvl2pPr>
            <a:lvl3pPr marL="0" indent="0">
              <a:lnSpc>
                <a:spcPct val="100000"/>
              </a:lnSpc>
              <a:spcBef>
                <a:spcPts val="0"/>
              </a:spcBef>
              <a:spcAft>
                <a:spcPts val="600"/>
              </a:spcAft>
              <a:buFont typeface="Verdana" panose="020B0604030504040204" pitchFamily="34" charset="0"/>
              <a:buChar char="​"/>
              <a:defRPr sz="2000" b="0">
                <a:solidFill>
                  <a:schemeClr val="tx1"/>
                </a:solidFill>
                <a:latin typeface="+mn-lt"/>
              </a:defRPr>
            </a:lvl3pPr>
            <a:lvl4pPr marL="0" indent="0">
              <a:lnSpc>
                <a:spcPct val="100000"/>
              </a:lnSpc>
              <a:spcBef>
                <a:spcPts val="0"/>
              </a:spcBef>
              <a:spcAft>
                <a:spcPts val="600"/>
              </a:spcAft>
              <a:buFont typeface="Verdana" panose="020B0604030504040204" pitchFamily="34" charset="0"/>
              <a:buChar char="​"/>
              <a:defRPr sz="2000" b="0">
                <a:solidFill>
                  <a:schemeClr val="tx1"/>
                </a:solidFill>
                <a:latin typeface="+mn-lt"/>
              </a:defRPr>
            </a:lvl4pPr>
            <a:lvl5pPr marL="0" indent="0">
              <a:lnSpc>
                <a:spcPct val="100000"/>
              </a:lnSpc>
              <a:spcBef>
                <a:spcPts val="0"/>
              </a:spcBef>
              <a:spcAft>
                <a:spcPts val="600"/>
              </a:spcAft>
              <a:buFont typeface="Verdana" panose="020B0604030504040204" pitchFamily="34" charset="0"/>
              <a:buChar char="​"/>
              <a:defRPr sz="2000" b="0">
                <a:solidFill>
                  <a:schemeClr val="tx1"/>
                </a:solidFill>
                <a:latin typeface="+mn-lt"/>
              </a:defRPr>
            </a:lvl5pPr>
            <a:lvl6pPr marL="0" indent="0">
              <a:lnSpc>
                <a:spcPct val="100000"/>
              </a:lnSpc>
              <a:spcBef>
                <a:spcPts val="0"/>
              </a:spcBef>
              <a:spcAft>
                <a:spcPts val="600"/>
              </a:spcAft>
              <a:buFont typeface="Verdana" panose="020B0604030504040204" pitchFamily="34" charset="0"/>
              <a:buChar char="​"/>
              <a:defRPr sz="2000" b="0">
                <a:solidFill>
                  <a:schemeClr val="tx1"/>
                </a:solidFill>
                <a:latin typeface="+mn-lt"/>
              </a:defRPr>
            </a:lvl6pPr>
            <a:lvl7pPr marL="0" indent="0">
              <a:lnSpc>
                <a:spcPct val="100000"/>
              </a:lnSpc>
              <a:spcBef>
                <a:spcPts val="0"/>
              </a:spcBef>
              <a:spcAft>
                <a:spcPts val="600"/>
              </a:spcAft>
              <a:buFont typeface="Verdana" panose="020B0604030504040204" pitchFamily="34" charset="0"/>
              <a:buChar char="​"/>
              <a:defRPr sz="2000" b="0">
                <a:solidFill>
                  <a:schemeClr val="tx1"/>
                </a:solidFill>
                <a:latin typeface="+mn-lt"/>
              </a:defRPr>
            </a:lvl7pPr>
            <a:lvl8pPr marL="0" indent="0">
              <a:lnSpc>
                <a:spcPct val="100000"/>
              </a:lnSpc>
              <a:spcBef>
                <a:spcPts val="0"/>
              </a:spcBef>
              <a:spcAft>
                <a:spcPts val="600"/>
              </a:spcAft>
              <a:buFont typeface="Verdana" panose="020B0604030504040204" pitchFamily="34" charset="0"/>
              <a:buChar char="​"/>
              <a:defRPr sz="2000" b="0">
                <a:solidFill>
                  <a:schemeClr val="tx1"/>
                </a:solidFill>
                <a:latin typeface="+mn-lt"/>
              </a:defRPr>
            </a:lvl8pPr>
            <a:lvl9pPr marL="0" indent="0">
              <a:lnSpc>
                <a:spcPct val="100000"/>
              </a:lnSpc>
              <a:spcBef>
                <a:spcPts val="0"/>
              </a:spcBef>
              <a:spcAft>
                <a:spcPts val="600"/>
              </a:spcAft>
              <a:buFont typeface="Verdana" panose="020B0604030504040204" pitchFamily="34" charset="0"/>
              <a:buChar char="​"/>
              <a:defRPr sz="2000" b="0">
                <a:solidFill>
                  <a:schemeClr val="tx1"/>
                </a:solidFill>
                <a:latin typeface="+mn-lt"/>
              </a:defRPr>
            </a:lvl9pPr>
          </a:lstStyle>
          <a:p>
            <a:pPr lvl="0"/>
            <a:r>
              <a:rPr lang="en-US" noProof="0" dirty="0"/>
              <a:t>01</a:t>
            </a:r>
            <a:endParaRPr lang="en-US" dirty="0"/>
          </a:p>
          <a:p>
            <a:pPr lvl="1"/>
            <a:r>
              <a:rPr lang="en-US" noProof="0" dirty="0"/>
              <a:t>02</a:t>
            </a:r>
            <a:endParaRPr lang="en-US" dirty="0"/>
          </a:p>
          <a:p>
            <a:pPr lvl="2"/>
            <a:r>
              <a:rPr lang="en-US" noProof="0" dirty="0"/>
              <a:t>03</a:t>
            </a:r>
            <a:endParaRPr lang="en-US" dirty="0"/>
          </a:p>
          <a:p>
            <a:pPr lvl="3"/>
            <a:r>
              <a:rPr lang="en-US" noProof="0" dirty="0"/>
              <a:t>04</a:t>
            </a:r>
            <a:endParaRPr lang="en-US" dirty="0"/>
          </a:p>
          <a:p>
            <a:pPr lvl="4"/>
            <a:r>
              <a:rPr lang="en-US" noProof="0" dirty="0"/>
              <a:t>05</a:t>
            </a:r>
            <a:endParaRPr lang="en-US" dirty="0"/>
          </a:p>
          <a:p>
            <a:pPr lvl="5"/>
            <a:r>
              <a:rPr lang="en-US" noProof="0" dirty="0"/>
              <a:t>06</a:t>
            </a:r>
            <a:endParaRPr lang="en-US" dirty="0"/>
          </a:p>
          <a:p>
            <a:pPr lvl="6"/>
            <a:r>
              <a:rPr lang="en-US" noProof="0" dirty="0"/>
              <a:t>07</a:t>
            </a:r>
            <a:endParaRPr lang="en-US" dirty="0"/>
          </a:p>
          <a:p>
            <a:pPr lvl="7"/>
            <a:r>
              <a:rPr lang="en-US" noProof="0" dirty="0"/>
              <a:t>08</a:t>
            </a:r>
            <a:endParaRPr lang="en-US" dirty="0"/>
          </a:p>
          <a:p>
            <a:pPr lvl="8"/>
            <a:r>
              <a:rPr lang="en-US" noProof="0" dirty="0"/>
              <a:t>09</a:t>
            </a:r>
            <a:endParaRPr lang="en-US" dirty="0"/>
          </a:p>
        </p:txBody>
      </p:sp>
      <p:sp>
        <p:nvSpPr>
          <p:cNvPr id="63" name="Text Placeholder 2">
            <a:extLst>
              <a:ext uri="{FF2B5EF4-FFF2-40B4-BE49-F238E27FC236}">
                <a16:creationId xmlns:a16="http://schemas.microsoft.com/office/drawing/2014/main" id="{1E3BB328-175D-1D81-F46E-4991B53591F2}"/>
              </a:ext>
            </a:extLst>
          </p:cNvPr>
          <p:cNvSpPr>
            <a:spLocks noGrp="1"/>
          </p:cNvSpPr>
          <p:nvPr>
            <p:ph type="body" sz="quarter" idx="17" hasCustomPrompt="1"/>
          </p:nvPr>
        </p:nvSpPr>
        <p:spPr>
          <a:xfrm>
            <a:off x="3679047" y="360000"/>
            <a:ext cx="8154000" cy="5572800"/>
          </a:xfrm>
        </p:spPr>
        <p:txBody>
          <a:bodyPr tIns="0" anchor="ctr" anchorCtr="0"/>
          <a:lstStyle>
            <a:lvl1pPr marL="0" indent="0">
              <a:lnSpc>
                <a:spcPct val="100000"/>
              </a:lnSpc>
              <a:spcAft>
                <a:spcPts val="600"/>
              </a:spcAft>
              <a:buFont typeface="Verdana" panose="020B0604030504040204" pitchFamily="34" charset="0"/>
              <a:buChar char="​"/>
              <a:defRPr sz="2000" b="0">
                <a:solidFill>
                  <a:schemeClr val="tx1"/>
                </a:solidFill>
                <a:latin typeface="+mn-lt"/>
              </a:defRPr>
            </a:lvl1pPr>
            <a:lvl2pPr marL="0" indent="0">
              <a:lnSpc>
                <a:spcPct val="100000"/>
              </a:lnSpc>
              <a:spcBef>
                <a:spcPts val="0"/>
              </a:spcBef>
              <a:spcAft>
                <a:spcPts val="600"/>
              </a:spcAft>
              <a:buFont typeface="Verdana" panose="020B0604030504040204" pitchFamily="34" charset="0"/>
              <a:buChar char="​"/>
              <a:defRPr sz="2000" b="0">
                <a:solidFill>
                  <a:schemeClr val="tx1"/>
                </a:solidFill>
                <a:latin typeface="+mn-lt"/>
              </a:defRPr>
            </a:lvl2pPr>
            <a:lvl3pPr marL="0" indent="0">
              <a:lnSpc>
                <a:spcPct val="100000"/>
              </a:lnSpc>
              <a:spcBef>
                <a:spcPts val="0"/>
              </a:spcBef>
              <a:spcAft>
                <a:spcPts val="600"/>
              </a:spcAft>
              <a:buFont typeface="Verdana" panose="020B0604030504040204" pitchFamily="34" charset="0"/>
              <a:buChar char="​"/>
              <a:defRPr sz="2000" b="0">
                <a:solidFill>
                  <a:schemeClr val="tx1"/>
                </a:solidFill>
                <a:latin typeface="+mn-lt"/>
              </a:defRPr>
            </a:lvl3pPr>
            <a:lvl4pPr marL="0" indent="0">
              <a:lnSpc>
                <a:spcPct val="100000"/>
              </a:lnSpc>
              <a:spcBef>
                <a:spcPts val="0"/>
              </a:spcBef>
              <a:spcAft>
                <a:spcPts val="600"/>
              </a:spcAft>
              <a:buFont typeface="Verdana" panose="020B0604030504040204" pitchFamily="34" charset="0"/>
              <a:buChar char="​"/>
              <a:defRPr sz="2000" b="0">
                <a:solidFill>
                  <a:schemeClr val="tx1"/>
                </a:solidFill>
                <a:latin typeface="+mn-lt"/>
              </a:defRPr>
            </a:lvl4pPr>
            <a:lvl5pPr marL="0" indent="0">
              <a:lnSpc>
                <a:spcPct val="100000"/>
              </a:lnSpc>
              <a:spcBef>
                <a:spcPts val="0"/>
              </a:spcBef>
              <a:spcAft>
                <a:spcPts val="600"/>
              </a:spcAft>
              <a:buFont typeface="Verdana" panose="020B0604030504040204" pitchFamily="34" charset="0"/>
              <a:buChar char="​"/>
              <a:defRPr sz="2000" b="0">
                <a:solidFill>
                  <a:schemeClr val="tx1"/>
                </a:solidFill>
                <a:latin typeface="+mn-lt"/>
              </a:defRPr>
            </a:lvl5pPr>
            <a:lvl6pPr marL="0" indent="0">
              <a:lnSpc>
                <a:spcPct val="100000"/>
              </a:lnSpc>
              <a:spcBef>
                <a:spcPts val="0"/>
              </a:spcBef>
              <a:spcAft>
                <a:spcPts val="600"/>
              </a:spcAft>
              <a:buFont typeface="Verdana" panose="020B0604030504040204" pitchFamily="34" charset="0"/>
              <a:buChar char="​"/>
              <a:defRPr sz="2000" b="0">
                <a:solidFill>
                  <a:schemeClr val="tx1"/>
                </a:solidFill>
                <a:latin typeface="+mn-lt"/>
              </a:defRPr>
            </a:lvl6pPr>
            <a:lvl7pPr marL="0" indent="0">
              <a:lnSpc>
                <a:spcPct val="100000"/>
              </a:lnSpc>
              <a:spcBef>
                <a:spcPts val="0"/>
              </a:spcBef>
              <a:spcAft>
                <a:spcPts val="600"/>
              </a:spcAft>
              <a:buFont typeface="Verdana" panose="020B0604030504040204" pitchFamily="34" charset="0"/>
              <a:buChar char="​"/>
              <a:defRPr sz="2000" b="0">
                <a:solidFill>
                  <a:schemeClr val="tx1"/>
                </a:solidFill>
                <a:latin typeface="+mn-lt"/>
              </a:defRPr>
            </a:lvl7pPr>
            <a:lvl8pPr marL="0" indent="0">
              <a:lnSpc>
                <a:spcPct val="100000"/>
              </a:lnSpc>
              <a:spcBef>
                <a:spcPts val="0"/>
              </a:spcBef>
              <a:spcAft>
                <a:spcPts val="600"/>
              </a:spcAft>
              <a:buFont typeface="Verdana" panose="020B0604030504040204" pitchFamily="34" charset="0"/>
              <a:buChar char="​"/>
              <a:defRPr sz="2000" b="0">
                <a:solidFill>
                  <a:schemeClr val="tx1"/>
                </a:solidFill>
                <a:latin typeface="+mn-lt"/>
              </a:defRPr>
            </a:lvl8pPr>
            <a:lvl9pPr marL="0" indent="0">
              <a:lnSpc>
                <a:spcPct val="100000"/>
              </a:lnSpc>
              <a:spcBef>
                <a:spcPts val="0"/>
              </a:spcBef>
              <a:spcAft>
                <a:spcPts val="600"/>
              </a:spcAft>
              <a:buFont typeface="Verdana" panose="020B0604030504040204" pitchFamily="34" charset="0"/>
              <a:buChar char="​"/>
              <a:defRPr sz="2000" b="0">
                <a:solidFill>
                  <a:schemeClr val="tx1"/>
                </a:solidFill>
                <a:latin typeface="+mn-lt"/>
              </a:defRPr>
            </a:lvl9pPr>
          </a:lstStyle>
          <a:p>
            <a:pPr lvl="0"/>
            <a:r>
              <a:rPr lang="en-US" noProof="0" dirty="0"/>
              <a:t>Click to add agenda point</a:t>
            </a:r>
            <a:endParaRPr lang="en-US" dirty="0"/>
          </a:p>
          <a:p>
            <a:pPr lvl="1"/>
            <a:r>
              <a:rPr lang="en-US" noProof="0" dirty="0"/>
              <a:t>Second level</a:t>
            </a:r>
            <a:endParaRPr lang="en-US" dirty="0"/>
          </a:p>
          <a:p>
            <a:pPr lvl="2"/>
            <a:r>
              <a:rPr lang="en-US" noProof="0" dirty="0"/>
              <a:t>Third level</a:t>
            </a:r>
            <a:endParaRPr lang="en-US" dirty="0"/>
          </a:p>
          <a:p>
            <a:pPr lvl="3"/>
            <a:r>
              <a:rPr lang="en-US" noProof="0" dirty="0"/>
              <a:t>Fourth level</a:t>
            </a:r>
            <a:endParaRPr lang="en-US" dirty="0"/>
          </a:p>
          <a:p>
            <a:pPr lvl="4"/>
            <a:r>
              <a:rPr lang="en-US" noProof="0" dirty="0"/>
              <a:t>Fifth level</a:t>
            </a:r>
            <a:endParaRPr lang="en-US" dirty="0"/>
          </a:p>
          <a:p>
            <a:pPr lvl="5"/>
            <a:r>
              <a:rPr lang="en-US" noProof="0" dirty="0"/>
              <a:t>6</a:t>
            </a:r>
            <a:endParaRPr lang="en-US" dirty="0"/>
          </a:p>
          <a:p>
            <a:pPr lvl="6"/>
            <a:r>
              <a:rPr lang="en-US" noProof="0" dirty="0"/>
              <a:t>7</a:t>
            </a:r>
            <a:endParaRPr lang="en-US" dirty="0"/>
          </a:p>
          <a:p>
            <a:pPr lvl="7"/>
            <a:r>
              <a:rPr lang="en-US" noProof="0" dirty="0"/>
              <a:t>8</a:t>
            </a:r>
            <a:endParaRPr lang="en-US" dirty="0"/>
          </a:p>
          <a:p>
            <a:pPr lvl="8"/>
            <a:r>
              <a:rPr lang="en-US" noProof="0" dirty="0"/>
              <a:t>9</a:t>
            </a:r>
            <a:endParaRPr lang="en-US" dirty="0"/>
          </a:p>
        </p:txBody>
      </p:sp>
      <p:sp>
        <p:nvSpPr>
          <p:cNvPr id="14" name="Slide Number Placeholder 13">
            <a:extLst>
              <a:ext uri="{FF2B5EF4-FFF2-40B4-BE49-F238E27FC236}">
                <a16:creationId xmlns:a16="http://schemas.microsoft.com/office/drawing/2014/main" id="{F626CCFB-F402-A8B9-F724-E21077D40C02}"/>
              </a:ext>
            </a:extLst>
          </p:cNvPr>
          <p:cNvSpPr>
            <a:spLocks noGrp="1"/>
          </p:cNvSpPr>
          <p:nvPr>
            <p:ph type="sldNum" sz="quarter" idx="16"/>
          </p:nvPr>
        </p:nvSpPr>
        <p:spPr bwMode="white"/>
        <p:txBody>
          <a:bodyPr/>
          <a:lstStyle>
            <a:lvl1pPr>
              <a:defRPr>
                <a:solidFill>
                  <a:schemeClr val="tx1"/>
                </a:solidFill>
              </a:defRPr>
            </a:lvl1pPr>
          </a:lstStyle>
          <a:p>
            <a:fld id="{23AA811B-2EBD-4900-905E-5BE206449611}" type="slidenum">
              <a:rPr lang="en-US" smtClean="0"/>
              <a:pPr/>
              <a:t>‹#›</a:t>
            </a:fld>
            <a:endParaRPr lang="en-US" dirty="0"/>
          </a:p>
        </p:txBody>
      </p:sp>
    </p:spTree>
    <p:extLst>
      <p:ext uri="{BB962C8B-B14F-4D97-AF65-F5344CB8AC3E}">
        <p14:creationId xmlns:p14="http://schemas.microsoft.com/office/powerpoint/2010/main" val="539090462"/>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 Agenda">
    <p:bg>
      <p:bgPr>
        <a:solidFill>
          <a:schemeClr val="bg2"/>
        </a:solidFill>
        <a:effectLst/>
      </p:bgPr>
    </p:bg>
    <p:spTree>
      <p:nvGrpSpPr>
        <p:cNvPr id="1" name=""/>
        <p:cNvGrpSpPr/>
        <p:nvPr/>
      </p:nvGrpSpPr>
      <p:grpSpPr>
        <a:xfrm>
          <a:off x="0" y="0"/>
          <a:ext cx="0" cy="0"/>
          <a:chOff x="0" y="0"/>
          <a:chExt cx="0" cy="0"/>
        </a:xfrm>
      </p:grpSpPr>
      <p:sp>
        <p:nvSpPr>
          <p:cNvPr id="3" name="Background">
            <a:extLst>
              <a:ext uri="{FF2B5EF4-FFF2-40B4-BE49-F238E27FC236}">
                <a16:creationId xmlns:a16="http://schemas.microsoft.com/office/drawing/2014/main" id="{78E7BD0E-27C8-430D-BAE4-F0A6C08D73C3}"/>
              </a:ext>
            </a:extLst>
          </p:cNvPr>
          <p:cNvSpPr/>
          <p:nvPr userDrawn="1"/>
        </p:nvSpPr>
        <p:spPr>
          <a:xfrm>
            <a:off x="0" y="0"/>
            <a:ext cx="12193200" cy="6861600"/>
          </a:xfrm>
          <a:prstGeom prst="rect">
            <a:avLst/>
          </a:prstGeom>
          <a:solidFill>
            <a:srgbClr val="FF4D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noProof="0" dirty="0" err="1">
              <a:solidFill>
                <a:schemeClr val="tx1"/>
              </a:solidFill>
            </a:endParaRPr>
          </a:p>
        </p:txBody>
      </p:sp>
      <p:grpSp>
        <p:nvGrpSpPr>
          <p:cNvPr id="157" name="Group 156">
            <a:extLst>
              <a:ext uri="{FF2B5EF4-FFF2-40B4-BE49-F238E27FC236}">
                <a16:creationId xmlns:a16="http://schemas.microsoft.com/office/drawing/2014/main" id="{76C6EA65-F78C-D547-B76F-E5EA1C30C73E}"/>
              </a:ext>
            </a:extLst>
          </p:cNvPr>
          <p:cNvGrpSpPr/>
          <p:nvPr userDrawn="1"/>
        </p:nvGrpSpPr>
        <p:grpSpPr>
          <a:xfrm>
            <a:off x="8073457" y="0"/>
            <a:ext cx="4118544" cy="6858000"/>
            <a:chOff x="8073457" y="0"/>
            <a:chExt cx="4118544" cy="6858000"/>
          </a:xfrm>
          <a:solidFill>
            <a:srgbClr val="FAA163"/>
          </a:solidFill>
        </p:grpSpPr>
        <p:sp>
          <p:nvSpPr>
            <p:cNvPr id="153" name="Freeform: Shape 152">
              <a:extLst>
                <a:ext uri="{FF2B5EF4-FFF2-40B4-BE49-F238E27FC236}">
                  <a16:creationId xmlns:a16="http://schemas.microsoft.com/office/drawing/2014/main" id="{DC5A59D1-65B9-FE95-8B2C-23827F50656F}"/>
                </a:ext>
              </a:extLst>
            </p:cNvPr>
            <p:cNvSpPr>
              <a:spLocks/>
            </p:cNvSpPr>
            <p:nvPr/>
          </p:nvSpPr>
          <p:spPr bwMode="auto">
            <a:xfrm>
              <a:off x="11974024" y="2852234"/>
              <a:ext cx="217976" cy="482903"/>
            </a:xfrm>
            <a:custGeom>
              <a:avLst/>
              <a:gdLst>
                <a:gd name="connsiteX0" fmla="*/ 217976 w 217976"/>
                <a:gd name="connsiteY0" fmla="*/ 0 h 482903"/>
                <a:gd name="connsiteX1" fmla="*/ 217976 w 217976"/>
                <a:gd name="connsiteY1" fmla="*/ 482903 h 482903"/>
                <a:gd name="connsiteX2" fmla="*/ 195802 w 217976"/>
                <a:gd name="connsiteY2" fmla="*/ 458194 h 482903"/>
                <a:gd name="connsiteX3" fmla="*/ 0 w 217976"/>
                <a:gd name="connsiteY3" fmla="*/ 66430 h 482903"/>
                <a:gd name="connsiteX4" fmla="*/ 209032 w 217976"/>
                <a:gd name="connsiteY4" fmla="*/ 843 h 4829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976" h="482903">
                  <a:moveTo>
                    <a:pt x="217976" y="0"/>
                  </a:moveTo>
                  <a:lnTo>
                    <a:pt x="217976" y="482903"/>
                  </a:lnTo>
                  <a:lnTo>
                    <a:pt x="195802" y="458194"/>
                  </a:lnTo>
                  <a:cubicBezTo>
                    <a:pt x="103193" y="342866"/>
                    <a:pt x="37044" y="209050"/>
                    <a:pt x="0" y="66430"/>
                  </a:cubicBezTo>
                  <a:cubicBezTo>
                    <a:pt x="67031" y="37378"/>
                    <a:pt x="137150" y="15369"/>
                    <a:pt x="209032" y="8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22" name="Freeform 6">
              <a:extLst>
                <a:ext uri="{FF2B5EF4-FFF2-40B4-BE49-F238E27FC236}">
                  <a16:creationId xmlns:a16="http://schemas.microsoft.com/office/drawing/2014/main" id="{571576F7-D97E-F6F1-72FD-51C3248165CC}"/>
                </a:ext>
              </a:extLst>
            </p:cNvPr>
            <p:cNvSpPr>
              <a:spLocks/>
            </p:cNvSpPr>
            <p:nvPr/>
          </p:nvSpPr>
          <p:spPr bwMode="auto">
            <a:xfrm>
              <a:off x="9987651" y="2322551"/>
              <a:ext cx="990299" cy="565885"/>
            </a:xfrm>
            <a:custGeom>
              <a:avLst/>
              <a:gdLst>
                <a:gd name="T0" fmla="*/ 123 w 281"/>
                <a:gd name="T1" fmla="*/ 146 h 161"/>
                <a:gd name="T2" fmla="*/ 0 w 281"/>
                <a:gd name="T3" fmla="*/ 42 h 161"/>
                <a:gd name="T4" fmla="*/ 158 w 281"/>
                <a:gd name="T5" fmla="*/ 15 h 161"/>
                <a:gd name="T6" fmla="*/ 281 w 281"/>
                <a:gd name="T7" fmla="*/ 119 h 161"/>
                <a:gd name="T8" fmla="*/ 123 w 281"/>
                <a:gd name="T9" fmla="*/ 146 h 161"/>
              </a:gdLst>
              <a:ahLst/>
              <a:cxnLst>
                <a:cxn ang="0">
                  <a:pos x="T0" y="T1"/>
                </a:cxn>
                <a:cxn ang="0">
                  <a:pos x="T2" y="T3"/>
                </a:cxn>
                <a:cxn ang="0">
                  <a:pos x="T4" y="T5"/>
                </a:cxn>
                <a:cxn ang="0">
                  <a:pos x="T6" y="T7"/>
                </a:cxn>
                <a:cxn ang="0">
                  <a:pos x="T8" y="T9"/>
                </a:cxn>
              </a:cxnLst>
              <a:rect l="0" t="0" r="r" b="b"/>
              <a:pathLst>
                <a:path w="281" h="161">
                  <a:moveTo>
                    <a:pt x="123" y="146"/>
                  </a:moveTo>
                  <a:cubicBezTo>
                    <a:pt x="66" y="130"/>
                    <a:pt x="23" y="91"/>
                    <a:pt x="0" y="42"/>
                  </a:cubicBezTo>
                  <a:cubicBezTo>
                    <a:pt x="45" y="11"/>
                    <a:pt x="102" y="0"/>
                    <a:pt x="158" y="15"/>
                  </a:cubicBezTo>
                  <a:cubicBezTo>
                    <a:pt x="215" y="31"/>
                    <a:pt x="258" y="70"/>
                    <a:pt x="281" y="119"/>
                  </a:cubicBezTo>
                  <a:cubicBezTo>
                    <a:pt x="236" y="150"/>
                    <a:pt x="179" y="161"/>
                    <a:pt x="123" y="14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8">
              <a:extLst>
                <a:ext uri="{FF2B5EF4-FFF2-40B4-BE49-F238E27FC236}">
                  <a16:creationId xmlns:a16="http://schemas.microsoft.com/office/drawing/2014/main" id="{184AF941-29E0-0949-6D21-8EC1BA3FED07}"/>
                </a:ext>
              </a:extLst>
            </p:cNvPr>
            <p:cNvSpPr>
              <a:spLocks/>
            </p:cNvSpPr>
            <p:nvPr/>
          </p:nvSpPr>
          <p:spPr bwMode="auto">
            <a:xfrm>
              <a:off x="9687385" y="4750661"/>
              <a:ext cx="805521" cy="464834"/>
            </a:xfrm>
            <a:custGeom>
              <a:avLst/>
              <a:gdLst>
                <a:gd name="T0" fmla="*/ 130 w 229"/>
                <a:gd name="T1" fmla="*/ 119 h 132"/>
                <a:gd name="T2" fmla="*/ 0 w 229"/>
                <a:gd name="T3" fmla="*/ 99 h 132"/>
                <a:gd name="T4" fmla="*/ 99 w 229"/>
                <a:gd name="T5" fmla="*/ 13 h 132"/>
                <a:gd name="T6" fmla="*/ 229 w 229"/>
                <a:gd name="T7" fmla="*/ 33 h 132"/>
                <a:gd name="T8" fmla="*/ 130 w 229"/>
                <a:gd name="T9" fmla="*/ 119 h 132"/>
              </a:gdLst>
              <a:ahLst/>
              <a:cxnLst>
                <a:cxn ang="0">
                  <a:pos x="T0" y="T1"/>
                </a:cxn>
                <a:cxn ang="0">
                  <a:pos x="T2" y="T3"/>
                </a:cxn>
                <a:cxn ang="0">
                  <a:pos x="T4" y="T5"/>
                </a:cxn>
                <a:cxn ang="0">
                  <a:pos x="T6" y="T7"/>
                </a:cxn>
                <a:cxn ang="0">
                  <a:pos x="T8" y="T9"/>
                </a:cxn>
              </a:cxnLst>
              <a:rect l="0" t="0" r="r" b="b"/>
              <a:pathLst>
                <a:path w="229" h="132">
                  <a:moveTo>
                    <a:pt x="130" y="119"/>
                  </a:moveTo>
                  <a:cubicBezTo>
                    <a:pt x="84" y="132"/>
                    <a:pt x="37" y="123"/>
                    <a:pt x="0" y="99"/>
                  </a:cubicBezTo>
                  <a:cubicBezTo>
                    <a:pt x="18" y="58"/>
                    <a:pt x="53" y="26"/>
                    <a:pt x="99" y="13"/>
                  </a:cubicBezTo>
                  <a:cubicBezTo>
                    <a:pt x="145" y="0"/>
                    <a:pt x="192" y="8"/>
                    <a:pt x="229" y="33"/>
                  </a:cubicBezTo>
                  <a:cubicBezTo>
                    <a:pt x="210" y="73"/>
                    <a:pt x="175" y="106"/>
                    <a:pt x="130" y="11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9">
              <a:extLst>
                <a:ext uri="{FF2B5EF4-FFF2-40B4-BE49-F238E27FC236}">
                  <a16:creationId xmlns:a16="http://schemas.microsoft.com/office/drawing/2014/main" id="{F93A74B8-BF09-DF97-4A53-258B756D2BCB}"/>
                </a:ext>
              </a:extLst>
            </p:cNvPr>
            <p:cNvSpPr>
              <a:spLocks/>
            </p:cNvSpPr>
            <p:nvPr/>
          </p:nvSpPr>
          <p:spPr bwMode="auto">
            <a:xfrm>
              <a:off x="8714409" y="4077950"/>
              <a:ext cx="678485" cy="392655"/>
            </a:xfrm>
            <a:custGeom>
              <a:avLst/>
              <a:gdLst>
                <a:gd name="T0" fmla="*/ 110 w 193"/>
                <a:gd name="T1" fmla="*/ 101 h 112"/>
                <a:gd name="T2" fmla="*/ 0 w 193"/>
                <a:gd name="T3" fmla="*/ 84 h 112"/>
                <a:gd name="T4" fmla="*/ 84 w 193"/>
                <a:gd name="T5" fmla="*/ 12 h 112"/>
                <a:gd name="T6" fmla="*/ 193 w 193"/>
                <a:gd name="T7" fmla="*/ 29 h 112"/>
                <a:gd name="T8" fmla="*/ 110 w 193"/>
                <a:gd name="T9" fmla="*/ 101 h 112"/>
              </a:gdLst>
              <a:ahLst/>
              <a:cxnLst>
                <a:cxn ang="0">
                  <a:pos x="T0" y="T1"/>
                </a:cxn>
                <a:cxn ang="0">
                  <a:pos x="T2" y="T3"/>
                </a:cxn>
                <a:cxn ang="0">
                  <a:pos x="T4" y="T5"/>
                </a:cxn>
                <a:cxn ang="0">
                  <a:pos x="T6" y="T7"/>
                </a:cxn>
                <a:cxn ang="0">
                  <a:pos x="T8" y="T9"/>
                </a:cxn>
              </a:cxnLst>
              <a:rect l="0" t="0" r="r" b="b"/>
              <a:pathLst>
                <a:path w="193" h="112">
                  <a:moveTo>
                    <a:pt x="110" y="101"/>
                  </a:moveTo>
                  <a:cubicBezTo>
                    <a:pt x="71" y="112"/>
                    <a:pt x="31" y="105"/>
                    <a:pt x="0" y="84"/>
                  </a:cubicBezTo>
                  <a:cubicBezTo>
                    <a:pt x="16" y="50"/>
                    <a:pt x="45" y="23"/>
                    <a:pt x="84" y="12"/>
                  </a:cubicBezTo>
                  <a:cubicBezTo>
                    <a:pt x="123" y="0"/>
                    <a:pt x="162" y="8"/>
                    <a:pt x="193" y="29"/>
                  </a:cubicBezTo>
                  <a:cubicBezTo>
                    <a:pt x="178" y="63"/>
                    <a:pt x="148" y="90"/>
                    <a:pt x="110" y="10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7" name="Freeform 10">
              <a:extLst>
                <a:ext uri="{FF2B5EF4-FFF2-40B4-BE49-F238E27FC236}">
                  <a16:creationId xmlns:a16="http://schemas.microsoft.com/office/drawing/2014/main" id="{316D0062-7586-240D-7CAC-67C403CA4A90}"/>
                </a:ext>
              </a:extLst>
            </p:cNvPr>
            <p:cNvSpPr>
              <a:spLocks/>
            </p:cNvSpPr>
            <p:nvPr/>
          </p:nvSpPr>
          <p:spPr bwMode="auto">
            <a:xfrm>
              <a:off x="9543027" y="6000805"/>
              <a:ext cx="640952" cy="415752"/>
            </a:xfrm>
            <a:custGeom>
              <a:avLst/>
              <a:gdLst>
                <a:gd name="T0" fmla="*/ 110 w 182"/>
                <a:gd name="T1" fmla="*/ 102 h 118"/>
                <a:gd name="T2" fmla="*/ 0 w 182"/>
                <a:gd name="T3" fmla="*/ 100 h 118"/>
                <a:gd name="T4" fmla="*/ 72 w 182"/>
                <a:gd name="T5" fmla="*/ 17 h 118"/>
                <a:gd name="T6" fmla="*/ 182 w 182"/>
                <a:gd name="T7" fmla="*/ 18 h 118"/>
                <a:gd name="T8" fmla="*/ 110 w 182"/>
                <a:gd name="T9" fmla="*/ 102 h 118"/>
              </a:gdLst>
              <a:ahLst/>
              <a:cxnLst>
                <a:cxn ang="0">
                  <a:pos x="T0" y="T1"/>
                </a:cxn>
                <a:cxn ang="0">
                  <a:pos x="T2" y="T3"/>
                </a:cxn>
                <a:cxn ang="0">
                  <a:pos x="T4" y="T5"/>
                </a:cxn>
                <a:cxn ang="0">
                  <a:pos x="T6" y="T7"/>
                </a:cxn>
                <a:cxn ang="0">
                  <a:pos x="T8" y="T9"/>
                </a:cxn>
              </a:cxnLst>
              <a:rect l="0" t="0" r="r" b="b"/>
              <a:pathLst>
                <a:path w="182" h="118">
                  <a:moveTo>
                    <a:pt x="110" y="102"/>
                  </a:moveTo>
                  <a:cubicBezTo>
                    <a:pt x="73" y="118"/>
                    <a:pt x="33" y="116"/>
                    <a:pt x="0" y="100"/>
                  </a:cubicBezTo>
                  <a:cubicBezTo>
                    <a:pt x="10" y="64"/>
                    <a:pt x="35" y="33"/>
                    <a:pt x="72" y="17"/>
                  </a:cubicBezTo>
                  <a:cubicBezTo>
                    <a:pt x="108" y="0"/>
                    <a:pt x="149" y="2"/>
                    <a:pt x="182" y="18"/>
                  </a:cubicBezTo>
                  <a:cubicBezTo>
                    <a:pt x="172" y="54"/>
                    <a:pt x="147" y="85"/>
                    <a:pt x="110" y="10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7" name="Freeform: Shape 146">
              <a:extLst>
                <a:ext uri="{FF2B5EF4-FFF2-40B4-BE49-F238E27FC236}">
                  <a16:creationId xmlns:a16="http://schemas.microsoft.com/office/drawing/2014/main" id="{2C44FA81-CE13-D3F2-EE83-CAD8D8E90706}"/>
                </a:ext>
              </a:extLst>
            </p:cNvPr>
            <p:cNvSpPr>
              <a:spLocks/>
            </p:cNvSpPr>
            <p:nvPr/>
          </p:nvSpPr>
          <p:spPr bwMode="auto">
            <a:xfrm>
              <a:off x="12071238" y="5898747"/>
              <a:ext cx="120762" cy="462955"/>
            </a:xfrm>
            <a:custGeom>
              <a:avLst/>
              <a:gdLst>
                <a:gd name="connsiteX0" fmla="*/ 120762 w 120762"/>
                <a:gd name="connsiteY0" fmla="*/ 0 h 462955"/>
                <a:gd name="connsiteX1" fmla="*/ 120762 w 120762"/>
                <a:gd name="connsiteY1" fmla="*/ 436723 h 462955"/>
                <a:gd name="connsiteX2" fmla="*/ 25972 w 120762"/>
                <a:gd name="connsiteY2" fmla="*/ 462955 h 462955"/>
                <a:gd name="connsiteX3" fmla="*/ 64789 w 120762"/>
                <a:gd name="connsiteY3" fmla="*/ 75607 h 462955"/>
              </a:gdLst>
              <a:ahLst/>
              <a:cxnLst>
                <a:cxn ang="0">
                  <a:pos x="connsiteX0" y="connsiteY0"/>
                </a:cxn>
                <a:cxn ang="0">
                  <a:pos x="connsiteX1" y="connsiteY1"/>
                </a:cxn>
                <a:cxn ang="0">
                  <a:pos x="connsiteX2" y="connsiteY2"/>
                </a:cxn>
                <a:cxn ang="0">
                  <a:pos x="connsiteX3" y="connsiteY3"/>
                </a:cxn>
              </a:cxnLst>
              <a:rect l="l" t="t" r="r" b="b"/>
              <a:pathLst>
                <a:path w="120762" h="462955">
                  <a:moveTo>
                    <a:pt x="120762" y="0"/>
                  </a:moveTo>
                  <a:lnTo>
                    <a:pt x="120762" y="436723"/>
                  </a:lnTo>
                  <a:lnTo>
                    <a:pt x="25972" y="462955"/>
                  </a:lnTo>
                  <a:cubicBezTo>
                    <a:pt x="-16373" y="339708"/>
                    <a:pt x="-9315" y="198854"/>
                    <a:pt x="64789" y="756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156" name="Freeform: Shape 155">
              <a:extLst>
                <a:ext uri="{FF2B5EF4-FFF2-40B4-BE49-F238E27FC236}">
                  <a16:creationId xmlns:a16="http://schemas.microsoft.com/office/drawing/2014/main" id="{A43AB788-36AF-8D14-8B4B-61DD024583CB}"/>
                </a:ext>
              </a:extLst>
            </p:cNvPr>
            <p:cNvSpPr>
              <a:spLocks/>
            </p:cNvSpPr>
            <p:nvPr/>
          </p:nvSpPr>
          <p:spPr bwMode="auto">
            <a:xfrm>
              <a:off x="11618838" y="526731"/>
              <a:ext cx="573162" cy="948907"/>
            </a:xfrm>
            <a:custGeom>
              <a:avLst/>
              <a:gdLst>
                <a:gd name="connsiteX0" fmla="*/ 21176 w 573162"/>
                <a:gd name="connsiteY0" fmla="*/ 0 h 948907"/>
                <a:gd name="connsiteX1" fmla="*/ 496522 w 573162"/>
                <a:gd name="connsiteY1" fmla="*/ 188884 h 948907"/>
                <a:gd name="connsiteX2" fmla="*/ 573162 w 573162"/>
                <a:gd name="connsiteY2" fmla="*/ 269994 h 948907"/>
                <a:gd name="connsiteX3" fmla="*/ 573162 w 573162"/>
                <a:gd name="connsiteY3" fmla="*/ 948907 h 948907"/>
                <a:gd name="connsiteX4" fmla="*/ 431370 w 573162"/>
                <a:gd name="connsiteY4" fmla="*/ 893105 h 948907"/>
                <a:gd name="connsiteX5" fmla="*/ 162166 w 573162"/>
                <a:gd name="connsiteY5" fmla="*/ 664554 h 948907"/>
                <a:gd name="connsiteX6" fmla="*/ 21176 w 573162"/>
                <a:gd name="connsiteY6" fmla="*/ 0 h 948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62" h="948907">
                  <a:moveTo>
                    <a:pt x="21176" y="0"/>
                  </a:moveTo>
                  <a:cubicBezTo>
                    <a:pt x="193008" y="10549"/>
                    <a:pt x="360874" y="74499"/>
                    <a:pt x="496522" y="188884"/>
                  </a:cubicBezTo>
                  <a:lnTo>
                    <a:pt x="573162" y="269994"/>
                  </a:lnTo>
                  <a:lnTo>
                    <a:pt x="573162" y="948907"/>
                  </a:lnTo>
                  <a:lnTo>
                    <a:pt x="431370" y="893105"/>
                  </a:lnTo>
                  <a:cubicBezTo>
                    <a:pt x="328711" y="839483"/>
                    <a:pt x="236186" y="763007"/>
                    <a:pt x="162166" y="664554"/>
                  </a:cubicBezTo>
                  <a:cubicBezTo>
                    <a:pt x="14127" y="467649"/>
                    <a:pt x="-31695" y="225034"/>
                    <a:pt x="211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72" name="Freeform 15">
              <a:extLst>
                <a:ext uri="{FF2B5EF4-FFF2-40B4-BE49-F238E27FC236}">
                  <a16:creationId xmlns:a16="http://schemas.microsoft.com/office/drawing/2014/main" id="{20B8FE93-9C2D-F8F6-19F3-4003588E3A03}"/>
                </a:ext>
              </a:extLst>
            </p:cNvPr>
            <p:cNvSpPr>
              <a:spLocks/>
            </p:cNvSpPr>
            <p:nvPr/>
          </p:nvSpPr>
          <p:spPr bwMode="auto">
            <a:xfrm>
              <a:off x="8393933" y="1889475"/>
              <a:ext cx="828618" cy="412865"/>
            </a:xfrm>
            <a:custGeom>
              <a:avLst/>
              <a:gdLst>
                <a:gd name="T0" fmla="*/ 113 w 235"/>
                <a:gd name="T1" fmla="*/ 113 h 117"/>
                <a:gd name="T2" fmla="*/ 0 w 235"/>
                <a:gd name="T3" fmla="*/ 48 h 117"/>
                <a:gd name="T4" fmla="*/ 122 w 235"/>
                <a:gd name="T5" fmla="*/ 4 h 117"/>
                <a:gd name="T6" fmla="*/ 235 w 235"/>
                <a:gd name="T7" fmla="*/ 68 h 117"/>
                <a:gd name="T8" fmla="*/ 113 w 235"/>
                <a:gd name="T9" fmla="*/ 113 h 117"/>
              </a:gdLst>
              <a:ahLst/>
              <a:cxnLst>
                <a:cxn ang="0">
                  <a:pos x="T0" y="T1"/>
                </a:cxn>
                <a:cxn ang="0">
                  <a:pos x="T2" y="T3"/>
                </a:cxn>
                <a:cxn ang="0">
                  <a:pos x="T4" y="T5"/>
                </a:cxn>
                <a:cxn ang="0">
                  <a:pos x="T6" y="T7"/>
                </a:cxn>
                <a:cxn ang="0">
                  <a:pos x="T8" y="T9"/>
                </a:cxn>
              </a:cxnLst>
              <a:rect l="0" t="0" r="r" b="b"/>
              <a:pathLst>
                <a:path w="235" h="117">
                  <a:moveTo>
                    <a:pt x="113" y="113"/>
                  </a:moveTo>
                  <a:cubicBezTo>
                    <a:pt x="66" y="109"/>
                    <a:pt x="25" y="84"/>
                    <a:pt x="0" y="48"/>
                  </a:cubicBezTo>
                  <a:cubicBezTo>
                    <a:pt x="31" y="17"/>
                    <a:pt x="75" y="0"/>
                    <a:pt x="122" y="4"/>
                  </a:cubicBezTo>
                  <a:cubicBezTo>
                    <a:pt x="169" y="8"/>
                    <a:pt x="210" y="33"/>
                    <a:pt x="235" y="68"/>
                  </a:cubicBezTo>
                  <a:cubicBezTo>
                    <a:pt x="204" y="99"/>
                    <a:pt x="160" y="117"/>
                    <a:pt x="113" y="11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3" name="Freeform 16">
              <a:extLst>
                <a:ext uri="{FF2B5EF4-FFF2-40B4-BE49-F238E27FC236}">
                  <a16:creationId xmlns:a16="http://schemas.microsoft.com/office/drawing/2014/main" id="{E638694B-A601-BB41-C1CE-329666AABAAA}"/>
                </a:ext>
              </a:extLst>
            </p:cNvPr>
            <p:cNvSpPr>
              <a:spLocks/>
            </p:cNvSpPr>
            <p:nvPr/>
          </p:nvSpPr>
          <p:spPr bwMode="auto">
            <a:xfrm>
              <a:off x="11136745" y="5778493"/>
              <a:ext cx="851715" cy="744890"/>
            </a:xfrm>
            <a:custGeom>
              <a:avLst/>
              <a:gdLst>
                <a:gd name="T0" fmla="*/ 165 w 242"/>
                <a:gd name="T1" fmla="*/ 162 h 212"/>
                <a:gd name="T2" fmla="*/ 0 w 242"/>
                <a:gd name="T3" fmla="*/ 200 h 212"/>
                <a:gd name="T4" fmla="*/ 77 w 242"/>
                <a:gd name="T5" fmla="*/ 50 h 212"/>
                <a:gd name="T6" fmla="*/ 242 w 242"/>
                <a:gd name="T7" fmla="*/ 11 h 212"/>
                <a:gd name="T8" fmla="*/ 165 w 242"/>
                <a:gd name="T9" fmla="*/ 162 h 212"/>
              </a:gdLst>
              <a:ahLst/>
              <a:cxnLst>
                <a:cxn ang="0">
                  <a:pos x="T0" y="T1"/>
                </a:cxn>
                <a:cxn ang="0">
                  <a:pos x="T2" y="T3"/>
                </a:cxn>
                <a:cxn ang="0">
                  <a:pos x="T4" y="T5"/>
                </a:cxn>
                <a:cxn ang="0">
                  <a:pos x="T6" y="T7"/>
                </a:cxn>
                <a:cxn ang="0">
                  <a:pos x="T8" y="T9"/>
                </a:cxn>
              </a:cxnLst>
              <a:rect l="0" t="0" r="r" b="b"/>
              <a:pathLst>
                <a:path w="242" h="212">
                  <a:moveTo>
                    <a:pt x="165" y="162"/>
                  </a:moveTo>
                  <a:cubicBezTo>
                    <a:pt x="116" y="200"/>
                    <a:pt x="56" y="212"/>
                    <a:pt x="0" y="200"/>
                  </a:cubicBezTo>
                  <a:cubicBezTo>
                    <a:pt x="2" y="143"/>
                    <a:pt x="28" y="88"/>
                    <a:pt x="77" y="50"/>
                  </a:cubicBezTo>
                  <a:cubicBezTo>
                    <a:pt x="125" y="12"/>
                    <a:pt x="186" y="0"/>
                    <a:pt x="242" y="11"/>
                  </a:cubicBezTo>
                  <a:cubicBezTo>
                    <a:pt x="239" y="68"/>
                    <a:pt x="213" y="124"/>
                    <a:pt x="165" y="16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4" name="Freeform 17">
              <a:extLst>
                <a:ext uri="{FF2B5EF4-FFF2-40B4-BE49-F238E27FC236}">
                  <a16:creationId xmlns:a16="http://schemas.microsoft.com/office/drawing/2014/main" id="{EAF5B0EB-26C4-DB85-989A-2D4E9B8577B5}"/>
                </a:ext>
              </a:extLst>
            </p:cNvPr>
            <p:cNvSpPr>
              <a:spLocks/>
            </p:cNvSpPr>
            <p:nvPr/>
          </p:nvSpPr>
          <p:spPr bwMode="auto">
            <a:xfrm>
              <a:off x="10455373" y="3425450"/>
              <a:ext cx="857490" cy="398429"/>
            </a:xfrm>
            <a:custGeom>
              <a:avLst/>
              <a:gdLst>
                <a:gd name="T0" fmla="*/ 121 w 243"/>
                <a:gd name="T1" fmla="*/ 113 h 113"/>
                <a:gd name="T2" fmla="*/ 0 w 243"/>
                <a:gd name="T3" fmla="*/ 56 h 113"/>
                <a:gd name="T4" fmla="*/ 122 w 243"/>
                <a:gd name="T5" fmla="*/ 0 h 113"/>
                <a:gd name="T6" fmla="*/ 243 w 243"/>
                <a:gd name="T7" fmla="*/ 57 h 113"/>
                <a:gd name="T8" fmla="*/ 121 w 243"/>
                <a:gd name="T9" fmla="*/ 113 h 113"/>
              </a:gdLst>
              <a:ahLst/>
              <a:cxnLst>
                <a:cxn ang="0">
                  <a:pos x="T0" y="T1"/>
                </a:cxn>
                <a:cxn ang="0">
                  <a:pos x="T2" y="T3"/>
                </a:cxn>
                <a:cxn ang="0">
                  <a:pos x="T4" y="T5"/>
                </a:cxn>
                <a:cxn ang="0">
                  <a:pos x="T6" y="T7"/>
                </a:cxn>
                <a:cxn ang="0">
                  <a:pos x="T8" y="T9"/>
                </a:cxn>
              </a:cxnLst>
              <a:rect l="0" t="0" r="r" b="b"/>
              <a:pathLst>
                <a:path w="243" h="113">
                  <a:moveTo>
                    <a:pt x="121" y="113"/>
                  </a:moveTo>
                  <a:cubicBezTo>
                    <a:pt x="72" y="112"/>
                    <a:pt x="29" y="90"/>
                    <a:pt x="0" y="56"/>
                  </a:cubicBezTo>
                  <a:cubicBezTo>
                    <a:pt x="29" y="21"/>
                    <a:pt x="73" y="0"/>
                    <a:pt x="122" y="0"/>
                  </a:cubicBezTo>
                  <a:cubicBezTo>
                    <a:pt x="170" y="0"/>
                    <a:pt x="214" y="23"/>
                    <a:pt x="243" y="57"/>
                  </a:cubicBezTo>
                  <a:cubicBezTo>
                    <a:pt x="213" y="91"/>
                    <a:pt x="170" y="113"/>
                    <a:pt x="121" y="11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0" name="Freeform: Shape 139">
              <a:extLst>
                <a:ext uri="{FF2B5EF4-FFF2-40B4-BE49-F238E27FC236}">
                  <a16:creationId xmlns:a16="http://schemas.microsoft.com/office/drawing/2014/main" id="{5082D940-BED7-B171-9AB8-B97B802B3397}"/>
                </a:ext>
              </a:extLst>
            </p:cNvPr>
            <p:cNvSpPr>
              <a:spLocks/>
            </p:cNvSpPr>
            <p:nvPr/>
          </p:nvSpPr>
          <p:spPr bwMode="auto">
            <a:xfrm>
              <a:off x="11336229" y="6558227"/>
              <a:ext cx="513340" cy="299773"/>
            </a:xfrm>
            <a:custGeom>
              <a:avLst/>
              <a:gdLst>
                <a:gd name="connsiteX0" fmla="*/ 447209 w 513340"/>
                <a:gd name="connsiteY0" fmla="*/ 449 h 299773"/>
                <a:gd name="connsiteX1" fmla="*/ 503469 w 513340"/>
                <a:gd name="connsiteY1" fmla="*/ 42849 h 299773"/>
                <a:gd name="connsiteX2" fmla="*/ 505666 w 513340"/>
                <a:gd name="connsiteY2" fmla="*/ 264566 h 299773"/>
                <a:gd name="connsiteX3" fmla="*/ 496268 w 513340"/>
                <a:gd name="connsiteY3" fmla="*/ 299773 h 299773"/>
                <a:gd name="connsiteX4" fmla="*/ 0 w 513340"/>
                <a:gd name="connsiteY4" fmla="*/ 299773 h 299773"/>
                <a:gd name="connsiteX5" fmla="*/ 74490 w 513340"/>
                <a:gd name="connsiteY5" fmla="*/ 180649 h 299773"/>
                <a:gd name="connsiteX6" fmla="*/ 447209 w 513340"/>
                <a:gd name="connsiteY6" fmla="*/ 449 h 299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3340" h="299773">
                  <a:moveTo>
                    <a:pt x="447209" y="449"/>
                  </a:moveTo>
                  <a:cubicBezTo>
                    <a:pt x="475339" y="-3085"/>
                    <a:pt x="499952" y="14582"/>
                    <a:pt x="503469" y="42849"/>
                  </a:cubicBezTo>
                  <a:cubicBezTo>
                    <a:pt x="515775" y="125883"/>
                    <a:pt x="516654" y="198316"/>
                    <a:pt x="505666" y="264566"/>
                  </a:cubicBezTo>
                  <a:lnTo>
                    <a:pt x="496268" y="299773"/>
                  </a:lnTo>
                  <a:lnTo>
                    <a:pt x="0" y="299773"/>
                  </a:lnTo>
                  <a:lnTo>
                    <a:pt x="74490" y="180649"/>
                  </a:lnTo>
                  <a:cubicBezTo>
                    <a:pt x="179976" y="56982"/>
                    <a:pt x="303044" y="11049"/>
                    <a:pt x="447209" y="4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79" name="Freeform 22">
              <a:extLst>
                <a:ext uri="{FF2B5EF4-FFF2-40B4-BE49-F238E27FC236}">
                  <a16:creationId xmlns:a16="http://schemas.microsoft.com/office/drawing/2014/main" id="{D62C1ECE-7B89-F0B0-2B48-9AF4A0677FD0}"/>
                </a:ext>
              </a:extLst>
            </p:cNvPr>
            <p:cNvSpPr>
              <a:spLocks/>
            </p:cNvSpPr>
            <p:nvPr/>
          </p:nvSpPr>
          <p:spPr bwMode="auto">
            <a:xfrm>
              <a:off x="9401555" y="3662198"/>
              <a:ext cx="1102899" cy="545675"/>
            </a:xfrm>
            <a:custGeom>
              <a:avLst/>
              <a:gdLst>
                <a:gd name="T0" fmla="*/ 196 w 313"/>
                <a:gd name="T1" fmla="*/ 149 h 155"/>
                <a:gd name="T2" fmla="*/ 0 w 313"/>
                <a:gd name="T3" fmla="*/ 78 h 155"/>
                <a:gd name="T4" fmla="*/ 185 w 313"/>
                <a:gd name="T5" fmla="*/ 6 h 155"/>
                <a:gd name="T6" fmla="*/ 309 w 313"/>
                <a:gd name="T7" fmla="*/ 56 h 155"/>
                <a:gd name="T8" fmla="*/ 312 w 313"/>
                <a:gd name="T9" fmla="*/ 69 h 155"/>
                <a:gd name="T10" fmla="*/ 196 w 313"/>
                <a:gd name="T11" fmla="*/ 149 h 155"/>
              </a:gdLst>
              <a:ahLst/>
              <a:cxnLst>
                <a:cxn ang="0">
                  <a:pos x="T0" y="T1"/>
                </a:cxn>
                <a:cxn ang="0">
                  <a:pos x="T2" y="T3"/>
                </a:cxn>
                <a:cxn ang="0">
                  <a:pos x="T4" y="T5"/>
                </a:cxn>
                <a:cxn ang="0">
                  <a:pos x="T6" y="T7"/>
                </a:cxn>
                <a:cxn ang="0">
                  <a:pos x="T8" y="T9"/>
                </a:cxn>
                <a:cxn ang="0">
                  <a:pos x="T10" y="T11"/>
                </a:cxn>
              </a:cxnLst>
              <a:rect l="0" t="0" r="r" b="b"/>
              <a:pathLst>
                <a:path w="313" h="155">
                  <a:moveTo>
                    <a:pt x="196" y="149"/>
                  </a:moveTo>
                  <a:cubicBezTo>
                    <a:pt x="145" y="155"/>
                    <a:pt x="50" y="132"/>
                    <a:pt x="0" y="78"/>
                  </a:cubicBezTo>
                  <a:cubicBezTo>
                    <a:pt x="65" y="64"/>
                    <a:pt x="125" y="13"/>
                    <a:pt x="185" y="6"/>
                  </a:cubicBezTo>
                  <a:cubicBezTo>
                    <a:pt x="236" y="0"/>
                    <a:pt x="277" y="21"/>
                    <a:pt x="309" y="56"/>
                  </a:cubicBezTo>
                  <a:cubicBezTo>
                    <a:pt x="312" y="59"/>
                    <a:pt x="313" y="64"/>
                    <a:pt x="312" y="69"/>
                  </a:cubicBezTo>
                  <a:cubicBezTo>
                    <a:pt x="295" y="106"/>
                    <a:pt x="249" y="143"/>
                    <a:pt x="196" y="14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2" name="Freeform 25">
              <a:extLst>
                <a:ext uri="{FF2B5EF4-FFF2-40B4-BE49-F238E27FC236}">
                  <a16:creationId xmlns:a16="http://schemas.microsoft.com/office/drawing/2014/main" id="{55B26BF5-0986-727F-21C6-B33CBE8B8AA7}"/>
                </a:ext>
              </a:extLst>
            </p:cNvPr>
            <p:cNvSpPr>
              <a:spLocks/>
            </p:cNvSpPr>
            <p:nvPr/>
          </p:nvSpPr>
          <p:spPr bwMode="auto">
            <a:xfrm>
              <a:off x="10585295" y="1941444"/>
              <a:ext cx="1296339" cy="814182"/>
            </a:xfrm>
            <a:custGeom>
              <a:avLst/>
              <a:gdLst>
                <a:gd name="T0" fmla="*/ 171 w 368"/>
                <a:gd name="T1" fmla="*/ 203 h 231"/>
                <a:gd name="T2" fmla="*/ 0 w 368"/>
                <a:gd name="T3" fmla="*/ 13 h 231"/>
                <a:gd name="T4" fmla="*/ 257 w 368"/>
                <a:gd name="T5" fmla="*/ 34 h 231"/>
                <a:gd name="T6" fmla="*/ 366 w 368"/>
                <a:gd name="T7" fmla="*/ 171 h 231"/>
                <a:gd name="T8" fmla="*/ 355 w 368"/>
                <a:gd name="T9" fmla="*/ 196 h 231"/>
                <a:gd name="T10" fmla="*/ 171 w 368"/>
                <a:gd name="T11" fmla="*/ 203 h 231"/>
              </a:gdLst>
              <a:ahLst/>
              <a:cxnLst>
                <a:cxn ang="0">
                  <a:pos x="T0" y="T1"/>
                </a:cxn>
                <a:cxn ang="0">
                  <a:pos x="T2" y="T3"/>
                </a:cxn>
                <a:cxn ang="0">
                  <a:pos x="T4" y="T5"/>
                </a:cxn>
                <a:cxn ang="0">
                  <a:pos x="T6" y="T7"/>
                </a:cxn>
                <a:cxn ang="0">
                  <a:pos x="T8" y="T9"/>
                </a:cxn>
                <a:cxn ang="0">
                  <a:pos x="T10" y="T11"/>
                </a:cxn>
              </a:cxnLst>
              <a:rect l="0" t="0" r="r" b="b"/>
              <a:pathLst>
                <a:path w="368" h="231">
                  <a:moveTo>
                    <a:pt x="171" y="203"/>
                  </a:moveTo>
                  <a:cubicBezTo>
                    <a:pt x="108" y="174"/>
                    <a:pt x="64" y="85"/>
                    <a:pt x="0" y="13"/>
                  </a:cubicBezTo>
                  <a:cubicBezTo>
                    <a:pt x="91" y="8"/>
                    <a:pt x="182" y="0"/>
                    <a:pt x="257" y="34"/>
                  </a:cubicBezTo>
                  <a:cubicBezTo>
                    <a:pt x="317" y="62"/>
                    <a:pt x="351" y="112"/>
                    <a:pt x="366" y="171"/>
                  </a:cubicBezTo>
                  <a:cubicBezTo>
                    <a:pt x="368" y="181"/>
                    <a:pt x="364" y="191"/>
                    <a:pt x="355" y="196"/>
                  </a:cubicBezTo>
                  <a:cubicBezTo>
                    <a:pt x="309" y="224"/>
                    <a:pt x="234" y="231"/>
                    <a:pt x="171" y="20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3" name="Freeform 26">
              <a:extLst>
                <a:ext uri="{FF2B5EF4-FFF2-40B4-BE49-F238E27FC236}">
                  <a16:creationId xmlns:a16="http://schemas.microsoft.com/office/drawing/2014/main" id="{379C169B-AEA9-1ED6-AD21-B9471572E6AC}"/>
                </a:ext>
              </a:extLst>
            </p:cNvPr>
            <p:cNvSpPr>
              <a:spLocks/>
            </p:cNvSpPr>
            <p:nvPr/>
          </p:nvSpPr>
          <p:spPr bwMode="auto">
            <a:xfrm>
              <a:off x="9976102" y="1231201"/>
              <a:ext cx="987412" cy="640952"/>
            </a:xfrm>
            <a:custGeom>
              <a:avLst/>
              <a:gdLst>
                <a:gd name="T0" fmla="*/ 133 w 280"/>
                <a:gd name="T1" fmla="*/ 160 h 182"/>
                <a:gd name="T2" fmla="*/ 0 w 280"/>
                <a:gd name="T3" fmla="*/ 7 h 182"/>
                <a:gd name="T4" fmla="*/ 207 w 280"/>
                <a:gd name="T5" fmla="*/ 24 h 182"/>
                <a:gd name="T6" fmla="*/ 280 w 280"/>
                <a:gd name="T7" fmla="*/ 137 h 182"/>
                <a:gd name="T8" fmla="*/ 271 w 280"/>
                <a:gd name="T9" fmla="*/ 154 h 182"/>
                <a:gd name="T10" fmla="*/ 133 w 280"/>
                <a:gd name="T11" fmla="*/ 160 h 182"/>
              </a:gdLst>
              <a:ahLst/>
              <a:cxnLst>
                <a:cxn ang="0">
                  <a:pos x="T0" y="T1"/>
                </a:cxn>
                <a:cxn ang="0">
                  <a:pos x="T2" y="T3"/>
                </a:cxn>
                <a:cxn ang="0">
                  <a:pos x="T4" y="T5"/>
                </a:cxn>
                <a:cxn ang="0">
                  <a:pos x="T6" y="T7"/>
                </a:cxn>
                <a:cxn ang="0">
                  <a:pos x="T8" y="T9"/>
                </a:cxn>
                <a:cxn ang="0">
                  <a:pos x="T10" y="T11"/>
                </a:cxn>
              </a:cxnLst>
              <a:rect l="0" t="0" r="r" b="b"/>
              <a:pathLst>
                <a:path w="280" h="182">
                  <a:moveTo>
                    <a:pt x="133" y="160"/>
                  </a:moveTo>
                  <a:cubicBezTo>
                    <a:pt x="73" y="135"/>
                    <a:pt x="17" y="81"/>
                    <a:pt x="0" y="7"/>
                  </a:cubicBezTo>
                  <a:cubicBezTo>
                    <a:pt x="76" y="16"/>
                    <a:pt x="162" y="0"/>
                    <a:pt x="207" y="24"/>
                  </a:cubicBezTo>
                  <a:cubicBezTo>
                    <a:pt x="255" y="50"/>
                    <a:pt x="274" y="88"/>
                    <a:pt x="280" y="137"/>
                  </a:cubicBezTo>
                  <a:cubicBezTo>
                    <a:pt x="280" y="144"/>
                    <a:pt x="277" y="150"/>
                    <a:pt x="271" y="154"/>
                  </a:cubicBezTo>
                  <a:cubicBezTo>
                    <a:pt x="239" y="171"/>
                    <a:pt x="184" y="182"/>
                    <a:pt x="133" y="16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4" name="Freeform 27">
              <a:extLst>
                <a:ext uri="{FF2B5EF4-FFF2-40B4-BE49-F238E27FC236}">
                  <a16:creationId xmlns:a16="http://schemas.microsoft.com/office/drawing/2014/main" id="{E4ED6652-E0E5-0230-3E0F-9AC9F38AAEE5}"/>
                </a:ext>
              </a:extLst>
            </p:cNvPr>
            <p:cNvSpPr>
              <a:spLocks/>
            </p:cNvSpPr>
            <p:nvPr/>
          </p:nvSpPr>
          <p:spPr bwMode="auto">
            <a:xfrm>
              <a:off x="11136745" y="1436190"/>
              <a:ext cx="649613" cy="534126"/>
            </a:xfrm>
            <a:custGeom>
              <a:avLst/>
              <a:gdLst>
                <a:gd name="T0" fmla="*/ 58 w 185"/>
                <a:gd name="T1" fmla="*/ 126 h 152"/>
                <a:gd name="T2" fmla="*/ 0 w 185"/>
                <a:gd name="T3" fmla="*/ 4 h 152"/>
                <a:gd name="T4" fmla="*/ 147 w 185"/>
                <a:gd name="T5" fmla="*/ 35 h 152"/>
                <a:gd name="T6" fmla="*/ 184 w 185"/>
                <a:gd name="T7" fmla="*/ 122 h 152"/>
                <a:gd name="T8" fmla="*/ 177 w 185"/>
                <a:gd name="T9" fmla="*/ 135 h 152"/>
                <a:gd name="T10" fmla="*/ 58 w 185"/>
                <a:gd name="T11" fmla="*/ 126 h 152"/>
              </a:gdLst>
              <a:ahLst/>
              <a:cxnLst>
                <a:cxn ang="0">
                  <a:pos x="T0" y="T1"/>
                </a:cxn>
                <a:cxn ang="0">
                  <a:pos x="T2" y="T3"/>
                </a:cxn>
                <a:cxn ang="0">
                  <a:pos x="T4" y="T5"/>
                </a:cxn>
                <a:cxn ang="0">
                  <a:pos x="T6" y="T7"/>
                </a:cxn>
                <a:cxn ang="0">
                  <a:pos x="T8" y="T9"/>
                </a:cxn>
                <a:cxn ang="0">
                  <a:pos x="T10" y="T11"/>
                </a:cxn>
              </a:cxnLst>
              <a:rect l="0" t="0" r="r" b="b"/>
              <a:pathLst>
                <a:path w="185" h="152">
                  <a:moveTo>
                    <a:pt x="58" y="126"/>
                  </a:moveTo>
                  <a:cubicBezTo>
                    <a:pt x="29" y="102"/>
                    <a:pt x="21" y="54"/>
                    <a:pt x="0" y="4"/>
                  </a:cubicBezTo>
                  <a:cubicBezTo>
                    <a:pt x="52" y="0"/>
                    <a:pt x="115" y="5"/>
                    <a:pt x="147" y="35"/>
                  </a:cubicBezTo>
                  <a:cubicBezTo>
                    <a:pt x="177" y="62"/>
                    <a:pt x="178" y="89"/>
                    <a:pt x="184" y="122"/>
                  </a:cubicBezTo>
                  <a:cubicBezTo>
                    <a:pt x="185" y="127"/>
                    <a:pt x="182" y="132"/>
                    <a:pt x="177" y="135"/>
                  </a:cubicBezTo>
                  <a:cubicBezTo>
                    <a:pt x="145" y="150"/>
                    <a:pt x="88" y="152"/>
                    <a:pt x="58" y="12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6" name="Freeform 29">
              <a:extLst>
                <a:ext uri="{FF2B5EF4-FFF2-40B4-BE49-F238E27FC236}">
                  <a16:creationId xmlns:a16="http://schemas.microsoft.com/office/drawing/2014/main" id="{3E8A3535-5AC6-2AB3-9DBA-F552E5185393}"/>
                </a:ext>
              </a:extLst>
            </p:cNvPr>
            <p:cNvSpPr>
              <a:spLocks/>
            </p:cNvSpPr>
            <p:nvPr/>
          </p:nvSpPr>
          <p:spPr bwMode="auto">
            <a:xfrm>
              <a:off x="9664288" y="324629"/>
              <a:ext cx="1019171" cy="822843"/>
            </a:xfrm>
            <a:custGeom>
              <a:avLst/>
              <a:gdLst>
                <a:gd name="T0" fmla="*/ 129 w 289"/>
                <a:gd name="T1" fmla="*/ 202 h 233"/>
                <a:gd name="T2" fmla="*/ 0 w 289"/>
                <a:gd name="T3" fmla="*/ 0 h 233"/>
                <a:gd name="T4" fmla="*/ 236 w 289"/>
                <a:gd name="T5" fmla="*/ 80 h 233"/>
                <a:gd name="T6" fmla="*/ 288 w 289"/>
                <a:gd name="T7" fmla="*/ 214 h 233"/>
                <a:gd name="T8" fmla="*/ 276 w 289"/>
                <a:gd name="T9" fmla="*/ 226 h 233"/>
                <a:gd name="T10" fmla="*/ 129 w 289"/>
                <a:gd name="T11" fmla="*/ 202 h 233"/>
              </a:gdLst>
              <a:ahLst/>
              <a:cxnLst>
                <a:cxn ang="0">
                  <a:pos x="T0" y="T1"/>
                </a:cxn>
                <a:cxn ang="0">
                  <a:pos x="T2" y="T3"/>
                </a:cxn>
                <a:cxn ang="0">
                  <a:pos x="T4" y="T5"/>
                </a:cxn>
                <a:cxn ang="0">
                  <a:pos x="T6" y="T7"/>
                </a:cxn>
                <a:cxn ang="0">
                  <a:pos x="T8" y="T9"/>
                </a:cxn>
                <a:cxn ang="0">
                  <a:pos x="T10" y="T11"/>
                </a:cxn>
              </a:cxnLst>
              <a:rect l="0" t="0" r="r" b="b"/>
              <a:pathLst>
                <a:path w="289" h="233">
                  <a:moveTo>
                    <a:pt x="129" y="202"/>
                  </a:moveTo>
                  <a:cubicBezTo>
                    <a:pt x="54" y="147"/>
                    <a:pt x="26" y="69"/>
                    <a:pt x="0" y="0"/>
                  </a:cubicBezTo>
                  <a:cubicBezTo>
                    <a:pt x="107" y="10"/>
                    <a:pt x="184" y="30"/>
                    <a:pt x="236" y="80"/>
                  </a:cubicBezTo>
                  <a:cubicBezTo>
                    <a:pt x="279" y="121"/>
                    <a:pt x="289" y="176"/>
                    <a:pt x="288" y="214"/>
                  </a:cubicBezTo>
                  <a:cubicBezTo>
                    <a:pt x="287" y="221"/>
                    <a:pt x="283" y="226"/>
                    <a:pt x="276" y="226"/>
                  </a:cubicBezTo>
                  <a:cubicBezTo>
                    <a:pt x="228" y="233"/>
                    <a:pt x="161" y="225"/>
                    <a:pt x="129" y="20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5" name="Freeform: Shape 144">
              <a:extLst>
                <a:ext uri="{FF2B5EF4-FFF2-40B4-BE49-F238E27FC236}">
                  <a16:creationId xmlns:a16="http://schemas.microsoft.com/office/drawing/2014/main" id="{7D196F45-F443-947F-FCC9-1C28065CEB3E}"/>
                </a:ext>
              </a:extLst>
            </p:cNvPr>
            <p:cNvSpPr>
              <a:spLocks/>
            </p:cNvSpPr>
            <p:nvPr/>
          </p:nvSpPr>
          <p:spPr bwMode="auto">
            <a:xfrm>
              <a:off x="12012196" y="6572978"/>
              <a:ext cx="179805" cy="285022"/>
            </a:xfrm>
            <a:custGeom>
              <a:avLst/>
              <a:gdLst>
                <a:gd name="connsiteX0" fmla="*/ 179805 w 179805"/>
                <a:gd name="connsiteY0" fmla="*/ 0 h 285022"/>
                <a:gd name="connsiteX1" fmla="*/ 179805 w 179805"/>
                <a:gd name="connsiteY1" fmla="*/ 285022 h 285022"/>
                <a:gd name="connsiteX2" fmla="*/ 0 w 179805"/>
                <a:gd name="connsiteY2" fmla="*/ 285022 h 285022"/>
                <a:gd name="connsiteX3" fmla="*/ 67533 w 179805"/>
                <a:gd name="connsiteY3" fmla="*/ 130559 h 285022"/>
                <a:gd name="connsiteX4" fmla="*/ 143082 w 179805"/>
                <a:gd name="connsiteY4" fmla="*/ 31411 h 2850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9805" h="285022">
                  <a:moveTo>
                    <a:pt x="179805" y="0"/>
                  </a:moveTo>
                  <a:lnTo>
                    <a:pt x="179805" y="285022"/>
                  </a:lnTo>
                  <a:lnTo>
                    <a:pt x="0" y="285022"/>
                  </a:lnTo>
                  <a:lnTo>
                    <a:pt x="67533" y="130559"/>
                  </a:lnTo>
                  <a:cubicBezTo>
                    <a:pt x="86958" y="97013"/>
                    <a:pt x="112785" y="63247"/>
                    <a:pt x="143082" y="314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93" name="Freeform 36">
              <a:extLst>
                <a:ext uri="{FF2B5EF4-FFF2-40B4-BE49-F238E27FC236}">
                  <a16:creationId xmlns:a16="http://schemas.microsoft.com/office/drawing/2014/main" id="{B5607FFE-826E-9DC2-2052-5E2BFC9F48B2}"/>
                </a:ext>
              </a:extLst>
            </p:cNvPr>
            <p:cNvSpPr>
              <a:spLocks/>
            </p:cNvSpPr>
            <p:nvPr/>
          </p:nvSpPr>
          <p:spPr bwMode="auto">
            <a:xfrm>
              <a:off x="8968480" y="4369554"/>
              <a:ext cx="926782" cy="516803"/>
            </a:xfrm>
            <a:custGeom>
              <a:avLst/>
              <a:gdLst>
                <a:gd name="T0" fmla="*/ 179 w 263"/>
                <a:gd name="T1" fmla="*/ 132 h 147"/>
                <a:gd name="T2" fmla="*/ 0 w 263"/>
                <a:gd name="T3" fmla="*/ 112 h 147"/>
                <a:gd name="T4" fmla="*/ 148 w 263"/>
                <a:gd name="T5" fmla="*/ 13 h 147"/>
                <a:gd name="T6" fmla="*/ 257 w 263"/>
                <a:gd name="T7" fmla="*/ 40 h 147"/>
                <a:gd name="T8" fmla="*/ 261 w 263"/>
                <a:gd name="T9" fmla="*/ 54 h 147"/>
                <a:gd name="T10" fmla="*/ 179 w 263"/>
                <a:gd name="T11" fmla="*/ 132 h 147"/>
              </a:gdLst>
              <a:ahLst/>
              <a:cxnLst>
                <a:cxn ang="0">
                  <a:pos x="T0" y="T1"/>
                </a:cxn>
                <a:cxn ang="0">
                  <a:pos x="T2" y="T3"/>
                </a:cxn>
                <a:cxn ang="0">
                  <a:pos x="T4" y="T5"/>
                </a:cxn>
                <a:cxn ang="0">
                  <a:pos x="T6" y="T7"/>
                </a:cxn>
                <a:cxn ang="0">
                  <a:pos x="T8" y="T9"/>
                </a:cxn>
                <a:cxn ang="0">
                  <a:pos x="T10" y="T11"/>
                </a:cxn>
              </a:cxnLst>
              <a:rect l="0" t="0" r="r" b="b"/>
              <a:pathLst>
                <a:path w="263" h="147">
                  <a:moveTo>
                    <a:pt x="179" y="132"/>
                  </a:moveTo>
                  <a:cubicBezTo>
                    <a:pt x="141" y="143"/>
                    <a:pt x="54" y="147"/>
                    <a:pt x="0" y="112"/>
                  </a:cubicBezTo>
                  <a:cubicBezTo>
                    <a:pt x="57" y="81"/>
                    <a:pt x="106" y="26"/>
                    <a:pt x="148" y="13"/>
                  </a:cubicBezTo>
                  <a:cubicBezTo>
                    <a:pt x="190" y="0"/>
                    <a:pt x="225" y="13"/>
                    <a:pt x="257" y="40"/>
                  </a:cubicBezTo>
                  <a:cubicBezTo>
                    <a:pt x="261" y="44"/>
                    <a:pt x="263" y="49"/>
                    <a:pt x="261" y="54"/>
                  </a:cubicBezTo>
                  <a:cubicBezTo>
                    <a:pt x="250" y="87"/>
                    <a:pt x="218" y="120"/>
                    <a:pt x="179" y="13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4" name="Freeform 37">
              <a:extLst>
                <a:ext uri="{FF2B5EF4-FFF2-40B4-BE49-F238E27FC236}">
                  <a16:creationId xmlns:a16="http://schemas.microsoft.com/office/drawing/2014/main" id="{B97464D2-BCA8-AD85-E06C-0F7A99692876}"/>
                </a:ext>
              </a:extLst>
            </p:cNvPr>
            <p:cNvSpPr>
              <a:spLocks/>
            </p:cNvSpPr>
            <p:nvPr/>
          </p:nvSpPr>
          <p:spPr bwMode="auto">
            <a:xfrm>
              <a:off x="10908658" y="5296336"/>
              <a:ext cx="666936" cy="545675"/>
            </a:xfrm>
            <a:custGeom>
              <a:avLst/>
              <a:gdLst>
                <a:gd name="T0" fmla="*/ 128 w 189"/>
                <a:gd name="T1" fmla="*/ 107 h 155"/>
                <a:gd name="T2" fmla="*/ 0 w 189"/>
                <a:gd name="T3" fmla="*/ 155 h 155"/>
                <a:gd name="T4" fmla="*/ 50 w 189"/>
                <a:gd name="T5" fmla="*/ 36 h 155"/>
                <a:gd name="T6" fmla="*/ 173 w 189"/>
                <a:gd name="T7" fmla="*/ 7 h 155"/>
                <a:gd name="T8" fmla="*/ 181 w 189"/>
                <a:gd name="T9" fmla="*/ 15 h 155"/>
                <a:gd name="T10" fmla="*/ 128 w 189"/>
                <a:gd name="T11" fmla="*/ 107 h 155"/>
              </a:gdLst>
              <a:ahLst/>
              <a:cxnLst>
                <a:cxn ang="0">
                  <a:pos x="T0" y="T1"/>
                </a:cxn>
                <a:cxn ang="0">
                  <a:pos x="T2" y="T3"/>
                </a:cxn>
                <a:cxn ang="0">
                  <a:pos x="T4" y="T5"/>
                </a:cxn>
                <a:cxn ang="0">
                  <a:pos x="T6" y="T7"/>
                </a:cxn>
                <a:cxn ang="0">
                  <a:pos x="T8" y="T9"/>
                </a:cxn>
                <a:cxn ang="0">
                  <a:pos x="T10" y="T11"/>
                </a:cxn>
              </a:cxnLst>
              <a:rect l="0" t="0" r="r" b="b"/>
              <a:pathLst>
                <a:path w="189" h="155">
                  <a:moveTo>
                    <a:pt x="128" y="107"/>
                  </a:moveTo>
                  <a:cubicBezTo>
                    <a:pt x="83" y="130"/>
                    <a:pt x="49" y="136"/>
                    <a:pt x="0" y="155"/>
                  </a:cubicBezTo>
                  <a:cubicBezTo>
                    <a:pt x="6" y="105"/>
                    <a:pt x="21" y="60"/>
                    <a:pt x="50" y="36"/>
                  </a:cubicBezTo>
                  <a:cubicBezTo>
                    <a:pt x="86" y="6"/>
                    <a:pt x="134" y="0"/>
                    <a:pt x="173" y="7"/>
                  </a:cubicBezTo>
                  <a:cubicBezTo>
                    <a:pt x="177" y="8"/>
                    <a:pt x="180" y="11"/>
                    <a:pt x="181" y="15"/>
                  </a:cubicBezTo>
                  <a:cubicBezTo>
                    <a:pt x="189" y="54"/>
                    <a:pt x="168" y="87"/>
                    <a:pt x="128" y="10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5" name="Freeform 38">
              <a:extLst>
                <a:ext uri="{FF2B5EF4-FFF2-40B4-BE49-F238E27FC236}">
                  <a16:creationId xmlns:a16="http://schemas.microsoft.com/office/drawing/2014/main" id="{1B44240F-8DA5-5B57-1037-572D88E30493}"/>
                </a:ext>
              </a:extLst>
            </p:cNvPr>
            <p:cNvSpPr>
              <a:spLocks/>
            </p:cNvSpPr>
            <p:nvPr/>
          </p:nvSpPr>
          <p:spPr bwMode="auto">
            <a:xfrm>
              <a:off x="9254310" y="1710471"/>
              <a:ext cx="944105" cy="519691"/>
            </a:xfrm>
            <a:custGeom>
              <a:avLst/>
              <a:gdLst>
                <a:gd name="T0" fmla="*/ 144 w 268"/>
                <a:gd name="T1" fmla="*/ 130 h 148"/>
                <a:gd name="T2" fmla="*/ 0 w 268"/>
                <a:gd name="T3" fmla="*/ 58 h 148"/>
                <a:gd name="T4" fmla="*/ 142 w 268"/>
                <a:gd name="T5" fmla="*/ 6 h 148"/>
                <a:gd name="T6" fmla="*/ 265 w 268"/>
                <a:gd name="T7" fmla="*/ 88 h 148"/>
                <a:gd name="T8" fmla="*/ 265 w 268"/>
                <a:gd name="T9" fmla="*/ 101 h 148"/>
                <a:gd name="T10" fmla="*/ 144 w 268"/>
                <a:gd name="T11" fmla="*/ 130 h 148"/>
              </a:gdLst>
              <a:ahLst/>
              <a:cxnLst>
                <a:cxn ang="0">
                  <a:pos x="T0" y="T1"/>
                </a:cxn>
                <a:cxn ang="0">
                  <a:pos x="T2" y="T3"/>
                </a:cxn>
                <a:cxn ang="0">
                  <a:pos x="T4" y="T5"/>
                </a:cxn>
                <a:cxn ang="0">
                  <a:pos x="T6" y="T7"/>
                </a:cxn>
                <a:cxn ang="0">
                  <a:pos x="T8" y="T9"/>
                </a:cxn>
                <a:cxn ang="0">
                  <a:pos x="T10" y="T11"/>
                </a:cxn>
              </a:cxnLst>
              <a:rect l="0" t="0" r="r" b="b"/>
              <a:pathLst>
                <a:path w="268" h="148">
                  <a:moveTo>
                    <a:pt x="144" y="130"/>
                  </a:moveTo>
                  <a:cubicBezTo>
                    <a:pt x="88" y="109"/>
                    <a:pt x="56" y="85"/>
                    <a:pt x="0" y="58"/>
                  </a:cubicBezTo>
                  <a:cubicBezTo>
                    <a:pt x="48" y="24"/>
                    <a:pt x="99" y="0"/>
                    <a:pt x="142" y="6"/>
                  </a:cubicBezTo>
                  <a:cubicBezTo>
                    <a:pt x="197" y="13"/>
                    <a:pt x="240" y="49"/>
                    <a:pt x="265" y="88"/>
                  </a:cubicBezTo>
                  <a:cubicBezTo>
                    <a:pt x="268" y="92"/>
                    <a:pt x="268" y="98"/>
                    <a:pt x="265" y="101"/>
                  </a:cubicBezTo>
                  <a:cubicBezTo>
                    <a:pt x="238" y="139"/>
                    <a:pt x="193" y="148"/>
                    <a:pt x="144" y="13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3" name="Freeform: Shape 132">
              <a:extLst>
                <a:ext uri="{FF2B5EF4-FFF2-40B4-BE49-F238E27FC236}">
                  <a16:creationId xmlns:a16="http://schemas.microsoft.com/office/drawing/2014/main" id="{AE4BAD2B-408C-FBD1-3461-3D5D4F21490E}"/>
                </a:ext>
              </a:extLst>
            </p:cNvPr>
            <p:cNvSpPr>
              <a:spLocks/>
            </p:cNvSpPr>
            <p:nvPr/>
          </p:nvSpPr>
          <p:spPr bwMode="auto">
            <a:xfrm>
              <a:off x="11502945" y="0"/>
              <a:ext cx="642569" cy="333538"/>
            </a:xfrm>
            <a:custGeom>
              <a:avLst/>
              <a:gdLst>
                <a:gd name="connsiteX0" fmla="*/ 0 w 642569"/>
                <a:gd name="connsiteY0" fmla="*/ 0 h 333538"/>
                <a:gd name="connsiteX1" fmla="*/ 626864 w 642569"/>
                <a:gd name="connsiteY1" fmla="*/ 0 h 333538"/>
                <a:gd name="connsiteX2" fmla="*/ 640881 w 642569"/>
                <a:gd name="connsiteY2" fmla="*/ 48961 h 333538"/>
                <a:gd name="connsiteX3" fmla="*/ 560636 w 642569"/>
                <a:gd name="connsiteY3" fmla="*/ 311547 h 333538"/>
                <a:gd name="connsiteX4" fmla="*/ 504200 w 642569"/>
                <a:gd name="connsiteY4" fmla="*/ 332659 h 333538"/>
                <a:gd name="connsiteX5" fmla="*/ 17439 w 642569"/>
                <a:gd name="connsiteY5" fmla="*/ 54679 h 333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2569" h="333538">
                  <a:moveTo>
                    <a:pt x="0" y="0"/>
                  </a:moveTo>
                  <a:lnTo>
                    <a:pt x="626864" y="0"/>
                  </a:lnTo>
                  <a:lnTo>
                    <a:pt x="640881" y="48961"/>
                  </a:lnTo>
                  <a:cubicBezTo>
                    <a:pt x="649699" y="139129"/>
                    <a:pt x="624127" y="228856"/>
                    <a:pt x="560636" y="311547"/>
                  </a:cubicBezTo>
                  <a:cubicBezTo>
                    <a:pt x="546527" y="329141"/>
                    <a:pt x="525363" y="336178"/>
                    <a:pt x="504200" y="332659"/>
                  </a:cubicBezTo>
                  <a:cubicBezTo>
                    <a:pt x="296092" y="293953"/>
                    <a:pt x="112675" y="265803"/>
                    <a:pt x="17439" y="5467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138" name="Freeform: Shape 137">
              <a:extLst>
                <a:ext uri="{FF2B5EF4-FFF2-40B4-BE49-F238E27FC236}">
                  <a16:creationId xmlns:a16="http://schemas.microsoft.com/office/drawing/2014/main" id="{CD32F4A9-3A2D-5111-4855-112D742DEA8B}"/>
                </a:ext>
              </a:extLst>
            </p:cNvPr>
            <p:cNvSpPr>
              <a:spLocks/>
            </p:cNvSpPr>
            <p:nvPr/>
          </p:nvSpPr>
          <p:spPr bwMode="auto">
            <a:xfrm>
              <a:off x="10784033" y="6730342"/>
              <a:ext cx="344354" cy="127658"/>
            </a:xfrm>
            <a:custGeom>
              <a:avLst/>
              <a:gdLst>
                <a:gd name="connsiteX0" fmla="*/ 233176 w 344354"/>
                <a:gd name="connsiteY0" fmla="*/ 606 h 127658"/>
                <a:gd name="connsiteX1" fmla="*/ 312557 w 344354"/>
                <a:gd name="connsiteY1" fmla="*/ 2803 h 127658"/>
                <a:gd name="connsiteX2" fmla="*/ 344354 w 344354"/>
                <a:gd name="connsiteY2" fmla="*/ 34444 h 127658"/>
                <a:gd name="connsiteX3" fmla="*/ 343530 w 344354"/>
                <a:gd name="connsiteY3" fmla="*/ 127658 h 127658"/>
                <a:gd name="connsiteX4" fmla="*/ 0 w 344354"/>
                <a:gd name="connsiteY4" fmla="*/ 127658 h 127658"/>
                <a:gd name="connsiteX5" fmla="*/ 33451 w 344354"/>
                <a:gd name="connsiteY5" fmla="*/ 83664 h 127658"/>
                <a:gd name="connsiteX6" fmla="*/ 233176 w 344354"/>
                <a:gd name="connsiteY6" fmla="*/ 606 h 127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4354" h="127658">
                  <a:moveTo>
                    <a:pt x="233176" y="606"/>
                  </a:moveTo>
                  <a:cubicBezTo>
                    <a:pt x="258679" y="-712"/>
                    <a:pt x="285177" y="167"/>
                    <a:pt x="312557" y="2803"/>
                  </a:cubicBezTo>
                  <a:cubicBezTo>
                    <a:pt x="330222" y="2803"/>
                    <a:pt x="344354" y="16866"/>
                    <a:pt x="344354" y="34444"/>
                  </a:cubicBezTo>
                  <a:lnTo>
                    <a:pt x="343530" y="127658"/>
                  </a:lnTo>
                  <a:lnTo>
                    <a:pt x="0" y="127658"/>
                  </a:lnTo>
                  <a:lnTo>
                    <a:pt x="33451" y="83664"/>
                  </a:lnTo>
                  <a:cubicBezTo>
                    <a:pt x="89096" y="28292"/>
                    <a:pt x="156664" y="4561"/>
                    <a:pt x="233176" y="6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101" name="Freeform 44">
              <a:extLst>
                <a:ext uri="{FF2B5EF4-FFF2-40B4-BE49-F238E27FC236}">
                  <a16:creationId xmlns:a16="http://schemas.microsoft.com/office/drawing/2014/main" id="{C37C762A-362D-8633-E83E-61AF22C5DBA4}"/>
                </a:ext>
              </a:extLst>
            </p:cNvPr>
            <p:cNvSpPr>
              <a:spLocks/>
            </p:cNvSpPr>
            <p:nvPr/>
          </p:nvSpPr>
          <p:spPr bwMode="auto">
            <a:xfrm>
              <a:off x="8572937" y="2937518"/>
              <a:ext cx="606306" cy="303153"/>
            </a:xfrm>
            <a:custGeom>
              <a:avLst/>
              <a:gdLst>
                <a:gd name="T0" fmla="*/ 96 w 172"/>
                <a:gd name="T1" fmla="*/ 0 h 86"/>
                <a:gd name="T2" fmla="*/ 0 w 172"/>
                <a:gd name="T3" fmla="*/ 45 h 86"/>
                <a:gd name="T4" fmla="*/ 99 w 172"/>
                <a:gd name="T5" fmla="*/ 85 h 86"/>
                <a:gd name="T6" fmla="*/ 168 w 172"/>
                <a:gd name="T7" fmla="*/ 46 h 86"/>
                <a:gd name="T8" fmla="*/ 167 w 172"/>
                <a:gd name="T9" fmla="*/ 29 h 86"/>
                <a:gd name="T10" fmla="*/ 96 w 172"/>
                <a:gd name="T11" fmla="*/ 0 h 86"/>
              </a:gdLst>
              <a:ahLst/>
              <a:cxnLst>
                <a:cxn ang="0">
                  <a:pos x="T0" y="T1"/>
                </a:cxn>
                <a:cxn ang="0">
                  <a:pos x="T2" y="T3"/>
                </a:cxn>
                <a:cxn ang="0">
                  <a:pos x="T4" y="T5"/>
                </a:cxn>
                <a:cxn ang="0">
                  <a:pos x="T6" y="T7"/>
                </a:cxn>
                <a:cxn ang="0">
                  <a:pos x="T8" y="T9"/>
                </a:cxn>
                <a:cxn ang="0">
                  <a:pos x="T10" y="T11"/>
                </a:cxn>
              </a:cxnLst>
              <a:rect l="0" t="0" r="r" b="b"/>
              <a:pathLst>
                <a:path w="172" h="86">
                  <a:moveTo>
                    <a:pt x="96" y="0"/>
                  </a:moveTo>
                  <a:cubicBezTo>
                    <a:pt x="67" y="0"/>
                    <a:pt x="31" y="14"/>
                    <a:pt x="0" y="45"/>
                  </a:cubicBezTo>
                  <a:cubicBezTo>
                    <a:pt x="31" y="61"/>
                    <a:pt x="66" y="84"/>
                    <a:pt x="99" y="85"/>
                  </a:cubicBezTo>
                  <a:cubicBezTo>
                    <a:pt x="130" y="86"/>
                    <a:pt x="151" y="68"/>
                    <a:pt x="168" y="46"/>
                  </a:cubicBezTo>
                  <a:cubicBezTo>
                    <a:pt x="172" y="41"/>
                    <a:pt x="172" y="34"/>
                    <a:pt x="167" y="29"/>
                  </a:cubicBezTo>
                  <a:cubicBezTo>
                    <a:pt x="151" y="13"/>
                    <a:pt x="124" y="0"/>
                    <a:pt x="96"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2" name="Freeform 45">
              <a:extLst>
                <a:ext uri="{FF2B5EF4-FFF2-40B4-BE49-F238E27FC236}">
                  <a16:creationId xmlns:a16="http://schemas.microsoft.com/office/drawing/2014/main" id="{324FECD8-18EA-9066-3DF0-39EE8A309765}"/>
                </a:ext>
              </a:extLst>
            </p:cNvPr>
            <p:cNvSpPr>
              <a:spLocks/>
            </p:cNvSpPr>
            <p:nvPr/>
          </p:nvSpPr>
          <p:spPr bwMode="auto">
            <a:xfrm>
              <a:off x="8910736" y="5209721"/>
              <a:ext cx="941218" cy="574547"/>
            </a:xfrm>
            <a:custGeom>
              <a:avLst/>
              <a:gdLst>
                <a:gd name="T0" fmla="*/ 138 w 267"/>
                <a:gd name="T1" fmla="*/ 20 h 163"/>
                <a:gd name="T2" fmla="*/ 0 w 267"/>
                <a:gd name="T3" fmla="*/ 145 h 163"/>
                <a:gd name="T4" fmla="*/ 191 w 267"/>
                <a:gd name="T5" fmla="*/ 137 h 163"/>
                <a:gd name="T6" fmla="*/ 267 w 267"/>
                <a:gd name="T7" fmla="*/ 39 h 163"/>
                <a:gd name="T8" fmla="*/ 260 w 267"/>
                <a:gd name="T9" fmla="*/ 29 h 163"/>
                <a:gd name="T10" fmla="*/ 138 w 267"/>
                <a:gd name="T11" fmla="*/ 20 h 163"/>
              </a:gdLst>
              <a:ahLst/>
              <a:cxnLst>
                <a:cxn ang="0">
                  <a:pos x="T0" y="T1"/>
                </a:cxn>
                <a:cxn ang="0">
                  <a:pos x="T2" y="T3"/>
                </a:cxn>
                <a:cxn ang="0">
                  <a:pos x="T4" y="T5"/>
                </a:cxn>
                <a:cxn ang="0">
                  <a:pos x="T6" y="T7"/>
                </a:cxn>
                <a:cxn ang="0">
                  <a:pos x="T8" y="T9"/>
                </a:cxn>
                <a:cxn ang="0">
                  <a:pos x="T10" y="T11"/>
                </a:cxn>
              </a:cxnLst>
              <a:rect l="0" t="0" r="r" b="b"/>
              <a:pathLst>
                <a:path w="267" h="163">
                  <a:moveTo>
                    <a:pt x="138" y="20"/>
                  </a:moveTo>
                  <a:cubicBezTo>
                    <a:pt x="82" y="46"/>
                    <a:pt x="47" y="96"/>
                    <a:pt x="0" y="145"/>
                  </a:cubicBezTo>
                  <a:cubicBezTo>
                    <a:pt x="61" y="163"/>
                    <a:pt x="144" y="154"/>
                    <a:pt x="191" y="137"/>
                  </a:cubicBezTo>
                  <a:cubicBezTo>
                    <a:pt x="238" y="118"/>
                    <a:pt x="267" y="80"/>
                    <a:pt x="267" y="39"/>
                  </a:cubicBezTo>
                  <a:cubicBezTo>
                    <a:pt x="267" y="34"/>
                    <a:pt x="264" y="31"/>
                    <a:pt x="260" y="29"/>
                  </a:cubicBezTo>
                  <a:cubicBezTo>
                    <a:pt x="229" y="12"/>
                    <a:pt x="180" y="0"/>
                    <a:pt x="138" y="2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3" name="Freeform 46">
              <a:extLst>
                <a:ext uri="{FF2B5EF4-FFF2-40B4-BE49-F238E27FC236}">
                  <a16:creationId xmlns:a16="http://schemas.microsoft.com/office/drawing/2014/main" id="{3ACA4FE2-F205-34A0-C0AA-1256EFFBA0CA}"/>
                </a:ext>
              </a:extLst>
            </p:cNvPr>
            <p:cNvSpPr>
              <a:spLocks/>
            </p:cNvSpPr>
            <p:nvPr/>
          </p:nvSpPr>
          <p:spPr bwMode="auto">
            <a:xfrm>
              <a:off x="8734619" y="2316777"/>
              <a:ext cx="1079802" cy="534126"/>
            </a:xfrm>
            <a:custGeom>
              <a:avLst/>
              <a:gdLst>
                <a:gd name="T0" fmla="*/ 194 w 306"/>
                <a:gd name="T1" fmla="*/ 10 h 152"/>
                <a:gd name="T2" fmla="*/ 0 w 306"/>
                <a:gd name="T3" fmla="*/ 66 h 152"/>
                <a:gd name="T4" fmla="*/ 167 w 306"/>
                <a:gd name="T5" fmla="*/ 141 h 152"/>
                <a:gd name="T6" fmla="*/ 298 w 306"/>
                <a:gd name="T7" fmla="*/ 105 h 152"/>
                <a:gd name="T8" fmla="*/ 301 w 306"/>
                <a:gd name="T9" fmla="*/ 82 h 152"/>
                <a:gd name="T10" fmla="*/ 194 w 306"/>
                <a:gd name="T11" fmla="*/ 10 h 152"/>
              </a:gdLst>
              <a:ahLst/>
              <a:cxnLst>
                <a:cxn ang="0">
                  <a:pos x="T0" y="T1"/>
                </a:cxn>
                <a:cxn ang="0">
                  <a:pos x="T2" y="T3"/>
                </a:cxn>
                <a:cxn ang="0">
                  <a:pos x="T4" y="T5"/>
                </a:cxn>
                <a:cxn ang="0">
                  <a:pos x="T6" y="T7"/>
                </a:cxn>
                <a:cxn ang="0">
                  <a:pos x="T8" y="T9"/>
                </a:cxn>
                <a:cxn ang="0">
                  <a:pos x="T10" y="T11"/>
                </a:cxn>
              </a:cxnLst>
              <a:rect l="0" t="0" r="r" b="b"/>
              <a:pathLst>
                <a:path w="306" h="152">
                  <a:moveTo>
                    <a:pt x="194" y="10"/>
                  </a:moveTo>
                  <a:cubicBezTo>
                    <a:pt x="146" y="0"/>
                    <a:pt x="60" y="26"/>
                    <a:pt x="0" y="66"/>
                  </a:cubicBezTo>
                  <a:cubicBezTo>
                    <a:pt x="54" y="97"/>
                    <a:pt x="114" y="130"/>
                    <a:pt x="167" y="141"/>
                  </a:cubicBezTo>
                  <a:cubicBezTo>
                    <a:pt x="218" y="152"/>
                    <a:pt x="264" y="136"/>
                    <a:pt x="298" y="105"/>
                  </a:cubicBezTo>
                  <a:cubicBezTo>
                    <a:pt x="305" y="100"/>
                    <a:pt x="306" y="90"/>
                    <a:pt x="301" y="82"/>
                  </a:cubicBezTo>
                  <a:cubicBezTo>
                    <a:pt x="281" y="50"/>
                    <a:pt x="240" y="19"/>
                    <a:pt x="194" y="1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4" name="Freeform 47">
              <a:extLst>
                <a:ext uri="{FF2B5EF4-FFF2-40B4-BE49-F238E27FC236}">
                  <a16:creationId xmlns:a16="http://schemas.microsoft.com/office/drawing/2014/main" id="{5177765F-86CB-DA59-9DC2-AAB20A7892E9}"/>
                </a:ext>
              </a:extLst>
            </p:cNvPr>
            <p:cNvSpPr>
              <a:spLocks/>
            </p:cNvSpPr>
            <p:nvPr/>
          </p:nvSpPr>
          <p:spPr bwMode="auto">
            <a:xfrm>
              <a:off x="10706556" y="512295"/>
              <a:ext cx="736228" cy="707357"/>
            </a:xfrm>
            <a:custGeom>
              <a:avLst/>
              <a:gdLst>
                <a:gd name="T0" fmla="*/ 171 w 209"/>
                <a:gd name="T1" fmla="*/ 76 h 201"/>
                <a:gd name="T2" fmla="*/ 0 w 209"/>
                <a:gd name="T3" fmla="*/ 0 h 201"/>
                <a:gd name="T4" fmla="*/ 73 w 209"/>
                <a:gd name="T5" fmla="*/ 165 h 201"/>
                <a:gd name="T6" fmla="*/ 196 w 209"/>
                <a:gd name="T7" fmla="*/ 189 h 201"/>
                <a:gd name="T8" fmla="*/ 207 w 209"/>
                <a:gd name="T9" fmla="*/ 176 h 201"/>
                <a:gd name="T10" fmla="*/ 171 w 209"/>
                <a:gd name="T11" fmla="*/ 76 h 201"/>
              </a:gdLst>
              <a:ahLst/>
              <a:cxnLst>
                <a:cxn ang="0">
                  <a:pos x="T0" y="T1"/>
                </a:cxn>
                <a:cxn ang="0">
                  <a:pos x="T2" y="T3"/>
                </a:cxn>
                <a:cxn ang="0">
                  <a:pos x="T4" y="T5"/>
                </a:cxn>
                <a:cxn ang="0">
                  <a:pos x="T6" y="T7"/>
                </a:cxn>
                <a:cxn ang="0">
                  <a:pos x="T8" y="T9"/>
                </a:cxn>
                <a:cxn ang="0">
                  <a:pos x="T10" y="T11"/>
                </a:cxn>
              </a:cxnLst>
              <a:rect l="0" t="0" r="r" b="b"/>
              <a:pathLst>
                <a:path w="209" h="201">
                  <a:moveTo>
                    <a:pt x="171" y="76"/>
                  </a:moveTo>
                  <a:cubicBezTo>
                    <a:pt x="136" y="40"/>
                    <a:pt x="56" y="9"/>
                    <a:pt x="0" y="0"/>
                  </a:cubicBezTo>
                  <a:cubicBezTo>
                    <a:pt x="12" y="36"/>
                    <a:pt x="37" y="133"/>
                    <a:pt x="73" y="165"/>
                  </a:cubicBezTo>
                  <a:cubicBezTo>
                    <a:pt x="110" y="198"/>
                    <a:pt x="150" y="201"/>
                    <a:pt x="196" y="189"/>
                  </a:cubicBezTo>
                  <a:cubicBezTo>
                    <a:pt x="202" y="187"/>
                    <a:pt x="207" y="182"/>
                    <a:pt x="207" y="176"/>
                  </a:cubicBezTo>
                  <a:cubicBezTo>
                    <a:pt x="209" y="139"/>
                    <a:pt x="202" y="108"/>
                    <a:pt x="171" y="7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4" name="Freeform: Shape 133">
              <a:extLst>
                <a:ext uri="{FF2B5EF4-FFF2-40B4-BE49-F238E27FC236}">
                  <a16:creationId xmlns:a16="http://schemas.microsoft.com/office/drawing/2014/main" id="{701DEEC0-9AE1-3621-DAAE-1F87F5016E50}"/>
                </a:ext>
              </a:extLst>
            </p:cNvPr>
            <p:cNvSpPr>
              <a:spLocks/>
            </p:cNvSpPr>
            <p:nvPr/>
          </p:nvSpPr>
          <p:spPr bwMode="auto">
            <a:xfrm>
              <a:off x="9916287" y="0"/>
              <a:ext cx="447759" cy="240954"/>
            </a:xfrm>
            <a:custGeom>
              <a:avLst/>
              <a:gdLst>
                <a:gd name="connsiteX0" fmla="*/ 0 w 447759"/>
                <a:gd name="connsiteY0" fmla="*/ 0 h 240954"/>
                <a:gd name="connsiteX1" fmla="*/ 414433 w 447759"/>
                <a:gd name="connsiteY1" fmla="*/ 0 h 240954"/>
                <a:gd name="connsiteX2" fmla="*/ 420771 w 447759"/>
                <a:gd name="connsiteY2" fmla="*/ 9983 h 240954"/>
                <a:gd name="connsiteX3" fmla="*/ 441191 w 447759"/>
                <a:gd name="connsiteY3" fmla="*/ 210080 h 240954"/>
                <a:gd name="connsiteX4" fmla="*/ 409316 w 447759"/>
                <a:gd name="connsiteY4" fmla="*/ 238327 h 240954"/>
                <a:gd name="connsiteX5" fmla="*/ 55157 w 447759"/>
                <a:gd name="connsiteY5" fmla="*/ 100625 h 240954"/>
                <a:gd name="connsiteX6" fmla="*/ 10942 w 447759"/>
                <a:gd name="connsiteY6" fmla="*/ 26313 h 240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7759" h="240954">
                  <a:moveTo>
                    <a:pt x="0" y="0"/>
                  </a:moveTo>
                  <a:lnTo>
                    <a:pt x="414433" y="0"/>
                  </a:lnTo>
                  <a:lnTo>
                    <a:pt x="420771" y="9983"/>
                  </a:lnTo>
                  <a:cubicBezTo>
                    <a:pt x="452479" y="75689"/>
                    <a:pt x="451816" y="135933"/>
                    <a:pt x="441191" y="210080"/>
                  </a:cubicBezTo>
                  <a:cubicBezTo>
                    <a:pt x="437649" y="227734"/>
                    <a:pt x="427024" y="238327"/>
                    <a:pt x="409316" y="238327"/>
                  </a:cubicBezTo>
                  <a:cubicBezTo>
                    <a:pt x="249945" y="252450"/>
                    <a:pt x="133072" y="210080"/>
                    <a:pt x="55157" y="100625"/>
                  </a:cubicBezTo>
                  <a:cubicBezTo>
                    <a:pt x="40991" y="81206"/>
                    <a:pt x="25717" y="55828"/>
                    <a:pt x="10942" y="263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106" name="Freeform 49">
              <a:extLst>
                <a:ext uri="{FF2B5EF4-FFF2-40B4-BE49-F238E27FC236}">
                  <a16:creationId xmlns:a16="http://schemas.microsoft.com/office/drawing/2014/main" id="{171A1C0C-350D-44F2-AC26-705789C8C8C3}"/>
                </a:ext>
              </a:extLst>
            </p:cNvPr>
            <p:cNvSpPr>
              <a:spLocks/>
            </p:cNvSpPr>
            <p:nvPr/>
          </p:nvSpPr>
          <p:spPr bwMode="auto">
            <a:xfrm>
              <a:off x="9312053" y="2850903"/>
              <a:ext cx="1255919" cy="629403"/>
            </a:xfrm>
            <a:custGeom>
              <a:avLst/>
              <a:gdLst>
                <a:gd name="T0" fmla="*/ 212 w 356"/>
                <a:gd name="T1" fmla="*/ 174 h 179"/>
                <a:gd name="T2" fmla="*/ 0 w 356"/>
                <a:gd name="T3" fmla="*/ 110 h 179"/>
                <a:gd name="T4" fmla="*/ 171 w 356"/>
                <a:gd name="T5" fmla="*/ 10 h 179"/>
                <a:gd name="T6" fmla="*/ 352 w 356"/>
                <a:gd name="T7" fmla="*/ 91 h 179"/>
                <a:gd name="T8" fmla="*/ 350 w 356"/>
                <a:gd name="T9" fmla="*/ 110 h 179"/>
                <a:gd name="T10" fmla="*/ 212 w 356"/>
                <a:gd name="T11" fmla="*/ 174 h 179"/>
              </a:gdLst>
              <a:ahLst/>
              <a:cxnLst>
                <a:cxn ang="0">
                  <a:pos x="T0" y="T1"/>
                </a:cxn>
                <a:cxn ang="0">
                  <a:pos x="T2" y="T3"/>
                </a:cxn>
                <a:cxn ang="0">
                  <a:pos x="T4" y="T5"/>
                </a:cxn>
                <a:cxn ang="0">
                  <a:pos x="T6" y="T7"/>
                </a:cxn>
                <a:cxn ang="0">
                  <a:pos x="T8" y="T9"/>
                </a:cxn>
                <a:cxn ang="0">
                  <a:pos x="T10" y="T11"/>
                </a:cxn>
              </a:cxnLst>
              <a:rect l="0" t="0" r="r" b="b"/>
              <a:pathLst>
                <a:path w="356" h="179">
                  <a:moveTo>
                    <a:pt x="212" y="174"/>
                  </a:moveTo>
                  <a:cubicBezTo>
                    <a:pt x="146" y="179"/>
                    <a:pt x="89" y="144"/>
                    <a:pt x="0" y="110"/>
                  </a:cubicBezTo>
                  <a:cubicBezTo>
                    <a:pt x="34" y="72"/>
                    <a:pt x="108" y="20"/>
                    <a:pt x="171" y="10"/>
                  </a:cubicBezTo>
                  <a:cubicBezTo>
                    <a:pt x="236" y="0"/>
                    <a:pt x="316" y="34"/>
                    <a:pt x="352" y="91"/>
                  </a:cubicBezTo>
                  <a:cubicBezTo>
                    <a:pt x="356" y="97"/>
                    <a:pt x="355" y="104"/>
                    <a:pt x="350" y="110"/>
                  </a:cubicBezTo>
                  <a:cubicBezTo>
                    <a:pt x="316" y="144"/>
                    <a:pt x="271" y="170"/>
                    <a:pt x="212" y="1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6" name="Freeform: Shape 135">
              <a:extLst>
                <a:ext uri="{FF2B5EF4-FFF2-40B4-BE49-F238E27FC236}">
                  <a16:creationId xmlns:a16="http://schemas.microsoft.com/office/drawing/2014/main" id="{2595A26A-A47F-EF2E-79BA-F752F08718AD}"/>
                </a:ext>
              </a:extLst>
            </p:cNvPr>
            <p:cNvSpPr>
              <a:spLocks/>
            </p:cNvSpPr>
            <p:nvPr/>
          </p:nvSpPr>
          <p:spPr bwMode="auto">
            <a:xfrm>
              <a:off x="10881967" y="0"/>
              <a:ext cx="535486" cy="509022"/>
            </a:xfrm>
            <a:custGeom>
              <a:avLst/>
              <a:gdLst>
                <a:gd name="connsiteX0" fmla="*/ 0 w 535486"/>
                <a:gd name="connsiteY0" fmla="*/ 0 h 509022"/>
                <a:gd name="connsiteX1" fmla="*/ 299950 w 535486"/>
                <a:gd name="connsiteY1" fmla="*/ 0 h 509022"/>
                <a:gd name="connsiteX2" fmla="*/ 371512 w 535486"/>
                <a:gd name="connsiteY2" fmla="*/ 46406 h 509022"/>
                <a:gd name="connsiteX3" fmla="*/ 451269 w 535486"/>
                <a:gd name="connsiteY3" fmla="*/ 128855 h 509022"/>
                <a:gd name="connsiteX4" fmla="*/ 528768 w 535486"/>
                <a:gd name="connsiteY4" fmla="*/ 473371 h 509022"/>
                <a:gd name="connsiteX5" fmla="*/ 497064 w 535486"/>
                <a:gd name="connsiteY5" fmla="*/ 505010 h 509022"/>
                <a:gd name="connsiteX6" fmla="*/ 70816 w 535486"/>
                <a:gd name="connsiteY6" fmla="*/ 308144 h 509022"/>
                <a:gd name="connsiteX7" fmla="*/ 3444 w 535486"/>
                <a:gd name="connsiteY7" fmla="*/ 77002 h 509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5486" h="509022">
                  <a:moveTo>
                    <a:pt x="0" y="0"/>
                  </a:moveTo>
                  <a:lnTo>
                    <a:pt x="299950" y="0"/>
                  </a:lnTo>
                  <a:lnTo>
                    <a:pt x="371512" y="46406"/>
                  </a:lnTo>
                  <a:cubicBezTo>
                    <a:pt x="401731" y="70410"/>
                    <a:pt x="428371" y="97216"/>
                    <a:pt x="451269" y="128855"/>
                  </a:cubicBezTo>
                  <a:cubicBezTo>
                    <a:pt x="532291" y="237834"/>
                    <a:pt x="546382" y="357360"/>
                    <a:pt x="528768" y="473371"/>
                  </a:cubicBezTo>
                  <a:cubicBezTo>
                    <a:pt x="528768" y="490948"/>
                    <a:pt x="514678" y="501494"/>
                    <a:pt x="497064" y="505010"/>
                  </a:cubicBezTo>
                  <a:cubicBezTo>
                    <a:pt x="331497" y="529618"/>
                    <a:pt x="148316" y="438216"/>
                    <a:pt x="70816" y="308144"/>
                  </a:cubicBezTo>
                  <a:cubicBezTo>
                    <a:pt x="33828" y="244865"/>
                    <a:pt x="12691" y="160494"/>
                    <a:pt x="3444" y="770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115" name="Freeform 58">
              <a:extLst>
                <a:ext uri="{FF2B5EF4-FFF2-40B4-BE49-F238E27FC236}">
                  <a16:creationId xmlns:a16="http://schemas.microsoft.com/office/drawing/2014/main" id="{F73787AD-6B8B-3BB3-A776-D80F52E79FFE}"/>
                </a:ext>
              </a:extLst>
            </p:cNvPr>
            <p:cNvSpPr>
              <a:spLocks/>
            </p:cNvSpPr>
            <p:nvPr/>
          </p:nvSpPr>
          <p:spPr bwMode="auto">
            <a:xfrm>
              <a:off x="8780814" y="177384"/>
              <a:ext cx="799746" cy="733341"/>
            </a:xfrm>
            <a:custGeom>
              <a:avLst/>
              <a:gdLst>
                <a:gd name="T0" fmla="*/ 88 w 227"/>
                <a:gd name="T1" fmla="*/ 178 h 208"/>
                <a:gd name="T2" fmla="*/ 0 w 227"/>
                <a:gd name="T3" fmla="*/ 0 h 208"/>
                <a:gd name="T4" fmla="*/ 190 w 227"/>
                <a:gd name="T5" fmla="*/ 82 h 208"/>
                <a:gd name="T6" fmla="*/ 215 w 227"/>
                <a:gd name="T7" fmla="*/ 192 h 208"/>
                <a:gd name="T8" fmla="*/ 202 w 227"/>
                <a:gd name="T9" fmla="*/ 203 h 208"/>
                <a:gd name="T10" fmla="*/ 88 w 227"/>
                <a:gd name="T11" fmla="*/ 178 h 208"/>
              </a:gdLst>
              <a:ahLst/>
              <a:cxnLst>
                <a:cxn ang="0">
                  <a:pos x="T0" y="T1"/>
                </a:cxn>
                <a:cxn ang="0">
                  <a:pos x="T2" y="T3"/>
                </a:cxn>
                <a:cxn ang="0">
                  <a:pos x="T4" y="T5"/>
                </a:cxn>
                <a:cxn ang="0">
                  <a:pos x="T6" y="T7"/>
                </a:cxn>
                <a:cxn ang="0">
                  <a:pos x="T8" y="T9"/>
                </a:cxn>
                <a:cxn ang="0">
                  <a:pos x="T10" y="T11"/>
                </a:cxn>
              </a:cxnLst>
              <a:rect l="0" t="0" r="r" b="b"/>
              <a:pathLst>
                <a:path w="227" h="208">
                  <a:moveTo>
                    <a:pt x="88" y="178"/>
                  </a:moveTo>
                  <a:cubicBezTo>
                    <a:pt x="23" y="128"/>
                    <a:pt x="7" y="59"/>
                    <a:pt x="0" y="0"/>
                  </a:cubicBezTo>
                  <a:cubicBezTo>
                    <a:pt x="61" y="28"/>
                    <a:pt x="154" y="47"/>
                    <a:pt x="190" y="82"/>
                  </a:cubicBezTo>
                  <a:cubicBezTo>
                    <a:pt x="219" y="109"/>
                    <a:pt x="227" y="155"/>
                    <a:pt x="215" y="192"/>
                  </a:cubicBezTo>
                  <a:cubicBezTo>
                    <a:pt x="213" y="198"/>
                    <a:pt x="208" y="202"/>
                    <a:pt x="202" y="203"/>
                  </a:cubicBezTo>
                  <a:cubicBezTo>
                    <a:pt x="169" y="208"/>
                    <a:pt x="122" y="204"/>
                    <a:pt x="88" y="17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8" name="Freeform 61">
              <a:extLst>
                <a:ext uri="{FF2B5EF4-FFF2-40B4-BE49-F238E27FC236}">
                  <a16:creationId xmlns:a16="http://schemas.microsoft.com/office/drawing/2014/main" id="{DF829962-8F09-3DAA-BD41-DB96A1631CD4}"/>
                </a:ext>
              </a:extLst>
            </p:cNvPr>
            <p:cNvSpPr>
              <a:spLocks/>
            </p:cNvSpPr>
            <p:nvPr/>
          </p:nvSpPr>
          <p:spPr bwMode="auto">
            <a:xfrm>
              <a:off x="10036733" y="4129919"/>
              <a:ext cx="1166417" cy="588983"/>
            </a:xfrm>
            <a:custGeom>
              <a:avLst/>
              <a:gdLst>
                <a:gd name="T0" fmla="*/ 220 w 331"/>
                <a:gd name="T1" fmla="*/ 147 h 167"/>
                <a:gd name="T2" fmla="*/ 0 w 331"/>
                <a:gd name="T3" fmla="*/ 134 h 167"/>
                <a:gd name="T4" fmla="*/ 186 w 331"/>
                <a:gd name="T5" fmla="*/ 11 h 167"/>
                <a:gd name="T6" fmla="*/ 324 w 331"/>
                <a:gd name="T7" fmla="*/ 37 h 167"/>
                <a:gd name="T8" fmla="*/ 329 w 331"/>
                <a:gd name="T9" fmla="*/ 53 h 167"/>
                <a:gd name="T10" fmla="*/ 220 w 331"/>
                <a:gd name="T11" fmla="*/ 147 h 167"/>
              </a:gdLst>
              <a:ahLst/>
              <a:cxnLst>
                <a:cxn ang="0">
                  <a:pos x="T0" y="T1"/>
                </a:cxn>
                <a:cxn ang="0">
                  <a:pos x="T2" y="T3"/>
                </a:cxn>
                <a:cxn ang="0">
                  <a:pos x="T4" y="T5"/>
                </a:cxn>
                <a:cxn ang="0">
                  <a:pos x="T6" y="T7"/>
                </a:cxn>
                <a:cxn ang="0">
                  <a:pos x="T8" y="T9"/>
                </a:cxn>
                <a:cxn ang="0">
                  <a:pos x="T10" y="T11"/>
                </a:cxn>
              </a:cxnLst>
              <a:rect l="0" t="0" r="r" b="b"/>
              <a:pathLst>
                <a:path w="331" h="167">
                  <a:moveTo>
                    <a:pt x="220" y="147"/>
                  </a:moveTo>
                  <a:cubicBezTo>
                    <a:pt x="126" y="167"/>
                    <a:pt x="78" y="146"/>
                    <a:pt x="0" y="134"/>
                  </a:cubicBezTo>
                  <a:cubicBezTo>
                    <a:pt x="61" y="65"/>
                    <a:pt x="108" y="29"/>
                    <a:pt x="186" y="11"/>
                  </a:cubicBezTo>
                  <a:cubicBezTo>
                    <a:pt x="230" y="0"/>
                    <a:pt x="284" y="6"/>
                    <a:pt x="324" y="37"/>
                  </a:cubicBezTo>
                  <a:cubicBezTo>
                    <a:pt x="329" y="41"/>
                    <a:pt x="331" y="47"/>
                    <a:pt x="329" y="53"/>
                  </a:cubicBezTo>
                  <a:cubicBezTo>
                    <a:pt x="316" y="92"/>
                    <a:pt x="277" y="134"/>
                    <a:pt x="220" y="14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9" name="Freeform 62">
              <a:extLst>
                <a:ext uri="{FF2B5EF4-FFF2-40B4-BE49-F238E27FC236}">
                  <a16:creationId xmlns:a16="http://schemas.microsoft.com/office/drawing/2014/main" id="{FA7ED64F-6AC8-5D8C-69A2-4C4977C58BBA}"/>
                </a:ext>
              </a:extLst>
            </p:cNvPr>
            <p:cNvSpPr>
              <a:spLocks/>
            </p:cNvSpPr>
            <p:nvPr/>
          </p:nvSpPr>
          <p:spPr bwMode="auto">
            <a:xfrm>
              <a:off x="10772961" y="2943292"/>
              <a:ext cx="1140432" cy="537014"/>
            </a:xfrm>
            <a:custGeom>
              <a:avLst/>
              <a:gdLst>
                <a:gd name="T0" fmla="*/ 183 w 324"/>
                <a:gd name="T1" fmla="*/ 147 h 153"/>
                <a:gd name="T2" fmla="*/ 0 w 324"/>
                <a:gd name="T3" fmla="*/ 22 h 153"/>
                <a:gd name="T4" fmla="*/ 204 w 324"/>
                <a:gd name="T5" fmla="*/ 6 h 153"/>
                <a:gd name="T6" fmla="*/ 319 w 324"/>
                <a:gd name="T7" fmla="*/ 77 h 153"/>
                <a:gd name="T8" fmla="*/ 318 w 324"/>
                <a:gd name="T9" fmla="*/ 99 h 153"/>
                <a:gd name="T10" fmla="*/ 183 w 324"/>
                <a:gd name="T11" fmla="*/ 147 h 153"/>
              </a:gdLst>
              <a:ahLst/>
              <a:cxnLst>
                <a:cxn ang="0">
                  <a:pos x="T0" y="T1"/>
                </a:cxn>
                <a:cxn ang="0">
                  <a:pos x="T2" y="T3"/>
                </a:cxn>
                <a:cxn ang="0">
                  <a:pos x="T4" y="T5"/>
                </a:cxn>
                <a:cxn ang="0">
                  <a:pos x="T6" y="T7"/>
                </a:cxn>
                <a:cxn ang="0">
                  <a:pos x="T8" y="T9"/>
                </a:cxn>
                <a:cxn ang="0">
                  <a:pos x="T10" y="T11"/>
                </a:cxn>
              </a:cxnLst>
              <a:rect l="0" t="0" r="r" b="b"/>
              <a:pathLst>
                <a:path w="324" h="153">
                  <a:moveTo>
                    <a:pt x="183" y="147"/>
                  </a:moveTo>
                  <a:cubicBezTo>
                    <a:pt x="129" y="141"/>
                    <a:pt x="45" y="83"/>
                    <a:pt x="0" y="22"/>
                  </a:cubicBezTo>
                  <a:cubicBezTo>
                    <a:pt x="85" y="14"/>
                    <a:pt x="140" y="0"/>
                    <a:pt x="204" y="6"/>
                  </a:cubicBezTo>
                  <a:cubicBezTo>
                    <a:pt x="256" y="12"/>
                    <a:pt x="293" y="39"/>
                    <a:pt x="319" y="77"/>
                  </a:cubicBezTo>
                  <a:cubicBezTo>
                    <a:pt x="324" y="84"/>
                    <a:pt x="323" y="93"/>
                    <a:pt x="318" y="99"/>
                  </a:cubicBezTo>
                  <a:cubicBezTo>
                    <a:pt x="291" y="130"/>
                    <a:pt x="237" y="153"/>
                    <a:pt x="183" y="14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0" name="Freeform 63">
              <a:extLst>
                <a:ext uri="{FF2B5EF4-FFF2-40B4-BE49-F238E27FC236}">
                  <a16:creationId xmlns:a16="http://schemas.microsoft.com/office/drawing/2014/main" id="{AD7A8966-08D6-76A4-CC01-5844EC46FB4B}"/>
                </a:ext>
              </a:extLst>
            </p:cNvPr>
            <p:cNvSpPr>
              <a:spLocks/>
            </p:cNvSpPr>
            <p:nvPr/>
          </p:nvSpPr>
          <p:spPr bwMode="auto">
            <a:xfrm>
              <a:off x="8073457" y="3428337"/>
              <a:ext cx="1362744" cy="528352"/>
            </a:xfrm>
            <a:custGeom>
              <a:avLst/>
              <a:gdLst>
                <a:gd name="T0" fmla="*/ 244 w 387"/>
                <a:gd name="T1" fmla="*/ 140 h 150"/>
                <a:gd name="T2" fmla="*/ 0 w 387"/>
                <a:gd name="T3" fmla="*/ 81 h 150"/>
                <a:gd name="T4" fmla="*/ 244 w 387"/>
                <a:gd name="T5" fmla="*/ 3 h 150"/>
                <a:gd name="T6" fmla="*/ 380 w 387"/>
                <a:gd name="T7" fmla="*/ 49 h 150"/>
                <a:gd name="T8" fmla="*/ 382 w 387"/>
                <a:gd name="T9" fmla="*/ 71 h 150"/>
                <a:gd name="T10" fmla="*/ 244 w 387"/>
                <a:gd name="T11" fmla="*/ 140 h 150"/>
              </a:gdLst>
              <a:ahLst/>
              <a:cxnLst>
                <a:cxn ang="0">
                  <a:pos x="T0" y="T1"/>
                </a:cxn>
                <a:cxn ang="0">
                  <a:pos x="T2" y="T3"/>
                </a:cxn>
                <a:cxn ang="0">
                  <a:pos x="T4" y="T5"/>
                </a:cxn>
                <a:cxn ang="0">
                  <a:pos x="T6" y="T7"/>
                </a:cxn>
                <a:cxn ang="0">
                  <a:pos x="T8" y="T9"/>
                </a:cxn>
                <a:cxn ang="0">
                  <a:pos x="T10" y="T11"/>
                </a:cxn>
              </a:cxnLst>
              <a:rect l="0" t="0" r="r" b="b"/>
              <a:pathLst>
                <a:path w="387" h="150">
                  <a:moveTo>
                    <a:pt x="244" y="140"/>
                  </a:moveTo>
                  <a:cubicBezTo>
                    <a:pt x="143" y="150"/>
                    <a:pt x="64" y="123"/>
                    <a:pt x="0" y="81"/>
                  </a:cubicBezTo>
                  <a:cubicBezTo>
                    <a:pt x="90" y="59"/>
                    <a:pt x="173" y="8"/>
                    <a:pt x="244" y="3"/>
                  </a:cubicBezTo>
                  <a:cubicBezTo>
                    <a:pt x="301" y="0"/>
                    <a:pt x="346" y="16"/>
                    <a:pt x="380" y="49"/>
                  </a:cubicBezTo>
                  <a:cubicBezTo>
                    <a:pt x="386" y="55"/>
                    <a:pt x="387" y="64"/>
                    <a:pt x="382" y="71"/>
                  </a:cubicBezTo>
                  <a:cubicBezTo>
                    <a:pt x="358" y="105"/>
                    <a:pt x="303" y="134"/>
                    <a:pt x="244" y="14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5" name="Freeform: Shape 154">
              <a:extLst>
                <a:ext uri="{FF2B5EF4-FFF2-40B4-BE49-F238E27FC236}">
                  <a16:creationId xmlns:a16="http://schemas.microsoft.com/office/drawing/2014/main" id="{6CB39452-DF71-B5DA-4FED-071388D891B2}"/>
                </a:ext>
              </a:extLst>
            </p:cNvPr>
            <p:cNvSpPr>
              <a:spLocks/>
            </p:cNvSpPr>
            <p:nvPr/>
          </p:nvSpPr>
          <p:spPr bwMode="auto">
            <a:xfrm>
              <a:off x="11985398" y="1615194"/>
              <a:ext cx="206602" cy="811211"/>
            </a:xfrm>
            <a:custGeom>
              <a:avLst/>
              <a:gdLst>
                <a:gd name="connsiteX0" fmla="*/ 3359 w 206602"/>
                <a:gd name="connsiteY0" fmla="*/ 0 h 811211"/>
                <a:gd name="connsiteX1" fmla="*/ 199109 w 206602"/>
                <a:gd name="connsiteY1" fmla="*/ 140286 h 811211"/>
                <a:gd name="connsiteX2" fmla="*/ 206602 w 206602"/>
                <a:gd name="connsiteY2" fmla="*/ 143814 h 811211"/>
                <a:gd name="connsiteX3" fmla="*/ 206602 w 206602"/>
                <a:gd name="connsiteY3" fmla="*/ 811211 h 811211"/>
                <a:gd name="connsiteX4" fmla="*/ 148671 w 206602"/>
                <a:gd name="connsiteY4" fmla="*/ 736790 h 811211"/>
                <a:gd name="connsiteX5" fmla="*/ 3359 w 206602"/>
                <a:gd name="connsiteY5" fmla="*/ 0 h 811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6602" h="811211">
                  <a:moveTo>
                    <a:pt x="3359" y="0"/>
                  </a:moveTo>
                  <a:cubicBezTo>
                    <a:pt x="68554" y="59809"/>
                    <a:pt x="134189" y="104225"/>
                    <a:pt x="199109" y="140286"/>
                  </a:cubicBezTo>
                  <a:lnTo>
                    <a:pt x="206602" y="143814"/>
                  </a:lnTo>
                  <a:lnTo>
                    <a:pt x="206602" y="811211"/>
                  </a:lnTo>
                  <a:lnTo>
                    <a:pt x="148671" y="736790"/>
                  </a:lnTo>
                  <a:cubicBezTo>
                    <a:pt x="23788" y="551799"/>
                    <a:pt x="-12058" y="310916"/>
                    <a:pt x="335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122" name="Freeform 65">
              <a:extLst>
                <a:ext uri="{FF2B5EF4-FFF2-40B4-BE49-F238E27FC236}">
                  <a16:creationId xmlns:a16="http://schemas.microsoft.com/office/drawing/2014/main" id="{0751B755-0111-7B26-41A6-CFFA2786FA96}"/>
                </a:ext>
              </a:extLst>
            </p:cNvPr>
            <p:cNvSpPr>
              <a:spLocks/>
            </p:cNvSpPr>
            <p:nvPr/>
          </p:nvSpPr>
          <p:spPr bwMode="auto">
            <a:xfrm>
              <a:off x="9805759" y="5140429"/>
              <a:ext cx="1065366" cy="742003"/>
            </a:xfrm>
            <a:custGeom>
              <a:avLst/>
              <a:gdLst>
                <a:gd name="T0" fmla="*/ 209 w 302"/>
                <a:gd name="T1" fmla="*/ 172 h 211"/>
                <a:gd name="T2" fmla="*/ 0 w 302"/>
                <a:gd name="T3" fmla="*/ 179 h 211"/>
                <a:gd name="T4" fmla="*/ 137 w 302"/>
                <a:gd name="T5" fmla="*/ 30 h 211"/>
                <a:gd name="T6" fmla="*/ 293 w 302"/>
                <a:gd name="T7" fmla="*/ 21 h 211"/>
                <a:gd name="T8" fmla="*/ 302 w 302"/>
                <a:gd name="T9" fmla="*/ 35 h 211"/>
                <a:gd name="T10" fmla="*/ 209 w 302"/>
                <a:gd name="T11" fmla="*/ 172 h 211"/>
              </a:gdLst>
              <a:ahLst/>
              <a:cxnLst>
                <a:cxn ang="0">
                  <a:pos x="T0" y="T1"/>
                </a:cxn>
                <a:cxn ang="0">
                  <a:pos x="T2" y="T3"/>
                </a:cxn>
                <a:cxn ang="0">
                  <a:pos x="T4" y="T5"/>
                </a:cxn>
                <a:cxn ang="0">
                  <a:pos x="T6" y="T7"/>
                </a:cxn>
                <a:cxn ang="0">
                  <a:pos x="T8" y="T9"/>
                </a:cxn>
                <a:cxn ang="0">
                  <a:pos x="T10" y="T11"/>
                </a:cxn>
              </a:cxnLst>
              <a:rect l="0" t="0" r="r" b="b"/>
              <a:pathLst>
                <a:path w="302" h="211">
                  <a:moveTo>
                    <a:pt x="209" y="172"/>
                  </a:moveTo>
                  <a:cubicBezTo>
                    <a:pt x="156" y="202"/>
                    <a:pt x="79" y="211"/>
                    <a:pt x="0" y="179"/>
                  </a:cubicBezTo>
                  <a:cubicBezTo>
                    <a:pt x="56" y="125"/>
                    <a:pt x="74" y="66"/>
                    <a:pt x="137" y="30"/>
                  </a:cubicBezTo>
                  <a:cubicBezTo>
                    <a:pt x="190" y="0"/>
                    <a:pt x="244" y="2"/>
                    <a:pt x="293" y="21"/>
                  </a:cubicBezTo>
                  <a:cubicBezTo>
                    <a:pt x="299" y="24"/>
                    <a:pt x="302" y="29"/>
                    <a:pt x="302" y="35"/>
                  </a:cubicBezTo>
                  <a:cubicBezTo>
                    <a:pt x="299" y="81"/>
                    <a:pt x="264" y="141"/>
                    <a:pt x="209" y="1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9" name="Freeform: Shape 148">
              <a:extLst>
                <a:ext uri="{FF2B5EF4-FFF2-40B4-BE49-F238E27FC236}">
                  <a16:creationId xmlns:a16="http://schemas.microsoft.com/office/drawing/2014/main" id="{1D1147B8-1481-40B1-AE3D-498EBB662167}"/>
                </a:ext>
              </a:extLst>
            </p:cNvPr>
            <p:cNvSpPr>
              <a:spLocks/>
            </p:cNvSpPr>
            <p:nvPr/>
          </p:nvSpPr>
          <p:spPr bwMode="auto">
            <a:xfrm>
              <a:off x="11691081" y="5009197"/>
              <a:ext cx="500919" cy="650530"/>
            </a:xfrm>
            <a:custGeom>
              <a:avLst/>
              <a:gdLst>
                <a:gd name="connsiteX0" fmla="*/ 500919 w 500919"/>
                <a:gd name="connsiteY0" fmla="*/ 0 h 650530"/>
                <a:gd name="connsiteX1" fmla="*/ 500919 w 500919"/>
                <a:gd name="connsiteY1" fmla="*/ 600919 h 650530"/>
                <a:gd name="connsiteX2" fmla="*/ 373878 w 500919"/>
                <a:gd name="connsiteY2" fmla="*/ 638875 h 650530"/>
                <a:gd name="connsiteX3" fmla="*/ 0 w 500919"/>
                <a:gd name="connsiteY3" fmla="*/ 617271 h 650530"/>
                <a:gd name="connsiteX4" fmla="*/ 374320 w 500919"/>
                <a:gd name="connsiteY4" fmla="*/ 74074 h 650530"/>
                <a:gd name="connsiteX5" fmla="*/ 484122 w 500919"/>
                <a:gd name="connsiteY5" fmla="*/ 5293 h 650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0919" h="650530">
                  <a:moveTo>
                    <a:pt x="500919" y="0"/>
                  </a:moveTo>
                  <a:lnTo>
                    <a:pt x="500919" y="600919"/>
                  </a:lnTo>
                  <a:lnTo>
                    <a:pt x="373878" y="638875"/>
                  </a:lnTo>
                  <a:cubicBezTo>
                    <a:pt x="261318" y="658716"/>
                    <a:pt x="134190" y="654307"/>
                    <a:pt x="0" y="617271"/>
                  </a:cubicBezTo>
                  <a:cubicBezTo>
                    <a:pt x="151847" y="409163"/>
                    <a:pt x="236598" y="179892"/>
                    <a:pt x="374320" y="74074"/>
                  </a:cubicBezTo>
                  <a:cubicBezTo>
                    <a:pt x="411399" y="44975"/>
                    <a:pt x="447815" y="22268"/>
                    <a:pt x="484122" y="52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124" name="Freeform 67">
              <a:extLst>
                <a:ext uri="{FF2B5EF4-FFF2-40B4-BE49-F238E27FC236}">
                  <a16:creationId xmlns:a16="http://schemas.microsoft.com/office/drawing/2014/main" id="{092A2B44-24C5-CE9D-0A88-0676CCADC065}"/>
                </a:ext>
              </a:extLst>
            </p:cNvPr>
            <p:cNvSpPr>
              <a:spLocks/>
            </p:cNvSpPr>
            <p:nvPr/>
          </p:nvSpPr>
          <p:spPr bwMode="auto">
            <a:xfrm>
              <a:off x="10709443" y="4464831"/>
              <a:ext cx="1345421" cy="695808"/>
            </a:xfrm>
            <a:custGeom>
              <a:avLst/>
              <a:gdLst>
                <a:gd name="T0" fmla="*/ 278 w 382"/>
                <a:gd name="T1" fmla="*/ 174 h 198"/>
                <a:gd name="T2" fmla="*/ 0 w 382"/>
                <a:gd name="T3" fmla="*/ 141 h 198"/>
                <a:gd name="T4" fmla="*/ 218 w 382"/>
                <a:gd name="T5" fmla="*/ 16 h 198"/>
                <a:gd name="T6" fmla="*/ 373 w 382"/>
                <a:gd name="T7" fmla="*/ 29 h 198"/>
                <a:gd name="T8" fmla="*/ 382 w 382"/>
                <a:gd name="T9" fmla="*/ 45 h 198"/>
                <a:gd name="T10" fmla="*/ 278 w 382"/>
                <a:gd name="T11" fmla="*/ 174 h 198"/>
              </a:gdLst>
              <a:ahLst/>
              <a:cxnLst>
                <a:cxn ang="0">
                  <a:pos x="T0" y="T1"/>
                </a:cxn>
                <a:cxn ang="0">
                  <a:pos x="T2" y="T3"/>
                </a:cxn>
                <a:cxn ang="0">
                  <a:pos x="T4" y="T5"/>
                </a:cxn>
                <a:cxn ang="0">
                  <a:pos x="T6" y="T7"/>
                </a:cxn>
                <a:cxn ang="0">
                  <a:pos x="T8" y="T9"/>
                </a:cxn>
                <a:cxn ang="0">
                  <a:pos x="T10" y="T11"/>
                </a:cxn>
              </a:cxnLst>
              <a:rect l="0" t="0" r="r" b="b"/>
              <a:pathLst>
                <a:path w="382" h="198">
                  <a:moveTo>
                    <a:pt x="278" y="174"/>
                  </a:moveTo>
                  <a:cubicBezTo>
                    <a:pt x="223" y="198"/>
                    <a:pt x="75" y="185"/>
                    <a:pt x="0" y="141"/>
                  </a:cubicBezTo>
                  <a:cubicBezTo>
                    <a:pt x="84" y="96"/>
                    <a:pt x="122" y="45"/>
                    <a:pt x="218" y="16"/>
                  </a:cubicBezTo>
                  <a:cubicBezTo>
                    <a:pt x="270" y="0"/>
                    <a:pt x="325" y="2"/>
                    <a:pt x="373" y="29"/>
                  </a:cubicBezTo>
                  <a:cubicBezTo>
                    <a:pt x="379" y="33"/>
                    <a:pt x="382" y="39"/>
                    <a:pt x="382" y="45"/>
                  </a:cubicBezTo>
                  <a:cubicBezTo>
                    <a:pt x="375" y="93"/>
                    <a:pt x="335" y="150"/>
                    <a:pt x="278" y="1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1" name="Freeform: Shape 150">
              <a:extLst>
                <a:ext uri="{FF2B5EF4-FFF2-40B4-BE49-F238E27FC236}">
                  <a16:creationId xmlns:a16="http://schemas.microsoft.com/office/drawing/2014/main" id="{02534FBA-693A-C203-3E39-0AC006E5914A}"/>
                </a:ext>
              </a:extLst>
            </p:cNvPr>
            <p:cNvSpPr>
              <a:spLocks/>
            </p:cNvSpPr>
            <p:nvPr/>
          </p:nvSpPr>
          <p:spPr bwMode="auto">
            <a:xfrm>
              <a:off x="11125196" y="3607911"/>
              <a:ext cx="1066804" cy="678144"/>
            </a:xfrm>
            <a:custGeom>
              <a:avLst/>
              <a:gdLst>
                <a:gd name="connsiteX0" fmla="*/ 797391 w 1066804"/>
                <a:gd name="connsiteY0" fmla="*/ 120 h 678144"/>
                <a:gd name="connsiteX1" fmla="*/ 1039335 w 1066804"/>
                <a:gd name="connsiteY1" fmla="*/ 51462 h 678144"/>
                <a:gd name="connsiteX2" fmla="*/ 1066804 w 1066804"/>
                <a:gd name="connsiteY2" fmla="*/ 66400 h 678144"/>
                <a:gd name="connsiteX3" fmla="*/ 1066804 w 1066804"/>
                <a:gd name="connsiteY3" fmla="*/ 560676 h 678144"/>
                <a:gd name="connsiteX4" fmla="*/ 1025426 w 1066804"/>
                <a:gd name="connsiteY4" fmla="*/ 587437 h 678144"/>
                <a:gd name="connsiteX5" fmla="*/ 770921 w 1066804"/>
                <a:gd name="connsiteY5" fmla="*/ 672267 h 678144"/>
                <a:gd name="connsiteX6" fmla="*/ 0 w 1066804"/>
                <a:gd name="connsiteY6" fmla="*/ 359448 h 678144"/>
                <a:gd name="connsiteX7" fmla="*/ 711078 w 1066804"/>
                <a:gd name="connsiteY7" fmla="*/ 4452 h 678144"/>
                <a:gd name="connsiteX8" fmla="*/ 797391 w 1066804"/>
                <a:gd name="connsiteY8" fmla="*/ 120 h 678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6804" h="678144">
                  <a:moveTo>
                    <a:pt x="797391" y="120"/>
                  </a:moveTo>
                  <a:cubicBezTo>
                    <a:pt x="882742" y="1788"/>
                    <a:pt x="964751" y="20818"/>
                    <a:pt x="1039335" y="51462"/>
                  </a:cubicBezTo>
                  <a:lnTo>
                    <a:pt x="1066804" y="66400"/>
                  </a:lnTo>
                  <a:lnTo>
                    <a:pt x="1066804" y="560676"/>
                  </a:lnTo>
                  <a:lnTo>
                    <a:pt x="1025426" y="587437"/>
                  </a:lnTo>
                  <a:cubicBezTo>
                    <a:pt x="948635" y="630913"/>
                    <a:pt x="862006" y="661722"/>
                    <a:pt x="770921" y="672267"/>
                  </a:cubicBezTo>
                  <a:cubicBezTo>
                    <a:pt x="531548" y="703900"/>
                    <a:pt x="239373" y="609000"/>
                    <a:pt x="0" y="359448"/>
                  </a:cubicBezTo>
                  <a:cubicBezTo>
                    <a:pt x="256974" y="225885"/>
                    <a:pt x="429463" y="39600"/>
                    <a:pt x="711078" y="4452"/>
                  </a:cubicBezTo>
                  <a:cubicBezTo>
                    <a:pt x="740120" y="937"/>
                    <a:pt x="768941" y="-436"/>
                    <a:pt x="797391" y="1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127" name="Freeform 70">
              <a:extLst>
                <a:ext uri="{FF2B5EF4-FFF2-40B4-BE49-F238E27FC236}">
                  <a16:creationId xmlns:a16="http://schemas.microsoft.com/office/drawing/2014/main" id="{2E1ED6AE-ACB3-FA20-ED9D-52A9B967FFC6}"/>
                </a:ext>
              </a:extLst>
            </p:cNvPr>
            <p:cNvSpPr>
              <a:spLocks/>
            </p:cNvSpPr>
            <p:nvPr/>
          </p:nvSpPr>
          <p:spPr bwMode="auto">
            <a:xfrm>
              <a:off x="10051169" y="6000805"/>
              <a:ext cx="978751" cy="739116"/>
            </a:xfrm>
            <a:custGeom>
              <a:avLst/>
              <a:gdLst>
                <a:gd name="T0" fmla="*/ 205 w 278"/>
                <a:gd name="T1" fmla="*/ 160 h 210"/>
                <a:gd name="T2" fmla="*/ 0 w 278"/>
                <a:gd name="T3" fmla="*/ 174 h 210"/>
                <a:gd name="T4" fmla="*/ 129 w 278"/>
                <a:gd name="T5" fmla="*/ 35 h 210"/>
                <a:gd name="T6" fmla="*/ 263 w 278"/>
                <a:gd name="T7" fmla="*/ 20 h 210"/>
                <a:gd name="T8" fmla="*/ 274 w 278"/>
                <a:gd name="T9" fmla="*/ 35 h 210"/>
                <a:gd name="T10" fmla="*/ 205 w 278"/>
                <a:gd name="T11" fmla="*/ 160 h 210"/>
              </a:gdLst>
              <a:ahLst/>
              <a:cxnLst>
                <a:cxn ang="0">
                  <a:pos x="T0" y="T1"/>
                </a:cxn>
                <a:cxn ang="0">
                  <a:pos x="T2" y="T3"/>
                </a:cxn>
                <a:cxn ang="0">
                  <a:pos x="T4" y="T5"/>
                </a:cxn>
                <a:cxn ang="0">
                  <a:pos x="T6" y="T7"/>
                </a:cxn>
                <a:cxn ang="0">
                  <a:pos x="T8" y="T9"/>
                </a:cxn>
                <a:cxn ang="0">
                  <a:pos x="T10" y="T11"/>
                </a:cxn>
              </a:cxnLst>
              <a:rect l="0" t="0" r="r" b="b"/>
              <a:pathLst>
                <a:path w="278" h="210">
                  <a:moveTo>
                    <a:pt x="205" y="160"/>
                  </a:moveTo>
                  <a:cubicBezTo>
                    <a:pt x="162" y="189"/>
                    <a:pt x="85" y="210"/>
                    <a:pt x="0" y="174"/>
                  </a:cubicBezTo>
                  <a:cubicBezTo>
                    <a:pt x="56" y="119"/>
                    <a:pt x="77" y="69"/>
                    <a:pt x="129" y="35"/>
                  </a:cubicBezTo>
                  <a:cubicBezTo>
                    <a:pt x="171" y="7"/>
                    <a:pt x="225" y="0"/>
                    <a:pt x="263" y="20"/>
                  </a:cubicBezTo>
                  <a:cubicBezTo>
                    <a:pt x="269" y="23"/>
                    <a:pt x="273" y="28"/>
                    <a:pt x="274" y="35"/>
                  </a:cubicBezTo>
                  <a:cubicBezTo>
                    <a:pt x="278" y="81"/>
                    <a:pt x="250" y="130"/>
                    <a:pt x="205" y="16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8" name="Freeform 71">
              <a:extLst>
                <a:ext uri="{FF2B5EF4-FFF2-40B4-BE49-F238E27FC236}">
                  <a16:creationId xmlns:a16="http://schemas.microsoft.com/office/drawing/2014/main" id="{DF0D4DF9-7E61-2F0A-4DDD-015B206CA9A4}"/>
                </a:ext>
              </a:extLst>
            </p:cNvPr>
            <p:cNvSpPr>
              <a:spLocks/>
            </p:cNvSpPr>
            <p:nvPr/>
          </p:nvSpPr>
          <p:spPr bwMode="auto">
            <a:xfrm>
              <a:off x="9063756" y="1135924"/>
              <a:ext cx="845941" cy="482157"/>
            </a:xfrm>
            <a:custGeom>
              <a:avLst/>
              <a:gdLst>
                <a:gd name="T0" fmla="*/ 151 w 240"/>
                <a:gd name="T1" fmla="*/ 14 h 137"/>
                <a:gd name="T2" fmla="*/ 0 w 240"/>
                <a:gd name="T3" fmla="*/ 24 h 137"/>
                <a:gd name="T4" fmla="*/ 118 w 240"/>
                <a:gd name="T5" fmla="*/ 121 h 137"/>
                <a:gd name="T6" fmla="*/ 229 w 240"/>
                <a:gd name="T7" fmla="*/ 106 h 137"/>
                <a:gd name="T8" fmla="*/ 236 w 240"/>
                <a:gd name="T9" fmla="*/ 84 h 137"/>
                <a:gd name="T10" fmla="*/ 151 w 240"/>
                <a:gd name="T11" fmla="*/ 14 h 137"/>
              </a:gdLst>
              <a:ahLst/>
              <a:cxnLst>
                <a:cxn ang="0">
                  <a:pos x="T0" y="T1"/>
                </a:cxn>
                <a:cxn ang="0">
                  <a:pos x="T2" y="T3"/>
                </a:cxn>
                <a:cxn ang="0">
                  <a:pos x="T4" y="T5"/>
                </a:cxn>
                <a:cxn ang="0">
                  <a:pos x="T6" y="T7"/>
                </a:cxn>
                <a:cxn ang="0">
                  <a:pos x="T8" y="T9"/>
                </a:cxn>
                <a:cxn ang="0">
                  <a:pos x="T10" y="T11"/>
                </a:cxn>
              </a:cxnLst>
              <a:rect l="0" t="0" r="r" b="b"/>
              <a:pathLst>
                <a:path w="240" h="137">
                  <a:moveTo>
                    <a:pt x="151" y="14"/>
                  </a:moveTo>
                  <a:cubicBezTo>
                    <a:pt x="110" y="0"/>
                    <a:pt x="55" y="1"/>
                    <a:pt x="0" y="24"/>
                  </a:cubicBezTo>
                  <a:cubicBezTo>
                    <a:pt x="28" y="62"/>
                    <a:pt x="74" y="105"/>
                    <a:pt x="118" y="121"/>
                  </a:cubicBezTo>
                  <a:cubicBezTo>
                    <a:pt x="160" y="137"/>
                    <a:pt x="198" y="124"/>
                    <a:pt x="229" y="106"/>
                  </a:cubicBezTo>
                  <a:cubicBezTo>
                    <a:pt x="237" y="101"/>
                    <a:pt x="240" y="92"/>
                    <a:pt x="236" y="84"/>
                  </a:cubicBezTo>
                  <a:cubicBezTo>
                    <a:pt x="221" y="57"/>
                    <a:pt x="188" y="28"/>
                    <a:pt x="151" y="1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 name="Dynamic legal" descr="{&quot;templafy&quot;:{&quot;id&quot;:&quot;61bf9c3f-290d-4eb4-900c-9142547c83ed&quot;}}">
            <a:extLst>
              <a:ext uri="{FF2B5EF4-FFF2-40B4-BE49-F238E27FC236}">
                <a16:creationId xmlns:a16="http://schemas.microsoft.com/office/drawing/2014/main" id="{E23F2879-C0F1-FB2C-1B12-FB7DF6483BE8}"/>
              </a:ext>
            </a:extLst>
          </p:cNvPr>
          <p:cNvSpPr txBox="1"/>
          <p:nvPr userDrawn="1"/>
        </p:nvSpPr>
        <p:spPr>
          <a:xfrm>
            <a:off x="-1588" y="6678000"/>
            <a:ext cx="12193588" cy="180000"/>
          </a:xfrm>
          <a:prstGeom prst="rect">
            <a:avLst/>
          </a:prstGeom>
          <a:solidFill>
            <a:srgbClr val="110081"/>
          </a:solidFill>
          <a:ln>
            <a:noFill/>
          </a:ln>
        </p:spPr>
        <p:txBody>
          <a:bodyPr wrap="square" lIns="0" tIns="0" rIns="0" bIns="0" anchor="ctr" anchorCtr="0">
            <a:noAutofit/>
          </a:bodyPr>
          <a:lstStyle/>
          <a:p>
            <a:pPr algn="ctr"/>
            <a:r>
              <a:rPr lang="en-US" sz="1000" dirty="0">
                <a:solidFill>
                  <a:srgbClr val="FFFFFF"/>
                </a:solidFill>
                <a:latin typeface="Arial Narrow" panose="020B0606020202030204" pitchFamily="34" charset="0"/>
              </a:rPr>
              <a:t>Confidential, unpublished property of Cigna Healthcare. Do not duplicate or distribute. Use and distribution limited solely to authorized personnel. © 2023 Cigna Healthcare</a:t>
            </a:r>
          </a:p>
        </p:txBody>
      </p:sp>
      <p:sp>
        <p:nvSpPr>
          <p:cNvPr id="5" name="Dynmic Internal use only" descr="{&quot;templafy&quot;:{&quot;id&quot;:&quot;05d7207c-a9f2-4cf7-9103-5af4963bcccd&quot;}}" hidden="1" title="Form.Cigna_Confidentiality.Cigna_healthcareConfidentiality">
            <a:extLst>
              <a:ext uri="{FF2B5EF4-FFF2-40B4-BE49-F238E27FC236}">
                <a16:creationId xmlns:a16="http://schemas.microsoft.com/office/drawing/2014/main" id="{EB69DB35-24A1-3882-AA88-5C052CF373B5}"/>
              </a:ext>
            </a:extLst>
          </p:cNvPr>
          <p:cNvSpPr/>
          <p:nvPr userDrawn="1"/>
        </p:nvSpPr>
        <p:spPr>
          <a:xfrm>
            <a:off x="10859153" y="6678000"/>
            <a:ext cx="973257"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r"/>
            <a:endParaRPr lang="en-US" sz="1000" kern="1200" noProof="0" dirty="0">
              <a:solidFill>
                <a:srgbClr val="FFFFFF"/>
              </a:solidFill>
              <a:latin typeface="Arial Narrow" panose="020B0606020202030204" pitchFamily="34" charset="0"/>
              <a:ea typeface="+mn-ea"/>
              <a:cs typeface="+mn-cs"/>
            </a:endParaRPr>
          </a:p>
        </p:txBody>
      </p:sp>
      <p:pic>
        <p:nvPicPr>
          <p:cNvPr id="61" name="Logo">
            <a:extLst>
              <a:ext uri="{FF2B5EF4-FFF2-40B4-BE49-F238E27FC236}">
                <a16:creationId xmlns:a16="http://schemas.microsoft.com/office/drawing/2014/main" id="{D171A8D9-C2F0-F2E4-95F5-CC293B3A83B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360000" y="6067943"/>
            <a:ext cx="791999" cy="430177"/>
          </a:xfrm>
          <a:prstGeom prst="rect">
            <a:avLst/>
          </a:prstGeom>
        </p:spPr>
      </p:pic>
      <p:sp>
        <p:nvSpPr>
          <p:cNvPr id="4" name="Title 3">
            <a:extLst>
              <a:ext uri="{FF2B5EF4-FFF2-40B4-BE49-F238E27FC236}">
                <a16:creationId xmlns:a16="http://schemas.microsoft.com/office/drawing/2014/main" id="{AA9B1855-605E-201E-357F-9A2AEB2047BF}"/>
              </a:ext>
            </a:extLst>
          </p:cNvPr>
          <p:cNvSpPr>
            <a:spLocks noGrp="1"/>
          </p:cNvSpPr>
          <p:nvPr>
            <p:ph type="title" hasCustomPrompt="1"/>
          </p:nvPr>
        </p:nvSpPr>
        <p:spPr bwMode="white">
          <a:xfrm>
            <a:off x="360000" y="360000"/>
            <a:ext cx="2721600" cy="5572800"/>
          </a:xfrm>
        </p:spPr>
        <p:txBody>
          <a:bodyPr anchor="ctr" anchorCtr="0"/>
          <a:lstStyle>
            <a:lvl1pPr>
              <a:lnSpc>
                <a:spcPct val="83000"/>
              </a:lnSpc>
              <a:defRPr sz="3600">
                <a:solidFill>
                  <a:schemeClr val="tx1"/>
                </a:solidFill>
              </a:defRPr>
            </a:lvl1pPr>
          </a:lstStyle>
          <a:p>
            <a:r>
              <a:rPr lang="en-US" dirty="0"/>
              <a:t>Click to add Agenda</a:t>
            </a:r>
            <a:endParaRPr lang="en-US"/>
          </a:p>
        </p:txBody>
      </p:sp>
      <p:sp>
        <p:nvSpPr>
          <p:cNvPr id="62" name="Text Placeholder 2">
            <a:extLst>
              <a:ext uri="{FF2B5EF4-FFF2-40B4-BE49-F238E27FC236}">
                <a16:creationId xmlns:a16="http://schemas.microsoft.com/office/drawing/2014/main" id="{C91D10E3-3624-802C-5B1E-5D4C4A56A9F7}"/>
              </a:ext>
            </a:extLst>
          </p:cNvPr>
          <p:cNvSpPr>
            <a:spLocks noGrp="1"/>
          </p:cNvSpPr>
          <p:nvPr>
            <p:ph type="body" sz="quarter" idx="13" hasCustomPrompt="1"/>
          </p:nvPr>
        </p:nvSpPr>
        <p:spPr>
          <a:xfrm>
            <a:off x="3267083" y="360000"/>
            <a:ext cx="408327" cy="5572800"/>
          </a:xfrm>
        </p:spPr>
        <p:txBody>
          <a:bodyPr tIns="0" anchor="ctr" anchorCtr="0"/>
          <a:lstStyle>
            <a:lvl1pPr marL="0" indent="0">
              <a:lnSpc>
                <a:spcPct val="100000"/>
              </a:lnSpc>
              <a:spcAft>
                <a:spcPts val="600"/>
              </a:spcAft>
              <a:buFont typeface="Verdana" panose="020B0604030504040204" pitchFamily="34" charset="0"/>
              <a:buChar char="​"/>
              <a:defRPr sz="2000" b="0">
                <a:solidFill>
                  <a:schemeClr val="tx1"/>
                </a:solidFill>
                <a:latin typeface="+mn-lt"/>
              </a:defRPr>
            </a:lvl1pPr>
            <a:lvl2pPr marL="0" indent="0">
              <a:lnSpc>
                <a:spcPct val="100000"/>
              </a:lnSpc>
              <a:spcBef>
                <a:spcPts val="0"/>
              </a:spcBef>
              <a:spcAft>
                <a:spcPts val="600"/>
              </a:spcAft>
              <a:buFont typeface="Verdana" panose="020B0604030504040204" pitchFamily="34" charset="0"/>
              <a:buChar char="​"/>
              <a:defRPr sz="2000" b="0">
                <a:solidFill>
                  <a:schemeClr val="tx1"/>
                </a:solidFill>
                <a:latin typeface="+mn-lt"/>
              </a:defRPr>
            </a:lvl2pPr>
            <a:lvl3pPr marL="0" indent="0">
              <a:lnSpc>
                <a:spcPct val="100000"/>
              </a:lnSpc>
              <a:spcBef>
                <a:spcPts val="0"/>
              </a:spcBef>
              <a:spcAft>
                <a:spcPts val="600"/>
              </a:spcAft>
              <a:buFont typeface="Verdana" panose="020B0604030504040204" pitchFamily="34" charset="0"/>
              <a:buChar char="​"/>
              <a:defRPr sz="2000" b="0">
                <a:solidFill>
                  <a:schemeClr val="tx1"/>
                </a:solidFill>
                <a:latin typeface="+mn-lt"/>
              </a:defRPr>
            </a:lvl3pPr>
            <a:lvl4pPr marL="0" indent="0">
              <a:lnSpc>
                <a:spcPct val="100000"/>
              </a:lnSpc>
              <a:spcBef>
                <a:spcPts val="0"/>
              </a:spcBef>
              <a:spcAft>
                <a:spcPts val="600"/>
              </a:spcAft>
              <a:buFont typeface="Verdana" panose="020B0604030504040204" pitchFamily="34" charset="0"/>
              <a:buChar char="​"/>
              <a:defRPr sz="2000" b="0">
                <a:solidFill>
                  <a:schemeClr val="tx1"/>
                </a:solidFill>
                <a:latin typeface="+mn-lt"/>
              </a:defRPr>
            </a:lvl4pPr>
            <a:lvl5pPr marL="0" indent="0">
              <a:lnSpc>
                <a:spcPct val="100000"/>
              </a:lnSpc>
              <a:spcBef>
                <a:spcPts val="0"/>
              </a:spcBef>
              <a:spcAft>
                <a:spcPts val="600"/>
              </a:spcAft>
              <a:buFont typeface="Verdana" panose="020B0604030504040204" pitchFamily="34" charset="0"/>
              <a:buChar char="​"/>
              <a:defRPr sz="2000" b="0">
                <a:solidFill>
                  <a:schemeClr val="tx1"/>
                </a:solidFill>
                <a:latin typeface="+mn-lt"/>
              </a:defRPr>
            </a:lvl5pPr>
            <a:lvl6pPr marL="0" indent="0">
              <a:lnSpc>
                <a:spcPct val="100000"/>
              </a:lnSpc>
              <a:spcBef>
                <a:spcPts val="0"/>
              </a:spcBef>
              <a:spcAft>
                <a:spcPts val="600"/>
              </a:spcAft>
              <a:buFont typeface="Verdana" panose="020B0604030504040204" pitchFamily="34" charset="0"/>
              <a:buChar char="​"/>
              <a:defRPr sz="2000" b="0">
                <a:solidFill>
                  <a:schemeClr val="tx1"/>
                </a:solidFill>
                <a:latin typeface="+mn-lt"/>
              </a:defRPr>
            </a:lvl6pPr>
            <a:lvl7pPr marL="0" indent="0">
              <a:lnSpc>
                <a:spcPct val="100000"/>
              </a:lnSpc>
              <a:spcBef>
                <a:spcPts val="0"/>
              </a:spcBef>
              <a:spcAft>
                <a:spcPts val="600"/>
              </a:spcAft>
              <a:buFont typeface="Verdana" panose="020B0604030504040204" pitchFamily="34" charset="0"/>
              <a:buChar char="​"/>
              <a:defRPr sz="2000" b="0">
                <a:solidFill>
                  <a:schemeClr val="tx1"/>
                </a:solidFill>
                <a:latin typeface="+mn-lt"/>
              </a:defRPr>
            </a:lvl7pPr>
            <a:lvl8pPr marL="0" indent="0">
              <a:lnSpc>
                <a:spcPct val="100000"/>
              </a:lnSpc>
              <a:spcBef>
                <a:spcPts val="0"/>
              </a:spcBef>
              <a:spcAft>
                <a:spcPts val="600"/>
              </a:spcAft>
              <a:buFont typeface="Verdana" panose="020B0604030504040204" pitchFamily="34" charset="0"/>
              <a:buChar char="​"/>
              <a:defRPr sz="2000" b="0">
                <a:solidFill>
                  <a:schemeClr val="tx1"/>
                </a:solidFill>
                <a:latin typeface="+mn-lt"/>
              </a:defRPr>
            </a:lvl8pPr>
            <a:lvl9pPr marL="0" indent="0">
              <a:lnSpc>
                <a:spcPct val="100000"/>
              </a:lnSpc>
              <a:spcBef>
                <a:spcPts val="0"/>
              </a:spcBef>
              <a:spcAft>
                <a:spcPts val="600"/>
              </a:spcAft>
              <a:buFont typeface="Verdana" panose="020B0604030504040204" pitchFamily="34" charset="0"/>
              <a:buChar char="​"/>
              <a:defRPr sz="2000" b="0">
                <a:solidFill>
                  <a:schemeClr val="tx1"/>
                </a:solidFill>
                <a:latin typeface="+mn-lt"/>
              </a:defRPr>
            </a:lvl9pPr>
          </a:lstStyle>
          <a:p>
            <a:pPr lvl="0"/>
            <a:r>
              <a:rPr lang="en-US" noProof="0" dirty="0"/>
              <a:t>01</a:t>
            </a:r>
            <a:endParaRPr lang="en-US" dirty="0"/>
          </a:p>
          <a:p>
            <a:pPr lvl="1"/>
            <a:r>
              <a:rPr lang="en-US" noProof="0" dirty="0"/>
              <a:t>02</a:t>
            </a:r>
            <a:endParaRPr lang="en-US" dirty="0"/>
          </a:p>
          <a:p>
            <a:pPr lvl="2"/>
            <a:r>
              <a:rPr lang="en-US" noProof="0" dirty="0"/>
              <a:t>03</a:t>
            </a:r>
            <a:endParaRPr lang="en-US" dirty="0"/>
          </a:p>
          <a:p>
            <a:pPr lvl="3"/>
            <a:r>
              <a:rPr lang="en-US" noProof="0" dirty="0"/>
              <a:t>04</a:t>
            </a:r>
            <a:endParaRPr lang="en-US" dirty="0"/>
          </a:p>
          <a:p>
            <a:pPr lvl="4"/>
            <a:r>
              <a:rPr lang="en-US" noProof="0" dirty="0"/>
              <a:t>05</a:t>
            </a:r>
            <a:endParaRPr lang="en-US" dirty="0"/>
          </a:p>
          <a:p>
            <a:pPr lvl="5"/>
            <a:r>
              <a:rPr lang="en-US" noProof="0" dirty="0"/>
              <a:t>06</a:t>
            </a:r>
            <a:endParaRPr lang="en-US" dirty="0"/>
          </a:p>
          <a:p>
            <a:pPr lvl="6"/>
            <a:r>
              <a:rPr lang="en-US" noProof="0" dirty="0"/>
              <a:t>07</a:t>
            </a:r>
            <a:endParaRPr lang="en-US" dirty="0"/>
          </a:p>
          <a:p>
            <a:pPr lvl="7"/>
            <a:r>
              <a:rPr lang="en-US" noProof="0" dirty="0"/>
              <a:t>08</a:t>
            </a:r>
            <a:endParaRPr lang="en-US" dirty="0"/>
          </a:p>
          <a:p>
            <a:pPr lvl="8"/>
            <a:r>
              <a:rPr lang="en-US" noProof="0" dirty="0"/>
              <a:t>09</a:t>
            </a:r>
            <a:endParaRPr lang="en-US" dirty="0"/>
          </a:p>
        </p:txBody>
      </p:sp>
      <p:sp>
        <p:nvSpPr>
          <p:cNvPr id="63" name="Text Placeholder 2">
            <a:extLst>
              <a:ext uri="{FF2B5EF4-FFF2-40B4-BE49-F238E27FC236}">
                <a16:creationId xmlns:a16="http://schemas.microsoft.com/office/drawing/2014/main" id="{1E3BB328-175D-1D81-F46E-4991B53591F2}"/>
              </a:ext>
            </a:extLst>
          </p:cNvPr>
          <p:cNvSpPr>
            <a:spLocks noGrp="1"/>
          </p:cNvSpPr>
          <p:nvPr>
            <p:ph type="body" sz="quarter" idx="17" hasCustomPrompt="1"/>
          </p:nvPr>
        </p:nvSpPr>
        <p:spPr>
          <a:xfrm>
            <a:off x="3679047" y="360000"/>
            <a:ext cx="8152953" cy="5572800"/>
          </a:xfrm>
        </p:spPr>
        <p:txBody>
          <a:bodyPr tIns="0" anchor="ctr" anchorCtr="0"/>
          <a:lstStyle>
            <a:lvl1pPr marL="0" indent="0">
              <a:lnSpc>
                <a:spcPct val="100000"/>
              </a:lnSpc>
              <a:spcAft>
                <a:spcPts val="600"/>
              </a:spcAft>
              <a:buFont typeface="Verdana" panose="020B0604030504040204" pitchFamily="34" charset="0"/>
              <a:buChar char="​"/>
              <a:defRPr sz="2000" b="0">
                <a:solidFill>
                  <a:schemeClr val="tx1"/>
                </a:solidFill>
                <a:latin typeface="+mn-lt"/>
              </a:defRPr>
            </a:lvl1pPr>
            <a:lvl2pPr marL="0" indent="0">
              <a:lnSpc>
                <a:spcPct val="100000"/>
              </a:lnSpc>
              <a:spcBef>
                <a:spcPts val="0"/>
              </a:spcBef>
              <a:spcAft>
                <a:spcPts val="600"/>
              </a:spcAft>
              <a:buFont typeface="Verdana" panose="020B0604030504040204" pitchFamily="34" charset="0"/>
              <a:buChar char="​"/>
              <a:defRPr sz="2000" b="0">
                <a:solidFill>
                  <a:schemeClr val="tx1"/>
                </a:solidFill>
                <a:latin typeface="+mn-lt"/>
              </a:defRPr>
            </a:lvl2pPr>
            <a:lvl3pPr marL="0" indent="0">
              <a:lnSpc>
                <a:spcPct val="100000"/>
              </a:lnSpc>
              <a:spcBef>
                <a:spcPts val="0"/>
              </a:spcBef>
              <a:spcAft>
                <a:spcPts val="600"/>
              </a:spcAft>
              <a:buFont typeface="Verdana" panose="020B0604030504040204" pitchFamily="34" charset="0"/>
              <a:buChar char="​"/>
              <a:defRPr sz="2000" b="0">
                <a:solidFill>
                  <a:schemeClr val="tx1"/>
                </a:solidFill>
                <a:latin typeface="+mn-lt"/>
              </a:defRPr>
            </a:lvl3pPr>
            <a:lvl4pPr marL="0" indent="0">
              <a:lnSpc>
                <a:spcPct val="100000"/>
              </a:lnSpc>
              <a:spcBef>
                <a:spcPts val="0"/>
              </a:spcBef>
              <a:spcAft>
                <a:spcPts val="600"/>
              </a:spcAft>
              <a:buFont typeface="Verdana" panose="020B0604030504040204" pitchFamily="34" charset="0"/>
              <a:buChar char="​"/>
              <a:defRPr sz="2000" b="0">
                <a:solidFill>
                  <a:schemeClr val="tx1"/>
                </a:solidFill>
                <a:latin typeface="+mn-lt"/>
              </a:defRPr>
            </a:lvl4pPr>
            <a:lvl5pPr marL="0" indent="0">
              <a:lnSpc>
                <a:spcPct val="100000"/>
              </a:lnSpc>
              <a:spcBef>
                <a:spcPts val="0"/>
              </a:spcBef>
              <a:spcAft>
                <a:spcPts val="600"/>
              </a:spcAft>
              <a:buFont typeface="Verdana" panose="020B0604030504040204" pitchFamily="34" charset="0"/>
              <a:buChar char="​"/>
              <a:defRPr sz="2000" b="0">
                <a:solidFill>
                  <a:schemeClr val="tx1"/>
                </a:solidFill>
                <a:latin typeface="+mn-lt"/>
              </a:defRPr>
            </a:lvl5pPr>
            <a:lvl6pPr marL="0" indent="0">
              <a:lnSpc>
                <a:spcPct val="100000"/>
              </a:lnSpc>
              <a:spcBef>
                <a:spcPts val="0"/>
              </a:spcBef>
              <a:spcAft>
                <a:spcPts val="600"/>
              </a:spcAft>
              <a:buFont typeface="Verdana" panose="020B0604030504040204" pitchFamily="34" charset="0"/>
              <a:buChar char="​"/>
              <a:defRPr sz="2000" b="0">
                <a:solidFill>
                  <a:schemeClr val="tx1"/>
                </a:solidFill>
                <a:latin typeface="+mn-lt"/>
              </a:defRPr>
            </a:lvl6pPr>
            <a:lvl7pPr marL="0" indent="0">
              <a:lnSpc>
                <a:spcPct val="100000"/>
              </a:lnSpc>
              <a:spcBef>
                <a:spcPts val="0"/>
              </a:spcBef>
              <a:spcAft>
                <a:spcPts val="600"/>
              </a:spcAft>
              <a:buFont typeface="Verdana" panose="020B0604030504040204" pitchFamily="34" charset="0"/>
              <a:buChar char="​"/>
              <a:defRPr sz="2000" b="0">
                <a:solidFill>
                  <a:schemeClr val="tx1"/>
                </a:solidFill>
                <a:latin typeface="+mn-lt"/>
              </a:defRPr>
            </a:lvl7pPr>
            <a:lvl8pPr marL="0" indent="0">
              <a:lnSpc>
                <a:spcPct val="100000"/>
              </a:lnSpc>
              <a:spcBef>
                <a:spcPts val="0"/>
              </a:spcBef>
              <a:spcAft>
                <a:spcPts val="600"/>
              </a:spcAft>
              <a:buFont typeface="Verdana" panose="020B0604030504040204" pitchFamily="34" charset="0"/>
              <a:buChar char="​"/>
              <a:defRPr sz="2000" b="0">
                <a:solidFill>
                  <a:schemeClr val="tx1"/>
                </a:solidFill>
                <a:latin typeface="+mn-lt"/>
              </a:defRPr>
            </a:lvl8pPr>
            <a:lvl9pPr marL="0" indent="0">
              <a:lnSpc>
                <a:spcPct val="100000"/>
              </a:lnSpc>
              <a:spcBef>
                <a:spcPts val="0"/>
              </a:spcBef>
              <a:spcAft>
                <a:spcPts val="600"/>
              </a:spcAft>
              <a:buFont typeface="Verdana" panose="020B0604030504040204" pitchFamily="34" charset="0"/>
              <a:buChar char="​"/>
              <a:defRPr sz="2000" b="0">
                <a:solidFill>
                  <a:schemeClr val="tx1"/>
                </a:solidFill>
                <a:latin typeface="+mn-lt"/>
              </a:defRPr>
            </a:lvl9pPr>
          </a:lstStyle>
          <a:p>
            <a:pPr lvl="0"/>
            <a:r>
              <a:rPr lang="en-US" noProof="0" dirty="0"/>
              <a:t>Click to add agenda point</a:t>
            </a:r>
            <a:endParaRPr lang="en-US" dirty="0"/>
          </a:p>
          <a:p>
            <a:pPr lvl="1"/>
            <a:r>
              <a:rPr lang="en-US" noProof="0" dirty="0"/>
              <a:t>Second level</a:t>
            </a:r>
            <a:endParaRPr lang="en-US" dirty="0"/>
          </a:p>
          <a:p>
            <a:pPr lvl="2"/>
            <a:r>
              <a:rPr lang="en-US" noProof="0" dirty="0"/>
              <a:t>Third level</a:t>
            </a:r>
            <a:endParaRPr lang="en-US" dirty="0"/>
          </a:p>
          <a:p>
            <a:pPr lvl="3"/>
            <a:r>
              <a:rPr lang="en-US" noProof="0" dirty="0"/>
              <a:t>Fourth level</a:t>
            </a:r>
            <a:endParaRPr lang="en-US" dirty="0"/>
          </a:p>
          <a:p>
            <a:pPr lvl="4"/>
            <a:r>
              <a:rPr lang="en-US" noProof="0" dirty="0"/>
              <a:t>Fifth level</a:t>
            </a:r>
            <a:endParaRPr lang="en-US" dirty="0"/>
          </a:p>
          <a:p>
            <a:pPr lvl="5"/>
            <a:r>
              <a:rPr lang="en-US" noProof="0" dirty="0"/>
              <a:t>6</a:t>
            </a:r>
            <a:endParaRPr lang="en-US" dirty="0"/>
          </a:p>
          <a:p>
            <a:pPr lvl="6"/>
            <a:r>
              <a:rPr lang="en-US" noProof="0" dirty="0"/>
              <a:t>7</a:t>
            </a:r>
            <a:endParaRPr lang="en-US" dirty="0"/>
          </a:p>
          <a:p>
            <a:pPr lvl="7"/>
            <a:r>
              <a:rPr lang="en-US" noProof="0" dirty="0"/>
              <a:t>8</a:t>
            </a:r>
            <a:endParaRPr lang="en-US" dirty="0"/>
          </a:p>
          <a:p>
            <a:pPr lvl="8"/>
            <a:r>
              <a:rPr lang="en-US" noProof="0" dirty="0"/>
              <a:t>9</a:t>
            </a:r>
            <a:endParaRPr lang="en-US" dirty="0"/>
          </a:p>
        </p:txBody>
      </p:sp>
      <p:sp>
        <p:nvSpPr>
          <p:cNvPr id="14" name="Slide Number Placeholder 13">
            <a:extLst>
              <a:ext uri="{FF2B5EF4-FFF2-40B4-BE49-F238E27FC236}">
                <a16:creationId xmlns:a16="http://schemas.microsoft.com/office/drawing/2014/main" id="{F626CCFB-F402-A8B9-F724-E21077D40C02}"/>
              </a:ext>
            </a:extLst>
          </p:cNvPr>
          <p:cNvSpPr>
            <a:spLocks noGrp="1"/>
          </p:cNvSpPr>
          <p:nvPr>
            <p:ph type="sldNum" sz="quarter" idx="16"/>
          </p:nvPr>
        </p:nvSpPr>
        <p:spPr bwMode="white"/>
        <p:txBody>
          <a:bodyPr/>
          <a:lstStyle>
            <a:lvl1pPr>
              <a:defRPr>
                <a:solidFill>
                  <a:schemeClr val="tx1"/>
                </a:solidFill>
              </a:defRPr>
            </a:lvl1pPr>
          </a:lstStyle>
          <a:p>
            <a:fld id="{23AA811B-2EBD-4900-905E-5BE206449611}" type="slidenum">
              <a:rPr lang="en-US" smtClean="0"/>
              <a:pPr/>
              <a:t>‹#›</a:t>
            </a:fld>
            <a:endParaRPr lang="en-US" dirty="0"/>
          </a:p>
        </p:txBody>
      </p:sp>
    </p:spTree>
    <p:extLst>
      <p:ext uri="{BB962C8B-B14F-4D97-AF65-F5344CB8AC3E}">
        <p14:creationId xmlns:p14="http://schemas.microsoft.com/office/powerpoint/2010/main" val="2198317535"/>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 Breaker">
    <p:bg>
      <p:bgPr>
        <a:solidFill>
          <a:schemeClr val="bg2"/>
        </a:solidFill>
        <a:effectLst/>
      </p:bgPr>
    </p:bg>
    <p:spTree>
      <p:nvGrpSpPr>
        <p:cNvPr id="1" name=""/>
        <p:cNvGrpSpPr/>
        <p:nvPr/>
      </p:nvGrpSpPr>
      <p:grpSpPr>
        <a:xfrm>
          <a:off x="0" y="0"/>
          <a:ext cx="0" cy="0"/>
          <a:chOff x="0" y="0"/>
          <a:chExt cx="0" cy="0"/>
        </a:xfrm>
      </p:grpSpPr>
      <p:sp>
        <p:nvSpPr>
          <p:cNvPr id="7" name="Background"/>
          <p:cNvSpPr/>
          <p:nvPr userDrawn="1"/>
        </p:nvSpPr>
        <p:spPr>
          <a:xfrm>
            <a:off x="0" y="0"/>
            <a:ext cx="12193200" cy="6858000"/>
          </a:xfrm>
          <a:prstGeom prst="rect">
            <a:avLst/>
          </a:prstGeom>
          <a:solidFill>
            <a:srgbClr val="00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noProof="0" dirty="0" err="1">
              <a:solidFill>
                <a:schemeClr val="tx1"/>
              </a:solidFill>
            </a:endParaRPr>
          </a:p>
        </p:txBody>
      </p:sp>
      <p:sp>
        <p:nvSpPr>
          <p:cNvPr id="4" name="Freeform 6">
            <a:extLst>
              <a:ext uri="{FF2B5EF4-FFF2-40B4-BE49-F238E27FC236}">
                <a16:creationId xmlns:a16="http://schemas.microsoft.com/office/drawing/2014/main" id="{2DBDAC48-E9E3-50DC-4F61-AE86EB78F7A4}"/>
              </a:ext>
            </a:extLst>
          </p:cNvPr>
          <p:cNvSpPr>
            <a:spLocks/>
          </p:cNvSpPr>
          <p:nvPr userDrawn="1"/>
        </p:nvSpPr>
        <p:spPr bwMode="auto">
          <a:xfrm rot="900000">
            <a:off x="-7639521" y="-1308734"/>
            <a:ext cx="18698803" cy="10685028"/>
          </a:xfrm>
          <a:custGeom>
            <a:avLst/>
            <a:gdLst>
              <a:gd name="T0" fmla="*/ 123 w 281"/>
              <a:gd name="T1" fmla="*/ 146 h 161"/>
              <a:gd name="T2" fmla="*/ 0 w 281"/>
              <a:gd name="T3" fmla="*/ 42 h 161"/>
              <a:gd name="T4" fmla="*/ 158 w 281"/>
              <a:gd name="T5" fmla="*/ 15 h 161"/>
              <a:gd name="T6" fmla="*/ 281 w 281"/>
              <a:gd name="T7" fmla="*/ 119 h 161"/>
              <a:gd name="T8" fmla="*/ 123 w 281"/>
              <a:gd name="T9" fmla="*/ 146 h 161"/>
            </a:gdLst>
            <a:ahLst/>
            <a:cxnLst>
              <a:cxn ang="0">
                <a:pos x="T0" y="T1"/>
              </a:cxn>
              <a:cxn ang="0">
                <a:pos x="T2" y="T3"/>
              </a:cxn>
              <a:cxn ang="0">
                <a:pos x="T4" y="T5"/>
              </a:cxn>
              <a:cxn ang="0">
                <a:pos x="T6" y="T7"/>
              </a:cxn>
              <a:cxn ang="0">
                <a:pos x="T8" y="T9"/>
              </a:cxn>
            </a:cxnLst>
            <a:rect l="0" t="0" r="r" b="b"/>
            <a:pathLst>
              <a:path w="281" h="161">
                <a:moveTo>
                  <a:pt x="123" y="146"/>
                </a:moveTo>
                <a:cubicBezTo>
                  <a:pt x="66" y="130"/>
                  <a:pt x="23" y="91"/>
                  <a:pt x="0" y="42"/>
                </a:cubicBezTo>
                <a:cubicBezTo>
                  <a:pt x="45" y="11"/>
                  <a:pt x="102" y="0"/>
                  <a:pt x="158" y="15"/>
                </a:cubicBezTo>
                <a:cubicBezTo>
                  <a:pt x="215" y="31"/>
                  <a:pt x="258" y="70"/>
                  <a:pt x="281" y="119"/>
                </a:cubicBezTo>
                <a:cubicBezTo>
                  <a:pt x="236" y="150"/>
                  <a:pt x="179" y="161"/>
                  <a:pt x="123" y="146"/>
                </a:cubicBezTo>
              </a:path>
            </a:pathLst>
          </a:custGeom>
          <a:solidFill>
            <a:srgbClr val="11008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8" name="Freeform 25">
            <a:extLst>
              <a:ext uri="{FF2B5EF4-FFF2-40B4-BE49-F238E27FC236}">
                <a16:creationId xmlns:a16="http://schemas.microsoft.com/office/drawing/2014/main" id="{BCFED06E-BBB3-0C17-552D-DFF9887E09D2}"/>
              </a:ext>
            </a:extLst>
          </p:cNvPr>
          <p:cNvSpPr>
            <a:spLocks/>
          </p:cNvSpPr>
          <p:nvPr userDrawn="1"/>
        </p:nvSpPr>
        <p:spPr bwMode="auto">
          <a:xfrm rot="20700000">
            <a:off x="5609555" y="-3994913"/>
            <a:ext cx="16183528" cy="10164263"/>
          </a:xfrm>
          <a:custGeom>
            <a:avLst/>
            <a:gdLst>
              <a:gd name="T0" fmla="*/ 171 w 368"/>
              <a:gd name="T1" fmla="*/ 203 h 231"/>
              <a:gd name="T2" fmla="*/ 0 w 368"/>
              <a:gd name="T3" fmla="*/ 13 h 231"/>
              <a:gd name="T4" fmla="*/ 257 w 368"/>
              <a:gd name="T5" fmla="*/ 34 h 231"/>
              <a:gd name="T6" fmla="*/ 366 w 368"/>
              <a:gd name="T7" fmla="*/ 171 h 231"/>
              <a:gd name="T8" fmla="*/ 355 w 368"/>
              <a:gd name="T9" fmla="*/ 196 h 231"/>
              <a:gd name="T10" fmla="*/ 171 w 368"/>
              <a:gd name="T11" fmla="*/ 203 h 231"/>
            </a:gdLst>
            <a:ahLst/>
            <a:cxnLst>
              <a:cxn ang="0">
                <a:pos x="T0" y="T1"/>
              </a:cxn>
              <a:cxn ang="0">
                <a:pos x="T2" y="T3"/>
              </a:cxn>
              <a:cxn ang="0">
                <a:pos x="T4" y="T5"/>
              </a:cxn>
              <a:cxn ang="0">
                <a:pos x="T6" y="T7"/>
              </a:cxn>
              <a:cxn ang="0">
                <a:pos x="T8" y="T9"/>
              </a:cxn>
              <a:cxn ang="0">
                <a:pos x="T10" y="T11"/>
              </a:cxn>
            </a:cxnLst>
            <a:rect l="0" t="0" r="r" b="b"/>
            <a:pathLst>
              <a:path w="368" h="231">
                <a:moveTo>
                  <a:pt x="171" y="203"/>
                </a:moveTo>
                <a:cubicBezTo>
                  <a:pt x="108" y="174"/>
                  <a:pt x="64" y="85"/>
                  <a:pt x="0" y="13"/>
                </a:cubicBezTo>
                <a:cubicBezTo>
                  <a:pt x="91" y="8"/>
                  <a:pt x="182" y="0"/>
                  <a:pt x="257" y="34"/>
                </a:cubicBezTo>
                <a:cubicBezTo>
                  <a:pt x="317" y="62"/>
                  <a:pt x="351" y="112"/>
                  <a:pt x="366" y="171"/>
                </a:cubicBezTo>
                <a:cubicBezTo>
                  <a:pt x="368" y="181"/>
                  <a:pt x="364" y="191"/>
                  <a:pt x="355" y="196"/>
                </a:cubicBezTo>
                <a:cubicBezTo>
                  <a:pt x="309" y="224"/>
                  <a:pt x="234" y="231"/>
                  <a:pt x="171" y="203"/>
                </a:cubicBezTo>
              </a:path>
            </a:pathLst>
          </a:custGeom>
          <a:solidFill>
            <a:srgbClr val="11008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0" name="Dynamic legal" descr="{&quot;templafy&quot;:{&quot;id&quot;:&quot;5d0de54e-5f77-4954-9501-65e828e160e9&quot;}}">
            <a:extLst>
              <a:ext uri="{FF2B5EF4-FFF2-40B4-BE49-F238E27FC236}">
                <a16:creationId xmlns:a16="http://schemas.microsoft.com/office/drawing/2014/main" id="{CA05FD09-B64E-2A45-1D16-ECAE9404769B}"/>
              </a:ext>
            </a:extLst>
          </p:cNvPr>
          <p:cNvSpPr txBox="1"/>
          <p:nvPr userDrawn="1"/>
        </p:nvSpPr>
        <p:spPr>
          <a:xfrm>
            <a:off x="-1588" y="6678000"/>
            <a:ext cx="12193588" cy="180000"/>
          </a:xfrm>
          <a:prstGeom prst="rect">
            <a:avLst/>
          </a:prstGeom>
          <a:solidFill>
            <a:srgbClr val="110081"/>
          </a:solidFill>
          <a:ln>
            <a:noFill/>
          </a:ln>
        </p:spPr>
        <p:txBody>
          <a:bodyPr wrap="square" lIns="0" tIns="0" rIns="0" bIns="0" anchor="ctr" anchorCtr="0">
            <a:noAutofit/>
          </a:bodyPr>
          <a:lstStyle/>
          <a:p>
            <a:pPr algn="ctr"/>
            <a:r>
              <a:rPr lang="en-US" sz="1000" dirty="0">
                <a:solidFill>
                  <a:srgbClr val="FFFFFF"/>
                </a:solidFill>
                <a:latin typeface="Arial Narrow" panose="020B0606020202030204" pitchFamily="34" charset="0"/>
              </a:rPr>
              <a:t>Confidential, unpublished property of Cigna Healthcare. Do not duplicate or distribute. Use and distribution limited solely to authorized personnel. © 2023 Cigna Healthcare</a:t>
            </a:r>
          </a:p>
        </p:txBody>
      </p:sp>
      <p:sp>
        <p:nvSpPr>
          <p:cNvPr id="11" name="Dynmic Internal use only" descr="{&quot;templafy&quot;:{&quot;id&quot;:&quot;73bf044b-b657-4230-aa4f-1abefa914cdd&quot;}}" hidden="1" title="Form.Cigna_Confidentiality.Cigna_healthcareConfidentiality">
            <a:extLst>
              <a:ext uri="{FF2B5EF4-FFF2-40B4-BE49-F238E27FC236}">
                <a16:creationId xmlns:a16="http://schemas.microsoft.com/office/drawing/2014/main" id="{E0B98218-CDFB-9994-043C-5F396CC69AC5}"/>
              </a:ext>
            </a:extLst>
          </p:cNvPr>
          <p:cNvSpPr/>
          <p:nvPr userDrawn="1"/>
        </p:nvSpPr>
        <p:spPr>
          <a:xfrm>
            <a:off x="10859153" y="6678000"/>
            <a:ext cx="973257"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r"/>
            <a:endParaRPr lang="en-US" sz="1000" kern="1200" noProof="0" dirty="0">
              <a:solidFill>
                <a:srgbClr val="FFFFFF"/>
              </a:solidFill>
              <a:latin typeface="Arial Narrow" panose="020B0606020202030204" pitchFamily="34" charset="0"/>
              <a:ea typeface="+mn-ea"/>
              <a:cs typeface="+mn-cs"/>
            </a:endParaRPr>
          </a:p>
        </p:txBody>
      </p:sp>
      <p:pic>
        <p:nvPicPr>
          <p:cNvPr id="3" name="Logo">
            <a:extLst>
              <a:ext uri="{FF2B5EF4-FFF2-40B4-BE49-F238E27FC236}">
                <a16:creationId xmlns:a16="http://schemas.microsoft.com/office/drawing/2014/main" id="{861EB034-F143-7E3F-9946-80073EC41E56}"/>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360000" y="6067943"/>
            <a:ext cx="791999" cy="430177"/>
          </a:xfrm>
          <a:prstGeom prst="rect">
            <a:avLst/>
          </a:prstGeom>
        </p:spPr>
      </p:pic>
      <p:sp>
        <p:nvSpPr>
          <p:cNvPr id="2" name="Title 1"/>
          <p:cNvSpPr>
            <a:spLocks noGrp="1"/>
          </p:cNvSpPr>
          <p:nvPr>
            <p:ph type="ctrTitle" hasCustomPrompt="1"/>
          </p:nvPr>
        </p:nvSpPr>
        <p:spPr bwMode="white">
          <a:xfrm>
            <a:off x="360000" y="720000"/>
            <a:ext cx="5648400" cy="5180400"/>
          </a:xfrm>
        </p:spPr>
        <p:txBody>
          <a:bodyPr lIns="0" tIns="0" rIns="0" bIns="0" anchor="ctr" anchorCtr="0"/>
          <a:lstStyle>
            <a:lvl1pPr algn="l">
              <a:lnSpc>
                <a:spcPct val="90000"/>
              </a:lnSpc>
              <a:defRPr sz="5400" cap="none" baseline="0">
                <a:solidFill>
                  <a:schemeClr val="tx1"/>
                </a:solidFill>
              </a:defRPr>
            </a:lvl1pPr>
          </a:lstStyle>
          <a:p>
            <a:r>
              <a:rPr lang="en-US" noProof="0" dirty="0"/>
              <a:t>Click to add Breaker title</a:t>
            </a:r>
            <a:endParaRPr lang="en-US" dirty="0"/>
          </a:p>
        </p:txBody>
      </p:sp>
      <p:sp>
        <p:nvSpPr>
          <p:cNvPr id="9" name="Slide Number Placeholder 8">
            <a:extLst>
              <a:ext uri="{FF2B5EF4-FFF2-40B4-BE49-F238E27FC236}">
                <a16:creationId xmlns:a16="http://schemas.microsoft.com/office/drawing/2014/main" id="{3291435F-EBA9-9A2E-CA47-D518A47DCEC6}"/>
              </a:ext>
            </a:extLst>
          </p:cNvPr>
          <p:cNvSpPr>
            <a:spLocks noGrp="1"/>
          </p:cNvSpPr>
          <p:nvPr>
            <p:ph type="sldNum" sz="quarter" idx="12"/>
          </p:nvPr>
        </p:nvSpPr>
        <p:spPr bwMode="white"/>
        <p:txBody>
          <a:bodyPr/>
          <a:lstStyle>
            <a:lvl1pPr>
              <a:defRPr>
                <a:solidFill>
                  <a:schemeClr val="tx1"/>
                </a:solidFill>
              </a:defRPr>
            </a:lvl1pPr>
          </a:lstStyle>
          <a:p>
            <a:fld id="{23AA811B-2EBD-4900-905E-5BE206449611}" type="slidenum">
              <a:rPr lang="en-US" smtClean="0"/>
              <a:pPr/>
              <a:t>‹#›</a:t>
            </a:fld>
            <a:endParaRPr lang="en-US" dirty="0"/>
          </a:p>
        </p:txBody>
      </p:sp>
    </p:spTree>
    <p:extLst>
      <p:ext uri="{BB962C8B-B14F-4D97-AF65-F5344CB8AC3E}">
        <p14:creationId xmlns:p14="http://schemas.microsoft.com/office/powerpoint/2010/main" val="197138226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repeatCount="indefinite" accel="29000" autoRev="1" fill="hold" grpId="0" nodeType="withEffect" p14:presetBounceEnd="24000">
                                      <p:stCondLst>
                                        <p:cond delay="0"/>
                                      </p:stCondLst>
                                      <p:childTnLst>
                                        <p:animMotion origin="layout" path="M 0.00963 -0.02199 L 0.00963 -0.02175 C 0.01107 -0.01712 0.01263 -0.01226 0.0138 -0.00717 C 0.01523 -0.00208 0.01406 -0.00023 0.01797 0.00209 C 0.02031 0.00325 0.02291 0.00325 0.02526 0.00394 C 0.0263 0.0044 0.02734 0.00487 0.02838 0.00579 C 0.02982 0.00672 0.03112 0.00834 0.03255 0.0095 C 0.03489 0.01088 0.03737 0.01181 0.03984 0.0132 C 0.04023 0.01065 0.04114 0.00811 0.04088 0.00579 C 0.04049 0.00209 0.03893 -0.00069 0.03776 -0.00347 C 0.03242 -0.01805 0.03659 -0.00393 0.03255 -0.01828 C 0.03502 -0.04027 0.03594 -0.03101 0.03255 -0.04606 C 0.02982 -0.02638 0.0332 -0.02962 0.02109 -0.03495 C 0.02005 -0.03564 0.01901 -0.03634 0.01797 -0.0368 C 0.01693 -0.03865 0.01614 -0.04097 0.01484 -0.04236 C 0.01172 -0.04652 0.01015 -0.04629 0.00651 -0.04791 C 0.00547 -0.04861 0.00443 -0.0493 0.00351 -0.04976 C 0.00416 -0.04745 0.0043 -0.04421 0.00547 -0.04236 C 0.00729 -0.04004 0.01172 -0.03865 0.01172 -0.03842 C 0.01276 -0.0368 0.01367 -0.03472 0.01484 -0.0331 C 0.01823 -0.02916 0.02161 -0.03402 0.01276 -0.02754 C 0.01159 -0.02129 0.01015 -0.02291 0.00963 -0.02199 Z " pathEditMode="relative" rAng="0" ptsTypes="AAAAAAAAAAAAAAAAAAAAAA" p14:bounceEnd="24000">
                                          <p:cBhvr>
                                            <p:cTn id="6" dur="20000" fill="hold"/>
                                            <p:tgtEl>
                                              <p:spTgt spid="8"/>
                                            </p:tgtEl>
                                            <p:attrNameLst>
                                              <p:attrName>ppt_x</p:attrName>
                                              <p:attrName>ppt_y</p:attrName>
                                            </p:attrNameLst>
                                          </p:cBhvr>
                                          <p:rCtr x="1250" y="370"/>
                                        </p:animMotion>
                                      </p:childTnLst>
                                    </p:cTn>
                                  </p:par>
                                  <p:par>
                                    <p:cTn id="7" presetID="0" presetClass="path" presetSubtype="0" repeatCount="indefinite" accel="29000" autoRev="1" fill="hold" grpId="0" nodeType="withEffect" p14:presetBounceEnd="24000">
                                      <p:stCondLst>
                                        <p:cond delay="0"/>
                                      </p:stCondLst>
                                      <p:childTnLst>
                                        <p:animMotion origin="layout" path="M -0.00013 -0.0074 L -0.00039 -0.00694 C -0.00325 -0.00555 -0.00612 -0.00416 -0.00937 -0.00347 C -0.0125 -0.00231 -0.01302 -0.00532 -0.01497 0.0007 C -0.01627 0.0044 -0.01666 0.0095 -0.01809 0.01274 C -0.01888 0.01505 -0.0194 0.01667 -0.01953 0.01528 C -0.02109 0.02037 -0.02226 0.02223 -0.0233 0.02431 C -0.0246 0.02801 -0.02578 0.03102 -0.02721 0.03588 C -0.02591 0.03727 -0.02474 0.03959 -0.02343 0.03959 C -0.02122 0.03936 -0.0194 0.03797 -0.01757 0.03588 C -0.00768 0.03125 -0.01705 0.03473 -0.0082 0.03149 C 0.00313 0.04144 -0.00065 0.03982 0.00678 0.03843 C -0.00156 0.02825 -0.00221 0.03565 0.00417 0.01575 C 0.00508 0.01459 0.00599 0.01204 0.00586 0.01135 C 0.00691 0.00996 0.00873 0.00903 0.00951 0.00741 C 0.0129 0.00209 0.0129 -4.44444E-6 0.01472 -0.00625 C 0.0155 -0.00856 0.01615 -0.00995 0.01641 -0.01018 C 0.01485 -0.00972 0.01368 -0.01064 0.01211 -0.01018 C 0.01016 -0.00625 0.00886 0.00116 0.00873 -4.44444E-6 C 0.00704 0.00232 0.0056 0.00348 0.00482 0.00487 C 0.00144 0.00973 0.0043 0.01528 0.00196 -4.44444E-6 C -0.00104 -0.00416 0.00105 -0.00694 -0.00013 -0.0074 Z " pathEditMode="relative" rAng="6300000" ptsTypes="AAAAAAAAAAAAAAAAAAAAAA" p14:bounceEnd="24000">
                                          <p:cBhvr>
                                            <p:cTn id="8" dur="20000" fill="hold"/>
                                            <p:tgtEl>
                                              <p:spTgt spid="4"/>
                                            </p:tgtEl>
                                            <p:attrNameLst>
                                              <p:attrName>ppt_x</p:attrName>
                                              <p:attrName>ppt_y</p:attrName>
                                            </p:attrNameLst>
                                          </p:cBhvr>
                                          <p:rCtr x="-534" y="210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Lst>
      </p:timing>
    </mc:Choice>
    <mc:Fallback xmlns:p15="http://schemas.microsoft.com/office/powerpoint/2012/main" xmlns:asvg="http://schemas.microsoft.com/office/drawing/2016/SVG/main" xmlns:a14="http://schemas.microsoft.com/office/drawing/2010/main" xmlns:a16="http://schemas.microsoft.com/office/drawing/2014/main"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repeatCount="indefinite" accel="29000" autoRev="1" fill="hold" grpId="0" nodeType="withEffect">
                                      <p:stCondLst>
                                        <p:cond delay="0"/>
                                      </p:stCondLst>
                                      <p:childTnLst>
                                        <p:animMotion origin="layout" path="M 0.00963 -0.02199 L 0.00963 -0.02175 C 0.01107 -0.01712 0.01263 -0.01226 0.0138 -0.00717 C 0.01523 -0.00208 0.01406 -0.00023 0.01797 0.00209 C 0.02031 0.00325 0.02291 0.00325 0.02526 0.00394 C 0.0263 0.0044 0.02734 0.00487 0.02838 0.00579 C 0.02982 0.00672 0.03112 0.00834 0.03255 0.0095 C 0.03489 0.01088 0.03737 0.01181 0.03984 0.0132 C 0.04023 0.01065 0.04114 0.00811 0.04088 0.00579 C 0.04049 0.00209 0.03893 -0.00069 0.03776 -0.00347 C 0.03242 -0.01805 0.03659 -0.00393 0.03255 -0.01828 C 0.03502 -0.04027 0.03594 -0.03101 0.03255 -0.04606 C 0.02982 -0.02638 0.0332 -0.02962 0.02109 -0.03495 C 0.02005 -0.03564 0.01901 -0.03634 0.01797 -0.0368 C 0.01693 -0.03865 0.01614 -0.04097 0.01484 -0.04236 C 0.01172 -0.04652 0.01015 -0.04629 0.00651 -0.04791 C 0.00547 -0.04861 0.00443 -0.0493 0.00351 -0.04976 C 0.00416 -0.04745 0.0043 -0.04421 0.00547 -0.04236 C 0.00729 -0.04004 0.01172 -0.03865 0.01172 -0.03842 C 0.01276 -0.0368 0.01367 -0.03472 0.01484 -0.0331 C 0.01823 -0.02916 0.02161 -0.03402 0.01276 -0.02754 C 0.01159 -0.02129 0.01015 -0.02291 0.00963 -0.02199 Z " pathEditMode="relative" rAng="0" ptsTypes="AAAAAAAAAAAAAAAAAAAAAA">
                                          <p:cBhvr>
                                            <p:cTn id="6" dur="20000" fill="hold"/>
                                            <p:tgtEl>
                                              <p:spTgt spid="8"/>
                                            </p:tgtEl>
                                            <p:attrNameLst>
                                              <p:attrName>ppt_x</p:attrName>
                                              <p:attrName>ppt_y</p:attrName>
                                            </p:attrNameLst>
                                          </p:cBhvr>
                                          <p:rCtr x="1250" y="370"/>
                                        </p:animMotion>
                                      </p:childTnLst>
                                    </p:cTn>
                                  </p:par>
                                  <p:par>
                                    <p:cTn id="7" presetID="0" presetClass="path" presetSubtype="0" repeatCount="indefinite" accel="29000" autoRev="1" fill="hold" grpId="0" nodeType="withEffect">
                                      <p:stCondLst>
                                        <p:cond delay="0"/>
                                      </p:stCondLst>
                                      <p:childTnLst>
                                        <p:animMotion origin="layout" path="M -0.00013 -0.0074 L -0.00039 -0.00694 C -0.00325 -0.00555 -0.00612 -0.00416 -0.00937 -0.00347 C -0.0125 -0.00231 -0.01302 -0.00532 -0.01497 0.0007 C -0.01627 0.0044 -0.01666 0.0095 -0.01809 0.01274 C -0.01888 0.01505 -0.0194 0.01667 -0.01953 0.01528 C -0.02109 0.02037 -0.02226 0.02223 -0.0233 0.02431 C -0.0246 0.02801 -0.02578 0.03102 -0.02721 0.03588 C -0.02591 0.03727 -0.02474 0.03959 -0.02343 0.03959 C -0.02122 0.03936 -0.0194 0.03797 -0.01757 0.03588 C -0.00768 0.03125 -0.01705 0.03473 -0.0082 0.03149 C 0.00313 0.04144 -0.00065 0.03982 0.00678 0.03843 C -0.00156 0.02825 -0.00221 0.03565 0.00417 0.01575 C 0.00508 0.01459 0.00599 0.01204 0.00586 0.01135 C 0.00691 0.00996 0.00873 0.00903 0.00951 0.00741 C 0.0129 0.00209 0.0129 -4.44444E-6 0.01472 -0.00625 C 0.0155 -0.00856 0.01615 -0.00995 0.01641 -0.01018 C 0.01485 -0.00972 0.01368 -0.01064 0.01211 -0.01018 C 0.01016 -0.00625 0.00886 0.00116 0.00873 -4.44444E-6 C 0.00704 0.00232 0.0056 0.00348 0.00482 0.00487 C 0.00144 0.00973 0.0043 0.01528 0.00196 -4.44444E-6 C -0.00104 -0.00416 0.00105 -0.00694 -0.00013 -0.0074 Z " pathEditMode="relative" rAng="6300000" ptsTypes="AAAAAAAAAAAAAAAAAAAAAA">
                                          <p:cBhvr>
                                            <p:cTn id="8" dur="20000" fill="hold"/>
                                            <p:tgtEl>
                                              <p:spTgt spid="4"/>
                                            </p:tgtEl>
                                            <p:attrNameLst>
                                              <p:attrName>ppt_x</p:attrName>
                                              <p:attrName>ppt_y</p:attrName>
                                            </p:attrNameLst>
                                          </p:cBhvr>
                                          <p:rCtr x="-534" y="210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Lst>
      </p:timing>
    </mc:Fallback>
  </mc:AlternateContent>
  <p:extLst>
    <p:ext uri="{DCECCB84-F9BA-43D5-87BE-67443E8EF086}">
      <p15:sldGuideLst xmlns:p15="http://schemas.microsoft.com/office/powerpoint/2012/main">
        <p15:guide id="1" orient="horz" pos="453" userDrawn="1">
          <p15:clr>
            <a:srgbClr val="A4A3A4"/>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 Breaker">
    <p:bg>
      <p:bgPr>
        <a:solidFill>
          <a:schemeClr val="bg2"/>
        </a:solidFill>
        <a:effectLst/>
      </p:bgPr>
    </p:bg>
    <p:spTree>
      <p:nvGrpSpPr>
        <p:cNvPr id="1" name=""/>
        <p:cNvGrpSpPr/>
        <p:nvPr/>
      </p:nvGrpSpPr>
      <p:grpSpPr>
        <a:xfrm>
          <a:off x="0" y="0"/>
          <a:ext cx="0" cy="0"/>
          <a:chOff x="0" y="0"/>
          <a:chExt cx="0" cy="0"/>
        </a:xfrm>
      </p:grpSpPr>
      <p:sp>
        <p:nvSpPr>
          <p:cNvPr id="7" name="Background"/>
          <p:cNvSpPr/>
          <p:nvPr userDrawn="1"/>
        </p:nvSpPr>
        <p:spPr>
          <a:xfrm>
            <a:off x="0" y="0"/>
            <a:ext cx="12193200" cy="6858000"/>
          </a:xfrm>
          <a:prstGeom prst="rect">
            <a:avLst/>
          </a:prstGeom>
          <a:solidFill>
            <a:srgbClr val="03CC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noProof="0" dirty="0" err="1">
              <a:solidFill>
                <a:schemeClr val="tx1"/>
              </a:solidFill>
            </a:endParaRPr>
          </a:p>
        </p:txBody>
      </p:sp>
      <p:sp>
        <p:nvSpPr>
          <p:cNvPr id="4" name="Freeform 6">
            <a:extLst>
              <a:ext uri="{FF2B5EF4-FFF2-40B4-BE49-F238E27FC236}">
                <a16:creationId xmlns:a16="http://schemas.microsoft.com/office/drawing/2014/main" id="{2DBDAC48-E9E3-50DC-4F61-AE86EB78F7A4}"/>
              </a:ext>
            </a:extLst>
          </p:cNvPr>
          <p:cNvSpPr>
            <a:spLocks/>
          </p:cNvSpPr>
          <p:nvPr userDrawn="1"/>
        </p:nvSpPr>
        <p:spPr bwMode="auto">
          <a:xfrm rot="900000">
            <a:off x="-7639521" y="-1308734"/>
            <a:ext cx="18698803" cy="10685028"/>
          </a:xfrm>
          <a:custGeom>
            <a:avLst/>
            <a:gdLst>
              <a:gd name="T0" fmla="*/ 123 w 281"/>
              <a:gd name="T1" fmla="*/ 146 h 161"/>
              <a:gd name="T2" fmla="*/ 0 w 281"/>
              <a:gd name="T3" fmla="*/ 42 h 161"/>
              <a:gd name="T4" fmla="*/ 158 w 281"/>
              <a:gd name="T5" fmla="*/ 15 h 161"/>
              <a:gd name="T6" fmla="*/ 281 w 281"/>
              <a:gd name="T7" fmla="*/ 119 h 161"/>
              <a:gd name="T8" fmla="*/ 123 w 281"/>
              <a:gd name="T9" fmla="*/ 146 h 161"/>
            </a:gdLst>
            <a:ahLst/>
            <a:cxnLst>
              <a:cxn ang="0">
                <a:pos x="T0" y="T1"/>
              </a:cxn>
              <a:cxn ang="0">
                <a:pos x="T2" y="T3"/>
              </a:cxn>
              <a:cxn ang="0">
                <a:pos x="T4" y="T5"/>
              </a:cxn>
              <a:cxn ang="0">
                <a:pos x="T6" y="T7"/>
              </a:cxn>
              <a:cxn ang="0">
                <a:pos x="T8" y="T9"/>
              </a:cxn>
            </a:cxnLst>
            <a:rect l="0" t="0" r="r" b="b"/>
            <a:pathLst>
              <a:path w="281" h="161">
                <a:moveTo>
                  <a:pt x="123" y="146"/>
                </a:moveTo>
                <a:cubicBezTo>
                  <a:pt x="66" y="130"/>
                  <a:pt x="23" y="91"/>
                  <a:pt x="0" y="42"/>
                </a:cubicBezTo>
                <a:cubicBezTo>
                  <a:pt x="45" y="11"/>
                  <a:pt x="102" y="0"/>
                  <a:pt x="158" y="15"/>
                </a:cubicBezTo>
                <a:cubicBezTo>
                  <a:pt x="215" y="31"/>
                  <a:pt x="258" y="70"/>
                  <a:pt x="281" y="119"/>
                </a:cubicBezTo>
                <a:cubicBezTo>
                  <a:pt x="236" y="150"/>
                  <a:pt x="179" y="161"/>
                  <a:pt x="123" y="146"/>
                </a:cubicBezTo>
              </a:path>
            </a:pathLst>
          </a:custGeom>
          <a:solidFill>
            <a:srgbClr val="00874D"/>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8" name="Freeform 25">
            <a:extLst>
              <a:ext uri="{FF2B5EF4-FFF2-40B4-BE49-F238E27FC236}">
                <a16:creationId xmlns:a16="http://schemas.microsoft.com/office/drawing/2014/main" id="{BCFED06E-BBB3-0C17-552D-DFF9887E09D2}"/>
              </a:ext>
            </a:extLst>
          </p:cNvPr>
          <p:cNvSpPr>
            <a:spLocks/>
          </p:cNvSpPr>
          <p:nvPr userDrawn="1"/>
        </p:nvSpPr>
        <p:spPr bwMode="auto">
          <a:xfrm rot="20700000">
            <a:off x="5609555" y="-3994913"/>
            <a:ext cx="16183528" cy="10164263"/>
          </a:xfrm>
          <a:custGeom>
            <a:avLst/>
            <a:gdLst>
              <a:gd name="T0" fmla="*/ 171 w 368"/>
              <a:gd name="T1" fmla="*/ 203 h 231"/>
              <a:gd name="T2" fmla="*/ 0 w 368"/>
              <a:gd name="T3" fmla="*/ 13 h 231"/>
              <a:gd name="T4" fmla="*/ 257 w 368"/>
              <a:gd name="T5" fmla="*/ 34 h 231"/>
              <a:gd name="T6" fmla="*/ 366 w 368"/>
              <a:gd name="T7" fmla="*/ 171 h 231"/>
              <a:gd name="T8" fmla="*/ 355 w 368"/>
              <a:gd name="T9" fmla="*/ 196 h 231"/>
              <a:gd name="T10" fmla="*/ 171 w 368"/>
              <a:gd name="T11" fmla="*/ 203 h 231"/>
            </a:gdLst>
            <a:ahLst/>
            <a:cxnLst>
              <a:cxn ang="0">
                <a:pos x="T0" y="T1"/>
              </a:cxn>
              <a:cxn ang="0">
                <a:pos x="T2" y="T3"/>
              </a:cxn>
              <a:cxn ang="0">
                <a:pos x="T4" y="T5"/>
              </a:cxn>
              <a:cxn ang="0">
                <a:pos x="T6" y="T7"/>
              </a:cxn>
              <a:cxn ang="0">
                <a:pos x="T8" y="T9"/>
              </a:cxn>
              <a:cxn ang="0">
                <a:pos x="T10" y="T11"/>
              </a:cxn>
            </a:cxnLst>
            <a:rect l="0" t="0" r="r" b="b"/>
            <a:pathLst>
              <a:path w="368" h="231">
                <a:moveTo>
                  <a:pt x="171" y="203"/>
                </a:moveTo>
                <a:cubicBezTo>
                  <a:pt x="108" y="174"/>
                  <a:pt x="64" y="85"/>
                  <a:pt x="0" y="13"/>
                </a:cubicBezTo>
                <a:cubicBezTo>
                  <a:pt x="91" y="8"/>
                  <a:pt x="182" y="0"/>
                  <a:pt x="257" y="34"/>
                </a:cubicBezTo>
                <a:cubicBezTo>
                  <a:pt x="317" y="62"/>
                  <a:pt x="351" y="112"/>
                  <a:pt x="366" y="171"/>
                </a:cubicBezTo>
                <a:cubicBezTo>
                  <a:pt x="368" y="181"/>
                  <a:pt x="364" y="191"/>
                  <a:pt x="355" y="196"/>
                </a:cubicBezTo>
                <a:cubicBezTo>
                  <a:pt x="309" y="224"/>
                  <a:pt x="234" y="231"/>
                  <a:pt x="171" y="203"/>
                </a:cubicBezTo>
              </a:path>
            </a:pathLst>
          </a:custGeom>
          <a:solidFill>
            <a:srgbClr val="00874D"/>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0" name="Dynamic legal" descr="{&quot;templafy&quot;:{&quot;id&quot;:&quot;cb01e670-ea34-483a-b5ce-a3c3f5a46304&quot;}}">
            <a:extLst>
              <a:ext uri="{FF2B5EF4-FFF2-40B4-BE49-F238E27FC236}">
                <a16:creationId xmlns:a16="http://schemas.microsoft.com/office/drawing/2014/main" id="{D89E77FF-3DEF-DFD3-5B52-E02AA9C5FF8B}"/>
              </a:ext>
            </a:extLst>
          </p:cNvPr>
          <p:cNvSpPr txBox="1"/>
          <p:nvPr userDrawn="1"/>
        </p:nvSpPr>
        <p:spPr>
          <a:xfrm>
            <a:off x="-1588" y="6678000"/>
            <a:ext cx="12193588" cy="180000"/>
          </a:xfrm>
          <a:prstGeom prst="rect">
            <a:avLst/>
          </a:prstGeom>
          <a:solidFill>
            <a:srgbClr val="110081"/>
          </a:solidFill>
          <a:ln>
            <a:noFill/>
          </a:ln>
        </p:spPr>
        <p:txBody>
          <a:bodyPr wrap="square" lIns="0" tIns="0" rIns="0" bIns="0" anchor="ctr" anchorCtr="0">
            <a:noAutofit/>
          </a:bodyPr>
          <a:lstStyle/>
          <a:p>
            <a:pPr algn="ctr"/>
            <a:r>
              <a:rPr lang="en-US" sz="1000" dirty="0">
                <a:solidFill>
                  <a:srgbClr val="FFFFFF"/>
                </a:solidFill>
                <a:latin typeface="Arial Narrow" panose="020B0606020202030204" pitchFamily="34" charset="0"/>
              </a:rPr>
              <a:t>Confidential, unpublished property of Cigna Healthcare. Do not duplicate or distribute. Use and distribution limited solely to authorized personnel. © 2023 Cigna Healthcare</a:t>
            </a:r>
          </a:p>
        </p:txBody>
      </p:sp>
      <p:sp>
        <p:nvSpPr>
          <p:cNvPr id="11" name="Dynmic Internal use only" descr="{&quot;templafy&quot;:{&quot;id&quot;:&quot;993a7d17-02be-4db1-9c98-85dddc52b4ad&quot;}}" hidden="1" title="Form.Cigna_Confidentiality.Cigna_healthcareConfidentiality">
            <a:extLst>
              <a:ext uri="{FF2B5EF4-FFF2-40B4-BE49-F238E27FC236}">
                <a16:creationId xmlns:a16="http://schemas.microsoft.com/office/drawing/2014/main" id="{6296B649-CC07-9887-3448-0C36DA97FB33}"/>
              </a:ext>
            </a:extLst>
          </p:cNvPr>
          <p:cNvSpPr/>
          <p:nvPr userDrawn="1"/>
        </p:nvSpPr>
        <p:spPr>
          <a:xfrm>
            <a:off x="10859153" y="6678000"/>
            <a:ext cx="973257"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r"/>
            <a:endParaRPr lang="en-US" sz="1000" kern="1200" noProof="0" dirty="0">
              <a:solidFill>
                <a:srgbClr val="FFFFFF"/>
              </a:solidFill>
              <a:latin typeface="Arial Narrow" panose="020B0606020202030204" pitchFamily="34" charset="0"/>
              <a:ea typeface="+mn-ea"/>
              <a:cs typeface="+mn-cs"/>
            </a:endParaRPr>
          </a:p>
        </p:txBody>
      </p:sp>
      <p:pic>
        <p:nvPicPr>
          <p:cNvPr id="3" name="Logo">
            <a:extLst>
              <a:ext uri="{FF2B5EF4-FFF2-40B4-BE49-F238E27FC236}">
                <a16:creationId xmlns:a16="http://schemas.microsoft.com/office/drawing/2014/main" id="{861EB034-F143-7E3F-9946-80073EC41E56}"/>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360000" y="6067943"/>
            <a:ext cx="791999" cy="430177"/>
          </a:xfrm>
          <a:prstGeom prst="rect">
            <a:avLst/>
          </a:prstGeom>
        </p:spPr>
      </p:pic>
      <p:sp>
        <p:nvSpPr>
          <p:cNvPr id="2" name="Title 1"/>
          <p:cNvSpPr>
            <a:spLocks noGrp="1"/>
          </p:cNvSpPr>
          <p:nvPr>
            <p:ph type="ctrTitle" hasCustomPrompt="1"/>
          </p:nvPr>
        </p:nvSpPr>
        <p:spPr bwMode="white">
          <a:xfrm>
            <a:off x="360000" y="720000"/>
            <a:ext cx="5648400" cy="5180400"/>
          </a:xfrm>
        </p:spPr>
        <p:txBody>
          <a:bodyPr lIns="0" tIns="0" rIns="0" bIns="0" anchor="ctr" anchorCtr="0"/>
          <a:lstStyle>
            <a:lvl1pPr algn="l">
              <a:lnSpc>
                <a:spcPct val="90000"/>
              </a:lnSpc>
              <a:defRPr sz="5400" cap="none" baseline="0">
                <a:solidFill>
                  <a:schemeClr val="tx1"/>
                </a:solidFill>
              </a:defRPr>
            </a:lvl1pPr>
          </a:lstStyle>
          <a:p>
            <a:r>
              <a:rPr lang="en-US" noProof="0" dirty="0"/>
              <a:t>Click to add Breaker title</a:t>
            </a:r>
            <a:endParaRPr lang="en-US" dirty="0"/>
          </a:p>
        </p:txBody>
      </p:sp>
      <p:sp>
        <p:nvSpPr>
          <p:cNvPr id="9" name="Slide Number Placeholder 8">
            <a:extLst>
              <a:ext uri="{FF2B5EF4-FFF2-40B4-BE49-F238E27FC236}">
                <a16:creationId xmlns:a16="http://schemas.microsoft.com/office/drawing/2014/main" id="{3291435F-EBA9-9A2E-CA47-D518A47DCEC6}"/>
              </a:ext>
            </a:extLst>
          </p:cNvPr>
          <p:cNvSpPr>
            <a:spLocks noGrp="1"/>
          </p:cNvSpPr>
          <p:nvPr>
            <p:ph type="sldNum" sz="quarter" idx="12"/>
          </p:nvPr>
        </p:nvSpPr>
        <p:spPr bwMode="white"/>
        <p:txBody>
          <a:bodyPr/>
          <a:lstStyle>
            <a:lvl1pPr>
              <a:defRPr>
                <a:solidFill>
                  <a:schemeClr val="tx1"/>
                </a:solidFill>
              </a:defRPr>
            </a:lvl1pPr>
          </a:lstStyle>
          <a:p>
            <a:fld id="{23AA811B-2EBD-4900-905E-5BE206449611}" type="slidenum">
              <a:rPr lang="en-US" smtClean="0"/>
              <a:pPr/>
              <a:t>‹#›</a:t>
            </a:fld>
            <a:endParaRPr lang="en-US" dirty="0"/>
          </a:p>
        </p:txBody>
      </p:sp>
    </p:spTree>
    <p:extLst>
      <p:ext uri="{BB962C8B-B14F-4D97-AF65-F5344CB8AC3E}">
        <p14:creationId xmlns:p14="http://schemas.microsoft.com/office/powerpoint/2010/main" val="30536750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repeatCount="indefinite" accel="29000" autoRev="1" fill="hold" grpId="0" nodeType="withEffect" p14:presetBounceEnd="24000">
                                      <p:stCondLst>
                                        <p:cond delay="0"/>
                                      </p:stCondLst>
                                      <p:childTnLst>
                                        <p:animMotion origin="layout" path="M 0.00963 -0.02199 L 0.00963 -0.02175 C 0.01107 -0.01712 0.01263 -0.01226 0.0138 -0.00717 C 0.01523 -0.00208 0.01406 -0.00023 0.01797 0.00209 C 0.02031 0.00325 0.02291 0.00325 0.02526 0.00394 C 0.0263 0.0044 0.02734 0.00487 0.02838 0.00579 C 0.02982 0.00672 0.03112 0.00834 0.03255 0.0095 C 0.03489 0.01088 0.03737 0.01181 0.03984 0.0132 C 0.04023 0.01065 0.04114 0.00811 0.04088 0.00579 C 0.04049 0.00209 0.03893 -0.00069 0.03776 -0.00347 C 0.03242 -0.01805 0.03659 -0.00393 0.03255 -0.01828 C 0.03502 -0.04027 0.03594 -0.03101 0.03255 -0.04606 C 0.02982 -0.02638 0.0332 -0.02962 0.02109 -0.03495 C 0.02005 -0.03564 0.01901 -0.03634 0.01797 -0.0368 C 0.01693 -0.03865 0.01614 -0.04097 0.01484 -0.04236 C 0.01172 -0.04652 0.01015 -0.04629 0.00651 -0.04791 C 0.00547 -0.04861 0.00443 -0.0493 0.00351 -0.04976 C 0.00416 -0.04745 0.0043 -0.04421 0.00547 -0.04236 C 0.00729 -0.04004 0.01172 -0.03865 0.01172 -0.03842 C 0.01276 -0.0368 0.01367 -0.03472 0.01484 -0.0331 C 0.01823 -0.02916 0.02161 -0.03402 0.01276 -0.02754 C 0.01159 -0.02129 0.01015 -0.02291 0.00963 -0.02199 Z " pathEditMode="relative" rAng="0" ptsTypes="AAAAAAAAAAAAAAAAAAAAAA" p14:bounceEnd="24000">
                                          <p:cBhvr>
                                            <p:cTn id="6" dur="20000" fill="hold"/>
                                            <p:tgtEl>
                                              <p:spTgt spid="8"/>
                                            </p:tgtEl>
                                            <p:attrNameLst>
                                              <p:attrName>ppt_x</p:attrName>
                                              <p:attrName>ppt_y</p:attrName>
                                            </p:attrNameLst>
                                          </p:cBhvr>
                                          <p:rCtr x="1250" y="370"/>
                                        </p:animMotion>
                                      </p:childTnLst>
                                    </p:cTn>
                                  </p:par>
                                  <p:par>
                                    <p:cTn id="7" presetID="0" presetClass="path" presetSubtype="0" repeatCount="indefinite" accel="29000" autoRev="1" fill="hold" grpId="0" nodeType="withEffect" p14:presetBounceEnd="24000">
                                      <p:stCondLst>
                                        <p:cond delay="0"/>
                                      </p:stCondLst>
                                      <p:childTnLst>
                                        <p:animMotion origin="layout" path="M -0.00013 -0.0074 L -0.00039 -0.00694 C -0.00325 -0.00555 -0.00612 -0.00416 -0.00937 -0.00347 C -0.0125 -0.00231 -0.01302 -0.00532 -0.01497 0.0007 C -0.01627 0.0044 -0.01666 0.0095 -0.01809 0.01274 C -0.01888 0.01505 -0.0194 0.01667 -0.01953 0.01528 C -0.02109 0.02037 -0.02226 0.02223 -0.0233 0.02431 C -0.0246 0.02801 -0.02578 0.03102 -0.02721 0.03588 C -0.02591 0.03727 -0.02474 0.03959 -0.02343 0.03959 C -0.02122 0.03936 -0.0194 0.03797 -0.01757 0.03588 C -0.00768 0.03125 -0.01705 0.03473 -0.0082 0.03149 C 0.00313 0.04144 -0.00065 0.03982 0.00678 0.03843 C -0.00156 0.02825 -0.00221 0.03565 0.00417 0.01575 C 0.00508 0.01459 0.00599 0.01204 0.00586 0.01135 C 0.00691 0.00996 0.00873 0.00903 0.00951 0.00741 C 0.0129 0.00209 0.0129 -4.44444E-6 0.01472 -0.00625 C 0.0155 -0.00856 0.01615 -0.00995 0.01641 -0.01018 C 0.01485 -0.00972 0.01368 -0.01064 0.01211 -0.01018 C 0.01016 -0.00625 0.00886 0.00116 0.00873 -4.44444E-6 C 0.00704 0.00232 0.0056 0.00348 0.00482 0.00487 C 0.00144 0.00973 0.0043 0.01528 0.00196 -4.44444E-6 C -0.00104 -0.00416 0.00105 -0.00694 -0.00013 -0.0074 Z " pathEditMode="relative" rAng="6300000" ptsTypes="AAAAAAAAAAAAAAAAAAAAAA" p14:bounceEnd="24000">
                                          <p:cBhvr>
                                            <p:cTn id="8" dur="20000" fill="hold"/>
                                            <p:tgtEl>
                                              <p:spTgt spid="4"/>
                                            </p:tgtEl>
                                            <p:attrNameLst>
                                              <p:attrName>ppt_x</p:attrName>
                                              <p:attrName>ppt_y</p:attrName>
                                            </p:attrNameLst>
                                          </p:cBhvr>
                                          <p:rCtr x="-534" y="210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Lst>
      </p:timing>
    </mc:Choice>
    <mc:Fallback xmlns:p15="http://schemas.microsoft.com/office/powerpoint/2012/main" xmlns:asvg="http://schemas.microsoft.com/office/drawing/2016/SVG/main" xmlns:a14="http://schemas.microsoft.com/office/drawing/2010/main" xmlns:a16="http://schemas.microsoft.com/office/drawing/2014/main"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repeatCount="indefinite" accel="29000" autoRev="1" fill="hold" grpId="0" nodeType="withEffect">
                                      <p:stCondLst>
                                        <p:cond delay="0"/>
                                      </p:stCondLst>
                                      <p:childTnLst>
                                        <p:animMotion origin="layout" path="M 0.00963 -0.02199 L 0.00963 -0.02175 C 0.01107 -0.01712 0.01263 -0.01226 0.0138 -0.00717 C 0.01523 -0.00208 0.01406 -0.00023 0.01797 0.00209 C 0.02031 0.00325 0.02291 0.00325 0.02526 0.00394 C 0.0263 0.0044 0.02734 0.00487 0.02838 0.00579 C 0.02982 0.00672 0.03112 0.00834 0.03255 0.0095 C 0.03489 0.01088 0.03737 0.01181 0.03984 0.0132 C 0.04023 0.01065 0.04114 0.00811 0.04088 0.00579 C 0.04049 0.00209 0.03893 -0.00069 0.03776 -0.00347 C 0.03242 -0.01805 0.03659 -0.00393 0.03255 -0.01828 C 0.03502 -0.04027 0.03594 -0.03101 0.03255 -0.04606 C 0.02982 -0.02638 0.0332 -0.02962 0.02109 -0.03495 C 0.02005 -0.03564 0.01901 -0.03634 0.01797 -0.0368 C 0.01693 -0.03865 0.01614 -0.04097 0.01484 -0.04236 C 0.01172 -0.04652 0.01015 -0.04629 0.00651 -0.04791 C 0.00547 -0.04861 0.00443 -0.0493 0.00351 -0.04976 C 0.00416 -0.04745 0.0043 -0.04421 0.00547 -0.04236 C 0.00729 -0.04004 0.01172 -0.03865 0.01172 -0.03842 C 0.01276 -0.0368 0.01367 -0.03472 0.01484 -0.0331 C 0.01823 -0.02916 0.02161 -0.03402 0.01276 -0.02754 C 0.01159 -0.02129 0.01015 -0.02291 0.00963 -0.02199 Z " pathEditMode="relative" rAng="0" ptsTypes="AAAAAAAAAAAAAAAAAAAAAA">
                                          <p:cBhvr>
                                            <p:cTn id="6" dur="20000" fill="hold"/>
                                            <p:tgtEl>
                                              <p:spTgt spid="8"/>
                                            </p:tgtEl>
                                            <p:attrNameLst>
                                              <p:attrName>ppt_x</p:attrName>
                                              <p:attrName>ppt_y</p:attrName>
                                            </p:attrNameLst>
                                          </p:cBhvr>
                                          <p:rCtr x="1250" y="370"/>
                                        </p:animMotion>
                                      </p:childTnLst>
                                    </p:cTn>
                                  </p:par>
                                  <p:par>
                                    <p:cTn id="7" presetID="0" presetClass="path" presetSubtype="0" repeatCount="indefinite" accel="29000" autoRev="1" fill="hold" grpId="0" nodeType="withEffect">
                                      <p:stCondLst>
                                        <p:cond delay="0"/>
                                      </p:stCondLst>
                                      <p:childTnLst>
                                        <p:animMotion origin="layout" path="M -0.00013 -0.0074 L -0.00039 -0.00694 C -0.00325 -0.00555 -0.00612 -0.00416 -0.00937 -0.00347 C -0.0125 -0.00231 -0.01302 -0.00532 -0.01497 0.0007 C -0.01627 0.0044 -0.01666 0.0095 -0.01809 0.01274 C -0.01888 0.01505 -0.0194 0.01667 -0.01953 0.01528 C -0.02109 0.02037 -0.02226 0.02223 -0.0233 0.02431 C -0.0246 0.02801 -0.02578 0.03102 -0.02721 0.03588 C -0.02591 0.03727 -0.02474 0.03959 -0.02343 0.03959 C -0.02122 0.03936 -0.0194 0.03797 -0.01757 0.03588 C -0.00768 0.03125 -0.01705 0.03473 -0.0082 0.03149 C 0.00313 0.04144 -0.00065 0.03982 0.00678 0.03843 C -0.00156 0.02825 -0.00221 0.03565 0.00417 0.01575 C 0.00508 0.01459 0.00599 0.01204 0.00586 0.01135 C 0.00691 0.00996 0.00873 0.00903 0.00951 0.00741 C 0.0129 0.00209 0.0129 -4.44444E-6 0.01472 -0.00625 C 0.0155 -0.00856 0.01615 -0.00995 0.01641 -0.01018 C 0.01485 -0.00972 0.01368 -0.01064 0.01211 -0.01018 C 0.01016 -0.00625 0.00886 0.00116 0.00873 -4.44444E-6 C 0.00704 0.00232 0.0056 0.00348 0.00482 0.00487 C 0.00144 0.00973 0.0043 0.01528 0.00196 -4.44444E-6 C -0.00104 -0.00416 0.00105 -0.00694 -0.00013 -0.0074 Z " pathEditMode="relative" rAng="6300000" ptsTypes="AAAAAAAAAAAAAAAAAAAAAA">
                                          <p:cBhvr>
                                            <p:cTn id="8" dur="20000" fill="hold"/>
                                            <p:tgtEl>
                                              <p:spTgt spid="4"/>
                                            </p:tgtEl>
                                            <p:attrNameLst>
                                              <p:attrName>ppt_x</p:attrName>
                                              <p:attrName>ppt_y</p:attrName>
                                            </p:attrNameLst>
                                          </p:cBhvr>
                                          <p:rCtr x="-534" y="210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Lst>
      </p:timing>
    </mc:Fallback>
  </mc:AlternateContent>
  <p:extLst>
    <p:ext uri="{DCECCB84-F9BA-43D5-87BE-67443E8EF086}">
      <p15:sldGuideLst xmlns:p15="http://schemas.microsoft.com/office/powerpoint/2012/main">
        <p15:guide id="1" orient="horz" pos="453" userDrawn="1">
          <p15:clr>
            <a:srgbClr val="A4A3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 Breaker">
    <p:bg>
      <p:bgPr>
        <a:solidFill>
          <a:schemeClr val="bg2"/>
        </a:solidFill>
        <a:effectLst/>
      </p:bgPr>
    </p:bg>
    <p:spTree>
      <p:nvGrpSpPr>
        <p:cNvPr id="1" name=""/>
        <p:cNvGrpSpPr/>
        <p:nvPr/>
      </p:nvGrpSpPr>
      <p:grpSpPr>
        <a:xfrm>
          <a:off x="0" y="0"/>
          <a:ext cx="0" cy="0"/>
          <a:chOff x="0" y="0"/>
          <a:chExt cx="0" cy="0"/>
        </a:xfrm>
      </p:grpSpPr>
      <p:sp>
        <p:nvSpPr>
          <p:cNvPr id="7" name="Background"/>
          <p:cNvSpPr/>
          <p:nvPr userDrawn="1"/>
        </p:nvSpPr>
        <p:spPr>
          <a:xfrm>
            <a:off x="0" y="0"/>
            <a:ext cx="12193200" cy="6858000"/>
          </a:xfrm>
          <a:prstGeom prst="rect">
            <a:avLst/>
          </a:prstGeom>
          <a:solidFill>
            <a:srgbClr val="FAA1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noProof="0" dirty="0" err="1">
              <a:solidFill>
                <a:schemeClr val="tx1"/>
              </a:solidFill>
            </a:endParaRPr>
          </a:p>
        </p:txBody>
      </p:sp>
      <p:sp>
        <p:nvSpPr>
          <p:cNvPr id="4" name="Freeform 6">
            <a:extLst>
              <a:ext uri="{FF2B5EF4-FFF2-40B4-BE49-F238E27FC236}">
                <a16:creationId xmlns:a16="http://schemas.microsoft.com/office/drawing/2014/main" id="{2DBDAC48-E9E3-50DC-4F61-AE86EB78F7A4}"/>
              </a:ext>
            </a:extLst>
          </p:cNvPr>
          <p:cNvSpPr>
            <a:spLocks/>
          </p:cNvSpPr>
          <p:nvPr userDrawn="1"/>
        </p:nvSpPr>
        <p:spPr bwMode="auto">
          <a:xfrm rot="900000">
            <a:off x="-7639521" y="-1308734"/>
            <a:ext cx="18698803" cy="10685028"/>
          </a:xfrm>
          <a:custGeom>
            <a:avLst/>
            <a:gdLst>
              <a:gd name="T0" fmla="*/ 123 w 281"/>
              <a:gd name="T1" fmla="*/ 146 h 161"/>
              <a:gd name="T2" fmla="*/ 0 w 281"/>
              <a:gd name="T3" fmla="*/ 42 h 161"/>
              <a:gd name="T4" fmla="*/ 158 w 281"/>
              <a:gd name="T5" fmla="*/ 15 h 161"/>
              <a:gd name="T6" fmla="*/ 281 w 281"/>
              <a:gd name="T7" fmla="*/ 119 h 161"/>
              <a:gd name="T8" fmla="*/ 123 w 281"/>
              <a:gd name="T9" fmla="*/ 146 h 161"/>
            </a:gdLst>
            <a:ahLst/>
            <a:cxnLst>
              <a:cxn ang="0">
                <a:pos x="T0" y="T1"/>
              </a:cxn>
              <a:cxn ang="0">
                <a:pos x="T2" y="T3"/>
              </a:cxn>
              <a:cxn ang="0">
                <a:pos x="T4" y="T5"/>
              </a:cxn>
              <a:cxn ang="0">
                <a:pos x="T6" y="T7"/>
              </a:cxn>
              <a:cxn ang="0">
                <a:pos x="T8" y="T9"/>
              </a:cxn>
            </a:cxnLst>
            <a:rect l="0" t="0" r="r" b="b"/>
            <a:pathLst>
              <a:path w="281" h="161">
                <a:moveTo>
                  <a:pt x="123" y="146"/>
                </a:moveTo>
                <a:cubicBezTo>
                  <a:pt x="66" y="130"/>
                  <a:pt x="23" y="91"/>
                  <a:pt x="0" y="42"/>
                </a:cubicBezTo>
                <a:cubicBezTo>
                  <a:pt x="45" y="11"/>
                  <a:pt x="102" y="0"/>
                  <a:pt x="158" y="15"/>
                </a:cubicBezTo>
                <a:cubicBezTo>
                  <a:pt x="215" y="31"/>
                  <a:pt x="258" y="70"/>
                  <a:pt x="281" y="119"/>
                </a:cubicBezTo>
                <a:cubicBezTo>
                  <a:pt x="236" y="150"/>
                  <a:pt x="179" y="161"/>
                  <a:pt x="123" y="146"/>
                </a:cubicBezTo>
              </a:path>
            </a:pathLst>
          </a:custGeom>
          <a:solidFill>
            <a:srgbClr val="FF4D00"/>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8" name="Freeform 25">
            <a:extLst>
              <a:ext uri="{FF2B5EF4-FFF2-40B4-BE49-F238E27FC236}">
                <a16:creationId xmlns:a16="http://schemas.microsoft.com/office/drawing/2014/main" id="{BCFED06E-BBB3-0C17-552D-DFF9887E09D2}"/>
              </a:ext>
            </a:extLst>
          </p:cNvPr>
          <p:cNvSpPr>
            <a:spLocks/>
          </p:cNvSpPr>
          <p:nvPr userDrawn="1"/>
        </p:nvSpPr>
        <p:spPr bwMode="auto">
          <a:xfrm rot="20700000">
            <a:off x="5609555" y="-3994913"/>
            <a:ext cx="16183528" cy="10164263"/>
          </a:xfrm>
          <a:custGeom>
            <a:avLst/>
            <a:gdLst>
              <a:gd name="T0" fmla="*/ 171 w 368"/>
              <a:gd name="T1" fmla="*/ 203 h 231"/>
              <a:gd name="T2" fmla="*/ 0 w 368"/>
              <a:gd name="T3" fmla="*/ 13 h 231"/>
              <a:gd name="T4" fmla="*/ 257 w 368"/>
              <a:gd name="T5" fmla="*/ 34 h 231"/>
              <a:gd name="T6" fmla="*/ 366 w 368"/>
              <a:gd name="T7" fmla="*/ 171 h 231"/>
              <a:gd name="T8" fmla="*/ 355 w 368"/>
              <a:gd name="T9" fmla="*/ 196 h 231"/>
              <a:gd name="T10" fmla="*/ 171 w 368"/>
              <a:gd name="T11" fmla="*/ 203 h 231"/>
            </a:gdLst>
            <a:ahLst/>
            <a:cxnLst>
              <a:cxn ang="0">
                <a:pos x="T0" y="T1"/>
              </a:cxn>
              <a:cxn ang="0">
                <a:pos x="T2" y="T3"/>
              </a:cxn>
              <a:cxn ang="0">
                <a:pos x="T4" y="T5"/>
              </a:cxn>
              <a:cxn ang="0">
                <a:pos x="T6" y="T7"/>
              </a:cxn>
              <a:cxn ang="0">
                <a:pos x="T8" y="T9"/>
              </a:cxn>
              <a:cxn ang="0">
                <a:pos x="T10" y="T11"/>
              </a:cxn>
            </a:cxnLst>
            <a:rect l="0" t="0" r="r" b="b"/>
            <a:pathLst>
              <a:path w="368" h="231">
                <a:moveTo>
                  <a:pt x="171" y="203"/>
                </a:moveTo>
                <a:cubicBezTo>
                  <a:pt x="108" y="174"/>
                  <a:pt x="64" y="85"/>
                  <a:pt x="0" y="13"/>
                </a:cubicBezTo>
                <a:cubicBezTo>
                  <a:pt x="91" y="8"/>
                  <a:pt x="182" y="0"/>
                  <a:pt x="257" y="34"/>
                </a:cubicBezTo>
                <a:cubicBezTo>
                  <a:pt x="317" y="62"/>
                  <a:pt x="351" y="112"/>
                  <a:pt x="366" y="171"/>
                </a:cubicBezTo>
                <a:cubicBezTo>
                  <a:pt x="368" y="181"/>
                  <a:pt x="364" y="191"/>
                  <a:pt x="355" y="196"/>
                </a:cubicBezTo>
                <a:cubicBezTo>
                  <a:pt x="309" y="224"/>
                  <a:pt x="234" y="231"/>
                  <a:pt x="171" y="203"/>
                </a:cubicBezTo>
              </a:path>
            </a:pathLst>
          </a:custGeom>
          <a:solidFill>
            <a:srgbClr val="FF4D00"/>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 name="Dynamic legal" descr="{&quot;templafy&quot;:{&quot;id&quot;:&quot;00114741-ef46-4a39-aa7f-af9451597728&quot;}}">
            <a:extLst>
              <a:ext uri="{FF2B5EF4-FFF2-40B4-BE49-F238E27FC236}">
                <a16:creationId xmlns:a16="http://schemas.microsoft.com/office/drawing/2014/main" id="{353DF039-3B1A-C190-4EA6-6ABD3A4641A3}"/>
              </a:ext>
            </a:extLst>
          </p:cNvPr>
          <p:cNvSpPr txBox="1"/>
          <p:nvPr userDrawn="1"/>
        </p:nvSpPr>
        <p:spPr>
          <a:xfrm>
            <a:off x="-1588" y="6678000"/>
            <a:ext cx="12193588" cy="180000"/>
          </a:xfrm>
          <a:prstGeom prst="rect">
            <a:avLst/>
          </a:prstGeom>
          <a:solidFill>
            <a:srgbClr val="110081"/>
          </a:solidFill>
          <a:ln>
            <a:noFill/>
          </a:ln>
        </p:spPr>
        <p:txBody>
          <a:bodyPr wrap="square" lIns="0" tIns="0" rIns="0" bIns="0" anchor="ctr" anchorCtr="0">
            <a:noAutofit/>
          </a:bodyPr>
          <a:lstStyle/>
          <a:p>
            <a:pPr algn="ctr"/>
            <a:r>
              <a:rPr lang="en-US" sz="1000" dirty="0">
                <a:solidFill>
                  <a:srgbClr val="FFFFFF"/>
                </a:solidFill>
                <a:latin typeface="Arial Narrow" panose="020B0606020202030204" pitchFamily="34" charset="0"/>
              </a:rPr>
              <a:t>Confidential, unpublished property of Cigna Healthcare. Do not duplicate or distribute. Use and distribution limited solely to authorized personnel. © 2023 Cigna Healthcare</a:t>
            </a:r>
          </a:p>
        </p:txBody>
      </p:sp>
      <p:sp>
        <p:nvSpPr>
          <p:cNvPr id="6" name="Dynmic Internal use only" descr="{&quot;templafy&quot;:{&quot;id&quot;:&quot;55618df3-b570-420e-aa4d-0bc6fcbf0b47&quot;}}" hidden="1" title="Form.Cigna_Confidentiality.Cigna_healthcareConfidentiality">
            <a:extLst>
              <a:ext uri="{FF2B5EF4-FFF2-40B4-BE49-F238E27FC236}">
                <a16:creationId xmlns:a16="http://schemas.microsoft.com/office/drawing/2014/main" id="{FB723643-3702-E3C5-80BE-703B4C10DD99}"/>
              </a:ext>
            </a:extLst>
          </p:cNvPr>
          <p:cNvSpPr/>
          <p:nvPr userDrawn="1"/>
        </p:nvSpPr>
        <p:spPr>
          <a:xfrm>
            <a:off x="10859153" y="6678000"/>
            <a:ext cx="973257"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r"/>
            <a:endParaRPr lang="en-US" sz="1000" kern="1200" noProof="0" dirty="0">
              <a:solidFill>
                <a:srgbClr val="FFFFFF"/>
              </a:solidFill>
              <a:latin typeface="Arial Narrow" panose="020B0606020202030204" pitchFamily="34" charset="0"/>
              <a:ea typeface="+mn-ea"/>
              <a:cs typeface="+mn-cs"/>
            </a:endParaRPr>
          </a:p>
        </p:txBody>
      </p:sp>
      <p:pic>
        <p:nvPicPr>
          <p:cNvPr id="3" name="Logo">
            <a:extLst>
              <a:ext uri="{FF2B5EF4-FFF2-40B4-BE49-F238E27FC236}">
                <a16:creationId xmlns:a16="http://schemas.microsoft.com/office/drawing/2014/main" id="{861EB034-F143-7E3F-9946-80073EC41E56}"/>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360000" y="6067943"/>
            <a:ext cx="791999" cy="430177"/>
          </a:xfrm>
          <a:prstGeom prst="rect">
            <a:avLst/>
          </a:prstGeom>
        </p:spPr>
      </p:pic>
      <p:sp>
        <p:nvSpPr>
          <p:cNvPr id="2" name="Title 1"/>
          <p:cNvSpPr>
            <a:spLocks noGrp="1"/>
          </p:cNvSpPr>
          <p:nvPr>
            <p:ph type="ctrTitle" hasCustomPrompt="1"/>
          </p:nvPr>
        </p:nvSpPr>
        <p:spPr bwMode="white">
          <a:xfrm>
            <a:off x="360000" y="720000"/>
            <a:ext cx="5648400" cy="5180400"/>
          </a:xfrm>
        </p:spPr>
        <p:txBody>
          <a:bodyPr lIns="0" tIns="0" rIns="0" bIns="0" anchor="ctr" anchorCtr="0"/>
          <a:lstStyle>
            <a:lvl1pPr algn="l">
              <a:lnSpc>
                <a:spcPct val="90000"/>
              </a:lnSpc>
              <a:defRPr sz="5400" cap="none" baseline="0">
                <a:solidFill>
                  <a:schemeClr val="tx1"/>
                </a:solidFill>
              </a:defRPr>
            </a:lvl1pPr>
          </a:lstStyle>
          <a:p>
            <a:r>
              <a:rPr lang="en-US" noProof="0" dirty="0"/>
              <a:t>Click to add Breaker title</a:t>
            </a:r>
            <a:endParaRPr lang="en-US" dirty="0"/>
          </a:p>
        </p:txBody>
      </p:sp>
      <p:sp>
        <p:nvSpPr>
          <p:cNvPr id="12" name="Slide Number Placeholder 11">
            <a:extLst>
              <a:ext uri="{FF2B5EF4-FFF2-40B4-BE49-F238E27FC236}">
                <a16:creationId xmlns:a16="http://schemas.microsoft.com/office/drawing/2014/main" id="{C40BBCB3-ED81-899F-FD24-50EA86B4A2FB}"/>
              </a:ext>
            </a:extLst>
          </p:cNvPr>
          <p:cNvSpPr>
            <a:spLocks noGrp="1"/>
          </p:cNvSpPr>
          <p:nvPr>
            <p:ph type="sldNum" sz="quarter" idx="12"/>
          </p:nvPr>
        </p:nvSpPr>
        <p:spPr/>
        <p:txBody>
          <a:bodyPr/>
          <a:lstStyle>
            <a:lvl1pPr>
              <a:defRPr>
                <a:solidFill>
                  <a:schemeClr val="tx1"/>
                </a:solidFill>
              </a:defRPr>
            </a:lvl1pPr>
          </a:lstStyle>
          <a:p>
            <a:fld id="{23AA811B-2EBD-4900-905E-5BE206449611}" type="slidenum">
              <a:rPr lang="en-US" smtClean="0"/>
              <a:pPr/>
              <a:t>‹#›</a:t>
            </a:fld>
            <a:endParaRPr lang="en-US" dirty="0"/>
          </a:p>
        </p:txBody>
      </p:sp>
    </p:spTree>
    <p:extLst>
      <p:ext uri="{BB962C8B-B14F-4D97-AF65-F5344CB8AC3E}">
        <p14:creationId xmlns:p14="http://schemas.microsoft.com/office/powerpoint/2010/main" val="39521233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repeatCount="indefinite" accel="29000" autoRev="1" fill="hold" grpId="0" nodeType="withEffect" p14:presetBounceEnd="24000">
                                      <p:stCondLst>
                                        <p:cond delay="0"/>
                                      </p:stCondLst>
                                      <p:childTnLst>
                                        <p:animMotion origin="layout" path="M 0.00963 -0.02199 L 0.00963 -0.02175 C 0.01107 -0.01712 0.01263 -0.01226 0.0138 -0.00717 C 0.01523 -0.00208 0.01406 -0.00023 0.01797 0.00209 C 0.02031 0.00325 0.02291 0.00325 0.02526 0.00394 C 0.0263 0.0044 0.02734 0.00487 0.02838 0.00579 C 0.02982 0.00672 0.03112 0.00834 0.03255 0.0095 C 0.03489 0.01088 0.03737 0.01181 0.03984 0.0132 C 0.04023 0.01065 0.04114 0.00811 0.04088 0.00579 C 0.04049 0.00209 0.03893 -0.00069 0.03776 -0.00347 C 0.03242 -0.01805 0.03659 -0.00393 0.03255 -0.01828 C 0.03502 -0.04027 0.03594 -0.03101 0.03255 -0.04606 C 0.02982 -0.02638 0.0332 -0.02962 0.02109 -0.03495 C 0.02005 -0.03564 0.01901 -0.03634 0.01797 -0.0368 C 0.01693 -0.03865 0.01614 -0.04097 0.01484 -0.04236 C 0.01172 -0.04652 0.01015 -0.04629 0.00651 -0.04791 C 0.00547 -0.04861 0.00443 -0.0493 0.00351 -0.04976 C 0.00416 -0.04745 0.0043 -0.04421 0.00547 -0.04236 C 0.00729 -0.04004 0.01172 -0.03865 0.01172 -0.03842 C 0.01276 -0.0368 0.01367 -0.03472 0.01484 -0.0331 C 0.01823 -0.02916 0.02161 -0.03402 0.01276 -0.02754 C 0.01159 -0.02129 0.01015 -0.02291 0.00963 -0.02199 Z " pathEditMode="relative" rAng="0" ptsTypes="AAAAAAAAAAAAAAAAAAAAAA" p14:bounceEnd="24000">
                                          <p:cBhvr>
                                            <p:cTn id="6" dur="20000" fill="hold"/>
                                            <p:tgtEl>
                                              <p:spTgt spid="8"/>
                                            </p:tgtEl>
                                            <p:attrNameLst>
                                              <p:attrName>ppt_x</p:attrName>
                                              <p:attrName>ppt_y</p:attrName>
                                            </p:attrNameLst>
                                          </p:cBhvr>
                                          <p:rCtr x="1250" y="370"/>
                                        </p:animMotion>
                                      </p:childTnLst>
                                    </p:cTn>
                                  </p:par>
                                  <p:par>
                                    <p:cTn id="7" presetID="0" presetClass="path" presetSubtype="0" repeatCount="indefinite" accel="29000" autoRev="1" fill="hold" grpId="0" nodeType="withEffect" p14:presetBounceEnd="24000">
                                      <p:stCondLst>
                                        <p:cond delay="0"/>
                                      </p:stCondLst>
                                      <p:childTnLst>
                                        <p:animMotion origin="layout" path="M -0.00013 -0.0074 L -0.00039 -0.00694 C -0.00325 -0.00555 -0.00612 -0.00416 -0.00937 -0.00347 C -0.0125 -0.00231 -0.01302 -0.00532 -0.01497 0.0007 C -0.01627 0.0044 -0.01666 0.0095 -0.01809 0.01274 C -0.01888 0.01505 -0.0194 0.01667 -0.01953 0.01528 C -0.02109 0.02037 -0.02226 0.02223 -0.0233 0.02431 C -0.0246 0.02801 -0.02578 0.03102 -0.02721 0.03588 C -0.02591 0.03727 -0.02474 0.03959 -0.02343 0.03959 C -0.02122 0.03936 -0.0194 0.03797 -0.01757 0.03588 C -0.00768 0.03125 -0.01705 0.03473 -0.0082 0.03149 C 0.00313 0.04144 -0.00065 0.03982 0.00678 0.03843 C -0.00156 0.02825 -0.00221 0.03565 0.00417 0.01575 C 0.00508 0.01459 0.00599 0.01204 0.00586 0.01135 C 0.00691 0.00996 0.00873 0.00903 0.00951 0.00741 C 0.0129 0.00209 0.0129 -4.44444E-6 0.01472 -0.00625 C 0.0155 -0.00856 0.01615 -0.00995 0.01641 -0.01018 C 0.01485 -0.00972 0.01368 -0.01064 0.01211 -0.01018 C 0.01016 -0.00625 0.00886 0.00116 0.00873 -4.44444E-6 C 0.00704 0.00232 0.0056 0.00348 0.00482 0.00487 C 0.00144 0.00973 0.0043 0.01528 0.00196 -4.44444E-6 C -0.00104 -0.00416 0.00105 -0.00694 -0.00013 -0.0074 Z " pathEditMode="relative" rAng="6300000" ptsTypes="AAAAAAAAAAAAAAAAAAAAAA" p14:bounceEnd="24000">
                                          <p:cBhvr>
                                            <p:cTn id="8" dur="20000" fill="hold"/>
                                            <p:tgtEl>
                                              <p:spTgt spid="4"/>
                                            </p:tgtEl>
                                            <p:attrNameLst>
                                              <p:attrName>ppt_x</p:attrName>
                                              <p:attrName>ppt_y</p:attrName>
                                            </p:attrNameLst>
                                          </p:cBhvr>
                                          <p:rCtr x="-534" y="210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Lst>
      </p:timing>
    </mc:Choice>
    <mc:Fallback xmlns:p15="http://schemas.microsoft.com/office/powerpoint/2012/main" xmlns:asvg="http://schemas.microsoft.com/office/drawing/2016/SVG/main" xmlns:a14="http://schemas.microsoft.com/office/drawing/2010/main" xmlns:a16="http://schemas.microsoft.com/office/drawing/2014/main"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repeatCount="indefinite" accel="29000" autoRev="1" fill="hold" grpId="0" nodeType="withEffect">
                                      <p:stCondLst>
                                        <p:cond delay="0"/>
                                      </p:stCondLst>
                                      <p:childTnLst>
                                        <p:animMotion origin="layout" path="M 0.00963 -0.02199 L 0.00963 -0.02175 C 0.01107 -0.01712 0.01263 -0.01226 0.0138 -0.00717 C 0.01523 -0.00208 0.01406 -0.00023 0.01797 0.00209 C 0.02031 0.00325 0.02291 0.00325 0.02526 0.00394 C 0.0263 0.0044 0.02734 0.00487 0.02838 0.00579 C 0.02982 0.00672 0.03112 0.00834 0.03255 0.0095 C 0.03489 0.01088 0.03737 0.01181 0.03984 0.0132 C 0.04023 0.01065 0.04114 0.00811 0.04088 0.00579 C 0.04049 0.00209 0.03893 -0.00069 0.03776 -0.00347 C 0.03242 -0.01805 0.03659 -0.00393 0.03255 -0.01828 C 0.03502 -0.04027 0.03594 -0.03101 0.03255 -0.04606 C 0.02982 -0.02638 0.0332 -0.02962 0.02109 -0.03495 C 0.02005 -0.03564 0.01901 -0.03634 0.01797 -0.0368 C 0.01693 -0.03865 0.01614 -0.04097 0.01484 -0.04236 C 0.01172 -0.04652 0.01015 -0.04629 0.00651 -0.04791 C 0.00547 -0.04861 0.00443 -0.0493 0.00351 -0.04976 C 0.00416 -0.04745 0.0043 -0.04421 0.00547 -0.04236 C 0.00729 -0.04004 0.01172 -0.03865 0.01172 -0.03842 C 0.01276 -0.0368 0.01367 -0.03472 0.01484 -0.0331 C 0.01823 -0.02916 0.02161 -0.03402 0.01276 -0.02754 C 0.01159 -0.02129 0.01015 -0.02291 0.00963 -0.02199 Z " pathEditMode="relative" rAng="0" ptsTypes="AAAAAAAAAAAAAAAAAAAAAA">
                                          <p:cBhvr>
                                            <p:cTn id="6" dur="20000" fill="hold"/>
                                            <p:tgtEl>
                                              <p:spTgt spid="8"/>
                                            </p:tgtEl>
                                            <p:attrNameLst>
                                              <p:attrName>ppt_x</p:attrName>
                                              <p:attrName>ppt_y</p:attrName>
                                            </p:attrNameLst>
                                          </p:cBhvr>
                                          <p:rCtr x="1250" y="370"/>
                                        </p:animMotion>
                                      </p:childTnLst>
                                    </p:cTn>
                                  </p:par>
                                  <p:par>
                                    <p:cTn id="7" presetID="0" presetClass="path" presetSubtype="0" repeatCount="indefinite" accel="29000" autoRev="1" fill="hold" grpId="0" nodeType="withEffect">
                                      <p:stCondLst>
                                        <p:cond delay="0"/>
                                      </p:stCondLst>
                                      <p:childTnLst>
                                        <p:animMotion origin="layout" path="M -0.00013 -0.0074 L -0.00039 -0.00694 C -0.00325 -0.00555 -0.00612 -0.00416 -0.00937 -0.00347 C -0.0125 -0.00231 -0.01302 -0.00532 -0.01497 0.0007 C -0.01627 0.0044 -0.01666 0.0095 -0.01809 0.01274 C -0.01888 0.01505 -0.0194 0.01667 -0.01953 0.01528 C -0.02109 0.02037 -0.02226 0.02223 -0.0233 0.02431 C -0.0246 0.02801 -0.02578 0.03102 -0.02721 0.03588 C -0.02591 0.03727 -0.02474 0.03959 -0.02343 0.03959 C -0.02122 0.03936 -0.0194 0.03797 -0.01757 0.03588 C -0.00768 0.03125 -0.01705 0.03473 -0.0082 0.03149 C 0.00313 0.04144 -0.00065 0.03982 0.00678 0.03843 C -0.00156 0.02825 -0.00221 0.03565 0.00417 0.01575 C 0.00508 0.01459 0.00599 0.01204 0.00586 0.01135 C 0.00691 0.00996 0.00873 0.00903 0.00951 0.00741 C 0.0129 0.00209 0.0129 -4.44444E-6 0.01472 -0.00625 C 0.0155 -0.00856 0.01615 -0.00995 0.01641 -0.01018 C 0.01485 -0.00972 0.01368 -0.01064 0.01211 -0.01018 C 0.01016 -0.00625 0.00886 0.00116 0.00873 -4.44444E-6 C 0.00704 0.00232 0.0056 0.00348 0.00482 0.00487 C 0.00144 0.00973 0.0043 0.01528 0.00196 -4.44444E-6 C -0.00104 -0.00416 0.00105 -0.00694 -0.00013 -0.0074 Z " pathEditMode="relative" rAng="6300000" ptsTypes="AAAAAAAAAAAAAAAAAAAAAA">
                                          <p:cBhvr>
                                            <p:cTn id="8" dur="20000" fill="hold"/>
                                            <p:tgtEl>
                                              <p:spTgt spid="4"/>
                                            </p:tgtEl>
                                            <p:attrNameLst>
                                              <p:attrName>ppt_x</p:attrName>
                                              <p:attrName>ppt_y</p:attrName>
                                            </p:attrNameLst>
                                          </p:cBhvr>
                                          <p:rCtr x="-534" y="210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Lst>
      </p:timing>
    </mc:Fallback>
  </mc:AlternateContent>
  <p:extLst>
    <p:ext uri="{DCECCB84-F9BA-43D5-87BE-67443E8EF086}">
      <p15:sldGuideLst xmlns:p15="http://schemas.microsoft.com/office/powerpoint/2012/main">
        <p15:guide id="1" orient="horz" pos="453" userDrawn="1">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 Breaker">
    <p:bg>
      <p:bgPr>
        <a:solidFill>
          <a:schemeClr val="bg2"/>
        </a:solidFill>
        <a:effectLst/>
      </p:bgPr>
    </p:bg>
    <p:spTree>
      <p:nvGrpSpPr>
        <p:cNvPr id="1" name=""/>
        <p:cNvGrpSpPr/>
        <p:nvPr/>
      </p:nvGrpSpPr>
      <p:grpSpPr>
        <a:xfrm>
          <a:off x="0" y="0"/>
          <a:ext cx="0" cy="0"/>
          <a:chOff x="0" y="0"/>
          <a:chExt cx="0" cy="0"/>
        </a:xfrm>
      </p:grpSpPr>
      <p:sp>
        <p:nvSpPr>
          <p:cNvPr id="7" name="Background"/>
          <p:cNvSpPr/>
          <p:nvPr userDrawn="1"/>
        </p:nvSpPr>
        <p:spPr>
          <a:xfrm>
            <a:off x="0" y="0"/>
            <a:ext cx="12193200" cy="6858000"/>
          </a:xfrm>
          <a:prstGeom prst="rect">
            <a:avLst/>
          </a:prstGeom>
          <a:solidFill>
            <a:srgbClr val="1100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noProof="0" dirty="0" err="1">
              <a:solidFill>
                <a:schemeClr val="tx1"/>
              </a:solidFill>
            </a:endParaRPr>
          </a:p>
        </p:txBody>
      </p:sp>
      <p:grpSp>
        <p:nvGrpSpPr>
          <p:cNvPr id="10" name="Group 9">
            <a:extLst>
              <a:ext uri="{FF2B5EF4-FFF2-40B4-BE49-F238E27FC236}">
                <a16:creationId xmlns:a16="http://schemas.microsoft.com/office/drawing/2014/main" id="{96B0153F-51B7-5FFA-CA1F-CA82240C778B}"/>
              </a:ext>
            </a:extLst>
          </p:cNvPr>
          <p:cNvGrpSpPr/>
          <p:nvPr userDrawn="1"/>
        </p:nvGrpSpPr>
        <p:grpSpPr>
          <a:xfrm>
            <a:off x="8073457" y="0"/>
            <a:ext cx="4118544" cy="6858000"/>
            <a:chOff x="8073457" y="0"/>
            <a:chExt cx="4118544" cy="6858000"/>
          </a:xfrm>
          <a:solidFill>
            <a:srgbClr val="0033FF"/>
          </a:solidFill>
        </p:grpSpPr>
        <p:sp>
          <p:nvSpPr>
            <p:cNvPr id="11" name="Freeform: Shape 10">
              <a:extLst>
                <a:ext uri="{FF2B5EF4-FFF2-40B4-BE49-F238E27FC236}">
                  <a16:creationId xmlns:a16="http://schemas.microsoft.com/office/drawing/2014/main" id="{56CCDB76-95D2-7F79-299A-F9D1F543C7AF}"/>
                </a:ext>
              </a:extLst>
            </p:cNvPr>
            <p:cNvSpPr>
              <a:spLocks/>
            </p:cNvSpPr>
            <p:nvPr/>
          </p:nvSpPr>
          <p:spPr bwMode="auto">
            <a:xfrm>
              <a:off x="11974024" y="2852234"/>
              <a:ext cx="217976" cy="482903"/>
            </a:xfrm>
            <a:custGeom>
              <a:avLst/>
              <a:gdLst>
                <a:gd name="connsiteX0" fmla="*/ 217976 w 217976"/>
                <a:gd name="connsiteY0" fmla="*/ 0 h 482903"/>
                <a:gd name="connsiteX1" fmla="*/ 217976 w 217976"/>
                <a:gd name="connsiteY1" fmla="*/ 482903 h 482903"/>
                <a:gd name="connsiteX2" fmla="*/ 195802 w 217976"/>
                <a:gd name="connsiteY2" fmla="*/ 458194 h 482903"/>
                <a:gd name="connsiteX3" fmla="*/ 0 w 217976"/>
                <a:gd name="connsiteY3" fmla="*/ 66430 h 482903"/>
                <a:gd name="connsiteX4" fmla="*/ 209032 w 217976"/>
                <a:gd name="connsiteY4" fmla="*/ 843 h 4829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976" h="482903">
                  <a:moveTo>
                    <a:pt x="217976" y="0"/>
                  </a:moveTo>
                  <a:lnTo>
                    <a:pt x="217976" y="482903"/>
                  </a:lnTo>
                  <a:lnTo>
                    <a:pt x="195802" y="458194"/>
                  </a:lnTo>
                  <a:cubicBezTo>
                    <a:pt x="103193" y="342866"/>
                    <a:pt x="37044" y="209050"/>
                    <a:pt x="0" y="66430"/>
                  </a:cubicBezTo>
                  <a:cubicBezTo>
                    <a:pt x="67031" y="37378"/>
                    <a:pt x="137150" y="15369"/>
                    <a:pt x="209032" y="8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12" name="Freeform 6">
              <a:extLst>
                <a:ext uri="{FF2B5EF4-FFF2-40B4-BE49-F238E27FC236}">
                  <a16:creationId xmlns:a16="http://schemas.microsoft.com/office/drawing/2014/main" id="{DABCB348-87AA-DF6A-F781-2F307E73E9A7}"/>
                </a:ext>
              </a:extLst>
            </p:cNvPr>
            <p:cNvSpPr>
              <a:spLocks/>
            </p:cNvSpPr>
            <p:nvPr/>
          </p:nvSpPr>
          <p:spPr bwMode="auto">
            <a:xfrm>
              <a:off x="9987651" y="2322551"/>
              <a:ext cx="990299" cy="565885"/>
            </a:xfrm>
            <a:custGeom>
              <a:avLst/>
              <a:gdLst>
                <a:gd name="T0" fmla="*/ 123 w 281"/>
                <a:gd name="T1" fmla="*/ 146 h 161"/>
                <a:gd name="T2" fmla="*/ 0 w 281"/>
                <a:gd name="T3" fmla="*/ 42 h 161"/>
                <a:gd name="T4" fmla="*/ 158 w 281"/>
                <a:gd name="T5" fmla="*/ 15 h 161"/>
                <a:gd name="T6" fmla="*/ 281 w 281"/>
                <a:gd name="T7" fmla="*/ 119 h 161"/>
                <a:gd name="T8" fmla="*/ 123 w 281"/>
                <a:gd name="T9" fmla="*/ 146 h 161"/>
              </a:gdLst>
              <a:ahLst/>
              <a:cxnLst>
                <a:cxn ang="0">
                  <a:pos x="T0" y="T1"/>
                </a:cxn>
                <a:cxn ang="0">
                  <a:pos x="T2" y="T3"/>
                </a:cxn>
                <a:cxn ang="0">
                  <a:pos x="T4" y="T5"/>
                </a:cxn>
                <a:cxn ang="0">
                  <a:pos x="T6" y="T7"/>
                </a:cxn>
                <a:cxn ang="0">
                  <a:pos x="T8" y="T9"/>
                </a:cxn>
              </a:cxnLst>
              <a:rect l="0" t="0" r="r" b="b"/>
              <a:pathLst>
                <a:path w="281" h="161">
                  <a:moveTo>
                    <a:pt x="123" y="146"/>
                  </a:moveTo>
                  <a:cubicBezTo>
                    <a:pt x="66" y="130"/>
                    <a:pt x="23" y="91"/>
                    <a:pt x="0" y="42"/>
                  </a:cubicBezTo>
                  <a:cubicBezTo>
                    <a:pt x="45" y="11"/>
                    <a:pt x="102" y="0"/>
                    <a:pt x="158" y="15"/>
                  </a:cubicBezTo>
                  <a:cubicBezTo>
                    <a:pt x="215" y="31"/>
                    <a:pt x="258" y="70"/>
                    <a:pt x="281" y="119"/>
                  </a:cubicBezTo>
                  <a:cubicBezTo>
                    <a:pt x="236" y="150"/>
                    <a:pt x="179" y="161"/>
                    <a:pt x="123" y="14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a:extLst>
                <a:ext uri="{FF2B5EF4-FFF2-40B4-BE49-F238E27FC236}">
                  <a16:creationId xmlns:a16="http://schemas.microsoft.com/office/drawing/2014/main" id="{058E9BCD-4588-8828-A945-4E86A8403205}"/>
                </a:ext>
              </a:extLst>
            </p:cNvPr>
            <p:cNvSpPr>
              <a:spLocks/>
            </p:cNvSpPr>
            <p:nvPr/>
          </p:nvSpPr>
          <p:spPr bwMode="auto">
            <a:xfrm>
              <a:off x="9687385" y="4750661"/>
              <a:ext cx="805521" cy="464834"/>
            </a:xfrm>
            <a:custGeom>
              <a:avLst/>
              <a:gdLst>
                <a:gd name="T0" fmla="*/ 130 w 229"/>
                <a:gd name="T1" fmla="*/ 119 h 132"/>
                <a:gd name="T2" fmla="*/ 0 w 229"/>
                <a:gd name="T3" fmla="*/ 99 h 132"/>
                <a:gd name="T4" fmla="*/ 99 w 229"/>
                <a:gd name="T5" fmla="*/ 13 h 132"/>
                <a:gd name="T6" fmla="*/ 229 w 229"/>
                <a:gd name="T7" fmla="*/ 33 h 132"/>
                <a:gd name="T8" fmla="*/ 130 w 229"/>
                <a:gd name="T9" fmla="*/ 119 h 132"/>
              </a:gdLst>
              <a:ahLst/>
              <a:cxnLst>
                <a:cxn ang="0">
                  <a:pos x="T0" y="T1"/>
                </a:cxn>
                <a:cxn ang="0">
                  <a:pos x="T2" y="T3"/>
                </a:cxn>
                <a:cxn ang="0">
                  <a:pos x="T4" y="T5"/>
                </a:cxn>
                <a:cxn ang="0">
                  <a:pos x="T6" y="T7"/>
                </a:cxn>
                <a:cxn ang="0">
                  <a:pos x="T8" y="T9"/>
                </a:cxn>
              </a:cxnLst>
              <a:rect l="0" t="0" r="r" b="b"/>
              <a:pathLst>
                <a:path w="229" h="132">
                  <a:moveTo>
                    <a:pt x="130" y="119"/>
                  </a:moveTo>
                  <a:cubicBezTo>
                    <a:pt x="84" y="132"/>
                    <a:pt x="37" y="123"/>
                    <a:pt x="0" y="99"/>
                  </a:cubicBezTo>
                  <a:cubicBezTo>
                    <a:pt x="18" y="58"/>
                    <a:pt x="53" y="26"/>
                    <a:pt x="99" y="13"/>
                  </a:cubicBezTo>
                  <a:cubicBezTo>
                    <a:pt x="145" y="0"/>
                    <a:pt x="192" y="8"/>
                    <a:pt x="229" y="33"/>
                  </a:cubicBezTo>
                  <a:cubicBezTo>
                    <a:pt x="210" y="73"/>
                    <a:pt x="175" y="106"/>
                    <a:pt x="130" y="11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a:extLst>
                <a:ext uri="{FF2B5EF4-FFF2-40B4-BE49-F238E27FC236}">
                  <a16:creationId xmlns:a16="http://schemas.microsoft.com/office/drawing/2014/main" id="{32E7BBC3-F14D-6277-CCAD-C24F09347874}"/>
                </a:ext>
              </a:extLst>
            </p:cNvPr>
            <p:cNvSpPr>
              <a:spLocks/>
            </p:cNvSpPr>
            <p:nvPr/>
          </p:nvSpPr>
          <p:spPr bwMode="auto">
            <a:xfrm>
              <a:off x="8714409" y="4077950"/>
              <a:ext cx="678485" cy="392655"/>
            </a:xfrm>
            <a:custGeom>
              <a:avLst/>
              <a:gdLst>
                <a:gd name="T0" fmla="*/ 110 w 193"/>
                <a:gd name="T1" fmla="*/ 101 h 112"/>
                <a:gd name="T2" fmla="*/ 0 w 193"/>
                <a:gd name="T3" fmla="*/ 84 h 112"/>
                <a:gd name="T4" fmla="*/ 84 w 193"/>
                <a:gd name="T5" fmla="*/ 12 h 112"/>
                <a:gd name="T6" fmla="*/ 193 w 193"/>
                <a:gd name="T7" fmla="*/ 29 h 112"/>
                <a:gd name="T8" fmla="*/ 110 w 193"/>
                <a:gd name="T9" fmla="*/ 101 h 112"/>
              </a:gdLst>
              <a:ahLst/>
              <a:cxnLst>
                <a:cxn ang="0">
                  <a:pos x="T0" y="T1"/>
                </a:cxn>
                <a:cxn ang="0">
                  <a:pos x="T2" y="T3"/>
                </a:cxn>
                <a:cxn ang="0">
                  <a:pos x="T4" y="T5"/>
                </a:cxn>
                <a:cxn ang="0">
                  <a:pos x="T6" y="T7"/>
                </a:cxn>
                <a:cxn ang="0">
                  <a:pos x="T8" y="T9"/>
                </a:cxn>
              </a:cxnLst>
              <a:rect l="0" t="0" r="r" b="b"/>
              <a:pathLst>
                <a:path w="193" h="112">
                  <a:moveTo>
                    <a:pt x="110" y="101"/>
                  </a:moveTo>
                  <a:cubicBezTo>
                    <a:pt x="71" y="112"/>
                    <a:pt x="31" y="105"/>
                    <a:pt x="0" y="84"/>
                  </a:cubicBezTo>
                  <a:cubicBezTo>
                    <a:pt x="16" y="50"/>
                    <a:pt x="45" y="23"/>
                    <a:pt x="84" y="12"/>
                  </a:cubicBezTo>
                  <a:cubicBezTo>
                    <a:pt x="123" y="0"/>
                    <a:pt x="162" y="8"/>
                    <a:pt x="193" y="29"/>
                  </a:cubicBezTo>
                  <a:cubicBezTo>
                    <a:pt x="178" y="63"/>
                    <a:pt x="148" y="90"/>
                    <a:pt x="110" y="10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a:extLst>
                <a:ext uri="{FF2B5EF4-FFF2-40B4-BE49-F238E27FC236}">
                  <a16:creationId xmlns:a16="http://schemas.microsoft.com/office/drawing/2014/main" id="{E728AF19-90EE-8328-E263-739F09EC6B16}"/>
                </a:ext>
              </a:extLst>
            </p:cNvPr>
            <p:cNvSpPr>
              <a:spLocks/>
            </p:cNvSpPr>
            <p:nvPr/>
          </p:nvSpPr>
          <p:spPr bwMode="auto">
            <a:xfrm>
              <a:off x="9543027" y="6000805"/>
              <a:ext cx="640952" cy="415752"/>
            </a:xfrm>
            <a:custGeom>
              <a:avLst/>
              <a:gdLst>
                <a:gd name="T0" fmla="*/ 110 w 182"/>
                <a:gd name="T1" fmla="*/ 102 h 118"/>
                <a:gd name="T2" fmla="*/ 0 w 182"/>
                <a:gd name="T3" fmla="*/ 100 h 118"/>
                <a:gd name="T4" fmla="*/ 72 w 182"/>
                <a:gd name="T5" fmla="*/ 17 h 118"/>
                <a:gd name="T6" fmla="*/ 182 w 182"/>
                <a:gd name="T7" fmla="*/ 18 h 118"/>
                <a:gd name="T8" fmla="*/ 110 w 182"/>
                <a:gd name="T9" fmla="*/ 102 h 118"/>
              </a:gdLst>
              <a:ahLst/>
              <a:cxnLst>
                <a:cxn ang="0">
                  <a:pos x="T0" y="T1"/>
                </a:cxn>
                <a:cxn ang="0">
                  <a:pos x="T2" y="T3"/>
                </a:cxn>
                <a:cxn ang="0">
                  <a:pos x="T4" y="T5"/>
                </a:cxn>
                <a:cxn ang="0">
                  <a:pos x="T6" y="T7"/>
                </a:cxn>
                <a:cxn ang="0">
                  <a:pos x="T8" y="T9"/>
                </a:cxn>
              </a:cxnLst>
              <a:rect l="0" t="0" r="r" b="b"/>
              <a:pathLst>
                <a:path w="182" h="118">
                  <a:moveTo>
                    <a:pt x="110" y="102"/>
                  </a:moveTo>
                  <a:cubicBezTo>
                    <a:pt x="73" y="118"/>
                    <a:pt x="33" y="116"/>
                    <a:pt x="0" y="100"/>
                  </a:cubicBezTo>
                  <a:cubicBezTo>
                    <a:pt x="10" y="64"/>
                    <a:pt x="35" y="33"/>
                    <a:pt x="72" y="17"/>
                  </a:cubicBezTo>
                  <a:cubicBezTo>
                    <a:pt x="108" y="0"/>
                    <a:pt x="149" y="2"/>
                    <a:pt x="182" y="18"/>
                  </a:cubicBezTo>
                  <a:cubicBezTo>
                    <a:pt x="172" y="54"/>
                    <a:pt x="147" y="85"/>
                    <a:pt x="110" y="10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Shape 15">
              <a:extLst>
                <a:ext uri="{FF2B5EF4-FFF2-40B4-BE49-F238E27FC236}">
                  <a16:creationId xmlns:a16="http://schemas.microsoft.com/office/drawing/2014/main" id="{0B0B7CDD-D1BD-1582-95F5-65C8B3319C51}"/>
                </a:ext>
              </a:extLst>
            </p:cNvPr>
            <p:cNvSpPr>
              <a:spLocks/>
            </p:cNvSpPr>
            <p:nvPr/>
          </p:nvSpPr>
          <p:spPr bwMode="auto">
            <a:xfrm>
              <a:off x="12071238" y="5898747"/>
              <a:ext cx="120762" cy="462955"/>
            </a:xfrm>
            <a:custGeom>
              <a:avLst/>
              <a:gdLst>
                <a:gd name="connsiteX0" fmla="*/ 120762 w 120762"/>
                <a:gd name="connsiteY0" fmla="*/ 0 h 462955"/>
                <a:gd name="connsiteX1" fmla="*/ 120762 w 120762"/>
                <a:gd name="connsiteY1" fmla="*/ 436723 h 462955"/>
                <a:gd name="connsiteX2" fmla="*/ 25972 w 120762"/>
                <a:gd name="connsiteY2" fmla="*/ 462955 h 462955"/>
                <a:gd name="connsiteX3" fmla="*/ 64789 w 120762"/>
                <a:gd name="connsiteY3" fmla="*/ 75607 h 462955"/>
              </a:gdLst>
              <a:ahLst/>
              <a:cxnLst>
                <a:cxn ang="0">
                  <a:pos x="connsiteX0" y="connsiteY0"/>
                </a:cxn>
                <a:cxn ang="0">
                  <a:pos x="connsiteX1" y="connsiteY1"/>
                </a:cxn>
                <a:cxn ang="0">
                  <a:pos x="connsiteX2" y="connsiteY2"/>
                </a:cxn>
                <a:cxn ang="0">
                  <a:pos x="connsiteX3" y="connsiteY3"/>
                </a:cxn>
              </a:cxnLst>
              <a:rect l="l" t="t" r="r" b="b"/>
              <a:pathLst>
                <a:path w="120762" h="462955">
                  <a:moveTo>
                    <a:pt x="120762" y="0"/>
                  </a:moveTo>
                  <a:lnTo>
                    <a:pt x="120762" y="436723"/>
                  </a:lnTo>
                  <a:lnTo>
                    <a:pt x="25972" y="462955"/>
                  </a:lnTo>
                  <a:cubicBezTo>
                    <a:pt x="-16373" y="339708"/>
                    <a:pt x="-9315" y="198854"/>
                    <a:pt x="64789" y="756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17" name="Freeform: Shape 16">
              <a:extLst>
                <a:ext uri="{FF2B5EF4-FFF2-40B4-BE49-F238E27FC236}">
                  <a16:creationId xmlns:a16="http://schemas.microsoft.com/office/drawing/2014/main" id="{0EE57DDC-DED5-4EE5-F88C-943973FE8825}"/>
                </a:ext>
              </a:extLst>
            </p:cNvPr>
            <p:cNvSpPr>
              <a:spLocks/>
            </p:cNvSpPr>
            <p:nvPr/>
          </p:nvSpPr>
          <p:spPr bwMode="auto">
            <a:xfrm>
              <a:off x="11618838" y="526731"/>
              <a:ext cx="573162" cy="948907"/>
            </a:xfrm>
            <a:custGeom>
              <a:avLst/>
              <a:gdLst>
                <a:gd name="connsiteX0" fmla="*/ 21176 w 573162"/>
                <a:gd name="connsiteY0" fmla="*/ 0 h 948907"/>
                <a:gd name="connsiteX1" fmla="*/ 496522 w 573162"/>
                <a:gd name="connsiteY1" fmla="*/ 188884 h 948907"/>
                <a:gd name="connsiteX2" fmla="*/ 573162 w 573162"/>
                <a:gd name="connsiteY2" fmla="*/ 269994 h 948907"/>
                <a:gd name="connsiteX3" fmla="*/ 573162 w 573162"/>
                <a:gd name="connsiteY3" fmla="*/ 948907 h 948907"/>
                <a:gd name="connsiteX4" fmla="*/ 431370 w 573162"/>
                <a:gd name="connsiteY4" fmla="*/ 893105 h 948907"/>
                <a:gd name="connsiteX5" fmla="*/ 162166 w 573162"/>
                <a:gd name="connsiteY5" fmla="*/ 664554 h 948907"/>
                <a:gd name="connsiteX6" fmla="*/ 21176 w 573162"/>
                <a:gd name="connsiteY6" fmla="*/ 0 h 948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62" h="948907">
                  <a:moveTo>
                    <a:pt x="21176" y="0"/>
                  </a:moveTo>
                  <a:cubicBezTo>
                    <a:pt x="193008" y="10549"/>
                    <a:pt x="360874" y="74499"/>
                    <a:pt x="496522" y="188884"/>
                  </a:cubicBezTo>
                  <a:lnTo>
                    <a:pt x="573162" y="269994"/>
                  </a:lnTo>
                  <a:lnTo>
                    <a:pt x="573162" y="948907"/>
                  </a:lnTo>
                  <a:lnTo>
                    <a:pt x="431370" y="893105"/>
                  </a:lnTo>
                  <a:cubicBezTo>
                    <a:pt x="328711" y="839483"/>
                    <a:pt x="236186" y="763007"/>
                    <a:pt x="162166" y="664554"/>
                  </a:cubicBezTo>
                  <a:cubicBezTo>
                    <a:pt x="14127" y="467649"/>
                    <a:pt x="-31695" y="225034"/>
                    <a:pt x="211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18" name="Freeform 15">
              <a:extLst>
                <a:ext uri="{FF2B5EF4-FFF2-40B4-BE49-F238E27FC236}">
                  <a16:creationId xmlns:a16="http://schemas.microsoft.com/office/drawing/2014/main" id="{B5C712EE-74F0-76A8-8912-D52C2DA9D1EF}"/>
                </a:ext>
              </a:extLst>
            </p:cNvPr>
            <p:cNvSpPr>
              <a:spLocks/>
            </p:cNvSpPr>
            <p:nvPr/>
          </p:nvSpPr>
          <p:spPr bwMode="auto">
            <a:xfrm>
              <a:off x="8393933" y="1889475"/>
              <a:ext cx="828618" cy="412865"/>
            </a:xfrm>
            <a:custGeom>
              <a:avLst/>
              <a:gdLst>
                <a:gd name="T0" fmla="*/ 113 w 235"/>
                <a:gd name="T1" fmla="*/ 113 h 117"/>
                <a:gd name="T2" fmla="*/ 0 w 235"/>
                <a:gd name="T3" fmla="*/ 48 h 117"/>
                <a:gd name="T4" fmla="*/ 122 w 235"/>
                <a:gd name="T5" fmla="*/ 4 h 117"/>
                <a:gd name="T6" fmla="*/ 235 w 235"/>
                <a:gd name="T7" fmla="*/ 68 h 117"/>
                <a:gd name="T8" fmla="*/ 113 w 235"/>
                <a:gd name="T9" fmla="*/ 113 h 117"/>
              </a:gdLst>
              <a:ahLst/>
              <a:cxnLst>
                <a:cxn ang="0">
                  <a:pos x="T0" y="T1"/>
                </a:cxn>
                <a:cxn ang="0">
                  <a:pos x="T2" y="T3"/>
                </a:cxn>
                <a:cxn ang="0">
                  <a:pos x="T4" y="T5"/>
                </a:cxn>
                <a:cxn ang="0">
                  <a:pos x="T6" y="T7"/>
                </a:cxn>
                <a:cxn ang="0">
                  <a:pos x="T8" y="T9"/>
                </a:cxn>
              </a:cxnLst>
              <a:rect l="0" t="0" r="r" b="b"/>
              <a:pathLst>
                <a:path w="235" h="117">
                  <a:moveTo>
                    <a:pt x="113" y="113"/>
                  </a:moveTo>
                  <a:cubicBezTo>
                    <a:pt x="66" y="109"/>
                    <a:pt x="25" y="84"/>
                    <a:pt x="0" y="48"/>
                  </a:cubicBezTo>
                  <a:cubicBezTo>
                    <a:pt x="31" y="17"/>
                    <a:pt x="75" y="0"/>
                    <a:pt x="122" y="4"/>
                  </a:cubicBezTo>
                  <a:cubicBezTo>
                    <a:pt x="169" y="8"/>
                    <a:pt x="210" y="33"/>
                    <a:pt x="235" y="68"/>
                  </a:cubicBezTo>
                  <a:cubicBezTo>
                    <a:pt x="204" y="99"/>
                    <a:pt x="160" y="117"/>
                    <a:pt x="113" y="11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6">
              <a:extLst>
                <a:ext uri="{FF2B5EF4-FFF2-40B4-BE49-F238E27FC236}">
                  <a16:creationId xmlns:a16="http://schemas.microsoft.com/office/drawing/2014/main" id="{A419EDC7-215C-BA21-4821-D162E198B7D6}"/>
                </a:ext>
              </a:extLst>
            </p:cNvPr>
            <p:cNvSpPr>
              <a:spLocks/>
            </p:cNvSpPr>
            <p:nvPr/>
          </p:nvSpPr>
          <p:spPr bwMode="auto">
            <a:xfrm>
              <a:off x="11136745" y="5778493"/>
              <a:ext cx="851715" cy="744890"/>
            </a:xfrm>
            <a:custGeom>
              <a:avLst/>
              <a:gdLst>
                <a:gd name="T0" fmla="*/ 165 w 242"/>
                <a:gd name="T1" fmla="*/ 162 h 212"/>
                <a:gd name="T2" fmla="*/ 0 w 242"/>
                <a:gd name="T3" fmla="*/ 200 h 212"/>
                <a:gd name="T4" fmla="*/ 77 w 242"/>
                <a:gd name="T5" fmla="*/ 50 h 212"/>
                <a:gd name="T6" fmla="*/ 242 w 242"/>
                <a:gd name="T7" fmla="*/ 11 h 212"/>
                <a:gd name="T8" fmla="*/ 165 w 242"/>
                <a:gd name="T9" fmla="*/ 162 h 212"/>
              </a:gdLst>
              <a:ahLst/>
              <a:cxnLst>
                <a:cxn ang="0">
                  <a:pos x="T0" y="T1"/>
                </a:cxn>
                <a:cxn ang="0">
                  <a:pos x="T2" y="T3"/>
                </a:cxn>
                <a:cxn ang="0">
                  <a:pos x="T4" y="T5"/>
                </a:cxn>
                <a:cxn ang="0">
                  <a:pos x="T6" y="T7"/>
                </a:cxn>
                <a:cxn ang="0">
                  <a:pos x="T8" y="T9"/>
                </a:cxn>
              </a:cxnLst>
              <a:rect l="0" t="0" r="r" b="b"/>
              <a:pathLst>
                <a:path w="242" h="212">
                  <a:moveTo>
                    <a:pt x="165" y="162"/>
                  </a:moveTo>
                  <a:cubicBezTo>
                    <a:pt x="116" y="200"/>
                    <a:pt x="56" y="212"/>
                    <a:pt x="0" y="200"/>
                  </a:cubicBezTo>
                  <a:cubicBezTo>
                    <a:pt x="2" y="143"/>
                    <a:pt x="28" y="88"/>
                    <a:pt x="77" y="50"/>
                  </a:cubicBezTo>
                  <a:cubicBezTo>
                    <a:pt x="125" y="12"/>
                    <a:pt x="186" y="0"/>
                    <a:pt x="242" y="11"/>
                  </a:cubicBezTo>
                  <a:cubicBezTo>
                    <a:pt x="239" y="68"/>
                    <a:pt x="213" y="124"/>
                    <a:pt x="165" y="16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7">
              <a:extLst>
                <a:ext uri="{FF2B5EF4-FFF2-40B4-BE49-F238E27FC236}">
                  <a16:creationId xmlns:a16="http://schemas.microsoft.com/office/drawing/2014/main" id="{E2108FCF-4C74-27F8-0639-D7799E5D7DDE}"/>
                </a:ext>
              </a:extLst>
            </p:cNvPr>
            <p:cNvSpPr>
              <a:spLocks/>
            </p:cNvSpPr>
            <p:nvPr/>
          </p:nvSpPr>
          <p:spPr bwMode="auto">
            <a:xfrm>
              <a:off x="10455373" y="3425450"/>
              <a:ext cx="857490" cy="398429"/>
            </a:xfrm>
            <a:custGeom>
              <a:avLst/>
              <a:gdLst>
                <a:gd name="T0" fmla="*/ 121 w 243"/>
                <a:gd name="T1" fmla="*/ 113 h 113"/>
                <a:gd name="T2" fmla="*/ 0 w 243"/>
                <a:gd name="T3" fmla="*/ 56 h 113"/>
                <a:gd name="T4" fmla="*/ 122 w 243"/>
                <a:gd name="T5" fmla="*/ 0 h 113"/>
                <a:gd name="T6" fmla="*/ 243 w 243"/>
                <a:gd name="T7" fmla="*/ 57 h 113"/>
                <a:gd name="T8" fmla="*/ 121 w 243"/>
                <a:gd name="T9" fmla="*/ 113 h 113"/>
              </a:gdLst>
              <a:ahLst/>
              <a:cxnLst>
                <a:cxn ang="0">
                  <a:pos x="T0" y="T1"/>
                </a:cxn>
                <a:cxn ang="0">
                  <a:pos x="T2" y="T3"/>
                </a:cxn>
                <a:cxn ang="0">
                  <a:pos x="T4" y="T5"/>
                </a:cxn>
                <a:cxn ang="0">
                  <a:pos x="T6" y="T7"/>
                </a:cxn>
                <a:cxn ang="0">
                  <a:pos x="T8" y="T9"/>
                </a:cxn>
              </a:cxnLst>
              <a:rect l="0" t="0" r="r" b="b"/>
              <a:pathLst>
                <a:path w="243" h="113">
                  <a:moveTo>
                    <a:pt x="121" y="113"/>
                  </a:moveTo>
                  <a:cubicBezTo>
                    <a:pt x="72" y="112"/>
                    <a:pt x="29" y="90"/>
                    <a:pt x="0" y="56"/>
                  </a:cubicBezTo>
                  <a:cubicBezTo>
                    <a:pt x="29" y="21"/>
                    <a:pt x="73" y="0"/>
                    <a:pt x="122" y="0"/>
                  </a:cubicBezTo>
                  <a:cubicBezTo>
                    <a:pt x="170" y="0"/>
                    <a:pt x="214" y="23"/>
                    <a:pt x="243" y="57"/>
                  </a:cubicBezTo>
                  <a:cubicBezTo>
                    <a:pt x="213" y="91"/>
                    <a:pt x="170" y="113"/>
                    <a:pt x="121" y="11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Shape 20">
              <a:extLst>
                <a:ext uri="{FF2B5EF4-FFF2-40B4-BE49-F238E27FC236}">
                  <a16:creationId xmlns:a16="http://schemas.microsoft.com/office/drawing/2014/main" id="{5ACAFCF3-1E52-1093-0307-86425C4873E8}"/>
                </a:ext>
              </a:extLst>
            </p:cNvPr>
            <p:cNvSpPr>
              <a:spLocks/>
            </p:cNvSpPr>
            <p:nvPr/>
          </p:nvSpPr>
          <p:spPr bwMode="auto">
            <a:xfrm>
              <a:off x="11336229" y="6558227"/>
              <a:ext cx="513340" cy="299773"/>
            </a:xfrm>
            <a:custGeom>
              <a:avLst/>
              <a:gdLst>
                <a:gd name="connsiteX0" fmla="*/ 447209 w 513340"/>
                <a:gd name="connsiteY0" fmla="*/ 449 h 299773"/>
                <a:gd name="connsiteX1" fmla="*/ 503469 w 513340"/>
                <a:gd name="connsiteY1" fmla="*/ 42849 h 299773"/>
                <a:gd name="connsiteX2" fmla="*/ 505666 w 513340"/>
                <a:gd name="connsiteY2" fmla="*/ 264566 h 299773"/>
                <a:gd name="connsiteX3" fmla="*/ 496268 w 513340"/>
                <a:gd name="connsiteY3" fmla="*/ 299773 h 299773"/>
                <a:gd name="connsiteX4" fmla="*/ 0 w 513340"/>
                <a:gd name="connsiteY4" fmla="*/ 299773 h 299773"/>
                <a:gd name="connsiteX5" fmla="*/ 74490 w 513340"/>
                <a:gd name="connsiteY5" fmla="*/ 180649 h 299773"/>
                <a:gd name="connsiteX6" fmla="*/ 447209 w 513340"/>
                <a:gd name="connsiteY6" fmla="*/ 449 h 299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3340" h="299773">
                  <a:moveTo>
                    <a:pt x="447209" y="449"/>
                  </a:moveTo>
                  <a:cubicBezTo>
                    <a:pt x="475339" y="-3085"/>
                    <a:pt x="499952" y="14582"/>
                    <a:pt x="503469" y="42849"/>
                  </a:cubicBezTo>
                  <a:cubicBezTo>
                    <a:pt x="515775" y="125883"/>
                    <a:pt x="516654" y="198316"/>
                    <a:pt x="505666" y="264566"/>
                  </a:cubicBezTo>
                  <a:lnTo>
                    <a:pt x="496268" y="299773"/>
                  </a:lnTo>
                  <a:lnTo>
                    <a:pt x="0" y="299773"/>
                  </a:lnTo>
                  <a:lnTo>
                    <a:pt x="74490" y="180649"/>
                  </a:lnTo>
                  <a:cubicBezTo>
                    <a:pt x="179976" y="56982"/>
                    <a:pt x="303044" y="11049"/>
                    <a:pt x="447209" y="4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22" name="Freeform 22">
              <a:extLst>
                <a:ext uri="{FF2B5EF4-FFF2-40B4-BE49-F238E27FC236}">
                  <a16:creationId xmlns:a16="http://schemas.microsoft.com/office/drawing/2014/main" id="{CC03080C-DBA0-57C4-6F13-104B7E6014F9}"/>
                </a:ext>
              </a:extLst>
            </p:cNvPr>
            <p:cNvSpPr>
              <a:spLocks/>
            </p:cNvSpPr>
            <p:nvPr/>
          </p:nvSpPr>
          <p:spPr bwMode="auto">
            <a:xfrm>
              <a:off x="9401555" y="3662198"/>
              <a:ext cx="1102899" cy="545675"/>
            </a:xfrm>
            <a:custGeom>
              <a:avLst/>
              <a:gdLst>
                <a:gd name="T0" fmla="*/ 196 w 313"/>
                <a:gd name="T1" fmla="*/ 149 h 155"/>
                <a:gd name="T2" fmla="*/ 0 w 313"/>
                <a:gd name="T3" fmla="*/ 78 h 155"/>
                <a:gd name="T4" fmla="*/ 185 w 313"/>
                <a:gd name="T5" fmla="*/ 6 h 155"/>
                <a:gd name="T6" fmla="*/ 309 w 313"/>
                <a:gd name="T7" fmla="*/ 56 h 155"/>
                <a:gd name="T8" fmla="*/ 312 w 313"/>
                <a:gd name="T9" fmla="*/ 69 h 155"/>
                <a:gd name="T10" fmla="*/ 196 w 313"/>
                <a:gd name="T11" fmla="*/ 149 h 155"/>
              </a:gdLst>
              <a:ahLst/>
              <a:cxnLst>
                <a:cxn ang="0">
                  <a:pos x="T0" y="T1"/>
                </a:cxn>
                <a:cxn ang="0">
                  <a:pos x="T2" y="T3"/>
                </a:cxn>
                <a:cxn ang="0">
                  <a:pos x="T4" y="T5"/>
                </a:cxn>
                <a:cxn ang="0">
                  <a:pos x="T6" y="T7"/>
                </a:cxn>
                <a:cxn ang="0">
                  <a:pos x="T8" y="T9"/>
                </a:cxn>
                <a:cxn ang="0">
                  <a:pos x="T10" y="T11"/>
                </a:cxn>
              </a:cxnLst>
              <a:rect l="0" t="0" r="r" b="b"/>
              <a:pathLst>
                <a:path w="313" h="155">
                  <a:moveTo>
                    <a:pt x="196" y="149"/>
                  </a:moveTo>
                  <a:cubicBezTo>
                    <a:pt x="145" y="155"/>
                    <a:pt x="50" y="132"/>
                    <a:pt x="0" y="78"/>
                  </a:cubicBezTo>
                  <a:cubicBezTo>
                    <a:pt x="65" y="64"/>
                    <a:pt x="125" y="13"/>
                    <a:pt x="185" y="6"/>
                  </a:cubicBezTo>
                  <a:cubicBezTo>
                    <a:pt x="236" y="0"/>
                    <a:pt x="277" y="21"/>
                    <a:pt x="309" y="56"/>
                  </a:cubicBezTo>
                  <a:cubicBezTo>
                    <a:pt x="312" y="59"/>
                    <a:pt x="313" y="64"/>
                    <a:pt x="312" y="69"/>
                  </a:cubicBezTo>
                  <a:cubicBezTo>
                    <a:pt x="295" y="106"/>
                    <a:pt x="249" y="143"/>
                    <a:pt x="196" y="14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25">
              <a:extLst>
                <a:ext uri="{FF2B5EF4-FFF2-40B4-BE49-F238E27FC236}">
                  <a16:creationId xmlns:a16="http://schemas.microsoft.com/office/drawing/2014/main" id="{FAE87726-C79E-DAD3-76FD-2F2F60BC7CCD}"/>
                </a:ext>
              </a:extLst>
            </p:cNvPr>
            <p:cNvSpPr>
              <a:spLocks/>
            </p:cNvSpPr>
            <p:nvPr/>
          </p:nvSpPr>
          <p:spPr bwMode="auto">
            <a:xfrm>
              <a:off x="10585295" y="1941444"/>
              <a:ext cx="1296339" cy="814182"/>
            </a:xfrm>
            <a:custGeom>
              <a:avLst/>
              <a:gdLst>
                <a:gd name="T0" fmla="*/ 171 w 368"/>
                <a:gd name="T1" fmla="*/ 203 h 231"/>
                <a:gd name="T2" fmla="*/ 0 w 368"/>
                <a:gd name="T3" fmla="*/ 13 h 231"/>
                <a:gd name="T4" fmla="*/ 257 w 368"/>
                <a:gd name="T5" fmla="*/ 34 h 231"/>
                <a:gd name="T6" fmla="*/ 366 w 368"/>
                <a:gd name="T7" fmla="*/ 171 h 231"/>
                <a:gd name="T8" fmla="*/ 355 w 368"/>
                <a:gd name="T9" fmla="*/ 196 h 231"/>
                <a:gd name="T10" fmla="*/ 171 w 368"/>
                <a:gd name="T11" fmla="*/ 203 h 231"/>
              </a:gdLst>
              <a:ahLst/>
              <a:cxnLst>
                <a:cxn ang="0">
                  <a:pos x="T0" y="T1"/>
                </a:cxn>
                <a:cxn ang="0">
                  <a:pos x="T2" y="T3"/>
                </a:cxn>
                <a:cxn ang="0">
                  <a:pos x="T4" y="T5"/>
                </a:cxn>
                <a:cxn ang="0">
                  <a:pos x="T6" y="T7"/>
                </a:cxn>
                <a:cxn ang="0">
                  <a:pos x="T8" y="T9"/>
                </a:cxn>
                <a:cxn ang="0">
                  <a:pos x="T10" y="T11"/>
                </a:cxn>
              </a:cxnLst>
              <a:rect l="0" t="0" r="r" b="b"/>
              <a:pathLst>
                <a:path w="368" h="231">
                  <a:moveTo>
                    <a:pt x="171" y="203"/>
                  </a:moveTo>
                  <a:cubicBezTo>
                    <a:pt x="108" y="174"/>
                    <a:pt x="64" y="85"/>
                    <a:pt x="0" y="13"/>
                  </a:cubicBezTo>
                  <a:cubicBezTo>
                    <a:pt x="91" y="8"/>
                    <a:pt x="182" y="0"/>
                    <a:pt x="257" y="34"/>
                  </a:cubicBezTo>
                  <a:cubicBezTo>
                    <a:pt x="317" y="62"/>
                    <a:pt x="351" y="112"/>
                    <a:pt x="366" y="171"/>
                  </a:cubicBezTo>
                  <a:cubicBezTo>
                    <a:pt x="368" y="181"/>
                    <a:pt x="364" y="191"/>
                    <a:pt x="355" y="196"/>
                  </a:cubicBezTo>
                  <a:cubicBezTo>
                    <a:pt x="309" y="224"/>
                    <a:pt x="234" y="231"/>
                    <a:pt x="171" y="20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26">
              <a:extLst>
                <a:ext uri="{FF2B5EF4-FFF2-40B4-BE49-F238E27FC236}">
                  <a16:creationId xmlns:a16="http://schemas.microsoft.com/office/drawing/2014/main" id="{B9CFDB37-3EDD-5023-1198-354C5F793FC8}"/>
                </a:ext>
              </a:extLst>
            </p:cNvPr>
            <p:cNvSpPr>
              <a:spLocks/>
            </p:cNvSpPr>
            <p:nvPr/>
          </p:nvSpPr>
          <p:spPr bwMode="auto">
            <a:xfrm>
              <a:off x="9976102" y="1231201"/>
              <a:ext cx="987412" cy="640952"/>
            </a:xfrm>
            <a:custGeom>
              <a:avLst/>
              <a:gdLst>
                <a:gd name="T0" fmla="*/ 133 w 280"/>
                <a:gd name="T1" fmla="*/ 160 h 182"/>
                <a:gd name="T2" fmla="*/ 0 w 280"/>
                <a:gd name="T3" fmla="*/ 7 h 182"/>
                <a:gd name="T4" fmla="*/ 207 w 280"/>
                <a:gd name="T5" fmla="*/ 24 h 182"/>
                <a:gd name="T6" fmla="*/ 280 w 280"/>
                <a:gd name="T7" fmla="*/ 137 h 182"/>
                <a:gd name="T8" fmla="*/ 271 w 280"/>
                <a:gd name="T9" fmla="*/ 154 h 182"/>
                <a:gd name="T10" fmla="*/ 133 w 280"/>
                <a:gd name="T11" fmla="*/ 160 h 182"/>
              </a:gdLst>
              <a:ahLst/>
              <a:cxnLst>
                <a:cxn ang="0">
                  <a:pos x="T0" y="T1"/>
                </a:cxn>
                <a:cxn ang="0">
                  <a:pos x="T2" y="T3"/>
                </a:cxn>
                <a:cxn ang="0">
                  <a:pos x="T4" y="T5"/>
                </a:cxn>
                <a:cxn ang="0">
                  <a:pos x="T6" y="T7"/>
                </a:cxn>
                <a:cxn ang="0">
                  <a:pos x="T8" y="T9"/>
                </a:cxn>
                <a:cxn ang="0">
                  <a:pos x="T10" y="T11"/>
                </a:cxn>
              </a:cxnLst>
              <a:rect l="0" t="0" r="r" b="b"/>
              <a:pathLst>
                <a:path w="280" h="182">
                  <a:moveTo>
                    <a:pt x="133" y="160"/>
                  </a:moveTo>
                  <a:cubicBezTo>
                    <a:pt x="73" y="135"/>
                    <a:pt x="17" y="81"/>
                    <a:pt x="0" y="7"/>
                  </a:cubicBezTo>
                  <a:cubicBezTo>
                    <a:pt x="76" y="16"/>
                    <a:pt x="162" y="0"/>
                    <a:pt x="207" y="24"/>
                  </a:cubicBezTo>
                  <a:cubicBezTo>
                    <a:pt x="255" y="50"/>
                    <a:pt x="274" y="88"/>
                    <a:pt x="280" y="137"/>
                  </a:cubicBezTo>
                  <a:cubicBezTo>
                    <a:pt x="280" y="144"/>
                    <a:pt x="277" y="150"/>
                    <a:pt x="271" y="154"/>
                  </a:cubicBezTo>
                  <a:cubicBezTo>
                    <a:pt x="239" y="171"/>
                    <a:pt x="184" y="182"/>
                    <a:pt x="133" y="16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27">
              <a:extLst>
                <a:ext uri="{FF2B5EF4-FFF2-40B4-BE49-F238E27FC236}">
                  <a16:creationId xmlns:a16="http://schemas.microsoft.com/office/drawing/2014/main" id="{A1F3CF1D-DFFD-7C63-73E8-4BFA94109791}"/>
                </a:ext>
              </a:extLst>
            </p:cNvPr>
            <p:cNvSpPr>
              <a:spLocks/>
            </p:cNvSpPr>
            <p:nvPr/>
          </p:nvSpPr>
          <p:spPr bwMode="auto">
            <a:xfrm>
              <a:off x="11136745" y="1436190"/>
              <a:ext cx="649613" cy="534126"/>
            </a:xfrm>
            <a:custGeom>
              <a:avLst/>
              <a:gdLst>
                <a:gd name="T0" fmla="*/ 58 w 185"/>
                <a:gd name="T1" fmla="*/ 126 h 152"/>
                <a:gd name="T2" fmla="*/ 0 w 185"/>
                <a:gd name="T3" fmla="*/ 4 h 152"/>
                <a:gd name="T4" fmla="*/ 147 w 185"/>
                <a:gd name="T5" fmla="*/ 35 h 152"/>
                <a:gd name="T6" fmla="*/ 184 w 185"/>
                <a:gd name="T7" fmla="*/ 122 h 152"/>
                <a:gd name="T8" fmla="*/ 177 w 185"/>
                <a:gd name="T9" fmla="*/ 135 h 152"/>
                <a:gd name="T10" fmla="*/ 58 w 185"/>
                <a:gd name="T11" fmla="*/ 126 h 152"/>
              </a:gdLst>
              <a:ahLst/>
              <a:cxnLst>
                <a:cxn ang="0">
                  <a:pos x="T0" y="T1"/>
                </a:cxn>
                <a:cxn ang="0">
                  <a:pos x="T2" y="T3"/>
                </a:cxn>
                <a:cxn ang="0">
                  <a:pos x="T4" y="T5"/>
                </a:cxn>
                <a:cxn ang="0">
                  <a:pos x="T6" y="T7"/>
                </a:cxn>
                <a:cxn ang="0">
                  <a:pos x="T8" y="T9"/>
                </a:cxn>
                <a:cxn ang="0">
                  <a:pos x="T10" y="T11"/>
                </a:cxn>
              </a:cxnLst>
              <a:rect l="0" t="0" r="r" b="b"/>
              <a:pathLst>
                <a:path w="185" h="152">
                  <a:moveTo>
                    <a:pt x="58" y="126"/>
                  </a:moveTo>
                  <a:cubicBezTo>
                    <a:pt x="29" y="102"/>
                    <a:pt x="21" y="54"/>
                    <a:pt x="0" y="4"/>
                  </a:cubicBezTo>
                  <a:cubicBezTo>
                    <a:pt x="52" y="0"/>
                    <a:pt x="115" y="5"/>
                    <a:pt x="147" y="35"/>
                  </a:cubicBezTo>
                  <a:cubicBezTo>
                    <a:pt x="177" y="62"/>
                    <a:pt x="178" y="89"/>
                    <a:pt x="184" y="122"/>
                  </a:cubicBezTo>
                  <a:cubicBezTo>
                    <a:pt x="185" y="127"/>
                    <a:pt x="182" y="132"/>
                    <a:pt x="177" y="135"/>
                  </a:cubicBezTo>
                  <a:cubicBezTo>
                    <a:pt x="145" y="150"/>
                    <a:pt x="88" y="152"/>
                    <a:pt x="58" y="12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29">
              <a:extLst>
                <a:ext uri="{FF2B5EF4-FFF2-40B4-BE49-F238E27FC236}">
                  <a16:creationId xmlns:a16="http://schemas.microsoft.com/office/drawing/2014/main" id="{0BE5861B-1B20-FD8F-5B05-88A65350C3FC}"/>
                </a:ext>
              </a:extLst>
            </p:cNvPr>
            <p:cNvSpPr>
              <a:spLocks/>
            </p:cNvSpPr>
            <p:nvPr/>
          </p:nvSpPr>
          <p:spPr bwMode="auto">
            <a:xfrm>
              <a:off x="9664288" y="324629"/>
              <a:ext cx="1019171" cy="822843"/>
            </a:xfrm>
            <a:custGeom>
              <a:avLst/>
              <a:gdLst>
                <a:gd name="T0" fmla="*/ 129 w 289"/>
                <a:gd name="T1" fmla="*/ 202 h 233"/>
                <a:gd name="T2" fmla="*/ 0 w 289"/>
                <a:gd name="T3" fmla="*/ 0 h 233"/>
                <a:gd name="T4" fmla="*/ 236 w 289"/>
                <a:gd name="T5" fmla="*/ 80 h 233"/>
                <a:gd name="T6" fmla="*/ 288 w 289"/>
                <a:gd name="T7" fmla="*/ 214 h 233"/>
                <a:gd name="T8" fmla="*/ 276 w 289"/>
                <a:gd name="T9" fmla="*/ 226 h 233"/>
                <a:gd name="T10" fmla="*/ 129 w 289"/>
                <a:gd name="T11" fmla="*/ 202 h 233"/>
              </a:gdLst>
              <a:ahLst/>
              <a:cxnLst>
                <a:cxn ang="0">
                  <a:pos x="T0" y="T1"/>
                </a:cxn>
                <a:cxn ang="0">
                  <a:pos x="T2" y="T3"/>
                </a:cxn>
                <a:cxn ang="0">
                  <a:pos x="T4" y="T5"/>
                </a:cxn>
                <a:cxn ang="0">
                  <a:pos x="T6" y="T7"/>
                </a:cxn>
                <a:cxn ang="0">
                  <a:pos x="T8" y="T9"/>
                </a:cxn>
                <a:cxn ang="0">
                  <a:pos x="T10" y="T11"/>
                </a:cxn>
              </a:cxnLst>
              <a:rect l="0" t="0" r="r" b="b"/>
              <a:pathLst>
                <a:path w="289" h="233">
                  <a:moveTo>
                    <a:pt x="129" y="202"/>
                  </a:moveTo>
                  <a:cubicBezTo>
                    <a:pt x="54" y="147"/>
                    <a:pt x="26" y="69"/>
                    <a:pt x="0" y="0"/>
                  </a:cubicBezTo>
                  <a:cubicBezTo>
                    <a:pt x="107" y="10"/>
                    <a:pt x="184" y="30"/>
                    <a:pt x="236" y="80"/>
                  </a:cubicBezTo>
                  <a:cubicBezTo>
                    <a:pt x="279" y="121"/>
                    <a:pt x="289" y="176"/>
                    <a:pt x="288" y="214"/>
                  </a:cubicBezTo>
                  <a:cubicBezTo>
                    <a:pt x="287" y="221"/>
                    <a:pt x="283" y="226"/>
                    <a:pt x="276" y="226"/>
                  </a:cubicBezTo>
                  <a:cubicBezTo>
                    <a:pt x="228" y="233"/>
                    <a:pt x="161" y="225"/>
                    <a:pt x="129" y="20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Shape 26">
              <a:extLst>
                <a:ext uri="{FF2B5EF4-FFF2-40B4-BE49-F238E27FC236}">
                  <a16:creationId xmlns:a16="http://schemas.microsoft.com/office/drawing/2014/main" id="{D7F14CCE-E106-D19B-11D1-4F7A14895405}"/>
                </a:ext>
              </a:extLst>
            </p:cNvPr>
            <p:cNvSpPr>
              <a:spLocks/>
            </p:cNvSpPr>
            <p:nvPr/>
          </p:nvSpPr>
          <p:spPr bwMode="auto">
            <a:xfrm>
              <a:off x="12012196" y="6572978"/>
              <a:ext cx="179805" cy="285022"/>
            </a:xfrm>
            <a:custGeom>
              <a:avLst/>
              <a:gdLst>
                <a:gd name="connsiteX0" fmla="*/ 179805 w 179805"/>
                <a:gd name="connsiteY0" fmla="*/ 0 h 285022"/>
                <a:gd name="connsiteX1" fmla="*/ 179805 w 179805"/>
                <a:gd name="connsiteY1" fmla="*/ 285022 h 285022"/>
                <a:gd name="connsiteX2" fmla="*/ 0 w 179805"/>
                <a:gd name="connsiteY2" fmla="*/ 285022 h 285022"/>
                <a:gd name="connsiteX3" fmla="*/ 67533 w 179805"/>
                <a:gd name="connsiteY3" fmla="*/ 130559 h 285022"/>
                <a:gd name="connsiteX4" fmla="*/ 143082 w 179805"/>
                <a:gd name="connsiteY4" fmla="*/ 31411 h 2850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9805" h="285022">
                  <a:moveTo>
                    <a:pt x="179805" y="0"/>
                  </a:moveTo>
                  <a:lnTo>
                    <a:pt x="179805" y="285022"/>
                  </a:lnTo>
                  <a:lnTo>
                    <a:pt x="0" y="285022"/>
                  </a:lnTo>
                  <a:lnTo>
                    <a:pt x="67533" y="130559"/>
                  </a:lnTo>
                  <a:cubicBezTo>
                    <a:pt x="86958" y="97013"/>
                    <a:pt x="112785" y="63247"/>
                    <a:pt x="143082" y="314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28" name="Freeform 36">
              <a:extLst>
                <a:ext uri="{FF2B5EF4-FFF2-40B4-BE49-F238E27FC236}">
                  <a16:creationId xmlns:a16="http://schemas.microsoft.com/office/drawing/2014/main" id="{A8F02F2D-563B-913C-804A-B485E3099633}"/>
                </a:ext>
              </a:extLst>
            </p:cNvPr>
            <p:cNvSpPr>
              <a:spLocks/>
            </p:cNvSpPr>
            <p:nvPr/>
          </p:nvSpPr>
          <p:spPr bwMode="auto">
            <a:xfrm>
              <a:off x="8968480" y="4369554"/>
              <a:ext cx="926782" cy="516803"/>
            </a:xfrm>
            <a:custGeom>
              <a:avLst/>
              <a:gdLst>
                <a:gd name="T0" fmla="*/ 179 w 263"/>
                <a:gd name="T1" fmla="*/ 132 h 147"/>
                <a:gd name="T2" fmla="*/ 0 w 263"/>
                <a:gd name="T3" fmla="*/ 112 h 147"/>
                <a:gd name="T4" fmla="*/ 148 w 263"/>
                <a:gd name="T5" fmla="*/ 13 h 147"/>
                <a:gd name="T6" fmla="*/ 257 w 263"/>
                <a:gd name="T7" fmla="*/ 40 h 147"/>
                <a:gd name="T8" fmla="*/ 261 w 263"/>
                <a:gd name="T9" fmla="*/ 54 h 147"/>
                <a:gd name="T10" fmla="*/ 179 w 263"/>
                <a:gd name="T11" fmla="*/ 132 h 147"/>
              </a:gdLst>
              <a:ahLst/>
              <a:cxnLst>
                <a:cxn ang="0">
                  <a:pos x="T0" y="T1"/>
                </a:cxn>
                <a:cxn ang="0">
                  <a:pos x="T2" y="T3"/>
                </a:cxn>
                <a:cxn ang="0">
                  <a:pos x="T4" y="T5"/>
                </a:cxn>
                <a:cxn ang="0">
                  <a:pos x="T6" y="T7"/>
                </a:cxn>
                <a:cxn ang="0">
                  <a:pos x="T8" y="T9"/>
                </a:cxn>
                <a:cxn ang="0">
                  <a:pos x="T10" y="T11"/>
                </a:cxn>
              </a:cxnLst>
              <a:rect l="0" t="0" r="r" b="b"/>
              <a:pathLst>
                <a:path w="263" h="147">
                  <a:moveTo>
                    <a:pt x="179" y="132"/>
                  </a:moveTo>
                  <a:cubicBezTo>
                    <a:pt x="141" y="143"/>
                    <a:pt x="54" y="147"/>
                    <a:pt x="0" y="112"/>
                  </a:cubicBezTo>
                  <a:cubicBezTo>
                    <a:pt x="57" y="81"/>
                    <a:pt x="106" y="26"/>
                    <a:pt x="148" y="13"/>
                  </a:cubicBezTo>
                  <a:cubicBezTo>
                    <a:pt x="190" y="0"/>
                    <a:pt x="225" y="13"/>
                    <a:pt x="257" y="40"/>
                  </a:cubicBezTo>
                  <a:cubicBezTo>
                    <a:pt x="261" y="44"/>
                    <a:pt x="263" y="49"/>
                    <a:pt x="261" y="54"/>
                  </a:cubicBezTo>
                  <a:cubicBezTo>
                    <a:pt x="250" y="87"/>
                    <a:pt x="218" y="120"/>
                    <a:pt x="179" y="13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9" name="Freeform 37">
              <a:extLst>
                <a:ext uri="{FF2B5EF4-FFF2-40B4-BE49-F238E27FC236}">
                  <a16:creationId xmlns:a16="http://schemas.microsoft.com/office/drawing/2014/main" id="{F1880DEC-7D68-A9C3-4631-6C7DE7E6B498}"/>
                </a:ext>
              </a:extLst>
            </p:cNvPr>
            <p:cNvSpPr>
              <a:spLocks/>
            </p:cNvSpPr>
            <p:nvPr/>
          </p:nvSpPr>
          <p:spPr bwMode="auto">
            <a:xfrm>
              <a:off x="10908658" y="5296336"/>
              <a:ext cx="666936" cy="545675"/>
            </a:xfrm>
            <a:custGeom>
              <a:avLst/>
              <a:gdLst>
                <a:gd name="T0" fmla="*/ 128 w 189"/>
                <a:gd name="T1" fmla="*/ 107 h 155"/>
                <a:gd name="T2" fmla="*/ 0 w 189"/>
                <a:gd name="T3" fmla="*/ 155 h 155"/>
                <a:gd name="T4" fmla="*/ 50 w 189"/>
                <a:gd name="T5" fmla="*/ 36 h 155"/>
                <a:gd name="T6" fmla="*/ 173 w 189"/>
                <a:gd name="T7" fmla="*/ 7 h 155"/>
                <a:gd name="T8" fmla="*/ 181 w 189"/>
                <a:gd name="T9" fmla="*/ 15 h 155"/>
                <a:gd name="T10" fmla="*/ 128 w 189"/>
                <a:gd name="T11" fmla="*/ 107 h 155"/>
              </a:gdLst>
              <a:ahLst/>
              <a:cxnLst>
                <a:cxn ang="0">
                  <a:pos x="T0" y="T1"/>
                </a:cxn>
                <a:cxn ang="0">
                  <a:pos x="T2" y="T3"/>
                </a:cxn>
                <a:cxn ang="0">
                  <a:pos x="T4" y="T5"/>
                </a:cxn>
                <a:cxn ang="0">
                  <a:pos x="T6" y="T7"/>
                </a:cxn>
                <a:cxn ang="0">
                  <a:pos x="T8" y="T9"/>
                </a:cxn>
                <a:cxn ang="0">
                  <a:pos x="T10" y="T11"/>
                </a:cxn>
              </a:cxnLst>
              <a:rect l="0" t="0" r="r" b="b"/>
              <a:pathLst>
                <a:path w="189" h="155">
                  <a:moveTo>
                    <a:pt x="128" y="107"/>
                  </a:moveTo>
                  <a:cubicBezTo>
                    <a:pt x="83" y="130"/>
                    <a:pt x="49" y="136"/>
                    <a:pt x="0" y="155"/>
                  </a:cubicBezTo>
                  <a:cubicBezTo>
                    <a:pt x="6" y="105"/>
                    <a:pt x="21" y="60"/>
                    <a:pt x="50" y="36"/>
                  </a:cubicBezTo>
                  <a:cubicBezTo>
                    <a:pt x="86" y="6"/>
                    <a:pt x="134" y="0"/>
                    <a:pt x="173" y="7"/>
                  </a:cubicBezTo>
                  <a:cubicBezTo>
                    <a:pt x="177" y="8"/>
                    <a:pt x="180" y="11"/>
                    <a:pt x="181" y="15"/>
                  </a:cubicBezTo>
                  <a:cubicBezTo>
                    <a:pt x="189" y="54"/>
                    <a:pt x="168" y="87"/>
                    <a:pt x="128" y="10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0" name="Freeform 38">
              <a:extLst>
                <a:ext uri="{FF2B5EF4-FFF2-40B4-BE49-F238E27FC236}">
                  <a16:creationId xmlns:a16="http://schemas.microsoft.com/office/drawing/2014/main" id="{1108FBC6-C922-E218-57C6-5D00C7B25057}"/>
                </a:ext>
              </a:extLst>
            </p:cNvPr>
            <p:cNvSpPr>
              <a:spLocks/>
            </p:cNvSpPr>
            <p:nvPr/>
          </p:nvSpPr>
          <p:spPr bwMode="auto">
            <a:xfrm>
              <a:off x="9254310" y="1710471"/>
              <a:ext cx="944105" cy="519691"/>
            </a:xfrm>
            <a:custGeom>
              <a:avLst/>
              <a:gdLst>
                <a:gd name="T0" fmla="*/ 144 w 268"/>
                <a:gd name="T1" fmla="*/ 130 h 148"/>
                <a:gd name="T2" fmla="*/ 0 w 268"/>
                <a:gd name="T3" fmla="*/ 58 h 148"/>
                <a:gd name="T4" fmla="*/ 142 w 268"/>
                <a:gd name="T5" fmla="*/ 6 h 148"/>
                <a:gd name="T6" fmla="*/ 265 w 268"/>
                <a:gd name="T7" fmla="*/ 88 h 148"/>
                <a:gd name="T8" fmla="*/ 265 w 268"/>
                <a:gd name="T9" fmla="*/ 101 h 148"/>
                <a:gd name="T10" fmla="*/ 144 w 268"/>
                <a:gd name="T11" fmla="*/ 130 h 148"/>
              </a:gdLst>
              <a:ahLst/>
              <a:cxnLst>
                <a:cxn ang="0">
                  <a:pos x="T0" y="T1"/>
                </a:cxn>
                <a:cxn ang="0">
                  <a:pos x="T2" y="T3"/>
                </a:cxn>
                <a:cxn ang="0">
                  <a:pos x="T4" y="T5"/>
                </a:cxn>
                <a:cxn ang="0">
                  <a:pos x="T6" y="T7"/>
                </a:cxn>
                <a:cxn ang="0">
                  <a:pos x="T8" y="T9"/>
                </a:cxn>
                <a:cxn ang="0">
                  <a:pos x="T10" y="T11"/>
                </a:cxn>
              </a:cxnLst>
              <a:rect l="0" t="0" r="r" b="b"/>
              <a:pathLst>
                <a:path w="268" h="148">
                  <a:moveTo>
                    <a:pt x="144" y="130"/>
                  </a:moveTo>
                  <a:cubicBezTo>
                    <a:pt x="88" y="109"/>
                    <a:pt x="56" y="85"/>
                    <a:pt x="0" y="58"/>
                  </a:cubicBezTo>
                  <a:cubicBezTo>
                    <a:pt x="48" y="24"/>
                    <a:pt x="99" y="0"/>
                    <a:pt x="142" y="6"/>
                  </a:cubicBezTo>
                  <a:cubicBezTo>
                    <a:pt x="197" y="13"/>
                    <a:pt x="240" y="49"/>
                    <a:pt x="265" y="88"/>
                  </a:cubicBezTo>
                  <a:cubicBezTo>
                    <a:pt x="268" y="92"/>
                    <a:pt x="268" y="98"/>
                    <a:pt x="265" y="101"/>
                  </a:cubicBezTo>
                  <a:cubicBezTo>
                    <a:pt x="238" y="139"/>
                    <a:pt x="193" y="148"/>
                    <a:pt x="144" y="13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1" name="Freeform: Shape 30">
              <a:extLst>
                <a:ext uri="{FF2B5EF4-FFF2-40B4-BE49-F238E27FC236}">
                  <a16:creationId xmlns:a16="http://schemas.microsoft.com/office/drawing/2014/main" id="{84BD06DF-C072-0B33-5685-31AF73DD2232}"/>
                </a:ext>
              </a:extLst>
            </p:cNvPr>
            <p:cNvSpPr>
              <a:spLocks/>
            </p:cNvSpPr>
            <p:nvPr/>
          </p:nvSpPr>
          <p:spPr bwMode="auto">
            <a:xfrm>
              <a:off x="11502945" y="0"/>
              <a:ext cx="642569" cy="333538"/>
            </a:xfrm>
            <a:custGeom>
              <a:avLst/>
              <a:gdLst>
                <a:gd name="connsiteX0" fmla="*/ 0 w 642569"/>
                <a:gd name="connsiteY0" fmla="*/ 0 h 333538"/>
                <a:gd name="connsiteX1" fmla="*/ 626864 w 642569"/>
                <a:gd name="connsiteY1" fmla="*/ 0 h 333538"/>
                <a:gd name="connsiteX2" fmla="*/ 640881 w 642569"/>
                <a:gd name="connsiteY2" fmla="*/ 48961 h 333538"/>
                <a:gd name="connsiteX3" fmla="*/ 560636 w 642569"/>
                <a:gd name="connsiteY3" fmla="*/ 311547 h 333538"/>
                <a:gd name="connsiteX4" fmla="*/ 504200 w 642569"/>
                <a:gd name="connsiteY4" fmla="*/ 332659 h 333538"/>
                <a:gd name="connsiteX5" fmla="*/ 17439 w 642569"/>
                <a:gd name="connsiteY5" fmla="*/ 54679 h 333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2569" h="333538">
                  <a:moveTo>
                    <a:pt x="0" y="0"/>
                  </a:moveTo>
                  <a:lnTo>
                    <a:pt x="626864" y="0"/>
                  </a:lnTo>
                  <a:lnTo>
                    <a:pt x="640881" y="48961"/>
                  </a:lnTo>
                  <a:cubicBezTo>
                    <a:pt x="649699" y="139129"/>
                    <a:pt x="624127" y="228856"/>
                    <a:pt x="560636" y="311547"/>
                  </a:cubicBezTo>
                  <a:cubicBezTo>
                    <a:pt x="546527" y="329141"/>
                    <a:pt x="525363" y="336178"/>
                    <a:pt x="504200" y="332659"/>
                  </a:cubicBezTo>
                  <a:cubicBezTo>
                    <a:pt x="296092" y="293953"/>
                    <a:pt x="112675" y="265803"/>
                    <a:pt x="17439" y="5467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32" name="Freeform: Shape 31">
              <a:extLst>
                <a:ext uri="{FF2B5EF4-FFF2-40B4-BE49-F238E27FC236}">
                  <a16:creationId xmlns:a16="http://schemas.microsoft.com/office/drawing/2014/main" id="{6098F057-2DE9-D7F7-C543-10D69960F728}"/>
                </a:ext>
              </a:extLst>
            </p:cNvPr>
            <p:cNvSpPr>
              <a:spLocks/>
            </p:cNvSpPr>
            <p:nvPr/>
          </p:nvSpPr>
          <p:spPr bwMode="auto">
            <a:xfrm>
              <a:off x="10784033" y="6730342"/>
              <a:ext cx="344354" cy="127658"/>
            </a:xfrm>
            <a:custGeom>
              <a:avLst/>
              <a:gdLst>
                <a:gd name="connsiteX0" fmla="*/ 233176 w 344354"/>
                <a:gd name="connsiteY0" fmla="*/ 606 h 127658"/>
                <a:gd name="connsiteX1" fmla="*/ 312557 w 344354"/>
                <a:gd name="connsiteY1" fmla="*/ 2803 h 127658"/>
                <a:gd name="connsiteX2" fmla="*/ 344354 w 344354"/>
                <a:gd name="connsiteY2" fmla="*/ 34444 h 127658"/>
                <a:gd name="connsiteX3" fmla="*/ 343530 w 344354"/>
                <a:gd name="connsiteY3" fmla="*/ 127658 h 127658"/>
                <a:gd name="connsiteX4" fmla="*/ 0 w 344354"/>
                <a:gd name="connsiteY4" fmla="*/ 127658 h 127658"/>
                <a:gd name="connsiteX5" fmla="*/ 33451 w 344354"/>
                <a:gd name="connsiteY5" fmla="*/ 83664 h 127658"/>
                <a:gd name="connsiteX6" fmla="*/ 233176 w 344354"/>
                <a:gd name="connsiteY6" fmla="*/ 606 h 127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4354" h="127658">
                  <a:moveTo>
                    <a:pt x="233176" y="606"/>
                  </a:moveTo>
                  <a:cubicBezTo>
                    <a:pt x="258679" y="-712"/>
                    <a:pt x="285177" y="167"/>
                    <a:pt x="312557" y="2803"/>
                  </a:cubicBezTo>
                  <a:cubicBezTo>
                    <a:pt x="330222" y="2803"/>
                    <a:pt x="344354" y="16866"/>
                    <a:pt x="344354" y="34444"/>
                  </a:cubicBezTo>
                  <a:lnTo>
                    <a:pt x="343530" y="127658"/>
                  </a:lnTo>
                  <a:lnTo>
                    <a:pt x="0" y="127658"/>
                  </a:lnTo>
                  <a:lnTo>
                    <a:pt x="33451" y="83664"/>
                  </a:lnTo>
                  <a:cubicBezTo>
                    <a:pt x="89096" y="28292"/>
                    <a:pt x="156664" y="4561"/>
                    <a:pt x="233176" y="6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33" name="Freeform 44">
              <a:extLst>
                <a:ext uri="{FF2B5EF4-FFF2-40B4-BE49-F238E27FC236}">
                  <a16:creationId xmlns:a16="http://schemas.microsoft.com/office/drawing/2014/main" id="{22243FA7-4941-4567-168F-6032C9400285}"/>
                </a:ext>
              </a:extLst>
            </p:cNvPr>
            <p:cNvSpPr>
              <a:spLocks/>
            </p:cNvSpPr>
            <p:nvPr/>
          </p:nvSpPr>
          <p:spPr bwMode="auto">
            <a:xfrm>
              <a:off x="8572937" y="2937518"/>
              <a:ext cx="606306" cy="303153"/>
            </a:xfrm>
            <a:custGeom>
              <a:avLst/>
              <a:gdLst>
                <a:gd name="T0" fmla="*/ 96 w 172"/>
                <a:gd name="T1" fmla="*/ 0 h 86"/>
                <a:gd name="T2" fmla="*/ 0 w 172"/>
                <a:gd name="T3" fmla="*/ 45 h 86"/>
                <a:gd name="T4" fmla="*/ 99 w 172"/>
                <a:gd name="T5" fmla="*/ 85 h 86"/>
                <a:gd name="T6" fmla="*/ 168 w 172"/>
                <a:gd name="T7" fmla="*/ 46 h 86"/>
                <a:gd name="T8" fmla="*/ 167 w 172"/>
                <a:gd name="T9" fmla="*/ 29 h 86"/>
                <a:gd name="T10" fmla="*/ 96 w 172"/>
                <a:gd name="T11" fmla="*/ 0 h 86"/>
              </a:gdLst>
              <a:ahLst/>
              <a:cxnLst>
                <a:cxn ang="0">
                  <a:pos x="T0" y="T1"/>
                </a:cxn>
                <a:cxn ang="0">
                  <a:pos x="T2" y="T3"/>
                </a:cxn>
                <a:cxn ang="0">
                  <a:pos x="T4" y="T5"/>
                </a:cxn>
                <a:cxn ang="0">
                  <a:pos x="T6" y="T7"/>
                </a:cxn>
                <a:cxn ang="0">
                  <a:pos x="T8" y="T9"/>
                </a:cxn>
                <a:cxn ang="0">
                  <a:pos x="T10" y="T11"/>
                </a:cxn>
              </a:cxnLst>
              <a:rect l="0" t="0" r="r" b="b"/>
              <a:pathLst>
                <a:path w="172" h="86">
                  <a:moveTo>
                    <a:pt x="96" y="0"/>
                  </a:moveTo>
                  <a:cubicBezTo>
                    <a:pt x="67" y="0"/>
                    <a:pt x="31" y="14"/>
                    <a:pt x="0" y="45"/>
                  </a:cubicBezTo>
                  <a:cubicBezTo>
                    <a:pt x="31" y="61"/>
                    <a:pt x="66" y="84"/>
                    <a:pt x="99" y="85"/>
                  </a:cubicBezTo>
                  <a:cubicBezTo>
                    <a:pt x="130" y="86"/>
                    <a:pt x="151" y="68"/>
                    <a:pt x="168" y="46"/>
                  </a:cubicBezTo>
                  <a:cubicBezTo>
                    <a:pt x="172" y="41"/>
                    <a:pt x="172" y="34"/>
                    <a:pt x="167" y="29"/>
                  </a:cubicBezTo>
                  <a:cubicBezTo>
                    <a:pt x="151" y="13"/>
                    <a:pt x="124" y="0"/>
                    <a:pt x="96"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4" name="Freeform 45">
              <a:extLst>
                <a:ext uri="{FF2B5EF4-FFF2-40B4-BE49-F238E27FC236}">
                  <a16:creationId xmlns:a16="http://schemas.microsoft.com/office/drawing/2014/main" id="{824061A3-A719-A441-669E-A2E108ABCA52}"/>
                </a:ext>
              </a:extLst>
            </p:cNvPr>
            <p:cNvSpPr>
              <a:spLocks/>
            </p:cNvSpPr>
            <p:nvPr/>
          </p:nvSpPr>
          <p:spPr bwMode="auto">
            <a:xfrm>
              <a:off x="8910736" y="5209721"/>
              <a:ext cx="941218" cy="574547"/>
            </a:xfrm>
            <a:custGeom>
              <a:avLst/>
              <a:gdLst>
                <a:gd name="T0" fmla="*/ 138 w 267"/>
                <a:gd name="T1" fmla="*/ 20 h 163"/>
                <a:gd name="T2" fmla="*/ 0 w 267"/>
                <a:gd name="T3" fmla="*/ 145 h 163"/>
                <a:gd name="T4" fmla="*/ 191 w 267"/>
                <a:gd name="T5" fmla="*/ 137 h 163"/>
                <a:gd name="T6" fmla="*/ 267 w 267"/>
                <a:gd name="T7" fmla="*/ 39 h 163"/>
                <a:gd name="T8" fmla="*/ 260 w 267"/>
                <a:gd name="T9" fmla="*/ 29 h 163"/>
                <a:gd name="T10" fmla="*/ 138 w 267"/>
                <a:gd name="T11" fmla="*/ 20 h 163"/>
              </a:gdLst>
              <a:ahLst/>
              <a:cxnLst>
                <a:cxn ang="0">
                  <a:pos x="T0" y="T1"/>
                </a:cxn>
                <a:cxn ang="0">
                  <a:pos x="T2" y="T3"/>
                </a:cxn>
                <a:cxn ang="0">
                  <a:pos x="T4" y="T5"/>
                </a:cxn>
                <a:cxn ang="0">
                  <a:pos x="T6" y="T7"/>
                </a:cxn>
                <a:cxn ang="0">
                  <a:pos x="T8" y="T9"/>
                </a:cxn>
                <a:cxn ang="0">
                  <a:pos x="T10" y="T11"/>
                </a:cxn>
              </a:cxnLst>
              <a:rect l="0" t="0" r="r" b="b"/>
              <a:pathLst>
                <a:path w="267" h="163">
                  <a:moveTo>
                    <a:pt x="138" y="20"/>
                  </a:moveTo>
                  <a:cubicBezTo>
                    <a:pt x="82" y="46"/>
                    <a:pt x="47" y="96"/>
                    <a:pt x="0" y="145"/>
                  </a:cubicBezTo>
                  <a:cubicBezTo>
                    <a:pt x="61" y="163"/>
                    <a:pt x="144" y="154"/>
                    <a:pt x="191" y="137"/>
                  </a:cubicBezTo>
                  <a:cubicBezTo>
                    <a:pt x="238" y="118"/>
                    <a:pt x="267" y="80"/>
                    <a:pt x="267" y="39"/>
                  </a:cubicBezTo>
                  <a:cubicBezTo>
                    <a:pt x="267" y="34"/>
                    <a:pt x="264" y="31"/>
                    <a:pt x="260" y="29"/>
                  </a:cubicBezTo>
                  <a:cubicBezTo>
                    <a:pt x="229" y="12"/>
                    <a:pt x="180" y="0"/>
                    <a:pt x="138" y="2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5" name="Freeform 46">
              <a:extLst>
                <a:ext uri="{FF2B5EF4-FFF2-40B4-BE49-F238E27FC236}">
                  <a16:creationId xmlns:a16="http://schemas.microsoft.com/office/drawing/2014/main" id="{07521B81-D6C7-572F-ABDF-B48ED793FFFE}"/>
                </a:ext>
              </a:extLst>
            </p:cNvPr>
            <p:cNvSpPr>
              <a:spLocks/>
            </p:cNvSpPr>
            <p:nvPr/>
          </p:nvSpPr>
          <p:spPr bwMode="auto">
            <a:xfrm>
              <a:off x="8734619" y="2316777"/>
              <a:ext cx="1079802" cy="534126"/>
            </a:xfrm>
            <a:custGeom>
              <a:avLst/>
              <a:gdLst>
                <a:gd name="T0" fmla="*/ 194 w 306"/>
                <a:gd name="T1" fmla="*/ 10 h 152"/>
                <a:gd name="T2" fmla="*/ 0 w 306"/>
                <a:gd name="T3" fmla="*/ 66 h 152"/>
                <a:gd name="T4" fmla="*/ 167 w 306"/>
                <a:gd name="T5" fmla="*/ 141 h 152"/>
                <a:gd name="T6" fmla="*/ 298 w 306"/>
                <a:gd name="T7" fmla="*/ 105 h 152"/>
                <a:gd name="T8" fmla="*/ 301 w 306"/>
                <a:gd name="T9" fmla="*/ 82 h 152"/>
                <a:gd name="T10" fmla="*/ 194 w 306"/>
                <a:gd name="T11" fmla="*/ 10 h 152"/>
              </a:gdLst>
              <a:ahLst/>
              <a:cxnLst>
                <a:cxn ang="0">
                  <a:pos x="T0" y="T1"/>
                </a:cxn>
                <a:cxn ang="0">
                  <a:pos x="T2" y="T3"/>
                </a:cxn>
                <a:cxn ang="0">
                  <a:pos x="T4" y="T5"/>
                </a:cxn>
                <a:cxn ang="0">
                  <a:pos x="T6" y="T7"/>
                </a:cxn>
                <a:cxn ang="0">
                  <a:pos x="T8" y="T9"/>
                </a:cxn>
                <a:cxn ang="0">
                  <a:pos x="T10" y="T11"/>
                </a:cxn>
              </a:cxnLst>
              <a:rect l="0" t="0" r="r" b="b"/>
              <a:pathLst>
                <a:path w="306" h="152">
                  <a:moveTo>
                    <a:pt x="194" y="10"/>
                  </a:moveTo>
                  <a:cubicBezTo>
                    <a:pt x="146" y="0"/>
                    <a:pt x="60" y="26"/>
                    <a:pt x="0" y="66"/>
                  </a:cubicBezTo>
                  <a:cubicBezTo>
                    <a:pt x="54" y="97"/>
                    <a:pt x="114" y="130"/>
                    <a:pt x="167" y="141"/>
                  </a:cubicBezTo>
                  <a:cubicBezTo>
                    <a:pt x="218" y="152"/>
                    <a:pt x="264" y="136"/>
                    <a:pt x="298" y="105"/>
                  </a:cubicBezTo>
                  <a:cubicBezTo>
                    <a:pt x="305" y="100"/>
                    <a:pt x="306" y="90"/>
                    <a:pt x="301" y="82"/>
                  </a:cubicBezTo>
                  <a:cubicBezTo>
                    <a:pt x="281" y="50"/>
                    <a:pt x="240" y="19"/>
                    <a:pt x="194" y="1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6" name="Freeform 47">
              <a:extLst>
                <a:ext uri="{FF2B5EF4-FFF2-40B4-BE49-F238E27FC236}">
                  <a16:creationId xmlns:a16="http://schemas.microsoft.com/office/drawing/2014/main" id="{51DDA017-35BF-F6D1-B909-9586B3639F71}"/>
                </a:ext>
              </a:extLst>
            </p:cNvPr>
            <p:cNvSpPr>
              <a:spLocks/>
            </p:cNvSpPr>
            <p:nvPr/>
          </p:nvSpPr>
          <p:spPr bwMode="auto">
            <a:xfrm>
              <a:off x="10706556" y="512295"/>
              <a:ext cx="736228" cy="707357"/>
            </a:xfrm>
            <a:custGeom>
              <a:avLst/>
              <a:gdLst>
                <a:gd name="T0" fmla="*/ 171 w 209"/>
                <a:gd name="T1" fmla="*/ 76 h 201"/>
                <a:gd name="T2" fmla="*/ 0 w 209"/>
                <a:gd name="T3" fmla="*/ 0 h 201"/>
                <a:gd name="T4" fmla="*/ 73 w 209"/>
                <a:gd name="T5" fmla="*/ 165 h 201"/>
                <a:gd name="T6" fmla="*/ 196 w 209"/>
                <a:gd name="T7" fmla="*/ 189 h 201"/>
                <a:gd name="T8" fmla="*/ 207 w 209"/>
                <a:gd name="T9" fmla="*/ 176 h 201"/>
                <a:gd name="T10" fmla="*/ 171 w 209"/>
                <a:gd name="T11" fmla="*/ 76 h 201"/>
              </a:gdLst>
              <a:ahLst/>
              <a:cxnLst>
                <a:cxn ang="0">
                  <a:pos x="T0" y="T1"/>
                </a:cxn>
                <a:cxn ang="0">
                  <a:pos x="T2" y="T3"/>
                </a:cxn>
                <a:cxn ang="0">
                  <a:pos x="T4" y="T5"/>
                </a:cxn>
                <a:cxn ang="0">
                  <a:pos x="T6" y="T7"/>
                </a:cxn>
                <a:cxn ang="0">
                  <a:pos x="T8" y="T9"/>
                </a:cxn>
                <a:cxn ang="0">
                  <a:pos x="T10" y="T11"/>
                </a:cxn>
              </a:cxnLst>
              <a:rect l="0" t="0" r="r" b="b"/>
              <a:pathLst>
                <a:path w="209" h="201">
                  <a:moveTo>
                    <a:pt x="171" y="76"/>
                  </a:moveTo>
                  <a:cubicBezTo>
                    <a:pt x="136" y="40"/>
                    <a:pt x="56" y="9"/>
                    <a:pt x="0" y="0"/>
                  </a:cubicBezTo>
                  <a:cubicBezTo>
                    <a:pt x="12" y="36"/>
                    <a:pt x="37" y="133"/>
                    <a:pt x="73" y="165"/>
                  </a:cubicBezTo>
                  <a:cubicBezTo>
                    <a:pt x="110" y="198"/>
                    <a:pt x="150" y="201"/>
                    <a:pt x="196" y="189"/>
                  </a:cubicBezTo>
                  <a:cubicBezTo>
                    <a:pt x="202" y="187"/>
                    <a:pt x="207" y="182"/>
                    <a:pt x="207" y="176"/>
                  </a:cubicBezTo>
                  <a:cubicBezTo>
                    <a:pt x="209" y="139"/>
                    <a:pt x="202" y="108"/>
                    <a:pt x="171" y="7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7" name="Freeform: Shape 36">
              <a:extLst>
                <a:ext uri="{FF2B5EF4-FFF2-40B4-BE49-F238E27FC236}">
                  <a16:creationId xmlns:a16="http://schemas.microsoft.com/office/drawing/2014/main" id="{C9400801-2683-A4DB-EFA8-21B2826B7C7B}"/>
                </a:ext>
              </a:extLst>
            </p:cNvPr>
            <p:cNvSpPr>
              <a:spLocks/>
            </p:cNvSpPr>
            <p:nvPr/>
          </p:nvSpPr>
          <p:spPr bwMode="auto">
            <a:xfrm>
              <a:off x="9916287" y="0"/>
              <a:ext cx="447759" cy="240954"/>
            </a:xfrm>
            <a:custGeom>
              <a:avLst/>
              <a:gdLst>
                <a:gd name="connsiteX0" fmla="*/ 0 w 447759"/>
                <a:gd name="connsiteY0" fmla="*/ 0 h 240954"/>
                <a:gd name="connsiteX1" fmla="*/ 414433 w 447759"/>
                <a:gd name="connsiteY1" fmla="*/ 0 h 240954"/>
                <a:gd name="connsiteX2" fmla="*/ 420771 w 447759"/>
                <a:gd name="connsiteY2" fmla="*/ 9983 h 240954"/>
                <a:gd name="connsiteX3" fmla="*/ 441191 w 447759"/>
                <a:gd name="connsiteY3" fmla="*/ 210080 h 240954"/>
                <a:gd name="connsiteX4" fmla="*/ 409316 w 447759"/>
                <a:gd name="connsiteY4" fmla="*/ 238327 h 240954"/>
                <a:gd name="connsiteX5" fmla="*/ 55157 w 447759"/>
                <a:gd name="connsiteY5" fmla="*/ 100625 h 240954"/>
                <a:gd name="connsiteX6" fmla="*/ 10942 w 447759"/>
                <a:gd name="connsiteY6" fmla="*/ 26313 h 240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7759" h="240954">
                  <a:moveTo>
                    <a:pt x="0" y="0"/>
                  </a:moveTo>
                  <a:lnTo>
                    <a:pt x="414433" y="0"/>
                  </a:lnTo>
                  <a:lnTo>
                    <a:pt x="420771" y="9983"/>
                  </a:lnTo>
                  <a:cubicBezTo>
                    <a:pt x="452479" y="75689"/>
                    <a:pt x="451816" y="135933"/>
                    <a:pt x="441191" y="210080"/>
                  </a:cubicBezTo>
                  <a:cubicBezTo>
                    <a:pt x="437649" y="227734"/>
                    <a:pt x="427024" y="238327"/>
                    <a:pt x="409316" y="238327"/>
                  </a:cubicBezTo>
                  <a:cubicBezTo>
                    <a:pt x="249945" y="252450"/>
                    <a:pt x="133072" y="210080"/>
                    <a:pt x="55157" y="100625"/>
                  </a:cubicBezTo>
                  <a:cubicBezTo>
                    <a:pt x="40991" y="81206"/>
                    <a:pt x="25717" y="55828"/>
                    <a:pt x="10942" y="263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38" name="Freeform 49">
              <a:extLst>
                <a:ext uri="{FF2B5EF4-FFF2-40B4-BE49-F238E27FC236}">
                  <a16:creationId xmlns:a16="http://schemas.microsoft.com/office/drawing/2014/main" id="{AB5D3AA2-657C-852C-4A8F-99E9D435D163}"/>
                </a:ext>
              </a:extLst>
            </p:cNvPr>
            <p:cNvSpPr>
              <a:spLocks/>
            </p:cNvSpPr>
            <p:nvPr/>
          </p:nvSpPr>
          <p:spPr bwMode="auto">
            <a:xfrm>
              <a:off x="9312053" y="2850903"/>
              <a:ext cx="1255919" cy="629403"/>
            </a:xfrm>
            <a:custGeom>
              <a:avLst/>
              <a:gdLst>
                <a:gd name="T0" fmla="*/ 212 w 356"/>
                <a:gd name="T1" fmla="*/ 174 h 179"/>
                <a:gd name="T2" fmla="*/ 0 w 356"/>
                <a:gd name="T3" fmla="*/ 110 h 179"/>
                <a:gd name="T4" fmla="*/ 171 w 356"/>
                <a:gd name="T5" fmla="*/ 10 h 179"/>
                <a:gd name="T6" fmla="*/ 352 w 356"/>
                <a:gd name="T7" fmla="*/ 91 h 179"/>
                <a:gd name="T8" fmla="*/ 350 w 356"/>
                <a:gd name="T9" fmla="*/ 110 h 179"/>
                <a:gd name="T10" fmla="*/ 212 w 356"/>
                <a:gd name="T11" fmla="*/ 174 h 179"/>
              </a:gdLst>
              <a:ahLst/>
              <a:cxnLst>
                <a:cxn ang="0">
                  <a:pos x="T0" y="T1"/>
                </a:cxn>
                <a:cxn ang="0">
                  <a:pos x="T2" y="T3"/>
                </a:cxn>
                <a:cxn ang="0">
                  <a:pos x="T4" y="T5"/>
                </a:cxn>
                <a:cxn ang="0">
                  <a:pos x="T6" y="T7"/>
                </a:cxn>
                <a:cxn ang="0">
                  <a:pos x="T8" y="T9"/>
                </a:cxn>
                <a:cxn ang="0">
                  <a:pos x="T10" y="T11"/>
                </a:cxn>
              </a:cxnLst>
              <a:rect l="0" t="0" r="r" b="b"/>
              <a:pathLst>
                <a:path w="356" h="179">
                  <a:moveTo>
                    <a:pt x="212" y="174"/>
                  </a:moveTo>
                  <a:cubicBezTo>
                    <a:pt x="146" y="179"/>
                    <a:pt x="89" y="144"/>
                    <a:pt x="0" y="110"/>
                  </a:cubicBezTo>
                  <a:cubicBezTo>
                    <a:pt x="34" y="72"/>
                    <a:pt x="108" y="20"/>
                    <a:pt x="171" y="10"/>
                  </a:cubicBezTo>
                  <a:cubicBezTo>
                    <a:pt x="236" y="0"/>
                    <a:pt x="316" y="34"/>
                    <a:pt x="352" y="91"/>
                  </a:cubicBezTo>
                  <a:cubicBezTo>
                    <a:pt x="356" y="97"/>
                    <a:pt x="355" y="104"/>
                    <a:pt x="350" y="110"/>
                  </a:cubicBezTo>
                  <a:cubicBezTo>
                    <a:pt x="316" y="144"/>
                    <a:pt x="271" y="170"/>
                    <a:pt x="212" y="1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9" name="Freeform: Shape 38">
              <a:extLst>
                <a:ext uri="{FF2B5EF4-FFF2-40B4-BE49-F238E27FC236}">
                  <a16:creationId xmlns:a16="http://schemas.microsoft.com/office/drawing/2014/main" id="{01F3F0FA-2DC8-63A2-5B82-2835781EB1B4}"/>
                </a:ext>
              </a:extLst>
            </p:cNvPr>
            <p:cNvSpPr>
              <a:spLocks/>
            </p:cNvSpPr>
            <p:nvPr/>
          </p:nvSpPr>
          <p:spPr bwMode="auto">
            <a:xfrm>
              <a:off x="10881967" y="0"/>
              <a:ext cx="535486" cy="509022"/>
            </a:xfrm>
            <a:custGeom>
              <a:avLst/>
              <a:gdLst>
                <a:gd name="connsiteX0" fmla="*/ 0 w 535486"/>
                <a:gd name="connsiteY0" fmla="*/ 0 h 509022"/>
                <a:gd name="connsiteX1" fmla="*/ 299950 w 535486"/>
                <a:gd name="connsiteY1" fmla="*/ 0 h 509022"/>
                <a:gd name="connsiteX2" fmla="*/ 371512 w 535486"/>
                <a:gd name="connsiteY2" fmla="*/ 46406 h 509022"/>
                <a:gd name="connsiteX3" fmla="*/ 451269 w 535486"/>
                <a:gd name="connsiteY3" fmla="*/ 128855 h 509022"/>
                <a:gd name="connsiteX4" fmla="*/ 528768 w 535486"/>
                <a:gd name="connsiteY4" fmla="*/ 473371 h 509022"/>
                <a:gd name="connsiteX5" fmla="*/ 497064 w 535486"/>
                <a:gd name="connsiteY5" fmla="*/ 505010 h 509022"/>
                <a:gd name="connsiteX6" fmla="*/ 70816 w 535486"/>
                <a:gd name="connsiteY6" fmla="*/ 308144 h 509022"/>
                <a:gd name="connsiteX7" fmla="*/ 3444 w 535486"/>
                <a:gd name="connsiteY7" fmla="*/ 77002 h 509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5486" h="509022">
                  <a:moveTo>
                    <a:pt x="0" y="0"/>
                  </a:moveTo>
                  <a:lnTo>
                    <a:pt x="299950" y="0"/>
                  </a:lnTo>
                  <a:lnTo>
                    <a:pt x="371512" y="46406"/>
                  </a:lnTo>
                  <a:cubicBezTo>
                    <a:pt x="401731" y="70410"/>
                    <a:pt x="428371" y="97216"/>
                    <a:pt x="451269" y="128855"/>
                  </a:cubicBezTo>
                  <a:cubicBezTo>
                    <a:pt x="532291" y="237834"/>
                    <a:pt x="546382" y="357360"/>
                    <a:pt x="528768" y="473371"/>
                  </a:cubicBezTo>
                  <a:cubicBezTo>
                    <a:pt x="528768" y="490948"/>
                    <a:pt x="514678" y="501494"/>
                    <a:pt x="497064" y="505010"/>
                  </a:cubicBezTo>
                  <a:cubicBezTo>
                    <a:pt x="331497" y="529618"/>
                    <a:pt x="148316" y="438216"/>
                    <a:pt x="70816" y="308144"/>
                  </a:cubicBezTo>
                  <a:cubicBezTo>
                    <a:pt x="33828" y="244865"/>
                    <a:pt x="12691" y="160494"/>
                    <a:pt x="3444" y="770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40" name="Freeform 58">
              <a:extLst>
                <a:ext uri="{FF2B5EF4-FFF2-40B4-BE49-F238E27FC236}">
                  <a16:creationId xmlns:a16="http://schemas.microsoft.com/office/drawing/2014/main" id="{E3C3D9DC-5040-5446-53CF-3AC3A5B6A573}"/>
                </a:ext>
              </a:extLst>
            </p:cNvPr>
            <p:cNvSpPr>
              <a:spLocks/>
            </p:cNvSpPr>
            <p:nvPr/>
          </p:nvSpPr>
          <p:spPr bwMode="auto">
            <a:xfrm>
              <a:off x="8780814" y="177384"/>
              <a:ext cx="799746" cy="733341"/>
            </a:xfrm>
            <a:custGeom>
              <a:avLst/>
              <a:gdLst>
                <a:gd name="T0" fmla="*/ 88 w 227"/>
                <a:gd name="T1" fmla="*/ 178 h 208"/>
                <a:gd name="T2" fmla="*/ 0 w 227"/>
                <a:gd name="T3" fmla="*/ 0 h 208"/>
                <a:gd name="T4" fmla="*/ 190 w 227"/>
                <a:gd name="T5" fmla="*/ 82 h 208"/>
                <a:gd name="T6" fmla="*/ 215 w 227"/>
                <a:gd name="T7" fmla="*/ 192 h 208"/>
                <a:gd name="T8" fmla="*/ 202 w 227"/>
                <a:gd name="T9" fmla="*/ 203 h 208"/>
                <a:gd name="T10" fmla="*/ 88 w 227"/>
                <a:gd name="T11" fmla="*/ 178 h 208"/>
              </a:gdLst>
              <a:ahLst/>
              <a:cxnLst>
                <a:cxn ang="0">
                  <a:pos x="T0" y="T1"/>
                </a:cxn>
                <a:cxn ang="0">
                  <a:pos x="T2" y="T3"/>
                </a:cxn>
                <a:cxn ang="0">
                  <a:pos x="T4" y="T5"/>
                </a:cxn>
                <a:cxn ang="0">
                  <a:pos x="T6" y="T7"/>
                </a:cxn>
                <a:cxn ang="0">
                  <a:pos x="T8" y="T9"/>
                </a:cxn>
                <a:cxn ang="0">
                  <a:pos x="T10" y="T11"/>
                </a:cxn>
              </a:cxnLst>
              <a:rect l="0" t="0" r="r" b="b"/>
              <a:pathLst>
                <a:path w="227" h="208">
                  <a:moveTo>
                    <a:pt x="88" y="178"/>
                  </a:moveTo>
                  <a:cubicBezTo>
                    <a:pt x="23" y="128"/>
                    <a:pt x="7" y="59"/>
                    <a:pt x="0" y="0"/>
                  </a:cubicBezTo>
                  <a:cubicBezTo>
                    <a:pt x="61" y="28"/>
                    <a:pt x="154" y="47"/>
                    <a:pt x="190" y="82"/>
                  </a:cubicBezTo>
                  <a:cubicBezTo>
                    <a:pt x="219" y="109"/>
                    <a:pt x="227" y="155"/>
                    <a:pt x="215" y="192"/>
                  </a:cubicBezTo>
                  <a:cubicBezTo>
                    <a:pt x="213" y="198"/>
                    <a:pt x="208" y="202"/>
                    <a:pt x="202" y="203"/>
                  </a:cubicBezTo>
                  <a:cubicBezTo>
                    <a:pt x="169" y="208"/>
                    <a:pt x="122" y="204"/>
                    <a:pt x="88" y="17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1" name="Freeform 61">
              <a:extLst>
                <a:ext uri="{FF2B5EF4-FFF2-40B4-BE49-F238E27FC236}">
                  <a16:creationId xmlns:a16="http://schemas.microsoft.com/office/drawing/2014/main" id="{14690D8F-C57A-A8FA-FCCE-5107FDFFD5EB}"/>
                </a:ext>
              </a:extLst>
            </p:cNvPr>
            <p:cNvSpPr>
              <a:spLocks/>
            </p:cNvSpPr>
            <p:nvPr/>
          </p:nvSpPr>
          <p:spPr bwMode="auto">
            <a:xfrm>
              <a:off x="10036733" y="4129919"/>
              <a:ext cx="1166417" cy="588983"/>
            </a:xfrm>
            <a:custGeom>
              <a:avLst/>
              <a:gdLst>
                <a:gd name="T0" fmla="*/ 220 w 331"/>
                <a:gd name="T1" fmla="*/ 147 h 167"/>
                <a:gd name="T2" fmla="*/ 0 w 331"/>
                <a:gd name="T3" fmla="*/ 134 h 167"/>
                <a:gd name="T4" fmla="*/ 186 w 331"/>
                <a:gd name="T5" fmla="*/ 11 h 167"/>
                <a:gd name="T6" fmla="*/ 324 w 331"/>
                <a:gd name="T7" fmla="*/ 37 h 167"/>
                <a:gd name="T8" fmla="*/ 329 w 331"/>
                <a:gd name="T9" fmla="*/ 53 h 167"/>
                <a:gd name="T10" fmla="*/ 220 w 331"/>
                <a:gd name="T11" fmla="*/ 147 h 167"/>
              </a:gdLst>
              <a:ahLst/>
              <a:cxnLst>
                <a:cxn ang="0">
                  <a:pos x="T0" y="T1"/>
                </a:cxn>
                <a:cxn ang="0">
                  <a:pos x="T2" y="T3"/>
                </a:cxn>
                <a:cxn ang="0">
                  <a:pos x="T4" y="T5"/>
                </a:cxn>
                <a:cxn ang="0">
                  <a:pos x="T6" y="T7"/>
                </a:cxn>
                <a:cxn ang="0">
                  <a:pos x="T8" y="T9"/>
                </a:cxn>
                <a:cxn ang="0">
                  <a:pos x="T10" y="T11"/>
                </a:cxn>
              </a:cxnLst>
              <a:rect l="0" t="0" r="r" b="b"/>
              <a:pathLst>
                <a:path w="331" h="167">
                  <a:moveTo>
                    <a:pt x="220" y="147"/>
                  </a:moveTo>
                  <a:cubicBezTo>
                    <a:pt x="126" y="167"/>
                    <a:pt x="78" y="146"/>
                    <a:pt x="0" y="134"/>
                  </a:cubicBezTo>
                  <a:cubicBezTo>
                    <a:pt x="61" y="65"/>
                    <a:pt x="108" y="29"/>
                    <a:pt x="186" y="11"/>
                  </a:cubicBezTo>
                  <a:cubicBezTo>
                    <a:pt x="230" y="0"/>
                    <a:pt x="284" y="6"/>
                    <a:pt x="324" y="37"/>
                  </a:cubicBezTo>
                  <a:cubicBezTo>
                    <a:pt x="329" y="41"/>
                    <a:pt x="331" y="47"/>
                    <a:pt x="329" y="53"/>
                  </a:cubicBezTo>
                  <a:cubicBezTo>
                    <a:pt x="316" y="92"/>
                    <a:pt x="277" y="134"/>
                    <a:pt x="220" y="14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2" name="Freeform 62">
              <a:extLst>
                <a:ext uri="{FF2B5EF4-FFF2-40B4-BE49-F238E27FC236}">
                  <a16:creationId xmlns:a16="http://schemas.microsoft.com/office/drawing/2014/main" id="{1AE7CFF4-516E-CEAD-151B-D3E26F863E3B}"/>
                </a:ext>
              </a:extLst>
            </p:cNvPr>
            <p:cNvSpPr>
              <a:spLocks/>
            </p:cNvSpPr>
            <p:nvPr/>
          </p:nvSpPr>
          <p:spPr bwMode="auto">
            <a:xfrm>
              <a:off x="10772961" y="2943292"/>
              <a:ext cx="1140432" cy="537014"/>
            </a:xfrm>
            <a:custGeom>
              <a:avLst/>
              <a:gdLst>
                <a:gd name="T0" fmla="*/ 183 w 324"/>
                <a:gd name="T1" fmla="*/ 147 h 153"/>
                <a:gd name="T2" fmla="*/ 0 w 324"/>
                <a:gd name="T3" fmla="*/ 22 h 153"/>
                <a:gd name="T4" fmla="*/ 204 w 324"/>
                <a:gd name="T5" fmla="*/ 6 h 153"/>
                <a:gd name="T6" fmla="*/ 319 w 324"/>
                <a:gd name="T7" fmla="*/ 77 h 153"/>
                <a:gd name="T8" fmla="*/ 318 w 324"/>
                <a:gd name="T9" fmla="*/ 99 h 153"/>
                <a:gd name="T10" fmla="*/ 183 w 324"/>
                <a:gd name="T11" fmla="*/ 147 h 153"/>
              </a:gdLst>
              <a:ahLst/>
              <a:cxnLst>
                <a:cxn ang="0">
                  <a:pos x="T0" y="T1"/>
                </a:cxn>
                <a:cxn ang="0">
                  <a:pos x="T2" y="T3"/>
                </a:cxn>
                <a:cxn ang="0">
                  <a:pos x="T4" y="T5"/>
                </a:cxn>
                <a:cxn ang="0">
                  <a:pos x="T6" y="T7"/>
                </a:cxn>
                <a:cxn ang="0">
                  <a:pos x="T8" y="T9"/>
                </a:cxn>
                <a:cxn ang="0">
                  <a:pos x="T10" y="T11"/>
                </a:cxn>
              </a:cxnLst>
              <a:rect l="0" t="0" r="r" b="b"/>
              <a:pathLst>
                <a:path w="324" h="153">
                  <a:moveTo>
                    <a:pt x="183" y="147"/>
                  </a:moveTo>
                  <a:cubicBezTo>
                    <a:pt x="129" y="141"/>
                    <a:pt x="45" y="83"/>
                    <a:pt x="0" y="22"/>
                  </a:cubicBezTo>
                  <a:cubicBezTo>
                    <a:pt x="85" y="14"/>
                    <a:pt x="140" y="0"/>
                    <a:pt x="204" y="6"/>
                  </a:cubicBezTo>
                  <a:cubicBezTo>
                    <a:pt x="256" y="12"/>
                    <a:pt x="293" y="39"/>
                    <a:pt x="319" y="77"/>
                  </a:cubicBezTo>
                  <a:cubicBezTo>
                    <a:pt x="324" y="84"/>
                    <a:pt x="323" y="93"/>
                    <a:pt x="318" y="99"/>
                  </a:cubicBezTo>
                  <a:cubicBezTo>
                    <a:pt x="291" y="130"/>
                    <a:pt x="237" y="153"/>
                    <a:pt x="183" y="14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3" name="Freeform 63">
              <a:extLst>
                <a:ext uri="{FF2B5EF4-FFF2-40B4-BE49-F238E27FC236}">
                  <a16:creationId xmlns:a16="http://schemas.microsoft.com/office/drawing/2014/main" id="{6904504F-D8AD-BB0E-E8BD-544EAB79E023}"/>
                </a:ext>
              </a:extLst>
            </p:cNvPr>
            <p:cNvSpPr>
              <a:spLocks/>
            </p:cNvSpPr>
            <p:nvPr/>
          </p:nvSpPr>
          <p:spPr bwMode="auto">
            <a:xfrm>
              <a:off x="8073457" y="3428337"/>
              <a:ext cx="1362744" cy="528352"/>
            </a:xfrm>
            <a:custGeom>
              <a:avLst/>
              <a:gdLst>
                <a:gd name="T0" fmla="*/ 244 w 387"/>
                <a:gd name="T1" fmla="*/ 140 h 150"/>
                <a:gd name="T2" fmla="*/ 0 w 387"/>
                <a:gd name="T3" fmla="*/ 81 h 150"/>
                <a:gd name="T4" fmla="*/ 244 w 387"/>
                <a:gd name="T5" fmla="*/ 3 h 150"/>
                <a:gd name="T6" fmla="*/ 380 w 387"/>
                <a:gd name="T7" fmla="*/ 49 h 150"/>
                <a:gd name="T8" fmla="*/ 382 w 387"/>
                <a:gd name="T9" fmla="*/ 71 h 150"/>
                <a:gd name="T10" fmla="*/ 244 w 387"/>
                <a:gd name="T11" fmla="*/ 140 h 150"/>
              </a:gdLst>
              <a:ahLst/>
              <a:cxnLst>
                <a:cxn ang="0">
                  <a:pos x="T0" y="T1"/>
                </a:cxn>
                <a:cxn ang="0">
                  <a:pos x="T2" y="T3"/>
                </a:cxn>
                <a:cxn ang="0">
                  <a:pos x="T4" y="T5"/>
                </a:cxn>
                <a:cxn ang="0">
                  <a:pos x="T6" y="T7"/>
                </a:cxn>
                <a:cxn ang="0">
                  <a:pos x="T8" y="T9"/>
                </a:cxn>
                <a:cxn ang="0">
                  <a:pos x="T10" y="T11"/>
                </a:cxn>
              </a:cxnLst>
              <a:rect l="0" t="0" r="r" b="b"/>
              <a:pathLst>
                <a:path w="387" h="150">
                  <a:moveTo>
                    <a:pt x="244" y="140"/>
                  </a:moveTo>
                  <a:cubicBezTo>
                    <a:pt x="143" y="150"/>
                    <a:pt x="64" y="123"/>
                    <a:pt x="0" y="81"/>
                  </a:cubicBezTo>
                  <a:cubicBezTo>
                    <a:pt x="90" y="59"/>
                    <a:pt x="173" y="8"/>
                    <a:pt x="244" y="3"/>
                  </a:cubicBezTo>
                  <a:cubicBezTo>
                    <a:pt x="301" y="0"/>
                    <a:pt x="346" y="16"/>
                    <a:pt x="380" y="49"/>
                  </a:cubicBezTo>
                  <a:cubicBezTo>
                    <a:pt x="386" y="55"/>
                    <a:pt x="387" y="64"/>
                    <a:pt x="382" y="71"/>
                  </a:cubicBezTo>
                  <a:cubicBezTo>
                    <a:pt x="358" y="105"/>
                    <a:pt x="303" y="134"/>
                    <a:pt x="244" y="14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4" name="Freeform: Shape 43">
              <a:extLst>
                <a:ext uri="{FF2B5EF4-FFF2-40B4-BE49-F238E27FC236}">
                  <a16:creationId xmlns:a16="http://schemas.microsoft.com/office/drawing/2014/main" id="{6A2691E1-2D3F-F2B3-F075-848AF4CCE241}"/>
                </a:ext>
              </a:extLst>
            </p:cNvPr>
            <p:cNvSpPr>
              <a:spLocks/>
            </p:cNvSpPr>
            <p:nvPr/>
          </p:nvSpPr>
          <p:spPr bwMode="auto">
            <a:xfrm>
              <a:off x="11985398" y="1615194"/>
              <a:ext cx="206602" cy="811211"/>
            </a:xfrm>
            <a:custGeom>
              <a:avLst/>
              <a:gdLst>
                <a:gd name="connsiteX0" fmla="*/ 3359 w 206602"/>
                <a:gd name="connsiteY0" fmla="*/ 0 h 811211"/>
                <a:gd name="connsiteX1" fmla="*/ 199109 w 206602"/>
                <a:gd name="connsiteY1" fmla="*/ 140286 h 811211"/>
                <a:gd name="connsiteX2" fmla="*/ 206602 w 206602"/>
                <a:gd name="connsiteY2" fmla="*/ 143814 h 811211"/>
                <a:gd name="connsiteX3" fmla="*/ 206602 w 206602"/>
                <a:gd name="connsiteY3" fmla="*/ 811211 h 811211"/>
                <a:gd name="connsiteX4" fmla="*/ 148671 w 206602"/>
                <a:gd name="connsiteY4" fmla="*/ 736790 h 811211"/>
                <a:gd name="connsiteX5" fmla="*/ 3359 w 206602"/>
                <a:gd name="connsiteY5" fmla="*/ 0 h 811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6602" h="811211">
                  <a:moveTo>
                    <a:pt x="3359" y="0"/>
                  </a:moveTo>
                  <a:cubicBezTo>
                    <a:pt x="68554" y="59809"/>
                    <a:pt x="134189" y="104225"/>
                    <a:pt x="199109" y="140286"/>
                  </a:cubicBezTo>
                  <a:lnTo>
                    <a:pt x="206602" y="143814"/>
                  </a:lnTo>
                  <a:lnTo>
                    <a:pt x="206602" y="811211"/>
                  </a:lnTo>
                  <a:lnTo>
                    <a:pt x="148671" y="736790"/>
                  </a:lnTo>
                  <a:cubicBezTo>
                    <a:pt x="23788" y="551799"/>
                    <a:pt x="-12058" y="310916"/>
                    <a:pt x="335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45" name="Freeform 65">
              <a:extLst>
                <a:ext uri="{FF2B5EF4-FFF2-40B4-BE49-F238E27FC236}">
                  <a16:creationId xmlns:a16="http://schemas.microsoft.com/office/drawing/2014/main" id="{617A7CFD-CC12-D585-D8A1-A334238198C1}"/>
                </a:ext>
              </a:extLst>
            </p:cNvPr>
            <p:cNvSpPr>
              <a:spLocks/>
            </p:cNvSpPr>
            <p:nvPr/>
          </p:nvSpPr>
          <p:spPr bwMode="auto">
            <a:xfrm>
              <a:off x="9805759" y="5140429"/>
              <a:ext cx="1065366" cy="742003"/>
            </a:xfrm>
            <a:custGeom>
              <a:avLst/>
              <a:gdLst>
                <a:gd name="T0" fmla="*/ 209 w 302"/>
                <a:gd name="T1" fmla="*/ 172 h 211"/>
                <a:gd name="T2" fmla="*/ 0 w 302"/>
                <a:gd name="T3" fmla="*/ 179 h 211"/>
                <a:gd name="T4" fmla="*/ 137 w 302"/>
                <a:gd name="T5" fmla="*/ 30 h 211"/>
                <a:gd name="T6" fmla="*/ 293 w 302"/>
                <a:gd name="T7" fmla="*/ 21 h 211"/>
                <a:gd name="T8" fmla="*/ 302 w 302"/>
                <a:gd name="T9" fmla="*/ 35 h 211"/>
                <a:gd name="T10" fmla="*/ 209 w 302"/>
                <a:gd name="T11" fmla="*/ 172 h 211"/>
              </a:gdLst>
              <a:ahLst/>
              <a:cxnLst>
                <a:cxn ang="0">
                  <a:pos x="T0" y="T1"/>
                </a:cxn>
                <a:cxn ang="0">
                  <a:pos x="T2" y="T3"/>
                </a:cxn>
                <a:cxn ang="0">
                  <a:pos x="T4" y="T5"/>
                </a:cxn>
                <a:cxn ang="0">
                  <a:pos x="T6" y="T7"/>
                </a:cxn>
                <a:cxn ang="0">
                  <a:pos x="T8" y="T9"/>
                </a:cxn>
                <a:cxn ang="0">
                  <a:pos x="T10" y="T11"/>
                </a:cxn>
              </a:cxnLst>
              <a:rect l="0" t="0" r="r" b="b"/>
              <a:pathLst>
                <a:path w="302" h="211">
                  <a:moveTo>
                    <a:pt x="209" y="172"/>
                  </a:moveTo>
                  <a:cubicBezTo>
                    <a:pt x="156" y="202"/>
                    <a:pt x="79" y="211"/>
                    <a:pt x="0" y="179"/>
                  </a:cubicBezTo>
                  <a:cubicBezTo>
                    <a:pt x="56" y="125"/>
                    <a:pt x="74" y="66"/>
                    <a:pt x="137" y="30"/>
                  </a:cubicBezTo>
                  <a:cubicBezTo>
                    <a:pt x="190" y="0"/>
                    <a:pt x="244" y="2"/>
                    <a:pt x="293" y="21"/>
                  </a:cubicBezTo>
                  <a:cubicBezTo>
                    <a:pt x="299" y="24"/>
                    <a:pt x="302" y="29"/>
                    <a:pt x="302" y="35"/>
                  </a:cubicBezTo>
                  <a:cubicBezTo>
                    <a:pt x="299" y="81"/>
                    <a:pt x="264" y="141"/>
                    <a:pt x="209" y="1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6" name="Freeform: Shape 45">
              <a:extLst>
                <a:ext uri="{FF2B5EF4-FFF2-40B4-BE49-F238E27FC236}">
                  <a16:creationId xmlns:a16="http://schemas.microsoft.com/office/drawing/2014/main" id="{76AFAA03-EEE2-F6A8-5BD9-E332F576CBF1}"/>
                </a:ext>
              </a:extLst>
            </p:cNvPr>
            <p:cNvSpPr>
              <a:spLocks/>
            </p:cNvSpPr>
            <p:nvPr/>
          </p:nvSpPr>
          <p:spPr bwMode="auto">
            <a:xfrm>
              <a:off x="11691081" y="5009197"/>
              <a:ext cx="500919" cy="650530"/>
            </a:xfrm>
            <a:custGeom>
              <a:avLst/>
              <a:gdLst>
                <a:gd name="connsiteX0" fmla="*/ 500919 w 500919"/>
                <a:gd name="connsiteY0" fmla="*/ 0 h 650530"/>
                <a:gd name="connsiteX1" fmla="*/ 500919 w 500919"/>
                <a:gd name="connsiteY1" fmla="*/ 600919 h 650530"/>
                <a:gd name="connsiteX2" fmla="*/ 373878 w 500919"/>
                <a:gd name="connsiteY2" fmla="*/ 638875 h 650530"/>
                <a:gd name="connsiteX3" fmla="*/ 0 w 500919"/>
                <a:gd name="connsiteY3" fmla="*/ 617271 h 650530"/>
                <a:gd name="connsiteX4" fmla="*/ 374320 w 500919"/>
                <a:gd name="connsiteY4" fmla="*/ 74074 h 650530"/>
                <a:gd name="connsiteX5" fmla="*/ 484122 w 500919"/>
                <a:gd name="connsiteY5" fmla="*/ 5293 h 650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0919" h="650530">
                  <a:moveTo>
                    <a:pt x="500919" y="0"/>
                  </a:moveTo>
                  <a:lnTo>
                    <a:pt x="500919" y="600919"/>
                  </a:lnTo>
                  <a:lnTo>
                    <a:pt x="373878" y="638875"/>
                  </a:lnTo>
                  <a:cubicBezTo>
                    <a:pt x="261318" y="658716"/>
                    <a:pt x="134190" y="654307"/>
                    <a:pt x="0" y="617271"/>
                  </a:cubicBezTo>
                  <a:cubicBezTo>
                    <a:pt x="151847" y="409163"/>
                    <a:pt x="236598" y="179892"/>
                    <a:pt x="374320" y="74074"/>
                  </a:cubicBezTo>
                  <a:cubicBezTo>
                    <a:pt x="411399" y="44975"/>
                    <a:pt x="447815" y="22268"/>
                    <a:pt x="484122" y="52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47" name="Freeform 67">
              <a:extLst>
                <a:ext uri="{FF2B5EF4-FFF2-40B4-BE49-F238E27FC236}">
                  <a16:creationId xmlns:a16="http://schemas.microsoft.com/office/drawing/2014/main" id="{13C56906-CB98-3E40-9B41-1D10F35B4872}"/>
                </a:ext>
              </a:extLst>
            </p:cNvPr>
            <p:cNvSpPr>
              <a:spLocks/>
            </p:cNvSpPr>
            <p:nvPr/>
          </p:nvSpPr>
          <p:spPr bwMode="auto">
            <a:xfrm>
              <a:off x="10709443" y="4464831"/>
              <a:ext cx="1345421" cy="695808"/>
            </a:xfrm>
            <a:custGeom>
              <a:avLst/>
              <a:gdLst>
                <a:gd name="T0" fmla="*/ 278 w 382"/>
                <a:gd name="T1" fmla="*/ 174 h 198"/>
                <a:gd name="T2" fmla="*/ 0 w 382"/>
                <a:gd name="T3" fmla="*/ 141 h 198"/>
                <a:gd name="T4" fmla="*/ 218 w 382"/>
                <a:gd name="T5" fmla="*/ 16 h 198"/>
                <a:gd name="T6" fmla="*/ 373 w 382"/>
                <a:gd name="T7" fmla="*/ 29 h 198"/>
                <a:gd name="T8" fmla="*/ 382 w 382"/>
                <a:gd name="T9" fmla="*/ 45 h 198"/>
                <a:gd name="T10" fmla="*/ 278 w 382"/>
                <a:gd name="T11" fmla="*/ 174 h 198"/>
              </a:gdLst>
              <a:ahLst/>
              <a:cxnLst>
                <a:cxn ang="0">
                  <a:pos x="T0" y="T1"/>
                </a:cxn>
                <a:cxn ang="0">
                  <a:pos x="T2" y="T3"/>
                </a:cxn>
                <a:cxn ang="0">
                  <a:pos x="T4" y="T5"/>
                </a:cxn>
                <a:cxn ang="0">
                  <a:pos x="T6" y="T7"/>
                </a:cxn>
                <a:cxn ang="0">
                  <a:pos x="T8" y="T9"/>
                </a:cxn>
                <a:cxn ang="0">
                  <a:pos x="T10" y="T11"/>
                </a:cxn>
              </a:cxnLst>
              <a:rect l="0" t="0" r="r" b="b"/>
              <a:pathLst>
                <a:path w="382" h="198">
                  <a:moveTo>
                    <a:pt x="278" y="174"/>
                  </a:moveTo>
                  <a:cubicBezTo>
                    <a:pt x="223" y="198"/>
                    <a:pt x="75" y="185"/>
                    <a:pt x="0" y="141"/>
                  </a:cubicBezTo>
                  <a:cubicBezTo>
                    <a:pt x="84" y="96"/>
                    <a:pt x="122" y="45"/>
                    <a:pt x="218" y="16"/>
                  </a:cubicBezTo>
                  <a:cubicBezTo>
                    <a:pt x="270" y="0"/>
                    <a:pt x="325" y="2"/>
                    <a:pt x="373" y="29"/>
                  </a:cubicBezTo>
                  <a:cubicBezTo>
                    <a:pt x="379" y="33"/>
                    <a:pt x="382" y="39"/>
                    <a:pt x="382" y="45"/>
                  </a:cubicBezTo>
                  <a:cubicBezTo>
                    <a:pt x="375" y="93"/>
                    <a:pt x="335" y="150"/>
                    <a:pt x="278" y="1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8" name="Freeform: Shape 47">
              <a:extLst>
                <a:ext uri="{FF2B5EF4-FFF2-40B4-BE49-F238E27FC236}">
                  <a16:creationId xmlns:a16="http://schemas.microsoft.com/office/drawing/2014/main" id="{90F7AA1D-C64C-CBA1-7628-31134297F9BE}"/>
                </a:ext>
              </a:extLst>
            </p:cNvPr>
            <p:cNvSpPr>
              <a:spLocks/>
            </p:cNvSpPr>
            <p:nvPr/>
          </p:nvSpPr>
          <p:spPr bwMode="auto">
            <a:xfrm>
              <a:off x="11125196" y="3607911"/>
              <a:ext cx="1066804" cy="678144"/>
            </a:xfrm>
            <a:custGeom>
              <a:avLst/>
              <a:gdLst>
                <a:gd name="connsiteX0" fmla="*/ 797391 w 1066804"/>
                <a:gd name="connsiteY0" fmla="*/ 120 h 678144"/>
                <a:gd name="connsiteX1" fmla="*/ 1039335 w 1066804"/>
                <a:gd name="connsiteY1" fmla="*/ 51462 h 678144"/>
                <a:gd name="connsiteX2" fmla="*/ 1066804 w 1066804"/>
                <a:gd name="connsiteY2" fmla="*/ 66400 h 678144"/>
                <a:gd name="connsiteX3" fmla="*/ 1066804 w 1066804"/>
                <a:gd name="connsiteY3" fmla="*/ 560676 h 678144"/>
                <a:gd name="connsiteX4" fmla="*/ 1025426 w 1066804"/>
                <a:gd name="connsiteY4" fmla="*/ 587437 h 678144"/>
                <a:gd name="connsiteX5" fmla="*/ 770921 w 1066804"/>
                <a:gd name="connsiteY5" fmla="*/ 672267 h 678144"/>
                <a:gd name="connsiteX6" fmla="*/ 0 w 1066804"/>
                <a:gd name="connsiteY6" fmla="*/ 359448 h 678144"/>
                <a:gd name="connsiteX7" fmla="*/ 711078 w 1066804"/>
                <a:gd name="connsiteY7" fmla="*/ 4452 h 678144"/>
                <a:gd name="connsiteX8" fmla="*/ 797391 w 1066804"/>
                <a:gd name="connsiteY8" fmla="*/ 120 h 678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6804" h="678144">
                  <a:moveTo>
                    <a:pt x="797391" y="120"/>
                  </a:moveTo>
                  <a:cubicBezTo>
                    <a:pt x="882742" y="1788"/>
                    <a:pt x="964751" y="20818"/>
                    <a:pt x="1039335" y="51462"/>
                  </a:cubicBezTo>
                  <a:lnTo>
                    <a:pt x="1066804" y="66400"/>
                  </a:lnTo>
                  <a:lnTo>
                    <a:pt x="1066804" y="560676"/>
                  </a:lnTo>
                  <a:lnTo>
                    <a:pt x="1025426" y="587437"/>
                  </a:lnTo>
                  <a:cubicBezTo>
                    <a:pt x="948635" y="630913"/>
                    <a:pt x="862006" y="661722"/>
                    <a:pt x="770921" y="672267"/>
                  </a:cubicBezTo>
                  <a:cubicBezTo>
                    <a:pt x="531548" y="703900"/>
                    <a:pt x="239373" y="609000"/>
                    <a:pt x="0" y="359448"/>
                  </a:cubicBezTo>
                  <a:cubicBezTo>
                    <a:pt x="256974" y="225885"/>
                    <a:pt x="429463" y="39600"/>
                    <a:pt x="711078" y="4452"/>
                  </a:cubicBezTo>
                  <a:cubicBezTo>
                    <a:pt x="740120" y="937"/>
                    <a:pt x="768941" y="-436"/>
                    <a:pt x="797391" y="1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49" name="Freeform 70">
              <a:extLst>
                <a:ext uri="{FF2B5EF4-FFF2-40B4-BE49-F238E27FC236}">
                  <a16:creationId xmlns:a16="http://schemas.microsoft.com/office/drawing/2014/main" id="{20BAD8FA-019E-E62B-3B8B-F12D7969CBFB}"/>
                </a:ext>
              </a:extLst>
            </p:cNvPr>
            <p:cNvSpPr>
              <a:spLocks/>
            </p:cNvSpPr>
            <p:nvPr/>
          </p:nvSpPr>
          <p:spPr bwMode="auto">
            <a:xfrm>
              <a:off x="10051169" y="6000805"/>
              <a:ext cx="978751" cy="739116"/>
            </a:xfrm>
            <a:custGeom>
              <a:avLst/>
              <a:gdLst>
                <a:gd name="T0" fmla="*/ 205 w 278"/>
                <a:gd name="T1" fmla="*/ 160 h 210"/>
                <a:gd name="T2" fmla="*/ 0 w 278"/>
                <a:gd name="T3" fmla="*/ 174 h 210"/>
                <a:gd name="T4" fmla="*/ 129 w 278"/>
                <a:gd name="T5" fmla="*/ 35 h 210"/>
                <a:gd name="T6" fmla="*/ 263 w 278"/>
                <a:gd name="T7" fmla="*/ 20 h 210"/>
                <a:gd name="T8" fmla="*/ 274 w 278"/>
                <a:gd name="T9" fmla="*/ 35 h 210"/>
                <a:gd name="T10" fmla="*/ 205 w 278"/>
                <a:gd name="T11" fmla="*/ 160 h 210"/>
              </a:gdLst>
              <a:ahLst/>
              <a:cxnLst>
                <a:cxn ang="0">
                  <a:pos x="T0" y="T1"/>
                </a:cxn>
                <a:cxn ang="0">
                  <a:pos x="T2" y="T3"/>
                </a:cxn>
                <a:cxn ang="0">
                  <a:pos x="T4" y="T5"/>
                </a:cxn>
                <a:cxn ang="0">
                  <a:pos x="T6" y="T7"/>
                </a:cxn>
                <a:cxn ang="0">
                  <a:pos x="T8" y="T9"/>
                </a:cxn>
                <a:cxn ang="0">
                  <a:pos x="T10" y="T11"/>
                </a:cxn>
              </a:cxnLst>
              <a:rect l="0" t="0" r="r" b="b"/>
              <a:pathLst>
                <a:path w="278" h="210">
                  <a:moveTo>
                    <a:pt x="205" y="160"/>
                  </a:moveTo>
                  <a:cubicBezTo>
                    <a:pt x="162" y="189"/>
                    <a:pt x="85" y="210"/>
                    <a:pt x="0" y="174"/>
                  </a:cubicBezTo>
                  <a:cubicBezTo>
                    <a:pt x="56" y="119"/>
                    <a:pt x="77" y="69"/>
                    <a:pt x="129" y="35"/>
                  </a:cubicBezTo>
                  <a:cubicBezTo>
                    <a:pt x="171" y="7"/>
                    <a:pt x="225" y="0"/>
                    <a:pt x="263" y="20"/>
                  </a:cubicBezTo>
                  <a:cubicBezTo>
                    <a:pt x="269" y="23"/>
                    <a:pt x="273" y="28"/>
                    <a:pt x="274" y="35"/>
                  </a:cubicBezTo>
                  <a:cubicBezTo>
                    <a:pt x="278" y="81"/>
                    <a:pt x="250" y="130"/>
                    <a:pt x="205" y="16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0" name="Freeform 71">
              <a:extLst>
                <a:ext uri="{FF2B5EF4-FFF2-40B4-BE49-F238E27FC236}">
                  <a16:creationId xmlns:a16="http://schemas.microsoft.com/office/drawing/2014/main" id="{F640350F-10A5-A988-26FC-FEC52C6F778F}"/>
                </a:ext>
              </a:extLst>
            </p:cNvPr>
            <p:cNvSpPr>
              <a:spLocks/>
            </p:cNvSpPr>
            <p:nvPr/>
          </p:nvSpPr>
          <p:spPr bwMode="auto">
            <a:xfrm>
              <a:off x="9063756" y="1135924"/>
              <a:ext cx="845941" cy="482157"/>
            </a:xfrm>
            <a:custGeom>
              <a:avLst/>
              <a:gdLst>
                <a:gd name="T0" fmla="*/ 151 w 240"/>
                <a:gd name="T1" fmla="*/ 14 h 137"/>
                <a:gd name="T2" fmla="*/ 0 w 240"/>
                <a:gd name="T3" fmla="*/ 24 h 137"/>
                <a:gd name="T4" fmla="*/ 118 w 240"/>
                <a:gd name="T5" fmla="*/ 121 h 137"/>
                <a:gd name="T6" fmla="*/ 229 w 240"/>
                <a:gd name="T7" fmla="*/ 106 h 137"/>
                <a:gd name="T8" fmla="*/ 236 w 240"/>
                <a:gd name="T9" fmla="*/ 84 h 137"/>
                <a:gd name="T10" fmla="*/ 151 w 240"/>
                <a:gd name="T11" fmla="*/ 14 h 137"/>
              </a:gdLst>
              <a:ahLst/>
              <a:cxnLst>
                <a:cxn ang="0">
                  <a:pos x="T0" y="T1"/>
                </a:cxn>
                <a:cxn ang="0">
                  <a:pos x="T2" y="T3"/>
                </a:cxn>
                <a:cxn ang="0">
                  <a:pos x="T4" y="T5"/>
                </a:cxn>
                <a:cxn ang="0">
                  <a:pos x="T6" y="T7"/>
                </a:cxn>
                <a:cxn ang="0">
                  <a:pos x="T8" y="T9"/>
                </a:cxn>
                <a:cxn ang="0">
                  <a:pos x="T10" y="T11"/>
                </a:cxn>
              </a:cxnLst>
              <a:rect l="0" t="0" r="r" b="b"/>
              <a:pathLst>
                <a:path w="240" h="137">
                  <a:moveTo>
                    <a:pt x="151" y="14"/>
                  </a:moveTo>
                  <a:cubicBezTo>
                    <a:pt x="110" y="0"/>
                    <a:pt x="55" y="1"/>
                    <a:pt x="0" y="24"/>
                  </a:cubicBezTo>
                  <a:cubicBezTo>
                    <a:pt x="28" y="62"/>
                    <a:pt x="74" y="105"/>
                    <a:pt x="118" y="121"/>
                  </a:cubicBezTo>
                  <a:cubicBezTo>
                    <a:pt x="160" y="137"/>
                    <a:pt x="198" y="124"/>
                    <a:pt x="229" y="106"/>
                  </a:cubicBezTo>
                  <a:cubicBezTo>
                    <a:pt x="237" y="101"/>
                    <a:pt x="240" y="92"/>
                    <a:pt x="236" y="84"/>
                  </a:cubicBezTo>
                  <a:cubicBezTo>
                    <a:pt x="221" y="57"/>
                    <a:pt x="188" y="28"/>
                    <a:pt x="151" y="1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4" name="Dynamic legal" descr="{&quot;templafy&quot;:{&quot;id&quot;:&quot;2e5de602-e7ae-43dc-843a-35a889b5f2ba&quot;}}">
            <a:extLst>
              <a:ext uri="{FF2B5EF4-FFF2-40B4-BE49-F238E27FC236}">
                <a16:creationId xmlns:a16="http://schemas.microsoft.com/office/drawing/2014/main" id="{04B08AE0-5747-6620-25C0-4D4CBDFFEB86}"/>
              </a:ext>
            </a:extLst>
          </p:cNvPr>
          <p:cNvSpPr txBox="1"/>
          <p:nvPr userDrawn="1"/>
        </p:nvSpPr>
        <p:spPr>
          <a:xfrm>
            <a:off x="-1588" y="6678000"/>
            <a:ext cx="12193588" cy="180000"/>
          </a:xfrm>
          <a:prstGeom prst="rect">
            <a:avLst/>
          </a:prstGeom>
          <a:solidFill>
            <a:srgbClr val="110081"/>
          </a:solidFill>
          <a:ln>
            <a:noFill/>
          </a:ln>
        </p:spPr>
        <p:txBody>
          <a:bodyPr wrap="square" lIns="0" tIns="0" rIns="0" bIns="0" anchor="ctr" anchorCtr="0">
            <a:noAutofit/>
          </a:bodyPr>
          <a:lstStyle/>
          <a:p>
            <a:pPr algn="ctr"/>
            <a:r>
              <a:rPr lang="en-US" sz="1000" dirty="0">
                <a:solidFill>
                  <a:srgbClr val="FFFFFF"/>
                </a:solidFill>
                <a:latin typeface="Arial Narrow" panose="020B0606020202030204" pitchFamily="34" charset="0"/>
              </a:rPr>
              <a:t>Confidential, unpublished property of Cigna Healthcare. Do not duplicate or distribute. Use and distribution limited solely to authorized personnel. © 2023 Cigna Healthcare</a:t>
            </a:r>
          </a:p>
        </p:txBody>
      </p:sp>
      <p:sp>
        <p:nvSpPr>
          <p:cNvPr id="8" name="Dynmic Internal use only" descr="{&quot;templafy&quot;:{&quot;id&quot;:&quot;92b074dc-6bdc-4d52-be8c-8b77d35a73f5&quot;}}" hidden="1" title="Form.Cigna_Confidentiality.Cigna_healthcareConfidentiality">
            <a:extLst>
              <a:ext uri="{FF2B5EF4-FFF2-40B4-BE49-F238E27FC236}">
                <a16:creationId xmlns:a16="http://schemas.microsoft.com/office/drawing/2014/main" id="{F95DCE30-9FF1-602A-5A57-920946575561}"/>
              </a:ext>
            </a:extLst>
          </p:cNvPr>
          <p:cNvSpPr/>
          <p:nvPr userDrawn="1"/>
        </p:nvSpPr>
        <p:spPr>
          <a:xfrm>
            <a:off x="10859153" y="6678000"/>
            <a:ext cx="973257"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r"/>
            <a:endParaRPr lang="en-US" sz="1000" kern="1200" noProof="0" dirty="0">
              <a:solidFill>
                <a:srgbClr val="FFFFFF"/>
              </a:solidFill>
              <a:latin typeface="Arial Narrow" panose="020B0606020202030204" pitchFamily="34" charset="0"/>
              <a:ea typeface="+mn-ea"/>
              <a:cs typeface="+mn-cs"/>
            </a:endParaRPr>
          </a:p>
        </p:txBody>
      </p:sp>
      <p:pic>
        <p:nvPicPr>
          <p:cNvPr id="3" name="Logo">
            <a:extLst>
              <a:ext uri="{FF2B5EF4-FFF2-40B4-BE49-F238E27FC236}">
                <a16:creationId xmlns:a16="http://schemas.microsoft.com/office/drawing/2014/main" id="{861EB034-F143-7E3F-9946-80073EC41E56}"/>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360000" y="6067943"/>
            <a:ext cx="791999" cy="430177"/>
          </a:xfrm>
          <a:prstGeom prst="rect">
            <a:avLst/>
          </a:prstGeom>
        </p:spPr>
      </p:pic>
      <p:sp>
        <p:nvSpPr>
          <p:cNvPr id="2" name="Title 1"/>
          <p:cNvSpPr>
            <a:spLocks noGrp="1"/>
          </p:cNvSpPr>
          <p:nvPr>
            <p:ph type="ctrTitle" hasCustomPrompt="1"/>
          </p:nvPr>
        </p:nvSpPr>
        <p:spPr bwMode="white">
          <a:xfrm>
            <a:off x="360000" y="720000"/>
            <a:ext cx="5648400" cy="5180400"/>
          </a:xfrm>
        </p:spPr>
        <p:txBody>
          <a:bodyPr lIns="0" tIns="0" rIns="0" bIns="0" anchor="ctr" anchorCtr="0"/>
          <a:lstStyle>
            <a:lvl1pPr algn="l">
              <a:lnSpc>
                <a:spcPct val="90000"/>
              </a:lnSpc>
              <a:defRPr sz="5400" cap="none" baseline="0">
                <a:solidFill>
                  <a:schemeClr val="tx1"/>
                </a:solidFill>
              </a:defRPr>
            </a:lvl1pPr>
          </a:lstStyle>
          <a:p>
            <a:r>
              <a:rPr lang="en-US" noProof="0" dirty="0"/>
              <a:t>Click to add Breaker title</a:t>
            </a:r>
            <a:endParaRPr lang="en-US" dirty="0"/>
          </a:p>
        </p:txBody>
      </p:sp>
      <p:sp>
        <p:nvSpPr>
          <p:cNvPr id="9" name="Slide Number Placeholder 8">
            <a:extLst>
              <a:ext uri="{FF2B5EF4-FFF2-40B4-BE49-F238E27FC236}">
                <a16:creationId xmlns:a16="http://schemas.microsoft.com/office/drawing/2014/main" id="{3291435F-EBA9-9A2E-CA47-D518A47DCEC6}"/>
              </a:ext>
            </a:extLst>
          </p:cNvPr>
          <p:cNvSpPr>
            <a:spLocks noGrp="1"/>
          </p:cNvSpPr>
          <p:nvPr>
            <p:ph type="sldNum" sz="quarter" idx="12"/>
          </p:nvPr>
        </p:nvSpPr>
        <p:spPr bwMode="white"/>
        <p:txBody>
          <a:bodyPr/>
          <a:lstStyle>
            <a:lvl1pPr>
              <a:defRPr>
                <a:solidFill>
                  <a:schemeClr val="tx1"/>
                </a:solidFill>
              </a:defRPr>
            </a:lvl1pPr>
          </a:lstStyle>
          <a:p>
            <a:fld id="{23AA811B-2EBD-4900-905E-5BE206449611}" type="slidenum">
              <a:rPr lang="en-US" smtClean="0"/>
              <a:pPr/>
              <a:t>‹#›</a:t>
            </a:fld>
            <a:endParaRPr lang="en-US" dirty="0"/>
          </a:p>
        </p:txBody>
      </p:sp>
    </p:spTree>
    <p:extLst>
      <p:ext uri="{BB962C8B-B14F-4D97-AF65-F5344CB8AC3E}">
        <p14:creationId xmlns:p14="http://schemas.microsoft.com/office/powerpoint/2010/main" val="417271406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453" userDrawn="1">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 Breaker">
    <p:bg>
      <p:bgPr>
        <a:solidFill>
          <a:schemeClr val="bg2"/>
        </a:solidFill>
        <a:effectLst/>
      </p:bgPr>
    </p:bg>
    <p:spTree>
      <p:nvGrpSpPr>
        <p:cNvPr id="1" name=""/>
        <p:cNvGrpSpPr/>
        <p:nvPr/>
      </p:nvGrpSpPr>
      <p:grpSpPr>
        <a:xfrm>
          <a:off x="0" y="0"/>
          <a:ext cx="0" cy="0"/>
          <a:chOff x="0" y="0"/>
          <a:chExt cx="0" cy="0"/>
        </a:xfrm>
      </p:grpSpPr>
      <p:sp>
        <p:nvSpPr>
          <p:cNvPr id="7" name="Background"/>
          <p:cNvSpPr/>
          <p:nvPr userDrawn="1"/>
        </p:nvSpPr>
        <p:spPr>
          <a:xfrm>
            <a:off x="0" y="0"/>
            <a:ext cx="12193200" cy="6858000"/>
          </a:xfrm>
          <a:prstGeom prst="rect">
            <a:avLst/>
          </a:prstGeom>
          <a:solidFill>
            <a:srgbClr val="0087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noProof="0" dirty="0" err="1">
              <a:solidFill>
                <a:schemeClr val="tx1"/>
              </a:solidFill>
            </a:endParaRPr>
          </a:p>
        </p:txBody>
      </p:sp>
      <p:grpSp>
        <p:nvGrpSpPr>
          <p:cNvPr id="4" name="Group 3">
            <a:extLst>
              <a:ext uri="{FF2B5EF4-FFF2-40B4-BE49-F238E27FC236}">
                <a16:creationId xmlns:a16="http://schemas.microsoft.com/office/drawing/2014/main" id="{1DBDD132-B647-6D79-9EC5-7F5FE328FB60}"/>
              </a:ext>
            </a:extLst>
          </p:cNvPr>
          <p:cNvGrpSpPr/>
          <p:nvPr userDrawn="1"/>
        </p:nvGrpSpPr>
        <p:grpSpPr>
          <a:xfrm>
            <a:off x="8073457" y="0"/>
            <a:ext cx="4118544" cy="6858000"/>
            <a:chOff x="8073457" y="0"/>
            <a:chExt cx="4118544" cy="6858000"/>
          </a:xfrm>
          <a:solidFill>
            <a:srgbClr val="03CC54"/>
          </a:solidFill>
        </p:grpSpPr>
        <p:sp>
          <p:nvSpPr>
            <p:cNvPr id="8" name="Freeform: Shape 7">
              <a:extLst>
                <a:ext uri="{FF2B5EF4-FFF2-40B4-BE49-F238E27FC236}">
                  <a16:creationId xmlns:a16="http://schemas.microsoft.com/office/drawing/2014/main" id="{11F76FB4-2F92-38FF-983E-ADB670D3E9E6}"/>
                </a:ext>
              </a:extLst>
            </p:cNvPr>
            <p:cNvSpPr>
              <a:spLocks/>
            </p:cNvSpPr>
            <p:nvPr/>
          </p:nvSpPr>
          <p:spPr bwMode="auto">
            <a:xfrm>
              <a:off x="11974024" y="2852234"/>
              <a:ext cx="217976" cy="482903"/>
            </a:xfrm>
            <a:custGeom>
              <a:avLst/>
              <a:gdLst>
                <a:gd name="connsiteX0" fmla="*/ 217976 w 217976"/>
                <a:gd name="connsiteY0" fmla="*/ 0 h 482903"/>
                <a:gd name="connsiteX1" fmla="*/ 217976 w 217976"/>
                <a:gd name="connsiteY1" fmla="*/ 482903 h 482903"/>
                <a:gd name="connsiteX2" fmla="*/ 195802 w 217976"/>
                <a:gd name="connsiteY2" fmla="*/ 458194 h 482903"/>
                <a:gd name="connsiteX3" fmla="*/ 0 w 217976"/>
                <a:gd name="connsiteY3" fmla="*/ 66430 h 482903"/>
                <a:gd name="connsiteX4" fmla="*/ 209032 w 217976"/>
                <a:gd name="connsiteY4" fmla="*/ 843 h 4829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976" h="482903">
                  <a:moveTo>
                    <a:pt x="217976" y="0"/>
                  </a:moveTo>
                  <a:lnTo>
                    <a:pt x="217976" y="482903"/>
                  </a:lnTo>
                  <a:lnTo>
                    <a:pt x="195802" y="458194"/>
                  </a:lnTo>
                  <a:cubicBezTo>
                    <a:pt x="103193" y="342866"/>
                    <a:pt x="37044" y="209050"/>
                    <a:pt x="0" y="66430"/>
                  </a:cubicBezTo>
                  <a:cubicBezTo>
                    <a:pt x="67031" y="37378"/>
                    <a:pt x="137150" y="15369"/>
                    <a:pt x="209032" y="8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51" name="Freeform 6">
              <a:extLst>
                <a:ext uri="{FF2B5EF4-FFF2-40B4-BE49-F238E27FC236}">
                  <a16:creationId xmlns:a16="http://schemas.microsoft.com/office/drawing/2014/main" id="{A786ADA7-5CC0-B21E-69C7-D33546AE56D6}"/>
                </a:ext>
              </a:extLst>
            </p:cNvPr>
            <p:cNvSpPr>
              <a:spLocks/>
            </p:cNvSpPr>
            <p:nvPr/>
          </p:nvSpPr>
          <p:spPr bwMode="auto">
            <a:xfrm>
              <a:off x="9987651" y="2322551"/>
              <a:ext cx="990299" cy="565885"/>
            </a:xfrm>
            <a:custGeom>
              <a:avLst/>
              <a:gdLst>
                <a:gd name="T0" fmla="*/ 123 w 281"/>
                <a:gd name="T1" fmla="*/ 146 h 161"/>
                <a:gd name="T2" fmla="*/ 0 w 281"/>
                <a:gd name="T3" fmla="*/ 42 h 161"/>
                <a:gd name="T4" fmla="*/ 158 w 281"/>
                <a:gd name="T5" fmla="*/ 15 h 161"/>
                <a:gd name="T6" fmla="*/ 281 w 281"/>
                <a:gd name="T7" fmla="*/ 119 h 161"/>
                <a:gd name="T8" fmla="*/ 123 w 281"/>
                <a:gd name="T9" fmla="*/ 146 h 161"/>
              </a:gdLst>
              <a:ahLst/>
              <a:cxnLst>
                <a:cxn ang="0">
                  <a:pos x="T0" y="T1"/>
                </a:cxn>
                <a:cxn ang="0">
                  <a:pos x="T2" y="T3"/>
                </a:cxn>
                <a:cxn ang="0">
                  <a:pos x="T4" y="T5"/>
                </a:cxn>
                <a:cxn ang="0">
                  <a:pos x="T6" y="T7"/>
                </a:cxn>
                <a:cxn ang="0">
                  <a:pos x="T8" y="T9"/>
                </a:cxn>
              </a:cxnLst>
              <a:rect l="0" t="0" r="r" b="b"/>
              <a:pathLst>
                <a:path w="281" h="161">
                  <a:moveTo>
                    <a:pt x="123" y="146"/>
                  </a:moveTo>
                  <a:cubicBezTo>
                    <a:pt x="66" y="130"/>
                    <a:pt x="23" y="91"/>
                    <a:pt x="0" y="42"/>
                  </a:cubicBezTo>
                  <a:cubicBezTo>
                    <a:pt x="45" y="11"/>
                    <a:pt x="102" y="0"/>
                    <a:pt x="158" y="15"/>
                  </a:cubicBezTo>
                  <a:cubicBezTo>
                    <a:pt x="215" y="31"/>
                    <a:pt x="258" y="70"/>
                    <a:pt x="281" y="119"/>
                  </a:cubicBezTo>
                  <a:cubicBezTo>
                    <a:pt x="236" y="150"/>
                    <a:pt x="179" y="161"/>
                    <a:pt x="123" y="14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2" name="Freeform 8">
              <a:extLst>
                <a:ext uri="{FF2B5EF4-FFF2-40B4-BE49-F238E27FC236}">
                  <a16:creationId xmlns:a16="http://schemas.microsoft.com/office/drawing/2014/main" id="{ECA4AE0E-9A29-E5FA-BC33-7FA6BB0EFB07}"/>
                </a:ext>
              </a:extLst>
            </p:cNvPr>
            <p:cNvSpPr>
              <a:spLocks/>
            </p:cNvSpPr>
            <p:nvPr/>
          </p:nvSpPr>
          <p:spPr bwMode="auto">
            <a:xfrm>
              <a:off x="9687385" y="4750661"/>
              <a:ext cx="805521" cy="464834"/>
            </a:xfrm>
            <a:custGeom>
              <a:avLst/>
              <a:gdLst>
                <a:gd name="T0" fmla="*/ 130 w 229"/>
                <a:gd name="T1" fmla="*/ 119 h 132"/>
                <a:gd name="T2" fmla="*/ 0 w 229"/>
                <a:gd name="T3" fmla="*/ 99 h 132"/>
                <a:gd name="T4" fmla="*/ 99 w 229"/>
                <a:gd name="T5" fmla="*/ 13 h 132"/>
                <a:gd name="T6" fmla="*/ 229 w 229"/>
                <a:gd name="T7" fmla="*/ 33 h 132"/>
                <a:gd name="T8" fmla="*/ 130 w 229"/>
                <a:gd name="T9" fmla="*/ 119 h 132"/>
              </a:gdLst>
              <a:ahLst/>
              <a:cxnLst>
                <a:cxn ang="0">
                  <a:pos x="T0" y="T1"/>
                </a:cxn>
                <a:cxn ang="0">
                  <a:pos x="T2" y="T3"/>
                </a:cxn>
                <a:cxn ang="0">
                  <a:pos x="T4" y="T5"/>
                </a:cxn>
                <a:cxn ang="0">
                  <a:pos x="T6" y="T7"/>
                </a:cxn>
                <a:cxn ang="0">
                  <a:pos x="T8" y="T9"/>
                </a:cxn>
              </a:cxnLst>
              <a:rect l="0" t="0" r="r" b="b"/>
              <a:pathLst>
                <a:path w="229" h="132">
                  <a:moveTo>
                    <a:pt x="130" y="119"/>
                  </a:moveTo>
                  <a:cubicBezTo>
                    <a:pt x="84" y="132"/>
                    <a:pt x="37" y="123"/>
                    <a:pt x="0" y="99"/>
                  </a:cubicBezTo>
                  <a:cubicBezTo>
                    <a:pt x="18" y="58"/>
                    <a:pt x="53" y="26"/>
                    <a:pt x="99" y="13"/>
                  </a:cubicBezTo>
                  <a:cubicBezTo>
                    <a:pt x="145" y="0"/>
                    <a:pt x="192" y="8"/>
                    <a:pt x="229" y="33"/>
                  </a:cubicBezTo>
                  <a:cubicBezTo>
                    <a:pt x="210" y="73"/>
                    <a:pt x="175" y="106"/>
                    <a:pt x="130" y="11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3" name="Freeform 9">
              <a:extLst>
                <a:ext uri="{FF2B5EF4-FFF2-40B4-BE49-F238E27FC236}">
                  <a16:creationId xmlns:a16="http://schemas.microsoft.com/office/drawing/2014/main" id="{58ECFBD8-820D-D848-B5BB-3F6BEBE5DA59}"/>
                </a:ext>
              </a:extLst>
            </p:cNvPr>
            <p:cNvSpPr>
              <a:spLocks/>
            </p:cNvSpPr>
            <p:nvPr/>
          </p:nvSpPr>
          <p:spPr bwMode="auto">
            <a:xfrm>
              <a:off x="8714409" y="4077950"/>
              <a:ext cx="678485" cy="392655"/>
            </a:xfrm>
            <a:custGeom>
              <a:avLst/>
              <a:gdLst>
                <a:gd name="T0" fmla="*/ 110 w 193"/>
                <a:gd name="T1" fmla="*/ 101 h 112"/>
                <a:gd name="T2" fmla="*/ 0 w 193"/>
                <a:gd name="T3" fmla="*/ 84 h 112"/>
                <a:gd name="T4" fmla="*/ 84 w 193"/>
                <a:gd name="T5" fmla="*/ 12 h 112"/>
                <a:gd name="T6" fmla="*/ 193 w 193"/>
                <a:gd name="T7" fmla="*/ 29 h 112"/>
                <a:gd name="T8" fmla="*/ 110 w 193"/>
                <a:gd name="T9" fmla="*/ 101 h 112"/>
              </a:gdLst>
              <a:ahLst/>
              <a:cxnLst>
                <a:cxn ang="0">
                  <a:pos x="T0" y="T1"/>
                </a:cxn>
                <a:cxn ang="0">
                  <a:pos x="T2" y="T3"/>
                </a:cxn>
                <a:cxn ang="0">
                  <a:pos x="T4" y="T5"/>
                </a:cxn>
                <a:cxn ang="0">
                  <a:pos x="T6" y="T7"/>
                </a:cxn>
                <a:cxn ang="0">
                  <a:pos x="T8" y="T9"/>
                </a:cxn>
              </a:cxnLst>
              <a:rect l="0" t="0" r="r" b="b"/>
              <a:pathLst>
                <a:path w="193" h="112">
                  <a:moveTo>
                    <a:pt x="110" y="101"/>
                  </a:moveTo>
                  <a:cubicBezTo>
                    <a:pt x="71" y="112"/>
                    <a:pt x="31" y="105"/>
                    <a:pt x="0" y="84"/>
                  </a:cubicBezTo>
                  <a:cubicBezTo>
                    <a:pt x="16" y="50"/>
                    <a:pt x="45" y="23"/>
                    <a:pt x="84" y="12"/>
                  </a:cubicBezTo>
                  <a:cubicBezTo>
                    <a:pt x="123" y="0"/>
                    <a:pt x="162" y="8"/>
                    <a:pt x="193" y="29"/>
                  </a:cubicBezTo>
                  <a:cubicBezTo>
                    <a:pt x="178" y="63"/>
                    <a:pt x="148" y="90"/>
                    <a:pt x="110" y="10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4" name="Freeform 10">
              <a:extLst>
                <a:ext uri="{FF2B5EF4-FFF2-40B4-BE49-F238E27FC236}">
                  <a16:creationId xmlns:a16="http://schemas.microsoft.com/office/drawing/2014/main" id="{AE4FCA06-14F4-2B0A-9B3D-96FB59A0130E}"/>
                </a:ext>
              </a:extLst>
            </p:cNvPr>
            <p:cNvSpPr>
              <a:spLocks/>
            </p:cNvSpPr>
            <p:nvPr/>
          </p:nvSpPr>
          <p:spPr bwMode="auto">
            <a:xfrm>
              <a:off x="9543027" y="6000805"/>
              <a:ext cx="640952" cy="415752"/>
            </a:xfrm>
            <a:custGeom>
              <a:avLst/>
              <a:gdLst>
                <a:gd name="T0" fmla="*/ 110 w 182"/>
                <a:gd name="T1" fmla="*/ 102 h 118"/>
                <a:gd name="T2" fmla="*/ 0 w 182"/>
                <a:gd name="T3" fmla="*/ 100 h 118"/>
                <a:gd name="T4" fmla="*/ 72 w 182"/>
                <a:gd name="T5" fmla="*/ 17 h 118"/>
                <a:gd name="T6" fmla="*/ 182 w 182"/>
                <a:gd name="T7" fmla="*/ 18 h 118"/>
                <a:gd name="T8" fmla="*/ 110 w 182"/>
                <a:gd name="T9" fmla="*/ 102 h 118"/>
              </a:gdLst>
              <a:ahLst/>
              <a:cxnLst>
                <a:cxn ang="0">
                  <a:pos x="T0" y="T1"/>
                </a:cxn>
                <a:cxn ang="0">
                  <a:pos x="T2" y="T3"/>
                </a:cxn>
                <a:cxn ang="0">
                  <a:pos x="T4" y="T5"/>
                </a:cxn>
                <a:cxn ang="0">
                  <a:pos x="T6" y="T7"/>
                </a:cxn>
                <a:cxn ang="0">
                  <a:pos x="T8" y="T9"/>
                </a:cxn>
              </a:cxnLst>
              <a:rect l="0" t="0" r="r" b="b"/>
              <a:pathLst>
                <a:path w="182" h="118">
                  <a:moveTo>
                    <a:pt x="110" y="102"/>
                  </a:moveTo>
                  <a:cubicBezTo>
                    <a:pt x="73" y="118"/>
                    <a:pt x="33" y="116"/>
                    <a:pt x="0" y="100"/>
                  </a:cubicBezTo>
                  <a:cubicBezTo>
                    <a:pt x="10" y="64"/>
                    <a:pt x="35" y="33"/>
                    <a:pt x="72" y="17"/>
                  </a:cubicBezTo>
                  <a:cubicBezTo>
                    <a:pt x="108" y="0"/>
                    <a:pt x="149" y="2"/>
                    <a:pt x="182" y="18"/>
                  </a:cubicBezTo>
                  <a:cubicBezTo>
                    <a:pt x="172" y="54"/>
                    <a:pt x="147" y="85"/>
                    <a:pt x="110" y="10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5" name="Freeform: Shape 54">
              <a:extLst>
                <a:ext uri="{FF2B5EF4-FFF2-40B4-BE49-F238E27FC236}">
                  <a16:creationId xmlns:a16="http://schemas.microsoft.com/office/drawing/2014/main" id="{419AD768-9D3D-D53E-D817-33A966C711B4}"/>
                </a:ext>
              </a:extLst>
            </p:cNvPr>
            <p:cNvSpPr>
              <a:spLocks/>
            </p:cNvSpPr>
            <p:nvPr/>
          </p:nvSpPr>
          <p:spPr bwMode="auto">
            <a:xfrm>
              <a:off x="12071238" y="5898747"/>
              <a:ext cx="120762" cy="462955"/>
            </a:xfrm>
            <a:custGeom>
              <a:avLst/>
              <a:gdLst>
                <a:gd name="connsiteX0" fmla="*/ 120762 w 120762"/>
                <a:gd name="connsiteY0" fmla="*/ 0 h 462955"/>
                <a:gd name="connsiteX1" fmla="*/ 120762 w 120762"/>
                <a:gd name="connsiteY1" fmla="*/ 436723 h 462955"/>
                <a:gd name="connsiteX2" fmla="*/ 25972 w 120762"/>
                <a:gd name="connsiteY2" fmla="*/ 462955 h 462955"/>
                <a:gd name="connsiteX3" fmla="*/ 64789 w 120762"/>
                <a:gd name="connsiteY3" fmla="*/ 75607 h 462955"/>
              </a:gdLst>
              <a:ahLst/>
              <a:cxnLst>
                <a:cxn ang="0">
                  <a:pos x="connsiteX0" y="connsiteY0"/>
                </a:cxn>
                <a:cxn ang="0">
                  <a:pos x="connsiteX1" y="connsiteY1"/>
                </a:cxn>
                <a:cxn ang="0">
                  <a:pos x="connsiteX2" y="connsiteY2"/>
                </a:cxn>
                <a:cxn ang="0">
                  <a:pos x="connsiteX3" y="connsiteY3"/>
                </a:cxn>
              </a:cxnLst>
              <a:rect l="l" t="t" r="r" b="b"/>
              <a:pathLst>
                <a:path w="120762" h="462955">
                  <a:moveTo>
                    <a:pt x="120762" y="0"/>
                  </a:moveTo>
                  <a:lnTo>
                    <a:pt x="120762" y="436723"/>
                  </a:lnTo>
                  <a:lnTo>
                    <a:pt x="25972" y="462955"/>
                  </a:lnTo>
                  <a:cubicBezTo>
                    <a:pt x="-16373" y="339708"/>
                    <a:pt x="-9315" y="198854"/>
                    <a:pt x="64789" y="756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56" name="Freeform: Shape 55">
              <a:extLst>
                <a:ext uri="{FF2B5EF4-FFF2-40B4-BE49-F238E27FC236}">
                  <a16:creationId xmlns:a16="http://schemas.microsoft.com/office/drawing/2014/main" id="{B99AE949-6BF9-9B14-2518-7F23777704DB}"/>
                </a:ext>
              </a:extLst>
            </p:cNvPr>
            <p:cNvSpPr>
              <a:spLocks/>
            </p:cNvSpPr>
            <p:nvPr/>
          </p:nvSpPr>
          <p:spPr bwMode="auto">
            <a:xfrm>
              <a:off x="11618838" y="526731"/>
              <a:ext cx="573162" cy="948907"/>
            </a:xfrm>
            <a:custGeom>
              <a:avLst/>
              <a:gdLst>
                <a:gd name="connsiteX0" fmla="*/ 21176 w 573162"/>
                <a:gd name="connsiteY0" fmla="*/ 0 h 948907"/>
                <a:gd name="connsiteX1" fmla="*/ 496522 w 573162"/>
                <a:gd name="connsiteY1" fmla="*/ 188884 h 948907"/>
                <a:gd name="connsiteX2" fmla="*/ 573162 w 573162"/>
                <a:gd name="connsiteY2" fmla="*/ 269994 h 948907"/>
                <a:gd name="connsiteX3" fmla="*/ 573162 w 573162"/>
                <a:gd name="connsiteY3" fmla="*/ 948907 h 948907"/>
                <a:gd name="connsiteX4" fmla="*/ 431370 w 573162"/>
                <a:gd name="connsiteY4" fmla="*/ 893105 h 948907"/>
                <a:gd name="connsiteX5" fmla="*/ 162166 w 573162"/>
                <a:gd name="connsiteY5" fmla="*/ 664554 h 948907"/>
                <a:gd name="connsiteX6" fmla="*/ 21176 w 573162"/>
                <a:gd name="connsiteY6" fmla="*/ 0 h 948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62" h="948907">
                  <a:moveTo>
                    <a:pt x="21176" y="0"/>
                  </a:moveTo>
                  <a:cubicBezTo>
                    <a:pt x="193008" y="10549"/>
                    <a:pt x="360874" y="74499"/>
                    <a:pt x="496522" y="188884"/>
                  </a:cubicBezTo>
                  <a:lnTo>
                    <a:pt x="573162" y="269994"/>
                  </a:lnTo>
                  <a:lnTo>
                    <a:pt x="573162" y="948907"/>
                  </a:lnTo>
                  <a:lnTo>
                    <a:pt x="431370" y="893105"/>
                  </a:lnTo>
                  <a:cubicBezTo>
                    <a:pt x="328711" y="839483"/>
                    <a:pt x="236186" y="763007"/>
                    <a:pt x="162166" y="664554"/>
                  </a:cubicBezTo>
                  <a:cubicBezTo>
                    <a:pt x="14127" y="467649"/>
                    <a:pt x="-31695" y="225034"/>
                    <a:pt x="211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57" name="Freeform 15">
              <a:extLst>
                <a:ext uri="{FF2B5EF4-FFF2-40B4-BE49-F238E27FC236}">
                  <a16:creationId xmlns:a16="http://schemas.microsoft.com/office/drawing/2014/main" id="{F69568F5-5ECA-E758-4071-172C87286C23}"/>
                </a:ext>
              </a:extLst>
            </p:cNvPr>
            <p:cNvSpPr>
              <a:spLocks/>
            </p:cNvSpPr>
            <p:nvPr/>
          </p:nvSpPr>
          <p:spPr bwMode="auto">
            <a:xfrm>
              <a:off x="8393933" y="1889475"/>
              <a:ext cx="828618" cy="412865"/>
            </a:xfrm>
            <a:custGeom>
              <a:avLst/>
              <a:gdLst>
                <a:gd name="T0" fmla="*/ 113 w 235"/>
                <a:gd name="T1" fmla="*/ 113 h 117"/>
                <a:gd name="T2" fmla="*/ 0 w 235"/>
                <a:gd name="T3" fmla="*/ 48 h 117"/>
                <a:gd name="T4" fmla="*/ 122 w 235"/>
                <a:gd name="T5" fmla="*/ 4 h 117"/>
                <a:gd name="T6" fmla="*/ 235 w 235"/>
                <a:gd name="T7" fmla="*/ 68 h 117"/>
                <a:gd name="T8" fmla="*/ 113 w 235"/>
                <a:gd name="T9" fmla="*/ 113 h 117"/>
              </a:gdLst>
              <a:ahLst/>
              <a:cxnLst>
                <a:cxn ang="0">
                  <a:pos x="T0" y="T1"/>
                </a:cxn>
                <a:cxn ang="0">
                  <a:pos x="T2" y="T3"/>
                </a:cxn>
                <a:cxn ang="0">
                  <a:pos x="T4" y="T5"/>
                </a:cxn>
                <a:cxn ang="0">
                  <a:pos x="T6" y="T7"/>
                </a:cxn>
                <a:cxn ang="0">
                  <a:pos x="T8" y="T9"/>
                </a:cxn>
              </a:cxnLst>
              <a:rect l="0" t="0" r="r" b="b"/>
              <a:pathLst>
                <a:path w="235" h="117">
                  <a:moveTo>
                    <a:pt x="113" y="113"/>
                  </a:moveTo>
                  <a:cubicBezTo>
                    <a:pt x="66" y="109"/>
                    <a:pt x="25" y="84"/>
                    <a:pt x="0" y="48"/>
                  </a:cubicBezTo>
                  <a:cubicBezTo>
                    <a:pt x="31" y="17"/>
                    <a:pt x="75" y="0"/>
                    <a:pt x="122" y="4"/>
                  </a:cubicBezTo>
                  <a:cubicBezTo>
                    <a:pt x="169" y="8"/>
                    <a:pt x="210" y="33"/>
                    <a:pt x="235" y="68"/>
                  </a:cubicBezTo>
                  <a:cubicBezTo>
                    <a:pt x="204" y="99"/>
                    <a:pt x="160" y="117"/>
                    <a:pt x="113" y="11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8" name="Freeform 16">
              <a:extLst>
                <a:ext uri="{FF2B5EF4-FFF2-40B4-BE49-F238E27FC236}">
                  <a16:creationId xmlns:a16="http://schemas.microsoft.com/office/drawing/2014/main" id="{9E23537D-C46A-1E96-23CB-55964C0F1485}"/>
                </a:ext>
              </a:extLst>
            </p:cNvPr>
            <p:cNvSpPr>
              <a:spLocks/>
            </p:cNvSpPr>
            <p:nvPr/>
          </p:nvSpPr>
          <p:spPr bwMode="auto">
            <a:xfrm>
              <a:off x="11136745" y="5778493"/>
              <a:ext cx="851715" cy="744890"/>
            </a:xfrm>
            <a:custGeom>
              <a:avLst/>
              <a:gdLst>
                <a:gd name="T0" fmla="*/ 165 w 242"/>
                <a:gd name="T1" fmla="*/ 162 h 212"/>
                <a:gd name="T2" fmla="*/ 0 w 242"/>
                <a:gd name="T3" fmla="*/ 200 h 212"/>
                <a:gd name="T4" fmla="*/ 77 w 242"/>
                <a:gd name="T5" fmla="*/ 50 h 212"/>
                <a:gd name="T6" fmla="*/ 242 w 242"/>
                <a:gd name="T7" fmla="*/ 11 h 212"/>
                <a:gd name="T8" fmla="*/ 165 w 242"/>
                <a:gd name="T9" fmla="*/ 162 h 212"/>
              </a:gdLst>
              <a:ahLst/>
              <a:cxnLst>
                <a:cxn ang="0">
                  <a:pos x="T0" y="T1"/>
                </a:cxn>
                <a:cxn ang="0">
                  <a:pos x="T2" y="T3"/>
                </a:cxn>
                <a:cxn ang="0">
                  <a:pos x="T4" y="T5"/>
                </a:cxn>
                <a:cxn ang="0">
                  <a:pos x="T6" y="T7"/>
                </a:cxn>
                <a:cxn ang="0">
                  <a:pos x="T8" y="T9"/>
                </a:cxn>
              </a:cxnLst>
              <a:rect l="0" t="0" r="r" b="b"/>
              <a:pathLst>
                <a:path w="242" h="212">
                  <a:moveTo>
                    <a:pt x="165" y="162"/>
                  </a:moveTo>
                  <a:cubicBezTo>
                    <a:pt x="116" y="200"/>
                    <a:pt x="56" y="212"/>
                    <a:pt x="0" y="200"/>
                  </a:cubicBezTo>
                  <a:cubicBezTo>
                    <a:pt x="2" y="143"/>
                    <a:pt x="28" y="88"/>
                    <a:pt x="77" y="50"/>
                  </a:cubicBezTo>
                  <a:cubicBezTo>
                    <a:pt x="125" y="12"/>
                    <a:pt x="186" y="0"/>
                    <a:pt x="242" y="11"/>
                  </a:cubicBezTo>
                  <a:cubicBezTo>
                    <a:pt x="239" y="68"/>
                    <a:pt x="213" y="124"/>
                    <a:pt x="165" y="16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9" name="Freeform 17">
              <a:extLst>
                <a:ext uri="{FF2B5EF4-FFF2-40B4-BE49-F238E27FC236}">
                  <a16:creationId xmlns:a16="http://schemas.microsoft.com/office/drawing/2014/main" id="{B567FAA2-9CAE-06B7-5EB9-855346228C31}"/>
                </a:ext>
              </a:extLst>
            </p:cNvPr>
            <p:cNvSpPr>
              <a:spLocks/>
            </p:cNvSpPr>
            <p:nvPr/>
          </p:nvSpPr>
          <p:spPr bwMode="auto">
            <a:xfrm>
              <a:off x="10455373" y="3425450"/>
              <a:ext cx="857490" cy="398429"/>
            </a:xfrm>
            <a:custGeom>
              <a:avLst/>
              <a:gdLst>
                <a:gd name="T0" fmla="*/ 121 w 243"/>
                <a:gd name="T1" fmla="*/ 113 h 113"/>
                <a:gd name="T2" fmla="*/ 0 w 243"/>
                <a:gd name="T3" fmla="*/ 56 h 113"/>
                <a:gd name="T4" fmla="*/ 122 w 243"/>
                <a:gd name="T5" fmla="*/ 0 h 113"/>
                <a:gd name="T6" fmla="*/ 243 w 243"/>
                <a:gd name="T7" fmla="*/ 57 h 113"/>
                <a:gd name="T8" fmla="*/ 121 w 243"/>
                <a:gd name="T9" fmla="*/ 113 h 113"/>
              </a:gdLst>
              <a:ahLst/>
              <a:cxnLst>
                <a:cxn ang="0">
                  <a:pos x="T0" y="T1"/>
                </a:cxn>
                <a:cxn ang="0">
                  <a:pos x="T2" y="T3"/>
                </a:cxn>
                <a:cxn ang="0">
                  <a:pos x="T4" y="T5"/>
                </a:cxn>
                <a:cxn ang="0">
                  <a:pos x="T6" y="T7"/>
                </a:cxn>
                <a:cxn ang="0">
                  <a:pos x="T8" y="T9"/>
                </a:cxn>
              </a:cxnLst>
              <a:rect l="0" t="0" r="r" b="b"/>
              <a:pathLst>
                <a:path w="243" h="113">
                  <a:moveTo>
                    <a:pt x="121" y="113"/>
                  </a:moveTo>
                  <a:cubicBezTo>
                    <a:pt x="72" y="112"/>
                    <a:pt x="29" y="90"/>
                    <a:pt x="0" y="56"/>
                  </a:cubicBezTo>
                  <a:cubicBezTo>
                    <a:pt x="29" y="21"/>
                    <a:pt x="73" y="0"/>
                    <a:pt x="122" y="0"/>
                  </a:cubicBezTo>
                  <a:cubicBezTo>
                    <a:pt x="170" y="0"/>
                    <a:pt x="214" y="23"/>
                    <a:pt x="243" y="57"/>
                  </a:cubicBezTo>
                  <a:cubicBezTo>
                    <a:pt x="213" y="91"/>
                    <a:pt x="170" y="113"/>
                    <a:pt x="121" y="11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0" name="Freeform: Shape 59">
              <a:extLst>
                <a:ext uri="{FF2B5EF4-FFF2-40B4-BE49-F238E27FC236}">
                  <a16:creationId xmlns:a16="http://schemas.microsoft.com/office/drawing/2014/main" id="{082DE6FF-93AE-764E-B4EF-D02B15EDC150}"/>
                </a:ext>
              </a:extLst>
            </p:cNvPr>
            <p:cNvSpPr>
              <a:spLocks/>
            </p:cNvSpPr>
            <p:nvPr/>
          </p:nvSpPr>
          <p:spPr bwMode="auto">
            <a:xfrm>
              <a:off x="11336229" y="6558227"/>
              <a:ext cx="513340" cy="299773"/>
            </a:xfrm>
            <a:custGeom>
              <a:avLst/>
              <a:gdLst>
                <a:gd name="connsiteX0" fmla="*/ 447209 w 513340"/>
                <a:gd name="connsiteY0" fmla="*/ 449 h 299773"/>
                <a:gd name="connsiteX1" fmla="*/ 503469 w 513340"/>
                <a:gd name="connsiteY1" fmla="*/ 42849 h 299773"/>
                <a:gd name="connsiteX2" fmla="*/ 505666 w 513340"/>
                <a:gd name="connsiteY2" fmla="*/ 264566 h 299773"/>
                <a:gd name="connsiteX3" fmla="*/ 496268 w 513340"/>
                <a:gd name="connsiteY3" fmla="*/ 299773 h 299773"/>
                <a:gd name="connsiteX4" fmla="*/ 0 w 513340"/>
                <a:gd name="connsiteY4" fmla="*/ 299773 h 299773"/>
                <a:gd name="connsiteX5" fmla="*/ 74490 w 513340"/>
                <a:gd name="connsiteY5" fmla="*/ 180649 h 299773"/>
                <a:gd name="connsiteX6" fmla="*/ 447209 w 513340"/>
                <a:gd name="connsiteY6" fmla="*/ 449 h 299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3340" h="299773">
                  <a:moveTo>
                    <a:pt x="447209" y="449"/>
                  </a:moveTo>
                  <a:cubicBezTo>
                    <a:pt x="475339" y="-3085"/>
                    <a:pt x="499952" y="14582"/>
                    <a:pt x="503469" y="42849"/>
                  </a:cubicBezTo>
                  <a:cubicBezTo>
                    <a:pt x="515775" y="125883"/>
                    <a:pt x="516654" y="198316"/>
                    <a:pt x="505666" y="264566"/>
                  </a:cubicBezTo>
                  <a:lnTo>
                    <a:pt x="496268" y="299773"/>
                  </a:lnTo>
                  <a:lnTo>
                    <a:pt x="0" y="299773"/>
                  </a:lnTo>
                  <a:lnTo>
                    <a:pt x="74490" y="180649"/>
                  </a:lnTo>
                  <a:cubicBezTo>
                    <a:pt x="179976" y="56982"/>
                    <a:pt x="303044" y="11049"/>
                    <a:pt x="447209" y="4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61" name="Freeform 22">
              <a:extLst>
                <a:ext uri="{FF2B5EF4-FFF2-40B4-BE49-F238E27FC236}">
                  <a16:creationId xmlns:a16="http://schemas.microsoft.com/office/drawing/2014/main" id="{2CF043F6-FDAE-601E-1FC2-1B95C5C69238}"/>
                </a:ext>
              </a:extLst>
            </p:cNvPr>
            <p:cNvSpPr>
              <a:spLocks/>
            </p:cNvSpPr>
            <p:nvPr/>
          </p:nvSpPr>
          <p:spPr bwMode="auto">
            <a:xfrm>
              <a:off x="9401555" y="3662198"/>
              <a:ext cx="1102899" cy="545675"/>
            </a:xfrm>
            <a:custGeom>
              <a:avLst/>
              <a:gdLst>
                <a:gd name="T0" fmla="*/ 196 w 313"/>
                <a:gd name="T1" fmla="*/ 149 h 155"/>
                <a:gd name="T2" fmla="*/ 0 w 313"/>
                <a:gd name="T3" fmla="*/ 78 h 155"/>
                <a:gd name="T4" fmla="*/ 185 w 313"/>
                <a:gd name="T5" fmla="*/ 6 h 155"/>
                <a:gd name="T6" fmla="*/ 309 w 313"/>
                <a:gd name="T7" fmla="*/ 56 h 155"/>
                <a:gd name="T8" fmla="*/ 312 w 313"/>
                <a:gd name="T9" fmla="*/ 69 h 155"/>
                <a:gd name="T10" fmla="*/ 196 w 313"/>
                <a:gd name="T11" fmla="*/ 149 h 155"/>
              </a:gdLst>
              <a:ahLst/>
              <a:cxnLst>
                <a:cxn ang="0">
                  <a:pos x="T0" y="T1"/>
                </a:cxn>
                <a:cxn ang="0">
                  <a:pos x="T2" y="T3"/>
                </a:cxn>
                <a:cxn ang="0">
                  <a:pos x="T4" y="T5"/>
                </a:cxn>
                <a:cxn ang="0">
                  <a:pos x="T6" y="T7"/>
                </a:cxn>
                <a:cxn ang="0">
                  <a:pos x="T8" y="T9"/>
                </a:cxn>
                <a:cxn ang="0">
                  <a:pos x="T10" y="T11"/>
                </a:cxn>
              </a:cxnLst>
              <a:rect l="0" t="0" r="r" b="b"/>
              <a:pathLst>
                <a:path w="313" h="155">
                  <a:moveTo>
                    <a:pt x="196" y="149"/>
                  </a:moveTo>
                  <a:cubicBezTo>
                    <a:pt x="145" y="155"/>
                    <a:pt x="50" y="132"/>
                    <a:pt x="0" y="78"/>
                  </a:cubicBezTo>
                  <a:cubicBezTo>
                    <a:pt x="65" y="64"/>
                    <a:pt x="125" y="13"/>
                    <a:pt x="185" y="6"/>
                  </a:cubicBezTo>
                  <a:cubicBezTo>
                    <a:pt x="236" y="0"/>
                    <a:pt x="277" y="21"/>
                    <a:pt x="309" y="56"/>
                  </a:cubicBezTo>
                  <a:cubicBezTo>
                    <a:pt x="312" y="59"/>
                    <a:pt x="313" y="64"/>
                    <a:pt x="312" y="69"/>
                  </a:cubicBezTo>
                  <a:cubicBezTo>
                    <a:pt x="295" y="106"/>
                    <a:pt x="249" y="143"/>
                    <a:pt x="196" y="14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2" name="Freeform 25">
              <a:extLst>
                <a:ext uri="{FF2B5EF4-FFF2-40B4-BE49-F238E27FC236}">
                  <a16:creationId xmlns:a16="http://schemas.microsoft.com/office/drawing/2014/main" id="{CDFC30C4-34CD-FC69-3218-12E0C0D0A564}"/>
                </a:ext>
              </a:extLst>
            </p:cNvPr>
            <p:cNvSpPr>
              <a:spLocks/>
            </p:cNvSpPr>
            <p:nvPr/>
          </p:nvSpPr>
          <p:spPr bwMode="auto">
            <a:xfrm>
              <a:off x="10585295" y="1941444"/>
              <a:ext cx="1296339" cy="814182"/>
            </a:xfrm>
            <a:custGeom>
              <a:avLst/>
              <a:gdLst>
                <a:gd name="T0" fmla="*/ 171 w 368"/>
                <a:gd name="T1" fmla="*/ 203 h 231"/>
                <a:gd name="T2" fmla="*/ 0 w 368"/>
                <a:gd name="T3" fmla="*/ 13 h 231"/>
                <a:gd name="T4" fmla="*/ 257 w 368"/>
                <a:gd name="T5" fmla="*/ 34 h 231"/>
                <a:gd name="T6" fmla="*/ 366 w 368"/>
                <a:gd name="T7" fmla="*/ 171 h 231"/>
                <a:gd name="T8" fmla="*/ 355 w 368"/>
                <a:gd name="T9" fmla="*/ 196 h 231"/>
                <a:gd name="T10" fmla="*/ 171 w 368"/>
                <a:gd name="T11" fmla="*/ 203 h 231"/>
              </a:gdLst>
              <a:ahLst/>
              <a:cxnLst>
                <a:cxn ang="0">
                  <a:pos x="T0" y="T1"/>
                </a:cxn>
                <a:cxn ang="0">
                  <a:pos x="T2" y="T3"/>
                </a:cxn>
                <a:cxn ang="0">
                  <a:pos x="T4" y="T5"/>
                </a:cxn>
                <a:cxn ang="0">
                  <a:pos x="T6" y="T7"/>
                </a:cxn>
                <a:cxn ang="0">
                  <a:pos x="T8" y="T9"/>
                </a:cxn>
                <a:cxn ang="0">
                  <a:pos x="T10" y="T11"/>
                </a:cxn>
              </a:cxnLst>
              <a:rect l="0" t="0" r="r" b="b"/>
              <a:pathLst>
                <a:path w="368" h="231">
                  <a:moveTo>
                    <a:pt x="171" y="203"/>
                  </a:moveTo>
                  <a:cubicBezTo>
                    <a:pt x="108" y="174"/>
                    <a:pt x="64" y="85"/>
                    <a:pt x="0" y="13"/>
                  </a:cubicBezTo>
                  <a:cubicBezTo>
                    <a:pt x="91" y="8"/>
                    <a:pt x="182" y="0"/>
                    <a:pt x="257" y="34"/>
                  </a:cubicBezTo>
                  <a:cubicBezTo>
                    <a:pt x="317" y="62"/>
                    <a:pt x="351" y="112"/>
                    <a:pt x="366" y="171"/>
                  </a:cubicBezTo>
                  <a:cubicBezTo>
                    <a:pt x="368" y="181"/>
                    <a:pt x="364" y="191"/>
                    <a:pt x="355" y="196"/>
                  </a:cubicBezTo>
                  <a:cubicBezTo>
                    <a:pt x="309" y="224"/>
                    <a:pt x="234" y="231"/>
                    <a:pt x="171" y="20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3" name="Freeform 26">
              <a:extLst>
                <a:ext uri="{FF2B5EF4-FFF2-40B4-BE49-F238E27FC236}">
                  <a16:creationId xmlns:a16="http://schemas.microsoft.com/office/drawing/2014/main" id="{47C4C5A9-EE9E-5CF2-8EAF-80DC6F99CFBD}"/>
                </a:ext>
              </a:extLst>
            </p:cNvPr>
            <p:cNvSpPr>
              <a:spLocks/>
            </p:cNvSpPr>
            <p:nvPr/>
          </p:nvSpPr>
          <p:spPr bwMode="auto">
            <a:xfrm>
              <a:off x="9976102" y="1231201"/>
              <a:ext cx="987412" cy="640952"/>
            </a:xfrm>
            <a:custGeom>
              <a:avLst/>
              <a:gdLst>
                <a:gd name="T0" fmla="*/ 133 w 280"/>
                <a:gd name="T1" fmla="*/ 160 h 182"/>
                <a:gd name="T2" fmla="*/ 0 w 280"/>
                <a:gd name="T3" fmla="*/ 7 h 182"/>
                <a:gd name="T4" fmla="*/ 207 w 280"/>
                <a:gd name="T5" fmla="*/ 24 h 182"/>
                <a:gd name="T6" fmla="*/ 280 w 280"/>
                <a:gd name="T7" fmla="*/ 137 h 182"/>
                <a:gd name="T8" fmla="*/ 271 w 280"/>
                <a:gd name="T9" fmla="*/ 154 h 182"/>
                <a:gd name="T10" fmla="*/ 133 w 280"/>
                <a:gd name="T11" fmla="*/ 160 h 182"/>
              </a:gdLst>
              <a:ahLst/>
              <a:cxnLst>
                <a:cxn ang="0">
                  <a:pos x="T0" y="T1"/>
                </a:cxn>
                <a:cxn ang="0">
                  <a:pos x="T2" y="T3"/>
                </a:cxn>
                <a:cxn ang="0">
                  <a:pos x="T4" y="T5"/>
                </a:cxn>
                <a:cxn ang="0">
                  <a:pos x="T6" y="T7"/>
                </a:cxn>
                <a:cxn ang="0">
                  <a:pos x="T8" y="T9"/>
                </a:cxn>
                <a:cxn ang="0">
                  <a:pos x="T10" y="T11"/>
                </a:cxn>
              </a:cxnLst>
              <a:rect l="0" t="0" r="r" b="b"/>
              <a:pathLst>
                <a:path w="280" h="182">
                  <a:moveTo>
                    <a:pt x="133" y="160"/>
                  </a:moveTo>
                  <a:cubicBezTo>
                    <a:pt x="73" y="135"/>
                    <a:pt x="17" y="81"/>
                    <a:pt x="0" y="7"/>
                  </a:cubicBezTo>
                  <a:cubicBezTo>
                    <a:pt x="76" y="16"/>
                    <a:pt x="162" y="0"/>
                    <a:pt x="207" y="24"/>
                  </a:cubicBezTo>
                  <a:cubicBezTo>
                    <a:pt x="255" y="50"/>
                    <a:pt x="274" y="88"/>
                    <a:pt x="280" y="137"/>
                  </a:cubicBezTo>
                  <a:cubicBezTo>
                    <a:pt x="280" y="144"/>
                    <a:pt x="277" y="150"/>
                    <a:pt x="271" y="154"/>
                  </a:cubicBezTo>
                  <a:cubicBezTo>
                    <a:pt x="239" y="171"/>
                    <a:pt x="184" y="182"/>
                    <a:pt x="133" y="16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4" name="Freeform 27">
              <a:extLst>
                <a:ext uri="{FF2B5EF4-FFF2-40B4-BE49-F238E27FC236}">
                  <a16:creationId xmlns:a16="http://schemas.microsoft.com/office/drawing/2014/main" id="{E43AEBA1-48E2-1D88-CFB2-3C665158893F}"/>
                </a:ext>
              </a:extLst>
            </p:cNvPr>
            <p:cNvSpPr>
              <a:spLocks/>
            </p:cNvSpPr>
            <p:nvPr/>
          </p:nvSpPr>
          <p:spPr bwMode="auto">
            <a:xfrm>
              <a:off x="11136745" y="1436190"/>
              <a:ext cx="649613" cy="534126"/>
            </a:xfrm>
            <a:custGeom>
              <a:avLst/>
              <a:gdLst>
                <a:gd name="T0" fmla="*/ 58 w 185"/>
                <a:gd name="T1" fmla="*/ 126 h 152"/>
                <a:gd name="T2" fmla="*/ 0 w 185"/>
                <a:gd name="T3" fmla="*/ 4 h 152"/>
                <a:gd name="T4" fmla="*/ 147 w 185"/>
                <a:gd name="T5" fmla="*/ 35 h 152"/>
                <a:gd name="T6" fmla="*/ 184 w 185"/>
                <a:gd name="T7" fmla="*/ 122 h 152"/>
                <a:gd name="T8" fmla="*/ 177 w 185"/>
                <a:gd name="T9" fmla="*/ 135 h 152"/>
                <a:gd name="T10" fmla="*/ 58 w 185"/>
                <a:gd name="T11" fmla="*/ 126 h 152"/>
              </a:gdLst>
              <a:ahLst/>
              <a:cxnLst>
                <a:cxn ang="0">
                  <a:pos x="T0" y="T1"/>
                </a:cxn>
                <a:cxn ang="0">
                  <a:pos x="T2" y="T3"/>
                </a:cxn>
                <a:cxn ang="0">
                  <a:pos x="T4" y="T5"/>
                </a:cxn>
                <a:cxn ang="0">
                  <a:pos x="T6" y="T7"/>
                </a:cxn>
                <a:cxn ang="0">
                  <a:pos x="T8" y="T9"/>
                </a:cxn>
                <a:cxn ang="0">
                  <a:pos x="T10" y="T11"/>
                </a:cxn>
              </a:cxnLst>
              <a:rect l="0" t="0" r="r" b="b"/>
              <a:pathLst>
                <a:path w="185" h="152">
                  <a:moveTo>
                    <a:pt x="58" y="126"/>
                  </a:moveTo>
                  <a:cubicBezTo>
                    <a:pt x="29" y="102"/>
                    <a:pt x="21" y="54"/>
                    <a:pt x="0" y="4"/>
                  </a:cubicBezTo>
                  <a:cubicBezTo>
                    <a:pt x="52" y="0"/>
                    <a:pt x="115" y="5"/>
                    <a:pt x="147" y="35"/>
                  </a:cubicBezTo>
                  <a:cubicBezTo>
                    <a:pt x="177" y="62"/>
                    <a:pt x="178" y="89"/>
                    <a:pt x="184" y="122"/>
                  </a:cubicBezTo>
                  <a:cubicBezTo>
                    <a:pt x="185" y="127"/>
                    <a:pt x="182" y="132"/>
                    <a:pt x="177" y="135"/>
                  </a:cubicBezTo>
                  <a:cubicBezTo>
                    <a:pt x="145" y="150"/>
                    <a:pt x="88" y="152"/>
                    <a:pt x="58" y="12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29">
              <a:extLst>
                <a:ext uri="{FF2B5EF4-FFF2-40B4-BE49-F238E27FC236}">
                  <a16:creationId xmlns:a16="http://schemas.microsoft.com/office/drawing/2014/main" id="{1EA77AE8-77D8-17F3-13D3-11864DAA2EDD}"/>
                </a:ext>
              </a:extLst>
            </p:cNvPr>
            <p:cNvSpPr>
              <a:spLocks/>
            </p:cNvSpPr>
            <p:nvPr/>
          </p:nvSpPr>
          <p:spPr bwMode="auto">
            <a:xfrm>
              <a:off x="9664288" y="324629"/>
              <a:ext cx="1019171" cy="822843"/>
            </a:xfrm>
            <a:custGeom>
              <a:avLst/>
              <a:gdLst>
                <a:gd name="T0" fmla="*/ 129 w 289"/>
                <a:gd name="T1" fmla="*/ 202 h 233"/>
                <a:gd name="T2" fmla="*/ 0 w 289"/>
                <a:gd name="T3" fmla="*/ 0 h 233"/>
                <a:gd name="T4" fmla="*/ 236 w 289"/>
                <a:gd name="T5" fmla="*/ 80 h 233"/>
                <a:gd name="T6" fmla="*/ 288 w 289"/>
                <a:gd name="T7" fmla="*/ 214 h 233"/>
                <a:gd name="T8" fmla="*/ 276 w 289"/>
                <a:gd name="T9" fmla="*/ 226 h 233"/>
                <a:gd name="T10" fmla="*/ 129 w 289"/>
                <a:gd name="T11" fmla="*/ 202 h 233"/>
              </a:gdLst>
              <a:ahLst/>
              <a:cxnLst>
                <a:cxn ang="0">
                  <a:pos x="T0" y="T1"/>
                </a:cxn>
                <a:cxn ang="0">
                  <a:pos x="T2" y="T3"/>
                </a:cxn>
                <a:cxn ang="0">
                  <a:pos x="T4" y="T5"/>
                </a:cxn>
                <a:cxn ang="0">
                  <a:pos x="T6" y="T7"/>
                </a:cxn>
                <a:cxn ang="0">
                  <a:pos x="T8" y="T9"/>
                </a:cxn>
                <a:cxn ang="0">
                  <a:pos x="T10" y="T11"/>
                </a:cxn>
              </a:cxnLst>
              <a:rect l="0" t="0" r="r" b="b"/>
              <a:pathLst>
                <a:path w="289" h="233">
                  <a:moveTo>
                    <a:pt x="129" y="202"/>
                  </a:moveTo>
                  <a:cubicBezTo>
                    <a:pt x="54" y="147"/>
                    <a:pt x="26" y="69"/>
                    <a:pt x="0" y="0"/>
                  </a:cubicBezTo>
                  <a:cubicBezTo>
                    <a:pt x="107" y="10"/>
                    <a:pt x="184" y="30"/>
                    <a:pt x="236" y="80"/>
                  </a:cubicBezTo>
                  <a:cubicBezTo>
                    <a:pt x="279" y="121"/>
                    <a:pt x="289" y="176"/>
                    <a:pt x="288" y="214"/>
                  </a:cubicBezTo>
                  <a:cubicBezTo>
                    <a:pt x="287" y="221"/>
                    <a:pt x="283" y="226"/>
                    <a:pt x="276" y="226"/>
                  </a:cubicBezTo>
                  <a:cubicBezTo>
                    <a:pt x="228" y="233"/>
                    <a:pt x="161" y="225"/>
                    <a:pt x="129" y="20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Shape 65">
              <a:extLst>
                <a:ext uri="{FF2B5EF4-FFF2-40B4-BE49-F238E27FC236}">
                  <a16:creationId xmlns:a16="http://schemas.microsoft.com/office/drawing/2014/main" id="{0C4BF08B-D78C-03A8-D9F5-8E12FDB5404F}"/>
                </a:ext>
              </a:extLst>
            </p:cNvPr>
            <p:cNvSpPr>
              <a:spLocks/>
            </p:cNvSpPr>
            <p:nvPr/>
          </p:nvSpPr>
          <p:spPr bwMode="auto">
            <a:xfrm>
              <a:off x="12012196" y="6572978"/>
              <a:ext cx="179805" cy="285022"/>
            </a:xfrm>
            <a:custGeom>
              <a:avLst/>
              <a:gdLst>
                <a:gd name="connsiteX0" fmla="*/ 179805 w 179805"/>
                <a:gd name="connsiteY0" fmla="*/ 0 h 285022"/>
                <a:gd name="connsiteX1" fmla="*/ 179805 w 179805"/>
                <a:gd name="connsiteY1" fmla="*/ 285022 h 285022"/>
                <a:gd name="connsiteX2" fmla="*/ 0 w 179805"/>
                <a:gd name="connsiteY2" fmla="*/ 285022 h 285022"/>
                <a:gd name="connsiteX3" fmla="*/ 67533 w 179805"/>
                <a:gd name="connsiteY3" fmla="*/ 130559 h 285022"/>
                <a:gd name="connsiteX4" fmla="*/ 143082 w 179805"/>
                <a:gd name="connsiteY4" fmla="*/ 31411 h 2850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9805" h="285022">
                  <a:moveTo>
                    <a:pt x="179805" y="0"/>
                  </a:moveTo>
                  <a:lnTo>
                    <a:pt x="179805" y="285022"/>
                  </a:lnTo>
                  <a:lnTo>
                    <a:pt x="0" y="285022"/>
                  </a:lnTo>
                  <a:lnTo>
                    <a:pt x="67533" y="130559"/>
                  </a:lnTo>
                  <a:cubicBezTo>
                    <a:pt x="86958" y="97013"/>
                    <a:pt x="112785" y="63247"/>
                    <a:pt x="143082" y="314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67" name="Freeform 36">
              <a:extLst>
                <a:ext uri="{FF2B5EF4-FFF2-40B4-BE49-F238E27FC236}">
                  <a16:creationId xmlns:a16="http://schemas.microsoft.com/office/drawing/2014/main" id="{21D08F9B-AA55-6BAB-AB5E-4C7E80F771D1}"/>
                </a:ext>
              </a:extLst>
            </p:cNvPr>
            <p:cNvSpPr>
              <a:spLocks/>
            </p:cNvSpPr>
            <p:nvPr/>
          </p:nvSpPr>
          <p:spPr bwMode="auto">
            <a:xfrm>
              <a:off x="8968480" y="4369554"/>
              <a:ext cx="926782" cy="516803"/>
            </a:xfrm>
            <a:custGeom>
              <a:avLst/>
              <a:gdLst>
                <a:gd name="T0" fmla="*/ 179 w 263"/>
                <a:gd name="T1" fmla="*/ 132 h 147"/>
                <a:gd name="T2" fmla="*/ 0 w 263"/>
                <a:gd name="T3" fmla="*/ 112 h 147"/>
                <a:gd name="T4" fmla="*/ 148 w 263"/>
                <a:gd name="T5" fmla="*/ 13 h 147"/>
                <a:gd name="T6" fmla="*/ 257 w 263"/>
                <a:gd name="T7" fmla="*/ 40 h 147"/>
                <a:gd name="T8" fmla="*/ 261 w 263"/>
                <a:gd name="T9" fmla="*/ 54 h 147"/>
                <a:gd name="T10" fmla="*/ 179 w 263"/>
                <a:gd name="T11" fmla="*/ 132 h 147"/>
              </a:gdLst>
              <a:ahLst/>
              <a:cxnLst>
                <a:cxn ang="0">
                  <a:pos x="T0" y="T1"/>
                </a:cxn>
                <a:cxn ang="0">
                  <a:pos x="T2" y="T3"/>
                </a:cxn>
                <a:cxn ang="0">
                  <a:pos x="T4" y="T5"/>
                </a:cxn>
                <a:cxn ang="0">
                  <a:pos x="T6" y="T7"/>
                </a:cxn>
                <a:cxn ang="0">
                  <a:pos x="T8" y="T9"/>
                </a:cxn>
                <a:cxn ang="0">
                  <a:pos x="T10" y="T11"/>
                </a:cxn>
              </a:cxnLst>
              <a:rect l="0" t="0" r="r" b="b"/>
              <a:pathLst>
                <a:path w="263" h="147">
                  <a:moveTo>
                    <a:pt x="179" y="132"/>
                  </a:moveTo>
                  <a:cubicBezTo>
                    <a:pt x="141" y="143"/>
                    <a:pt x="54" y="147"/>
                    <a:pt x="0" y="112"/>
                  </a:cubicBezTo>
                  <a:cubicBezTo>
                    <a:pt x="57" y="81"/>
                    <a:pt x="106" y="26"/>
                    <a:pt x="148" y="13"/>
                  </a:cubicBezTo>
                  <a:cubicBezTo>
                    <a:pt x="190" y="0"/>
                    <a:pt x="225" y="13"/>
                    <a:pt x="257" y="40"/>
                  </a:cubicBezTo>
                  <a:cubicBezTo>
                    <a:pt x="261" y="44"/>
                    <a:pt x="263" y="49"/>
                    <a:pt x="261" y="54"/>
                  </a:cubicBezTo>
                  <a:cubicBezTo>
                    <a:pt x="250" y="87"/>
                    <a:pt x="218" y="120"/>
                    <a:pt x="179" y="13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8" name="Freeform 37">
              <a:extLst>
                <a:ext uri="{FF2B5EF4-FFF2-40B4-BE49-F238E27FC236}">
                  <a16:creationId xmlns:a16="http://schemas.microsoft.com/office/drawing/2014/main" id="{8105444D-96EF-891E-25E9-B5E80D3DBB1C}"/>
                </a:ext>
              </a:extLst>
            </p:cNvPr>
            <p:cNvSpPr>
              <a:spLocks/>
            </p:cNvSpPr>
            <p:nvPr/>
          </p:nvSpPr>
          <p:spPr bwMode="auto">
            <a:xfrm>
              <a:off x="10908658" y="5296336"/>
              <a:ext cx="666936" cy="545675"/>
            </a:xfrm>
            <a:custGeom>
              <a:avLst/>
              <a:gdLst>
                <a:gd name="T0" fmla="*/ 128 w 189"/>
                <a:gd name="T1" fmla="*/ 107 h 155"/>
                <a:gd name="T2" fmla="*/ 0 w 189"/>
                <a:gd name="T3" fmla="*/ 155 h 155"/>
                <a:gd name="T4" fmla="*/ 50 w 189"/>
                <a:gd name="T5" fmla="*/ 36 h 155"/>
                <a:gd name="T6" fmla="*/ 173 w 189"/>
                <a:gd name="T7" fmla="*/ 7 h 155"/>
                <a:gd name="T8" fmla="*/ 181 w 189"/>
                <a:gd name="T9" fmla="*/ 15 h 155"/>
                <a:gd name="T10" fmla="*/ 128 w 189"/>
                <a:gd name="T11" fmla="*/ 107 h 155"/>
              </a:gdLst>
              <a:ahLst/>
              <a:cxnLst>
                <a:cxn ang="0">
                  <a:pos x="T0" y="T1"/>
                </a:cxn>
                <a:cxn ang="0">
                  <a:pos x="T2" y="T3"/>
                </a:cxn>
                <a:cxn ang="0">
                  <a:pos x="T4" y="T5"/>
                </a:cxn>
                <a:cxn ang="0">
                  <a:pos x="T6" y="T7"/>
                </a:cxn>
                <a:cxn ang="0">
                  <a:pos x="T8" y="T9"/>
                </a:cxn>
                <a:cxn ang="0">
                  <a:pos x="T10" y="T11"/>
                </a:cxn>
              </a:cxnLst>
              <a:rect l="0" t="0" r="r" b="b"/>
              <a:pathLst>
                <a:path w="189" h="155">
                  <a:moveTo>
                    <a:pt x="128" y="107"/>
                  </a:moveTo>
                  <a:cubicBezTo>
                    <a:pt x="83" y="130"/>
                    <a:pt x="49" y="136"/>
                    <a:pt x="0" y="155"/>
                  </a:cubicBezTo>
                  <a:cubicBezTo>
                    <a:pt x="6" y="105"/>
                    <a:pt x="21" y="60"/>
                    <a:pt x="50" y="36"/>
                  </a:cubicBezTo>
                  <a:cubicBezTo>
                    <a:pt x="86" y="6"/>
                    <a:pt x="134" y="0"/>
                    <a:pt x="173" y="7"/>
                  </a:cubicBezTo>
                  <a:cubicBezTo>
                    <a:pt x="177" y="8"/>
                    <a:pt x="180" y="11"/>
                    <a:pt x="181" y="15"/>
                  </a:cubicBezTo>
                  <a:cubicBezTo>
                    <a:pt x="189" y="54"/>
                    <a:pt x="168" y="87"/>
                    <a:pt x="128" y="10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9" name="Freeform 38">
              <a:extLst>
                <a:ext uri="{FF2B5EF4-FFF2-40B4-BE49-F238E27FC236}">
                  <a16:creationId xmlns:a16="http://schemas.microsoft.com/office/drawing/2014/main" id="{08922EA0-BF54-1382-891A-8BB57C242376}"/>
                </a:ext>
              </a:extLst>
            </p:cNvPr>
            <p:cNvSpPr>
              <a:spLocks/>
            </p:cNvSpPr>
            <p:nvPr/>
          </p:nvSpPr>
          <p:spPr bwMode="auto">
            <a:xfrm>
              <a:off x="9254310" y="1710471"/>
              <a:ext cx="944105" cy="519691"/>
            </a:xfrm>
            <a:custGeom>
              <a:avLst/>
              <a:gdLst>
                <a:gd name="T0" fmla="*/ 144 w 268"/>
                <a:gd name="T1" fmla="*/ 130 h 148"/>
                <a:gd name="T2" fmla="*/ 0 w 268"/>
                <a:gd name="T3" fmla="*/ 58 h 148"/>
                <a:gd name="T4" fmla="*/ 142 w 268"/>
                <a:gd name="T5" fmla="*/ 6 h 148"/>
                <a:gd name="T6" fmla="*/ 265 w 268"/>
                <a:gd name="T7" fmla="*/ 88 h 148"/>
                <a:gd name="T8" fmla="*/ 265 w 268"/>
                <a:gd name="T9" fmla="*/ 101 h 148"/>
                <a:gd name="T10" fmla="*/ 144 w 268"/>
                <a:gd name="T11" fmla="*/ 130 h 148"/>
              </a:gdLst>
              <a:ahLst/>
              <a:cxnLst>
                <a:cxn ang="0">
                  <a:pos x="T0" y="T1"/>
                </a:cxn>
                <a:cxn ang="0">
                  <a:pos x="T2" y="T3"/>
                </a:cxn>
                <a:cxn ang="0">
                  <a:pos x="T4" y="T5"/>
                </a:cxn>
                <a:cxn ang="0">
                  <a:pos x="T6" y="T7"/>
                </a:cxn>
                <a:cxn ang="0">
                  <a:pos x="T8" y="T9"/>
                </a:cxn>
                <a:cxn ang="0">
                  <a:pos x="T10" y="T11"/>
                </a:cxn>
              </a:cxnLst>
              <a:rect l="0" t="0" r="r" b="b"/>
              <a:pathLst>
                <a:path w="268" h="148">
                  <a:moveTo>
                    <a:pt x="144" y="130"/>
                  </a:moveTo>
                  <a:cubicBezTo>
                    <a:pt x="88" y="109"/>
                    <a:pt x="56" y="85"/>
                    <a:pt x="0" y="58"/>
                  </a:cubicBezTo>
                  <a:cubicBezTo>
                    <a:pt x="48" y="24"/>
                    <a:pt x="99" y="0"/>
                    <a:pt x="142" y="6"/>
                  </a:cubicBezTo>
                  <a:cubicBezTo>
                    <a:pt x="197" y="13"/>
                    <a:pt x="240" y="49"/>
                    <a:pt x="265" y="88"/>
                  </a:cubicBezTo>
                  <a:cubicBezTo>
                    <a:pt x="268" y="92"/>
                    <a:pt x="268" y="98"/>
                    <a:pt x="265" y="101"/>
                  </a:cubicBezTo>
                  <a:cubicBezTo>
                    <a:pt x="238" y="139"/>
                    <a:pt x="193" y="148"/>
                    <a:pt x="144" y="13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0" name="Freeform: Shape 69">
              <a:extLst>
                <a:ext uri="{FF2B5EF4-FFF2-40B4-BE49-F238E27FC236}">
                  <a16:creationId xmlns:a16="http://schemas.microsoft.com/office/drawing/2014/main" id="{71CD02F7-CE91-5B61-4D24-728AE36138CE}"/>
                </a:ext>
              </a:extLst>
            </p:cNvPr>
            <p:cNvSpPr>
              <a:spLocks/>
            </p:cNvSpPr>
            <p:nvPr/>
          </p:nvSpPr>
          <p:spPr bwMode="auto">
            <a:xfrm>
              <a:off x="11502945" y="0"/>
              <a:ext cx="642569" cy="333538"/>
            </a:xfrm>
            <a:custGeom>
              <a:avLst/>
              <a:gdLst>
                <a:gd name="connsiteX0" fmla="*/ 0 w 642569"/>
                <a:gd name="connsiteY0" fmla="*/ 0 h 333538"/>
                <a:gd name="connsiteX1" fmla="*/ 626864 w 642569"/>
                <a:gd name="connsiteY1" fmla="*/ 0 h 333538"/>
                <a:gd name="connsiteX2" fmla="*/ 640881 w 642569"/>
                <a:gd name="connsiteY2" fmla="*/ 48961 h 333538"/>
                <a:gd name="connsiteX3" fmla="*/ 560636 w 642569"/>
                <a:gd name="connsiteY3" fmla="*/ 311547 h 333538"/>
                <a:gd name="connsiteX4" fmla="*/ 504200 w 642569"/>
                <a:gd name="connsiteY4" fmla="*/ 332659 h 333538"/>
                <a:gd name="connsiteX5" fmla="*/ 17439 w 642569"/>
                <a:gd name="connsiteY5" fmla="*/ 54679 h 333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2569" h="333538">
                  <a:moveTo>
                    <a:pt x="0" y="0"/>
                  </a:moveTo>
                  <a:lnTo>
                    <a:pt x="626864" y="0"/>
                  </a:lnTo>
                  <a:lnTo>
                    <a:pt x="640881" y="48961"/>
                  </a:lnTo>
                  <a:cubicBezTo>
                    <a:pt x="649699" y="139129"/>
                    <a:pt x="624127" y="228856"/>
                    <a:pt x="560636" y="311547"/>
                  </a:cubicBezTo>
                  <a:cubicBezTo>
                    <a:pt x="546527" y="329141"/>
                    <a:pt x="525363" y="336178"/>
                    <a:pt x="504200" y="332659"/>
                  </a:cubicBezTo>
                  <a:cubicBezTo>
                    <a:pt x="296092" y="293953"/>
                    <a:pt x="112675" y="265803"/>
                    <a:pt x="17439" y="5467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71" name="Freeform: Shape 70">
              <a:extLst>
                <a:ext uri="{FF2B5EF4-FFF2-40B4-BE49-F238E27FC236}">
                  <a16:creationId xmlns:a16="http://schemas.microsoft.com/office/drawing/2014/main" id="{E349BB77-9DC6-1510-D1F5-E18CE50C76DE}"/>
                </a:ext>
              </a:extLst>
            </p:cNvPr>
            <p:cNvSpPr>
              <a:spLocks/>
            </p:cNvSpPr>
            <p:nvPr/>
          </p:nvSpPr>
          <p:spPr bwMode="auto">
            <a:xfrm>
              <a:off x="10784033" y="6730342"/>
              <a:ext cx="344354" cy="127658"/>
            </a:xfrm>
            <a:custGeom>
              <a:avLst/>
              <a:gdLst>
                <a:gd name="connsiteX0" fmla="*/ 233176 w 344354"/>
                <a:gd name="connsiteY0" fmla="*/ 606 h 127658"/>
                <a:gd name="connsiteX1" fmla="*/ 312557 w 344354"/>
                <a:gd name="connsiteY1" fmla="*/ 2803 h 127658"/>
                <a:gd name="connsiteX2" fmla="*/ 344354 w 344354"/>
                <a:gd name="connsiteY2" fmla="*/ 34444 h 127658"/>
                <a:gd name="connsiteX3" fmla="*/ 343530 w 344354"/>
                <a:gd name="connsiteY3" fmla="*/ 127658 h 127658"/>
                <a:gd name="connsiteX4" fmla="*/ 0 w 344354"/>
                <a:gd name="connsiteY4" fmla="*/ 127658 h 127658"/>
                <a:gd name="connsiteX5" fmla="*/ 33451 w 344354"/>
                <a:gd name="connsiteY5" fmla="*/ 83664 h 127658"/>
                <a:gd name="connsiteX6" fmla="*/ 233176 w 344354"/>
                <a:gd name="connsiteY6" fmla="*/ 606 h 127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4354" h="127658">
                  <a:moveTo>
                    <a:pt x="233176" y="606"/>
                  </a:moveTo>
                  <a:cubicBezTo>
                    <a:pt x="258679" y="-712"/>
                    <a:pt x="285177" y="167"/>
                    <a:pt x="312557" y="2803"/>
                  </a:cubicBezTo>
                  <a:cubicBezTo>
                    <a:pt x="330222" y="2803"/>
                    <a:pt x="344354" y="16866"/>
                    <a:pt x="344354" y="34444"/>
                  </a:cubicBezTo>
                  <a:lnTo>
                    <a:pt x="343530" y="127658"/>
                  </a:lnTo>
                  <a:lnTo>
                    <a:pt x="0" y="127658"/>
                  </a:lnTo>
                  <a:lnTo>
                    <a:pt x="33451" y="83664"/>
                  </a:lnTo>
                  <a:cubicBezTo>
                    <a:pt x="89096" y="28292"/>
                    <a:pt x="156664" y="4561"/>
                    <a:pt x="233176" y="6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72" name="Freeform 44">
              <a:extLst>
                <a:ext uri="{FF2B5EF4-FFF2-40B4-BE49-F238E27FC236}">
                  <a16:creationId xmlns:a16="http://schemas.microsoft.com/office/drawing/2014/main" id="{8FAA97AC-5234-3FBC-0150-B0B7620036D1}"/>
                </a:ext>
              </a:extLst>
            </p:cNvPr>
            <p:cNvSpPr>
              <a:spLocks/>
            </p:cNvSpPr>
            <p:nvPr/>
          </p:nvSpPr>
          <p:spPr bwMode="auto">
            <a:xfrm>
              <a:off x="8572937" y="2937518"/>
              <a:ext cx="606306" cy="303153"/>
            </a:xfrm>
            <a:custGeom>
              <a:avLst/>
              <a:gdLst>
                <a:gd name="T0" fmla="*/ 96 w 172"/>
                <a:gd name="T1" fmla="*/ 0 h 86"/>
                <a:gd name="T2" fmla="*/ 0 w 172"/>
                <a:gd name="T3" fmla="*/ 45 h 86"/>
                <a:gd name="T4" fmla="*/ 99 w 172"/>
                <a:gd name="T5" fmla="*/ 85 h 86"/>
                <a:gd name="T6" fmla="*/ 168 w 172"/>
                <a:gd name="T7" fmla="*/ 46 h 86"/>
                <a:gd name="T8" fmla="*/ 167 w 172"/>
                <a:gd name="T9" fmla="*/ 29 h 86"/>
                <a:gd name="T10" fmla="*/ 96 w 172"/>
                <a:gd name="T11" fmla="*/ 0 h 86"/>
              </a:gdLst>
              <a:ahLst/>
              <a:cxnLst>
                <a:cxn ang="0">
                  <a:pos x="T0" y="T1"/>
                </a:cxn>
                <a:cxn ang="0">
                  <a:pos x="T2" y="T3"/>
                </a:cxn>
                <a:cxn ang="0">
                  <a:pos x="T4" y="T5"/>
                </a:cxn>
                <a:cxn ang="0">
                  <a:pos x="T6" y="T7"/>
                </a:cxn>
                <a:cxn ang="0">
                  <a:pos x="T8" y="T9"/>
                </a:cxn>
                <a:cxn ang="0">
                  <a:pos x="T10" y="T11"/>
                </a:cxn>
              </a:cxnLst>
              <a:rect l="0" t="0" r="r" b="b"/>
              <a:pathLst>
                <a:path w="172" h="86">
                  <a:moveTo>
                    <a:pt x="96" y="0"/>
                  </a:moveTo>
                  <a:cubicBezTo>
                    <a:pt x="67" y="0"/>
                    <a:pt x="31" y="14"/>
                    <a:pt x="0" y="45"/>
                  </a:cubicBezTo>
                  <a:cubicBezTo>
                    <a:pt x="31" y="61"/>
                    <a:pt x="66" y="84"/>
                    <a:pt x="99" y="85"/>
                  </a:cubicBezTo>
                  <a:cubicBezTo>
                    <a:pt x="130" y="86"/>
                    <a:pt x="151" y="68"/>
                    <a:pt x="168" y="46"/>
                  </a:cubicBezTo>
                  <a:cubicBezTo>
                    <a:pt x="172" y="41"/>
                    <a:pt x="172" y="34"/>
                    <a:pt x="167" y="29"/>
                  </a:cubicBezTo>
                  <a:cubicBezTo>
                    <a:pt x="151" y="13"/>
                    <a:pt x="124" y="0"/>
                    <a:pt x="96"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3" name="Freeform 45">
              <a:extLst>
                <a:ext uri="{FF2B5EF4-FFF2-40B4-BE49-F238E27FC236}">
                  <a16:creationId xmlns:a16="http://schemas.microsoft.com/office/drawing/2014/main" id="{02267A44-B685-EBA5-3C38-1E2A2D4F1C62}"/>
                </a:ext>
              </a:extLst>
            </p:cNvPr>
            <p:cNvSpPr>
              <a:spLocks/>
            </p:cNvSpPr>
            <p:nvPr/>
          </p:nvSpPr>
          <p:spPr bwMode="auto">
            <a:xfrm>
              <a:off x="8910736" y="5209721"/>
              <a:ext cx="941218" cy="574547"/>
            </a:xfrm>
            <a:custGeom>
              <a:avLst/>
              <a:gdLst>
                <a:gd name="T0" fmla="*/ 138 w 267"/>
                <a:gd name="T1" fmla="*/ 20 h 163"/>
                <a:gd name="T2" fmla="*/ 0 w 267"/>
                <a:gd name="T3" fmla="*/ 145 h 163"/>
                <a:gd name="T4" fmla="*/ 191 w 267"/>
                <a:gd name="T5" fmla="*/ 137 h 163"/>
                <a:gd name="T6" fmla="*/ 267 w 267"/>
                <a:gd name="T7" fmla="*/ 39 h 163"/>
                <a:gd name="T8" fmla="*/ 260 w 267"/>
                <a:gd name="T9" fmla="*/ 29 h 163"/>
                <a:gd name="T10" fmla="*/ 138 w 267"/>
                <a:gd name="T11" fmla="*/ 20 h 163"/>
              </a:gdLst>
              <a:ahLst/>
              <a:cxnLst>
                <a:cxn ang="0">
                  <a:pos x="T0" y="T1"/>
                </a:cxn>
                <a:cxn ang="0">
                  <a:pos x="T2" y="T3"/>
                </a:cxn>
                <a:cxn ang="0">
                  <a:pos x="T4" y="T5"/>
                </a:cxn>
                <a:cxn ang="0">
                  <a:pos x="T6" y="T7"/>
                </a:cxn>
                <a:cxn ang="0">
                  <a:pos x="T8" y="T9"/>
                </a:cxn>
                <a:cxn ang="0">
                  <a:pos x="T10" y="T11"/>
                </a:cxn>
              </a:cxnLst>
              <a:rect l="0" t="0" r="r" b="b"/>
              <a:pathLst>
                <a:path w="267" h="163">
                  <a:moveTo>
                    <a:pt x="138" y="20"/>
                  </a:moveTo>
                  <a:cubicBezTo>
                    <a:pt x="82" y="46"/>
                    <a:pt x="47" y="96"/>
                    <a:pt x="0" y="145"/>
                  </a:cubicBezTo>
                  <a:cubicBezTo>
                    <a:pt x="61" y="163"/>
                    <a:pt x="144" y="154"/>
                    <a:pt x="191" y="137"/>
                  </a:cubicBezTo>
                  <a:cubicBezTo>
                    <a:pt x="238" y="118"/>
                    <a:pt x="267" y="80"/>
                    <a:pt x="267" y="39"/>
                  </a:cubicBezTo>
                  <a:cubicBezTo>
                    <a:pt x="267" y="34"/>
                    <a:pt x="264" y="31"/>
                    <a:pt x="260" y="29"/>
                  </a:cubicBezTo>
                  <a:cubicBezTo>
                    <a:pt x="229" y="12"/>
                    <a:pt x="180" y="0"/>
                    <a:pt x="138" y="2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4" name="Freeform 46">
              <a:extLst>
                <a:ext uri="{FF2B5EF4-FFF2-40B4-BE49-F238E27FC236}">
                  <a16:creationId xmlns:a16="http://schemas.microsoft.com/office/drawing/2014/main" id="{52B9517E-FD81-74B0-50C7-099465C105DD}"/>
                </a:ext>
              </a:extLst>
            </p:cNvPr>
            <p:cNvSpPr>
              <a:spLocks/>
            </p:cNvSpPr>
            <p:nvPr/>
          </p:nvSpPr>
          <p:spPr bwMode="auto">
            <a:xfrm>
              <a:off x="8734619" y="2316777"/>
              <a:ext cx="1079802" cy="534126"/>
            </a:xfrm>
            <a:custGeom>
              <a:avLst/>
              <a:gdLst>
                <a:gd name="T0" fmla="*/ 194 w 306"/>
                <a:gd name="T1" fmla="*/ 10 h 152"/>
                <a:gd name="T2" fmla="*/ 0 w 306"/>
                <a:gd name="T3" fmla="*/ 66 h 152"/>
                <a:gd name="T4" fmla="*/ 167 w 306"/>
                <a:gd name="T5" fmla="*/ 141 h 152"/>
                <a:gd name="T6" fmla="*/ 298 w 306"/>
                <a:gd name="T7" fmla="*/ 105 h 152"/>
                <a:gd name="T8" fmla="*/ 301 w 306"/>
                <a:gd name="T9" fmla="*/ 82 h 152"/>
                <a:gd name="T10" fmla="*/ 194 w 306"/>
                <a:gd name="T11" fmla="*/ 10 h 152"/>
              </a:gdLst>
              <a:ahLst/>
              <a:cxnLst>
                <a:cxn ang="0">
                  <a:pos x="T0" y="T1"/>
                </a:cxn>
                <a:cxn ang="0">
                  <a:pos x="T2" y="T3"/>
                </a:cxn>
                <a:cxn ang="0">
                  <a:pos x="T4" y="T5"/>
                </a:cxn>
                <a:cxn ang="0">
                  <a:pos x="T6" y="T7"/>
                </a:cxn>
                <a:cxn ang="0">
                  <a:pos x="T8" y="T9"/>
                </a:cxn>
                <a:cxn ang="0">
                  <a:pos x="T10" y="T11"/>
                </a:cxn>
              </a:cxnLst>
              <a:rect l="0" t="0" r="r" b="b"/>
              <a:pathLst>
                <a:path w="306" h="152">
                  <a:moveTo>
                    <a:pt x="194" y="10"/>
                  </a:moveTo>
                  <a:cubicBezTo>
                    <a:pt x="146" y="0"/>
                    <a:pt x="60" y="26"/>
                    <a:pt x="0" y="66"/>
                  </a:cubicBezTo>
                  <a:cubicBezTo>
                    <a:pt x="54" y="97"/>
                    <a:pt x="114" y="130"/>
                    <a:pt x="167" y="141"/>
                  </a:cubicBezTo>
                  <a:cubicBezTo>
                    <a:pt x="218" y="152"/>
                    <a:pt x="264" y="136"/>
                    <a:pt x="298" y="105"/>
                  </a:cubicBezTo>
                  <a:cubicBezTo>
                    <a:pt x="305" y="100"/>
                    <a:pt x="306" y="90"/>
                    <a:pt x="301" y="82"/>
                  </a:cubicBezTo>
                  <a:cubicBezTo>
                    <a:pt x="281" y="50"/>
                    <a:pt x="240" y="19"/>
                    <a:pt x="194" y="1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5" name="Freeform 47">
              <a:extLst>
                <a:ext uri="{FF2B5EF4-FFF2-40B4-BE49-F238E27FC236}">
                  <a16:creationId xmlns:a16="http://schemas.microsoft.com/office/drawing/2014/main" id="{6AD85C83-952C-2A47-7D86-0B36ACA6036B}"/>
                </a:ext>
              </a:extLst>
            </p:cNvPr>
            <p:cNvSpPr>
              <a:spLocks/>
            </p:cNvSpPr>
            <p:nvPr/>
          </p:nvSpPr>
          <p:spPr bwMode="auto">
            <a:xfrm>
              <a:off x="10706556" y="512295"/>
              <a:ext cx="736228" cy="707357"/>
            </a:xfrm>
            <a:custGeom>
              <a:avLst/>
              <a:gdLst>
                <a:gd name="T0" fmla="*/ 171 w 209"/>
                <a:gd name="T1" fmla="*/ 76 h 201"/>
                <a:gd name="T2" fmla="*/ 0 w 209"/>
                <a:gd name="T3" fmla="*/ 0 h 201"/>
                <a:gd name="T4" fmla="*/ 73 w 209"/>
                <a:gd name="T5" fmla="*/ 165 h 201"/>
                <a:gd name="T6" fmla="*/ 196 w 209"/>
                <a:gd name="T7" fmla="*/ 189 h 201"/>
                <a:gd name="T8" fmla="*/ 207 w 209"/>
                <a:gd name="T9" fmla="*/ 176 h 201"/>
                <a:gd name="T10" fmla="*/ 171 w 209"/>
                <a:gd name="T11" fmla="*/ 76 h 201"/>
              </a:gdLst>
              <a:ahLst/>
              <a:cxnLst>
                <a:cxn ang="0">
                  <a:pos x="T0" y="T1"/>
                </a:cxn>
                <a:cxn ang="0">
                  <a:pos x="T2" y="T3"/>
                </a:cxn>
                <a:cxn ang="0">
                  <a:pos x="T4" y="T5"/>
                </a:cxn>
                <a:cxn ang="0">
                  <a:pos x="T6" y="T7"/>
                </a:cxn>
                <a:cxn ang="0">
                  <a:pos x="T8" y="T9"/>
                </a:cxn>
                <a:cxn ang="0">
                  <a:pos x="T10" y="T11"/>
                </a:cxn>
              </a:cxnLst>
              <a:rect l="0" t="0" r="r" b="b"/>
              <a:pathLst>
                <a:path w="209" h="201">
                  <a:moveTo>
                    <a:pt x="171" y="76"/>
                  </a:moveTo>
                  <a:cubicBezTo>
                    <a:pt x="136" y="40"/>
                    <a:pt x="56" y="9"/>
                    <a:pt x="0" y="0"/>
                  </a:cubicBezTo>
                  <a:cubicBezTo>
                    <a:pt x="12" y="36"/>
                    <a:pt x="37" y="133"/>
                    <a:pt x="73" y="165"/>
                  </a:cubicBezTo>
                  <a:cubicBezTo>
                    <a:pt x="110" y="198"/>
                    <a:pt x="150" y="201"/>
                    <a:pt x="196" y="189"/>
                  </a:cubicBezTo>
                  <a:cubicBezTo>
                    <a:pt x="202" y="187"/>
                    <a:pt x="207" y="182"/>
                    <a:pt x="207" y="176"/>
                  </a:cubicBezTo>
                  <a:cubicBezTo>
                    <a:pt x="209" y="139"/>
                    <a:pt x="202" y="108"/>
                    <a:pt x="171" y="7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6" name="Freeform: Shape 75">
              <a:extLst>
                <a:ext uri="{FF2B5EF4-FFF2-40B4-BE49-F238E27FC236}">
                  <a16:creationId xmlns:a16="http://schemas.microsoft.com/office/drawing/2014/main" id="{AD959958-83AB-E52C-CAD7-9889E6D39B66}"/>
                </a:ext>
              </a:extLst>
            </p:cNvPr>
            <p:cNvSpPr>
              <a:spLocks/>
            </p:cNvSpPr>
            <p:nvPr/>
          </p:nvSpPr>
          <p:spPr bwMode="auto">
            <a:xfrm>
              <a:off x="9916287" y="0"/>
              <a:ext cx="447759" cy="240954"/>
            </a:xfrm>
            <a:custGeom>
              <a:avLst/>
              <a:gdLst>
                <a:gd name="connsiteX0" fmla="*/ 0 w 447759"/>
                <a:gd name="connsiteY0" fmla="*/ 0 h 240954"/>
                <a:gd name="connsiteX1" fmla="*/ 414433 w 447759"/>
                <a:gd name="connsiteY1" fmla="*/ 0 h 240954"/>
                <a:gd name="connsiteX2" fmla="*/ 420771 w 447759"/>
                <a:gd name="connsiteY2" fmla="*/ 9983 h 240954"/>
                <a:gd name="connsiteX3" fmla="*/ 441191 w 447759"/>
                <a:gd name="connsiteY3" fmla="*/ 210080 h 240954"/>
                <a:gd name="connsiteX4" fmla="*/ 409316 w 447759"/>
                <a:gd name="connsiteY4" fmla="*/ 238327 h 240954"/>
                <a:gd name="connsiteX5" fmla="*/ 55157 w 447759"/>
                <a:gd name="connsiteY5" fmla="*/ 100625 h 240954"/>
                <a:gd name="connsiteX6" fmla="*/ 10942 w 447759"/>
                <a:gd name="connsiteY6" fmla="*/ 26313 h 240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7759" h="240954">
                  <a:moveTo>
                    <a:pt x="0" y="0"/>
                  </a:moveTo>
                  <a:lnTo>
                    <a:pt x="414433" y="0"/>
                  </a:lnTo>
                  <a:lnTo>
                    <a:pt x="420771" y="9983"/>
                  </a:lnTo>
                  <a:cubicBezTo>
                    <a:pt x="452479" y="75689"/>
                    <a:pt x="451816" y="135933"/>
                    <a:pt x="441191" y="210080"/>
                  </a:cubicBezTo>
                  <a:cubicBezTo>
                    <a:pt x="437649" y="227734"/>
                    <a:pt x="427024" y="238327"/>
                    <a:pt x="409316" y="238327"/>
                  </a:cubicBezTo>
                  <a:cubicBezTo>
                    <a:pt x="249945" y="252450"/>
                    <a:pt x="133072" y="210080"/>
                    <a:pt x="55157" y="100625"/>
                  </a:cubicBezTo>
                  <a:cubicBezTo>
                    <a:pt x="40991" y="81206"/>
                    <a:pt x="25717" y="55828"/>
                    <a:pt x="10942" y="263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77" name="Freeform 49">
              <a:extLst>
                <a:ext uri="{FF2B5EF4-FFF2-40B4-BE49-F238E27FC236}">
                  <a16:creationId xmlns:a16="http://schemas.microsoft.com/office/drawing/2014/main" id="{3C7C372C-D3C8-B535-4E52-E83E7E0938B5}"/>
                </a:ext>
              </a:extLst>
            </p:cNvPr>
            <p:cNvSpPr>
              <a:spLocks/>
            </p:cNvSpPr>
            <p:nvPr/>
          </p:nvSpPr>
          <p:spPr bwMode="auto">
            <a:xfrm>
              <a:off x="9312053" y="2850903"/>
              <a:ext cx="1255919" cy="629403"/>
            </a:xfrm>
            <a:custGeom>
              <a:avLst/>
              <a:gdLst>
                <a:gd name="T0" fmla="*/ 212 w 356"/>
                <a:gd name="T1" fmla="*/ 174 h 179"/>
                <a:gd name="T2" fmla="*/ 0 w 356"/>
                <a:gd name="T3" fmla="*/ 110 h 179"/>
                <a:gd name="T4" fmla="*/ 171 w 356"/>
                <a:gd name="T5" fmla="*/ 10 h 179"/>
                <a:gd name="T6" fmla="*/ 352 w 356"/>
                <a:gd name="T7" fmla="*/ 91 h 179"/>
                <a:gd name="T8" fmla="*/ 350 w 356"/>
                <a:gd name="T9" fmla="*/ 110 h 179"/>
                <a:gd name="T10" fmla="*/ 212 w 356"/>
                <a:gd name="T11" fmla="*/ 174 h 179"/>
              </a:gdLst>
              <a:ahLst/>
              <a:cxnLst>
                <a:cxn ang="0">
                  <a:pos x="T0" y="T1"/>
                </a:cxn>
                <a:cxn ang="0">
                  <a:pos x="T2" y="T3"/>
                </a:cxn>
                <a:cxn ang="0">
                  <a:pos x="T4" y="T5"/>
                </a:cxn>
                <a:cxn ang="0">
                  <a:pos x="T6" y="T7"/>
                </a:cxn>
                <a:cxn ang="0">
                  <a:pos x="T8" y="T9"/>
                </a:cxn>
                <a:cxn ang="0">
                  <a:pos x="T10" y="T11"/>
                </a:cxn>
              </a:cxnLst>
              <a:rect l="0" t="0" r="r" b="b"/>
              <a:pathLst>
                <a:path w="356" h="179">
                  <a:moveTo>
                    <a:pt x="212" y="174"/>
                  </a:moveTo>
                  <a:cubicBezTo>
                    <a:pt x="146" y="179"/>
                    <a:pt x="89" y="144"/>
                    <a:pt x="0" y="110"/>
                  </a:cubicBezTo>
                  <a:cubicBezTo>
                    <a:pt x="34" y="72"/>
                    <a:pt x="108" y="20"/>
                    <a:pt x="171" y="10"/>
                  </a:cubicBezTo>
                  <a:cubicBezTo>
                    <a:pt x="236" y="0"/>
                    <a:pt x="316" y="34"/>
                    <a:pt x="352" y="91"/>
                  </a:cubicBezTo>
                  <a:cubicBezTo>
                    <a:pt x="356" y="97"/>
                    <a:pt x="355" y="104"/>
                    <a:pt x="350" y="110"/>
                  </a:cubicBezTo>
                  <a:cubicBezTo>
                    <a:pt x="316" y="144"/>
                    <a:pt x="271" y="170"/>
                    <a:pt x="212" y="1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8" name="Freeform: Shape 77">
              <a:extLst>
                <a:ext uri="{FF2B5EF4-FFF2-40B4-BE49-F238E27FC236}">
                  <a16:creationId xmlns:a16="http://schemas.microsoft.com/office/drawing/2014/main" id="{506DF94C-8ACF-1597-C380-AE5C5A57D9CE}"/>
                </a:ext>
              </a:extLst>
            </p:cNvPr>
            <p:cNvSpPr>
              <a:spLocks/>
            </p:cNvSpPr>
            <p:nvPr/>
          </p:nvSpPr>
          <p:spPr bwMode="auto">
            <a:xfrm>
              <a:off x="10881967" y="0"/>
              <a:ext cx="535486" cy="509022"/>
            </a:xfrm>
            <a:custGeom>
              <a:avLst/>
              <a:gdLst>
                <a:gd name="connsiteX0" fmla="*/ 0 w 535486"/>
                <a:gd name="connsiteY0" fmla="*/ 0 h 509022"/>
                <a:gd name="connsiteX1" fmla="*/ 299950 w 535486"/>
                <a:gd name="connsiteY1" fmla="*/ 0 h 509022"/>
                <a:gd name="connsiteX2" fmla="*/ 371512 w 535486"/>
                <a:gd name="connsiteY2" fmla="*/ 46406 h 509022"/>
                <a:gd name="connsiteX3" fmla="*/ 451269 w 535486"/>
                <a:gd name="connsiteY3" fmla="*/ 128855 h 509022"/>
                <a:gd name="connsiteX4" fmla="*/ 528768 w 535486"/>
                <a:gd name="connsiteY4" fmla="*/ 473371 h 509022"/>
                <a:gd name="connsiteX5" fmla="*/ 497064 w 535486"/>
                <a:gd name="connsiteY5" fmla="*/ 505010 h 509022"/>
                <a:gd name="connsiteX6" fmla="*/ 70816 w 535486"/>
                <a:gd name="connsiteY6" fmla="*/ 308144 h 509022"/>
                <a:gd name="connsiteX7" fmla="*/ 3444 w 535486"/>
                <a:gd name="connsiteY7" fmla="*/ 77002 h 509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5486" h="509022">
                  <a:moveTo>
                    <a:pt x="0" y="0"/>
                  </a:moveTo>
                  <a:lnTo>
                    <a:pt x="299950" y="0"/>
                  </a:lnTo>
                  <a:lnTo>
                    <a:pt x="371512" y="46406"/>
                  </a:lnTo>
                  <a:cubicBezTo>
                    <a:pt x="401731" y="70410"/>
                    <a:pt x="428371" y="97216"/>
                    <a:pt x="451269" y="128855"/>
                  </a:cubicBezTo>
                  <a:cubicBezTo>
                    <a:pt x="532291" y="237834"/>
                    <a:pt x="546382" y="357360"/>
                    <a:pt x="528768" y="473371"/>
                  </a:cubicBezTo>
                  <a:cubicBezTo>
                    <a:pt x="528768" y="490948"/>
                    <a:pt x="514678" y="501494"/>
                    <a:pt x="497064" y="505010"/>
                  </a:cubicBezTo>
                  <a:cubicBezTo>
                    <a:pt x="331497" y="529618"/>
                    <a:pt x="148316" y="438216"/>
                    <a:pt x="70816" y="308144"/>
                  </a:cubicBezTo>
                  <a:cubicBezTo>
                    <a:pt x="33828" y="244865"/>
                    <a:pt x="12691" y="160494"/>
                    <a:pt x="3444" y="770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79" name="Freeform 58">
              <a:extLst>
                <a:ext uri="{FF2B5EF4-FFF2-40B4-BE49-F238E27FC236}">
                  <a16:creationId xmlns:a16="http://schemas.microsoft.com/office/drawing/2014/main" id="{023706BA-4DA3-8793-D545-87417C42825A}"/>
                </a:ext>
              </a:extLst>
            </p:cNvPr>
            <p:cNvSpPr>
              <a:spLocks/>
            </p:cNvSpPr>
            <p:nvPr/>
          </p:nvSpPr>
          <p:spPr bwMode="auto">
            <a:xfrm>
              <a:off x="8780814" y="177384"/>
              <a:ext cx="799746" cy="733341"/>
            </a:xfrm>
            <a:custGeom>
              <a:avLst/>
              <a:gdLst>
                <a:gd name="T0" fmla="*/ 88 w 227"/>
                <a:gd name="T1" fmla="*/ 178 h 208"/>
                <a:gd name="T2" fmla="*/ 0 w 227"/>
                <a:gd name="T3" fmla="*/ 0 h 208"/>
                <a:gd name="T4" fmla="*/ 190 w 227"/>
                <a:gd name="T5" fmla="*/ 82 h 208"/>
                <a:gd name="T6" fmla="*/ 215 w 227"/>
                <a:gd name="T7" fmla="*/ 192 h 208"/>
                <a:gd name="T8" fmla="*/ 202 w 227"/>
                <a:gd name="T9" fmla="*/ 203 h 208"/>
                <a:gd name="T10" fmla="*/ 88 w 227"/>
                <a:gd name="T11" fmla="*/ 178 h 208"/>
              </a:gdLst>
              <a:ahLst/>
              <a:cxnLst>
                <a:cxn ang="0">
                  <a:pos x="T0" y="T1"/>
                </a:cxn>
                <a:cxn ang="0">
                  <a:pos x="T2" y="T3"/>
                </a:cxn>
                <a:cxn ang="0">
                  <a:pos x="T4" y="T5"/>
                </a:cxn>
                <a:cxn ang="0">
                  <a:pos x="T6" y="T7"/>
                </a:cxn>
                <a:cxn ang="0">
                  <a:pos x="T8" y="T9"/>
                </a:cxn>
                <a:cxn ang="0">
                  <a:pos x="T10" y="T11"/>
                </a:cxn>
              </a:cxnLst>
              <a:rect l="0" t="0" r="r" b="b"/>
              <a:pathLst>
                <a:path w="227" h="208">
                  <a:moveTo>
                    <a:pt x="88" y="178"/>
                  </a:moveTo>
                  <a:cubicBezTo>
                    <a:pt x="23" y="128"/>
                    <a:pt x="7" y="59"/>
                    <a:pt x="0" y="0"/>
                  </a:cubicBezTo>
                  <a:cubicBezTo>
                    <a:pt x="61" y="28"/>
                    <a:pt x="154" y="47"/>
                    <a:pt x="190" y="82"/>
                  </a:cubicBezTo>
                  <a:cubicBezTo>
                    <a:pt x="219" y="109"/>
                    <a:pt x="227" y="155"/>
                    <a:pt x="215" y="192"/>
                  </a:cubicBezTo>
                  <a:cubicBezTo>
                    <a:pt x="213" y="198"/>
                    <a:pt x="208" y="202"/>
                    <a:pt x="202" y="203"/>
                  </a:cubicBezTo>
                  <a:cubicBezTo>
                    <a:pt x="169" y="208"/>
                    <a:pt x="122" y="204"/>
                    <a:pt x="88" y="17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0" name="Freeform 61">
              <a:extLst>
                <a:ext uri="{FF2B5EF4-FFF2-40B4-BE49-F238E27FC236}">
                  <a16:creationId xmlns:a16="http://schemas.microsoft.com/office/drawing/2014/main" id="{2201F48B-FA87-23E0-1F9C-931335E1F1F5}"/>
                </a:ext>
              </a:extLst>
            </p:cNvPr>
            <p:cNvSpPr>
              <a:spLocks/>
            </p:cNvSpPr>
            <p:nvPr/>
          </p:nvSpPr>
          <p:spPr bwMode="auto">
            <a:xfrm>
              <a:off x="10036733" y="4129919"/>
              <a:ext cx="1166417" cy="588983"/>
            </a:xfrm>
            <a:custGeom>
              <a:avLst/>
              <a:gdLst>
                <a:gd name="T0" fmla="*/ 220 w 331"/>
                <a:gd name="T1" fmla="*/ 147 h 167"/>
                <a:gd name="T2" fmla="*/ 0 w 331"/>
                <a:gd name="T3" fmla="*/ 134 h 167"/>
                <a:gd name="T4" fmla="*/ 186 w 331"/>
                <a:gd name="T5" fmla="*/ 11 h 167"/>
                <a:gd name="T6" fmla="*/ 324 w 331"/>
                <a:gd name="T7" fmla="*/ 37 h 167"/>
                <a:gd name="T8" fmla="*/ 329 w 331"/>
                <a:gd name="T9" fmla="*/ 53 h 167"/>
                <a:gd name="T10" fmla="*/ 220 w 331"/>
                <a:gd name="T11" fmla="*/ 147 h 167"/>
              </a:gdLst>
              <a:ahLst/>
              <a:cxnLst>
                <a:cxn ang="0">
                  <a:pos x="T0" y="T1"/>
                </a:cxn>
                <a:cxn ang="0">
                  <a:pos x="T2" y="T3"/>
                </a:cxn>
                <a:cxn ang="0">
                  <a:pos x="T4" y="T5"/>
                </a:cxn>
                <a:cxn ang="0">
                  <a:pos x="T6" y="T7"/>
                </a:cxn>
                <a:cxn ang="0">
                  <a:pos x="T8" y="T9"/>
                </a:cxn>
                <a:cxn ang="0">
                  <a:pos x="T10" y="T11"/>
                </a:cxn>
              </a:cxnLst>
              <a:rect l="0" t="0" r="r" b="b"/>
              <a:pathLst>
                <a:path w="331" h="167">
                  <a:moveTo>
                    <a:pt x="220" y="147"/>
                  </a:moveTo>
                  <a:cubicBezTo>
                    <a:pt x="126" y="167"/>
                    <a:pt x="78" y="146"/>
                    <a:pt x="0" y="134"/>
                  </a:cubicBezTo>
                  <a:cubicBezTo>
                    <a:pt x="61" y="65"/>
                    <a:pt x="108" y="29"/>
                    <a:pt x="186" y="11"/>
                  </a:cubicBezTo>
                  <a:cubicBezTo>
                    <a:pt x="230" y="0"/>
                    <a:pt x="284" y="6"/>
                    <a:pt x="324" y="37"/>
                  </a:cubicBezTo>
                  <a:cubicBezTo>
                    <a:pt x="329" y="41"/>
                    <a:pt x="331" y="47"/>
                    <a:pt x="329" y="53"/>
                  </a:cubicBezTo>
                  <a:cubicBezTo>
                    <a:pt x="316" y="92"/>
                    <a:pt x="277" y="134"/>
                    <a:pt x="220" y="14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1" name="Freeform 62">
              <a:extLst>
                <a:ext uri="{FF2B5EF4-FFF2-40B4-BE49-F238E27FC236}">
                  <a16:creationId xmlns:a16="http://schemas.microsoft.com/office/drawing/2014/main" id="{7A8A9104-1F54-1ED4-18E9-488BDB9CE5F7}"/>
                </a:ext>
              </a:extLst>
            </p:cNvPr>
            <p:cNvSpPr>
              <a:spLocks/>
            </p:cNvSpPr>
            <p:nvPr/>
          </p:nvSpPr>
          <p:spPr bwMode="auto">
            <a:xfrm>
              <a:off x="10772961" y="2943292"/>
              <a:ext cx="1140432" cy="537014"/>
            </a:xfrm>
            <a:custGeom>
              <a:avLst/>
              <a:gdLst>
                <a:gd name="T0" fmla="*/ 183 w 324"/>
                <a:gd name="T1" fmla="*/ 147 h 153"/>
                <a:gd name="T2" fmla="*/ 0 w 324"/>
                <a:gd name="T3" fmla="*/ 22 h 153"/>
                <a:gd name="T4" fmla="*/ 204 w 324"/>
                <a:gd name="T5" fmla="*/ 6 h 153"/>
                <a:gd name="T6" fmla="*/ 319 w 324"/>
                <a:gd name="T7" fmla="*/ 77 h 153"/>
                <a:gd name="T8" fmla="*/ 318 w 324"/>
                <a:gd name="T9" fmla="*/ 99 h 153"/>
                <a:gd name="T10" fmla="*/ 183 w 324"/>
                <a:gd name="T11" fmla="*/ 147 h 153"/>
              </a:gdLst>
              <a:ahLst/>
              <a:cxnLst>
                <a:cxn ang="0">
                  <a:pos x="T0" y="T1"/>
                </a:cxn>
                <a:cxn ang="0">
                  <a:pos x="T2" y="T3"/>
                </a:cxn>
                <a:cxn ang="0">
                  <a:pos x="T4" y="T5"/>
                </a:cxn>
                <a:cxn ang="0">
                  <a:pos x="T6" y="T7"/>
                </a:cxn>
                <a:cxn ang="0">
                  <a:pos x="T8" y="T9"/>
                </a:cxn>
                <a:cxn ang="0">
                  <a:pos x="T10" y="T11"/>
                </a:cxn>
              </a:cxnLst>
              <a:rect l="0" t="0" r="r" b="b"/>
              <a:pathLst>
                <a:path w="324" h="153">
                  <a:moveTo>
                    <a:pt x="183" y="147"/>
                  </a:moveTo>
                  <a:cubicBezTo>
                    <a:pt x="129" y="141"/>
                    <a:pt x="45" y="83"/>
                    <a:pt x="0" y="22"/>
                  </a:cubicBezTo>
                  <a:cubicBezTo>
                    <a:pt x="85" y="14"/>
                    <a:pt x="140" y="0"/>
                    <a:pt x="204" y="6"/>
                  </a:cubicBezTo>
                  <a:cubicBezTo>
                    <a:pt x="256" y="12"/>
                    <a:pt x="293" y="39"/>
                    <a:pt x="319" y="77"/>
                  </a:cubicBezTo>
                  <a:cubicBezTo>
                    <a:pt x="324" y="84"/>
                    <a:pt x="323" y="93"/>
                    <a:pt x="318" y="99"/>
                  </a:cubicBezTo>
                  <a:cubicBezTo>
                    <a:pt x="291" y="130"/>
                    <a:pt x="237" y="153"/>
                    <a:pt x="183" y="14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2" name="Freeform 63">
              <a:extLst>
                <a:ext uri="{FF2B5EF4-FFF2-40B4-BE49-F238E27FC236}">
                  <a16:creationId xmlns:a16="http://schemas.microsoft.com/office/drawing/2014/main" id="{4983A667-EEDB-9A27-192B-91A1390EC9F5}"/>
                </a:ext>
              </a:extLst>
            </p:cNvPr>
            <p:cNvSpPr>
              <a:spLocks/>
            </p:cNvSpPr>
            <p:nvPr/>
          </p:nvSpPr>
          <p:spPr bwMode="auto">
            <a:xfrm>
              <a:off x="8073457" y="3428337"/>
              <a:ext cx="1362744" cy="528352"/>
            </a:xfrm>
            <a:custGeom>
              <a:avLst/>
              <a:gdLst>
                <a:gd name="T0" fmla="*/ 244 w 387"/>
                <a:gd name="T1" fmla="*/ 140 h 150"/>
                <a:gd name="T2" fmla="*/ 0 w 387"/>
                <a:gd name="T3" fmla="*/ 81 h 150"/>
                <a:gd name="T4" fmla="*/ 244 w 387"/>
                <a:gd name="T5" fmla="*/ 3 h 150"/>
                <a:gd name="T6" fmla="*/ 380 w 387"/>
                <a:gd name="T7" fmla="*/ 49 h 150"/>
                <a:gd name="T8" fmla="*/ 382 w 387"/>
                <a:gd name="T9" fmla="*/ 71 h 150"/>
                <a:gd name="T10" fmla="*/ 244 w 387"/>
                <a:gd name="T11" fmla="*/ 140 h 150"/>
              </a:gdLst>
              <a:ahLst/>
              <a:cxnLst>
                <a:cxn ang="0">
                  <a:pos x="T0" y="T1"/>
                </a:cxn>
                <a:cxn ang="0">
                  <a:pos x="T2" y="T3"/>
                </a:cxn>
                <a:cxn ang="0">
                  <a:pos x="T4" y="T5"/>
                </a:cxn>
                <a:cxn ang="0">
                  <a:pos x="T6" y="T7"/>
                </a:cxn>
                <a:cxn ang="0">
                  <a:pos x="T8" y="T9"/>
                </a:cxn>
                <a:cxn ang="0">
                  <a:pos x="T10" y="T11"/>
                </a:cxn>
              </a:cxnLst>
              <a:rect l="0" t="0" r="r" b="b"/>
              <a:pathLst>
                <a:path w="387" h="150">
                  <a:moveTo>
                    <a:pt x="244" y="140"/>
                  </a:moveTo>
                  <a:cubicBezTo>
                    <a:pt x="143" y="150"/>
                    <a:pt x="64" y="123"/>
                    <a:pt x="0" y="81"/>
                  </a:cubicBezTo>
                  <a:cubicBezTo>
                    <a:pt x="90" y="59"/>
                    <a:pt x="173" y="8"/>
                    <a:pt x="244" y="3"/>
                  </a:cubicBezTo>
                  <a:cubicBezTo>
                    <a:pt x="301" y="0"/>
                    <a:pt x="346" y="16"/>
                    <a:pt x="380" y="49"/>
                  </a:cubicBezTo>
                  <a:cubicBezTo>
                    <a:pt x="386" y="55"/>
                    <a:pt x="387" y="64"/>
                    <a:pt x="382" y="71"/>
                  </a:cubicBezTo>
                  <a:cubicBezTo>
                    <a:pt x="358" y="105"/>
                    <a:pt x="303" y="134"/>
                    <a:pt x="244" y="14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3" name="Freeform: Shape 82">
              <a:extLst>
                <a:ext uri="{FF2B5EF4-FFF2-40B4-BE49-F238E27FC236}">
                  <a16:creationId xmlns:a16="http://schemas.microsoft.com/office/drawing/2014/main" id="{9A94C4DD-50FB-F47E-BB39-401510F17418}"/>
                </a:ext>
              </a:extLst>
            </p:cNvPr>
            <p:cNvSpPr>
              <a:spLocks/>
            </p:cNvSpPr>
            <p:nvPr/>
          </p:nvSpPr>
          <p:spPr bwMode="auto">
            <a:xfrm>
              <a:off x="11985398" y="1615194"/>
              <a:ext cx="206602" cy="811211"/>
            </a:xfrm>
            <a:custGeom>
              <a:avLst/>
              <a:gdLst>
                <a:gd name="connsiteX0" fmla="*/ 3359 w 206602"/>
                <a:gd name="connsiteY0" fmla="*/ 0 h 811211"/>
                <a:gd name="connsiteX1" fmla="*/ 199109 w 206602"/>
                <a:gd name="connsiteY1" fmla="*/ 140286 h 811211"/>
                <a:gd name="connsiteX2" fmla="*/ 206602 w 206602"/>
                <a:gd name="connsiteY2" fmla="*/ 143814 h 811211"/>
                <a:gd name="connsiteX3" fmla="*/ 206602 w 206602"/>
                <a:gd name="connsiteY3" fmla="*/ 811211 h 811211"/>
                <a:gd name="connsiteX4" fmla="*/ 148671 w 206602"/>
                <a:gd name="connsiteY4" fmla="*/ 736790 h 811211"/>
                <a:gd name="connsiteX5" fmla="*/ 3359 w 206602"/>
                <a:gd name="connsiteY5" fmla="*/ 0 h 811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6602" h="811211">
                  <a:moveTo>
                    <a:pt x="3359" y="0"/>
                  </a:moveTo>
                  <a:cubicBezTo>
                    <a:pt x="68554" y="59809"/>
                    <a:pt x="134189" y="104225"/>
                    <a:pt x="199109" y="140286"/>
                  </a:cubicBezTo>
                  <a:lnTo>
                    <a:pt x="206602" y="143814"/>
                  </a:lnTo>
                  <a:lnTo>
                    <a:pt x="206602" y="811211"/>
                  </a:lnTo>
                  <a:lnTo>
                    <a:pt x="148671" y="736790"/>
                  </a:lnTo>
                  <a:cubicBezTo>
                    <a:pt x="23788" y="551799"/>
                    <a:pt x="-12058" y="310916"/>
                    <a:pt x="335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84" name="Freeform 65">
              <a:extLst>
                <a:ext uri="{FF2B5EF4-FFF2-40B4-BE49-F238E27FC236}">
                  <a16:creationId xmlns:a16="http://schemas.microsoft.com/office/drawing/2014/main" id="{D3519D9C-C859-C616-F95B-874DCC46DC86}"/>
                </a:ext>
              </a:extLst>
            </p:cNvPr>
            <p:cNvSpPr>
              <a:spLocks/>
            </p:cNvSpPr>
            <p:nvPr/>
          </p:nvSpPr>
          <p:spPr bwMode="auto">
            <a:xfrm>
              <a:off x="9805759" y="5140429"/>
              <a:ext cx="1065366" cy="742003"/>
            </a:xfrm>
            <a:custGeom>
              <a:avLst/>
              <a:gdLst>
                <a:gd name="T0" fmla="*/ 209 w 302"/>
                <a:gd name="T1" fmla="*/ 172 h 211"/>
                <a:gd name="T2" fmla="*/ 0 w 302"/>
                <a:gd name="T3" fmla="*/ 179 h 211"/>
                <a:gd name="T4" fmla="*/ 137 w 302"/>
                <a:gd name="T5" fmla="*/ 30 h 211"/>
                <a:gd name="T6" fmla="*/ 293 w 302"/>
                <a:gd name="T7" fmla="*/ 21 h 211"/>
                <a:gd name="T8" fmla="*/ 302 w 302"/>
                <a:gd name="T9" fmla="*/ 35 h 211"/>
                <a:gd name="T10" fmla="*/ 209 w 302"/>
                <a:gd name="T11" fmla="*/ 172 h 211"/>
              </a:gdLst>
              <a:ahLst/>
              <a:cxnLst>
                <a:cxn ang="0">
                  <a:pos x="T0" y="T1"/>
                </a:cxn>
                <a:cxn ang="0">
                  <a:pos x="T2" y="T3"/>
                </a:cxn>
                <a:cxn ang="0">
                  <a:pos x="T4" y="T5"/>
                </a:cxn>
                <a:cxn ang="0">
                  <a:pos x="T6" y="T7"/>
                </a:cxn>
                <a:cxn ang="0">
                  <a:pos x="T8" y="T9"/>
                </a:cxn>
                <a:cxn ang="0">
                  <a:pos x="T10" y="T11"/>
                </a:cxn>
              </a:cxnLst>
              <a:rect l="0" t="0" r="r" b="b"/>
              <a:pathLst>
                <a:path w="302" h="211">
                  <a:moveTo>
                    <a:pt x="209" y="172"/>
                  </a:moveTo>
                  <a:cubicBezTo>
                    <a:pt x="156" y="202"/>
                    <a:pt x="79" y="211"/>
                    <a:pt x="0" y="179"/>
                  </a:cubicBezTo>
                  <a:cubicBezTo>
                    <a:pt x="56" y="125"/>
                    <a:pt x="74" y="66"/>
                    <a:pt x="137" y="30"/>
                  </a:cubicBezTo>
                  <a:cubicBezTo>
                    <a:pt x="190" y="0"/>
                    <a:pt x="244" y="2"/>
                    <a:pt x="293" y="21"/>
                  </a:cubicBezTo>
                  <a:cubicBezTo>
                    <a:pt x="299" y="24"/>
                    <a:pt x="302" y="29"/>
                    <a:pt x="302" y="35"/>
                  </a:cubicBezTo>
                  <a:cubicBezTo>
                    <a:pt x="299" y="81"/>
                    <a:pt x="264" y="141"/>
                    <a:pt x="209" y="1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5" name="Freeform: Shape 84">
              <a:extLst>
                <a:ext uri="{FF2B5EF4-FFF2-40B4-BE49-F238E27FC236}">
                  <a16:creationId xmlns:a16="http://schemas.microsoft.com/office/drawing/2014/main" id="{2490AD32-0036-4B6A-3376-3106BCA18E78}"/>
                </a:ext>
              </a:extLst>
            </p:cNvPr>
            <p:cNvSpPr>
              <a:spLocks/>
            </p:cNvSpPr>
            <p:nvPr/>
          </p:nvSpPr>
          <p:spPr bwMode="auto">
            <a:xfrm>
              <a:off x="11691081" y="5009197"/>
              <a:ext cx="500919" cy="650530"/>
            </a:xfrm>
            <a:custGeom>
              <a:avLst/>
              <a:gdLst>
                <a:gd name="connsiteX0" fmla="*/ 500919 w 500919"/>
                <a:gd name="connsiteY0" fmla="*/ 0 h 650530"/>
                <a:gd name="connsiteX1" fmla="*/ 500919 w 500919"/>
                <a:gd name="connsiteY1" fmla="*/ 600919 h 650530"/>
                <a:gd name="connsiteX2" fmla="*/ 373878 w 500919"/>
                <a:gd name="connsiteY2" fmla="*/ 638875 h 650530"/>
                <a:gd name="connsiteX3" fmla="*/ 0 w 500919"/>
                <a:gd name="connsiteY3" fmla="*/ 617271 h 650530"/>
                <a:gd name="connsiteX4" fmla="*/ 374320 w 500919"/>
                <a:gd name="connsiteY4" fmla="*/ 74074 h 650530"/>
                <a:gd name="connsiteX5" fmla="*/ 484122 w 500919"/>
                <a:gd name="connsiteY5" fmla="*/ 5293 h 650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0919" h="650530">
                  <a:moveTo>
                    <a:pt x="500919" y="0"/>
                  </a:moveTo>
                  <a:lnTo>
                    <a:pt x="500919" y="600919"/>
                  </a:lnTo>
                  <a:lnTo>
                    <a:pt x="373878" y="638875"/>
                  </a:lnTo>
                  <a:cubicBezTo>
                    <a:pt x="261318" y="658716"/>
                    <a:pt x="134190" y="654307"/>
                    <a:pt x="0" y="617271"/>
                  </a:cubicBezTo>
                  <a:cubicBezTo>
                    <a:pt x="151847" y="409163"/>
                    <a:pt x="236598" y="179892"/>
                    <a:pt x="374320" y="74074"/>
                  </a:cubicBezTo>
                  <a:cubicBezTo>
                    <a:pt x="411399" y="44975"/>
                    <a:pt x="447815" y="22268"/>
                    <a:pt x="484122" y="52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86" name="Freeform 67">
              <a:extLst>
                <a:ext uri="{FF2B5EF4-FFF2-40B4-BE49-F238E27FC236}">
                  <a16:creationId xmlns:a16="http://schemas.microsoft.com/office/drawing/2014/main" id="{2F4491DF-CDE2-30AA-A12E-22E24C23CB54}"/>
                </a:ext>
              </a:extLst>
            </p:cNvPr>
            <p:cNvSpPr>
              <a:spLocks/>
            </p:cNvSpPr>
            <p:nvPr/>
          </p:nvSpPr>
          <p:spPr bwMode="auto">
            <a:xfrm>
              <a:off x="10709443" y="4464831"/>
              <a:ext cx="1345421" cy="695808"/>
            </a:xfrm>
            <a:custGeom>
              <a:avLst/>
              <a:gdLst>
                <a:gd name="T0" fmla="*/ 278 w 382"/>
                <a:gd name="T1" fmla="*/ 174 h 198"/>
                <a:gd name="T2" fmla="*/ 0 w 382"/>
                <a:gd name="T3" fmla="*/ 141 h 198"/>
                <a:gd name="T4" fmla="*/ 218 w 382"/>
                <a:gd name="T5" fmla="*/ 16 h 198"/>
                <a:gd name="T6" fmla="*/ 373 w 382"/>
                <a:gd name="T7" fmla="*/ 29 h 198"/>
                <a:gd name="T8" fmla="*/ 382 w 382"/>
                <a:gd name="T9" fmla="*/ 45 h 198"/>
                <a:gd name="T10" fmla="*/ 278 w 382"/>
                <a:gd name="T11" fmla="*/ 174 h 198"/>
              </a:gdLst>
              <a:ahLst/>
              <a:cxnLst>
                <a:cxn ang="0">
                  <a:pos x="T0" y="T1"/>
                </a:cxn>
                <a:cxn ang="0">
                  <a:pos x="T2" y="T3"/>
                </a:cxn>
                <a:cxn ang="0">
                  <a:pos x="T4" y="T5"/>
                </a:cxn>
                <a:cxn ang="0">
                  <a:pos x="T6" y="T7"/>
                </a:cxn>
                <a:cxn ang="0">
                  <a:pos x="T8" y="T9"/>
                </a:cxn>
                <a:cxn ang="0">
                  <a:pos x="T10" y="T11"/>
                </a:cxn>
              </a:cxnLst>
              <a:rect l="0" t="0" r="r" b="b"/>
              <a:pathLst>
                <a:path w="382" h="198">
                  <a:moveTo>
                    <a:pt x="278" y="174"/>
                  </a:moveTo>
                  <a:cubicBezTo>
                    <a:pt x="223" y="198"/>
                    <a:pt x="75" y="185"/>
                    <a:pt x="0" y="141"/>
                  </a:cubicBezTo>
                  <a:cubicBezTo>
                    <a:pt x="84" y="96"/>
                    <a:pt x="122" y="45"/>
                    <a:pt x="218" y="16"/>
                  </a:cubicBezTo>
                  <a:cubicBezTo>
                    <a:pt x="270" y="0"/>
                    <a:pt x="325" y="2"/>
                    <a:pt x="373" y="29"/>
                  </a:cubicBezTo>
                  <a:cubicBezTo>
                    <a:pt x="379" y="33"/>
                    <a:pt x="382" y="39"/>
                    <a:pt x="382" y="45"/>
                  </a:cubicBezTo>
                  <a:cubicBezTo>
                    <a:pt x="375" y="93"/>
                    <a:pt x="335" y="150"/>
                    <a:pt x="278" y="1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7" name="Freeform: Shape 86">
              <a:extLst>
                <a:ext uri="{FF2B5EF4-FFF2-40B4-BE49-F238E27FC236}">
                  <a16:creationId xmlns:a16="http://schemas.microsoft.com/office/drawing/2014/main" id="{B2471DD7-1744-C21A-0FCE-237F3C7E6755}"/>
                </a:ext>
              </a:extLst>
            </p:cNvPr>
            <p:cNvSpPr>
              <a:spLocks/>
            </p:cNvSpPr>
            <p:nvPr/>
          </p:nvSpPr>
          <p:spPr bwMode="auto">
            <a:xfrm>
              <a:off x="11125196" y="3607911"/>
              <a:ext cx="1066804" cy="678144"/>
            </a:xfrm>
            <a:custGeom>
              <a:avLst/>
              <a:gdLst>
                <a:gd name="connsiteX0" fmla="*/ 797391 w 1066804"/>
                <a:gd name="connsiteY0" fmla="*/ 120 h 678144"/>
                <a:gd name="connsiteX1" fmla="*/ 1039335 w 1066804"/>
                <a:gd name="connsiteY1" fmla="*/ 51462 h 678144"/>
                <a:gd name="connsiteX2" fmla="*/ 1066804 w 1066804"/>
                <a:gd name="connsiteY2" fmla="*/ 66400 h 678144"/>
                <a:gd name="connsiteX3" fmla="*/ 1066804 w 1066804"/>
                <a:gd name="connsiteY3" fmla="*/ 560676 h 678144"/>
                <a:gd name="connsiteX4" fmla="*/ 1025426 w 1066804"/>
                <a:gd name="connsiteY4" fmla="*/ 587437 h 678144"/>
                <a:gd name="connsiteX5" fmla="*/ 770921 w 1066804"/>
                <a:gd name="connsiteY5" fmla="*/ 672267 h 678144"/>
                <a:gd name="connsiteX6" fmla="*/ 0 w 1066804"/>
                <a:gd name="connsiteY6" fmla="*/ 359448 h 678144"/>
                <a:gd name="connsiteX7" fmla="*/ 711078 w 1066804"/>
                <a:gd name="connsiteY7" fmla="*/ 4452 h 678144"/>
                <a:gd name="connsiteX8" fmla="*/ 797391 w 1066804"/>
                <a:gd name="connsiteY8" fmla="*/ 120 h 678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6804" h="678144">
                  <a:moveTo>
                    <a:pt x="797391" y="120"/>
                  </a:moveTo>
                  <a:cubicBezTo>
                    <a:pt x="882742" y="1788"/>
                    <a:pt x="964751" y="20818"/>
                    <a:pt x="1039335" y="51462"/>
                  </a:cubicBezTo>
                  <a:lnTo>
                    <a:pt x="1066804" y="66400"/>
                  </a:lnTo>
                  <a:lnTo>
                    <a:pt x="1066804" y="560676"/>
                  </a:lnTo>
                  <a:lnTo>
                    <a:pt x="1025426" y="587437"/>
                  </a:lnTo>
                  <a:cubicBezTo>
                    <a:pt x="948635" y="630913"/>
                    <a:pt x="862006" y="661722"/>
                    <a:pt x="770921" y="672267"/>
                  </a:cubicBezTo>
                  <a:cubicBezTo>
                    <a:pt x="531548" y="703900"/>
                    <a:pt x="239373" y="609000"/>
                    <a:pt x="0" y="359448"/>
                  </a:cubicBezTo>
                  <a:cubicBezTo>
                    <a:pt x="256974" y="225885"/>
                    <a:pt x="429463" y="39600"/>
                    <a:pt x="711078" y="4452"/>
                  </a:cubicBezTo>
                  <a:cubicBezTo>
                    <a:pt x="740120" y="937"/>
                    <a:pt x="768941" y="-436"/>
                    <a:pt x="797391" y="1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88" name="Freeform 70">
              <a:extLst>
                <a:ext uri="{FF2B5EF4-FFF2-40B4-BE49-F238E27FC236}">
                  <a16:creationId xmlns:a16="http://schemas.microsoft.com/office/drawing/2014/main" id="{3F63CFA2-B578-D3F9-5EC6-A8EE5165A761}"/>
                </a:ext>
              </a:extLst>
            </p:cNvPr>
            <p:cNvSpPr>
              <a:spLocks/>
            </p:cNvSpPr>
            <p:nvPr/>
          </p:nvSpPr>
          <p:spPr bwMode="auto">
            <a:xfrm>
              <a:off x="10051169" y="6000805"/>
              <a:ext cx="978751" cy="739116"/>
            </a:xfrm>
            <a:custGeom>
              <a:avLst/>
              <a:gdLst>
                <a:gd name="T0" fmla="*/ 205 w 278"/>
                <a:gd name="T1" fmla="*/ 160 h 210"/>
                <a:gd name="T2" fmla="*/ 0 w 278"/>
                <a:gd name="T3" fmla="*/ 174 h 210"/>
                <a:gd name="T4" fmla="*/ 129 w 278"/>
                <a:gd name="T5" fmla="*/ 35 h 210"/>
                <a:gd name="T6" fmla="*/ 263 w 278"/>
                <a:gd name="T7" fmla="*/ 20 h 210"/>
                <a:gd name="T8" fmla="*/ 274 w 278"/>
                <a:gd name="T9" fmla="*/ 35 h 210"/>
                <a:gd name="T10" fmla="*/ 205 w 278"/>
                <a:gd name="T11" fmla="*/ 160 h 210"/>
              </a:gdLst>
              <a:ahLst/>
              <a:cxnLst>
                <a:cxn ang="0">
                  <a:pos x="T0" y="T1"/>
                </a:cxn>
                <a:cxn ang="0">
                  <a:pos x="T2" y="T3"/>
                </a:cxn>
                <a:cxn ang="0">
                  <a:pos x="T4" y="T5"/>
                </a:cxn>
                <a:cxn ang="0">
                  <a:pos x="T6" y="T7"/>
                </a:cxn>
                <a:cxn ang="0">
                  <a:pos x="T8" y="T9"/>
                </a:cxn>
                <a:cxn ang="0">
                  <a:pos x="T10" y="T11"/>
                </a:cxn>
              </a:cxnLst>
              <a:rect l="0" t="0" r="r" b="b"/>
              <a:pathLst>
                <a:path w="278" h="210">
                  <a:moveTo>
                    <a:pt x="205" y="160"/>
                  </a:moveTo>
                  <a:cubicBezTo>
                    <a:pt x="162" y="189"/>
                    <a:pt x="85" y="210"/>
                    <a:pt x="0" y="174"/>
                  </a:cubicBezTo>
                  <a:cubicBezTo>
                    <a:pt x="56" y="119"/>
                    <a:pt x="77" y="69"/>
                    <a:pt x="129" y="35"/>
                  </a:cubicBezTo>
                  <a:cubicBezTo>
                    <a:pt x="171" y="7"/>
                    <a:pt x="225" y="0"/>
                    <a:pt x="263" y="20"/>
                  </a:cubicBezTo>
                  <a:cubicBezTo>
                    <a:pt x="269" y="23"/>
                    <a:pt x="273" y="28"/>
                    <a:pt x="274" y="35"/>
                  </a:cubicBezTo>
                  <a:cubicBezTo>
                    <a:pt x="278" y="81"/>
                    <a:pt x="250" y="130"/>
                    <a:pt x="205" y="16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9" name="Freeform 71">
              <a:extLst>
                <a:ext uri="{FF2B5EF4-FFF2-40B4-BE49-F238E27FC236}">
                  <a16:creationId xmlns:a16="http://schemas.microsoft.com/office/drawing/2014/main" id="{FEC2E90F-8A6A-935D-AEF9-D3B05C605C5A}"/>
                </a:ext>
              </a:extLst>
            </p:cNvPr>
            <p:cNvSpPr>
              <a:spLocks/>
            </p:cNvSpPr>
            <p:nvPr/>
          </p:nvSpPr>
          <p:spPr bwMode="auto">
            <a:xfrm>
              <a:off x="9063756" y="1135924"/>
              <a:ext cx="845941" cy="482157"/>
            </a:xfrm>
            <a:custGeom>
              <a:avLst/>
              <a:gdLst>
                <a:gd name="T0" fmla="*/ 151 w 240"/>
                <a:gd name="T1" fmla="*/ 14 h 137"/>
                <a:gd name="T2" fmla="*/ 0 w 240"/>
                <a:gd name="T3" fmla="*/ 24 h 137"/>
                <a:gd name="T4" fmla="*/ 118 w 240"/>
                <a:gd name="T5" fmla="*/ 121 h 137"/>
                <a:gd name="T6" fmla="*/ 229 w 240"/>
                <a:gd name="T7" fmla="*/ 106 h 137"/>
                <a:gd name="T8" fmla="*/ 236 w 240"/>
                <a:gd name="T9" fmla="*/ 84 h 137"/>
                <a:gd name="T10" fmla="*/ 151 w 240"/>
                <a:gd name="T11" fmla="*/ 14 h 137"/>
              </a:gdLst>
              <a:ahLst/>
              <a:cxnLst>
                <a:cxn ang="0">
                  <a:pos x="T0" y="T1"/>
                </a:cxn>
                <a:cxn ang="0">
                  <a:pos x="T2" y="T3"/>
                </a:cxn>
                <a:cxn ang="0">
                  <a:pos x="T4" y="T5"/>
                </a:cxn>
                <a:cxn ang="0">
                  <a:pos x="T6" y="T7"/>
                </a:cxn>
                <a:cxn ang="0">
                  <a:pos x="T8" y="T9"/>
                </a:cxn>
                <a:cxn ang="0">
                  <a:pos x="T10" y="T11"/>
                </a:cxn>
              </a:cxnLst>
              <a:rect l="0" t="0" r="r" b="b"/>
              <a:pathLst>
                <a:path w="240" h="137">
                  <a:moveTo>
                    <a:pt x="151" y="14"/>
                  </a:moveTo>
                  <a:cubicBezTo>
                    <a:pt x="110" y="0"/>
                    <a:pt x="55" y="1"/>
                    <a:pt x="0" y="24"/>
                  </a:cubicBezTo>
                  <a:cubicBezTo>
                    <a:pt x="28" y="62"/>
                    <a:pt x="74" y="105"/>
                    <a:pt x="118" y="121"/>
                  </a:cubicBezTo>
                  <a:cubicBezTo>
                    <a:pt x="160" y="137"/>
                    <a:pt x="198" y="124"/>
                    <a:pt x="229" y="106"/>
                  </a:cubicBezTo>
                  <a:cubicBezTo>
                    <a:pt x="237" y="101"/>
                    <a:pt x="240" y="92"/>
                    <a:pt x="236" y="84"/>
                  </a:cubicBezTo>
                  <a:cubicBezTo>
                    <a:pt x="221" y="57"/>
                    <a:pt x="188" y="28"/>
                    <a:pt x="151" y="1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10" name="Dynamic legal" descr="{&quot;templafy&quot;:{&quot;id&quot;:&quot;bf42e751-e1ee-499d-a1e0-24c8867e2531&quot;}}">
            <a:extLst>
              <a:ext uri="{FF2B5EF4-FFF2-40B4-BE49-F238E27FC236}">
                <a16:creationId xmlns:a16="http://schemas.microsoft.com/office/drawing/2014/main" id="{BA44C268-1404-88E4-1C9A-5E286ED0D67B}"/>
              </a:ext>
            </a:extLst>
          </p:cNvPr>
          <p:cNvSpPr txBox="1"/>
          <p:nvPr userDrawn="1"/>
        </p:nvSpPr>
        <p:spPr>
          <a:xfrm>
            <a:off x="-1588" y="6678000"/>
            <a:ext cx="12193588" cy="180000"/>
          </a:xfrm>
          <a:prstGeom prst="rect">
            <a:avLst/>
          </a:prstGeom>
          <a:solidFill>
            <a:srgbClr val="110081"/>
          </a:solidFill>
          <a:ln>
            <a:noFill/>
          </a:ln>
        </p:spPr>
        <p:txBody>
          <a:bodyPr wrap="square" lIns="0" tIns="0" rIns="0" bIns="0" anchor="ctr" anchorCtr="0">
            <a:noAutofit/>
          </a:bodyPr>
          <a:lstStyle/>
          <a:p>
            <a:pPr algn="ctr"/>
            <a:r>
              <a:rPr lang="en-US" sz="1000" dirty="0">
                <a:solidFill>
                  <a:srgbClr val="FFFFFF"/>
                </a:solidFill>
                <a:latin typeface="Arial Narrow" panose="020B0606020202030204" pitchFamily="34" charset="0"/>
              </a:rPr>
              <a:t>Confidential, unpublished property of Cigna Healthcare. Do not duplicate or distribute. Use and distribution limited solely to authorized personnel. © 2023 Cigna Healthcare</a:t>
            </a:r>
          </a:p>
        </p:txBody>
      </p:sp>
      <p:sp>
        <p:nvSpPr>
          <p:cNvPr id="11" name="Dynmic Internal use only" descr="{&quot;templafy&quot;:{&quot;id&quot;:&quot;c400d1b2-9689-46de-b71b-7f26a17df63c&quot;}}" hidden="1" title="Form.Cigna_Confidentiality.Cigna_healthcareConfidentiality">
            <a:extLst>
              <a:ext uri="{FF2B5EF4-FFF2-40B4-BE49-F238E27FC236}">
                <a16:creationId xmlns:a16="http://schemas.microsoft.com/office/drawing/2014/main" id="{26F73FA1-9D6B-45C6-8E8E-D6C214B921F7}"/>
              </a:ext>
            </a:extLst>
          </p:cNvPr>
          <p:cNvSpPr/>
          <p:nvPr userDrawn="1"/>
        </p:nvSpPr>
        <p:spPr>
          <a:xfrm>
            <a:off x="10859153" y="6678000"/>
            <a:ext cx="973257"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r"/>
            <a:endParaRPr lang="en-US" sz="1000" kern="1200" noProof="0" dirty="0">
              <a:solidFill>
                <a:srgbClr val="FFFFFF"/>
              </a:solidFill>
              <a:latin typeface="Arial Narrow" panose="020B0606020202030204" pitchFamily="34" charset="0"/>
              <a:ea typeface="+mn-ea"/>
              <a:cs typeface="+mn-cs"/>
            </a:endParaRPr>
          </a:p>
        </p:txBody>
      </p:sp>
      <p:pic>
        <p:nvPicPr>
          <p:cNvPr id="3" name="Logo">
            <a:extLst>
              <a:ext uri="{FF2B5EF4-FFF2-40B4-BE49-F238E27FC236}">
                <a16:creationId xmlns:a16="http://schemas.microsoft.com/office/drawing/2014/main" id="{861EB034-F143-7E3F-9946-80073EC41E56}"/>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360000" y="6067943"/>
            <a:ext cx="791999" cy="430177"/>
          </a:xfrm>
          <a:prstGeom prst="rect">
            <a:avLst/>
          </a:prstGeom>
        </p:spPr>
      </p:pic>
      <p:sp>
        <p:nvSpPr>
          <p:cNvPr id="2" name="Title 1"/>
          <p:cNvSpPr>
            <a:spLocks noGrp="1"/>
          </p:cNvSpPr>
          <p:nvPr>
            <p:ph type="ctrTitle" hasCustomPrompt="1"/>
          </p:nvPr>
        </p:nvSpPr>
        <p:spPr bwMode="white">
          <a:xfrm>
            <a:off x="360000" y="720000"/>
            <a:ext cx="5647100" cy="5180400"/>
          </a:xfrm>
        </p:spPr>
        <p:txBody>
          <a:bodyPr lIns="0" tIns="0" rIns="0" bIns="0" anchor="ctr" anchorCtr="0"/>
          <a:lstStyle>
            <a:lvl1pPr algn="l">
              <a:lnSpc>
                <a:spcPct val="90000"/>
              </a:lnSpc>
              <a:defRPr sz="5400" cap="none" baseline="0">
                <a:solidFill>
                  <a:schemeClr val="tx1"/>
                </a:solidFill>
              </a:defRPr>
            </a:lvl1pPr>
          </a:lstStyle>
          <a:p>
            <a:r>
              <a:rPr lang="en-US" noProof="0" dirty="0"/>
              <a:t>Click to add Breaker title</a:t>
            </a:r>
            <a:endParaRPr lang="en-US" dirty="0"/>
          </a:p>
        </p:txBody>
      </p:sp>
      <p:sp>
        <p:nvSpPr>
          <p:cNvPr id="9" name="Slide Number Placeholder 8">
            <a:extLst>
              <a:ext uri="{FF2B5EF4-FFF2-40B4-BE49-F238E27FC236}">
                <a16:creationId xmlns:a16="http://schemas.microsoft.com/office/drawing/2014/main" id="{3291435F-EBA9-9A2E-CA47-D518A47DCEC6}"/>
              </a:ext>
            </a:extLst>
          </p:cNvPr>
          <p:cNvSpPr>
            <a:spLocks noGrp="1"/>
          </p:cNvSpPr>
          <p:nvPr>
            <p:ph type="sldNum" sz="quarter" idx="12"/>
          </p:nvPr>
        </p:nvSpPr>
        <p:spPr bwMode="white"/>
        <p:txBody>
          <a:bodyPr/>
          <a:lstStyle>
            <a:lvl1pPr>
              <a:defRPr>
                <a:solidFill>
                  <a:schemeClr val="tx1"/>
                </a:solidFill>
              </a:defRPr>
            </a:lvl1pPr>
          </a:lstStyle>
          <a:p>
            <a:fld id="{23AA811B-2EBD-4900-905E-5BE206449611}" type="slidenum">
              <a:rPr lang="en-US" smtClean="0"/>
              <a:pPr/>
              <a:t>‹#›</a:t>
            </a:fld>
            <a:endParaRPr lang="en-US" dirty="0"/>
          </a:p>
        </p:txBody>
      </p:sp>
    </p:spTree>
    <p:extLst>
      <p:ext uri="{BB962C8B-B14F-4D97-AF65-F5344CB8AC3E}">
        <p14:creationId xmlns:p14="http://schemas.microsoft.com/office/powerpoint/2010/main" val="308008219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453" userDrawn="1">
          <p15:clr>
            <a:srgbClr val="A4A3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 Breaker">
    <p:bg>
      <p:bgPr>
        <a:solidFill>
          <a:schemeClr val="bg2"/>
        </a:solidFill>
        <a:effectLst/>
      </p:bgPr>
    </p:bg>
    <p:spTree>
      <p:nvGrpSpPr>
        <p:cNvPr id="1" name=""/>
        <p:cNvGrpSpPr/>
        <p:nvPr/>
      </p:nvGrpSpPr>
      <p:grpSpPr>
        <a:xfrm>
          <a:off x="0" y="0"/>
          <a:ext cx="0" cy="0"/>
          <a:chOff x="0" y="0"/>
          <a:chExt cx="0" cy="0"/>
        </a:xfrm>
      </p:grpSpPr>
      <p:sp>
        <p:nvSpPr>
          <p:cNvPr id="7" name="Background"/>
          <p:cNvSpPr/>
          <p:nvPr userDrawn="1"/>
        </p:nvSpPr>
        <p:spPr>
          <a:xfrm>
            <a:off x="0" y="0"/>
            <a:ext cx="12193200" cy="6858000"/>
          </a:xfrm>
          <a:prstGeom prst="rect">
            <a:avLst/>
          </a:prstGeom>
          <a:solidFill>
            <a:srgbClr val="FF4D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noProof="0" dirty="0" err="1">
              <a:solidFill>
                <a:schemeClr val="tx1"/>
              </a:solidFill>
            </a:endParaRPr>
          </a:p>
        </p:txBody>
      </p:sp>
      <p:grpSp>
        <p:nvGrpSpPr>
          <p:cNvPr id="4" name="Group 3">
            <a:extLst>
              <a:ext uri="{FF2B5EF4-FFF2-40B4-BE49-F238E27FC236}">
                <a16:creationId xmlns:a16="http://schemas.microsoft.com/office/drawing/2014/main" id="{2DCFE0B5-E689-B247-4487-E082091B1DA5}"/>
              </a:ext>
            </a:extLst>
          </p:cNvPr>
          <p:cNvGrpSpPr/>
          <p:nvPr userDrawn="1"/>
        </p:nvGrpSpPr>
        <p:grpSpPr>
          <a:xfrm>
            <a:off x="8073457" y="0"/>
            <a:ext cx="4118544" cy="6858000"/>
            <a:chOff x="8073457" y="0"/>
            <a:chExt cx="4118544" cy="6858000"/>
          </a:xfrm>
          <a:solidFill>
            <a:srgbClr val="FAA163"/>
          </a:solidFill>
        </p:grpSpPr>
        <p:sp>
          <p:nvSpPr>
            <p:cNvPr id="8" name="Freeform: Shape 7">
              <a:extLst>
                <a:ext uri="{FF2B5EF4-FFF2-40B4-BE49-F238E27FC236}">
                  <a16:creationId xmlns:a16="http://schemas.microsoft.com/office/drawing/2014/main" id="{06EA70ED-0DD1-4363-CDC3-711BF969B001}"/>
                </a:ext>
              </a:extLst>
            </p:cNvPr>
            <p:cNvSpPr>
              <a:spLocks/>
            </p:cNvSpPr>
            <p:nvPr/>
          </p:nvSpPr>
          <p:spPr bwMode="auto">
            <a:xfrm>
              <a:off x="11974024" y="2852234"/>
              <a:ext cx="217976" cy="482903"/>
            </a:xfrm>
            <a:custGeom>
              <a:avLst/>
              <a:gdLst>
                <a:gd name="connsiteX0" fmla="*/ 217976 w 217976"/>
                <a:gd name="connsiteY0" fmla="*/ 0 h 482903"/>
                <a:gd name="connsiteX1" fmla="*/ 217976 w 217976"/>
                <a:gd name="connsiteY1" fmla="*/ 482903 h 482903"/>
                <a:gd name="connsiteX2" fmla="*/ 195802 w 217976"/>
                <a:gd name="connsiteY2" fmla="*/ 458194 h 482903"/>
                <a:gd name="connsiteX3" fmla="*/ 0 w 217976"/>
                <a:gd name="connsiteY3" fmla="*/ 66430 h 482903"/>
                <a:gd name="connsiteX4" fmla="*/ 209032 w 217976"/>
                <a:gd name="connsiteY4" fmla="*/ 843 h 4829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976" h="482903">
                  <a:moveTo>
                    <a:pt x="217976" y="0"/>
                  </a:moveTo>
                  <a:lnTo>
                    <a:pt x="217976" y="482903"/>
                  </a:lnTo>
                  <a:lnTo>
                    <a:pt x="195802" y="458194"/>
                  </a:lnTo>
                  <a:cubicBezTo>
                    <a:pt x="103193" y="342866"/>
                    <a:pt x="37044" y="209050"/>
                    <a:pt x="0" y="66430"/>
                  </a:cubicBezTo>
                  <a:cubicBezTo>
                    <a:pt x="67031" y="37378"/>
                    <a:pt x="137150" y="15369"/>
                    <a:pt x="209032" y="8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51" name="Freeform 6">
              <a:extLst>
                <a:ext uri="{FF2B5EF4-FFF2-40B4-BE49-F238E27FC236}">
                  <a16:creationId xmlns:a16="http://schemas.microsoft.com/office/drawing/2014/main" id="{97B2B0A6-39C3-03D6-702E-571B6F96F0CD}"/>
                </a:ext>
              </a:extLst>
            </p:cNvPr>
            <p:cNvSpPr>
              <a:spLocks/>
            </p:cNvSpPr>
            <p:nvPr/>
          </p:nvSpPr>
          <p:spPr bwMode="auto">
            <a:xfrm>
              <a:off x="9987651" y="2322551"/>
              <a:ext cx="990299" cy="565885"/>
            </a:xfrm>
            <a:custGeom>
              <a:avLst/>
              <a:gdLst>
                <a:gd name="T0" fmla="*/ 123 w 281"/>
                <a:gd name="T1" fmla="*/ 146 h 161"/>
                <a:gd name="T2" fmla="*/ 0 w 281"/>
                <a:gd name="T3" fmla="*/ 42 h 161"/>
                <a:gd name="T4" fmla="*/ 158 w 281"/>
                <a:gd name="T5" fmla="*/ 15 h 161"/>
                <a:gd name="T6" fmla="*/ 281 w 281"/>
                <a:gd name="T7" fmla="*/ 119 h 161"/>
                <a:gd name="T8" fmla="*/ 123 w 281"/>
                <a:gd name="T9" fmla="*/ 146 h 161"/>
              </a:gdLst>
              <a:ahLst/>
              <a:cxnLst>
                <a:cxn ang="0">
                  <a:pos x="T0" y="T1"/>
                </a:cxn>
                <a:cxn ang="0">
                  <a:pos x="T2" y="T3"/>
                </a:cxn>
                <a:cxn ang="0">
                  <a:pos x="T4" y="T5"/>
                </a:cxn>
                <a:cxn ang="0">
                  <a:pos x="T6" y="T7"/>
                </a:cxn>
                <a:cxn ang="0">
                  <a:pos x="T8" y="T9"/>
                </a:cxn>
              </a:cxnLst>
              <a:rect l="0" t="0" r="r" b="b"/>
              <a:pathLst>
                <a:path w="281" h="161">
                  <a:moveTo>
                    <a:pt x="123" y="146"/>
                  </a:moveTo>
                  <a:cubicBezTo>
                    <a:pt x="66" y="130"/>
                    <a:pt x="23" y="91"/>
                    <a:pt x="0" y="42"/>
                  </a:cubicBezTo>
                  <a:cubicBezTo>
                    <a:pt x="45" y="11"/>
                    <a:pt x="102" y="0"/>
                    <a:pt x="158" y="15"/>
                  </a:cubicBezTo>
                  <a:cubicBezTo>
                    <a:pt x="215" y="31"/>
                    <a:pt x="258" y="70"/>
                    <a:pt x="281" y="119"/>
                  </a:cubicBezTo>
                  <a:cubicBezTo>
                    <a:pt x="236" y="150"/>
                    <a:pt x="179" y="161"/>
                    <a:pt x="123" y="14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2" name="Freeform 8">
              <a:extLst>
                <a:ext uri="{FF2B5EF4-FFF2-40B4-BE49-F238E27FC236}">
                  <a16:creationId xmlns:a16="http://schemas.microsoft.com/office/drawing/2014/main" id="{8473840E-AD0B-A0CA-BA51-A8A6A5FEF24B}"/>
                </a:ext>
              </a:extLst>
            </p:cNvPr>
            <p:cNvSpPr>
              <a:spLocks/>
            </p:cNvSpPr>
            <p:nvPr/>
          </p:nvSpPr>
          <p:spPr bwMode="auto">
            <a:xfrm>
              <a:off x="9687385" y="4750661"/>
              <a:ext cx="805521" cy="464834"/>
            </a:xfrm>
            <a:custGeom>
              <a:avLst/>
              <a:gdLst>
                <a:gd name="T0" fmla="*/ 130 w 229"/>
                <a:gd name="T1" fmla="*/ 119 h 132"/>
                <a:gd name="T2" fmla="*/ 0 w 229"/>
                <a:gd name="T3" fmla="*/ 99 h 132"/>
                <a:gd name="T4" fmla="*/ 99 w 229"/>
                <a:gd name="T5" fmla="*/ 13 h 132"/>
                <a:gd name="T6" fmla="*/ 229 w 229"/>
                <a:gd name="T7" fmla="*/ 33 h 132"/>
                <a:gd name="T8" fmla="*/ 130 w 229"/>
                <a:gd name="T9" fmla="*/ 119 h 132"/>
              </a:gdLst>
              <a:ahLst/>
              <a:cxnLst>
                <a:cxn ang="0">
                  <a:pos x="T0" y="T1"/>
                </a:cxn>
                <a:cxn ang="0">
                  <a:pos x="T2" y="T3"/>
                </a:cxn>
                <a:cxn ang="0">
                  <a:pos x="T4" y="T5"/>
                </a:cxn>
                <a:cxn ang="0">
                  <a:pos x="T6" y="T7"/>
                </a:cxn>
                <a:cxn ang="0">
                  <a:pos x="T8" y="T9"/>
                </a:cxn>
              </a:cxnLst>
              <a:rect l="0" t="0" r="r" b="b"/>
              <a:pathLst>
                <a:path w="229" h="132">
                  <a:moveTo>
                    <a:pt x="130" y="119"/>
                  </a:moveTo>
                  <a:cubicBezTo>
                    <a:pt x="84" y="132"/>
                    <a:pt x="37" y="123"/>
                    <a:pt x="0" y="99"/>
                  </a:cubicBezTo>
                  <a:cubicBezTo>
                    <a:pt x="18" y="58"/>
                    <a:pt x="53" y="26"/>
                    <a:pt x="99" y="13"/>
                  </a:cubicBezTo>
                  <a:cubicBezTo>
                    <a:pt x="145" y="0"/>
                    <a:pt x="192" y="8"/>
                    <a:pt x="229" y="33"/>
                  </a:cubicBezTo>
                  <a:cubicBezTo>
                    <a:pt x="210" y="73"/>
                    <a:pt x="175" y="106"/>
                    <a:pt x="130" y="11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3" name="Freeform 9">
              <a:extLst>
                <a:ext uri="{FF2B5EF4-FFF2-40B4-BE49-F238E27FC236}">
                  <a16:creationId xmlns:a16="http://schemas.microsoft.com/office/drawing/2014/main" id="{8E1C9BF5-85C1-4DD0-3B1F-590A3F106C10}"/>
                </a:ext>
              </a:extLst>
            </p:cNvPr>
            <p:cNvSpPr>
              <a:spLocks/>
            </p:cNvSpPr>
            <p:nvPr/>
          </p:nvSpPr>
          <p:spPr bwMode="auto">
            <a:xfrm>
              <a:off x="8714409" y="4077950"/>
              <a:ext cx="678485" cy="392655"/>
            </a:xfrm>
            <a:custGeom>
              <a:avLst/>
              <a:gdLst>
                <a:gd name="T0" fmla="*/ 110 w 193"/>
                <a:gd name="T1" fmla="*/ 101 h 112"/>
                <a:gd name="T2" fmla="*/ 0 w 193"/>
                <a:gd name="T3" fmla="*/ 84 h 112"/>
                <a:gd name="T4" fmla="*/ 84 w 193"/>
                <a:gd name="T5" fmla="*/ 12 h 112"/>
                <a:gd name="T6" fmla="*/ 193 w 193"/>
                <a:gd name="T7" fmla="*/ 29 h 112"/>
                <a:gd name="T8" fmla="*/ 110 w 193"/>
                <a:gd name="T9" fmla="*/ 101 h 112"/>
              </a:gdLst>
              <a:ahLst/>
              <a:cxnLst>
                <a:cxn ang="0">
                  <a:pos x="T0" y="T1"/>
                </a:cxn>
                <a:cxn ang="0">
                  <a:pos x="T2" y="T3"/>
                </a:cxn>
                <a:cxn ang="0">
                  <a:pos x="T4" y="T5"/>
                </a:cxn>
                <a:cxn ang="0">
                  <a:pos x="T6" y="T7"/>
                </a:cxn>
                <a:cxn ang="0">
                  <a:pos x="T8" y="T9"/>
                </a:cxn>
              </a:cxnLst>
              <a:rect l="0" t="0" r="r" b="b"/>
              <a:pathLst>
                <a:path w="193" h="112">
                  <a:moveTo>
                    <a:pt x="110" y="101"/>
                  </a:moveTo>
                  <a:cubicBezTo>
                    <a:pt x="71" y="112"/>
                    <a:pt x="31" y="105"/>
                    <a:pt x="0" y="84"/>
                  </a:cubicBezTo>
                  <a:cubicBezTo>
                    <a:pt x="16" y="50"/>
                    <a:pt x="45" y="23"/>
                    <a:pt x="84" y="12"/>
                  </a:cubicBezTo>
                  <a:cubicBezTo>
                    <a:pt x="123" y="0"/>
                    <a:pt x="162" y="8"/>
                    <a:pt x="193" y="29"/>
                  </a:cubicBezTo>
                  <a:cubicBezTo>
                    <a:pt x="178" y="63"/>
                    <a:pt x="148" y="90"/>
                    <a:pt x="110" y="10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4" name="Freeform 10">
              <a:extLst>
                <a:ext uri="{FF2B5EF4-FFF2-40B4-BE49-F238E27FC236}">
                  <a16:creationId xmlns:a16="http://schemas.microsoft.com/office/drawing/2014/main" id="{22A26164-6662-3487-C801-20B11E38AE61}"/>
                </a:ext>
              </a:extLst>
            </p:cNvPr>
            <p:cNvSpPr>
              <a:spLocks/>
            </p:cNvSpPr>
            <p:nvPr/>
          </p:nvSpPr>
          <p:spPr bwMode="auto">
            <a:xfrm>
              <a:off x="9543027" y="6000805"/>
              <a:ext cx="640952" cy="415752"/>
            </a:xfrm>
            <a:custGeom>
              <a:avLst/>
              <a:gdLst>
                <a:gd name="T0" fmla="*/ 110 w 182"/>
                <a:gd name="T1" fmla="*/ 102 h 118"/>
                <a:gd name="T2" fmla="*/ 0 w 182"/>
                <a:gd name="T3" fmla="*/ 100 h 118"/>
                <a:gd name="T4" fmla="*/ 72 w 182"/>
                <a:gd name="T5" fmla="*/ 17 h 118"/>
                <a:gd name="T6" fmla="*/ 182 w 182"/>
                <a:gd name="T7" fmla="*/ 18 h 118"/>
                <a:gd name="T8" fmla="*/ 110 w 182"/>
                <a:gd name="T9" fmla="*/ 102 h 118"/>
              </a:gdLst>
              <a:ahLst/>
              <a:cxnLst>
                <a:cxn ang="0">
                  <a:pos x="T0" y="T1"/>
                </a:cxn>
                <a:cxn ang="0">
                  <a:pos x="T2" y="T3"/>
                </a:cxn>
                <a:cxn ang="0">
                  <a:pos x="T4" y="T5"/>
                </a:cxn>
                <a:cxn ang="0">
                  <a:pos x="T6" y="T7"/>
                </a:cxn>
                <a:cxn ang="0">
                  <a:pos x="T8" y="T9"/>
                </a:cxn>
              </a:cxnLst>
              <a:rect l="0" t="0" r="r" b="b"/>
              <a:pathLst>
                <a:path w="182" h="118">
                  <a:moveTo>
                    <a:pt x="110" y="102"/>
                  </a:moveTo>
                  <a:cubicBezTo>
                    <a:pt x="73" y="118"/>
                    <a:pt x="33" y="116"/>
                    <a:pt x="0" y="100"/>
                  </a:cubicBezTo>
                  <a:cubicBezTo>
                    <a:pt x="10" y="64"/>
                    <a:pt x="35" y="33"/>
                    <a:pt x="72" y="17"/>
                  </a:cubicBezTo>
                  <a:cubicBezTo>
                    <a:pt x="108" y="0"/>
                    <a:pt x="149" y="2"/>
                    <a:pt x="182" y="18"/>
                  </a:cubicBezTo>
                  <a:cubicBezTo>
                    <a:pt x="172" y="54"/>
                    <a:pt x="147" y="85"/>
                    <a:pt x="110" y="10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5" name="Freeform: Shape 54">
              <a:extLst>
                <a:ext uri="{FF2B5EF4-FFF2-40B4-BE49-F238E27FC236}">
                  <a16:creationId xmlns:a16="http://schemas.microsoft.com/office/drawing/2014/main" id="{8ED95FBA-A6FD-38B7-5D70-E0A3576CD1F4}"/>
                </a:ext>
              </a:extLst>
            </p:cNvPr>
            <p:cNvSpPr>
              <a:spLocks/>
            </p:cNvSpPr>
            <p:nvPr/>
          </p:nvSpPr>
          <p:spPr bwMode="auto">
            <a:xfrm>
              <a:off x="12071238" y="5898747"/>
              <a:ext cx="120762" cy="462955"/>
            </a:xfrm>
            <a:custGeom>
              <a:avLst/>
              <a:gdLst>
                <a:gd name="connsiteX0" fmla="*/ 120762 w 120762"/>
                <a:gd name="connsiteY0" fmla="*/ 0 h 462955"/>
                <a:gd name="connsiteX1" fmla="*/ 120762 w 120762"/>
                <a:gd name="connsiteY1" fmla="*/ 436723 h 462955"/>
                <a:gd name="connsiteX2" fmla="*/ 25972 w 120762"/>
                <a:gd name="connsiteY2" fmla="*/ 462955 h 462955"/>
                <a:gd name="connsiteX3" fmla="*/ 64789 w 120762"/>
                <a:gd name="connsiteY3" fmla="*/ 75607 h 462955"/>
              </a:gdLst>
              <a:ahLst/>
              <a:cxnLst>
                <a:cxn ang="0">
                  <a:pos x="connsiteX0" y="connsiteY0"/>
                </a:cxn>
                <a:cxn ang="0">
                  <a:pos x="connsiteX1" y="connsiteY1"/>
                </a:cxn>
                <a:cxn ang="0">
                  <a:pos x="connsiteX2" y="connsiteY2"/>
                </a:cxn>
                <a:cxn ang="0">
                  <a:pos x="connsiteX3" y="connsiteY3"/>
                </a:cxn>
              </a:cxnLst>
              <a:rect l="l" t="t" r="r" b="b"/>
              <a:pathLst>
                <a:path w="120762" h="462955">
                  <a:moveTo>
                    <a:pt x="120762" y="0"/>
                  </a:moveTo>
                  <a:lnTo>
                    <a:pt x="120762" y="436723"/>
                  </a:lnTo>
                  <a:lnTo>
                    <a:pt x="25972" y="462955"/>
                  </a:lnTo>
                  <a:cubicBezTo>
                    <a:pt x="-16373" y="339708"/>
                    <a:pt x="-9315" y="198854"/>
                    <a:pt x="64789" y="756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56" name="Freeform: Shape 55">
              <a:extLst>
                <a:ext uri="{FF2B5EF4-FFF2-40B4-BE49-F238E27FC236}">
                  <a16:creationId xmlns:a16="http://schemas.microsoft.com/office/drawing/2014/main" id="{18753D9E-D19A-6AAC-4DE5-C54D49CE74A3}"/>
                </a:ext>
              </a:extLst>
            </p:cNvPr>
            <p:cNvSpPr>
              <a:spLocks/>
            </p:cNvSpPr>
            <p:nvPr/>
          </p:nvSpPr>
          <p:spPr bwMode="auto">
            <a:xfrm>
              <a:off x="11618838" y="526731"/>
              <a:ext cx="573162" cy="948907"/>
            </a:xfrm>
            <a:custGeom>
              <a:avLst/>
              <a:gdLst>
                <a:gd name="connsiteX0" fmla="*/ 21176 w 573162"/>
                <a:gd name="connsiteY0" fmla="*/ 0 h 948907"/>
                <a:gd name="connsiteX1" fmla="*/ 496522 w 573162"/>
                <a:gd name="connsiteY1" fmla="*/ 188884 h 948907"/>
                <a:gd name="connsiteX2" fmla="*/ 573162 w 573162"/>
                <a:gd name="connsiteY2" fmla="*/ 269994 h 948907"/>
                <a:gd name="connsiteX3" fmla="*/ 573162 w 573162"/>
                <a:gd name="connsiteY3" fmla="*/ 948907 h 948907"/>
                <a:gd name="connsiteX4" fmla="*/ 431370 w 573162"/>
                <a:gd name="connsiteY4" fmla="*/ 893105 h 948907"/>
                <a:gd name="connsiteX5" fmla="*/ 162166 w 573162"/>
                <a:gd name="connsiteY5" fmla="*/ 664554 h 948907"/>
                <a:gd name="connsiteX6" fmla="*/ 21176 w 573162"/>
                <a:gd name="connsiteY6" fmla="*/ 0 h 948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62" h="948907">
                  <a:moveTo>
                    <a:pt x="21176" y="0"/>
                  </a:moveTo>
                  <a:cubicBezTo>
                    <a:pt x="193008" y="10549"/>
                    <a:pt x="360874" y="74499"/>
                    <a:pt x="496522" y="188884"/>
                  </a:cubicBezTo>
                  <a:lnTo>
                    <a:pt x="573162" y="269994"/>
                  </a:lnTo>
                  <a:lnTo>
                    <a:pt x="573162" y="948907"/>
                  </a:lnTo>
                  <a:lnTo>
                    <a:pt x="431370" y="893105"/>
                  </a:lnTo>
                  <a:cubicBezTo>
                    <a:pt x="328711" y="839483"/>
                    <a:pt x="236186" y="763007"/>
                    <a:pt x="162166" y="664554"/>
                  </a:cubicBezTo>
                  <a:cubicBezTo>
                    <a:pt x="14127" y="467649"/>
                    <a:pt x="-31695" y="225034"/>
                    <a:pt x="211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57" name="Freeform 15">
              <a:extLst>
                <a:ext uri="{FF2B5EF4-FFF2-40B4-BE49-F238E27FC236}">
                  <a16:creationId xmlns:a16="http://schemas.microsoft.com/office/drawing/2014/main" id="{FED6DD19-98E9-6201-BE6C-E23020FC6860}"/>
                </a:ext>
              </a:extLst>
            </p:cNvPr>
            <p:cNvSpPr>
              <a:spLocks/>
            </p:cNvSpPr>
            <p:nvPr/>
          </p:nvSpPr>
          <p:spPr bwMode="auto">
            <a:xfrm>
              <a:off x="8393933" y="1889475"/>
              <a:ext cx="828618" cy="412865"/>
            </a:xfrm>
            <a:custGeom>
              <a:avLst/>
              <a:gdLst>
                <a:gd name="T0" fmla="*/ 113 w 235"/>
                <a:gd name="T1" fmla="*/ 113 h 117"/>
                <a:gd name="T2" fmla="*/ 0 w 235"/>
                <a:gd name="T3" fmla="*/ 48 h 117"/>
                <a:gd name="T4" fmla="*/ 122 w 235"/>
                <a:gd name="T5" fmla="*/ 4 h 117"/>
                <a:gd name="T6" fmla="*/ 235 w 235"/>
                <a:gd name="T7" fmla="*/ 68 h 117"/>
                <a:gd name="T8" fmla="*/ 113 w 235"/>
                <a:gd name="T9" fmla="*/ 113 h 117"/>
              </a:gdLst>
              <a:ahLst/>
              <a:cxnLst>
                <a:cxn ang="0">
                  <a:pos x="T0" y="T1"/>
                </a:cxn>
                <a:cxn ang="0">
                  <a:pos x="T2" y="T3"/>
                </a:cxn>
                <a:cxn ang="0">
                  <a:pos x="T4" y="T5"/>
                </a:cxn>
                <a:cxn ang="0">
                  <a:pos x="T6" y="T7"/>
                </a:cxn>
                <a:cxn ang="0">
                  <a:pos x="T8" y="T9"/>
                </a:cxn>
              </a:cxnLst>
              <a:rect l="0" t="0" r="r" b="b"/>
              <a:pathLst>
                <a:path w="235" h="117">
                  <a:moveTo>
                    <a:pt x="113" y="113"/>
                  </a:moveTo>
                  <a:cubicBezTo>
                    <a:pt x="66" y="109"/>
                    <a:pt x="25" y="84"/>
                    <a:pt x="0" y="48"/>
                  </a:cubicBezTo>
                  <a:cubicBezTo>
                    <a:pt x="31" y="17"/>
                    <a:pt x="75" y="0"/>
                    <a:pt x="122" y="4"/>
                  </a:cubicBezTo>
                  <a:cubicBezTo>
                    <a:pt x="169" y="8"/>
                    <a:pt x="210" y="33"/>
                    <a:pt x="235" y="68"/>
                  </a:cubicBezTo>
                  <a:cubicBezTo>
                    <a:pt x="204" y="99"/>
                    <a:pt x="160" y="117"/>
                    <a:pt x="113" y="11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8" name="Freeform 16">
              <a:extLst>
                <a:ext uri="{FF2B5EF4-FFF2-40B4-BE49-F238E27FC236}">
                  <a16:creationId xmlns:a16="http://schemas.microsoft.com/office/drawing/2014/main" id="{C4BC9A37-1226-E7F0-5658-85F50C7AA6ED}"/>
                </a:ext>
              </a:extLst>
            </p:cNvPr>
            <p:cNvSpPr>
              <a:spLocks/>
            </p:cNvSpPr>
            <p:nvPr/>
          </p:nvSpPr>
          <p:spPr bwMode="auto">
            <a:xfrm>
              <a:off x="11136745" y="5778493"/>
              <a:ext cx="851715" cy="744890"/>
            </a:xfrm>
            <a:custGeom>
              <a:avLst/>
              <a:gdLst>
                <a:gd name="T0" fmla="*/ 165 w 242"/>
                <a:gd name="T1" fmla="*/ 162 h 212"/>
                <a:gd name="T2" fmla="*/ 0 w 242"/>
                <a:gd name="T3" fmla="*/ 200 h 212"/>
                <a:gd name="T4" fmla="*/ 77 w 242"/>
                <a:gd name="T5" fmla="*/ 50 h 212"/>
                <a:gd name="T6" fmla="*/ 242 w 242"/>
                <a:gd name="T7" fmla="*/ 11 h 212"/>
                <a:gd name="T8" fmla="*/ 165 w 242"/>
                <a:gd name="T9" fmla="*/ 162 h 212"/>
              </a:gdLst>
              <a:ahLst/>
              <a:cxnLst>
                <a:cxn ang="0">
                  <a:pos x="T0" y="T1"/>
                </a:cxn>
                <a:cxn ang="0">
                  <a:pos x="T2" y="T3"/>
                </a:cxn>
                <a:cxn ang="0">
                  <a:pos x="T4" y="T5"/>
                </a:cxn>
                <a:cxn ang="0">
                  <a:pos x="T6" y="T7"/>
                </a:cxn>
                <a:cxn ang="0">
                  <a:pos x="T8" y="T9"/>
                </a:cxn>
              </a:cxnLst>
              <a:rect l="0" t="0" r="r" b="b"/>
              <a:pathLst>
                <a:path w="242" h="212">
                  <a:moveTo>
                    <a:pt x="165" y="162"/>
                  </a:moveTo>
                  <a:cubicBezTo>
                    <a:pt x="116" y="200"/>
                    <a:pt x="56" y="212"/>
                    <a:pt x="0" y="200"/>
                  </a:cubicBezTo>
                  <a:cubicBezTo>
                    <a:pt x="2" y="143"/>
                    <a:pt x="28" y="88"/>
                    <a:pt x="77" y="50"/>
                  </a:cubicBezTo>
                  <a:cubicBezTo>
                    <a:pt x="125" y="12"/>
                    <a:pt x="186" y="0"/>
                    <a:pt x="242" y="11"/>
                  </a:cubicBezTo>
                  <a:cubicBezTo>
                    <a:pt x="239" y="68"/>
                    <a:pt x="213" y="124"/>
                    <a:pt x="165" y="16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9" name="Freeform 17">
              <a:extLst>
                <a:ext uri="{FF2B5EF4-FFF2-40B4-BE49-F238E27FC236}">
                  <a16:creationId xmlns:a16="http://schemas.microsoft.com/office/drawing/2014/main" id="{BDC9216C-66C7-56A8-F253-4832F8694AF4}"/>
                </a:ext>
              </a:extLst>
            </p:cNvPr>
            <p:cNvSpPr>
              <a:spLocks/>
            </p:cNvSpPr>
            <p:nvPr/>
          </p:nvSpPr>
          <p:spPr bwMode="auto">
            <a:xfrm>
              <a:off x="10455373" y="3425450"/>
              <a:ext cx="857490" cy="398429"/>
            </a:xfrm>
            <a:custGeom>
              <a:avLst/>
              <a:gdLst>
                <a:gd name="T0" fmla="*/ 121 w 243"/>
                <a:gd name="T1" fmla="*/ 113 h 113"/>
                <a:gd name="T2" fmla="*/ 0 w 243"/>
                <a:gd name="T3" fmla="*/ 56 h 113"/>
                <a:gd name="T4" fmla="*/ 122 w 243"/>
                <a:gd name="T5" fmla="*/ 0 h 113"/>
                <a:gd name="T6" fmla="*/ 243 w 243"/>
                <a:gd name="T7" fmla="*/ 57 h 113"/>
                <a:gd name="T8" fmla="*/ 121 w 243"/>
                <a:gd name="T9" fmla="*/ 113 h 113"/>
              </a:gdLst>
              <a:ahLst/>
              <a:cxnLst>
                <a:cxn ang="0">
                  <a:pos x="T0" y="T1"/>
                </a:cxn>
                <a:cxn ang="0">
                  <a:pos x="T2" y="T3"/>
                </a:cxn>
                <a:cxn ang="0">
                  <a:pos x="T4" y="T5"/>
                </a:cxn>
                <a:cxn ang="0">
                  <a:pos x="T6" y="T7"/>
                </a:cxn>
                <a:cxn ang="0">
                  <a:pos x="T8" y="T9"/>
                </a:cxn>
              </a:cxnLst>
              <a:rect l="0" t="0" r="r" b="b"/>
              <a:pathLst>
                <a:path w="243" h="113">
                  <a:moveTo>
                    <a:pt x="121" y="113"/>
                  </a:moveTo>
                  <a:cubicBezTo>
                    <a:pt x="72" y="112"/>
                    <a:pt x="29" y="90"/>
                    <a:pt x="0" y="56"/>
                  </a:cubicBezTo>
                  <a:cubicBezTo>
                    <a:pt x="29" y="21"/>
                    <a:pt x="73" y="0"/>
                    <a:pt x="122" y="0"/>
                  </a:cubicBezTo>
                  <a:cubicBezTo>
                    <a:pt x="170" y="0"/>
                    <a:pt x="214" y="23"/>
                    <a:pt x="243" y="57"/>
                  </a:cubicBezTo>
                  <a:cubicBezTo>
                    <a:pt x="213" y="91"/>
                    <a:pt x="170" y="113"/>
                    <a:pt x="121" y="11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0" name="Freeform: Shape 59">
              <a:extLst>
                <a:ext uri="{FF2B5EF4-FFF2-40B4-BE49-F238E27FC236}">
                  <a16:creationId xmlns:a16="http://schemas.microsoft.com/office/drawing/2014/main" id="{3AE614C3-A72C-E459-9AC7-92285B348993}"/>
                </a:ext>
              </a:extLst>
            </p:cNvPr>
            <p:cNvSpPr>
              <a:spLocks/>
            </p:cNvSpPr>
            <p:nvPr/>
          </p:nvSpPr>
          <p:spPr bwMode="auto">
            <a:xfrm>
              <a:off x="11336229" y="6558227"/>
              <a:ext cx="513340" cy="299773"/>
            </a:xfrm>
            <a:custGeom>
              <a:avLst/>
              <a:gdLst>
                <a:gd name="connsiteX0" fmla="*/ 447209 w 513340"/>
                <a:gd name="connsiteY0" fmla="*/ 449 h 299773"/>
                <a:gd name="connsiteX1" fmla="*/ 503469 w 513340"/>
                <a:gd name="connsiteY1" fmla="*/ 42849 h 299773"/>
                <a:gd name="connsiteX2" fmla="*/ 505666 w 513340"/>
                <a:gd name="connsiteY2" fmla="*/ 264566 h 299773"/>
                <a:gd name="connsiteX3" fmla="*/ 496268 w 513340"/>
                <a:gd name="connsiteY3" fmla="*/ 299773 h 299773"/>
                <a:gd name="connsiteX4" fmla="*/ 0 w 513340"/>
                <a:gd name="connsiteY4" fmla="*/ 299773 h 299773"/>
                <a:gd name="connsiteX5" fmla="*/ 74490 w 513340"/>
                <a:gd name="connsiteY5" fmla="*/ 180649 h 299773"/>
                <a:gd name="connsiteX6" fmla="*/ 447209 w 513340"/>
                <a:gd name="connsiteY6" fmla="*/ 449 h 299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3340" h="299773">
                  <a:moveTo>
                    <a:pt x="447209" y="449"/>
                  </a:moveTo>
                  <a:cubicBezTo>
                    <a:pt x="475339" y="-3085"/>
                    <a:pt x="499952" y="14582"/>
                    <a:pt x="503469" y="42849"/>
                  </a:cubicBezTo>
                  <a:cubicBezTo>
                    <a:pt x="515775" y="125883"/>
                    <a:pt x="516654" y="198316"/>
                    <a:pt x="505666" y="264566"/>
                  </a:cubicBezTo>
                  <a:lnTo>
                    <a:pt x="496268" y="299773"/>
                  </a:lnTo>
                  <a:lnTo>
                    <a:pt x="0" y="299773"/>
                  </a:lnTo>
                  <a:lnTo>
                    <a:pt x="74490" y="180649"/>
                  </a:lnTo>
                  <a:cubicBezTo>
                    <a:pt x="179976" y="56982"/>
                    <a:pt x="303044" y="11049"/>
                    <a:pt x="447209" y="4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61" name="Freeform 22">
              <a:extLst>
                <a:ext uri="{FF2B5EF4-FFF2-40B4-BE49-F238E27FC236}">
                  <a16:creationId xmlns:a16="http://schemas.microsoft.com/office/drawing/2014/main" id="{BC4339C7-9723-8DF6-2325-6193D2BA91FB}"/>
                </a:ext>
              </a:extLst>
            </p:cNvPr>
            <p:cNvSpPr>
              <a:spLocks/>
            </p:cNvSpPr>
            <p:nvPr/>
          </p:nvSpPr>
          <p:spPr bwMode="auto">
            <a:xfrm>
              <a:off x="9401555" y="3662198"/>
              <a:ext cx="1102899" cy="545675"/>
            </a:xfrm>
            <a:custGeom>
              <a:avLst/>
              <a:gdLst>
                <a:gd name="T0" fmla="*/ 196 w 313"/>
                <a:gd name="T1" fmla="*/ 149 h 155"/>
                <a:gd name="T2" fmla="*/ 0 w 313"/>
                <a:gd name="T3" fmla="*/ 78 h 155"/>
                <a:gd name="T4" fmla="*/ 185 w 313"/>
                <a:gd name="T5" fmla="*/ 6 h 155"/>
                <a:gd name="T6" fmla="*/ 309 w 313"/>
                <a:gd name="T7" fmla="*/ 56 h 155"/>
                <a:gd name="T8" fmla="*/ 312 w 313"/>
                <a:gd name="T9" fmla="*/ 69 h 155"/>
                <a:gd name="T10" fmla="*/ 196 w 313"/>
                <a:gd name="T11" fmla="*/ 149 h 155"/>
              </a:gdLst>
              <a:ahLst/>
              <a:cxnLst>
                <a:cxn ang="0">
                  <a:pos x="T0" y="T1"/>
                </a:cxn>
                <a:cxn ang="0">
                  <a:pos x="T2" y="T3"/>
                </a:cxn>
                <a:cxn ang="0">
                  <a:pos x="T4" y="T5"/>
                </a:cxn>
                <a:cxn ang="0">
                  <a:pos x="T6" y="T7"/>
                </a:cxn>
                <a:cxn ang="0">
                  <a:pos x="T8" y="T9"/>
                </a:cxn>
                <a:cxn ang="0">
                  <a:pos x="T10" y="T11"/>
                </a:cxn>
              </a:cxnLst>
              <a:rect l="0" t="0" r="r" b="b"/>
              <a:pathLst>
                <a:path w="313" h="155">
                  <a:moveTo>
                    <a:pt x="196" y="149"/>
                  </a:moveTo>
                  <a:cubicBezTo>
                    <a:pt x="145" y="155"/>
                    <a:pt x="50" y="132"/>
                    <a:pt x="0" y="78"/>
                  </a:cubicBezTo>
                  <a:cubicBezTo>
                    <a:pt x="65" y="64"/>
                    <a:pt x="125" y="13"/>
                    <a:pt x="185" y="6"/>
                  </a:cubicBezTo>
                  <a:cubicBezTo>
                    <a:pt x="236" y="0"/>
                    <a:pt x="277" y="21"/>
                    <a:pt x="309" y="56"/>
                  </a:cubicBezTo>
                  <a:cubicBezTo>
                    <a:pt x="312" y="59"/>
                    <a:pt x="313" y="64"/>
                    <a:pt x="312" y="69"/>
                  </a:cubicBezTo>
                  <a:cubicBezTo>
                    <a:pt x="295" y="106"/>
                    <a:pt x="249" y="143"/>
                    <a:pt x="196" y="14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2" name="Freeform 25">
              <a:extLst>
                <a:ext uri="{FF2B5EF4-FFF2-40B4-BE49-F238E27FC236}">
                  <a16:creationId xmlns:a16="http://schemas.microsoft.com/office/drawing/2014/main" id="{A256CE26-139D-71D8-48EC-90F824452005}"/>
                </a:ext>
              </a:extLst>
            </p:cNvPr>
            <p:cNvSpPr>
              <a:spLocks/>
            </p:cNvSpPr>
            <p:nvPr/>
          </p:nvSpPr>
          <p:spPr bwMode="auto">
            <a:xfrm>
              <a:off x="10585295" y="1941444"/>
              <a:ext cx="1296339" cy="814182"/>
            </a:xfrm>
            <a:custGeom>
              <a:avLst/>
              <a:gdLst>
                <a:gd name="T0" fmla="*/ 171 w 368"/>
                <a:gd name="T1" fmla="*/ 203 h 231"/>
                <a:gd name="T2" fmla="*/ 0 w 368"/>
                <a:gd name="T3" fmla="*/ 13 h 231"/>
                <a:gd name="T4" fmla="*/ 257 w 368"/>
                <a:gd name="T5" fmla="*/ 34 h 231"/>
                <a:gd name="T6" fmla="*/ 366 w 368"/>
                <a:gd name="T7" fmla="*/ 171 h 231"/>
                <a:gd name="T8" fmla="*/ 355 w 368"/>
                <a:gd name="T9" fmla="*/ 196 h 231"/>
                <a:gd name="T10" fmla="*/ 171 w 368"/>
                <a:gd name="T11" fmla="*/ 203 h 231"/>
              </a:gdLst>
              <a:ahLst/>
              <a:cxnLst>
                <a:cxn ang="0">
                  <a:pos x="T0" y="T1"/>
                </a:cxn>
                <a:cxn ang="0">
                  <a:pos x="T2" y="T3"/>
                </a:cxn>
                <a:cxn ang="0">
                  <a:pos x="T4" y="T5"/>
                </a:cxn>
                <a:cxn ang="0">
                  <a:pos x="T6" y="T7"/>
                </a:cxn>
                <a:cxn ang="0">
                  <a:pos x="T8" y="T9"/>
                </a:cxn>
                <a:cxn ang="0">
                  <a:pos x="T10" y="T11"/>
                </a:cxn>
              </a:cxnLst>
              <a:rect l="0" t="0" r="r" b="b"/>
              <a:pathLst>
                <a:path w="368" h="231">
                  <a:moveTo>
                    <a:pt x="171" y="203"/>
                  </a:moveTo>
                  <a:cubicBezTo>
                    <a:pt x="108" y="174"/>
                    <a:pt x="64" y="85"/>
                    <a:pt x="0" y="13"/>
                  </a:cubicBezTo>
                  <a:cubicBezTo>
                    <a:pt x="91" y="8"/>
                    <a:pt x="182" y="0"/>
                    <a:pt x="257" y="34"/>
                  </a:cubicBezTo>
                  <a:cubicBezTo>
                    <a:pt x="317" y="62"/>
                    <a:pt x="351" y="112"/>
                    <a:pt x="366" y="171"/>
                  </a:cubicBezTo>
                  <a:cubicBezTo>
                    <a:pt x="368" y="181"/>
                    <a:pt x="364" y="191"/>
                    <a:pt x="355" y="196"/>
                  </a:cubicBezTo>
                  <a:cubicBezTo>
                    <a:pt x="309" y="224"/>
                    <a:pt x="234" y="231"/>
                    <a:pt x="171" y="20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3" name="Freeform 26">
              <a:extLst>
                <a:ext uri="{FF2B5EF4-FFF2-40B4-BE49-F238E27FC236}">
                  <a16:creationId xmlns:a16="http://schemas.microsoft.com/office/drawing/2014/main" id="{4001FA58-1AD5-5CA8-23C7-7873BA5680F2}"/>
                </a:ext>
              </a:extLst>
            </p:cNvPr>
            <p:cNvSpPr>
              <a:spLocks/>
            </p:cNvSpPr>
            <p:nvPr/>
          </p:nvSpPr>
          <p:spPr bwMode="auto">
            <a:xfrm>
              <a:off x="9976102" y="1231201"/>
              <a:ext cx="987412" cy="640952"/>
            </a:xfrm>
            <a:custGeom>
              <a:avLst/>
              <a:gdLst>
                <a:gd name="T0" fmla="*/ 133 w 280"/>
                <a:gd name="T1" fmla="*/ 160 h 182"/>
                <a:gd name="T2" fmla="*/ 0 w 280"/>
                <a:gd name="T3" fmla="*/ 7 h 182"/>
                <a:gd name="T4" fmla="*/ 207 w 280"/>
                <a:gd name="T5" fmla="*/ 24 h 182"/>
                <a:gd name="T6" fmla="*/ 280 w 280"/>
                <a:gd name="T7" fmla="*/ 137 h 182"/>
                <a:gd name="T8" fmla="*/ 271 w 280"/>
                <a:gd name="T9" fmla="*/ 154 h 182"/>
                <a:gd name="T10" fmla="*/ 133 w 280"/>
                <a:gd name="T11" fmla="*/ 160 h 182"/>
              </a:gdLst>
              <a:ahLst/>
              <a:cxnLst>
                <a:cxn ang="0">
                  <a:pos x="T0" y="T1"/>
                </a:cxn>
                <a:cxn ang="0">
                  <a:pos x="T2" y="T3"/>
                </a:cxn>
                <a:cxn ang="0">
                  <a:pos x="T4" y="T5"/>
                </a:cxn>
                <a:cxn ang="0">
                  <a:pos x="T6" y="T7"/>
                </a:cxn>
                <a:cxn ang="0">
                  <a:pos x="T8" y="T9"/>
                </a:cxn>
                <a:cxn ang="0">
                  <a:pos x="T10" y="T11"/>
                </a:cxn>
              </a:cxnLst>
              <a:rect l="0" t="0" r="r" b="b"/>
              <a:pathLst>
                <a:path w="280" h="182">
                  <a:moveTo>
                    <a:pt x="133" y="160"/>
                  </a:moveTo>
                  <a:cubicBezTo>
                    <a:pt x="73" y="135"/>
                    <a:pt x="17" y="81"/>
                    <a:pt x="0" y="7"/>
                  </a:cubicBezTo>
                  <a:cubicBezTo>
                    <a:pt x="76" y="16"/>
                    <a:pt x="162" y="0"/>
                    <a:pt x="207" y="24"/>
                  </a:cubicBezTo>
                  <a:cubicBezTo>
                    <a:pt x="255" y="50"/>
                    <a:pt x="274" y="88"/>
                    <a:pt x="280" y="137"/>
                  </a:cubicBezTo>
                  <a:cubicBezTo>
                    <a:pt x="280" y="144"/>
                    <a:pt x="277" y="150"/>
                    <a:pt x="271" y="154"/>
                  </a:cubicBezTo>
                  <a:cubicBezTo>
                    <a:pt x="239" y="171"/>
                    <a:pt x="184" y="182"/>
                    <a:pt x="133" y="16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4" name="Freeform 27">
              <a:extLst>
                <a:ext uri="{FF2B5EF4-FFF2-40B4-BE49-F238E27FC236}">
                  <a16:creationId xmlns:a16="http://schemas.microsoft.com/office/drawing/2014/main" id="{1DCF6FB6-019E-BCB1-F073-41467B48D842}"/>
                </a:ext>
              </a:extLst>
            </p:cNvPr>
            <p:cNvSpPr>
              <a:spLocks/>
            </p:cNvSpPr>
            <p:nvPr/>
          </p:nvSpPr>
          <p:spPr bwMode="auto">
            <a:xfrm>
              <a:off x="11136745" y="1436190"/>
              <a:ext cx="649613" cy="534126"/>
            </a:xfrm>
            <a:custGeom>
              <a:avLst/>
              <a:gdLst>
                <a:gd name="T0" fmla="*/ 58 w 185"/>
                <a:gd name="T1" fmla="*/ 126 h 152"/>
                <a:gd name="T2" fmla="*/ 0 w 185"/>
                <a:gd name="T3" fmla="*/ 4 h 152"/>
                <a:gd name="T4" fmla="*/ 147 w 185"/>
                <a:gd name="T5" fmla="*/ 35 h 152"/>
                <a:gd name="T6" fmla="*/ 184 w 185"/>
                <a:gd name="T7" fmla="*/ 122 h 152"/>
                <a:gd name="T8" fmla="*/ 177 w 185"/>
                <a:gd name="T9" fmla="*/ 135 h 152"/>
                <a:gd name="T10" fmla="*/ 58 w 185"/>
                <a:gd name="T11" fmla="*/ 126 h 152"/>
              </a:gdLst>
              <a:ahLst/>
              <a:cxnLst>
                <a:cxn ang="0">
                  <a:pos x="T0" y="T1"/>
                </a:cxn>
                <a:cxn ang="0">
                  <a:pos x="T2" y="T3"/>
                </a:cxn>
                <a:cxn ang="0">
                  <a:pos x="T4" y="T5"/>
                </a:cxn>
                <a:cxn ang="0">
                  <a:pos x="T6" y="T7"/>
                </a:cxn>
                <a:cxn ang="0">
                  <a:pos x="T8" y="T9"/>
                </a:cxn>
                <a:cxn ang="0">
                  <a:pos x="T10" y="T11"/>
                </a:cxn>
              </a:cxnLst>
              <a:rect l="0" t="0" r="r" b="b"/>
              <a:pathLst>
                <a:path w="185" h="152">
                  <a:moveTo>
                    <a:pt x="58" y="126"/>
                  </a:moveTo>
                  <a:cubicBezTo>
                    <a:pt x="29" y="102"/>
                    <a:pt x="21" y="54"/>
                    <a:pt x="0" y="4"/>
                  </a:cubicBezTo>
                  <a:cubicBezTo>
                    <a:pt x="52" y="0"/>
                    <a:pt x="115" y="5"/>
                    <a:pt x="147" y="35"/>
                  </a:cubicBezTo>
                  <a:cubicBezTo>
                    <a:pt x="177" y="62"/>
                    <a:pt x="178" y="89"/>
                    <a:pt x="184" y="122"/>
                  </a:cubicBezTo>
                  <a:cubicBezTo>
                    <a:pt x="185" y="127"/>
                    <a:pt x="182" y="132"/>
                    <a:pt x="177" y="135"/>
                  </a:cubicBezTo>
                  <a:cubicBezTo>
                    <a:pt x="145" y="150"/>
                    <a:pt x="88" y="152"/>
                    <a:pt x="58" y="12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29">
              <a:extLst>
                <a:ext uri="{FF2B5EF4-FFF2-40B4-BE49-F238E27FC236}">
                  <a16:creationId xmlns:a16="http://schemas.microsoft.com/office/drawing/2014/main" id="{55B0B961-F4E1-8773-34E3-E454FCFD8667}"/>
                </a:ext>
              </a:extLst>
            </p:cNvPr>
            <p:cNvSpPr>
              <a:spLocks/>
            </p:cNvSpPr>
            <p:nvPr/>
          </p:nvSpPr>
          <p:spPr bwMode="auto">
            <a:xfrm>
              <a:off x="9664288" y="324629"/>
              <a:ext cx="1019171" cy="822843"/>
            </a:xfrm>
            <a:custGeom>
              <a:avLst/>
              <a:gdLst>
                <a:gd name="T0" fmla="*/ 129 w 289"/>
                <a:gd name="T1" fmla="*/ 202 h 233"/>
                <a:gd name="T2" fmla="*/ 0 w 289"/>
                <a:gd name="T3" fmla="*/ 0 h 233"/>
                <a:gd name="T4" fmla="*/ 236 w 289"/>
                <a:gd name="T5" fmla="*/ 80 h 233"/>
                <a:gd name="T6" fmla="*/ 288 w 289"/>
                <a:gd name="T7" fmla="*/ 214 h 233"/>
                <a:gd name="T8" fmla="*/ 276 w 289"/>
                <a:gd name="T9" fmla="*/ 226 h 233"/>
                <a:gd name="T10" fmla="*/ 129 w 289"/>
                <a:gd name="T11" fmla="*/ 202 h 233"/>
              </a:gdLst>
              <a:ahLst/>
              <a:cxnLst>
                <a:cxn ang="0">
                  <a:pos x="T0" y="T1"/>
                </a:cxn>
                <a:cxn ang="0">
                  <a:pos x="T2" y="T3"/>
                </a:cxn>
                <a:cxn ang="0">
                  <a:pos x="T4" y="T5"/>
                </a:cxn>
                <a:cxn ang="0">
                  <a:pos x="T6" y="T7"/>
                </a:cxn>
                <a:cxn ang="0">
                  <a:pos x="T8" y="T9"/>
                </a:cxn>
                <a:cxn ang="0">
                  <a:pos x="T10" y="T11"/>
                </a:cxn>
              </a:cxnLst>
              <a:rect l="0" t="0" r="r" b="b"/>
              <a:pathLst>
                <a:path w="289" h="233">
                  <a:moveTo>
                    <a:pt x="129" y="202"/>
                  </a:moveTo>
                  <a:cubicBezTo>
                    <a:pt x="54" y="147"/>
                    <a:pt x="26" y="69"/>
                    <a:pt x="0" y="0"/>
                  </a:cubicBezTo>
                  <a:cubicBezTo>
                    <a:pt x="107" y="10"/>
                    <a:pt x="184" y="30"/>
                    <a:pt x="236" y="80"/>
                  </a:cubicBezTo>
                  <a:cubicBezTo>
                    <a:pt x="279" y="121"/>
                    <a:pt x="289" y="176"/>
                    <a:pt x="288" y="214"/>
                  </a:cubicBezTo>
                  <a:cubicBezTo>
                    <a:pt x="287" y="221"/>
                    <a:pt x="283" y="226"/>
                    <a:pt x="276" y="226"/>
                  </a:cubicBezTo>
                  <a:cubicBezTo>
                    <a:pt x="228" y="233"/>
                    <a:pt x="161" y="225"/>
                    <a:pt x="129" y="20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Shape 65">
              <a:extLst>
                <a:ext uri="{FF2B5EF4-FFF2-40B4-BE49-F238E27FC236}">
                  <a16:creationId xmlns:a16="http://schemas.microsoft.com/office/drawing/2014/main" id="{CEB8868E-5F4F-457F-4430-172741B67274}"/>
                </a:ext>
              </a:extLst>
            </p:cNvPr>
            <p:cNvSpPr>
              <a:spLocks/>
            </p:cNvSpPr>
            <p:nvPr/>
          </p:nvSpPr>
          <p:spPr bwMode="auto">
            <a:xfrm>
              <a:off x="12012196" y="6572978"/>
              <a:ext cx="179805" cy="285022"/>
            </a:xfrm>
            <a:custGeom>
              <a:avLst/>
              <a:gdLst>
                <a:gd name="connsiteX0" fmla="*/ 179805 w 179805"/>
                <a:gd name="connsiteY0" fmla="*/ 0 h 285022"/>
                <a:gd name="connsiteX1" fmla="*/ 179805 w 179805"/>
                <a:gd name="connsiteY1" fmla="*/ 285022 h 285022"/>
                <a:gd name="connsiteX2" fmla="*/ 0 w 179805"/>
                <a:gd name="connsiteY2" fmla="*/ 285022 h 285022"/>
                <a:gd name="connsiteX3" fmla="*/ 67533 w 179805"/>
                <a:gd name="connsiteY3" fmla="*/ 130559 h 285022"/>
                <a:gd name="connsiteX4" fmla="*/ 143082 w 179805"/>
                <a:gd name="connsiteY4" fmla="*/ 31411 h 2850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9805" h="285022">
                  <a:moveTo>
                    <a:pt x="179805" y="0"/>
                  </a:moveTo>
                  <a:lnTo>
                    <a:pt x="179805" y="285022"/>
                  </a:lnTo>
                  <a:lnTo>
                    <a:pt x="0" y="285022"/>
                  </a:lnTo>
                  <a:lnTo>
                    <a:pt x="67533" y="130559"/>
                  </a:lnTo>
                  <a:cubicBezTo>
                    <a:pt x="86958" y="97013"/>
                    <a:pt x="112785" y="63247"/>
                    <a:pt x="143082" y="314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67" name="Freeform 36">
              <a:extLst>
                <a:ext uri="{FF2B5EF4-FFF2-40B4-BE49-F238E27FC236}">
                  <a16:creationId xmlns:a16="http://schemas.microsoft.com/office/drawing/2014/main" id="{3F9DFECE-5FD1-BF94-C9D9-82F1E6F6883F}"/>
                </a:ext>
              </a:extLst>
            </p:cNvPr>
            <p:cNvSpPr>
              <a:spLocks/>
            </p:cNvSpPr>
            <p:nvPr/>
          </p:nvSpPr>
          <p:spPr bwMode="auto">
            <a:xfrm>
              <a:off x="8968480" y="4369554"/>
              <a:ext cx="926782" cy="516803"/>
            </a:xfrm>
            <a:custGeom>
              <a:avLst/>
              <a:gdLst>
                <a:gd name="T0" fmla="*/ 179 w 263"/>
                <a:gd name="T1" fmla="*/ 132 h 147"/>
                <a:gd name="T2" fmla="*/ 0 w 263"/>
                <a:gd name="T3" fmla="*/ 112 h 147"/>
                <a:gd name="T4" fmla="*/ 148 w 263"/>
                <a:gd name="T5" fmla="*/ 13 h 147"/>
                <a:gd name="T6" fmla="*/ 257 w 263"/>
                <a:gd name="T7" fmla="*/ 40 h 147"/>
                <a:gd name="T8" fmla="*/ 261 w 263"/>
                <a:gd name="T9" fmla="*/ 54 h 147"/>
                <a:gd name="T10" fmla="*/ 179 w 263"/>
                <a:gd name="T11" fmla="*/ 132 h 147"/>
              </a:gdLst>
              <a:ahLst/>
              <a:cxnLst>
                <a:cxn ang="0">
                  <a:pos x="T0" y="T1"/>
                </a:cxn>
                <a:cxn ang="0">
                  <a:pos x="T2" y="T3"/>
                </a:cxn>
                <a:cxn ang="0">
                  <a:pos x="T4" y="T5"/>
                </a:cxn>
                <a:cxn ang="0">
                  <a:pos x="T6" y="T7"/>
                </a:cxn>
                <a:cxn ang="0">
                  <a:pos x="T8" y="T9"/>
                </a:cxn>
                <a:cxn ang="0">
                  <a:pos x="T10" y="T11"/>
                </a:cxn>
              </a:cxnLst>
              <a:rect l="0" t="0" r="r" b="b"/>
              <a:pathLst>
                <a:path w="263" h="147">
                  <a:moveTo>
                    <a:pt x="179" y="132"/>
                  </a:moveTo>
                  <a:cubicBezTo>
                    <a:pt x="141" y="143"/>
                    <a:pt x="54" y="147"/>
                    <a:pt x="0" y="112"/>
                  </a:cubicBezTo>
                  <a:cubicBezTo>
                    <a:pt x="57" y="81"/>
                    <a:pt x="106" y="26"/>
                    <a:pt x="148" y="13"/>
                  </a:cubicBezTo>
                  <a:cubicBezTo>
                    <a:pt x="190" y="0"/>
                    <a:pt x="225" y="13"/>
                    <a:pt x="257" y="40"/>
                  </a:cubicBezTo>
                  <a:cubicBezTo>
                    <a:pt x="261" y="44"/>
                    <a:pt x="263" y="49"/>
                    <a:pt x="261" y="54"/>
                  </a:cubicBezTo>
                  <a:cubicBezTo>
                    <a:pt x="250" y="87"/>
                    <a:pt x="218" y="120"/>
                    <a:pt x="179" y="13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8" name="Freeform 37">
              <a:extLst>
                <a:ext uri="{FF2B5EF4-FFF2-40B4-BE49-F238E27FC236}">
                  <a16:creationId xmlns:a16="http://schemas.microsoft.com/office/drawing/2014/main" id="{5566E7D7-2E64-C7A7-E60B-F66948E01573}"/>
                </a:ext>
              </a:extLst>
            </p:cNvPr>
            <p:cNvSpPr>
              <a:spLocks/>
            </p:cNvSpPr>
            <p:nvPr/>
          </p:nvSpPr>
          <p:spPr bwMode="auto">
            <a:xfrm>
              <a:off x="10908658" y="5296336"/>
              <a:ext cx="666936" cy="545675"/>
            </a:xfrm>
            <a:custGeom>
              <a:avLst/>
              <a:gdLst>
                <a:gd name="T0" fmla="*/ 128 w 189"/>
                <a:gd name="T1" fmla="*/ 107 h 155"/>
                <a:gd name="T2" fmla="*/ 0 w 189"/>
                <a:gd name="T3" fmla="*/ 155 h 155"/>
                <a:gd name="T4" fmla="*/ 50 w 189"/>
                <a:gd name="T5" fmla="*/ 36 h 155"/>
                <a:gd name="T6" fmla="*/ 173 w 189"/>
                <a:gd name="T7" fmla="*/ 7 h 155"/>
                <a:gd name="T8" fmla="*/ 181 w 189"/>
                <a:gd name="T9" fmla="*/ 15 h 155"/>
                <a:gd name="T10" fmla="*/ 128 w 189"/>
                <a:gd name="T11" fmla="*/ 107 h 155"/>
              </a:gdLst>
              <a:ahLst/>
              <a:cxnLst>
                <a:cxn ang="0">
                  <a:pos x="T0" y="T1"/>
                </a:cxn>
                <a:cxn ang="0">
                  <a:pos x="T2" y="T3"/>
                </a:cxn>
                <a:cxn ang="0">
                  <a:pos x="T4" y="T5"/>
                </a:cxn>
                <a:cxn ang="0">
                  <a:pos x="T6" y="T7"/>
                </a:cxn>
                <a:cxn ang="0">
                  <a:pos x="T8" y="T9"/>
                </a:cxn>
                <a:cxn ang="0">
                  <a:pos x="T10" y="T11"/>
                </a:cxn>
              </a:cxnLst>
              <a:rect l="0" t="0" r="r" b="b"/>
              <a:pathLst>
                <a:path w="189" h="155">
                  <a:moveTo>
                    <a:pt x="128" y="107"/>
                  </a:moveTo>
                  <a:cubicBezTo>
                    <a:pt x="83" y="130"/>
                    <a:pt x="49" y="136"/>
                    <a:pt x="0" y="155"/>
                  </a:cubicBezTo>
                  <a:cubicBezTo>
                    <a:pt x="6" y="105"/>
                    <a:pt x="21" y="60"/>
                    <a:pt x="50" y="36"/>
                  </a:cubicBezTo>
                  <a:cubicBezTo>
                    <a:pt x="86" y="6"/>
                    <a:pt x="134" y="0"/>
                    <a:pt x="173" y="7"/>
                  </a:cubicBezTo>
                  <a:cubicBezTo>
                    <a:pt x="177" y="8"/>
                    <a:pt x="180" y="11"/>
                    <a:pt x="181" y="15"/>
                  </a:cubicBezTo>
                  <a:cubicBezTo>
                    <a:pt x="189" y="54"/>
                    <a:pt x="168" y="87"/>
                    <a:pt x="128" y="10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9" name="Freeform 38">
              <a:extLst>
                <a:ext uri="{FF2B5EF4-FFF2-40B4-BE49-F238E27FC236}">
                  <a16:creationId xmlns:a16="http://schemas.microsoft.com/office/drawing/2014/main" id="{10E09475-027E-5A71-E5A1-12956048B585}"/>
                </a:ext>
              </a:extLst>
            </p:cNvPr>
            <p:cNvSpPr>
              <a:spLocks/>
            </p:cNvSpPr>
            <p:nvPr/>
          </p:nvSpPr>
          <p:spPr bwMode="auto">
            <a:xfrm>
              <a:off x="9254310" y="1710471"/>
              <a:ext cx="944105" cy="519691"/>
            </a:xfrm>
            <a:custGeom>
              <a:avLst/>
              <a:gdLst>
                <a:gd name="T0" fmla="*/ 144 w 268"/>
                <a:gd name="T1" fmla="*/ 130 h 148"/>
                <a:gd name="T2" fmla="*/ 0 w 268"/>
                <a:gd name="T3" fmla="*/ 58 h 148"/>
                <a:gd name="T4" fmla="*/ 142 w 268"/>
                <a:gd name="T5" fmla="*/ 6 h 148"/>
                <a:gd name="T6" fmla="*/ 265 w 268"/>
                <a:gd name="T7" fmla="*/ 88 h 148"/>
                <a:gd name="T8" fmla="*/ 265 w 268"/>
                <a:gd name="T9" fmla="*/ 101 h 148"/>
                <a:gd name="T10" fmla="*/ 144 w 268"/>
                <a:gd name="T11" fmla="*/ 130 h 148"/>
              </a:gdLst>
              <a:ahLst/>
              <a:cxnLst>
                <a:cxn ang="0">
                  <a:pos x="T0" y="T1"/>
                </a:cxn>
                <a:cxn ang="0">
                  <a:pos x="T2" y="T3"/>
                </a:cxn>
                <a:cxn ang="0">
                  <a:pos x="T4" y="T5"/>
                </a:cxn>
                <a:cxn ang="0">
                  <a:pos x="T6" y="T7"/>
                </a:cxn>
                <a:cxn ang="0">
                  <a:pos x="T8" y="T9"/>
                </a:cxn>
                <a:cxn ang="0">
                  <a:pos x="T10" y="T11"/>
                </a:cxn>
              </a:cxnLst>
              <a:rect l="0" t="0" r="r" b="b"/>
              <a:pathLst>
                <a:path w="268" h="148">
                  <a:moveTo>
                    <a:pt x="144" y="130"/>
                  </a:moveTo>
                  <a:cubicBezTo>
                    <a:pt x="88" y="109"/>
                    <a:pt x="56" y="85"/>
                    <a:pt x="0" y="58"/>
                  </a:cubicBezTo>
                  <a:cubicBezTo>
                    <a:pt x="48" y="24"/>
                    <a:pt x="99" y="0"/>
                    <a:pt x="142" y="6"/>
                  </a:cubicBezTo>
                  <a:cubicBezTo>
                    <a:pt x="197" y="13"/>
                    <a:pt x="240" y="49"/>
                    <a:pt x="265" y="88"/>
                  </a:cubicBezTo>
                  <a:cubicBezTo>
                    <a:pt x="268" y="92"/>
                    <a:pt x="268" y="98"/>
                    <a:pt x="265" y="101"/>
                  </a:cubicBezTo>
                  <a:cubicBezTo>
                    <a:pt x="238" y="139"/>
                    <a:pt x="193" y="148"/>
                    <a:pt x="144" y="13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0" name="Freeform: Shape 69">
              <a:extLst>
                <a:ext uri="{FF2B5EF4-FFF2-40B4-BE49-F238E27FC236}">
                  <a16:creationId xmlns:a16="http://schemas.microsoft.com/office/drawing/2014/main" id="{86DEDAD5-8232-ACD0-D0B0-895F5EE926B0}"/>
                </a:ext>
              </a:extLst>
            </p:cNvPr>
            <p:cNvSpPr>
              <a:spLocks/>
            </p:cNvSpPr>
            <p:nvPr/>
          </p:nvSpPr>
          <p:spPr bwMode="auto">
            <a:xfrm>
              <a:off x="11502945" y="0"/>
              <a:ext cx="642569" cy="333538"/>
            </a:xfrm>
            <a:custGeom>
              <a:avLst/>
              <a:gdLst>
                <a:gd name="connsiteX0" fmla="*/ 0 w 642569"/>
                <a:gd name="connsiteY0" fmla="*/ 0 h 333538"/>
                <a:gd name="connsiteX1" fmla="*/ 626864 w 642569"/>
                <a:gd name="connsiteY1" fmla="*/ 0 h 333538"/>
                <a:gd name="connsiteX2" fmla="*/ 640881 w 642569"/>
                <a:gd name="connsiteY2" fmla="*/ 48961 h 333538"/>
                <a:gd name="connsiteX3" fmla="*/ 560636 w 642569"/>
                <a:gd name="connsiteY3" fmla="*/ 311547 h 333538"/>
                <a:gd name="connsiteX4" fmla="*/ 504200 w 642569"/>
                <a:gd name="connsiteY4" fmla="*/ 332659 h 333538"/>
                <a:gd name="connsiteX5" fmla="*/ 17439 w 642569"/>
                <a:gd name="connsiteY5" fmla="*/ 54679 h 333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2569" h="333538">
                  <a:moveTo>
                    <a:pt x="0" y="0"/>
                  </a:moveTo>
                  <a:lnTo>
                    <a:pt x="626864" y="0"/>
                  </a:lnTo>
                  <a:lnTo>
                    <a:pt x="640881" y="48961"/>
                  </a:lnTo>
                  <a:cubicBezTo>
                    <a:pt x="649699" y="139129"/>
                    <a:pt x="624127" y="228856"/>
                    <a:pt x="560636" y="311547"/>
                  </a:cubicBezTo>
                  <a:cubicBezTo>
                    <a:pt x="546527" y="329141"/>
                    <a:pt x="525363" y="336178"/>
                    <a:pt x="504200" y="332659"/>
                  </a:cubicBezTo>
                  <a:cubicBezTo>
                    <a:pt x="296092" y="293953"/>
                    <a:pt x="112675" y="265803"/>
                    <a:pt x="17439" y="5467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71" name="Freeform: Shape 70">
              <a:extLst>
                <a:ext uri="{FF2B5EF4-FFF2-40B4-BE49-F238E27FC236}">
                  <a16:creationId xmlns:a16="http://schemas.microsoft.com/office/drawing/2014/main" id="{244A3A8A-671B-DCD9-6422-A9E854DD6B5C}"/>
                </a:ext>
              </a:extLst>
            </p:cNvPr>
            <p:cNvSpPr>
              <a:spLocks/>
            </p:cNvSpPr>
            <p:nvPr/>
          </p:nvSpPr>
          <p:spPr bwMode="auto">
            <a:xfrm>
              <a:off x="10784033" y="6730342"/>
              <a:ext cx="344354" cy="127658"/>
            </a:xfrm>
            <a:custGeom>
              <a:avLst/>
              <a:gdLst>
                <a:gd name="connsiteX0" fmla="*/ 233176 w 344354"/>
                <a:gd name="connsiteY0" fmla="*/ 606 h 127658"/>
                <a:gd name="connsiteX1" fmla="*/ 312557 w 344354"/>
                <a:gd name="connsiteY1" fmla="*/ 2803 h 127658"/>
                <a:gd name="connsiteX2" fmla="*/ 344354 w 344354"/>
                <a:gd name="connsiteY2" fmla="*/ 34444 h 127658"/>
                <a:gd name="connsiteX3" fmla="*/ 343530 w 344354"/>
                <a:gd name="connsiteY3" fmla="*/ 127658 h 127658"/>
                <a:gd name="connsiteX4" fmla="*/ 0 w 344354"/>
                <a:gd name="connsiteY4" fmla="*/ 127658 h 127658"/>
                <a:gd name="connsiteX5" fmla="*/ 33451 w 344354"/>
                <a:gd name="connsiteY5" fmla="*/ 83664 h 127658"/>
                <a:gd name="connsiteX6" fmla="*/ 233176 w 344354"/>
                <a:gd name="connsiteY6" fmla="*/ 606 h 127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4354" h="127658">
                  <a:moveTo>
                    <a:pt x="233176" y="606"/>
                  </a:moveTo>
                  <a:cubicBezTo>
                    <a:pt x="258679" y="-712"/>
                    <a:pt x="285177" y="167"/>
                    <a:pt x="312557" y="2803"/>
                  </a:cubicBezTo>
                  <a:cubicBezTo>
                    <a:pt x="330222" y="2803"/>
                    <a:pt x="344354" y="16866"/>
                    <a:pt x="344354" y="34444"/>
                  </a:cubicBezTo>
                  <a:lnTo>
                    <a:pt x="343530" y="127658"/>
                  </a:lnTo>
                  <a:lnTo>
                    <a:pt x="0" y="127658"/>
                  </a:lnTo>
                  <a:lnTo>
                    <a:pt x="33451" y="83664"/>
                  </a:lnTo>
                  <a:cubicBezTo>
                    <a:pt x="89096" y="28292"/>
                    <a:pt x="156664" y="4561"/>
                    <a:pt x="233176" y="6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72" name="Freeform 44">
              <a:extLst>
                <a:ext uri="{FF2B5EF4-FFF2-40B4-BE49-F238E27FC236}">
                  <a16:creationId xmlns:a16="http://schemas.microsoft.com/office/drawing/2014/main" id="{15F15320-098C-B994-A9ED-BBA25FEACC97}"/>
                </a:ext>
              </a:extLst>
            </p:cNvPr>
            <p:cNvSpPr>
              <a:spLocks/>
            </p:cNvSpPr>
            <p:nvPr/>
          </p:nvSpPr>
          <p:spPr bwMode="auto">
            <a:xfrm>
              <a:off x="8572937" y="2937518"/>
              <a:ext cx="606306" cy="303153"/>
            </a:xfrm>
            <a:custGeom>
              <a:avLst/>
              <a:gdLst>
                <a:gd name="T0" fmla="*/ 96 w 172"/>
                <a:gd name="T1" fmla="*/ 0 h 86"/>
                <a:gd name="T2" fmla="*/ 0 w 172"/>
                <a:gd name="T3" fmla="*/ 45 h 86"/>
                <a:gd name="T4" fmla="*/ 99 w 172"/>
                <a:gd name="T5" fmla="*/ 85 h 86"/>
                <a:gd name="T6" fmla="*/ 168 w 172"/>
                <a:gd name="T7" fmla="*/ 46 h 86"/>
                <a:gd name="T8" fmla="*/ 167 w 172"/>
                <a:gd name="T9" fmla="*/ 29 h 86"/>
                <a:gd name="T10" fmla="*/ 96 w 172"/>
                <a:gd name="T11" fmla="*/ 0 h 86"/>
              </a:gdLst>
              <a:ahLst/>
              <a:cxnLst>
                <a:cxn ang="0">
                  <a:pos x="T0" y="T1"/>
                </a:cxn>
                <a:cxn ang="0">
                  <a:pos x="T2" y="T3"/>
                </a:cxn>
                <a:cxn ang="0">
                  <a:pos x="T4" y="T5"/>
                </a:cxn>
                <a:cxn ang="0">
                  <a:pos x="T6" y="T7"/>
                </a:cxn>
                <a:cxn ang="0">
                  <a:pos x="T8" y="T9"/>
                </a:cxn>
                <a:cxn ang="0">
                  <a:pos x="T10" y="T11"/>
                </a:cxn>
              </a:cxnLst>
              <a:rect l="0" t="0" r="r" b="b"/>
              <a:pathLst>
                <a:path w="172" h="86">
                  <a:moveTo>
                    <a:pt x="96" y="0"/>
                  </a:moveTo>
                  <a:cubicBezTo>
                    <a:pt x="67" y="0"/>
                    <a:pt x="31" y="14"/>
                    <a:pt x="0" y="45"/>
                  </a:cubicBezTo>
                  <a:cubicBezTo>
                    <a:pt x="31" y="61"/>
                    <a:pt x="66" y="84"/>
                    <a:pt x="99" y="85"/>
                  </a:cubicBezTo>
                  <a:cubicBezTo>
                    <a:pt x="130" y="86"/>
                    <a:pt x="151" y="68"/>
                    <a:pt x="168" y="46"/>
                  </a:cubicBezTo>
                  <a:cubicBezTo>
                    <a:pt x="172" y="41"/>
                    <a:pt x="172" y="34"/>
                    <a:pt x="167" y="29"/>
                  </a:cubicBezTo>
                  <a:cubicBezTo>
                    <a:pt x="151" y="13"/>
                    <a:pt x="124" y="0"/>
                    <a:pt x="96"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3" name="Freeform 45">
              <a:extLst>
                <a:ext uri="{FF2B5EF4-FFF2-40B4-BE49-F238E27FC236}">
                  <a16:creationId xmlns:a16="http://schemas.microsoft.com/office/drawing/2014/main" id="{6EC8D73D-740E-A761-0A01-29DDA88AE35C}"/>
                </a:ext>
              </a:extLst>
            </p:cNvPr>
            <p:cNvSpPr>
              <a:spLocks/>
            </p:cNvSpPr>
            <p:nvPr/>
          </p:nvSpPr>
          <p:spPr bwMode="auto">
            <a:xfrm>
              <a:off x="8910736" y="5209721"/>
              <a:ext cx="941218" cy="574547"/>
            </a:xfrm>
            <a:custGeom>
              <a:avLst/>
              <a:gdLst>
                <a:gd name="T0" fmla="*/ 138 w 267"/>
                <a:gd name="T1" fmla="*/ 20 h 163"/>
                <a:gd name="T2" fmla="*/ 0 w 267"/>
                <a:gd name="T3" fmla="*/ 145 h 163"/>
                <a:gd name="T4" fmla="*/ 191 w 267"/>
                <a:gd name="T5" fmla="*/ 137 h 163"/>
                <a:gd name="T6" fmla="*/ 267 w 267"/>
                <a:gd name="T7" fmla="*/ 39 h 163"/>
                <a:gd name="T8" fmla="*/ 260 w 267"/>
                <a:gd name="T9" fmla="*/ 29 h 163"/>
                <a:gd name="T10" fmla="*/ 138 w 267"/>
                <a:gd name="T11" fmla="*/ 20 h 163"/>
              </a:gdLst>
              <a:ahLst/>
              <a:cxnLst>
                <a:cxn ang="0">
                  <a:pos x="T0" y="T1"/>
                </a:cxn>
                <a:cxn ang="0">
                  <a:pos x="T2" y="T3"/>
                </a:cxn>
                <a:cxn ang="0">
                  <a:pos x="T4" y="T5"/>
                </a:cxn>
                <a:cxn ang="0">
                  <a:pos x="T6" y="T7"/>
                </a:cxn>
                <a:cxn ang="0">
                  <a:pos x="T8" y="T9"/>
                </a:cxn>
                <a:cxn ang="0">
                  <a:pos x="T10" y="T11"/>
                </a:cxn>
              </a:cxnLst>
              <a:rect l="0" t="0" r="r" b="b"/>
              <a:pathLst>
                <a:path w="267" h="163">
                  <a:moveTo>
                    <a:pt x="138" y="20"/>
                  </a:moveTo>
                  <a:cubicBezTo>
                    <a:pt x="82" y="46"/>
                    <a:pt x="47" y="96"/>
                    <a:pt x="0" y="145"/>
                  </a:cubicBezTo>
                  <a:cubicBezTo>
                    <a:pt x="61" y="163"/>
                    <a:pt x="144" y="154"/>
                    <a:pt x="191" y="137"/>
                  </a:cubicBezTo>
                  <a:cubicBezTo>
                    <a:pt x="238" y="118"/>
                    <a:pt x="267" y="80"/>
                    <a:pt x="267" y="39"/>
                  </a:cubicBezTo>
                  <a:cubicBezTo>
                    <a:pt x="267" y="34"/>
                    <a:pt x="264" y="31"/>
                    <a:pt x="260" y="29"/>
                  </a:cubicBezTo>
                  <a:cubicBezTo>
                    <a:pt x="229" y="12"/>
                    <a:pt x="180" y="0"/>
                    <a:pt x="138" y="2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4" name="Freeform 46">
              <a:extLst>
                <a:ext uri="{FF2B5EF4-FFF2-40B4-BE49-F238E27FC236}">
                  <a16:creationId xmlns:a16="http://schemas.microsoft.com/office/drawing/2014/main" id="{C13FF9D5-D135-EE5A-E5FE-F3E1FCDB09BD}"/>
                </a:ext>
              </a:extLst>
            </p:cNvPr>
            <p:cNvSpPr>
              <a:spLocks/>
            </p:cNvSpPr>
            <p:nvPr/>
          </p:nvSpPr>
          <p:spPr bwMode="auto">
            <a:xfrm>
              <a:off x="8734619" y="2316777"/>
              <a:ext cx="1079802" cy="534126"/>
            </a:xfrm>
            <a:custGeom>
              <a:avLst/>
              <a:gdLst>
                <a:gd name="T0" fmla="*/ 194 w 306"/>
                <a:gd name="T1" fmla="*/ 10 h 152"/>
                <a:gd name="T2" fmla="*/ 0 w 306"/>
                <a:gd name="T3" fmla="*/ 66 h 152"/>
                <a:gd name="T4" fmla="*/ 167 w 306"/>
                <a:gd name="T5" fmla="*/ 141 h 152"/>
                <a:gd name="T6" fmla="*/ 298 w 306"/>
                <a:gd name="T7" fmla="*/ 105 h 152"/>
                <a:gd name="T8" fmla="*/ 301 w 306"/>
                <a:gd name="T9" fmla="*/ 82 h 152"/>
                <a:gd name="T10" fmla="*/ 194 w 306"/>
                <a:gd name="T11" fmla="*/ 10 h 152"/>
              </a:gdLst>
              <a:ahLst/>
              <a:cxnLst>
                <a:cxn ang="0">
                  <a:pos x="T0" y="T1"/>
                </a:cxn>
                <a:cxn ang="0">
                  <a:pos x="T2" y="T3"/>
                </a:cxn>
                <a:cxn ang="0">
                  <a:pos x="T4" y="T5"/>
                </a:cxn>
                <a:cxn ang="0">
                  <a:pos x="T6" y="T7"/>
                </a:cxn>
                <a:cxn ang="0">
                  <a:pos x="T8" y="T9"/>
                </a:cxn>
                <a:cxn ang="0">
                  <a:pos x="T10" y="T11"/>
                </a:cxn>
              </a:cxnLst>
              <a:rect l="0" t="0" r="r" b="b"/>
              <a:pathLst>
                <a:path w="306" h="152">
                  <a:moveTo>
                    <a:pt x="194" y="10"/>
                  </a:moveTo>
                  <a:cubicBezTo>
                    <a:pt x="146" y="0"/>
                    <a:pt x="60" y="26"/>
                    <a:pt x="0" y="66"/>
                  </a:cubicBezTo>
                  <a:cubicBezTo>
                    <a:pt x="54" y="97"/>
                    <a:pt x="114" y="130"/>
                    <a:pt x="167" y="141"/>
                  </a:cubicBezTo>
                  <a:cubicBezTo>
                    <a:pt x="218" y="152"/>
                    <a:pt x="264" y="136"/>
                    <a:pt x="298" y="105"/>
                  </a:cubicBezTo>
                  <a:cubicBezTo>
                    <a:pt x="305" y="100"/>
                    <a:pt x="306" y="90"/>
                    <a:pt x="301" y="82"/>
                  </a:cubicBezTo>
                  <a:cubicBezTo>
                    <a:pt x="281" y="50"/>
                    <a:pt x="240" y="19"/>
                    <a:pt x="194" y="1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5" name="Freeform 47">
              <a:extLst>
                <a:ext uri="{FF2B5EF4-FFF2-40B4-BE49-F238E27FC236}">
                  <a16:creationId xmlns:a16="http://schemas.microsoft.com/office/drawing/2014/main" id="{91485A8A-115D-83EB-2632-9DFC07E85DFE}"/>
                </a:ext>
              </a:extLst>
            </p:cNvPr>
            <p:cNvSpPr>
              <a:spLocks/>
            </p:cNvSpPr>
            <p:nvPr/>
          </p:nvSpPr>
          <p:spPr bwMode="auto">
            <a:xfrm>
              <a:off x="10706556" y="512295"/>
              <a:ext cx="736228" cy="707357"/>
            </a:xfrm>
            <a:custGeom>
              <a:avLst/>
              <a:gdLst>
                <a:gd name="T0" fmla="*/ 171 w 209"/>
                <a:gd name="T1" fmla="*/ 76 h 201"/>
                <a:gd name="T2" fmla="*/ 0 w 209"/>
                <a:gd name="T3" fmla="*/ 0 h 201"/>
                <a:gd name="T4" fmla="*/ 73 w 209"/>
                <a:gd name="T5" fmla="*/ 165 h 201"/>
                <a:gd name="T6" fmla="*/ 196 w 209"/>
                <a:gd name="T7" fmla="*/ 189 h 201"/>
                <a:gd name="T8" fmla="*/ 207 w 209"/>
                <a:gd name="T9" fmla="*/ 176 h 201"/>
                <a:gd name="T10" fmla="*/ 171 w 209"/>
                <a:gd name="T11" fmla="*/ 76 h 201"/>
              </a:gdLst>
              <a:ahLst/>
              <a:cxnLst>
                <a:cxn ang="0">
                  <a:pos x="T0" y="T1"/>
                </a:cxn>
                <a:cxn ang="0">
                  <a:pos x="T2" y="T3"/>
                </a:cxn>
                <a:cxn ang="0">
                  <a:pos x="T4" y="T5"/>
                </a:cxn>
                <a:cxn ang="0">
                  <a:pos x="T6" y="T7"/>
                </a:cxn>
                <a:cxn ang="0">
                  <a:pos x="T8" y="T9"/>
                </a:cxn>
                <a:cxn ang="0">
                  <a:pos x="T10" y="T11"/>
                </a:cxn>
              </a:cxnLst>
              <a:rect l="0" t="0" r="r" b="b"/>
              <a:pathLst>
                <a:path w="209" h="201">
                  <a:moveTo>
                    <a:pt x="171" y="76"/>
                  </a:moveTo>
                  <a:cubicBezTo>
                    <a:pt x="136" y="40"/>
                    <a:pt x="56" y="9"/>
                    <a:pt x="0" y="0"/>
                  </a:cubicBezTo>
                  <a:cubicBezTo>
                    <a:pt x="12" y="36"/>
                    <a:pt x="37" y="133"/>
                    <a:pt x="73" y="165"/>
                  </a:cubicBezTo>
                  <a:cubicBezTo>
                    <a:pt x="110" y="198"/>
                    <a:pt x="150" y="201"/>
                    <a:pt x="196" y="189"/>
                  </a:cubicBezTo>
                  <a:cubicBezTo>
                    <a:pt x="202" y="187"/>
                    <a:pt x="207" y="182"/>
                    <a:pt x="207" y="176"/>
                  </a:cubicBezTo>
                  <a:cubicBezTo>
                    <a:pt x="209" y="139"/>
                    <a:pt x="202" y="108"/>
                    <a:pt x="171" y="7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6" name="Freeform: Shape 75">
              <a:extLst>
                <a:ext uri="{FF2B5EF4-FFF2-40B4-BE49-F238E27FC236}">
                  <a16:creationId xmlns:a16="http://schemas.microsoft.com/office/drawing/2014/main" id="{2DAFBE75-D269-2E60-38EB-E360457D563A}"/>
                </a:ext>
              </a:extLst>
            </p:cNvPr>
            <p:cNvSpPr>
              <a:spLocks/>
            </p:cNvSpPr>
            <p:nvPr/>
          </p:nvSpPr>
          <p:spPr bwMode="auto">
            <a:xfrm>
              <a:off x="9916287" y="0"/>
              <a:ext cx="447759" cy="240954"/>
            </a:xfrm>
            <a:custGeom>
              <a:avLst/>
              <a:gdLst>
                <a:gd name="connsiteX0" fmla="*/ 0 w 447759"/>
                <a:gd name="connsiteY0" fmla="*/ 0 h 240954"/>
                <a:gd name="connsiteX1" fmla="*/ 414433 w 447759"/>
                <a:gd name="connsiteY1" fmla="*/ 0 h 240954"/>
                <a:gd name="connsiteX2" fmla="*/ 420771 w 447759"/>
                <a:gd name="connsiteY2" fmla="*/ 9983 h 240954"/>
                <a:gd name="connsiteX3" fmla="*/ 441191 w 447759"/>
                <a:gd name="connsiteY3" fmla="*/ 210080 h 240954"/>
                <a:gd name="connsiteX4" fmla="*/ 409316 w 447759"/>
                <a:gd name="connsiteY4" fmla="*/ 238327 h 240954"/>
                <a:gd name="connsiteX5" fmla="*/ 55157 w 447759"/>
                <a:gd name="connsiteY5" fmla="*/ 100625 h 240954"/>
                <a:gd name="connsiteX6" fmla="*/ 10942 w 447759"/>
                <a:gd name="connsiteY6" fmla="*/ 26313 h 240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7759" h="240954">
                  <a:moveTo>
                    <a:pt x="0" y="0"/>
                  </a:moveTo>
                  <a:lnTo>
                    <a:pt x="414433" y="0"/>
                  </a:lnTo>
                  <a:lnTo>
                    <a:pt x="420771" y="9983"/>
                  </a:lnTo>
                  <a:cubicBezTo>
                    <a:pt x="452479" y="75689"/>
                    <a:pt x="451816" y="135933"/>
                    <a:pt x="441191" y="210080"/>
                  </a:cubicBezTo>
                  <a:cubicBezTo>
                    <a:pt x="437649" y="227734"/>
                    <a:pt x="427024" y="238327"/>
                    <a:pt x="409316" y="238327"/>
                  </a:cubicBezTo>
                  <a:cubicBezTo>
                    <a:pt x="249945" y="252450"/>
                    <a:pt x="133072" y="210080"/>
                    <a:pt x="55157" y="100625"/>
                  </a:cubicBezTo>
                  <a:cubicBezTo>
                    <a:pt x="40991" y="81206"/>
                    <a:pt x="25717" y="55828"/>
                    <a:pt x="10942" y="263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77" name="Freeform 49">
              <a:extLst>
                <a:ext uri="{FF2B5EF4-FFF2-40B4-BE49-F238E27FC236}">
                  <a16:creationId xmlns:a16="http://schemas.microsoft.com/office/drawing/2014/main" id="{CD50D341-55DC-86B1-6565-1BC1F811438F}"/>
                </a:ext>
              </a:extLst>
            </p:cNvPr>
            <p:cNvSpPr>
              <a:spLocks/>
            </p:cNvSpPr>
            <p:nvPr/>
          </p:nvSpPr>
          <p:spPr bwMode="auto">
            <a:xfrm>
              <a:off x="9312053" y="2850903"/>
              <a:ext cx="1255919" cy="629403"/>
            </a:xfrm>
            <a:custGeom>
              <a:avLst/>
              <a:gdLst>
                <a:gd name="T0" fmla="*/ 212 w 356"/>
                <a:gd name="T1" fmla="*/ 174 h 179"/>
                <a:gd name="T2" fmla="*/ 0 w 356"/>
                <a:gd name="T3" fmla="*/ 110 h 179"/>
                <a:gd name="T4" fmla="*/ 171 w 356"/>
                <a:gd name="T5" fmla="*/ 10 h 179"/>
                <a:gd name="T6" fmla="*/ 352 w 356"/>
                <a:gd name="T7" fmla="*/ 91 h 179"/>
                <a:gd name="T8" fmla="*/ 350 w 356"/>
                <a:gd name="T9" fmla="*/ 110 h 179"/>
                <a:gd name="T10" fmla="*/ 212 w 356"/>
                <a:gd name="T11" fmla="*/ 174 h 179"/>
              </a:gdLst>
              <a:ahLst/>
              <a:cxnLst>
                <a:cxn ang="0">
                  <a:pos x="T0" y="T1"/>
                </a:cxn>
                <a:cxn ang="0">
                  <a:pos x="T2" y="T3"/>
                </a:cxn>
                <a:cxn ang="0">
                  <a:pos x="T4" y="T5"/>
                </a:cxn>
                <a:cxn ang="0">
                  <a:pos x="T6" y="T7"/>
                </a:cxn>
                <a:cxn ang="0">
                  <a:pos x="T8" y="T9"/>
                </a:cxn>
                <a:cxn ang="0">
                  <a:pos x="T10" y="T11"/>
                </a:cxn>
              </a:cxnLst>
              <a:rect l="0" t="0" r="r" b="b"/>
              <a:pathLst>
                <a:path w="356" h="179">
                  <a:moveTo>
                    <a:pt x="212" y="174"/>
                  </a:moveTo>
                  <a:cubicBezTo>
                    <a:pt x="146" y="179"/>
                    <a:pt x="89" y="144"/>
                    <a:pt x="0" y="110"/>
                  </a:cubicBezTo>
                  <a:cubicBezTo>
                    <a:pt x="34" y="72"/>
                    <a:pt x="108" y="20"/>
                    <a:pt x="171" y="10"/>
                  </a:cubicBezTo>
                  <a:cubicBezTo>
                    <a:pt x="236" y="0"/>
                    <a:pt x="316" y="34"/>
                    <a:pt x="352" y="91"/>
                  </a:cubicBezTo>
                  <a:cubicBezTo>
                    <a:pt x="356" y="97"/>
                    <a:pt x="355" y="104"/>
                    <a:pt x="350" y="110"/>
                  </a:cubicBezTo>
                  <a:cubicBezTo>
                    <a:pt x="316" y="144"/>
                    <a:pt x="271" y="170"/>
                    <a:pt x="212" y="1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8" name="Freeform: Shape 77">
              <a:extLst>
                <a:ext uri="{FF2B5EF4-FFF2-40B4-BE49-F238E27FC236}">
                  <a16:creationId xmlns:a16="http://schemas.microsoft.com/office/drawing/2014/main" id="{674C5059-AAC7-8AC0-E117-784F4C2156AC}"/>
                </a:ext>
              </a:extLst>
            </p:cNvPr>
            <p:cNvSpPr>
              <a:spLocks/>
            </p:cNvSpPr>
            <p:nvPr/>
          </p:nvSpPr>
          <p:spPr bwMode="auto">
            <a:xfrm>
              <a:off x="10881967" y="0"/>
              <a:ext cx="535486" cy="509022"/>
            </a:xfrm>
            <a:custGeom>
              <a:avLst/>
              <a:gdLst>
                <a:gd name="connsiteX0" fmla="*/ 0 w 535486"/>
                <a:gd name="connsiteY0" fmla="*/ 0 h 509022"/>
                <a:gd name="connsiteX1" fmla="*/ 299950 w 535486"/>
                <a:gd name="connsiteY1" fmla="*/ 0 h 509022"/>
                <a:gd name="connsiteX2" fmla="*/ 371512 w 535486"/>
                <a:gd name="connsiteY2" fmla="*/ 46406 h 509022"/>
                <a:gd name="connsiteX3" fmla="*/ 451269 w 535486"/>
                <a:gd name="connsiteY3" fmla="*/ 128855 h 509022"/>
                <a:gd name="connsiteX4" fmla="*/ 528768 w 535486"/>
                <a:gd name="connsiteY4" fmla="*/ 473371 h 509022"/>
                <a:gd name="connsiteX5" fmla="*/ 497064 w 535486"/>
                <a:gd name="connsiteY5" fmla="*/ 505010 h 509022"/>
                <a:gd name="connsiteX6" fmla="*/ 70816 w 535486"/>
                <a:gd name="connsiteY6" fmla="*/ 308144 h 509022"/>
                <a:gd name="connsiteX7" fmla="*/ 3444 w 535486"/>
                <a:gd name="connsiteY7" fmla="*/ 77002 h 509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5486" h="509022">
                  <a:moveTo>
                    <a:pt x="0" y="0"/>
                  </a:moveTo>
                  <a:lnTo>
                    <a:pt x="299950" y="0"/>
                  </a:lnTo>
                  <a:lnTo>
                    <a:pt x="371512" y="46406"/>
                  </a:lnTo>
                  <a:cubicBezTo>
                    <a:pt x="401731" y="70410"/>
                    <a:pt x="428371" y="97216"/>
                    <a:pt x="451269" y="128855"/>
                  </a:cubicBezTo>
                  <a:cubicBezTo>
                    <a:pt x="532291" y="237834"/>
                    <a:pt x="546382" y="357360"/>
                    <a:pt x="528768" y="473371"/>
                  </a:cubicBezTo>
                  <a:cubicBezTo>
                    <a:pt x="528768" y="490948"/>
                    <a:pt x="514678" y="501494"/>
                    <a:pt x="497064" y="505010"/>
                  </a:cubicBezTo>
                  <a:cubicBezTo>
                    <a:pt x="331497" y="529618"/>
                    <a:pt x="148316" y="438216"/>
                    <a:pt x="70816" y="308144"/>
                  </a:cubicBezTo>
                  <a:cubicBezTo>
                    <a:pt x="33828" y="244865"/>
                    <a:pt x="12691" y="160494"/>
                    <a:pt x="3444" y="770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79" name="Freeform 58">
              <a:extLst>
                <a:ext uri="{FF2B5EF4-FFF2-40B4-BE49-F238E27FC236}">
                  <a16:creationId xmlns:a16="http://schemas.microsoft.com/office/drawing/2014/main" id="{076F7378-B237-8F3F-8D1E-2E95152148B0}"/>
                </a:ext>
              </a:extLst>
            </p:cNvPr>
            <p:cNvSpPr>
              <a:spLocks/>
            </p:cNvSpPr>
            <p:nvPr/>
          </p:nvSpPr>
          <p:spPr bwMode="auto">
            <a:xfrm>
              <a:off x="8780814" y="177384"/>
              <a:ext cx="799746" cy="733341"/>
            </a:xfrm>
            <a:custGeom>
              <a:avLst/>
              <a:gdLst>
                <a:gd name="T0" fmla="*/ 88 w 227"/>
                <a:gd name="T1" fmla="*/ 178 h 208"/>
                <a:gd name="T2" fmla="*/ 0 w 227"/>
                <a:gd name="T3" fmla="*/ 0 h 208"/>
                <a:gd name="T4" fmla="*/ 190 w 227"/>
                <a:gd name="T5" fmla="*/ 82 h 208"/>
                <a:gd name="T6" fmla="*/ 215 w 227"/>
                <a:gd name="T7" fmla="*/ 192 h 208"/>
                <a:gd name="T8" fmla="*/ 202 w 227"/>
                <a:gd name="T9" fmla="*/ 203 h 208"/>
                <a:gd name="T10" fmla="*/ 88 w 227"/>
                <a:gd name="T11" fmla="*/ 178 h 208"/>
              </a:gdLst>
              <a:ahLst/>
              <a:cxnLst>
                <a:cxn ang="0">
                  <a:pos x="T0" y="T1"/>
                </a:cxn>
                <a:cxn ang="0">
                  <a:pos x="T2" y="T3"/>
                </a:cxn>
                <a:cxn ang="0">
                  <a:pos x="T4" y="T5"/>
                </a:cxn>
                <a:cxn ang="0">
                  <a:pos x="T6" y="T7"/>
                </a:cxn>
                <a:cxn ang="0">
                  <a:pos x="T8" y="T9"/>
                </a:cxn>
                <a:cxn ang="0">
                  <a:pos x="T10" y="T11"/>
                </a:cxn>
              </a:cxnLst>
              <a:rect l="0" t="0" r="r" b="b"/>
              <a:pathLst>
                <a:path w="227" h="208">
                  <a:moveTo>
                    <a:pt x="88" y="178"/>
                  </a:moveTo>
                  <a:cubicBezTo>
                    <a:pt x="23" y="128"/>
                    <a:pt x="7" y="59"/>
                    <a:pt x="0" y="0"/>
                  </a:cubicBezTo>
                  <a:cubicBezTo>
                    <a:pt x="61" y="28"/>
                    <a:pt x="154" y="47"/>
                    <a:pt x="190" y="82"/>
                  </a:cubicBezTo>
                  <a:cubicBezTo>
                    <a:pt x="219" y="109"/>
                    <a:pt x="227" y="155"/>
                    <a:pt x="215" y="192"/>
                  </a:cubicBezTo>
                  <a:cubicBezTo>
                    <a:pt x="213" y="198"/>
                    <a:pt x="208" y="202"/>
                    <a:pt x="202" y="203"/>
                  </a:cubicBezTo>
                  <a:cubicBezTo>
                    <a:pt x="169" y="208"/>
                    <a:pt x="122" y="204"/>
                    <a:pt x="88" y="17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0" name="Freeform 61">
              <a:extLst>
                <a:ext uri="{FF2B5EF4-FFF2-40B4-BE49-F238E27FC236}">
                  <a16:creationId xmlns:a16="http://schemas.microsoft.com/office/drawing/2014/main" id="{130C1B1E-CD14-4565-3CD6-CE048785E60F}"/>
                </a:ext>
              </a:extLst>
            </p:cNvPr>
            <p:cNvSpPr>
              <a:spLocks/>
            </p:cNvSpPr>
            <p:nvPr/>
          </p:nvSpPr>
          <p:spPr bwMode="auto">
            <a:xfrm>
              <a:off x="10036733" y="4129919"/>
              <a:ext cx="1166417" cy="588983"/>
            </a:xfrm>
            <a:custGeom>
              <a:avLst/>
              <a:gdLst>
                <a:gd name="T0" fmla="*/ 220 w 331"/>
                <a:gd name="T1" fmla="*/ 147 h 167"/>
                <a:gd name="T2" fmla="*/ 0 w 331"/>
                <a:gd name="T3" fmla="*/ 134 h 167"/>
                <a:gd name="T4" fmla="*/ 186 w 331"/>
                <a:gd name="T5" fmla="*/ 11 h 167"/>
                <a:gd name="T6" fmla="*/ 324 w 331"/>
                <a:gd name="T7" fmla="*/ 37 h 167"/>
                <a:gd name="T8" fmla="*/ 329 w 331"/>
                <a:gd name="T9" fmla="*/ 53 h 167"/>
                <a:gd name="T10" fmla="*/ 220 w 331"/>
                <a:gd name="T11" fmla="*/ 147 h 167"/>
              </a:gdLst>
              <a:ahLst/>
              <a:cxnLst>
                <a:cxn ang="0">
                  <a:pos x="T0" y="T1"/>
                </a:cxn>
                <a:cxn ang="0">
                  <a:pos x="T2" y="T3"/>
                </a:cxn>
                <a:cxn ang="0">
                  <a:pos x="T4" y="T5"/>
                </a:cxn>
                <a:cxn ang="0">
                  <a:pos x="T6" y="T7"/>
                </a:cxn>
                <a:cxn ang="0">
                  <a:pos x="T8" y="T9"/>
                </a:cxn>
                <a:cxn ang="0">
                  <a:pos x="T10" y="T11"/>
                </a:cxn>
              </a:cxnLst>
              <a:rect l="0" t="0" r="r" b="b"/>
              <a:pathLst>
                <a:path w="331" h="167">
                  <a:moveTo>
                    <a:pt x="220" y="147"/>
                  </a:moveTo>
                  <a:cubicBezTo>
                    <a:pt x="126" y="167"/>
                    <a:pt x="78" y="146"/>
                    <a:pt x="0" y="134"/>
                  </a:cubicBezTo>
                  <a:cubicBezTo>
                    <a:pt x="61" y="65"/>
                    <a:pt x="108" y="29"/>
                    <a:pt x="186" y="11"/>
                  </a:cubicBezTo>
                  <a:cubicBezTo>
                    <a:pt x="230" y="0"/>
                    <a:pt x="284" y="6"/>
                    <a:pt x="324" y="37"/>
                  </a:cubicBezTo>
                  <a:cubicBezTo>
                    <a:pt x="329" y="41"/>
                    <a:pt x="331" y="47"/>
                    <a:pt x="329" y="53"/>
                  </a:cubicBezTo>
                  <a:cubicBezTo>
                    <a:pt x="316" y="92"/>
                    <a:pt x="277" y="134"/>
                    <a:pt x="220" y="14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1" name="Freeform 62">
              <a:extLst>
                <a:ext uri="{FF2B5EF4-FFF2-40B4-BE49-F238E27FC236}">
                  <a16:creationId xmlns:a16="http://schemas.microsoft.com/office/drawing/2014/main" id="{77243AB7-3201-DA7E-1891-6D22BA83A3E5}"/>
                </a:ext>
              </a:extLst>
            </p:cNvPr>
            <p:cNvSpPr>
              <a:spLocks/>
            </p:cNvSpPr>
            <p:nvPr/>
          </p:nvSpPr>
          <p:spPr bwMode="auto">
            <a:xfrm>
              <a:off x="10772961" y="2943292"/>
              <a:ext cx="1140432" cy="537014"/>
            </a:xfrm>
            <a:custGeom>
              <a:avLst/>
              <a:gdLst>
                <a:gd name="T0" fmla="*/ 183 w 324"/>
                <a:gd name="T1" fmla="*/ 147 h 153"/>
                <a:gd name="T2" fmla="*/ 0 w 324"/>
                <a:gd name="T3" fmla="*/ 22 h 153"/>
                <a:gd name="T4" fmla="*/ 204 w 324"/>
                <a:gd name="T5" fmla="*/ 6 h 153"/>
                <a:gd name="T6" fmla="*/ 319 w 324"/>
                <a:gd name="T7" fmla="*/ 77 h 153"/>
                <a:gd name="T8" fmla="*/ 318 w 324"/>
                <a:gd name="T9" fmla="*/ 99 h 153"/>
                <a:gd name="T10" fmla="*/ 183 w 324"/>
                <a:gd name="T11" fmla="*/ 147 h 153"/>
              </a:gdLst>
              <a:ahLst/>
              <a:cxnLst>
                <a:cxn ang="0">
                  <a:pos x="T0" y="T1"/>
                </a:cxn>
                <a:cxn ang="0">
                  <a:pos x="T2" y="T3"/>
                </a:cxn>
                <a:cxn ang="0">
                  <a:pos x="T4" y="T5"/>
                </a:cxn>
                <a:cxn ang="0">
                  <a:pos x="T6" y="T7"/>
                </a:cxn>
                <a:cxn ang="0">
                  <a:pos x="T8" y="T9"/>
                </a:cxn>
                <a:cxn ang="0">
                  <a:pos x="T10" y="T11"/>
                </a:cxn>
              </a:cxnLst>
              <a:rect l="0" t="0" r="r" b="b"/>
              <a:pathLst>
                <a:path w="324" h="153">
                  <a:moveTo>
                    <a:pt x="183" y="147"/>
                  </a:moveTo>
                  <a:cubicBezTo>
                    <a:pt x="129" y="141"/>
                    <a:pt x="45" y="83"/>
                    <a:pt x="0" y="22"/>
                  </a:cubicBezTo>
                  <a:cubicBezTo>
                    <a:pt x="85" y="14"/>
                    <a:pt x="140" y="0"/>
                    <a:pt x="204" y="6"/>
                  </a:cubicBezTo>
                  <a:cubicBezTo>
                    <a:pt x="256" y="12"/>
                    <a:pt x="293" y="39"/>
                    <a:pt x="319" y="77"/>
                  </a:cubicBezTo>
                  <a:cubicBezTo>
                    <a:pt x="324" y="84"/>
                    <a:pt x="323" y="93"/>
                    <a:pt x="318" y="99"/>
                  </a:cubicBezTo>
                  <a:cubicBezTo>
                    <a:pt x="291" y="130"/>
                    <a:pt x="237" y="153"/>
                    <a:pt x="183" y="14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2" name="Freeform 63">
              <a:extLst>
                <a:ext uri="{FF2B5EF4-FFF2-40B4-BE49-F238E27FC236}">
                  <a16:creationId xmlns:a16="http://schemas.microsoft.com/office/drawing/2014/main" id="{796BEBDD-59D9-0D5E-E20D-599888175AFE}"/>
                </a:ext>
              </a:extLst>
            </p:cNvPr>
            <p:cNvSpPr>
              <a:spLocks/>
            </p:cNvSpPr>
            <p:nvPr/>
          </p:nvSpPr>
          <p:spPr bwMode="auto">
            <a:xfrm>
              <a:off x="8073457" y="3428337"/>
              <a:ext cx="1362744" cy="528352"/>
            </a:xfrm>
            <a:custGeom>
              <a:avLst/>
              <a:gdLst>
                <a:gd name="T0" fmla="*/ 244 w 387"/>
                <a:gd name="T1" fmla="*/ 140 h 150"/>
                <a:gd name="T2" fmla="*/ 0 w 387"/>
                <a:gd name="T3" fmla="*/ 81 h 150"/>
                <a:gd name="T4" fmla="*/ 244 w 387"/>
                <a:gd name="T5" fmla="*/ 3 h 150"/>
                <a:gd name="T6" fmla="*/ 380 w 387"/>
                <a:gd name="T7" fmla="*/ 49 h 150"/>
                <a:gd name="T8" fmla="*/ 382 w 387"/>
                <a:gd name="T9" fmla="*/ 71 h 150"/>
                <a:gd name="T10" fmla="*/ 244 w 387"/>
                <a:gd name="T11" fmla="*/ 140 h 150"/>
              </a:gdLst>
              <a:ahLst/>
              <a:cxnLst>
                <a:cxn ang="0">
                  <a:pos x="T0" y="T1"/>
                </a:cxn>
                <a:cxn ang="0">
                  <a:pos x="T2" y="T3"/>
                </a:cxn>
                <a:cxn ang="0">
                  <a:pos x="T4" y="T5"/>
                </a:cxn>
                <a:cxn ang="0">
                  <a:pos x="T6" y="T7"/>
                </a:cxn>
                <a:cxn ang="0">
                  <a:pos x="T8" y="T9"/>
                </a:cxn>
                <a:cxn ang="0">
                  <a:pos x="T10" y="T11"/>
                </a:cxn>
              </a:cxnLst>
              <a:rect l="0" t="0" r="r" b="b"/>
              <a:pathLst>
                <a:path w="387" h="150">
                  <a:moveTo>
                    <a:pt x="244" y="140"/>
                  </a:moveTo>
                  <a:cubicBezTo>
                    <a:pt x="143" y="150"/>
                    <a:pt x="64" y="123"/>
                    <a:pt x="0" y="81"/>
                  </a:cubicBezTo>
                  <a:cubicBezTo>
                    <a:pt x="90" y="59"/>
                    <a:pt x="173" y="8"/>
                    <a:pt x="244" y="3"/>
                  </a:cubicBezTo>
                  <a:cubicBezTo>
                    <a:pt x="301" y="0"/>
                    <a:pt x="346" y="16"/>
                    <a:pt x="380" y="49"/>
                  </a:cubicBezTo>
                  <a:cubicBezTo>
                    <a:pt x="386" y="55"/>
                    <a:pt x="387" y="64"/>
                    <a:pt x="382" y="71"/>
                  </a:cubicBezTo>
                  <a:cubicBezTo>
                    <a:pt x="358" y="105"/>
                    <a:pt x="303" y="134"/>
                    <a:pt x="244" y="14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3" name="Freeform: Shape 82">
              <a:extLst>
                <a:ext uri="{FF2B5EF4-FFF2-40B4-BE49-F238E27FC236}">
                  <a16:creationId xmlns:a16="http://schemas.microsoft.com/office/drawing/2014/main" id="{943BE181-D755-08FC-1BC1-E76A87AE2F89}"/>
                </a:ext>
              </a:extLst>
            </p:cNvPr>
            <p:cNvSpPr>
              <a:spLocks/>
            </p:cNvSpPr>
            <p:nvPr/>
          </p:nvSpPr>
          <p:spPr bwMode="auto">
            <a:xfrm>
              <a:off x="11985398" y="1615194"/>
              <a:ext cx="206602" cy="811211"/>
            </a:xfrm>
            <a:custGeom>
              <a:avLst/>
              <a:gdLst>
                <a:gd name="connsiteX0" fmla="*/ 3359 w 206602"/>
                <a:gd name="connsiteY0" fmla="*/ 0 h 811211"/>
                <a:gd name="connsiteX1" fmla="*/ 199109 w 206602"/>
                <a:gd name="connsiteY1" fmla="*/ 140286 h 811211"/>
                <a:gd name="connsiteX2" fmla="*/ 206602 w 206602"/>
                <a:gd name="connsiteY2" fmla="*/ 143814 h 811211"/>
                <a:gd name="connsiteX3" fmla="*/ 206602 w 206602"/>
                <a:gd name="connsiteY3" fmla="*/ 811211 h 811211"/>
                <a:gd name="connsiteX4" fmla="*/ 148671 w 206602"/>
                <a:gd name="connsiteY4" fmla="*/ 736790 h 811211"/>
                <a:gd name="connsiteX5" fmla="*/ 3359 w 206602"/>
                <a:gd name="connsiteY5" fmla="*/ 0 h 811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6602" h="811211">
                  <a:moveTo>
                    <a:pt x="3359" y="0"/>
                  </a:moveTo>
                  <a:cubicBezTo>
                    <a:pt x="68554" y="59809"/>
                    <a:pt x="134189" y="104225"/>
                    <a:pt x="199109" y="140286"/>
                  </a:cubicBezTo>
                  <a:lnTo>
                    <a:pt x="206602" y="143814"/>
                  </a:lnTo>
                  <a:lnTo>
                    <a:pt x="206602" y="811211"/>
                  </a:lnTo>
                  <a:lnTo>
                    <a:pt x="148671" y="736790"/>
                  </a:lnTo>
                  <a:cubicBezTo>
                    <a:pt x="23788" y="551799"/>
                    <a:pt x="-12058" y="310916"/>
                    <a:pt x="335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84" name="Freeform 65">
              <a:extLst>
                <a:ext uri="{FF2B5EF4-FFF2-40B4-BE49-F238E27FC236}">
                  <a16:creationId xmlns:a16="http://schemas.microsoft.com/office/drawing/2014/main" id="{372004BE-AFC8-D107-F82E-A3AF2B984C06}"/>
                </a:ext>
              </a:extLst>
            </p:cNvPr>
            <p:cNvSpPr>
              <a:spLocks/>
            </p:cNvSpPr>
            <p:nvPr/>
          </p:nvSpPr>
          <p:spPr bwMode="auto">
            <a:xfrm>
              <a:off x="9805759" y="5140429"/>
              <a:ext cx="1065366" cy="742003"/>
            </a:xfrm>
            <a:custGeom>
              <a:avLst/>
              <a:gdLst>
                <a:gd name="T0" fmla="*/ 209 w 302"/>
                <a:gd name="T1" fmla="*/ 172 h 211"/>
                <a:gd name="T2" fmla="*/ 0 w 302"/>
                <a:gd name="T3" fmla="*/ 179 h 211"/>
                <a:gd name="T4" fmla="*/ 137 w 302"/>
                <a:gd name="T5" fmla="*/ 30 h 211"/>
                <a:gd name="T6" fmla="*/ 293 w 302"/>
                <a:gd name="T7" fmla="*/ 21 h 211"/>
                <a:gd name="T8" fmla="*/ 302 w 302"/>
                <a:gd name="T9" fmla="*/ 35 h 211"/>
                <a:gd name="T10" fmla="*/ 209 w 302"/>
                <a:gd name="T11" fmla="*/ 172 h 211"/>
              </a:gdLst>
              <a:ahLst/>
              <a:cxnLst>
                <a:cxn ang="0">
                  <a:pos x="T0" y="T1"/>
                </a:cxn>
                <a:cxn ang="0">
                  <a:pos x="T2" y="T3"/>
                </a:cxn>
                <a:cxn ang="0">
                  <a:pos x="T4" y="T5"/>
                </a:cxn>
                <a:cxn ang="0">
                  <a:pos x="T6" y="T7"/>
                </a:cxn>
                <a:cxn ang="0">
                  <a:pos x="T8" y="T9"/>
                </a:cxn>
                <a:cxn ang="0">
                  <a:pos x="T10" y="T11"/>
                </a:cxn>
              </a:cxnLst>
              <a:rect l="0" t="0" r="r" b="b"/>
              <a:pathLst>
                <a:path w="302" h="211">
                  <a:moveTo>
                    <a:pt x="209" y="172"/>
                  </a:moveTo>
                  <a:cubicBezTo>
                    <a:pt x="156" y="202"/>
                    <a:pt x="79" y="211"/>
                    <a:pt x="0" y="179"/>
                  </a:cubicBezTo>
                  <a:cubicBezTo>
                    <a:pt x="56" y="125"/>
                    <a:pt x="74" y="66"/>
                    <a:pt x="137" y="30"/>
                  </a:cubicBezTo>
                  <a:cubicBezTo>
                    <a:pt x="190" y="0"/>
                    <a:pt x="244" y="2"/>
                    <a:pt x="293" y="21"/>
                  </a:cubicBezTo>
                  <a:cubicBezTo>
                    <a:pt x="299" y="24"/>
                    <a:pt x="302" y="29"/>
                    <a:pt x="302" y="35"/>
                  </a:cubicBezTo>
                  <a:cubicBezTo>
                    <a:pt x="299" y="81"/>
                    <a:pt x="264" y="141"/>
                    <a:pt x="209" y="1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5" name="Freeform: Shape 84">
              <a:extLst>
                <a:ext uri="{FF2B5EF4-FFF2-40B4-BE49-F238E27FC236}">
                  <a16:creationId xmlns:a16="http://schemas.microsoft.com/office/drawing/2014/main" id="{C0FCD4CB-0CE4-F430-DEB3-83152BBF44D6}"/>
                </a:ext>
              </a:extLst>
            </p:cNvPr>
            <p:cNvSpPr>
              <a:spLocks/>
            </p:cNvSpPr>
            <p:nvPr/>
          </p:nvSpPr>
          <p:spPr bwMode="auto">
            <a:xfrm>
              <a:off x="11691081" y="5009197"/>
              <a:ext cx="500919" cy="650530"/>
            </a:xfrm>
            <a:custGeom>
              <a:avLst/>
              <a:gdLst>
                <a:gd name="connsiteX0" fmla="*/ 500919 w 500919"/>
                <a:gd name="connsiteY0" fmla="*/ 0 h 650530"/>
                <a:gd name="connsiteX1" fmla="*/ 500919 w 500919"/>
                <a:gd name="connsiteY1" fmla="*/ 600919 h 650530"/>
                <a:gd name="connsiteX2" fmla="*/ 373878 w 500919"/>
                <a:gd name="connsiteY2" fmla="*/ 638875 h 650530"/>
                <a:gd name="connsiteX3" fmla="*/ 0 w 500919"/>
                <a:gd name="connsiteY3" fmla="*/ 617271 h 650530"/>
                <a:gd name="connsiteX4" fmla="*/ 374320 w 500919"/>
                <a:gd name="connsiteY4" fmla="*/ 74074 h 650530"/>
                <a:gd name="connsiteX5" fmla="*/ 484122 w 500919"/>
                <a:gd name="connsiteY5" fmla="*/ 5293 h 650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0919" h="650530">
                  <a:moveTo>
                    <a:pt x="500919" y="0"/>
                  </a:moveTo>
                  <a:lnTo>
                    <a:pt x="500919" y="600919"/>
                  </a:lnTo>
                  <a:lnTo>
                    <a:pt x="373878" y="638875"/>
                  </a:lnTo>
                  <a:cubicBezTo>
                    <a:pt x="261318" y="658716"/>
                    <a:pt x="134190" y="654307"/>
                    <a:pt x="0" y="617271"/>
                  </a:cubicBezTo>
                  <a:cubicBezTo>
                    <a:pt x="151847" y="409163"/>
                    <a:pt x="236598" y="179892"/>
                    <a:pt x="374320" y="74074"/>
                  </a:cubicBezTo>
                  <a:cubicBezTo>
                    <a:pt x="411399" y="44975"/>
                    <a:pt x="447815" y="22268"/>
                    <a:pt x="484122" y="52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86" name="Freeform 67">
              <a:extLst>
                <a:ext uri="{FF2B5EF4-FFF2-40B4-BE49-F238E27FC236}">
                  <a16:creationId xmlns:a16="http://schemas.microsoft.com/office/drawing/2014/main" id="{F580D5DF-7285-2D50-501E-0225FB24393E}"/>
                </a:ext>
              </a:extLst>
            </p:cNvPr>
            <p:cNvSpPr>
              <a:spLocks/>
            </p:cNvSpPr>
            <p:nvPr/>
          </p:nvSpPr>
          <p:spPr bwMode="auto">
            <a:xfrm>
              <a:off x="10709443" y="4464831"/>
              <a:ext cx="1345421" cy="695808"/>
            </a:xfrm>
            <a:custGeom>
              <a:avLst/>
              <a:gdLst>
                <a:gd name="T0" fmla="*/ 278 w 382"/>
                <a:gd name="T1" fmla="*/ 174 h 198"/>
                <a:gd name="T2" fmla="*/ 0 w 382"/>
                <a:gd name="T3" fmla="*/ 141 h 198"/>
                <a:gd name="T4" fmla="*/ 218 w 382"/>
                <a:gd name="T5" fmla="*/ 16 h 198"/>
                <a:gd name="T6" fmla="*/ 373 w 382"/>
                <a:gd name="T7" fmla="*/ 29 h 198"/>
                <a:gd name="T8" fmla="*/ 382 w 382"/>
                <a:gd name="T9" fmla="*/ 45 h 198"/>
                <a:gd name="T10" fmla="*/ 278 w 382"/>
                <a:gd name="T11" fmla="*/ 174 h 198"/>
              </a:gdLst>
              <a:ahLst/>
              <a:cxnLst>
                <a:cxn ang="0">
                  <a:pos x="T0" y="T1"/>
                </a:cxn>
                <a:cxn ang="0">
                  <a:pos x="T2" y="T3"/>
                </a:cxn>
                <a:cxn ang="0">
                  <a:pos x="T4" y="T5"/>
                </a:cxn>
                <a:cxn ang="0">
                  <a:pos x="T6" y="T7"/>
                </a:cxn>
                <a:cxn ang="0">
                  <a:pos x="T8" y="T9"/>
                </a:cxn>
                <a:cxn ang="0">
                  <a:pos x="T10" y="T11"/>
                </a:cxn>
              </a:cxnLst>
              <a:rect l="0" t="0" r="r" b="b"/>
              <a:pathLst>
                <a:path w="382" h="198">
                  <a:moveTo>
                    <a:pt x="278" y="174"/>
                  </a:moveTo>
                  <a:cubicBezTo>
                    <a:pt x="223" y="198"/>
                    <a:pt x="75" y="185"/>
                    <a:pt x="0" y="141"/>
                  </a:cubicBezTo>
                  <a:cubicBezTo>
                    <a:pt x="84" y="96"/>
                    <a:pt x="122" y="45"/>
                    <a:pt x="218" y="16"/>
                  </a:cubicBezTo>
                  <a:cubicBezTo>
                    <a:pt x="270" y="0"/>
                    <a:pt x="325" y="2"/>
                    <a:pt x="373" y="29"/>
                  </a:cubicBezTo>
                  <a:cubicBezTo>
                    <a:pt x="379" y="33"/>
                    <a:pt x="382" y="39"/>
                    <a:pt x="382" y="45"/>
                  </a:cubicBezTo>
                  <a:cubicBezTo>
                    <a:pt x="375" y="93"/>
                    <a:pt x="335" y="150"/>
                    <a:pt x="278" y="1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7" name="Freeform: Shape 86">
              <a:extLst>
                <a:ext uri="{FF2B5EF4-FFF2-40B4-BE49-F238E27FC236}">
                  <a16:creationId xmlns:a16="http://schemas.microsoft.com/office/drawing/2014/main" id="{74E3BF9F-BECD-EC0D-E199-929E9E2F2D0A}"/>
                </a:ext>
              </a:extLst>
            </p:cNvPr>
            <p:cNvSpPr>
              <a:spLocks/>
            </p:cNvSpPr>
            <p:nvPr/>
          </p:nvSpPr>
          <p:spPr bwMode="auto">
            <a:xfrm>
              <a:off x="11125196" y="3607911"/>
              <a:ext cx="1066804" cy="678144"/>
            </a:xfrm>
            <a:custGeom>
              <a:avLst/>
              <a:gdLst>
                <a:gd name="connsiteX0" fmla="*/ 797391 w 1066804"/>
                <a:gd name="connsiteY0" fmla="*/ 120 h 678144"/>
                <a:gd name="connsiteX1" fmla="*/ 1039335 w 1066804"/>
                <a:gd name="connsiteY1" fmla="*/ 51462 h 678144"/>
                <a:gd name="connsiteX2" fmla="*/ 1066804 w 1066804"/>
                <a:gd name="connsiteY2" fmla="*/ 66400 h 678144"/>
                <a:gd name="connsiteX3" fmla="*/ 1066804 w 1066804"/>
                <a:gd name="connsiteY3" fmla="*/ 560676 h 678144"/>
                <a:gd name="connsiteX4" fmla="*/ 1025426 w 1066804"/>
                <a:gd name="connsiteY4" fmla="*/ 587437 h 678144"/>
                <a:gd name="connsiteX5" fmla="*/ 770921 w 1066804"/>
                <a:gd name="connsiteY5" fmla="*/ 672267 h 678144"/>
                <a:gd name="connsiteX6" fmla="*/ 0 w 1066804"/>
                <a:gd name="connsiteY6" fmla="*/ 359448 h 678144"/>
                <a:gd name="connsiteX7" fmla="*/ 711078 w 1066804"/>
                <a:gd name="connsiteY7" fmla="*/ 4452 h 678144"/>
                <a:gd name="connsiteX8" fmla="*/ 797391 w 1066804"/>
                <a:gd name="connsiteY8" fmla="*/ 120 h 678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6804" h="678144">
                  <a:moveTo>
                    <a:pt x="797391" y="120"/>
                  </a:moveTo>
                  <a:cubicBezTo>
                    <a:pt x="882742" y="1788"/>
                    <a:pt x="964751" y="20818"/>
                    <a:pt x="1039335" y="51462"/>
                  </a:cubicBezTo>
                  <a:lnTo>
                    <a:pt x="1066804" y="66400"/>
                  </a:lnTo>
                  <a:lnTo>
                    <a:pt x="1066804" y="560676"/>
                  </a:lnTo>
                  <a:lnTo>
                    <a:pt x="1025426" y="587437"/>
                  </a:lnTo>
                  <a:cubicBezTo>
                    <a:pt x="948635" y="630913"/>
                    <a:pt x="862006" y="661722"/>
                    <a:pt x="770921" y="672267"/>
                  </a:cubicBezTo>
                  <a:cubicBezTo>
                    <a:pt x="531548" y="703900"/>
                    <a:pt x="239373" y="609000"/>
                    <a:pt x="0" y="359448"/>
                  </a:cubicBezTo>
                  <a:cubicBezTo>
                    <a:pt x="256974" y="225885"/>
                    <a:pt x="429463" y="39600"/>
                    <a:pt x="711078" y="4452"/>
                  </a:cubicBezTo>
                  <a:cubicBezTo>
                    <a:pt x="740120" y="937"/>
                    <a:pt x="768941" y="-436"/>
                    <a:pt x="797391" y="1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sp>
          <p:nvSpPr>
            <p:cNvPr id="88" name="Freeform 70">
              <a:extLst>
                <a:ext uri="{FF2B5EF4-FFF2-40B4-BE49-F238E27FC236}">
                  <a16:creationId xmlns:a16="http://schemas.microsoft.com/office/drawing/2014/main" id="{98682E4B-0098-AB96-04D1-90B78ADC3228}"/>
                </a:ext>
              </a:extLst>
            </p:cNvPr>
            <p:cNvSpPr>
              <a:spLocks/>
            </p:cNvSpPr>
            <p:nvPr/>
          </p:nvSpPr>
          <p:spPr bwMode="auto">
            <a:xfrm>
              <a:off x="10051169" y="6000805"/>
              <a:ext cx="978751" cy="739116"/>
            </a:xfrm>
            <a:custGeom>
              <a:avLst/>
              <a:gdLst>
                <a:gd name="T0" fmla="*/ 205 w 278"/>
                <a:gd name="T1" fmla="*/ 160 h 210"/>
                <a:gd name="T2" fmla="*/ 0 w 278"/>
                <a:gd name="T3" fmla="*/ 174 h 210"/>
                <a:gd name="T4" fmla="*/ 129 w 278"/>
                <a:gd name="T5" fmla="*/ 35 h 210"/>
                <a:gd name="T6" fmla="*/ 263 w 278"/>
                <a:gd name="T7" fmla="*/ 20 h 210"/>
                <a:gd name="T8" fmla="*/ 274 w 278"/>
                <a:gd name="T9" fmla="*/ 35 h 210"/>
                <a:gd name="T10" fmla="*/ 205 w 278"/>
                <a:gd name="T11" fmla="*/ 160 h 210"/>
              </a:gdLst>
              <a:ahLst/>
              <a:cxnLst>
                <a:cxn ang="0">
                  <a:pos x="T0" y="T1"/>
                </a:cxn>
                <a:cxn ang="0">
                  <a:pos x="T2" y="T3"/>
                </a:cxn>
                <a:cxn ang="0">
                  <a:pos x="T4" y="T5"/>
                </a:cxn>
                <a:cxn ang="0">
                  <a:pos x="T6" y="T7"/>
                </a:cxn>
                <a:cxn ang="0">
                  <a:pos x="T8" y="T9"/>
                </a:cxn>
                <a:cxn ang="0">
                  <a:pos x="T10" y="T11"/>
                </a:cxn>
              </a:cxnLst>
              <a:rect l="0" t="0" r="r" b="b"/>
              <a:pathLst>
                <a:path w="278" h="210">
                  <a:moveTo>
                    <a:pt x="205" y="160"/>
                  </a:moveTo>
                  <a:cubicBezTo>
                    <a:pt x="162" y="189"/>
                    <a:pt x="85" y="210"/>
                    <a:pt x="0" y="174"/>
                  </a:cubicBezTo>
                  <a:cubicBezTo>
                    <a:pt x="56" y="119"/>
                    <a:pt x="77" y="69"/>
                    <a:pt x="129" y="35"/>
                  </a:cubicBezTo>
                  <a:cubicBezTo>
                    <a:pt x="171" y="7"/>
                    <a:pt x="225" y="0"/>
                    <a:pt x="263" y="20"/>
                  </a:cubicBezTo>
                  <a:cubicBezTo>
                    <a:pt x="269" y="23"/>
                    <a:pt x="273" y="28"/>
                    <a:pt x="274" y="35"/>
                  </a:cubicBezTo>
                  <a:cubicBezTo>
                    <a:pt x="278" y="81"/>
                    <a:pt x="250" y="130"/>
                    <a:pt x="205" y="16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9" name="Freeform 71">
              <a:extLst>
                <a:ext uri="{FF2B5EF4-FFF2-40B4-BE49-F238E27FC236}">
                  <a16:creationId xmlns:a16="http://schemas.microsoft.com/office/drawing/2014/main" id="{5C5DFC7A-DFC2-4E09-7120-7D3358E1AE50}"/>
                </a:ext>
              </a:extLst>
            </p:cNvPr>
            <p:cNvSpPr>
              <a:spLocks/>
            </p:cNvSpPr>
            <p:nvPr/>
          </p:nvSpPr>
          <p:spPr bwMode="auto">
            <a:xfrm>
              <a:off x="9063756" y="1135924"/>
              <a:ext cx="845941" cy="482157"/>
            </a:xfrm>
            <a:custGeom>
              <a:avLst/>
              <a:gdLst>
                <a:gd name="T0" fmla="*/ 151 w 240"/>
                <a:gd name="T1" fmla="*/ 14 h 137"/>
                <a:gd name="T2" fmla="*/ 0 w 240"/>
                <a:gd name="T3" fmla="*/ 24 h 137"/>
                <a:gd name="T4" fmla="*/ 118 w 240"/>
                <a:gd name="T5" fmla="*/ 121 h 137"/>
                <a:gd name="T6" fmla="*/ 229 w 240"/>
                <a:gd name="T7" fmla="*/ 106 h 137"/>
                <a:gd name="T8" fmla="*/ 236 w 240"/>
                <a:gd name="T9" fmla="*/ 84 h 137"/>
                <a:gd name="T10" fmla="*/ 151 w 240"/>
                <a:gd name="T11" fmla="*/ 14 h 137"/>
              </a:gdLst>
              <a:ahLst/>
              <a:cxnLst>
                <a:cxn ang="0">
                  <a:pos x="T0" y="T1"/>
                </a:cxn>
                <a:cxn ang="0">
                  <a:pos x="T2" y="T3"/>
                </a:cxn>
                <a:cxn ang="0">
                  <a:pos x="T4" y="T5"/>
                </a:cxn>
                <a:cxn ang="0">
                  <a:pos x="T6" y="T7"/>
                </a:cxn>
                <a:cxn ang="0">
                  <a:pos x="T8" y="T9"/>
                </a:cxn>
                <a:cxn ang="0">
                  <a:pos x="T10" y="T11"/>
                </a:cxn>
              </a:cxnLst>
              <a:rect l="0" t="0" r="r" b="b"/>
              <a:pathLst>
                <a:path w="240" h="137">
                  <a:moveTo>
                    <a:pt x="151" y="14"/>
                  </a:moveTo>
                  <a:cubicBezTo>
                    <a:pt x="110" y="0"/>
                    <a:pt x="55" y="1"/>
                    <a:pt x="0" y="24"/>
                  </a:cubicBezTo>
                  <a:cubicBezTo>
                    <a:pt x="28" y="62"/>
                    <a:pt x="74" y="105"/>
                    <a:pt x="118" y="121"/>
                  </a:cubicBezTo>
                  <a:cubicBezTo>
                    <a:pt x="160" y="137"/>
                    <a:pt x="198" y="124"/>
                    <a:pt x="229" y="106"/>
                  </a:cubicBezTo>
                  <a:cubicBezTo>
                    <a:pt x="237" y="101"/>
                    <a:pt x="240" y="92"/>
                    <a:pt x="236" y="84"/>
                  </a:cubicBezTo>
                  <a:cubicBezTo>
                    <a:pt x="221" y="57"/>
                    <a:pt x="188" y="28"/>
                    <a:pt x="151" y="1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10" name="Dynamic legal" descr="{&quot;templafy&quot;:{&quot;id&quot;:&quot;5aa8001c-9ab8-4b22-8e10-b3c4ea27ed88&quot;}}">
            <a:extLst>
              <a:ext uri="{FF2B5EF4-FFF2-40B4-BE49-F238E27FC236}">
                <a16:creationId xmlns:a16="http://schemas.microsoft.com/office/drawing/2014/main" id="{33DEA34F-FEC0-29DD-4475-C3D3B9C0C72C}"/>
              </a:ext>
            </a:extLst>
          </p:cNvPr>
          <p:cNvSpPr txBox="1"/>
          <p:nvPr userDrawn="1"/>
        </p:nvSpPr>
        <p:spPr>
          <a:xfrm>
            <a:off x="-1588" y="6678000"/>
            <a:ext cx="12193588" cy="180000"/>
          </a:xfrm>
          <a:prstGeom prst="rect">
            <a:avLst/>
          </a:prstGeom>
          <a:solidFill>
            <a:srgbClr val="110081"/>
          </a:solidFill>
          <a:ln>
            <a:noFill/>
          </a:ln>
        </p:spPr>
        <p:txBody>
          <a:bodyPr wrap="square" lIns="0" tIns="0" rIns="0" bIns="0" anchor="ctr" anchorCtr="0">
            <a:noAutofit/>
          </a:bodyPr>
          <a:lstStyle/>
          <a:p>
            <a:pPr algn="ctr"/>
            <a:r>
              <a:rPr lang="en-US" sz="1000" dirty="0">
                <a:solidFill>
                  <a:srgbClr val="FFFFFF"/>
                </a:solidFill>
                <a:latin typeface="Arial Narrow" panose="020B0606020202030204" pitchFamily="34" charset="0"/>
              </a:rPr>
              <a:t>Confidential, unpublished property of Cigna Healthcare. Do not duplicate or distribute. Use and distribution limited solely to authorized personnel. © 2023 Cigna Healthcare</a:t>
            </a:r>
          </a:p>
        </p:txBody>
      </p:sp>
      <p:pic>
        <p:nvPicPr>
          <p:cNvPr id="3" name="Logo">
            <a:extLst>
              <a:ext uri="{FF2B5EF4-FFF2-40B4-BE49-F238E27FC236}">
                <a16:creationId xmlns:a16="http://schemas.microsoft.com/office/drawing/2014/main" id="{861EB034-F143-7E3F-9946-80073EC41E56}"/>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360000" y="6067943"/>
            <a:ext cx="791999" cy="430177"/>
          </a:xfrm>
          <a:prstGeom prst="rect">
            <a:avLst/>
          </a:prstGeom>
        </p:spPr>
      </p:pic>
      <p:sp>
        <p:nvSpPr>
          <p:cNvPr id="11" name="Dynmic Internal use only" descr="{&quot;templafy&quot;:{&quot;id&quot;:&quot;1f3599c2-15b6-47b5-ae52-10b490341662&quot;}}" hidden="1" title="Form.Cigna_Confidentiality.Cigna_healthcareConfidentiality">
            <a:extLst>
              <a:ext uri="{FF2B5EF4-FFF2-40B4-BE49-F238E27FC236}">
                <a16:creationId xmlns:a16="http://schemas.microsoft.com/office/drawing/2014/main" id="{9B16330F-B72C-E998-B31F-EDBE5C7C4D6B}"/>
              </a:ext>
            </a:extLst>
          </p:cNvPr>
          <p:cNvSpPr/>
          <p:nvPr userDrawn="1"/>
        </p:nvSpPr>
        <p:spPr>
          <a:xfrm>
            <a:off x="10859153" y="6678000"/>
            <a:ext cx="973257"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r"/>
            <a:endParaRPr lang="en-US" sz="1000" kern="1200" noProof="0" dirty="0">
              <a:solidFill>
                <a:srgbClr val="FFFFFF"/>
              </a:solidFill>
              <a:latin typeface="Arial Narrow" panose="020B0606020202030204" pitchFamily="34" charset="0"/>
              <a:ea typeface="+mn-ea"/>
              <a:cs typeface="+mn-cs"/>
            </a:endParaRPr>
          </a:p>
        </p:txBody>
      </p:sp>
      <p:sp>
        <p:nvSpPr>
          <p:cNvPr id="2" name="Title 1"/>
          <p:cNvSpPr>
            <a:spLocks noGrp="1"/>
          </p:cNvSpPr>
          <p:nvPr>
            <p:ph type="ctrTitle" hasCustomPrompt="1"/>
          </p:nvPr>
        </p:nvSpPr>
        <p:spPr bwMode="white">
          <a:xfrm>
            <a:off x="360000" y="720000"/>
            <a:ext cx="5648400" cy="5180400"/>
          </a:xfrm>
        </p:spPr>
        <p:txBody>
          <a:bodyPr lIns="0" tIns="0" rIns="0" bIns="0" anchor="ctr" anchorCtr="0"/>
          <a:lstStyle>
            <a:lvl1pPr algn="l">
              <a:lnSpc>
                <a:spcPct val="90000"/>
              </a:lnSpc>
              <a:defRPr sz="5400" cap="none" baseline="0">
                <a:solidFill>
                  <a:schemeClr val="tx1"/>
                </a:solidFill>
              </a:defRPr>
            </a:lvl1pPr>
          </a:lstStyle>
          <a:p>
            <a:r>
              <a:rPr lang="en-US" noProof="0" dirty="0"/>
              <a:t>Click to add Breaker title</a:t>
            </a:r>
            <a:endParaRPr lang="en-US" dirty="0"/>
          </a:p>
        </p:txBody>
      </p:sp>
      <p:sp>
        <p:nvSpPr>
          <p:cNvPr id="9" name="Slide Number Placeholder 8">
            <a:extLst>
              <a:ext uri="{FF2B5EF4-FFF2-40B4-BE49-F238E27FC236}">
                <a16:creationId xmlns:a16="http://schemas.microsoft.com/office/drawing/2014/main" id="{3291435F-EBA9-9A2E-CA47-D518A47DCEC6}"/>
              </a:ext>
            </a:extLst>
          </p:cNvPr>
          <p:cNvSpPr>
            <a:spLocks noGrp="1"/>
          </p:cNvSpPr>
          <p:nvPr>
            <p:ph type="sldNum" sz="quarter" idx="12"/>
          </p:nvPr>
        </p:nvSpPr>
        <p:spPr bwMode="white"/>
        <p:txBody>
          <a:bodyPr/>
          <a:lstStyle>
            <a:lvl1pPr>
              <a:defRPr>
                <a:solidFill>
                  <a:schemeClr val="tx1"/>
                </a:solidFill>
              </a:defRPr>
            </a:lvl1pPr>
          </a:lstStyle>
          <a:p>
            <a:fld id="{23AA811B-2EBD-4900-905E-5BE206449611}" type="slidenum">
              <a:rPr lang="en-US" smtClean="0"/>
              <a:pPr/>
              <a:t>‹#›</a:t>
            </a:fld>
            <a:endParaRPr lang="en-US" dirty="0"/>
          </a:p>
        </p:txBody>
      </p:sp>
    </p:spTree>
    <p:extLst>
      <p:ext uri="{BB962C8B-B14F-4D97-AF65-F5344CB8AC3E}">
        <p14:creationId xmlns:p14="http://schemas.microsoft.com/office/powerpoint/2010/main" val="420926448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453" userDrawn="1">
          <p15:clr>
            <a:srgbClr val="A4A3A4"/>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G. Breaker">
    <p:bg>
      <p:bgPr>
        <a:solidFill>
          <a:schemeClr val="bg2"/>
        </a:solidFill>
        <a:effectLst/>
      </p:bgPr>
    </p:bg>
    <p:spTree>
      <p:nvGrpSpPr>
        <p:cNvPr id="1" name=""/>
        <p:cNvGrpSpPr/>
        <p:nvPr/>
      </p:nvGrpSpPr>
      <p:grpSpPr>
        <a:xfrm>
          <a:off x="0" y="0"/>
          <a:ext cx="0" cy="0"/>
          <a:chOff x="0" y="0"/>
          <a:chExt cx="0" cy="0"/>
        </a:xfrm>
      </p:grpSpPr>
      <p:sp>
        <p:nvSpPr>
          <p:cNvPr id="7" name="Background"/>
          <p:cNvSpPr/>
          <p:nvPr userDrawn="1"/>
        </p:nvSpPr>
        <p:spPr>
          <a:xfrm>
            <a:off x="0" y="0"/>
            <a:ext cx="12193200" cy="6858000"/>
          </a:xfrm>
          <a:prstGeom prst="rect">
            <a:avLst/>
          </a:prstGeom>
          <a:solidFill>
            <a:srgbClr val="00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noProof="0" dirty="0" err="1">
              <a:solidFill>
                <a:schemeClr val="tx1"/>
              </a:solidFill>
            </a:endParaRPr>
          </a:p>
        </p:txBody>
      </p:sp>
      <p:sp>
        <p:nvSpPr>
          <p:cNvPr id="10" name="Picture Placeholder 9">
            <a:extLst>
              <a:ext uri="{FF2B5EF4-FFF2-40B4-BE49-F238E27FC236}">
                <a16:creationId xmlns:a16="http://schemas.microsoft.com/office/drawing/2014/main" id="{093A3340-1A42-61D7-8D5C-9DD7E3936ACC}"/>
              </a:ext>
            </a:extLst>
          </p:cNvPr>
          <p:cNvSpPr>
            <a:spLocks noGrp="1"/>
          </p:cNvSpPr>
          <p:nvPr>
            <p:ph type="pic" sz="quarter" idx="16"/>
          </p:nvPr>
        </p:nvSpPr>
        <p:spPr>
          <a:xfrm>
            <a:off x="6097200" y="0"/>
            <a:ext cx="6094800" cy="6678000"/>
          </a:xfrm>
          <a:custGeom>
            <a:avLst/>
            <a:gdLst>
              <a:gd name="connsiteX0" fmla="*/ 0 w 6094800"/>
              <a:gd name="connsiteY0" fmla="*/ 0 h 6678000"/>
              <a:gd name="connsiteX1" fmla="*/ 6094800 w 6094800"/>
              <a:gd name="connsiteY1" fmla="*/ 0 h 6678000"/>
              <a:gd name="connsiteX2" fmla="*/ 6094800 w 6094800"/>
              <a:gd name="connsiteY2" fmla="*/ 6678000 h 6678000"/>
              <a:gd name="connsiteX3" fmla="*/ 0 w 6094800"/>
              <a:gd name="connsiteY3" fmla="*/ 6678000 h 6678000"/>
            </a:gdLst>
            <a:ahLst/>
            <a:cxnLst>
              <a:cxn ang="0">
                <a:pos x="connsiteX0" y="connsiteY0"/>
              </a:cxn>
              <a:cxn ang="0">
                <a:pos x="connsiteX1" y="connsiteY1"/>
              </a:cxn>
              <a:cxn ang="0">
                <a:pos x="connsiteX2" y="connsiteY2"/>
              </a:cxn>
              <a:cxn ang="0">
                <a:pos x="connsiteX3" y="connsiteY3"/>
              </a:cxn>
            </a:cxnLst>
            <a:rect l="l" t="t" r="r" b="b"/>
            <a:pathLst>
              <a:path w="6094800" h="6678000">
                <a:moveTo>
                  <a:pt x="0" y="0"/>
                </a:moveTo>
                <a:lnTo>
                  <a:pt x="6094800" y="0"/>
                </a:lnTo>
                <a:lnTo>
                  <a:pt x="6094800" y="6678000"/>
                </a:lnTo>
                <a:lnTo>
                  <a:pt x="0" y="6678000"/>
                </a:lnTo>
                <a:close/>
              </a:path>
            </a:pathLst>
          </a:custGeom>
          <a:solidFill>
            <a:schemeClr val="tx1">
              <a:lumMod val="85000"/>
            </a:schemeClr>
          </a:solidFill>
        </p:spPr>
        <p:txBody>
          <a:bodyPr wrap="square" tIns="720000" anchor="ctr" anchorCtr="0">
            <a:noAutofit/>
          </a:bodyPr>
          <a:lstStyle>
            <a:lvl1pPr marL="0" indent="0" algn="ctr">
              <a:buNone/>
              <a:defRPr sz="1600">
                <a:solidFill>
                  <a:schemeClr val="bg1"/>
                </a:solidFill>
              </a:defRPr>
            </a:lvl1pPr>
          </a:lstStyle>
          <a:p>
            <a:r>
              <a:rPr lang="en-US" dirty="0"/>
              <a:t>Click icon to add picture</a:t>
            </a:r>
            <a:endParaRPr lang="en-US"/>
          </a:p>
        </p:txBody>
      </p:sp>
      <p:sp>
        <p:nvSpPr>
          <p:cNvPr id="11" name="Dynamic legal" descr="{&quot;templafy&quot;:{&quot;id&quot;:&quot;eef7a73c-dd29-40d6-ba55-5bcec5f3b15c&quot;}}">
            <a:extLst>
              <a:ext uri="{FF2B5EF4-FFF2-40B4-BE49-F238E27FC236}">
                <a16:creationId xmlns:a16="http://schemas.microsoft.com/office/drawing/2014/main" id="{E8D3143F-5189-5DF7-BA08-CAA5EF556D00}"/>
              </a:ext>
            </a:extLst>
          </p:cNvPr>
          <p:cNvSpPr txBox="1"/>
          <p:nvPr userDrawn="1"/>
        </p:nvSpPr>
        <p:spPr>
          <a:xfrm>
            <a:off x="-1588" y="6699516"/>
            <a:ext cx="12193588" cy="180000"/>
          </a:xfrm>
          <a:prstGeom prst="rect">
            <a:avLst/>
          </a:prstGeom>
          <a:solidFill>
            <a:srgbClr val="110081"/>
          </a:solidFill>
          <a:ln>
            <a:noFill/>
          </a:ln>
        </p:spPr>
        <p:txBody>
          <a:bodyPr wrap="square" lIns="0" tIns="0" rIns="0" bIns="0" anchor="ctr" anchorCtr="0">
            <a:noAutofit/>
          </a:bodyPr>
          <a:lstStyle/>
          <a:p>
            <a:pPr algn="ctr"/>
            <a:r>
              <a:rPr lang="en-US" sz="1000" dirty="0">
                <a:solidFill>
                  <a:srgbClr val="FFFFFF"/>
                </a:solidFill>
                <a:latin typeface="Arial Narrow" panose="020B0606020202030204" pitchFamily="34" charset="0"/>
              </a:rPr>
              <a:t>Confidential, unpublished property of Cigna Healthcare. Do not duplicate or distribute. Use and distribution limited solely to authorized personnel. © 2023 Cigna Healthcare</a:t>
            </a:r>
          </a:p>
        </p:txBody>
      </p:sp>
      <p:sp>
        <p:nvSpPr>
          <p:cNvPr id="4" name="Dynmic Internal use only" descr="{&quot;templafy&quot;:{&quot;id&quot;:&quot;b51924bb-8821-4153-a4dc-9d99295a8a53&quot;}}" hidden="1" title="Form.Cigna_Confidentiality.Cigna_healthcareConfidentiality">
            <a:extLst>
              <a:ext uri="{FF2B5EF4-FFF2-40B4-BE49-F238E27FC236}">
                <a16:creationId xmlns:a16="http://schemas.microsoft.com/office/drawing/2014/main" id="{6868431F-84E3-459E-7645-52508A27521D}"/>
              </a:ext>
            </a:extLst>
          </p:cNvPr>
          <p:cNvSpPr/>
          <p:nvPr userDrawn="1"/>
        </p:nvSpPr>
        <p:spPr>
          <a:xfrm>
            <a:off x="10859153" y="6678000"/>
            <a:ext cx="973257"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r"/>
            <a:endParaRPr lang="en-US" sz="1000" kern="1200" noProof="0" dirty="0">
              <a:solidFill>
                <a:srgbClr val="FFFFFF"/>
              </a:solidFill>
              <a:latin typeface="Arial Narrow" panose="020B0606020202030204" pitchFamily="34" charset="0"/>
              <a:ea typeface="+mn-ea"/>
              <a:cs typeface="+mn-cs"/>
            </a:endParaRPr>
          </a:p>
        </p:txBody>
      </p:sp>
      <p:pic>
        <p:nvPicPr>
          <p:cNvPr id="3" name="Logo">
            <a:extLst>
              <a:ext uri="{FF2B5EF4-FFF2-40B4-BE49-F238E27FC236}">
                <a16:creationId xmlns:a16="http://schemas.microsoft.com/office/drawing/2014/main" id="{79CE2367-9FB1-A30D-10D7-6426F69F886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360000" y="6067943"/>
            <a:ext cx="791999" cy="430177"/>
          </a:xfrm>
          <a:prstGeom prst="rect">
            <a:avLst/>
          </a:prstGeom>
        </p:spPr>
      </p:pic>
      <p:sp>
        <p:nvSpPr>
          <p:cNvPr id="2" name="Title 1"/>
          <p:cNvSpPr>
            <a:spLocks noGrp="1"/>
          </p:cNvSpPr>
          <p:nvPr>
            <p:ph type="ctrTitle" hasCustomPrompt="1"/>
          </p:nvPr>
        </p:nvSpPr>
        <p:spPr bwMode="white">
          <a:xfrm>
            <a:off x="360000" y="720000"/>
            <a:ext cx="5504400" cy="5180400"/>
          </a:xfrm>
        </p:spPr>
        <p:txBody>
          <a:bodyPr lIns="0" tIns="0" rIns="0" bIns="0" anchor="ctr" anchorCtr="0"/>
          <a:lstStyle>
            <a:lvl1pPr algn="l">
              <a:lnSpc>
                <a:spcPct val="90000"/>
              </a:lnSpc>
              <a:defRPr sz="5400" cap="none" baseline="0">
                <a:solidFill>
                  <a:schemeClr val="tx1"/>
                </a:solidFill>
              </a:defRPr>
            </a:lvl1pPr>
          </a:lstStyle>
          <a:p>
            <a:r>
              <a:rPr lang="en-US" noProof="0" dirty="0"/>
              <a:t>Click to add Breaker title</a:t>
            </a:r>
            <a:endParaRPr lang="en-US" dirty="0"/>
          </a:p>
        </p:txBody>
      </p:sp>
      <p:sp>
        <p:nvSpPr>
          <p:cNvPr id="9" name="Slide Number Placeholder 8">
            <a:extLst>
              <a:ext uri="{FF2B5EF4-FFF2-40B4-BE49-F238E27FC236}">
                <a16:creationId xmlns:a16="http://schemas.microsoft.com/office/drawing/2014/main" id="{3291435F-EBA9-9A2E-CA47-D518A47DCEC6}"/>
              </a:ext>
            </a:extLst>
          </p:cNvPr>
          <p:cNvSpPr>
            <a:spLocks noGrp="1"/>
          </p:cNvSpPr>
          <p:nvPr>
            <p:ph type="sldNum" sz="quarter" idx="12"/>
          </p:nvPr>
        </p:nvSpPr>
        <p:spPr/>
        <p:txBody>
          <a:bodyPr/>
          <a:lstStyle>
            <a:lvl1pPr>
              <a:defRPr>
                <a:solidFill>
                  <a:schemeClr val="tx1"/>
                </a:solidFill>
              </a:defRPr>
            </a:lvl1pPr>
          </a:lstStyle>
          <a:p>
            <a:fld id="{23AA811B-2EBD-4900-905E-5BE206449611}" type="slidenum">
              <a:rPr lang="en-US" smtClean="0"/>
              <a:pPr/>
              <a:t>‹#›</a:t>
            </a:fld>
            <a:endParaRPr lang="en-US" dirty="0"/>
          </a:p>
        </p:txBody>
      </p:sp>
    </p:spTree>
    <p:extLst>
      <p:ext uri="{BB962C8B-B14F-4D97-AF65-F5344CB8AC3E}">
        <p14:creationId xmlns:p14="http://schemas.microsoft.com/office/powerpoint/2010/main" val="57139160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453" userDrawn="1">
          <p15:clr>
            <a:srgbClr val="A4A3A4"/>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H. Breaker">
    <p:bg>
      <p:bgPr>
        <a:solidFill>
          <a:schemeClr val="bg2"/>
        </a:solidFill>
        <a:effectLst/>
      </p:bgPr>
    </p:bg>
    <p:spTree>
      <p:nvGrpSpPr>
        <p:cNvPr id="1" name=""/>
        <p:cNvGrpSpPr/>
        <p:nvPr/>
      </p:nvGrpSpPr>
      <p:grpSpPr>
        <a:xfrm>
          <a:off x="0" y="0"/>
          <a:ext cx="0" cy="0"/>
          <a:chOff x="0" y="0"/>
          <a:chExt cx="0" cy="0"/>
        </a:xfrm>
      </p:grpSpPr>
      <p:sp>
        <p:nvSpPr>
          <p:cNvPr id="7" name="Background"/>
          <p:cNvSpPr/>
          <p:nvPr userDrawn="1"/>
        </p:nvSpPr>
        <p:spPr>
          <a:xfrm>
            <a:off x="0" y="0"/>
            <a:ext cx="12193200" cy="6858000"/>
          </a:xfrm>
          <a:prstGeom prst="rect">
            <a:avLst/>
          </a:prstGeom>
          <a:solidFill>
            <a:srgbClr val="0087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noProof="0" dirty="0" err="1">
              <a:solidFill>
                <a:schemeClr val="tx1"/>
              </a:solidFill>
            </a:endParaRPr>
          </a:p>
        </p:txBody>
      </p:sp>
      <p:sp>
        <p:nvSpPr>
          <p:cNvPr id="4" name="Picture Placeholder 3">
            <a:extLst>
              <a:ext uri="{FF2B5EF4-FFF2-40B4-BE49-F238E27FC236}">
                <a16:creationId xmlns:a16="http://schemas.microsoft.com/office/drawing/2014/main" id="{FA98F2CF-80FA-91C9-9C37-76C06E2270DE}"/>
              </a:ext>
            </a:extLst>
          </p:cNvPr>
          <p:cNvSpPr>
            <a:spLocks noGrp="1"/>
          </p:cNvSpPr>
          <p:nvPr>
            <p:ph type="pic" sz="quarter" idx="16"/>
          </p:nvPr>
        </p:nvSpPr>
        <p:spPr>
          <a:xfrm>
            <a:off x="3581364" y="0"/>
            <a:ext cx="8610636" cy="6678000"/>
          </a:xfrm>
          <a:custGeom>
            <a:avLst/>
            <a:gdLst>
              <a:gd name="connsiteX0" fmla="*/ 0 w 8610636"/>
              <a:gd name="connsiteY0" fmla="*/ 0 h 6678000"/>
              <a:gd name="connsiteX1" fmla="*/ 8610636 w 8610636"/>
              <a:gd name="connsiteY1" fmla="*/ 0 h 6678000"/>
              <a:gd name="connsiteX2" fmla="*/ 8610636 w 8610636"/>
              <a:gd name="connsiteY2" fmla="*/ 6678000 h 6678000"/>
              <a:gd name="connsiteX3" fmla="*/ 4104771 w 8610636"/>
              <a:gd name="connsiteY3" fmla="*/ 6678000 h 6678000"/>
              <a:gd name="connsiteX4" fmla="*/ 4119976 w 8610636"/>
              <a:gd name="connsiteY4" fmla="*/ 6288074 h 6678000"/>
              <a:gd name="connsiteX5" fmla="*/ 1279486 w 8610636"/>
              <a:gd name="connsiteY5" fmla="*/ 740634 h 6678000"/>
              <a:gd name="connsiteX6" fmla="*/ 22298 w 8610636"/>
              <a:gd name="connsiteY6" fmla="*/ 9481 h 667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10636" h="6678000">
                <a:moveTo>
                  <a:pt x="0" y="0"/>
                </a:moveTo>
                <a:lnTo>
                  <a:pt x="8610636" y="0"/>
                </a:lnTo>
                <a:lnTo>
                  <a:pt x="8610636" y="6678000"/>
                </a:lnTo>
                <a:lnTo>
                  <a:pt x="4104771" y="6678000"/>
                </a:lnTo>
                <a:lnTo>
                  <a:pt x="4119976" y="6288074"/>
                </a:lnTo>
                <a:cubicBezTo>
                  <a:pt x="4135895" y="4179220"/>
                  <a:pt x="3158491" y="2102204"/>
                  <a:pt x="1279486" y="740634"/>
                </a:cubicBezTo>
                <a:cubicBezTo>
                  <a:pt x="879946" y="451189"/>
                  <a:pt x="458598" y="207786"/>
                  <a:pt x="22298" y="9481"/>
                </a:cubicBezTo>
                <a:close/>
              </a:path>
            </a:pathLst>
          </a:custGeom>
          <a:solidFill>
            <a:schemeClr val="tx1">
              <a:lumMod val="85000"/>
            </a:schemeClr>
          </a:solidFill>
        </p:spPr>
        <p:txBody>
          <a:bodyPr wrap="square" lIns="4536000" tIns="0" rIns="0" anchor="ctr" anchorCtr="0">
            <a:noAutofit/>
          </a:bodyPr>
          <a:lstStyle>
            <a:lvl1pPr marL="0" indent="0" algn="l">
              <a:buNone/>
              <a:defRPr sz="1600">
                <a:solidFill>
                  <a:schemeClr val="bg1"/>
                </a:solidFill>
              </a:defRPr>
            </a:lvl1pPr>
          </a:lstStyle>
          <a:p>
            <a:r>
              <a:rPr lang="en-US" dirty="0"/>
              <a:t>Click icon to add picture</a:t>
            </a:r>
            <a:endParaRPr lang="en-US"/>
          </a:p>
        </p:txBody>
      </p:sp>
      <p:sp>
        <p:nvSpPr>
          <p:cNvPr id="10" name="Dynamic legal" descr="{&quot;templafy&quot;:{&quot;id&quot;:&quot;cf99d8c5-ac31-4306-87c4-edb9f4aea414&quot;}}">
            <a:extLst>
              <a:ext uri="{FF2B5EF4-FFF2-40B4-BE49-F238E27FC236}">
                <a16:creationId xmlns:a16="http://schemas.microsoft.com/office/drawing/2014/main" id="{C7F84DF7-D681-00DC-9BE7-0B55A0CB1110}"/>
              </a:ext>
            </a:extLst>
          </p:cNvPr>
          <p:cNvSpPr txBox="1"/>
          <p:nvPr userDrawn="1"/>
        </p:nvSpPr>
        <p:spPr>
          <a:xfrm>
            <a:off x="-1588" y="6678000"/>
            <a:ext cx="12193588" cy="180000"/>
          </a:xfrm>
          <a:prstGeom prst="rect">
            <a:avLst/>
          </a:prstGeom>
          <a:solidFill>
            <a:srgbClr val="110081"/>
          </a:solidFill>
          <a:ln>
            <a:noFill/>
          </a:ln>
        </p:spPr>
        <p:txBody>
          <a:bodyPr wrap="square" lIns="0" tIns="0" rIns="0" bIns="0" anchor="ctr" anchorCtr="0">
            <a:noAutofit/>
          </a:bodyPr>
          <a:lstStyle/>
          <a:p>
            <a:pPr algn="ctr"/>
            <a:r>
              <a:rPr lang="en-US" sz="1000" dirty="0">
                <a:solidFill>
                  <a:srgbClr val="FFFFFF"/>
                </a:solidFill>
                <a:latin typeface="Arial Narrow" panose="020B0606020202030204" pitchFamily="34" charset="0"/>
              </a:rPr>
              <a:t>Confidential, unpublished property of Cigna Healthcare. Do not duplicate or distribute. Use and distribution limited solely to authorized personnel. © 2023 Cigna Healthcare</a:t>
            </a:r>
          </a:p>
        </p:txBody>
      </p:sp>
      <p:sp>
        <p:nvSpPr>
          <p:cNvPr id="8" name="Dynmic Internal use only" descr="{&quot;templafy&quot;:{&quot;id&quot;:&quot;1edfff70-1b50-4dc4-b05c-7e5a8e8dab9d&quot;}}" hidden="1" title="Form.Cigna_Confidentiality.Cigna_healthcareConfidentiality">
            <a:extLst>
              <a:ext uri="{FF2B5EF4-FFF2-40B4-BE49-F238E27FC236}">
                <a16:creationId xmlns:a16="http://schemas.microsoft.com/office/drawing/2014/main" id="{1EC3995F-7118-BB94-E453-B189BA65B211}"/>
              </a:ext>
            </a:extLst>
          </p:cNvPr>
          <p:cNvSpPr/>
          <p:nvPr userDrawn="1"/>
        </p:nvSpPr>
        <p:spPr>
          <a:xfrm>
            <a:off x="10859153" y="6678000"/>
            <a:ext cx="973257"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r"/>
            <a:endParaRPr lang="en-US" sz="1000" kern="1200" noProof="0" dirty="0">
              <a:solidFill>
                <a:srgbClr val="FFFFFF"/>
              </a:solidFill>
              <a:latin typeface="Arial Narrow" panose="020B0606020202030204" pitchFamily="34" charset="0"/>
              <a:ea typeface="+mn-ea"/>
              <a:cs typeface="+mn-cs"/>
            </a:endParaRPr>
          </a:p>
        </p:txBody>
      </p:sp>
      <p:pic>
        <p:nvPicPr>
          <p:cNvPr id="3" name="Logo">
            <a:extLst>
              <a:ext uri="{FF2B5EF4-FFF2-40B4-BE49-F238E27FC236}">
                <a16:creationId xmlns:a16="http://schemas.microsoft.com/office/drawing/2014/main" id="{DE290701-38EF-D177-6AF7-5E8375E05B26}"/>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360000" y="6067943"/>
            <a:ext cx="791999" cy="430177"/>
          </a:xfrm>
          <a:prstGeom prst="rect">
            <a:avLst/>
          </a:prstGeom>
        </p:spPr>
      </p:pic>
      <p:sp>
        <p:nvSpPr>
          <p:cNvPr id="2" name="Title 1"/>
          <p:cNvSpPr>
            <a:spLocks noGrp="1"/>
          </p:cNvSpPr>
          <p:nvPr>
            <p:ph type="ctrTitle" hasCustomPrompt="1"/>
          </p:nvPr>
        </p:nvSpPr>
        <p:spPr bwMode="white">
          <a:xfrm>
            <a:off x="360000" y="720000"/>
            <a:ext cx="5504400" cy="5180400"/>
          </a:xfrm>
        </p:spPr>
        <p:txBody>
          <a:bodyPr lIns="0" tIns="0" rIns="0" bIns="0" anchor="ctr" anchorCtr="0"/>
          <a:lstStyle>
            <a:lvl1pPr algn="l">
              <a:lnSpc>
                <a:spcPct val="90000"/>
              </a:lnSpc>
              <a:defRPr sz="5400" cap="none" baseline="0">
                <a:solidFill>
                  <a:schemeClr val="tx1"/>
                </a:solidFill>
              </a:defRPr>
            </a:lvl1pPr>
          </a:lstStyle>
          <a:p>
            <a:r>
              <a:rPr lang="en-US" noProof="0" dirty="0"/>
              <a:t>Click to add Breaker title</a:t>
            </a:r>
            <a:endParaRPr lang="en-US" dirty="0"/>
          </a:p>
        </p:txBody>
      </p:sp>
      <p:sp>
        <p:nvSpPr>
          <p:cNvPr id="9" name="Slide Number Placeholder 8">
            <a:extLst>
              <a:ext uri="{FF2B5EF4-FFF2-40B4-BE49-F238E27FC236}">
                <a16:creationId xmlns:a16="http://schemas.microsoft.com/office/drawing/2014/main" id="{3291435F-EBA9-9A2E-CA47-D518A47DCEC6}"/>
              </a:ext>
            </a:extLst>
          </p:cNvPr>
          <p:cNvSpPr>
            <a:spLocks noGrp="1"/>
          </p:cNvSpPr>
          <p:nvPr>
            <p:ph type="sldNum" sz="quarter" idx="12"/>
          </p:nvPr>
        </p:nvSpPr>
        <p:spPr/>
        <p:txBody>
          <a:bodyPr/>
          <a:lstStyle>
            <a:lvl1pPr>
              <a:defRPr>
                <a:solidFill>
                  <a:schemeClr val="tx1"/>
                </a:solidFill>
              </a:defRPr>
            </a:lvl1pPr>
          </a:lstStyle>
          <a:p>
            <a:fld id="{23AA811B-2EBD-4900-905E-5BE206449611}" type="slidenum">
              <a:rPr lang="en-US" smtClean="0"/>
              <a:pPr/>
              <a:t>‹#›</a:t>
            </a:fld>
            <a:endParaRPr lang="en-US" dirty="0"/>
          </a:p>
        </p:txBody>
      </p:sp>
    </p:spTree>
    <p:extLst>
      <p:ext uri="{BB962C8B-B14F-4D97-AF65-F5344CB8AC3E}">
        <p14:creationId xmlns:p14="http://schemas.microsoft.com/office/powerpoint/2010/main" val="186759137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453" userDrawn="1">
          <p15:clr>
            <a:srgbClr val="A4A3A4"/>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AB066-265C-B73A-A4F8-335B2D5DFB48}"/>
              </a:ext>
            </a:extLst>
          </p:cNvPr>
          <p:cNvSpPr>
            <a:spLocks noGrp="1"/>
          </p:cNvSpPr>
          <p:nvPr>
            <p:ph type="title" hasCustomPrompt="1"/>
          </p:nvPr>
        </p:nvSpPr>
        <p:spPr>
          <a:xfrm>
            <a:off x="360000" y="360000"/>
            <a:ext cx="11473200" cy="1188000"/>
          </a:xfrm>
        </p:spPr>
        <p:txBody>
          <a:bodyPr/>
          <a:lstStyle/>
          <a:p>
            <a:r>
              <a:rPr lang="en-US" dirty="0"/>
              <a:t>Click to add title</a:t>
            </a:r>
            <a:endParaRPr lang="en-US"/>
          </a:p>
        </p:txBody>
      </p:sp>
      <p:sp>
        <p:nvSpPr>
          <p:cNvPr id="7" name="Content Placeholder 6">
            <a:extLst>
              <a:ext uri="{FF2B5EF4-FFF2-40B4-BE49-F238E27FC236}">
                <a16:creationId xmlns:a16="http://schemas.microsoft.com/office/drawing/2014/main" id="{D7FACA5C-F2B6-2F2B-EB7F-13BB200FF8AB}"/>
              </a:ext>
            </a:extLst>
          </p:cNvPr>
          <p:cNvSpPr>
            <a:spLocks noGrp="1"/>
          </p:cNvSpPr>
          <p:nvPr>
            <p:ph sz="quarter" idx="13" hasCustomPrompt="1"/>
          </p:nvPr>
        </p:nvSpPr>
        <p:spPr>
          <a:xfrm>
            <a:off x="360000" y="1548000"/>
            <a:ext cx="11473200" cy="4377600"/>
          </a:xfrm>
        </p:spPr>
        <p:txBody>
          <a:bodyPr/>
          <a:lstStyle>
            <a:lvl1pPr>
              <a:defRPr/>
            </a:lvl1pPr>
            <a:lvl2pPr marL="360000" indent="-180000">
              <a:defRPr lang="en-US" sz="1600" kern="1200" dirty="0">
                <a:solidFill>
                  <a:schemeClr val="tx2"/>
                </a:solidFill>
                <a:latin typeface="+mn-lt"/>
                <a:ea typeface="+mn-ea"/>
                <a:cs typeface="+mn-cs"/>
              </a:defRPr>
            </a:lvl2pPr>
          </a:lstStyle>
          <a:p>
            <a:pPr lvl="0"/>
            <a:r>
              <a:rPr lang="en-US" noProof="0" dirty="0"/>
              <a:t>Click to add text                                                                                                                                Enter &amp; TAB to view next text style                                                                                                           SHIFT+TAB to view previous text style</a:t>
            </a:r>
            <a:endParaRPr lang="en-US" dirty="0"/>
          </a:p>
          <a:p>
            <a:pPr marL="360000" lvl="1" indent="-180000" algn="l" defTabSz="914400" rtl="0" eaLnBrk="1" latinLnBrk="0" hangingPunct="1">
              <a:lnSpc>
                <a:spcPct val="100000"/>
              </a:lnSpc>
              <a:spcBef>
                <a:spcPts val="0"/>
              </a:spcBef>
              <a:spcAft>
                <a:spcPts val="600"/>
              </a:spcAft>
              <a:buSzPct val="120000"/>
              <a:buFont typeface="Verdana" panose="020B0604030504040204" pitchFamily="34" charset="0"/>
              <a:buChar char="›"/>
            </a:pPr>
            <a:r>
              <a:rPr lang="en-US" noProof="0" dirty="0"/>
              <a:t>Second level</a:t>
            </a:r>
            <a:endParaRPr lang="en-US" dirty="0"/>
          </a:p>
          <a:p>
            <a:pPr lvl="2"/>
            <a:r>
              <a:rPr lang="en-US" noProof="0" dirty="0"/>
              <a:t>Third level</a:t>
            </a:r>
            <a:endParaRPr lang="en-US" dirty="0"/>
          </a:p>
          <a:p>
            <a:pPr lvl="3"/>
            <a:r>
              <a:rPr lang="en-US" noProof="0" dirty="0"/>
              <a:t>Fourth level</a:t>
            </a:r>
            <a:endParaRPr lang="en-US" dirty="0"/>
          </a:p>
          <a:p>
            <a:pPr lvl="4"/>
            <a:r>
              <a:rPr lang="en-US" noProof="0" dirty="0"/>
              <a:t>Fifth level</a:t>
            </a:r>
            <a:endParaRPr lang="en-US" dirty="0"/>
          </a:p>
          <a:p>
            <a:pPr lvl="5"/>
            <a:r>
              <a:rPr lang="en-US" noProof="0" dirty="0"/>
              <a:t>6</a:t>
            </a:r>
            <a:endParaRPr lang="en-US" dirty="0"/>
          </a:p>
          <a:p>
            <a:pPr lvl="6"/>
            <a:r>
              <a:rPr lang="en-US" noProof="0" dirty="0"/>
              <a:t>7</a:t>
            </a:r>
            <a:endParaRPr lang="en-US" dirty="0"/>
          </a:p>
          <a:p>
            <a:pPr lvl="7"/>
            <a:r>
              <a:rPr lang="en-US" noProof="0" dirty="0"/>
              <a:t>8</a:t>
            </a:r>
            <a:endParaRPr lang="en-US" dirty="0"/>
          </a:p>
          <a:p>
            <a:pPr lvl="8"/>
            <a:r>
              <a:rPr lang="en-US" noProof="0" dirty="0"/>
              <a:t>9</a:t>
            </a:r>
            <a:endParaRPr lang="en-US" dirty="0"/>
          </a:p>
        </p:txBody>
      </p:sp>
      <p:sp>
        <p:nvSpPr>
          <p:cNvPr id="4" name="Slide Number Placeholder 3">
            <a:extLst>
              <a:ext uri="{FF2B5EF4-FFF2-40B4-BE49-F238E27FC236}">
                <a16:creationId xmlns:a16="http://schemas.microsoft.com/office/drawing/2014/main" id="{4BF61A42-C183-BC65-7D6E-BBC2454EEFDB}"/>
              </a:ext>
            </a:extLst>
          </p:cNvPr>
          <p:cNvSpPr>
            <a:spLocks noGrp="1"/>
          </p:cNvSpPr>
          <p:nvPr>
            <p:ph type="sldNum" sz="quarter" idx="11"/>
          </p:nvPr>
        </p:nvSpPr>
        <p:spPr/>
        <p:txBody>
          <a:bodyPr/>
          <a:lstStyle/>
          <a:p>
            <a:fld id="{23AA811B-2EBD-4900-905E-5BE206449611}" type="slidenum">
              <a:rPr lang="en-US" smtClean="0"/>
              <a:pPr/>
              <a:t>‹#›</a:t>
            </a:fld>
            <a:endParaRPr lang="en-US" dirty="0"/>
          </a:p>
        </p:txBody>
      </p:sp>
    </p:spTree>
    <p:extLst>
      <p:ext uri="{BB962C8B-B14F-4D97-AF65-F5344CB8AC3E}">
        <p14:creationId xmlns:p14="http://schemas.microsoft.com/office/powerpoint/2010/main" val="3723685214"/>
      </p:ext>
    </p:extLst>
  </p:cSld>
  <p:clrMapOvr>
    <a:masterClrMapping/>
  </p:clrMapOvr>
  <p:extLst>
    <p:ext uri="{DCECCB84-F9BA-43D5-87BE-67443E8EF086}">
      <p15:sldGuideLst xmlns:p15="http://schemas.microsoft.com/office/powerpoint/2012/main">
        <p15:guide id="1" orient="horz" pos="975" userDrawn="1">
          <p15:clr>
            <a:srgbClr val="A4A3A4"/>
          </p15:clr>
        </p15:guide>
        <p15:guide id="2" orient="horz" pos="3735" userDrawn="1">
          <p15:clr>
            <a:srgbClr val="A4A3A4"/>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AB066-265C-B73A-A4F8-335B2D5DFB48}"/>
              </a:ext>
            </a:extLst>
          </p:cNvPr>
          <p:cNvSpPr>
            <a:spLocks noGrp="1"/>
          </p:cNvSpPr>
          <p:nvPr>
            <p:ph type="title" hasCustomPrompt="1"/>
          </p:nvPr>
        </p:nvSpPr>
        <p:spPr>
          <a:xfrm>
            <a:off x="360000" y="360000"/>
            <a:ext cx="11473200" cy="1188000"/>
          </a:xfrm>
        </p:spPr>
        <p:txBody>
          <a:bodyPr/>
          <a:lstStyle/>
          <a:p>
            <a:r>
              <a:rPr lang="en-US" dirty="0"/>
              <a:t>Click to add title</a:t>
            </a:r>
            <a:endParaRPr lang="en-US"/>
          </a:p>
        </p:txBody>
      </p:sp>
      <p:sp>
        <p:nvSpPr>
          <p:cNvPr id="6" name="Subtitle 2">
            <a:extLst>
              <a:ext uri="{FF2B5EF4-FFF2-40B4-BE49-F238E27FC236}">
                <a16:creationId xmlns:a16="http://schemas.microsoft.com/office/drawing/2014/main" id="{7690D69E-A092-71E3-EE69-0F397D7CDEB5}"/>
              </a:ext>
            </a:extLst>
          </p:cNvPr>
          <p:cNvSpPr>
            <a:spLocks noGrp="1"/>
          </p:cNvSpPr>
          <p:nvPr>
            <p:ph type="subTitle" idx="1" hasCustomPrompt="1"/>
          </p:nvPr>
        </p:nvSpPr>
        <p:spPr>
          <a:xfrm>
            <a:off x="359998" y="799200"/>
            <a:ext cx="11458800" cy="309600"/>
          </a:xfrm>
        </p:spPr>
        <p:txBody>
          <a:bodyPr anchor="b" anchorCtr="0"/>
          <a:lstStyle>
            <a:lvl1pPr marL="0" indent="0" algn="l">
              <a:lnSpc>
                <a:spcPct val="100000"/>
              </a:lnSpc>
              <a:spcBef>
                <a:spcPts val="0"/>
              </a:spcBef>
              <a:spcAft>
                <a:spcPts val="0"/>
              </a:spcAft>
              <a:buFont typeface="Arial" panose="020B0604020202020204" pitchFamily="34" charset="0"/>
              <a:buChar char="​"/>
              <a:defRPr sz="2000" b="1">
                <a:solidFill>
                  <a:schemeClr val="tx2"/>
                </a:solidFill>
                <a:latin typeface="+mj-lt"/>
              </a:defRPr>
            </a:lvl1pPr>
            <a:lvl2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2pPr>
            <a:lvl3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3pPr>
            <a:lvl4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4pPr>
            <a:lvl5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5pPr>
            <a:lvl6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6pPr>
            <a:lvl7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7pPr>
            <a:lvl8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8pPr>
            <a:lvl9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9pPr>
          </a:lstStyle>
          <a:p>
            <a:r>
              <a:rPr lang="en-US" dirty="0"/>
              <a:t>Click to add subtitle</a:t>
            </a:r>
            <a:endParaRPr lang="en-US"/>
          </a:p>
        </p:txBody>
      </p:sp>
      <p:sp>
        <p:nvSpPr>
          <p:cNvPr id="7" name="Content Placeholder 6">
            <a:extLst>
              <a:ext uri="{FF2B5EF4-FFF2-40B4-BE49-F238E27FC236}">
                <a16:creationId xmlns:a16="http://schemas.microsoft.com/office/drawing/2014/main" id="{D7FACA5C-F2B6-2F2B-EB7F-13BB200FF8AB}"/>
              </a:ext>
            </a:extLst>
          </p:cNvPr>
          <p:cNvSpPr>
            <a:spLocks noGrp="1"/>
          </p:cNvSpPr>
          <p:nvPr>
            <p:ph sz="quarter" idx="13" hasCustomPrompt="1"/>
          </p:nvPr>
        </p:nvSpPr>
        <p:spPr>
          <a:xfrm>
            <a:off x="360000" y="1548000"/>
            <a:ext cx="11473200" cy="4377600"/>
          </a:xfrm>
        </p:spPr>
        <p:txBody>
          <a:bodyPr/>
          <a:lstStyle>
            <a:lvl1pPr>
              <a:defRPr/>
            </a:lvl1pPr>
            <a:lvl2pPr marL="360000" indent="-180000">
              <a:defRPr lang="en-US" sz="1600" kern="1200" dirty="0">
                <a:solidFill>
                  <a:schemeClr val="tx2"/>
                </a:solidFill>
                <a:latin typeface="+mn-lt"/>
                <a:ea typeface="+mn-ea"/>
                <a:cs typeface="+mn-cs"/>
              </a:defRPr>
            </a:lvl2pPr>
          </a:lstStyle>
          <a:p>
            <a:pPr lvl="0"/>
            <a:r>
              <a:rPr lang="en-US" noProof="0" dirty="0"/>
              <a:t>Click to add text                                                                                                                                Enter &amp; TAB to view next text style                                                                                                           SHIFT+TAB to view previous text style</a:t>
            </a:r>
            <a:endParaRPr lang="en-US" dirty="0"/>
          </a:p>
          <a:p>
            <a:pPr marL="360000" lvl="1" indent="-180000" algn="l" defTabSz="914400" rtl="0" eaLnBrk="1" latinLnBrk="0" hangingPunct="1">
              <a:lnSpc>
                <a:spcPct val="100000"/>
              </a:lnSpc>
              <a:spcBef>
                <a:spcPts val="0"/>
              </a:spcBef>
              <a:spcAft>
                <a:spcPts val="600"/>
              </a:spcAft>
              <a:buSzPct val="120000"/>
              <a:buFont typeface="Verdana" panose="020B0604030504040204" pitchFamily="34" charset="0"/>
              <a:buChar char="›"/>
            </a:pPr>
            <a:r>
              <a:rPr lang="en-US" noProof="0" dirty="0"/>
              <a:t>Second level</a:t>
            </a:r>
            <a:endParaRPr lang="en-US" dirty="0"/>
          </a:p>
          <a:p>
            <a:pPr lvl="2"/>
            <a:r>
              <a:rPr lang="en-US" noProof="0" dirty="0"/>
              <a:t>Third level</a:t>
            </a:r>
            <a:endParaRPr lang="en-US" dirty="0"/>
          </a:p>
          <a:p>
            <a:pPr lvl="3"/>
            <a:r>
              <a:rPr lang="en-US" noProof="0" dirty="0"/>
              <a:t>Fourth level</a:t>
            </a:r>
            <a:endParaRPr lang="en-US" dirty="0"/>
          </a:p>
          <a:p>
            <a:pPr lvl="4"/>
            <a:r>
              <a:rPr lang="en-US" noProof="0" dirty="0"/>
              <a:t>Fifth level</a:t>
            </a:r>
            <a:endParaRPr lang="en-US" dirty="0"/>
          </a:p>
          <a:p>
            <a:pPr lvl="5"/>
            <a:r>
              <a:rPr lang="en-US" noProof="0" dirty="0"/>
              <a:t>6</a:t>
            </a:r>
            <a:endParaRPr lang="en-US" dirty="0"/>
          </a:p>
          <a:p>
            <a:pPr lvl="6"/>
            <a:r>
              <a:rPr lang="en-US" noProof="0" dirty="0"/>
              <a:t>7</a:t>
            </a:r>
            <a:endParaRPr lang="en-US" dirty="0"/>
          </a:p>
          <a:p>
            <a:pPr lvl="7"/>
            <a:r>
              <a:rPr lang="en-US" noProof="0" dirty="0"/>
              <a:t>8</a:t>
            </a:r>
            <a:endParaRPr lang="en-US" dirty="0"/>
          </a:p>
          <a:p>
            <a:pPr lvl="8"/>
            <a:r>
              <a:rPr lang="en-US" noProof="0" dirty="0"/>
              <a:t>9</a:t>
            </a:r>
            <a:endParaRPr lang="en-US" dirty="0"/>
          </a:p>
        </p:txBody>
      </p:sp>
      <p:sp>
        <p:nvSpPr>
          <p:cNvPr id="4" name="Slide Number Placeholder 3">
            <a:extLst>
              <a:ext uri="{FF2B5EF4-FFF2-40B4-BE49-F238E27FC236}">
                <a16:creationId xmlns:a16="http://schemas.microsoft.com/office/drawing/2014/main" id="{4BF61A42-C183-BC65-7D6E-BBC2454EEFDB}"/>
              </a:ext>
            </a:extLst>
          </p:cNvPr>
          <p:cNvSpPr>
            <a:spLocks noGrp="1"/>
          </p:cNvSpPr>
          <p:nvPr>
            <p:ph type="sldNum" sz="quarter" idx="11"/>
          </p:nvPr>
        </p:nvSpPr>
        <p:spPr/>
        <p:txBody>
          <a:bodyPr/>
          <a:lstStyle/>
          <a:p>
            <a:fld id="{23AA811B-2EBD-4900-905E-5BE206449611}" type="slidenum">
              <a:rPr lang="en-US" smtClean="0"/>
              <a:pPr/>
              <a:t>‹#›</a:t>
            </a:fld>
            <a:endParaRPr lang="en-US" dirty="0"/>
          </a:p>
        </p:txBody>
      </p:sp>
    </p:spTree>
    <p:extLst>
      <p:ext uri="{BB962C8B-B14F-4D97-AF65-F5344CB8AC3E}">
        <p14:creationId xmlns:p14="http://schemas.microsoft.com/office/powerpoint/2010/main" val="2562241896"/>
      </p:ext>
    </p:extLst>
  </p:cSld>
  <p:clrMapOvr>
    <a:masterClrMapping/>
  </p:clrMapOvr>
  <p:extLst>
    <p:ext uri="{DCECCB84-F9BA-43D5-87BE-67443E8EF086}">
      <p15:sldGuideLst xmlns:p15="http://schemas.microsoft.com/office/powerpoint/2012/main">
        <p15:guide id="1" orient="horz" pos="975" userDrawn="1">
          <p15:clr>
            <a:srgbClr val="A4A3A4"/>
          </p15:clr>
        </p15:guide>
        <p15:guide id="2" orient="horz" pos="3735" userDrawn="1">
          <p15:clr>
            <a:srgbClr val="A4A3A4"/>
          </p15:clr>
        </p15:guide>
        <p15:guide id="3" orient="horz" pos="503" userDrawn="1">
          <p15:clr>
            <a:srgbClr val="A4A3A4"/>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AB066-265C-B73A-A4F8-335B2D5DFB48}"/>
              </a:ext>
            </a:extLst>
          </p:cNvPr>
          <p:cNvSpPr>
            <a:spLocks noGrp="1"/>
          </p:cNvSpPr>
          <p:nvPr>
            <p:ph type="title" hasCustomPrompt="1"/>
          </p:nvPr>
        </p:nvSpPr>
        <p:spPr>
          <a:xfrm>
            <a:off x="360000" y="360000"/>
            <a:ext cx="11473200" cy="1188000"/>
          </a:xfrm>
        </p:spPr>
        <p:txBody>
          <a:bodyPr/>
          <a:lstStyle/>
          <a:p>
            <a:r>
              <a:rPr lang="en-US" dirty="0"/>
              <a:t>Click to add title</a:t>
            </a:r>
            <a:endParaRPr lang="en-US"/>
          </a:p>
        </p:txBody>
      </p:sp>
      <p:sp>
        <p:nvSpPr>
          <p:cNvPr id="7" name="Content Placeholder 6">
            <a:extLst>
              <a:ext uri="{FF2B5EF4-FFF2-40B4-BE49-F238E27FC236}">
                <a16:creationId xmlns:a16="http://schemas.microsoft.com/office/drawing/2014/main" id="{D7FACA5C-F2B6-2F2B-EB7F-13BB200FF8AB}"/>
              </a:ext>
            </a:extLst>
          </p:cNvPr>
          <p:cNvSpPr>
            <a:spLocks noGrp="1"/>
          </p:cNvSpPr>
          <p:nvPr>
            <p:ph sz="quarter" idx="13" hasCustomPrompt="1"/>
          </p:nvPr>
        </p:nvSpPr>
        <p:spPr>
          <a:xfrm>
            <a:off x="360000" y="1548000"/>
            <a:ext cx="5648400" cy="4377600"/>
          </a:xfrm>
        </p:spPr>
        <p:txBody>
          <a:bodyPr/>
          <a:lstStyle>
            <a:lvl1pPr>
              <a:defRPr/>
            </a:lvl1pPr>
            <a:lvl2pPr marL="360000" indent="-180000">
              <a:defRPr lang="en-US" sz="1600" kern="1200" dirty="0">
                <a:solidFill>
                  <a:schemeClr val="tx2"/>
                </a:solidFill>
                <a:latin typeface="+mn-lt"/>
                <a:ea typeface="+mn-ea"/>
                <a:cs typeface="+mn-cs"/>
              </a:defRPr>
            </a:lvl2pPr>
          </a:lstStyle>
          <a:p>
            <a:pPr lvl="0"/>
            <a:r>
              <a:rPr lang="en-US" noProof="0" dirty="0"/>
              <a:t>Click to add text                                                    Enter &amp; TAB to view next text style                         SHIFT+TAB to view previous text style</a:t>
            </a:r>
            <a:endParaRPr lang="en-US" dirty="0"/>
          </a:p>
          <a:p>
            <a:pPr marL="360000" lvl="1" indent="-180000" algn="l" defTabSz="914400" rtl="0" eaLnBrk="1" latinLnBrk="0" hangingPunct="1">
              <a:lnSpc>
                <a:spcPct val="100000"/>
              </a:lnSpc>
              <a:spcBef>
                <a:spcPts val="0"/>
              </a:spcBef>
              <a:spcAft>
                <a:spcPts val="600"/>
              </a:spcAft>
              <a:buSzPct val="120000"/>
              <a:buFont typeface="Verdana" panose="020B0604030504040204" pitchFamily="34" charset="0"/>
              <a:buChar char="›"/>
            </a:pPr>
            <a:r>
              <a:rPr lang="en-US" noProof="0" dirty="0"/>
              <a:t>Second level</a:t>
            </a:r>
            <a:endParaRPr lang="en-US" dirty="0"/>
          </a:p>
          <a:p>
            <a:pPr lvl="2"/>
            <a:r>
              <a:rPr lang="en-US" noProof="0" dirty="0"/>
              <a:t>Third level</a:t>
            </a:r>
            <a:endParaRPr lang="en-US" dirty="0"/>
          </a:p>
          <a:p>
            <a:pPr lvl="3"/>
            <a:r>
              <a:rPr lang="en-US" noProof="0" dirty="0"/>
              <a:t>Fourth level</a:t>
            </a:r>
            <a:endParaRPr lang="en-US" dirty="0"/>
          </a:p>
          <a:p>
            <a:pPr lvl="4"/>
            <a:r>
              <a:rPr lang="en-US" noProof="0" dirty="0"/>
              <a:t>Fifth level</a:t>
            </a:r>
            <a:endParaRPr lang="en-US" dirty="0"/>
          </a:p>
          <a:p>
            <a:pPr lvl="5"/>
            <a:r>
              <a:rPr lang="en-US" noProof="0" dirty="0"/>
              <a:t>6</a:t>
            </a:r>
            <a:endParaRPr lang="en-US" dirty="0"/>
          </a:p>
          <a:p>
            <a:pPr lvl="6"/>
            <a:r>
              <a:rPr lang="en-US" noProof="0" dirty="0"/>
              <a:t>7</a:t>
            </a:r>
            <a:endParaRPr lang="en-US" dirty="0"/>
          </a:p>
          <a:p>
            <a:pPr lvl="7"/>
            <a:r>
              <a:rPr lang="en-US" noProof="0" dirty="0"/>
              <a:t>8</a:t>
            </a:r>
            <a:endParaRPr lang="en-US" dirty="0"/>
          </a:p>
          <a:p>
            <a:pPr lvl="8"/>
            <a:r>
              <a:rPr lang="en-US" noProof="0" dirty="0"/>
              <a:t>9</a:t>
            </a:r>
            <a:endParaRPr lang="en-US" dirty="0"/>
          </a:p>
        </p:txBody>
      </p:sp>
      <p:sp>
        <p:nvSpPr>
          <p:cNvPr id="6" name="Content Placeholder 6">
            <a:extLst>
              <a:ext uri="{FF2B5EF4-FFF2-40B4-BE49-F238E27FC236}">
                <a16:creationId xmlns:a16="http://schemas.microsoft.com/office/drawing/2014/main" id="{09321395-6E8C-5A2E-4072-17DE8B1C8208}"/>
              </a:ext>
            </a:extLst>
          </p:cNvPr>
          <p:cNvSpPr>
            <a:spLocks noGrp="1"/>
          </p:cNvSpPr>
          <p:nvPr>
            <p:ph sz="quarter" idx="14" hasCustomPrompt="1"/>
          </p:nvPr>
        </p:nvSpPr>
        <p:spPr>
          <a:xfrm>
            <a:off x="6184800" y="1548000"/>
            <a:ext cx="5648400" cy="4377600"/>
          </a:xfrm>
        </p:spPr>
        <p:txBody>
          <a:bodyPr/>
          <a:lstStyle>
            <a:lvl1pPr>
              <a:defRPr/>
            </a:lvl1pPr>
            <a:lvl2pPr marL="360000" indent="-180000">
              <a:defRPr lang="en-US" sz="1600" kern="1200" dirty="0">
                <a:solidFill>
                  <a:schemeClr val="tx2"/>
                </a:solidFill>
                <a:latin typeface="+mn-lt"/>
                <a:ea typeface="+mn-ea"/>
                <a:cs typeface="+mn-cs"/>
              </a:defRPr>
            </a:lvl2pPr>
          </a:lstStyle>
          <a:p>
            <a:pPr lvl="0"/>
            <a:r>
              <a:rPr lang="en-US" noProof="0" dirty="0"/>
              <a:t>Click to add text                                                    Enter &amp; TAB to view next text style                         SHIFT+TAB to view previous text style</a:t>
            </a:r>
            <a:endParaRPr lang="en-US" dirty="0"/>
          </a:p>
          <a:p>
            <a:pPr marL="360000" lvl="1" indent="-180000" algn="l" defTabSz="914400" rtl="0" eaLnBrk="1" latinLnBrk="0" hangingPunct="1">
              <a:lnSpc>
                <a:spcPct val="100000"/>
              </a:lnSpc>
              <a:spcBef>
                <a:spcPts val="0"/>
              </a:spcBef>
              <a:spcAft>
                <a:spcPts val="600"/>
              </a:spcAft>
              <a:buSzPct val="120000"/>
              <a:buFont typeface="Verdana" panose="020B0604030504040204" pitchFamily="34" charset="0"/>
              <a:buChar char="›"/>
            </a:pPr>
            <a:r>
              <a:rPr lang="en-US" noProof="0" dirty="0"/>
              <a:t>Second level</a:t>
            </a:r>
            <a:endParaRPr lang="en-US" dirty="0"/>
          </a:p>
          <a:p>
            <a:pPr lvl="2"/>
            <a:r>
              <a:rPr lang="en-US" noProof="0" dirty="0"/>
              <a:t>Third level</a:t>
            </a:r>
            <a:endParaRPr lang="en-US" dirty="0"/>
          </a:p>
          <a:p>
            <a:pPr lvl="3"/>
            <a:r>
              <a:rPr lang="en-US" noProof="0" dirty="0"/>
              <a:t>Fourth level</a:t>
            </a:r>
            <a:endParaRPr lang="en-US" dirty="0"/>
          </a:p>
          <a:p>
            <a:pPr lvl="4"/>
            <a:r>
              <a:rPr lang="en-US" noProof="0" dirty="0"/>
              <a:t>Fifth level</a:t>
            </a:r>
            <a:endParaRPr lang="en-US" dirty="0"/>
          </a:p>
          <a:p>
            <a:pPr lvl="5"/>
            <a:r>
              <a:rPr lang="en-US" noProof="0" dirty="0"/>
              <a:t>6</a:t>
            </a:r>
            <a:endParaRPr lang="en-US" dirty="0"/>
          </a:p>
          <a:p>
            <a:pPr lvl="6"/>
            <a:r>
              <a:rPr lang="en-US" noProof="0" dirty="0"/>
              <a:t>7</a:t>
            </a:r>
            <a:endParaRPr lang="en-US" dirty="0"/>
          </a:p>
          <a:p>
            <a:pPr lvl="7"/>
            <a:r>
              <a:rPr lang="en-US" noProof="0" dirty="0"/>
              <a:t>8</a:t>
            </a:r>
            <a:endParaRPr lang="en-US" dirty="0"/>
          </a:p>
          <a:p>
            <a:pPr lvl="8"/>
            <a:r>
              <a:rPr lang="en-US" noProof="0" dirty="0"/>
              <a:t>9</a:t>
            </a:r>
            <a:endParaRPr lang="en-US" dirty="0"/>
          </a:p>
        </p:txBody>
      </p:sp>
      <p:sp>
        <p:nvSpPr>
          <p:cNvPr id="4" name="Slide Number Placeholder 3">
            <a:extLst>
              <a:ext uri="{FF2B5EF4-FFF2-40B4-BE49-F238E27FC236}">
                <a16:creationId xmlns:a16="http://schemas.microsoft.com/office/drawing/2014/main" id="{4BF61A42-C183-BC65-7D6E-BBC2454EEFDB}"/>
              </a:ext>
            </a:extLst>
          </p:cNvPr>
          <p:cNvSpPr>
            <a:spLocks noGrp="1"/>
          </p:cNvSpPr>
          <p:nvPr>
            <p:ph type="sldNum" sz="quarter" idx="11"/>
          </p:nvPr>
        </p:nvSpPr>
        <p:spPr/>
        <p:txBody>
          <a:bodyPr/>
          <a:lstStyle/>
          <a:p>
            <a:fld id="{23AA811B-2EBD-4900-905E-5BE206449611}" type="slidenum">
              <a:rPr lang="en-US" smtClean="0"/>
              <a:pPr/>
              <a:t>‹#›</a:t>
            </a:fld>
            <a:endParaRPr lang="en-US" dirty="0"/>
          </a:p>
        </p:txBody>
      </p:sp>
    </p:spTree>
    <p:extLst>
      <p:ext uri="{BB962C8B-B14F-4D97-AF65-F5344CB8AC3E}">
        <p14:creationId xmlns:p14="http://schemas.microsoft.com/office/powerpoint/2010/main" val="1571604670"/>
      </p:ext>
    </p:extLst>
  </p:cSld>
  <p:clrMapOvr>
    <a:masterClrMapping/>
  </p:clrMapOvr>
  <p:extLst>
    <p:ext uri="{DCECCB84-F9BA-43D5-87BE-67443E8EF086}">
      <p15:sldGuideLst xmlns:p15="http://schemas.microsoft.com/office/powerpoint/2012/main">
        <p15:guide id="1" orient="horz" pos="975" userDrawn="1">
          <p15:clr>
            <a:srgbClr val="A4A3A4"/>
          </p15:clr>
        </p15:guide>
        <p15:guide id="2" orient="horz" pos="3735" userDrawn="1">
          <p15:clr>
            <a:srgbClr val="A4A3A4"/>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 Content +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AB066-265C-B73A-A4F8-335B2D5DFB48}"/>
              </a:ext>
            </a:extLst>
          </p:cNvPr>
          <p:cNvSpPr>
            <a:spLocks noGrp="1"/>
          </p:cNvSpPr>
          <p:nvPr>
            <p:ph type="title" hasCustomPrompt="1"/>
          </p:nvPr>
        </p:nvSpPr>
        <p:spPr>
          <a:xfrm>
            <a:off x="360000" y="360000"/>
            <a:ext cx="11473200" cy="1188000"/>
          </a:xfrm>
        </p:spPr>
        <p:txBody>
          <a:bodyPr/>
          <a:lstStyle/>
          <a:p>
            <a:r>
              <a:rPr lang="en-US" dirty="0"/>
              <a:t>Click to add title</a:t>
            </a:r>
            <a:endParaRPr lang="en-US"/>
          </a:p>
        </p:txBody>
      </p:sp>
      <p:sp>
        <p:nvSpPr>
          <p:cNvPr id="8" name="Subtitle 2">
            <a:extLst>
              <a:ext uri="{FF2B5EF4-FFF2-40B4-BE49-F238E27FC236}">
                <a16:creationId xmlns:a16="http://schemas.microsoft.com/office/drawing/2014/main" id="{401DCE1F-3AC2-DDC3-E9A6-9C4EDBA5E8F2}"/>
              </a:ext>
            </a:extLst>
          </p:cNvPr>
          <p:cNvSpPr>
            <a:spLocks noGrp="1"/>
          </p:cNvSpPr>
          <p:nvPr>
            <p:ph type="subTitle" idx="1" hasCustomPrompt="1"/>
          </p:nvPr>
        </p:nvSpPr>
        <p:spPr>
          <a:xfrm>
            <a:off x="359998" y="799200"/>
            <a:ext cx="11458800" cy="309600"/>
          </a:xfrm>
        </p:spPr>
        <p:txBody>
          <a:bodyPr anchor="b" anchorCtr="0"/>
          <a:lstStyle>
            <a:lvl1pPr marL="0" indent="0" algn="l">
              <a:lnSpc>
                <a:spcPct val="100000"/>
              </a:lnSpc>
              <a:spcBef>
                <a:spcPts val="0"/>
              </a:spcBef>
              <a:spcAft>
                <a:spcPts val="0"/>
              </a:spcAft>
              <a:buFont typeface="Arial" panose="020B0604020202020204" pitchFamily="34" charset="0"/>
              <a:buChar char="​"/>
              <a:defRPr sz="2000" b="1">
                <a:solidFill>
                  <a:schemeClr val="tx2"/>
                </a:solidFill>
                <a:latin typeface="+mj-lt"/>
              </a:defRPr>
            </a:lvl1pPr>
            <a:lvl2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2pPr>
            <a:lvl3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3pPr>
            <a:lvl4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4pPr>
            <a:lvl5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5pPr>
            <a:lvl6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6pPr>
            <a:lvl7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7pPr>
            <a:lvl8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8pPr>
            <a:lvl9pPr marL="0" indent="0" algn="l">
              <a:lnSpc>
                <a:spcPct val="100000"/>
              </a:lnSpc>
              <a:spcBef>
                <a:spcPts val="0"/>
              </a:spcBef>
              <a:spcAft>
                <a:spcPts val="0"/>
              </a:spcAft>
              <a:buFont typeface="Arial" panose="020B0604020202020204" pitchFamily="34" charset="0"/>
              <a:buChar char="​"/>
              <a:defRPr sz="2000" b="0">
                <a:solidFill>
                  <a:schemeClr val="bg1"/>
                </a:solidFill>
                <a:latin typeface="+mn-lt"/>
              </a:defRPr>
            </a:lvl9pPr>
          </a:lstStyle>
          <a:p>
            <a:r>
              <a:rPr lang="en-US" dirty="0"/>
              <a:t>Click to add subtitle</a:t>
            </a:r>
            <a:endParaRPr lang="en-US"/>
          </a:p>
        </p:txBody>
      </p:sp>
      <p:sp>
        <p:nvSpPr>
          <p:cNvPr id="7" name="Content Placeholder 6">
            <a:extLst>
              <a:ext uri="{FF2B5EF4-FFF2-40B4-BE49-F238E27FC236}">
                <a16:creationId xmlns:a16="http://schemas.microsoft.com/office/drawing/2014/main" id="{D7FACA5C-F2B6-2F2B-EB7F-13BB200FF8AB}"/>
              </a:ext>
            </a:extLst>
          </p:cNvPr>
          <p:cNvSpPr>
            <a:spLocks noGrp="1"/>
          </p:cNvSpPr>
          <p:nvPr>
            <p:ph sz="quarter" idx="13" hasCustomPrompt="1"/>
          </p:nvPr>
        </p:nvSpPr>
        <p:spPr>
          <a:xfrm>
            <a:off x="360000" y="1548000"/>
            <a:ext cx="5648400" cy="4377600"/>
          </a:xfrm>
        </p:spPr>
        <p:txBody>
          <a:bodyPr/>
          <a:lstStyle>
            <a:lvl1pPr>
              <a:defRPr/>
            </a:lvl1pPr>
            <a:lvl2pPr marL="360000" indent="-180000">
              <a:defRPr lang="en-US" sz="1600" kern="1200" dirty="0">
                <a:solidFill>
                  <a:schemeClr val="tx2"/>
                </a:solidFill>
                <a:latin typeface="+mn-lt"/>
                <a:ea typeface="+mn-ea"/>
                <a:cs typeface="+mn-cs"/>
              </a:defRPr>
            </a:lvl2pPr>
          </a:lstStyle>
          <a:p>
            <a:pPr lvl="0"/>
            <a:r>
              <a:rPr lang="en-US" noProof="0" dirty="0"/>
              <a:t>Click to add text                                                    Enter &amp; TAB to view next text style                         SHIFT+TAB to view previous text style</a:t>
            </a:r>
            <a:endParaRPr lang="en-US" dirty="0"/>
          </a:p>
          <a:p>
            <a:pPr marL="360000" lvl="1" indent="-180000" algn="l" defTabSz="914400" rtl="0" eaLnBrk="1" latinLnBrk="0" hangingPunct="1">
              <a:lnSpc>
                <a:spcPct val="100000"/>
              </a:lnSpc>
              <a:spcBef>
                <a:spcPts val="0"/>
              </a:spcBef>
              <a:spcAft>
                <a:spcPts val="600"/>
              </a:spcAft>
              <a:buSzPct val="120000"/>
              <a:buFont typeface="Verdana" panose="020B0604030504040204" pitchFamily="34" charset="0"/>
              <a:buChar char="›"/>
            </a:pPr>
            <a:r>
              <a:rPr lang="en-US" noProof="0" dirty="0"/>
              <a:t>Second level</a:t>
            </a:r>
            <a:endParaRPr lang="en-US" dirty="0"/>
          </a:p>
          <a:p>
            <a:pPr lvl="2"/>
            <a:r>
              <a:rPr lang="en-US" noProof="0" dirty="0"/>
              <a:t>Third level</a:t>
            </a:r>
            <a:endParaRPr lang="en-US" dirty="0"/>
          </a:p>
          <a:p>
            <a:pPr lvl="3"/>
            <a:r>
              <a:rPr lang="en-US" noProof="0" dirty="0"/>
              <a:t>Fourth level</a:t>
            </a:r>
            <a:endParaRPr lang="en-US" dirty="0"/>
          </a:p>
          <a:p>
            <a:pPr lvl="4"/>
            <a:r>
              <a:rPr lang="en-US" noProof="0" dirty="0"/>
              <a:t>Fifth level</a:t>
            </a:r>
            <a:endParaRPr lang="en-US" dirty="0"/>
          </a:p>
          <a:p>
            <a:pPr lvl="5"/>
            <a:r>
              <a:rPr lang="en-US" noProof="0" dirty="0"/>
              <a:t>6</a:t>
            </a:r>
            <a:endParaRPr lang="en-US" dirty="0"/>
          </a:p>
          <a:p>
            <a:pPr lvl="6"/>
            <a:r>
              <a:rPr lang="en-US" noProof="0" dirty="0"/>
              <a:t>7</a:t>
            </a:r>
            <a:endParaRPr lang="en-US" dirty="0"/>
          </a:p>
          <a:p>
            <a:pPr lvl="7"/>
            <a:r>
              <a:rPr lang="en-US" noProof="0" dirty="0"/>
              <a:t>8</a:t>
            </a:r>
            <a:endParaRPr lang="en-US" dirty="0"/>
          </a:p>
          <a:p>
            <a:pPr lvl="8"/>
            <a:r>
              <a:rPr lang="en-US" noProof="0" dirty="0"/>
              <a:t>9</a:t>
            </a:r>
            <a:endParaRPr lang="en-US" dirty="0"/>
          </a:p>
        </p:txBody>
      </p:sp>
      <p:sp>
        <p:nvSpPr>
          <p:cNvPr id="6" name="Content Placeholder 6">
            <a:extLst>
              <a:ext uri="{FF2B5EF4-FFF2-40B4-BE49-F238E27FC236}">
                <a16:creationId xmlns:a16="http://schemas.microsoft.com/office/drawing/2014/main" id="{09321395-6E8C-5A2E-4072-17DE8B1C8208}"/>
              </a:ext>
            </a:extLst>
          </p:cNvPr>
          <p:cNvSpPr>
            <a:spLocks noGrp="1"/>
          </p:cNvSpPr>
          <p:nvPr>
            <p:ph sz="quarter" idx="14" hasCustomPrompt="1"/>
          </p:nvPr>
        </p:nvSpPr>
        <p:spPr>
          <a:xfrm>
            <a:off x="6184800" y="1548000"/>
            <a:ext cx="5648400" cy="4377600"/>
          </a:xfrm>
        </p:spPr>
        <p:txBody>
          <a:bodyPr/>
          <a:lstStyle>
            <a:lvl1pPr>
              <a:defRPr/>
            </a:lvl1pPr>
            <a:lvl2pPr marL="360000" indent="-180000">
              <a:defRPr lang="en-US" sz="1600" kern="1200" dirty="0">
                <a:solidFill>
                  <a:schemeClr val="tx2"/>
                </a:solidFill>
                <a:latin typeface="+mn-lt"/>
                <a:ea typeface="+mn-ea"/>
                <a:cs typeface="+mn-cs"/>
              </a:defRPr>
            </a:lvl2pPr>
          </a:lstStyle>
          <a:p>
            <a:pPr lvl="0"/>
            <a:r>
              <a:rPr lang="en-US" noProof="0" dirty="0"/>
              <a:t>Click to add text                                                    Enter &amp; TAB to view next text style                         SHIFT+TAB to view previous text style</a:t>
            </a:r>
            <a:endParaRPr lang="en-US" dirty="0"/>
          </a:p>
          <a:p>
            <a:pPr marL="360000" lvl="1" indent="-180000" algn="l" defTabSz="914400" rtl="0" eaLnBrk="1" latinLnBrk="0" hangingPunct="1">
              <a:lnSpc>
                <a:spcPct val="100000"/>
              </a:lnSpc>
              <a:spcBef>
                <a:spcPts val="0"/>
              </a:spcBef>
              <a:spcAft>
                <a:spcPts val="600"/>
              </a:spcAft>
              <a:buSzPct val="120000"/>
              <a:buFont typeface="Verdana" panose="020B0604030504040204" pitchFamily="34" charset="0"/>
              <a:buChar char="›"/>
            </a:pPr>
            <a:r>
              <a:rPr lang="en-US" noProof="0" dirty="0"/>
              <a:t>Second level</a:t>
            </a:r>
            <a:endParaRPr lang="en-US" dirty="0"/>
          </a:p>
          <a:p>
            <a:pPr lvl="2"/>
            <a:r>
              <a:rPr lang="en-US" noProof="0" dirty="0"/>
              <a:t>Third level</a:t>
            </a:r>
            <a:endParaRPr lang="en-US" dirty="0"/>
          </a:p>
          <a:p>
            <a:pPr lvl="3"/>
            <a:r>
              <a:rPr lang="en-US" noProof="0" dirty="0"/>
              <a:t>Fourth level</a:t>
            </a:r>
            <a:endParaRPr lang="en-US" dirty="0"/>
          </a:p>
          <a:p>
            <a:pPr lvl="4"/>
            <a:r>
              <a:rPr lang="en-US" noProof="0" dirty="0"/>
              <a:t>Fifth level</a:t>
            </a:r>
            <a:endParaRPr lang="en-US" dirty="0"/>
          </a:p>
          <a:p>
            <a:pPr lvl="5"/>
            <a:r>
              <a:rPr lang="en-US" noProof="0" dirty="0"/>
              <a:t>6</a:t>
            </a:r>
            <a:endParaRPr lang="en-US" dirty="0"/>
          </a:p>
          <a:p>
            <a:pPr lvl="6"/>
            <a:r>
              <a:rPr lang="en-US" noProof="0" dirty="0"/>
              <a:t>7</a:t>
            </a:r>
            <a:endParaRPr lang="en-US" dirty="0"/>
          </a:p>
          <a:p>
            <a:pPr lvl="7"/>
            <a:r>
              <a:rPr lang="en-US" noProof="0" dirty="0"/>
              <a:t>8</a:t>
            </a:r>
            <a:endParaRPr lang="en-US" dirty="0"/>
          </a:p>
          <a:p>
            <a:pPr lvl="8"/>
            <a:r>
              <a:rPr lang="en-US" noProof="0" dirty="0"/>
              <a:t>9</a:t>
            </a:r>
            <a:endParaRPr lang="en-US" dirty="0"/>
          </a:p>
        </p:txBody>
      </p:sp>
      <p:sp>
        <p:nvSpPr>
          <p:cNvPr id="4" name="Slide Number Placeholder 3">
            <a:extLst>
              <a:ext uri="{FF2B5EF4-FFF2-40B4-BE49-F238E27FC236}">
                <a16:creationId xmlns:a16="http://schemas.microsoft.com/office/drawing/2014/main" id="{4BF61A42-C183-BC65-7D6E-BBC2454EEFDB}"/>
              </a:ext>
            </a:extLst>
          </p:cNvPr>
          <p:cNvSpPr>
            <a:spLocks noGrp="1"/>
          </p:cNvSpPr>
          <p:nvPr>
            <p:ph type="sldNum" sz="quarter" idx="11"/>
          </p:nvPr>
        </p:nvSpPr>
        <p:spPr/>
        <p:txBody>
          <a:bodyPr/>
          <a:lstStyle/>
          <a:p>
            <a:fld id="{23AA811B-2EBD-4900-905E-5BE206449611}" type="slidenum">
              <a:rPr lang="en-US" smtClean="0"/>
              <a:pPr/>
              <a:t>‹#›</a:t>
            </a:fld>
            <a:endParaRPr lang="en-US" dirty="0"/>
          </a:p>
        </p:txBody>
      </p:sp>
    </p:spTree>
    <p:extLst>
      <p:ext uri="{BB962C8B-B14F-4D97-AF65-F5344CB8AC3E}">
        <p14:creationId xmlns:p14="http://schemas.microsoft.com/office/powerpoint/2010/main" val="142764799"/>
      </p:ext>
    </p:extLst>
  </p:cSld>
  <p:clrMapOvr>
    <a:masterClrMapping/>
  </p:clrMapOvr>
  <p:extLst>
    <p:ext uri="{DCECCB84-F9BA-43D5-87BE-67443E8EF086}">
      <p15:sldGuideLst xmlns:p15="http://schemas.microsoft.com/office/powerpoint/2012/main">
        <p15:guide id="1" orient="horz" pos="975" userDrawn="1">
          <p15:clr>
            <a:srgbClr val="A4A3A4"/>
          </p15:clr>
        </p15:guide>
        <p15:guide id="2" orient="horz" pos="3735" userDrawn="1">
          <p15:clr>
            <a:srgbClr val="A4A3A4"/>
          </p15:clr>
        </p15:guide>
        <p15:guide id="3" orient="horz" pos="503" userDrawn="1">
          <p15:clr>
            <a:srgbClr val="A4A3A4"/>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6AEB5-52F0-4660-8F42-9D54730AF814}"/>
              </a:ext>
            </a:extLst>
          </p:cNvPr>
          <p:cNvSpPr>
            <a:spLocks noGrp="1"/>
          </p:cNvSpPr>
          <p:nvPr>
            <p:ph type="title" hasCustomPrompt="1"/>
          </p:nvPr>
        </p:nvSpPr>
        <p:spPr>
          <a:xfrm>
            <a:off x="360000" y="360000"/>
            <a:ext cx="11473200" cy="1188000"/>
          </a:xfrm>
        </p:spPr>
        <p:txBody>
          <a:bodyPr/>
          <a:lstStyle/>
          <a:p>
            <a:r>
              <a:rPr lang="en-US" dirty="0"/>
              <a:t>Click to add title</a:t>
            </a:r>
            <a:endParaRPr lang="en-US"/>
          </a:p>
        </p:txBody>
      </p:sp>
      <p:sp>
        <p:nvSpPr>
          <p:cNvPr id="3" name="Content Placeholder 2"/>
          <p:cNvSpPr>
            <a:spLocks noGrp="1"/>
          </p:cNvSpPr>
          <p:nvPr>
            <p:ph idx="1" hasCustomPrompt="1"/>
          </p:nvPr>
        </p:nvSpPr>
        <p:spPr>
          <a:xfrm>
            <a:off x="360000" y="1548000"/>
            <a:ext cx="3704400" cy="4377600"/>
          </a:xfrm>
        </p:spPr>
        <p:txBody>
          <a:bodyPr/>
          <a:lstStyle>
            <a:lvl1pPr>
              <a:defRPr/>
            </a:lvl1pPr>
            <a:lvl2pPr marL="360000" indent="-180000">
              <a:defRPr lang="en-US" sz="1600" kern="1200" dirty="0">
                <a:solidFill>
                  <a:schemeClr val="tx2"/>
                </a:solidFill>
                <a:latin typeface="+mn-lt"/>
                <a:ea typeface="+mn-ea"/>
                <a:cs typeface="+mn-cs"/>
              </a:defRPr>
            </a:lvl2pPr>
            <a:lvl5pPr>
              <a:defRPr/>
            </a:lvl5pPr>
          </a:lstStyle>
          <a:p>
            <a:pPr lvl="0"/>
            <a:r>
              <a:rPr lang="en-US" noProof="0" dirty="0"/>
              <a:t>Click to add text                         Enter &amp; TAB to view next text style                                         SHIFT+TAB to view previous text style</a:t>
            </a:r>
            <a:endParaRPr lang="en-US" dirty="0"/>
          </a:p>
          <a:p>
            <a:pPr marL="360000" lvl="1" indent="-180000" algn="l" defTabSz="914400" rtl="0" eaLnBrk="1" latinLnBrk="0" hangingPunct="1">
              <a:lnSpc>
                <a:spcPct val="100000"/>
              </a:lnSpc>
              <a:spcBef>
                <a:spcPts val="0"/>
              </a:spcBef>
              <a:spcAft>
                <a:spcPts val="600"/>
              </a:spcAft>
              <a:buSzPct val="120000"/>
              <a:buFont typeface="Verdana" panose="020B0604030504040204" pitchFamily="34" charset="0"/>
              <a:buChar char="›"/>
            </a:pPr>
            <a:r>
              <a:rPr lang="en-US" noProof="0" dirty="0"/>
              <a:t>Second level</a:t>
            </a:r>
            <a:endParaRPr lang="en-US" dirty="0"/>
          </a:p>
          <a:p>
            <a:pPr lvl="2"/>
            <a:r>
              <a:rPr lang="en-US" noProof="0" dirty="0"/>
              <a:t>Third level</a:t>
            </a:r>
            <a:endParaRPr lang="en-US" dirty="0"/>
          </a:p>
          <a:p>
            <a:pPr lvl="3"/>
            <a:r>
              <a:rPr lang="en-US" noProof="0" dirty="0"/>
              <a:t>Fourth level</a:t>
            </a:r>
            <a:endParaRPr lang="en-US" dirty="0"/>
          </a:p>
          <a:p>
            <a:pPr lvl="4"/>
            <a:r>
              <a:rPr lang="en-US" noProof="0" dirty="0"/>
              <a:t>Fifth level</a:t>
            </a:r>
            <a:endParaRPr lang="en-US" dirty="0"/>
          </a:p>
          <a:p>
            <a:pPr lvl="5"/>
            <a:r>
              <a:rPr lang="en-US" noProof="0" dirty="0"/>
              <a:t>6</a:t>
            </a:r>
            <a:endParaRPr lang="en-US" dirty="0"/>
          </a:p>
          <a:p>
            <a:pPr lvl="6"/>
            <a:r>
              <a:rPr lang="en-US" noProof="0" dirty="0"/>
              <a:t>7</a:t>
            </a:r>
            <a:endParaRPr lang="en-US" dirty="0"/>
          </a:p>
          <a:p>
            <a:pPr lvl="7"/>
            <a:r>
              <a:rPr lang="en-US" noProof="0" dirty="0"/>
              <a:t>8</a:t>
            </a:r>
            <a:endParaRPr lang="en-US" dirty="0"/>
          </a:p>
          <a:p>
            <a:pPr lvl="8"/>
            <a:r>
              <a:rPr lang="en-US" noProof="0" dirty="0"/>
              <a:t>9</a:t>
            </a:r>
            <a:endParaRPr lang="en-US" dirty="0"/>
          </a:p>
        </p:txBody>
      </p:sp>
      <p:sp>
        <p:nvSpPr>
          <p:cNvPr id="10" name="Content Placeholder 3">
            <a:extLst>
              <a:ext uri="{FF2B5EF4-FFF2-40B4-BE49-F238E27FC236}">
                <a16:creationId xmlns:a16="http://schemas.microsoft.com/office/drawing/2014/main" id="{ED1EC185-5B12-41DF-8263-14BD8E01E254}"/>
              </a:ext>
            </a:extLst>
          </p:cNvPr>
          <p:cNvSpPr>
            <a:spLocks noGrp="1"/>
          </p:cNvSpPr>
          <p:nvPr>
            <p:ph sz="half" idx="2" hasCustomPrompt="1"/>
          </p:nvPr>
        </p:nvSpPr>
        <p:spPr>
          <a:xfrm>
            <a:off x="4244400" y="1548000"/>
            <a:ext cx="3704400" cy="4377600"/>
          </a:xfrm>
        </p:spPr>
        <p:txBody>
          <a:bodyPr/>
          <a:lstStyle>
            <a:lvl1pPr>
              <a:defRPr/>
            </a:lvl1pPr>
            <a:lvl2pPr marL="360000" indent="-180000">
              <a:defRPr lang="en-US" sz="1600" kern="1200" dirty="0">
                <a:solidFill>
                  <a:schemeClr val="tx2"/>
                </a:solidFill>
                <a:latin typeface="+mn-lt"/>
                <a:ea typeface="+mn-ea"/>
                <a:cs typeface="+mn-cs"/>
              </a:defRPr>
            </a:lvl2pPr>
            <a:lvl5pPr>
              <a:defRPr/>
            </a:lvl5pPr>
          </a:lstStyle>
          <a:p>
            <a:pPr lvl="0"/>
            <a:r>
              <a:rPr lang="en-US" noProof="0" dirty="0"/>
              <a:t>Click to add text                         Enter &amp; TAB to view next text style                                         SHIFT+TAB to view previous text style</a:t>
            </a:r>
            <a:endParaRPr lang="en-US" dirty="0"/>
          </a:p>
          <a:p>
            <a:pPr marL="360000" lvl="1" indent="-180000" algn="l" defTabSz="914400" rtl="0" eaLnBrk="1" latinLnBrk="0" hangingPunct="1">
              <a:lnSpc>
                <a:spcPct val="100000"/>
              </a:lnSpc>
              <a:spcBef>
                <a:spcPts val="0"/>
              </a:spcBef>
              <a:spcAft>
                <a:spcPts val="600"/>
              </a:spcAft>
              <a:buSzPct val="120000"/>
              <a:buFont typeface="Verdana" panose="020B0604030504040204" pitchFamily="34" charset="0"/>
              <a:buChar char="›"/>
            </a:pPr>
            <a:r>
              <a:rPr lang="en-US" noProof="0" dirty="0"/>
              <a:t>Second level</a:t>
            </a:r>
            <a:endParaRPr lang="en-US" dirty="0"/>
          </a:p>
          <a:p>
            <a:pPr lvl="2"/>
            <a:r>
              <a:rPr lang="en-US" noProof="0" dirty="0"/>
              <a:t>Third level</a:t>
            </a:r>
            <a:endParaRPr lang="en-US" dirty="0"/>
          </a:p>
          <a:p>
            <a:pPr lvl="3"/>
            <a:r>
              <a:rPr lang="en-US" noProof="0" dirty="0"/>
              <a:t>Fourth level</a:t>
            </a:r>
            <a:endParaRPr lang="en-US" dirty="0"/>
          </a:p>
          <a:p>
            <a:pPr lvl="4"/>
            <a:r>
              <a:rPr lang="en-US" noProof="0" dirty="0"/>
              <a:t>Fifth level</a:t>
            </a:r>
            <a:endParaRPr lang="en-US" dirty="0"/>
          </a:p>
          <a:p>
            <a:pPr lvl="5"/>
            <a:r>
              <a:rPr lang="en-US" noProof="0" dirty="0"/>
              <a:t>6</a:t>
            </a:r>
            <a:endParaRPr lang="en-US" dirty="0"/>
          </a:p>
          <a:p>
            <a:pPr lvl="6"/>
            <a:r>
              <a:rPr lang="en-US" noProof="0" dirty="0"/>
              <a:t>7</a:t>
            </a:r>
            <a:endParaRPr lang="en-US" dirty="0"/>
          </a:p>
          <a:p>
            <a:pPr lvl="7"/>
            <a:r>
              <a:rPr lang="en-US" noProof="0" dirty="0"/>
              <a:t>8</a:t>
            </a:r>
            <a:endParaRPr lang="en-US" dirty="0"/>
          </a:p>
          <a:p>
            <a:pPr lvl="8"/>
            <a:r>
              <a:rPr lang="en-US" noProof="0" dirty="0"/>
              <a:t>9</a:t>
            </a:r>
            <a:endParaRPr lang="en-US" dirty="0"/>
          </a:p>
        </p:txBody>
      </p:sp>
      <p:sp>
        <p:nvSpPr>
          <p:cNvPr id="11" name="Content Placeholder 4">
            <a:extLst>
              <a:ext uri="{FF2B5EF4-FFF2-40B4-BE49-F238E27FC236}">
                <a16:creationId xmlns:a16="http://schemas.microsoft.com/office/drawing/2014/main" id="{B51A870A-B49A-41AB-A520-9F693B2A477E}"/>
              </a:ext>
            </a:extLst>
          </p:cNvPr>
          <p:cNvSpPr>
            <a:spLocks noGrp="1"/>
          </p:cNvSpPr>
          <p:nvPr>
            <p:ph sz="half" idx="13" hasCustomPrompt="1"/>
          </p:nvPr>
        </p:nvSpPr>
        <p:spPr>
          <a:xfrm>
            <a:off x="8128800" y="1548000"/>
            <a:ext cx="3704400" cy="4377600"/>
          </a:xfrm>
        </p:spPr>
        <p:txBody>
          <a:bodyPr/>
          <a:lstStyle>
            <a:lvl1pPr>
              <a:defRPr/>
            </a:lvl1pPr>
            <a:lvl2pPr marL="360000" indent="-180000">
              <a:defRPr lang="en-US" sz="1600" kern="1200" dirty="0">
                <a:solidFill>
                  <a:schemeClr val="tx2"/>
                </a:solidFill>
                <a:latin typeface="+mn-lt"/>
                <a:ea typeface="+mn-ea"/>
                <a:cs typeface="+mn-cs"/>
              </a:defRPr>
            </a:lvl2pPr>
            <a:lvl5pPr>
              <a:defRPr/>
            </a:lvl5pPr>
          </a:lstStyle>
          <a:p>
            <a:pPr lvl="0"/>
            <a:r>
              <a:rPr lang="en-US" noProof="0" dirty="0"/>
              <a:t>Click to add text                         Enter &amp; TAB to view next text style                                         SHIFT+TAB to view previous text style</a:t>
            </a:r>
            <a:endParaRPr lang="en-US" dirty="0"/>
          </a:p>
          <a:p>
            <a:pPr marL="360000" lvl="1" indent="-180000" algn="l" defTabSz="914400" rtl="0" eaLnBrk="1" latinLnBrk="0" hangingPunct="1">
              <a:lnSpc>
                <a:spcPct val="100000"/>
              </a:lnSpc>
              <a:spcBef>
                <a:spcPts val="0"/>
              </a:spcBef>
              <a:spcAft>
                <a:spcPts val="600"/>
              </a:spcAft>
              <a:buSzPct val="120000"/>
              <a:buFont typeface="Verdana" panose="020B0604030504040204" pitchFamily="34" charset="0"/>
              <a:buChar char="›"/>
            </a:pPr>
            <a:r>
              <a:rPr lang="en-US" noProof="0" dirty="0"/>
              <a:t>Second level</a:t>
            </a:r>
            <a:endParaRPr lang="en-US" dirty="0"/>
          </a:p>
          <a:p>
            <a:pPr lvl="2"/>
            <a:r>
              <a:rPr lang="en-US" noProof="0" dirty="0"/>
              <a:t>Third level</a:t>
            </a:r>
            <a:endParaRPr lang="en-US" dirty="0"/>
          </a:p>
          <a:p>
            <a:pPr lvl="3"/>
            <a:r>
              <a:rPr lang="en-US" noProof="0" dirty="0"/>
              <a:t>Fourth level</a:t>
            </a:r>
            <a:endParaRPr lang="en-US" dirty="0"/>
          </a:p>
          <a:p>
            <a:pPr lvl="4"/>
            <a:r>
              <a:rPr lang="en-US" noProof="0" dirty="0"/>
              <a:t>Fifth level</a:t>
            </a:r>
            <a:endParaRPr lang="en-US" dirty="0"/>
          </a:p>
          <a:p>
            <a:pPr lvl="5"/>
            <a:r>
              <a:rPr lang="en-US" noProof="0" dirty="0"/>
              <a:t>6</a:t>
            </a:r>
            <a:endParaRPr lang="en-US" dirty="0"/>
          </a:p>
          <a:p>
            <a:pPr lvl="6"/>
            <a:r>
              <a:rPr lang="en-US" noProof="0" dirty="0"/>
              <a:t>7</a:t>
            </a:r>
            <a:endParaRPr lang="en-US" dirty="0"/>
          </a:p>
          <a:p>
            <a:pPr lvl="7"/>
            <a:r>
              <a:rPr lang="en-US" noProof="0" dirty="0"/>
              <a:t>8</a:t>
            </a:r>
            <a:endParaRPr lang="en-US" dirty="0"/>
          </a:p>
          <a:p>
            <a:pPr lvl="8"/>
            <a:r>
              <a:rPr lang="en-US" noProof="0" dirty="0"/>
              <a:t>9</a:t>
            </a:r>
            <a:endParaRPr lang="en-US" dirty="0"/>
          </a:p>
        </p:txBody>
      </p:sp>
      <p:sp>
        <p:nvSpPr>
          <p:cNvPr id="6" name="Slide Number Placeholder 5">
            <a:extLst>
              <a:ext uri="{FF2B5EF4-FFF2-40B4-BE49-F238E27FC236}">
                <a16:creationId xmlns:a16="http://schemas.microsoft.com/office/drawing/2014/main" id="{7AA71E20-872F-F5BC-E21E-27661D221949}"/>
              </a:ext>
            </a:extLst>
          </p:cNvPr>
          <p:cNvSpPr>
            <a:spLocks noGrp="1"/>
          </p:cNvSpPr>
          <p:nvPr>
            <p:ph type="sldNum" sz="quarter" idx="16"/>
          </p:nvPr>
        </p:nvSpPr>
        <p:spPr/>
        <p:txBody>
          <a:bodyPr/>
          <a:lstStyle/>
          <a:p>
            <a:fld id="{23AA811B-2EBD-4900-905E-5BE206449611}" type="slidenum">
              <a:rPr lang="en-US" smtClean="0"/>
              <a:pPr/>
              <a:t>‹#›</a:t>
            </a:fld>
            <a:endParaRPr lang="en-US" dirty="0"/>
          </a:p>
        </p:txBody>
      </p:sp>
    </p:spTree>
    <p:extLst>
      <p:ext uri="{BB962C8B-B14F-4D97-AF65-F5344CB8AC3E}">
        <p14:creationId xmlns:p14="http://schemas.microsoft.com/office/powerpoint/2010/main" val="2150300243"/>
      </p:ext>
    </p:extLst>
  </p:cSld>
  <p:clrMapOvr>
    <a:masterClrMapping/>
  </p:clrMapOvr>
  <p:extLst>
    <p:ext uri="{DCECCB84-F9BA-43D5-87BE-67443E8EF086}">
      <p15:sldGuideLst xmlns:p15="http://schemas.microsoft.com/office/powerpoint/2012/main">
        <p15:guide id="1" orient="horz" pos="975" userDrawn="1">
          <p15:clr>
            <a:srgbClr val="A4A3A4"/>
          </p15:clr>
        </p15:guide>
        <p15:guide id="2" orient="horz" pos="3733" userDrawn="1">
          <p15:clr>
            <a:srgbClr val="A4A3A4"/>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 Text and Pictu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92C5249-9040-41B4-1E81-409B0CBABD80}"/>
              </a:ext>
            </a:extLst>
          </p:cNvPr>
          <p:cNvSpPr>
            <a:spLocks noGrp="1"/>
          </p:cNvSpPr>
          <p:nvPr>
            <p:ph type="pic" sz="quarter" idx="16"/>
          </p:nvPr>
        </p:nvSpPr>
        <p:spPr>
          <a:xfrm>
            <a:off x="6184902" y="0"/>
            <a:ext cx="6007098" cy="6678000"/>
          </a:xfrm>
          <a:custGeom>
            <a:avLst/>
            <a:gdLst>
              <a:gd name="connsiteX0" fmla="*/ 0 w 6007098"/>
              <a:gd name="connsiteY0" fmla="*/ 0 h 6678000"/>
              <a:gd name="connsiteX1" fmla="*/ 6007098 w 6007098"/>
              <a:gd name="connsiteY1" fmla="*/ 0 h 6678000"/>
              <a:gd name="connsiteX2" fmla="*/ 6007098 w 6007098"/>
              <a:gd name="connsiteY2" fmla="*/ 6678000 h 6678000"/>
              <a:gd name="connsiteX3" fmla="*/ 0 w 6007098"/>
              <a:gd name="connsiteY3" fmla="*/ 6678000 h 6678000"/>
            </a:gdLst>
            <a:ahLst/>
            <a:cxnLst>
              <a:cxn ang="0">
                <a:pos x="connsiteX0" y="connsiteY0"/>
              </a:cxn>
              <a:cxn ang="0">
                <a:pos x="connsiteX1" y="connsiteY1"/>
              </a:cxn>
              <a:cxn ang="0">
                <a:pos x="connsiteX2" y="connsiteY2"/>
              </a:cxn>
              <a:cxn ang="0">
                <a:pos x="connsiteX3" y="connsiteY3"/>
              </a:cxn>
            </a:cxnLst>
            <a:rect l="l" t="t" r="r" b="b"/>
            <a:pathLst>
              <a:path w="6007098" h="6678000">
                <a:moveTo>
                  <a:pt x="0" y="0"/>
                </a:moveTo>
                <a:lnTo>
                  <a:pt x="6007098" y="0"/>
                </a:lnTo>
                <a:lnTo>
                  <a:pt x="6007098" y="6678000"/>
                </a:lnTo>
                <a:lnTo>
                  <a:pt x="0" y="6678000"/>
                </a:lnTo>
                <a:close/>
              </a:path>
            </a:pathLst>
          </a:custGeom>
          <a:solidFill>
            <a:schemeClr val="bg1">
              <a:lumMod val="85000"/>
            </a:schemeClr>
          </a:solidFill>
        </p:spPr>
        <p:txBody>
          <a:bodyPr wrap="square" tIns="720000" anchor="ctr" anchorCtr="0">
            <a:noAutofit/>
          </a:bodyPr>
          <a:lstStyle>
            <a:lvl1pPr marL="0" indent="0" algn="ctr">
              <a:buNone/>
              <a:defRPr sz="1600">
                <a:solidFill>
                  <a:schemeClr val="tx1"/>
                </a:solidFill>
              </a:defRPr>
            </a:lvl1pPr>
          </a:lstStyle>
          <a:p>
            <a:r>
              <a:rPr lang="en-US" dirty="0"/>
              <a:t>Click icon to add picture</a:t>
            </a:r>
            <a:endParaRPr lang="en-US"/>
          </a:p>
        </p:txBody>
      </p:sp>
      <p:sp>
        <p:nvSpPr>
          <p:cNvPr id="2" name="Title 1">
            <a:extLst>
              <a:ext uri="{FF2B5EF4-FFF2-40B4-BE49-F238E27FC236}">
                <a16:creationId xmlns:a16="http://schemas.microsoft.com/office/drawing/2014/main" id="{7A0AB066-265C-B73A-A4F8-335B2D5DFB48}"/>
              </a:ext>
            </a:extLst>
          </p:cNvPr>
          <p:cNvSpPr>
            <a:spLocks noGrp="1"/>
          </p:cNvSpPr>
          <p:nvPr>
            <p:ph type="title" hasCustomPrompt="1"/>
          </p:nvPr>
        </p:nvSpPr>
        <p:spPr>
          <a:xfrm>
            <a:off x="360000" y="360000"/>
            <a:ext cx="5647100" cy="1188000"/>
          </a:xfrm>
        </p:spPr>
        <p:txBody>
          <a:bodyPr/>
          <a:lstStyle/>
          <a:p>
            <a:r>
              <a:rPr lang="en-US" dirty="0"/>
              <a:t>Click to add title</a:t>
            </a:r>
            <a:endParaRPr lang="en-US"/>
          </a:p>
        </p:txBody>
      </p:sp>
      <p:sp>
        <p:nvSpPr>
          <p:cNvPr id="7" name="Content Placeholder 6">
            <a:extLst>
              <a:ext uri="{FF2B5EF4-FFF2-40B4-BE49-F238E27FC236}">
                <a16:creationId xmlns:a16="http://schemas.microsoft.com/office/drawing/2014/main" id="{D7FACA5C-F2B6-2F2B-EB7F-13BB200FF8AB}"/>
              </a:ext>
            </a:extLst>
          </p:cNvPr>
          <p:cNvSpPr>
            <a:spLocks noGrp="1"/>
          </p:cNvSpPr>
          <p:nvPr>
            <p:ph sz="quarter" idx="13" hasCustomPrompt="1"/>
          </p:nvPr>
        </p:nvSpPr>
        <p:spPr>
          <a:xfrm>
            <a:off x="360000" y="1548000"/>
            <a:ext cx="5647100" cy="4377600"/>
          </a:xfrm>
        </p:spPr>
        <p:txBody>
          <a:bodyPr/>
          <a:lstStyle>
            <a:lvl1pPr>
              <a:defRPr/>
            </a:lvl1pPr>
            <a:lvl2pPr marL="360000" indent="-180000">
              <a:defRPr lang="en-US" sz="1600" kern="1200" dirty="0">
                <a:solidFill>
                  <a:schemeClr val="tx2"/>
                </a:solidFill>
                <a:latin typeface="+mn-lt"/>
                <a:ea typeface="+mn-ea"/>
                <a:cs typeface="+mn-cs"/>
              </a:defRPr>
            </a:lvl2pPr>
          </a:lstStyle>
          <a:p>
            <a:pPr lvl="0"/>
            <a:r>
              <a:rPr lang="en-US" noProof="0" dirty="0"/>
              <a:t>Click to add text                                                                                                                                Enter &amp; TAB to view next text style                                                                                                           SHIFT+TAB to view previous text style</a:t>
            </a:r>
            <a:endParaRPr lang="en-US" dirty="0"/>
          </a:p>
          <a:p>
            <a:pPr marL="360000" lvl="1" indent="-180000" algn="l" defTabSz="914400" rtl="0" eaLnBrk="1" latinLnBrk="0" hangingPunct="1">
              <a:lnSpc>
                <a:spcPct val="100000"/>
              </a:lnSpc>
              <a:spcBef>
                <a:spcPts val="0"/>
              </a:spcBef>
              <a:spcAft>
                <a:spcPts val="600"/>
              </a:spcAft>
              <a:buSzPct val="120000"/>
              <a:buFont typeface="Verdana" panose="020B0604030504040204" pitchFamily="34" charset="0"/>
              <a:buChar char="›"/>
            </a:pPr>
            <a:r>
              <a:rPr lang="en-US" noProof="0" dirty="0"/>
              <a:t>Second level</a:t>
            </a:r>
            <a:endParaRPr lang="en-US" dirty="0"/>
          </a:p>
          <a:p>
            <a:pPr lvl="2"/>
            <a:r>
              <a:rPr lang="en-US" noProof="0" dirty="0"/>
              <a:t>Third level</a:t>
            </a:r>
            <a:endParaRPr lang="en-US" dirty="0"/>
          </a:p>
          <a:p>
            <a:pPr lvl="3"/>
            <a:r>
              <a:rPr lang="en-US" noProof="0" dirty="0"/>
              <a:t>Fourth level</a:t>
            </a:r>
            <a:endParaRPr lang="en-US" dirty="0"/>
          </a:p>
          <a:p>
            <a:pPr lvl="4"/>
            <a:r>
              <a:rPr lang="en-US" noProof="0" dirty="0"/>
              <a:t>Fifth level</a:t>
            </a:r>
            <a:endParaRPr lang="en-US" dirty="0"/>
          </a:p>
          <a:p>
            <a:pPr lvl="5"/>
            <a:r>
              <a:rPr lang="en-US" noProof="0" dirty="0"/>
              <a:t>6</a:t>
            </a:r>
            <a:endParaRPr lang="en-US" dirty="0"/>
          </a:p>
          <a:p>
            <a:pPr lvl="6"/>
            <a:r>
              <a:rPr lang="en-US" noProof="0" dirty="0"/>
              <a:t>7</a:t>
            </a:r>
            <a:endParaRPr lang="en-US" dirty="0"/>
          </a:p>
          <a:p>
            <a:pPr lvl="7"/>
            <a:r>
              <a:rPr lang="en-US" noProof="0" dirty="0"/>
              <a:t>8</a:t>
            </a:r>
            <a:endParaRPr lang="en-US" dirty="0"/>
          </a:p>
          <a:p>
            <a:pPr lvl="8"/>
            <a:r>
              <a:rPr lang="en-US" noProof="0" dirty="0"/>
              <a:t>9</a:t>
            </a:r>
            <a:endParaRPr lang="en-US" dirty="0"/>
          </a:p>
        </p:txBody>
      </p:sp>
      <p:sp>
        <p:nvSpPr>
          <p:cNvPr id="4" name="Slide Number Placeholder 3">
            <a:extLst>
              <a:ext uri="{FF2B5EF4-FFF2-40B4-BE49-F238E27FC236}">
                <a16:creationId xmlns:a16="http://schemas.microsoft.com/office/drawing/2014/main" id="{4BF61A42-C183-BC65-7D6E-BBC2454EEFDB}"/>
              </a:ext>
            </a:extLst>
          </p:cNvPr>
          <p:cNvSpPr>
            <a:spLocks noGrp="1"/>
          </p:cNvSpPr>
          <p:nvPr>
            <p:ph type="sldNum" sz="quarter" idx="11"/>
          </p:nvPr>
        </p:nvSpPr>
        <p:spPr/>
        <p:txBody>
          <a:bodyPr/>
          <a:lstStyle>
            <a:lvl1pPr>
              <a:defRPr>
                <a:solidFill>
                  <a:schemeClr val="bg1"/>
                </a:solidFill>
              </a:defRPr>
            </a:lvl1pPr>
          </a:lstStyle>
          <a:p>
            <a:fld id="{23AA811B-2EBD-4900-905E-5BE206449611}" type="slidenum">
              <a:rPr lang="en-US" smtClean="0"/>
              <a:pPr/>
              <a:t>‹#›</a:t>
            </a:fld>
            <a:endParaRPr lang="en-US" dirty="0"/>
          </a:p>
        </p:txBody>
      </p:sp>
    </p:spTree>
    <p:extLst>
      <p:ext uri="{BB962C8B-B14F-4D97-AF65-F5344CB8AC3E}">
        <p14:creationId xmlns:p14="http://schemas.microsoft.com/office/powerpoint/2010/main" val="2407640380"/>
      </p:ext>
    </p:extLst>
  </p:cSld>
  <p:clrMapOvr>
    <a:masterClrMapping/>
  </p:clrMapOvr>
  <p:extLst>
    <p:ext uri="{DCECCB84-F9BA-43D5-87BE-67443E8EF086}">
      <p15:sldGuideLst xmlns:p15="http://schemas.microsoft.com/office/powerpoint/2012/main">
        <p15:guide id="1" orient="horz" pos="975" userDrawn="1">
          <p15:clr>
            <a:srgbClr val="A4A3A4"/>
          </p15:clr>
        </p15:guide>
        <p15:guide id="2" orient="horz" pos="3735" userDrawn="1">
          <p15:clr>
            <a:srgbClr val="A4A3A4"/>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 Text and Pictur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143DDFEA-7FDA-2AAD-1A0F-C08F96949B41}"/>
              </a:ext>
            </a:extLst>
          </p:cNvPr>
          <p:cNvSpPr>
            <a:spLocks noGrp="1"/>
          </p:cNvSpPr>
          <p:nvPr>
            <p:ph type="pic" sz="quarter" idx="16"/>
          </p:nvPr>
        </p:nvSpPr>
        <p:spPr>
          <a:xfrm>
            <a:off x="6186488" y="356400"/>
            <a:ext cx="5646712" cy="5565600"/>
          </a:xfrm>
          <a:prstGeom prst="rect">
            <a:avLst/>
          </a:prstGeom>
          <a:solidFill>
            <a:schemeClr val="bg1">
              <a:lumMod val="85000"/>
            </a:schemeClr>
          </a:solidFill>
        </p:spPr>
        <p:txBody>
          <a:bodyPr wrap="square" tIns="720000" anchor="ctr" anchorCtr="0">
            <a:noAutofit/>
          </a:bodyPr>
          <a:lstStyle>
            <a:lvl1pPr marL="0" indent="0" algn="ctr">
              <a:buNone/>
              <a:defRPr sz="1600">
                <a:solidFill>
                  <a:schemeClr val="tx1"/>
                </a:solidFill>
              </a:defRPr>
            </a:lvl1pPr>
          </a:lstStyle>
          <a:p>
            <a:r>
              <a:rPr lang="en-US" dirty="0"/>
              <a:t>Click icon to add picture</a:t>
            </a:r>
            <a:endParaRPr lang="en-US"/>
          </a:p>
        </p:txBody>
      </p:sp>
      <p:sp>
        <p:nvSpPr>
          <p:cNvPr id="2" name="Title 1">
            <a:extLst>
              <a:ext uri="{FF2B5EF4-FFF2-40B4-BE49-F238E27FC236}">
                <a16:creationId xmlns:a16="http://schemas.microsoft.com/office/drawing/2014/main" id="{7A0AB066-265C-B73A-A4F8-335B2D5DFB48}"/>
              </a:ext>
            </a:extLst>
          </p:cNvPr>
          <p:cNvSpPr>
            <a:spLocks noGrp="1"/>
          </p:cNvSpPr>
          <p:nvPr>
            <p:ph type="title" hasCustomPrompt="1"/>
          </p:nvPr>
        </p:nvSpPr>
        <p:spPr>
          <a:xfrm>
            <a:off x="360000" y="360000"/>
            <a:ext cx="5647100" cy="1188000"/>
          </a:xfrm>
        </p:spPr>
        <p:txBody>
          <a:bodyPr/>
          <a:lstStyle/>
          <a:p>
            <a:r>
              <a:rPr lang="en-US" dirty="0"/>
              <a:t>Click to add title</a:t>
            </a:r>
            <a:endParaRPr lang="en-US"/>
          </a:p>
        </p:txBody>
      </p:sp>
      <p:sp>
        <p:nvSpPr>
          <p:cNvPr id="7" name="Content Placeholder 6">
            <a:extLst>
              <a:ext uri="{FF2B5EF4-FFF2-40B4-BE49-F238E27FC236}">
                <a16:creationId xmlns:a16="http://schemas.microsoft.com/office/drawing/2014/main" id="{D7FACA5C-F2B6-2F2B-EB7F-13BB200FF8AB}"/>
              </a:ext>
            </a:extLst>
          </p:cNvPr>
          <p:cNvSpPr>
            <a:spLocks noGrp="1"/>
          </p:cNvSpPr>
          <p:nvPr>
            <p:ph sz="quarter" idx="13" hasCustomPrompt="1"/>
          </p:nvPr>
        </p:nvSpPr>
        <p:spPr>
          <a:xfrm>
            <a:off x="360000" y="1548000"/>
            <a:ext cx="5647100" cy="4377600"/>
          </a:xfrm>
        </p:spPr>
        <p:txBody>
          <a:bodyPr/>
          <a:lstStyle>
            <a:lvl1pPr>
              <a:defRPr/>
            </a:lvl1pPr>
            <a:lvl2pPr marL="360000" indent="-180000">
              <a:defRPr lang="en-US" sz="1600" kern="1200" dirty="0">
                <a:solidFill>
                  <a:schemeClr val="tx2"/>
                </a:solidFill>
                <a:latin typeface="+mn-lt"/>
                <a:ea typeface="+mn-ea"/>
                <a:cs typeface="+mn-cs"/>
              </a:defRPr>
            </a:lvl2pPr>
          </a:lstStyle>
          <a:p>
            <a:pPr lvl="0"/>
            <a:r>
              <a:rPr lang="en-US" noProof="0" dirty="0"/>
              <a:t>Click to add text                                                                                                                                Enter &amp; TAB to view next text style                                                                                                           SHIFT+TAB to view previous text style</a:t>
            </a:r>
            <a:endParaRPr lang="en-US" dirty="0"/>
          </a:p>
          <a:p>
            <a:pPr marL="360000" lvl="1" indent="-180000" algn="l" defTabSz="914400" rtl="0" eaLnBrk="1" latinLnBrk="0" hangingPunct="1">
              <a:lnSpc>
                <a:spcPct val="100000"/>
              </a:lnSpc>
              <a:spcBef>
                <a:spcPts val="0"/>
              </a:spcBef>
              <a:spcAft>
                <a:spcPts val="600"/>
              </a:spcAft>
              <a:buSzPct val="120000"/>
              <a:buFont typeface="Verdana" panose="020B0604030504040204" pitchFamily="34" charset="0"/>
              <a:buChar char="›"/>
            </a:pPr>
            <a:r>
              <a:rPr lang="en-US" noProof="0" dirty="0"/>
              <a:t>Second level</a:t>
            </a:r>
            <a:endParaRPr lang="en-US" dirty="0"/>
          </a:p>
          <a:p>
            <a:pPr lvl="2"/>
            <a:r>
              <a:rPr lang="en-US" noProof="0" dirty="0"/>
              <a:t>Third level</a:t>
            </a:r>
            <a:endParaRPr lang="en-US" dirty="0"/>
          </a:p>
          <a:p>
            <a:pPr lvl="3"/>
            <a:r>
              <a:rPr lang="en-US" noProof="0" dirty="0"/>
              <a:t>Fourth level</a:t>
            </a:r>
            <a:endParaRPr lang="en-US" dirty="0"/>
          </a:p>
          <a:p>
            <a:pPr lvl="4"/>
            <a:r>
              <a:rPr lang="en-US" noProof="0" dirty="0"/>
              <a:t>Fifth level</a:t>
            </a:r>
            <a:endParaRPr lang="en-US" dirty="0"/>
          </a:p>
          <a:p>
            <a:pPr lvl="5"/>
            <a:r>
              <a:rPr lang="en-US" noProof="0" dirty="0"/>
              <a:t>6</a:t>
            </a:r>
            <a:endParaRPr lang="en-US" dirty="0"/>
          </a:p>
          <a:p>
            <a:pPr lvl="6"/>
            <a:r>
              <a:rPr lang="en-US" noProof="0" dirty="0"/>
              <a:t>7</a:t>
            </a:r>
            <a:endParaRPr lang="en-US" dirty="0"/>
          </a:p>
          <a:p>
            <a:pPr lvl="7"/>
            <a:r>
              <a:rPr lang="en-US" noProof="0" dirty="0"/>
              <a:t>8</a:t>
            </a:r>
            <a:endParaRPr lang="en-US" dirty="0"/>
          </a:p>
          <a:p>
            <a:pPr lvl="8"/>
            <a:r>
              <a:rPr lang="en-US" noProof="0" dirty="0"/>
              <a:t>9</a:t>
            </a:r>
            <a:endParaRPr lang="en-US" dirty="0"/>
          </a:p>
        </p:txBody>
      </p:sp>
      <p:sp>
        <p:nvSpPr>
          <p:cNvPr id="10" name="Slide Number Placeholder 9">
            <a:extLst>
              <a:ext uri="{FF2B5EF4-FFF2-40B4-BE49-F238E27FC236}">
                <a16:creationId xmlns:a16="http://schemas.microsoft.com/office/drawing/2014/main" id="{265F2533-8E44-99FF-9158-86A94D16860C}"/>
              </a:ext>
            </a:extLst>
          </p:cNvPr>
          <p:cNvSpPr>
            <a:spLocks noGrp="1"/>
          </p:cNvSpPr>
          <p:nvPr>
            <p:ph type="sldNum" sz="quarter" idx="19"/>
          </p:nvPr>
        </p:nvSpPr>
        <p:spPr/>
        <p:txBody>
          <a:bodyPr/>
          <a:lstStyle/>
          <a:p>
            <a:fld id="{23AA811B-2EBD-4900-905E-5BE206449611}" type="slidenum">
              <a:rPr lang="en-US" smtClean="0"/>
              <a:pPr/>
              <a:t>‹#›</a:t>
            </a:fld>
            <a:endParaRPr lang="en-US" dirty="0"/>
          </a:p>
        </p:txBody>
      </p:sp>
    </p:spTree>
    <p:extLst>
      <p:ext uri="{BB962C8B-B14F-4D97-AF65-F5344CB8AC3E}">
        <p14:creationId xmlns:p14="http://schemas.microsoft.com/office/powerpoint/2010/main" val="3199836314"/>
      </p:ext>
    </p:extLst>
  </p:cSld>
  <p:clrMapOvr>
    <a:masterClrMapping/>
  </p:clrMapOvr>
  <p:extLst>
    <p:ext uri="{DCECCB84-F9BA-43D5-87BE-67443E8EF086}">
      <p15:sldGuideLst xmlns:p15="http://schemas.microsoft.com/office/powerpoint/2012/main">
        <p15:guide id="1" orient="horz" pos="975" userDrawn="1">
          <p15:clr>
            <a:srgbClr val="A4A3A4"/>
          </p15:clr>
        </p15:guide>
        <p15:guide id="2" orient="horz" pos="3735" userDrawn="1">
          <p15:clr>
            <a:srgbClr val="A4A3A4"/>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 Text and Pictu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4C22FDDB-B6BB-2D1D-4EB4-8E54F77638B5}"/>
              </a:ext>
            </a:extLst>
          </p:cNvPr>
          <p:cNvSpPr>
            <a:spLocks noGrp="1"/>
          </p:cNvSpPr>
          <p:nvPr>
            <p:ph type="pic" sz="quarter" idx="16"/>
          </p:nvPr>
        </p:nvSpPr>
        <p:spPr>
          <a:xfrm>
            <a:off x="6918794" y="0"/>
            <a:ext cx="5273207" cy="6678000"/>
          </a:xfrm>
          <a:custGeom>
            <a:avLst/>
            <a:gdLst>
              <a:gd name="connsiteX0" fmla="*/ 1004362 w 5273207"/>
              <a:gd name="connsiteY0" fmla="*/ 0 h 6678000"/>
              <a:gd name="connsiteX1" fmla="*/ 5273207 w 5273207"/>
              <a:gd name="connsiteY1" fmla="*/ 0 h 6678000"/>
              <a:gd name="connsiteX2" fmla="*/ 5273207 w 5273207"/>
              <a:gd name="connsiteY2" fmla="*/ 6678000 h 6678000"/>
              <a:gd name="connsiteX3" fmla="*/ 0 w 5273207"/>
              <a:gd name="connsiteY3" fmla="*/ 6678000 h 6678000"/>
              <a:gd name="connsiteX4" fmla="*/ 23422 w 5273207"/>
              <a:gd name="connsiteY4" fmla="*/ 6301100 h 6678000"/>
              <a:gd name="connsiteX5" fmla="*/ 1022090 w 5273207"/>
              <a:gd name="connsiteY5" fmla="*/ 156870 h 667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07" h="6678000">
                <a:moveTo>
                  <a:pt x="1004362" y="0"/>
                </a:moveTo>
                <a:lnTo>
                  <a:pt x="5273207" y="0"/>
                </a:lnTo>
                <a:lnTo>
                  <a:pt x="5273207" y="6678000"/>
                </a:lnTo>
                <a:lnTo>
                  <a:pt x="0" y="6678000"/>
                </a:lnTo>
                <a:lnTo>
                  <a:pt x="23422" y="6301100"/>
                </a:lnTo>
                <a:cubicBezTo>
                  <a:pt x="204269" y="4293714"/>
                  <a:pt x="1188942" y="2196400"/>
                  <a:pt x="1022090" y="156870"/>
                </a:cubicBezTo>
                <a:close/>
              </a:path>
            </a:pathLst>
          </a:custGeom>
          <a:solidFill>
            <a:schemeClr val="bg1">
              <a:lumMod val="85000"/>
            </a:schemeClr>
          </a:solidFill>
        </p:spPr>
        <p:txBody>
          <a:bodyPr wrap="square" tIns="720000" anchor="ctr" anchorCtr="0">
            <a:noAutofit/>
          </a:bodyPr>
          <a:lstStyle>
            <a:lvl1pPr marL="0" indent="0" algn="ctr">
              <a:buNone/>
              <a:defRPr sz="1600">
                <a:solidFill>
                  <a:schemeClr val="tx1"/>
                </a:solidFill>
              </a:defRPr>
            </a:lvl1pPr>
          </a:lstStyle>
          <a:p>
            <a:r>
              <a:rPr lang="en-US" dirty="0"/>
              <a:t>Click icon to add picture</a:t>
            </a:r>
            <a:endParaRPr lang="en-US"/>
          </a:p>
        </p:txBody>
      </p:sp>
      <p:sp>
        <p:nvSpPr>
          <p:cNvPr id="2" name="Title 1">
            <a:extLst>
              <a:ext uri="{FF2B5EF4-FFF2-40B4-BE49-F238E27FC236}">
                <a16:creationId xmlns:a16="http://schemas.microsoft.com/office/drawing/2014/main" id="{7A0AB066-265C-B73A-A4F8-335B2D5DFB48}"/>
              </a:ext>
            </a:extLst>
          </p:cNvPr>
          <p:cNvSpPr>
            <a:spLocks noGrp="1"/>
          </p:cNvSpPr>
          <p:nvPr>
            <p:ph type="title" hasCustomPrompt="1"/>
          </p:nvPr>
        </p:nvSpPr>
        <p:spPr>
          <a:xfrm>
            <a:off x="360000" y="360000"/>
            <a:ext cx="5647100" cy="1188000"/>
          </a:xfrm>
        </p:spPr>
        <p:txBody>
          <a:bodyPr/>
          <a:lstStyle/>
          <a:p>
            <a:r>
              <a:rPr lang="en-US" dirty="0"/>
              <a:t>Click to add title</a:t>
            </a:r>
            <a:endParaRPr lang="en-US"/>
          </a:p>
        </p:txBody>
      </p:sp>
      <p:sp>
        <p:nvSpPr>
          <p:cNvPr id="7" name="Content Placeholder 6">
            <a:extLst>
              <a:ext uri="{FF2B5EF4-FFF2-40B4-BE49-F238E27FC236}">
                <a16:creationId xmlns:a16="http://schemas.microsoft.com/office/drawing/2014/main" id="{D7FACA5C-F2B6-2F2B-EB7F-13BB200FF8AB}"/>
              </a:ext>
            </a:extLst>
          </p:cNvPr>
          <p:cNvSpPr>
            <a:spLocks noGrp="1"/>
          </p:cNvSpPr>
          <p:nvPr>
            <p:ph sz="quarter" idx="13" hasCustomPrompt="1"/>
          </p:nvPr>
        </p:nvSpPr>
        <p:spPr>
          <a:xfrm>
            <a:off x="360000" y="1548000"/>
            <a:ext cx="5647100" cy="4377600"/>
          </a:xfrm>
        </p:spPr>
        <p:txBody>
          <a:bodyPr/>
          <a:lstStyle>
            <a:lvl1pPr>
              <a:defRPr/>
            </a:lvl1pPr>
            <a:lvl2pPr marL="360000" indent="-180000">
              <a:buSzPct val="120000"/>
              <a:buFont typeface="Verdana" panose="020B0604030504040204" pitchFamily="34" charset="0"/>
              <a:buChar char="›"/>
              <a:defRPr/>
            </a:lvl2pPr>
          </a:lstStyle>
          <a:p>
            <a:pPr lvl="0"/>
            <a:r>
              <a:rPr lang="en-US" noProof="0" dirty="0"/>
              <a:t>Click to add text                                                                                                                                Enter &amp; TAB to view next text style                                                                                                           SHIFT+TAB to view previous text style</a:t>
            </a:r>
            <a:endParaRPr lang="en-US" dirty="0"/>
          </a:p>
          <a:p>
            <a:pPr lvl="1"/>
            <a:r>
              <a:rPr lang="en-US" noProof="0" dirty="0"/>
              <a:t>Second level</a:t>
            </a:r>
            <a:endParaRPr lang="en-US" dirty="0"/>
          </a:p>
          <a:p>
            <a:pPr lvl="2"/>
            <a:r>
              <a:rPr lang="en-US" noProof="0" dirty="0"/>
              <a:t>Third level</a:t>
            </a:r>
            <a:endParaRPr lang="en-US" dirty="0"/>
          </a:p>
          <a:p>
            <a:pPr lvl="3"/>
            <a:r>
              <a:rPr lang="en-US" noProof="0" dirty="0"/>
              <a:t>Fourth level</a:t>
            </a:r>
            <a:endParaRPr lang="en-US" dirty="0"/>
          </a:p>
          <a:p>
            <a:pPr lvl="4"/>
            <a:r>
              <a:rPr lang="en-US" noProof="0" dirty="0"/>
              <a:t>Fifth level</a:t>
            </a:r>
            <a:endParaRPr lang="en-US" dirty="0"/>
          </a:p>
          <a:p>
            <a:pPr lvl="5"/>
            <a:r>
              <a:rPr lang="en-US" noProof="0" dirty="0"/>
              <a:t>6</a:t>
            </a:r>
            <a:endParaRPr lang="en-US" dirty="0"/>
          </a:p>
          <a:p>
            <a:pPr lvl="6"/>
            <a:r>
              <a:rPr lang="en-US" noProof="0" dirty="0"/>
              <a:t>7</a:t>
            </a:r>
            <a:endParaRPr lang="en-US" dirty="0"/>
          </a:p>
          <a:p>
            <a:pPr lvl="7"/>
            <a:r>
              <a:rPr lang="en-US" noProof="0" dirty="0"/>
              <a:t>8</a:t>
            </a:r>
            <a:endParaRPr lang="en-US" dirty="0"/>
          </a:p>
          <a:p>
            <a:pPr lvl="8"/>
            <a:r>
              <a:rPr lang="en-US" noProof="0" dirty="0"/>
              <a:t>9</a:t>
            </a:r>
            <a:endParaRPr lang="en-US" dirty="0"/>
          </a:p>
        </p:txBody>
      </p:sp>
      <p:sp>
        <p:nvSpPr>
          <p:cNvPr id="4" name="Slide Number Placeholder 3">
            <a:extLst>
              <a:ext uri="{FF2B5EF4-FFF2-40B4-BE49-F238E27FC236}">
                <a16:creationId xmlns:a16="http://schemas.microsoft.com/office/drawing/2014/main" id="{4BF61A42-C183-BC65-7D6E-BBC2454EEFDB}"/>
              </a:ext>
            </a:extLst>
          </p:cNvPr>
          <p:cNvSpPr>
            <a:spLocks noGrp="1"/>
          </p:cNvSpPr>
          <p:nvPr>
            <p:ph type="sldNum" sz="quarter" idx="11"/>
          </p:nvPr>
        </p:nvSpPr>
        <p:spPr/>
        <p:txBody>
          <a:bodyPr/>
          <a:lstStyle>
            <a:lvl1pPr>
              <a:defRPr>
                <a:solidFill>
                  <a:schemeClr val="bg1"/>
                </a:solidFill>
              </a:defRPr>
            </a:lvl1pPr>
          </a:lstStyle>
          <a:p>
            <a:fld id="{23AA811B-2EBD-4900-905E-5BE206449611}" type="slidenum">
              <a:rPr lang="en-US" smtClean="0"/>
              <a:pPr/>
              <a:t>‹#›</a:t>
            </a:fld>
            <a:endParaRPr lang="en-US" dirty="0"/>
          </a:p>
        </p:txBody>
      </p:sp>
    </p:spTree>
    <p:extLst>
      <p:ext uri="{BB962C8B-B14F-4D97-AF65-F5344CB8AC3E}">
        <p14:creationId xmlns:p14="http://schemas.microsoft.com/office/powerpoint/2010/main" val="2084872415"/>
      </p:ext>
    </p:extLst>
  </p:cSld>
  <p:clrMapOvr>
    <a:masterClrMapping/>
  </p:clrMapOvr>
  <p:extLst>
    <p:ext uri="{DCECCB84-F9BA-43D5-87BE-67443E8EF086}">
      <p15:sldGuideLst xmlns:p15="http://schemas.microsoft.com/office/powerpoint/2012/main">
        <p15:guide id="1" orient="horz" pos="975" userDrawn="1">
          <p15:clr>
            <a:srgbClr val="A4A3A4"/>
          </p15:clr>
        </p15:guide>
        <p15:guide id="2" orient="horz" pos="3735" userDrawn="1">
          <p15:clr>
            <a:srgbClr val="A4A3A4"/>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 Repo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6AEB5-52F0-4660-8F42-9D54730AF814}"/>
              </a:ext>
            </a:extLst>
          </p:cNvPr>
          <p:cNvSpPr>
            <a:spLocks noGrp="1"/>
          </p:cNvSpPr>
          <p:nvPr>
            <p:ph type="title" hasCustomPrompt="1"/>
          </p:nvPr>
        </p:nvSpPr>
        <p:spPr>
          <a:xfrm>
            <a:off x="360000" y="360000"/>
            <a:ext cx="3704400" cy="2610000"/>
          </a:xfrm>
        </p:spPr>
        <p:txBody>
          <a:bodyPr/>
          <a:lstStyle>
            <a:lvl1pPr>
              <a:defRPr sz="2400"/>
            </a:lvl1pPr>
          </a:lstStyle>
          <a:p>
            <a:r>
              <a:rPr lang="en-US" dirty="0"/>
              <a:t>Click to add title</a:t>
            </a:r>
            <a:endParaRPr lang="en-US"/>
          </a:p>
        </p:txBody>
      </p:sp>
      <p:sp>
        <p:nvSpPr>
          <p:cNvPr id="3" name="Content Placeholder 2"/>
          <p:cNvSpPr>
            <a:spLocks noGrp="1"/>
          </p:cNvSpPr>
          <p:nvPr>
            <p:ph idx="1" hasCustomPrompt="1"/>
          </p:nvPr>
        </p:nvSpPr>
        <p:spPr>
          <a:xfrm>
            <a:off x="360000" y="3315600"/>
            <a:ext cx="3704400" cy="2610000"/>
          </a:xfrm>
        </p:spPr>
        <p:txBody>
          <a:bodyPr/>
          <a:lstStyle>
            <a:lvl1pPr>
              <a:defRPr/>
            </a:lvl1pPr>
            <a:lvl5pPr>
              <a:defRPr/>
            </a:lvl5pPr>
          </a:lstStyle>
          <a:p>
            <a:pPr lvl="0"/>
            <a:r>
              <a:rPr lang="en-US" noProof="0" dirty="0"/>
              <a:t>Click to add text                         Enter &amp; TAB to view next text style                                         SHIFT+TAB to view previous text style</a:t>
            </a:r>
            <a:endParaRPr lang="en-US"/>
          </a:p>
          <a:p>
            <a:pPr lvl="1"/>
            <a:endParaRPr lang="en-US" noProof="0" dirty="0"/>
          </a:p>
        </p:txBody>
      </p:sp>
      <p:sp>
        <p:nvSpPr>
          <p:cNvPr id="10" name="Content Placeholder 3">
            <a:extLst>
              <a:ext uri="{FF2B5EF4-FFF2-40B4-BE49-F238E27FC236}">
                <a16:creationId xmlns:a16="http://schemas.microsoft.com/office/drawing/2014/main" id="{ED1EC185-5B12-41DF-8263-14BD8E01E254}"/>
              </a:ext>
            </a:extLst>
          </p:cNvPr>
          <p:cNvSpPr>
            <a:spLocks noGrp="1"/>
          </p:cNvSpPr>
          <p:nvPr>
            <p:ph sz="half" idx="2" hasCustomPrompt="1"/>
          </p:nvPr>
        </p:nvSpPr>
        <p:spPr>
          <a:xfrm>
            <a:off x="4244400" y="360000"/>
            <a:ext cx="3704400" cy="2610000"/>
          </a:xfrm>
        </p:spPr>
        <p:txBody>
          <a:bodyPr/>
          <a:lstStyle>
            <a:lvl1pPr>
              <a:defRPr/>
            </a:lvl1pPr>
            <a:lvl5pPr>
              <a:defRPr/>
            </a:lvl5pPr>
          </a:lstStyle>
          <a:p>
            <a:pPr lvl="0"/>
            <a:r>
              <a:rPr lang="en-US" noProof="0" dirty="0"/>
              <a:t>Click to add text                         Enter &amp; TAB to view next text style                                         SHIFT+TAB to view previous text style</a:t>
            </a:r>
            <a:endParaRPr lang="en-US"/>
          </a:p>
          <a:p>
            <a:pPr lvl="1"/>
            <a:endParaRPr lang="en-US" noProof="0" dirty="0"/>
          </a:p>
        </p:txBody>
      </p:sp>
      <p:sp>
        <p:nvSpPr>
          <p:cNvPr id="11" name="Content Placeholder 4">
            <a:extLst>
              <a:ext uri="{FF2B5EF4-FFF2-40B4-BE49-F238E27FC236}">
                <a16:creationId xmlns:a16="http://schemas.microsoft.com/office/drawing/2014/main" id="{B51A870A-B49A-41AB-A520-9F693B2A477E}"/>
              </a:ext>
            </a:extLst>
          </p:cNvPr>
          <p:cNvSpPr>
            <a:spLocks noGrp="1"/>
          </p:cNvSpPr>
          <p:nvPr>
            <p:ph sz="half" idx="13" hasCustomPrompt="1"/>
          </p:nvPr>
        </p:nvSpPr>
        <p:spPr>
          <a:xfrm>
            <a:off x="4244400" y="3315600"/>
            <a:ext cx="3704400" cy="2610000"/>
          </a:xfrm>
        </p:spPr>
        <p:txBody>
          <a:bodyPr/>
          <a:lstStyle>
            <a:lvl1pPr>
              <a:defRPr/>
            </a:lvl1pPr>
            <a:lvl5pPr>
              <a:defRPr/>
            </a:lvl5pPr>
          </a:lstStyle>
          <a:p>
            <a:pPr lvl="0"/>
            <a:r>
              <a:rPr lang="en-US" noProof="0" dirty="0"/>
              <a:t>Click to add text                         Enter &amp; TAB to view next text style                                         SHIFT+TAB to view previous text style</a:t>
            </a:r>
            <a:endParaRPr lang="en-US"/>
          </a:p>
          <a:p>
            <a:pPr lvl="1"/>
            <a:endParaRPr lang="en-US" noProof="0" dirty="0"/>
          </a:p>
        </p:txBody>
      </p:sp>
      <p:sp>
        <p:nvSpPr>
          <p:cNvPr id="7" name="Content Placeholder 4">
            <a:extLst>
              <a:ext uri="{FF2B5EF4-FFF2-40B4-BE49-F238E27FC236}">
                <a16:creationId xmlns:a16="http://schemas.microsoft.com/office/drawing/2014/main" id="{DDB3A432-B5B7-1DB6-A154-728FC5E0DDA2}"/>
              </a:ext>
            </a:extLst>
          </p:cNvPr>
          <p:cNvSpPr>
            <a:spLocks noGrp="1"/>
          </p:cNvSpPr>
          <p:nvPr>
            <p:ph sz="half" idx="17" hasCustomPrompt="1"/>
          </p:nvPr>
        </p:nvSpPr>
        <p:spPr>
          <a:xfrm>
            <a:off x="8128800" y="360000"/>
            <a:ext cx="3704400" cy="2610000"/>
          </a:xfrm>
        </p:spPr>
        <p:txBody>
          <a:bodyPr/>
          <a:lstStyle>
            <a:lvl1pPr>
              <a:defRPr/>
            </a:lvl1pPr>
            <a:lvl5pPr>
              <a:defRPr/>
            </a:lvl5pPr>
          </a:lstStyle>
          <a:p>
            <a:pPr lvl="0"/>
            <a:r>
              <a:rPr lang="en-US" noProof="0" dirty="0"/>
              <a:t>Click to add text                         Enter &amp; TAB to view next text style                                         SHIFT+TAB to view previous text style</a:t>
            </a:r>
            <a:endParaRPr lang="en-US"/>
          </a:p>
          <a:p>
            <a:pPr lvl="1"/>
            <a:endParaRPr lang="en-US" noProof="0" dirty="0"/>
          </a:p>
        </p:txBody>
      </p:sp>
      <p:sp>
        <p:nvSpPr>
          <p:cNvPr id="8" name="Content Placeholder 4">
            <a:extLst>
              <a:ext uri="{FF2B5EF4-FFF2-40B4-BE49-F238E27FC236}">
                <a16:creationId xmlns:a16="http://schemas.microsoft.com/office/drawing/2014/main" id="{A5080388-917E-C36A-04A1-C8069CBFA980}"/>
              </a:ext>
            </a:extLst>
          </p:cNvPr>
          <p:cNvSpPr>
            <a:spLocks noGrp="1"/>
          </p:cNvSpPr>
          <p:nvPr>
            <p:ph sz="half" idx="18" hasCustomPrompt="1"/>
          </p:nvPr>
        </p:nvSpPr>
        <p:spPr>
          <a:xfrm>
            <a:off x="8128800" y="3315600"/>
            <a:ext cx="3704400" cy="2610000"/>
          </a:xfrm>
        </p:spPr>
        <p:txBody>
          <a:bodyPr/>
          <a:lstStyle>
            <a:lvl1pPr>
              <a:defRPr/>
            </a:lvl1pPr>
            <a:lvl5pPr>
              <a:defRPr/>
            </a:lvl5pPr>
          </a:lstStyle>
          <a:p>
            <a:pPr lvl="0"/>
            <a:r>
              <a:rPr lang="en-US" noProof="0" dirty="0"/>
              <a:t>Click to add text                         Enter &amp; TAB to view next text style                                         SHIFT+TAB to view previous text style</a:t>
            </a:r>
            <a:endParaRPr lang="en-US"/>
          </a:p>
          <a:p>
            <a:pPr lvl="1"/>
            <a:endParaRPr lang="en-US" noProof="0" dirty="0"/>
          </a:p>
        </p:txBody>
      </p:sp>
      <p:sp>
        <p:nvSpPr>
          <p:cNvPr id="13" name="Slide Number Placeholder 12">
            <a:extLst>
              <a:ext uri="{FF2B5EF4-FFF2-40B4-BE49-F238E27FC236}">
                <a16:creationId xmlns:a16="http://schemas.microsoft.com/office/drawing/2014/main" id="{7D4DB7C6-4824-1E64-7E62-3A8BAB082387}"/>
              </a:ext>
            </a:extLst>
          </p:cNvPr>
          <p:cNvSpPr>
            <a:spLocks noGrp="1"/>
          </p:cNvSpPr>
          <p:nvPr>
            <p:ph type="sldNum" sz="quarter" idx="21"/>
          </p:nvPr>
        </p:nvSpPr>
        <p:spPr/>
        <p:txBody>
          <a:bodyPr/>
          <a:lstStyle/>
          <a:p>
            <a:fld id="{23AA811B-2EBD-4900-905E-5BE206449611}" type="slidenum">
              <a:rPr lang="en-US" smtClean="0"/>
              <a:pPr/>
              <a:t>‹#›</a:t>
            </a:fld>
            <a:endParaRPr lang="en-US" dirty="0"/>
          </a:p>
        </p:txBody>
      </p:sp>
    </p:spTree>
    <p:extLst>
      <p:ext uri="{BB962C8B-B14F-4D97-AF65-F5344CB8AC3E}">
        <p14:creationId xmlns:p14="http://schemas.microsoft.com/office/powerpoint/2010/main" val="1647151479"/>
      </p:ext>
    </p:extLst>
  </p:cSld>
  <p:clrMapOvr>
    <a:masterClrMapping/>
  </p:clrMapOvr>
  <p:extLst>
    <p:ext uri="{DCECCB84-F9BA-43D5-87BE-67443E8EF086}">
      <p15:sldGuideLst xmlns:p15="http://schemas.microsoft.com/office/powerpoint/2012/main">
        <p15:guide id="1" orient="horz" pos="975" userDrawn="1">
          <p15:clr>
            <a:srgbClr val="A4A3A4"/>
          </p15:clr>
        </p15:guide>
        <p15:guide id="2" orient="horz" pos="3733" userDrawn="1">
          <p15:clr>
            <a:srgbClr val="A4A3A4"/>
          </p15:clr>
        </p15:guide>
        <p15:guide id="3" orient="horz" pos="2088" userDrawn="1">
          <p15:clr>
            <a:srgbClr val="A4A3A4"/>
          </p15:clr>
        </p15:guide>
        <p15:guide id="4" orient="horz" pos="1872" userDrawn="1">
          <p15:clr>
            <a:srgbClr val="A4A3A4"/>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 Repo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6AEB5-52F0-4660-8F42-9D54730AF814}"/>
              </a:ext>
            </a:extLst>
          </p:cNvPr>
          <p:cNvSpPr>
            <a:spLocks noGrp="1"/>
          </p:cNvSpPr>
          <p:nvPr>
            <p:ph type="title" hasCustomPrompt="1"/>
          </p:nvPr>
        </p:nvSpPr>
        <p:spPr>
          <a:xfrm>
            <a:off x="360000" y="360000"/>
            <a:ext cx="2732400" cy="2610000"/>
          </a:xfrm>
        </p:spPr>
        <p:txBody>
          <a:bodyPr/>
          <a:lstStyle>
            <a:lvl1pPr>
              <a:defRPr sz="2400"/>
            </a:lvl1pPr>
          </a:lstStyle>
          <a:p>
            <a:r>
              <a:rPr lang="en-US" dirty="0"/>
              <a:t>Click to add title</a:t>
            </a:r>
            <a:endParaRPr lang="en-US"/>
          </a:p>
        </p:txBody>
      </p:sp>
      <p:sp>
        <p:nvSpPr>
          <p:cNvPr id="3" name="Content Placeholder 2"/>
          <p:cNvSpPr>
            <a:spLocks noGrp="1"/>
          </p:cNvSpPr>
          <p:nvPr>
            <p:ph idx="1" hasCustomPrompt="1"/>
          </p:nvPr>
        </p:nvSpPr>
        <p:spPr>
          <a:xfrm>
            <a:off x="360000" y="3315600"/>
            <a:ext cx="2732400" cy="2610000"/>
          </a:xfrm>
        </p:spPr>
        <p:txBody>
          <a:bodyPr/>
          <a:lstStyle>
            <a:lvl1pPr>
              <a:defRPr/>
            </a:lvl1pPr>
            <a:lvl5pPr>
              <a:defRPr/>
            </a:lvl5pPr>
          </a:lstStyle>
          <a:p>
            <a:pPr lvl="0"/>
            <a:r>
              <a:rPr lang="en-US" noProof="0" dirty="0"/>
              <a:t>Click to add text           Enter &amp; TAB to view next text style             SHIFT+TAB to view previous text style</a:t>
            </a:r>
            <a:endParaRPr lang="en-US"/>
          </a:p>
          <a:p>
            <a:pPr lvl="1"/>
            <a:endParaRPr lang="en-US" noProof="0" dirty="0"/>
          </a:p>
        </p:txBody>
      </p:sp>
      <p:sp>
        <p:nvSpPr>
          <p:cNvPr id="10" name="Content Placeholder 3">
            <a:extLst>
              <a:ext uri="{FF2B5EF4-FFF2-40B4-BE49-F238E27FC236}">
                <a16:creationId xmlns:a16="http://schemas.microsoft.com/office/drawing/2014/main" id="{ED1EC185-5B12-41DF-8263-14BD8E01E254}"/>
              </a:ext>
            </a:extLst>
          </p:cNvPr>
          <p:cNvSpPr>
            <a:spLocks noGrp="1"/>
          </p:cNvSpPr>
          <p:nvPr>
            <p:ph sz="half" idx="2" hasCustomPrompt="1"/>
          </p:nvPr>
        </p:nvSpPr>
        <p:spPr>
          <a:xfrm>
            <a:off x="3272400" y="360000"/>
            <a:ext cx="2732400" cy="2610000"/>
          </a:xfrm>
        </p:spPr>
        <p:txBody>
          <a:bodyPr/>
          <a:lstStyle>
            <a:lvl1pPr>
              <a:defRPr/>
            </a:lvl1pPr>
            <a:lvl5pPr>
              <a:defRPr/>
            </a:lvl5pPr>
          </a:lstStyle>
          <a:p>
            <a:pPr lvl="0"/>
            <a:r>
              <a:rPr lang="en-US" noProof="0" dirty="0"/>
              <a:t>Click to add text           Enter &amp; TAB to view next text style             SHIFT+TAB to view previous text style</a:t>
            </a:r>
            <a:endParaRPr lang="en-US"/>
          </a:p>
          <a:p>
            <a:pPr lvl="1"/>
            <a:endParaRPr lang="en-US" noProof="0" dirty="0"/>
          </a:p>
        </p:txBody>
      </p:sp>
      <p:sp>
        <p:nvSpPr>
          <p:cNvPr id="11" name="Content Placeholder 4">
            <a:extLst>
              <a:ext uri="{FF2B5EF4-FFF2-40B4-BE49-F238E27FC236}">
                <a16:creationId xmlns:a16="http://schemas.microsoft.com/office/drawing/2014/main" id="{B51A870A-B49A-41AB-A520-9F693B2A477E}"/>
              </a:ext>
            </a:extLst>
          </p:cNvPr>
          <p:cNvSpPr>
            <a:spLocks noGrp="1"/>
          </p:cNvSpPr>
          <p:nvPr>
            <p:ph sz="half" idx="13" hasCustomPrompt="1"/>
          </p:nvPr>
        </p:nvSpPr>
        <p:spPr>
          <a:xfrm>
            <a:off x="3272400" y="3315600"/>
            <a:ext cx="2732400" cy="2610000"/>
          </a:xfrm>
        </p:spPr>
        <p:txBody>
          <a:bodyPr/>
          <a:lstStyle>
            <a:lvl1pPr>
              <a:defRPr/>
            </a:lvl1pPr>
            <a:lvl5pPr>
              <a:defRPr/>
            </a:lvl5pPr>
          </a:lstStyle>
          <a:p>
            <a:pPr lvl="0"/>
            <a:r>
              <a:rPr lang="en-US" noProof="0" dirty="0"/>
              <a:t>Click to add text           Enter &amp; TAB to view next text style             SHIFT+TAB to view previous text style</a:t>
            </a:r>
            <a:endParaRPr lang="en-US"/>
          </a:p>
          <a:p>
            <a:pPr lvl="1"/>
            <a:endParaRPr lang="en-US" noProof="0" dirty="0"/>
          </a:p>
        </p:txBody>
      </p:sp>
      <p:sp>
        <p:nvSpPr>
          <p:cNvPr id="7" name="Content Placeholder 4">
            <a:extLst>
              <a:ext uri="{FF2B5EF4-FFF2-40B4-BE49-F238E27FC236}">
                <a16:creationId xmlns:a16="http://schemas.microsoft.com/office/drawing/2014/main" id="{DDB3A432-B5B7-1DB6-A154-728FC5E0DDA2}"/>
              </a:ext>
            </a:extLst>
          </p:cNvPr>
          <p:cNvSpPr>
            <a:spLocks noGrp="1"/>
          </p:cNvSpPr>
          <p:nvPr>
            <p:ph sz="half" idx="17" hasCustomPrompt="1"/>
          </p:nvPr>
        </p:nvSpPr>
        <p:spPr>
          <a:xfrm>
            <a:off x="6186488" y="360000"/>
            <a:ext cx="2732400" cy="2610000"/>
          </a:xfrm>
        </p:spPr>
        <p:txBody>
          <a:bodyPr/>
          <a:lstStyle>
            <a:lvl1pPr>
              <a:defRPr/>
            </a:lvl1pPr>
            <a:lvl5pPr>
              <a:defRPr/>
            </a:lvl5pPr>
          </a:lstStyle>
          <a:p>
            <a:pPr lvl="0"/>
            <a:r>
              <a:rPr lang="en-US" noProof="0" dirty="0"/>
              <a:t>Click to add text           Enter &amp; TAB to view next text style             SHIFT+TAB to view previous text style</a:t>
            </a:r>
            <a:endParaRPr lang="en-US"/>
          </a:p>
          <a:p>
            <a:pPr lvl="1"/>
            <a:endParaRPr lang="en-US" noProof="0" dirty="0"/>
          </a:p>
        </p:txBody>
      </p:sp>
      <p:sp>
        <p:nvSpPr>
          <p:cNvPr id="8" name="Content Placeholder 4">
            <a:extLst>
              <a:ext uri="{FF2B5EF4-FFF2-40B4-BE49-F238E27FC236}">
                <a16:creationId xmlns:a16="http://schemas.microsoft.com/office/drawing/2014/main" id="{A5080388-917E-C36A-04A1-C8069CBFA980}"/>
              </a:ext>
            </a:extLst>
          </p:cNvPr>
          <p:cNvSpPr>
            <a:spLocks noGrp="1"/>
          </p:cNvSpPr>
          <p:nvPr>
            <p:ph sz="half" idx="18" hasCustomPrompt="1"/>
          </p:nvPr>
        </p:nvSpPr>
        <p:spPr>
          <a:xfrm>
            <a:off x="6186488" y="3315600"/>
            <a:ext cx="2732400" cy="2610000"/>
          </a:xfrm>
        </p:spPr>
        <p:txBody>
          <a:bodyPr/>
          <a:lstStyle>
            <a:lvl1pPr>
              <a:defRPr/>
            </a:lvl1pPr>
            <a:lvl5pPr>
              <a:defRPr/>
            </a:lvl5pPr>
          </a:lstStyle>
          <a:p>
            <a:pPr lvl="0"/>
            <a:r>
              <a:rPr lang="en-US" noProof="0" dirty="0"/>
              <a:t>Click to add text           Enter &amp; TAB to view next text style             SHIFT+TAB to view previous text style</a:t>
            </a:r>
            <a:endParaRPr lang="en-US"/>
          </a:p>
          <a:p>
            <a:pPr lvl="1"/>
            <a:endParaRPr lang="en-US" noProof="0" dirty="0"/>
          </a:p>
        </p:txBody>
      </p:sp>
      <p:sp>
        <p:nvSpPr>
          <p:cNvPr id="13" name="Slide Number Placeholder 12">
            <a:extLst>
              <a:ext uri="{FF2B5EF4-FFF2-40B4-BE49-F238E27FC236}">
                <a16:creationId xmlns:a16="http://schemas.microsoft.com/office/drawing/2014/main" id="{7D4DB7C6-4824-1E64-7E62-3A8BAB082387}"/>
              </a:ext>
            </a:extLst>
          </p:cNvPr>
          <p:cNvSpPr>
            <a:spLocks noGrp="1"/>
          </p:cNvSpPr>
          <p:nvPr>
            <p:ph type="sldNum" sz="quarter" idx="21"/>
          </p:nvPr>
        </p:nvSpPr>
        <p:spPr/>
        <p:txBody>
          <a:bodyPr/>
          <a:lstStyle/>
          <a:p>
            <a:fld id="{23AA811B-2EBD-4900-905E-5BE206449611}" type="slidenum">
              <a:rPr lang="en-US" smtClean="0"/>
              <a:pPr/>
              <a:t>‹#›</a:t>
            </a:fld>
            <a:endParaRPr lang="en-US" dirty="0"/>
          </a:p>
        </p:txBody>
      </p:sp>
      <p:sp>
        <p:nvSpPr>
          <p:cNvPr id="4" name="Content Placeholder 4">
            <a:extLst>
              <a:ext uri="{FF2B5EF4-FFF2-40B4-BE49-F238E27FC236}">
                <a16:creationId xmlns:a16="http://schemas.microsoft.com/office/drawing/2014/main" id="{3DBDC930-EF32-F81E-E492-F1792A03922C}"/>
              </a:ext>
            </a:extLst>
          </p:cNvPr>
          <p:cNvSpPr>
            <a:spLocks noGrp="1"/>
          </p:cNvSpPr>
          <p:nvPr>
            <p:ph sz="half" idx="22" hasCustomPrompt="1"/>
          </p:nvPr>
        </p:nvSpPr>
        <p:spPr>
          <a:xfrm>
            <a:off x="9100800" y="360000"/>
            <a:ext cx="2732400" cy="2610000"/>
          </a:xfrm>
        </p:spPr>
        <p:txBody>
          <a:bodyPr/>
          <a:lstStyle>
            <a:lvl1pPr>
              <a:defRPr/>
            </a:lvl1pPr>
            <a:lvl5pPr>
              <a:defRPr/>
            </a:lvl5pPr>
          </a:lstStyle>
          <a:p>
            <a:pPr lvl="0"/>
            <a:r>
              <a:rPr lang="en-US" noProof="0" dirty="0"/>
              <a:t>Click to add text           Enter &amp; TAB to view next text style             SHIFT+TAB to view previous text style</a:t>
            </a:r>
            <a:endParaRPr lang="en-US"/>
          </a:p>
          <a:p>
            <a:pPr lvl="1"/>
            <a:endParaRPr lang="en-US" noProof="0" dirty="0"/>
          </a:p>
        </p:txBody>
      </p:sp>
      <p:sp>
        <p:nvSpPr>
          <p:cNvPr id="5" name="Content Placeholder 4">
            <a:extLst>
              <a:ext uri="{FF2B5EF4-FFF2-40B4-BE49-F238E27FC236}">
                <a16:creationId xmlns:a16="http://schemas.microsoft.com/office/drawing/2014/main" id="{E1FBB305-A006-8062-DB21-A7051AB973F8}"/>
              </a:ext>
            </a:extLst>
          </p:cNvPr>
          <p:cNvSpPr>
            <a:spLocks noGrp="1"/>
          </p:cNvSpPr>
          <p:nvPr>
            <p:ph sz="half" idx="23" hasCustomPrompt="1"/>
          </p:nvPr>
        </p:nvSpPr>
        <p:spPr>
          <a:xfrm>
            <a:off x="9100800" y="3315600"/>
            <a:ext cx="2732400" cy="2610000"/>
          </a:xfrm>
        </p:spPr>
        <p:txBody>
          <a:bodyPr/>
          <a:lstStyle>
            <a:lvl1pPr>
              <a:defRPr/>
            </a:lvl1pPr>
            <a:lvl5pPr>
              <a:defRPr/>
            </a:lvl5pPr>
          </a:lstStyle>
          <a:p>
            <a:pPr lvl="0"/>
            <a:r>
              <a:rPr lang="en-US" noProof="0" dirty="0"/>
              <a:t>Click to add text           Enter &amp; TAB to view next text style             SHIFT+TAB to view previous text style</a:t>
            </a:r>
            <a:endParaRPr lang="en-US"/>
          </a:p>
          <a:p>
            <a:pPr lvl="1"/>
            <a:endParaRPr lang="en-US" noProof="0" dirty="0"/>
          </a:p>
        </p:txBody>
      </p:sp>
    </p:spTree>
    <p:extLst>
      <p:ext uri="{BB962C8B-B14F-4D97-AF65-F5344CB8AC3E}">
        <p14:creationId xmlns:p14="http://schemas.microsoft.com/office/powerpoint/2010/main" val="1245368000"/>
      </p:ext>
    </p:extLst>
  </p:cSld>
  <p:clrMapOvr>
    <a:masterClrMapping/>
  </p:clrMapOvr>
  <p:extLst>
    <p:ext uri="{DCECCB84-F9BA-43D5-87BE-67443E8EF086}">
      <p15:sldGuideLst xmlns:p15="http://schemas.microsoft.com/office/powerpoint/2012/main">
        <p15:guide id="1" orient="horz" pos="975" userDrawn="1">
          <p15:clr>
            <a:srgbClr val="A4A3A4"/>
          </p15:clr>
        </p15:guide>
        <p15:guide id="2" orient="horz" pos="3733" userDrawn="1">
          <p15:clr>
            <a:srgbClr val="A4A3A4"/>
          </p15:clr>
        </p15:guide>
        <p15:guide id="3" orient="horz" pos="2088" userDrawn="1">
          <p15:clr>
            <a:srgbClr val="A4A3A4"/>
          </p15:clr>
        </p15:guide>
        <p15:guide id="4" orient="horz" pos="1872" userDrawn="1">
          <p15:clr>
            <a:srgbClr val="A4A3A4"/>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A. Editorial">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0F50793A-CEE2-4344-8BF2-10C43BA18820}"/>
              </a:ext>
            </a:extLst>
          </p:cNvPr>
          <p:cNvSpPr/>
          <p:nvPr userDrawn="1"/>
        </p:nvSpPr>
        <p:spPr>
          <a:xfrm>
            <a:off x="0" y="0"/>
            <a:ext cx="12192000" cy="6858000"/>
          </a:xfrm>
          <a:prstGeom prst="rect">
            <a:avLst/>
          </a:prstGeom>
          <a:solidFill>
            <a:srgbClr val="11008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dirty="0" err="1">
              <a:solidFill>
                <a:schemeClr val="accent1"/>
              </a:solidFill>
            </a:endParaRPr>
          </a:p>
        </p:txBody>
      </p:sp>
      <p:sp>
        <p:nvSpPr>
          <p:cNvPr id="7" name="Freeform 5">
            <a:extLst>
              <a:ext uri="{FF2B5EF4-FFF2-40B4-BE49-F238E27FC236}">
                <a16:creationId xmlns:a16="http://schemas.microsoft.com/office/drawing/2014/main" id="{E4699E2A-611B-A40B-7262-67592C0A26FB}"/>
              </a:ext>
            </a:extLst>
          </p:cNvPr>
          <p:cNvSpPr>
            <a:spLocks noChangeAspect="1"/>
          </p:cNvSpPr>
          <p:nvPr userDrawn="1"/>
        </p:nvSpPr>
        <p:spPr bwMode="auto">
          <a:xfrm>
            <a:off x="7074000" y="572400"/>
            <a:ext cx="4465593" cy="3801600"/>
          </a:xfrm>
          <a:custGeom>
            <a:avLst/>
            <a:gdLst>
              <a:gd name="T0" fmla="*/ 2236 w 2539"/>
              <a:gd name="T1" fmla="*/ 923 h 1785"/>
              <a:gd name="T2" fmla="*/ 2539 w 2539"/>
              <a:gd name="T3" fmla="*/ 0 h 1785"/>
              <a:gd name="T4" fmla="*/ 1358 w 2539"/>
              <a:gd name="T5" fmla="*/ 70 h 1785"/>
              <a:gd name="T6" fmla="*/ 1358 w 2539"/>
              <a:gd name="T7" fmla="*/ 70 h 1785"/>
              <a:gd name="T8" fmla="*/ 433 w 2539"/>
              <a:gd name="T9" fmla="*/ 493 h 1785"/>
              <a:gd name="T10" fmla="*/ 133 w 2539"/>
              <a:gd name="T11" fmla="*/ 1785 h 1785"/>
              <a:gd name="T12" fmla="*/ 2236 w 2539"/>
              <a:gd name="T13" fmla="*/ 923 h 1785"/>
            </a:gdLst>
            <a:ahLst/>
            <a:cxnLst>
              <a:cxn ang="0">
                <a:pos x="T0" y="T1"/>
              </a:cxn>
              <a:cxn ang="0">
                <a:pos x="T2" y="T3"/>
              </a:cxn>
              <a:cxn ang="0">
                <a:pos x="T4" y="T5"/>
              </a:cxn>
              <a:cxn ang="0">
                <a:pos x="T6" y="T7"/>
              </a:cxn>
              <a:cxn ang="0">
                <a:pos x="T8" y="T9"/>
              </a:cxn>
              <a:cxn ang="0">
                <a:pos x="T10" y="T11"/>
              </a:cxn>
              <a:cxn ang="0">
                <a:pos x="T12" y="T13"/>
              </a:cxn>
            </a:cxnLst>
            <a:rect l="0" t="0" r="r" b="b"/>
            <a:pathLst>
              <a:path w="2539" h="1785">
                <a:moveTo>
                  <a:pt x="2236" y="923"/>
                </a:moveTo>
                <a:cubicBezTo>
                  <a:pt x="2412" y="644"/>
                  <a:pt x="2485" y="348"/>
                  <a:pt x="2539" y="0"/>
                </a:cubicBezTo>
                <a:cubicBezTo>
                  <a:pt x="2122" y="57"/>
                  <a:pt x="1752" y="49"/>
                  <a:pt x="1358" y="70"/>
                </a:cubicBezTo>
                <a:cubicBezTo>
                  <a:pt x="1358" y="70"/>
                  <a:pt x="1358" y="70"/>
                  <a:pt x="1358" y="70"/>
                </a:cubicBezTo>
                <a:cubicBezTo>
                  <a:pt x="1018" y="82"/>
                  <a:pt x="683" y="224"/>
                  <a:pt x="433" y="493"/>
                </a:cubicBezTo>
                <a:cubicBezTo>
                  <a:pt x="98" y="852"/>
                  <a:pt x="0" y="1347"/>
                  <a:pt x="133" y="1785"/>
                </a:cubicBezTo>
                <a:cubicBezTo>
                  <a:pt x="737" y="1392"/>
                  <a:pt x="1809" y="1629"/>
                  <a:pt x="2236" y="923"/>
                </a:cubicBezTo>
              </a:path>
            </a:pathLst>
          </a:custGeom>
          <a:noFill/>
          <a:ln w="234950" cap="flat">
            <a:solidFill>
              <a:srgbClr val="0033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2" name="Dynamic legal" descr="{&quot;templafy&quot;:{&quot;id&quot;:&quot;e3b4e52a-e618-483f-b964-cf5c66b34d50&quot;}}">
            <a:extLst>
              <a:ext uri="{FF2B5EF4-FFF2-40B4-BE49-F238E27FC236}">
                <a16:creationId xmlns:a16="http://schemas.microsoft.com/office/drawing/2014/main" id="{44650877-32D6-7E1B-F6ED-1DE6A3CC5339}"/>
              </a:ext>
            </a:extLst>
          </p:cNvPr>
          <p:cNvSpPr txBox="1"/>
          <p:nvPr userDrawn="1"/>
        </p:nvSpPr>
        <p:spPr>
          <a:xfrm>
            <a:off x="-1588" y="6678000"/>
            <a:ext cx="12193588" cy="180000"/>
          </a:xfrm>
          <a:prstGeom prst="rect">
            <a:avLst/>
          </a:prstGeom>
          <a:solidFill>
            <a:srgbClr val="110081"/>
          </a:solidFill>
          <a:ln>
            <a:noFill/>
          </a:ln>
        </p:spPr>
        <p:txBody>
          <a:bodyPr wrap="square" lIns="0" tIns="0" rIns="0" bIns="0" anchor="ctr" anchorCtr="0">
            <a:noAutofit/>
          </a:bodyPr>
          <a:lstStyle/>
          <a:p>
            <a:pPr algn="ctr"/>
            <a:r>
              <a:rPr lang="en-US" sz="1000" dirty="0">
                <a:solidFill>
                  <a:srgbClr val="FFFFFF"/>
                </a:solidFill>
                <a:latin typeface="Arial Narrow" panose="020B0606020202030204" pitchFamily="34" charset="0"/>
              </a:rPr>
              <a:t>Confidential, unpublished property of Cigna Healthcare. Do not duplicate or distribute. Use and distribution limited solely to authorized personnel. © 2023 Cigna Healthcare</a:t>
            </a:r>
          </a:p>
        </p:txBody>
      </p:sp>
      <p:sp>
        <p:nvSpPr>
          <p:cNvPr id="9" name="Dynmic Internal use only" descr="{&quot;templafy&quot;:{&quot;id&quot;:&quot;6a944907-279d-4e8f-92fc-50a4669a0fdc&quot;}}" hidden="1" title="Form.Cigna_Confidentiality.Cigna_healthcareConfidentiality">
            <a:extLst>
              <a:ext uri="{FF2B5EF4-FFF2-40B4-BE49-F238E27FC236}">
                <a16:creationId xmlns:a16="http://schemas.microsoft.com/office/drawing/2014/main" id="{826ABC8B-D401-B48B-E360-DA971C9561F1}"/>
              </a:ext>
            </a:extLst>
          </p:cNvPr>
          <p:cNvSpPr/>
          <p:nvPr userDrawn="1"/>
        </p:nvSpPr>
        <p:spPr>
          <a:xfrm>
            <a:off x="10859153" y="6678000"/>
            <a:ext cx="973257"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r"/>
            <a:endParaRPr lang="en-US" sz="1000" kern="1200" noProof="0" dirty="0">
              <a:solidFill>
                <a:srgbClr val="FFFFFF"/>
              </a:solidFill>
              <a:latin typeface="Arial Narrow" panose="020B0606020202030204" pitchFamily="34" charset="0"/>
              <a:ea typeface="+mn-ea"/>
              <a:cs typeface="+mn-cs"/>
            </a:endParaRPr>
          </a:p>
        </p:txBody>
      </p:sp>
      <p:pic>
        <p:nvPicPr>
          <p:cNvPr id="5" name="Logo">
            <a:extLst>
              <a:ext uri="{FF2B5EF4-FFF2-40B4-BE49-F238E27FC236}">
                <a16:creationId xmlns:a16="http://schemas.microsoft.com/office/drawing/2014/main" id="{1584F6CB-29A1-7808-AF1C-5572632F82B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360000" y="6067943"/>
            <a:ext cx="791999" cy="430177"/>
          </a:xfrm>
          <a:prstGeom prst="rect">
            <a:avLst/>
          </a:prstGeom>
        </p:spPr>
      </p:pic>
      <p:sp>
        <p:nvSpPr>
          <p:cNvPr id="11" name="Title 10">
            <a:extLst>
              <a:ext uri="{FF2B5EF4-FFF2-40B4-BE49-F238E27FC236}">
                <a16:creationId xmlns:a16="http://schemas.microsoft.com/office/drawing/2014/main" id="{9B5E0337-74F5-4572-A0BC-0CB01539BB6D}"/>
              </a:ext>
            </a:extLst>
          </p:cNvPr>
          <p:cNvSpPr>
            <a:spLocks noGrp="1"/>
          </p:cNvSpPr>
          <p:nvPr>
            <p:ph type="title" hasCustomPrompt="1"/>
          </p:nvPr>
        </p:nvSpPr>
        <p:spPr bwMode="white">
          <a:xfrm>
            <a:off x="360000" y="720000"/>
            <a:ext cx="6616800" cy="5205600"/>
          </a:xfrm>
        </p:spPr>
        <p:txBody>
          <a:bodyPr anchor="ctr" anchorCtr="0"/>
          <a:lstStyle>
            <a:lvl1pPr>
              <a:defRPr sz="5400">
                <a:solidFill>
                  <a:schemeClr val="bg1"/>
                </a:solidFill>
              </a:defRPr>
            </a:lvl1pPr>
          </a:lstStyle>
          <a:p>
            <a:r>
              <a:rPr lang="en-US" dirty="0"/>
              <a:t>Click to add title</a:t>
            </a:r>
            <a:endParaRPr lang="en-US"/>
          </a:p>
        </p:txBody>
      </p:sp>
      <p:sp>
        <p:nvSpPr>
          <p:cNvPr id="8" name="Slide Number Placeholder 7">
            <a:extLst>
              <a:ext uri="{FF2B5EF4-FFF2-40B4-BE49-F238E27FC236}">
                <a16:creationId xmlns:a16="http://schemas.microsoft.com/office/drawing/2014/main" id="{E4A63ACE-2F21-4C6E-8E2B-F2CF74469B96}"/>
              </a:ext>
            </a:extLst>
          </p:cNvPr>
          <p:cNvSpPr>
            <a:spLocks noGrp="1"/>
          </p:cNvSpPr>
          <p:nvPr>
            <p:ph type="sldNum" sz="quarter" idx="12"/>
          </p:nvPr>
        </p:nvSpPr>
        <p:spPr bwMode="white"/>
        <p:txBody>
          <a:bodyPr/>
          <a:lstStyle>
            <a:lvl1pPr>
              <a:defRPr>
                <a:solidFill>
                  <a:schemeClr val="bg1"/>
                </a:solidFill>
              </a:defRPr>
            </a:lvl1pPr>
          </a:lstStyle>
          <a:p>
            <a:fld id="{23AA811B-2EBD-4900-905E-5BE206449611}" type="slidenum">
              <a:rPr lang="en-US" smtClean="0"/>
              <a:pPr/>
              <a:t>‹#›</a:t>
            </a:fld>
            <a:endParaRPr lang="en-US" dirty="0"/>
          </a:p>
        </p:txBody>
      </p:sp>
    </p:spTree>
    <p:extLst>
      <p:ext uri="{BB962C8B-B14F-4D97-AF65-F5344CB8AC3E}">
        <p14:creationId xmlns:p14="http://schemas.microsoft.com/office/powerpoint/2010/main" val="3395254079"/>
      </p:ext>
    </p:extLst>
  </p:cSld>
  <p:clrMapOvr>
    <a:masterClrMapping/>
  </p:clrMapOvr>
  <p:extLst>
    <p:ext uri="{DCECCB84-F9BA-43D5-87BE-67443E8EF086}">
      <p15:sldGuideLst xmlns:p15="http://schemas.microsoft.com/office/powerpoint/2012/main">
        <p15:guide id="1" orient="horz" pos="453" userDrawn="1">
          <p15:clr>
            <a:srgbClr val="A4A3A4"/>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 Editorial">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0F50793A-CEE2-4344-8BF2-10C43BA18820}"/>
              </a:ext>
            </a:extLst>
          </p:cNvPr>
          <p:cNvSpPr/>
          <p:nvPr userDrawn="1"/>
        </p:nvSpPr>
        <p:spPr>
          <a:xfrm>
            <a:off x="0" y="0"/>
            <a:ext cx="12192000" cy="6858000"/>
          </a:xfrm>
          <a:prstGeom prst="rect">
            <a:avLst/>
          </a:prstGeom>
          <a:solidFill>
            <a:srgbClr val="00874D"/>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dirty="0" err="1">
              <a:solidFill>
                <a:schemeClr val="accent1"/>
              </a:solidFill>
            </a:endParaRPr>
          </a:p>
        </p:txBody>
      </p:sp>
      <p:sp>
        <p:nvSpPr>
          <p:cNvPr id="2" name="Freeform 5">
            <a:extLst>
              <a:ext uri="{FF2B5EF4-FFF2-40B4-BE49-F238E27FC236}">
                <a16:creationId xmlns:a16="http://schemas.microsoft.com/office/drawing/2014/main" id="{F17530DC-C270-8440-B406-E54DC6D4D3C4}"/>
              </a:ext>
            </a:extLst>
          </p:cNvPr>
          <p:cNvSpPr>
            <a:spLocks noChangeAspect="1"/>
          </p:cNvSpPr>
          <p:nvPr userDrawn="1"/>
        </p:nvSpPr>
        <p:spPr bwMode="auto">
          <a:xfrm>
            <a:off x="7074000" y="572400"/>
            <a:ext cx="4465593" cy="3801600"/>
          </a:xfrm>
          <a:custGeom>
            <a:avLst/>
            <a:gdLst>
              <a:gd name="T0" fmla="*/ 2236 w 2539"/>
              <a:gd name="T1" fmla="*/ 923 h 1785"/>
              <a:gd name="T2" fmla="*/ 2539 w 2539"/>
              <a:gd name="T3" fmla="*/ 0 h 1785"/>
              <a:gd name="T4" fmla="*/ 1358 w 2539"/>
              <a:gd name="T5" fmla="*/ 70 h 1785"/>
              <a:gd name="T6" fmla="*/ 1358 w 2539"/>
              <a:gd name="T7" fmla="*/ 70 h 1785"/>
              <a:gd name="T8" fmla="*/ 433 w 2539"/>
              <a:gd name="T9" fmla="*/ 493 h 1785"/>
              <a:gd name="T10" fmla="*/ 133 w 2539"/>
              <a:gd name="T11" fmla="*/ 1785 h 1785"/>
              <a:gd name="T12" fmla="*/ 2236 w 2539"/>
              <a:gd name="T13" fmla="*/ 923 h 1785"/>
            </a:gdLst>
            <a:ahLst/>
            <a:cxnLst>
              <a:cxn ang="0">
                <a:pos x="T0" y="T1"/>
              </a:cxn>
              <a:cxn ang="0">
                <a:pos x="T2" y="T3"/>
              </a:cxn>
              <a:cxn ang="0">
                <a:pos x="T4" y="T5"/>
              </a:cxn>
              <a:cxn ang="0">
                <a:pos x="T6" y="T7"/>
              </a:cxn>
              <a:cxn ang="0">
                <a:pos x="T8" y="T9"/>
              </a:cxn>
              <a:cxn ang="0">
                <a:pos x="T10" y="T11"/>
              </a:cxn>
              <a:cxn ang="0">
                <a:pos x="T12" y="T13"/>
              </a:cxn>
            </a:cxnLst>
            <a:rect l="0" t="0" r="r" b="b"/>
            <a:pathLst>
              <a:path w="2539" h="1785">
                <a:moveTo>
                  <a:pt x="2236" y="923"/>
                </a:moveTo>
                <a:cubicBezTo>
                  <a:pt x="2412" y="644"/>
                  <a:pt x="2485" y="348"/>
                  <a:pt x="2539" y="0"/>
                </a:cubicBezTo>
                <a:cubicBezTo>
                  <a:pt x="2122" y="57"/>
                  <a:pt x="1752" y="49"/>
                  <a:pt x="1358" y="70"/>
                </a:cubicBezTo>
                <a:cubicBezTo>
                  <a:pt x="1358" y="70"/>
                  <a:pt x="1358" y="70"/>
                  <a:pt x="1358" y="70"/>
                </a:cubicBezTo>
                <a:cubicBezTo>
                  <a:pt x="1018" y="82"/>
                  <a:pt x="683" y="224"/>
                  <a:pt x="433" y="493"/>
                </a:cubicBezTo>
                <a:cubicBezTo>
                  <a:pt x="98" y="852"/>
                  <a:pt x="0" y="1347"/>
                  <a:pt x="133" y="1785"/>
                </a:cubicBezTo>
                <a:cubicBezTo>
                  <a:pt x="737" y="1392"/>
                  <a:pt x="1809" y="1629"/>
                  <a:pt x="2236" y="923"/>
                </a:cubicBezTo>
              </a:path>
            </a:pathLst>
          </a:custGeom>
          <a:noFill/>
          <a:ln w="234950" cap="flat">
            <a:solidFill>
              <a:srgbClr val="A1F7A1"/>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7" name="Dynamic legal" descr="{&quot;templafy&quot;:{&quot;id&quot;:&quot;47568057-489f-466c-aafc-67456865cd3e&quot;}}">
            <a:extLst>
              <a:ext uri="{FF2B5EF4-FFF2-40B4-BE49-F238E27FC236}">
                <a16:creationId xmlns:a16="http://schemas.microsoft.com/office/drawing/2014/main" id="{750DA6EF-28FF-F861-908A-1BA155614866}"/>
              </a:ext>
            </a:extLst>
          </p:cNvPr>
          <p:cNvSpPr txBox="1"/>
          <p:nvPr userDrawn="1"/>
        </p:nvSpPr>
        <p:spPr>
          <a:xfrm>
            <a:off x="-1588" y="6678000"/>
            <a:ext cx="12193588" cy="180000"/>
          </a:xfrm>
          <a:prstGeom prst="rect">
            <a:avLst/>
          </a:prstGeom>
          <a:solidFill>
            <a:srgbClr val="110081"/>
          </a:solidFill>
          <a:ln>
            <a:noFill/>
          </a:ln>
        </p:spPr>
        <p:txBody>
          <a:bodyPr wrap="square" lIns="0" tIns="0" rIns="0" bIns="0" anchor="ctr" anchorCtr="0">
            <a:noAutofit/>
          </a:bodyPr>
          <a:lstStyle/>
          <a:p>
            <a:pPr algn="ctr"/>
            <a:r>
              <a:rPr lang="en-US" sz="1000" dirty="0">
                <a:solidFill>
                  <a:srgbClr val="FFFFFF"/>
                </a:solidFill>
                <a:latin typeface="Arial Narrow" panose="020B0606020202030204" pitchFamily="34" charset="0"/>
              </a:rPr>
              <a:t>Confidential, unpublished property of Cigna Healthcare. Do not duplicate or distribute. Use and distribution limited solely to authorized personnel. © 2023 Cigna Healthcare</a:t>
            </a:r>
          </a:p>
        </p:txBody>
      </p:sp>
      <p:sp>
        <p:nvSpPr>
          <p:cNvPr id="10" name="Dynmic Internal use only" descr="{&quot;templafy&quot;:{&quot;id&quot;:&quot;e9dbd221-7cab-4689-98f3-8c573d7a66c5&quot;}}" hidden="1" title="Form.Cigna_Confidentiality.Cigna_healthcareConfidentiality">
            <a:extLst>
              <a:ext uri="{FF2B5EF4-FFF2-40B4-BE49-F238E27FC236}">
                <a16:creationId xmlns:a16="http://schemas.microsoft.com/office/drawing/2014/main" id="{DAF48A78-F623-3E25-C4D9-4B11ECABA5D2}"/>
              </a:ext>
            </a:extLst>
          </p:cNvPr>
          <p:cNvSpPr/>
          <p:nvPr userDrawn="1"/>
        </p:nvSpPr>
        <p:spPr>
          <a:xfrm>
            <a:off x="10859153" y="6678000"/>
            <a:ext cx="973257"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r"/>
            <a:endParaRPr lang="en-US" sz="1000" kern="1200" noProof="0" dirty="0">
              <a:solidFill>
                <a:srgbClr val="FFFFFF"/>
              </a:solidFill>
              <a:latin typeface="Arial Narrow" panose="020B0606020202030204" pitchFamily="34" charset="0"/>
              <a:ea typeface="+mn-ea"/>
              <a:cs typeface="+mn-cs"/>
            </a:endParaRPr>
          </a:p>
        </p:txBody>
      </p:sp>
      <p:pic>
        <p:nvPicPr>
          <p:cNvPr id="5" name="Logo">
            <a:extLst>
              <a:ext uri="{FF2B5EF4-FFF2-40B4-BE49-F238E27FC236}">
                <a16:creationId xmlns:a16="http://schemas.microsoft.com/office/drawing/2014/main" id="{1584F6CB-29A1-7808-AF1C-5572632F82B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360000" y="6067943"/>
            <a:ext cx="791999" cy="430177"/>
          </a:xfrm>
          <a:prstGeom prst="rect">
            <a:avLst/>
          </a:prstGeom>
        </p:spPr>
      </p:pic>
      <p:sp>
        <p:nvSpPr>
          <p:cNvPr id="9" name="Title 10">
            <a:extLst>
              <a:ext uri="{FF2B5EF4-FFF2-40B4-BE49-F238E27FC236}">
                <a16:creationId xmlns:a16="http://schemas.microsoft.com/office/drawing/2014/main" id="{8803E168-A7F5-7A70-1769-1664A5AE35DE}"/>
              </a:ext>
            </a:extLst>
          </p:cNvPr>
          <p:cNvSpPr>
            <a:spLocks noGrp="1"/>
          </p:cNvSpPr>
          <p:nvPr>
            <p:ph type="title"/>
          </p:nvPr>
        </p:nvSpPr>
        <p:spPr bwMode="white">
          <a:xfrm>
            <a:off x="360000" y="720000"/>
            <a:ext cx="6616800" cy="5205600"/>
          </a:xfrm>
        </p:spPr>
        <p:txBody>
          <a:bodyPr anchor="ctr" anchorCtr="0"/>
          <a:lstStyle>
            <a:lvl1pPr>
              <a:defRPr sz="5400">
                <a:solidFill>
                  <a:schemeClr val="bg1"/>
                </a:solidFill>
              </a:defRPr>
            </a:lvl1pPr>
          </a:lstStyle>
          <a:p>
            <a:endParaRPr lang="en-US" dirty="0"/>
          </a:p>
        </p:txBody>
      </p:sp>
      <p:sp>
        <p:nvSpPr>
          <p:cNvPr id="8" name="Slide Number Placeholder 7">
            <a:extLst>
              <a:ext uri="{FF2B5EF4-FFF2-40B4-BE49-F238E27FC236}">
                <a16:creationId xmlns:a16="http://schemas.microsoft.com/office/drawing/2014/main" id="{E4A63ACE-2F21-4C6E-8E2B-F2CF74469B96}"/>
              </a:ext>
            </a:extLst>
          </p:cNvPr>
          <p:cNvSpPr>
            <a:spLocks noGrp="1"/>
          </p:cNvSpPr>
          <p:nvPr>
            <p:ph type="sldNum" sz="quarter" idx="12"/>
          </p:nvPr>
        </p:nvSpPr>
        <p:spPr bwMode="white"/>
        <p:txBody>
          <a:bodyPr/>
          <a:lstStyle>
            <a:lvl1pPr>
              <a:defRPr>
                <a:solidFill>
                  <a:schemeClr val="bg1"/>
                </a:solidFill>
              </a:defRPr>
            </a:lvl1pPr>
          </a:lstStyle>
          <a:p>
            <a:fld id="{23AA811B-2EBD-4900-905E-5BE206449611}" type="slidenum">
              <a:rPr lang="en-US" smtClean="0"/>
              <a:pPr/>
              <a:t>‹#›</a:t>
            </a:fld>
            <a:endParaRPr lang="en-US" dirty="0"/>
          </a:p>
        </p:txBody>
      </p:sp>
    </p:spTree>
    <p:extLst>
      <p:ext uri="{BB962C8B-B14F-4D97-AF65-F5344CB8AC3E}">
        <p14:creationId xmlns:p14="http://schemas.microsoft.com/office/powerpoint/2010/main" val="1995525553"/>
      </p:ext>
    </p:extLst>
  </p:cSld>
  <p:clrMapOvr>
    <a:masterClrMapping/>
  </p:clrMapOvr>
  <p:extLst>
    <p:ext uri="{DCECCB84-F9BA-43D5-87BE-67443E8EF086}">
      <p15:sldGuideLst xmlns:p15="http://schemas.microsoft.com/office/powerpoint/2012/main">
        <p15:guide id="1" orient="horz" pos="453" userDrawn="1">
          <p15:clr>
            <a:srgbClr val="A4A3A4"/>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 Editorial">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0F50793A-CEE2-4344-8BF2-10C43BA18820}"/>
              </a:ext>
            </a:extLst>
          </p:cNvPr>
          <p:cNvSpPr/>
          <p:nvPr userDrawn="1"/>
        </p:nvSpPr>
        <p:spPr>
          <a:xfrm>
            <a:off x="0" y="0"/>
            <a:ext cx="12192000" cy="6858000"/>
          </a:xfrm>
          <a:prstGeom prst="rect">
            <a:avLst/>
          </a:prstGeom>
          <a:solidFill>
            <a:srgbClr val="FF4D00"/>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dirty="0" err="1">
              <a:solidFill>
                <a:schemeClr val="accent1"/>
              </a:solidFill>
            </a:endParaRPr>
          </a:p>
        </p:txBody>
      </p:sp>
      <p:sp>
        <p:nvSpPr>
          <p:cNvPr id="2" name="Freeform 5">
            <a:extLst>
              <a:ext uri="{FF2B5EF4-FFF2-40B4-BE49-F238E27FC236}">
                <a16:creationId xmlns:a16="http://schemas.microsoft.com/office/drawing/2014/main" id="{0FAB332B-DE62-6465-7673-AEE0B8217C50}"/>
              </a:ext>
            </a:extLst>
          </p:cNvPr>
          <p:cNvSpPr>
            <a:spLocks noChangeAspect="1"/>
          </p:cNvSpPr>
          <p:nvPr userDrawn="1"/>
        </p:nvSpPr>
        <p:spPr bwMode="auto">
          <a:xfrm>
            <a:off x="7074000" y="572400"/>
            <a:ext cx="4465593" cy="3801600"/>
          </a:xfrm>
          <a:custGeom>
            <a:avLst/>
            <a:gdLst>
              <a:gd name="T0" fmla="*/ 2236 w 2539"/>
              <a:gd name="T1" fmla="*/ 923 h 1785"/>
              <a:gd name="T2" fmla="*/ 2539 w 2539"/>
              <a:gd name="T3" fmla="*/ 0 h 1785"/>
              <a:gd name="T4" fmla="*/ 1358 w 2539"/>
              <a:gd name="T5" fmla="*/ 70 h 1785"/>
              <a:gd name="T6" fmla="*/ 1358 w 2539"/>
              <a:gd name="T7" fmla="*/ 70 h 1785"/>
              <a:gd name="T8" fmla="*/ 433 w 2539"/>
              <a:gd name="T9" fmla="*/ 493 h 1785"/>
              <a:gd name="T10" fmla="*/ 133 w 2539"/>
              <a:gd name="T11" fmla="*/ 1785 h 1785"/>
              <a:gd name="T12" fmla="*/ 2236 w 2539"/>
              <a:gd name="T13" fmla="*/ 923 h 1785"/>
            </a:gdLst>
            <a:ahLst/>
            <a:cxnLst>
              <a:cxn ang="0">
                <a:pos x="T0" y="T1"/>
              </a:cxn>
              <a:cxn ang="0">
                <a:pos x="T2" y="T3"/>
              </a:cxn>
              <a:cxn ang="0">
                <a:pos x="T4" y="T5"/>
              </a:cxn>
              <a:cxn ang="0">
                <a:pos x="T6" y="T7"/>
              </a:cxn>
              <a:cxn ang="0">
                <a:pos x="T8" y="T9"/>
              </a:cxn>
              <a:cxn ang="0">
                <a:pos x="T10" y="T11"/>
              </a:cxn>
              <a:cxn ang="0">
                <a:pos x="T12" y="T13"/>
              </a:cxn>
            </a:cxnLst>
            <a:rect l="0" t="0" r="r" b="b"/>
            <a:pathLst>
              <a:path w="2539" h="1785">
                <a:moveTo>
                  <a:pt x="2236" y="923"/>
                </a:moveTo>
                <a:cubicBezTo>
                  <a:pt x="2412" y="644"/>
                  <a:pt x="2485" y="348"/>
                  <a:pt x="2539" y="0"/>
                </a:cubicBezTo>
                <a:cubicBezTo>
                  <a:pt x="2122" y="57"/>
                  <a:pt x="1752" y="49"/>
                  <a:pt x="1358" y="70"/>
                </a:cubicBezTo>
                <a:cubicBezTo>
                  <a:pt x="1358" y="70"/>
                  <a:pt x="1358" y="70"/>
                  <a:pt x="1358" y="70"/>
                </a:cubicBezTo>
                <a:cubicBezTo>
                  <a:pt x="1018" y="82"/>
                  <a:pt x="683" y="224"/>
                  <a:pt x="433" y="493"/>
                </a:cubicBezTo>
                <a:cubicBezTo>
                  <a:pt x="98" y="852"/>
                  <a:pt x="0" y="1347"/>
                  <a:pt x="133" y="1785"/>
                </a:cubicBezTo>
                <a:cubicBezTo>
                  <a:pt x="737" y="1392"/>
                  <a:pt x="1809" y="1629"/>
                  <a:pt x="2236" y="923"/>
                </a:cubicBezTo>
              </a:path>
            </a:pathLst>
          </a:custGeom>
          <a:noFill/>
          <a:ln w="234950" cap="flat">
            <a:solidFill>
              <a:srgbClr val="FAA163"/>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7" name="Dynamic legal" descr="{&quot;templafy&quot;:{&quot;id&quot;:&quot;cbefb6bb-f52b-41cf-a03b-0b5968e9e7d4&quot;}}">
            <a:extLst>
              <a:ext uri="{FF2B5EF4-FFF2-40B4-BE49-F238E27FC236}">
                <a16:creationId xmlns:a16="http://schemas.microsoft.com/office/drawing/2014/main" id="{6853365F-9A9F-4E09-6106-1AC7E55A588D}"/>
              </a:ext>
            </a:extLst>
          </p:cNvPr>
          <p:cNvSpPr txBox="1"/>
          <p:nvPr userDrawn="1"/>
        </p:nvSpPr>
        <p:spPr>
          <a:xfrm>
            <a:off x="-1588" y="6678000"/>
            <a:ext cx="12193588" cy="180000"/>
          </a:xfrm>
          <a:prstGeom prst="rect">
            <a:avLst/>
          </a:prstGeom>
          <a:solidFill>
            <a:srgbClr val="110081"/>
          </a:solidFill>
          <a:ln>
            <a:noFill/>
          </a:ln>
        </p:spPr>
        <p:txBody>
          <a:bodyPr wrap="square" lIns="0" tIns="0" rIns="0" bIns="0" anchor="ctr" anchorCtr="0">
            <a:noAutofit/>
          </a:bodyPr>
          <a:lstStyle/>
          <a:p>
            <a:pPr algn="ctr"/>
            <a:r>
              <a:rPr lang="en-US" sz="1000" dirty="0">
                <a:solidFill>
                  <a:srgbClr val="FFFFFF"/>
                </a:solidFill>
                <a:latin typeface="Arial Narrow" panose="020B0606020202030204" pitchFamily="34" charset="0"/>
              </a:rPr>
              <a:t>Confidential, unpublished property of Cigna Healthcare. Do not duplicate or distribute. Use and distribution limited solely to authorized personnel. © 2023 Cigna Healthcare</a:t>
            </a:r>
          </a:p>
        </p:txBody>
      </p:sp>
      <p:sp>
        <p:nvSpPr>
          <p:cNvPr id="10" name="Dynmic Internal use only" descr="{&quot;templafy&quot;:{&quot;id&quot;:&quot;ba4fcbd9-3886-4db8-87b3-a8d292923e4d&quot;}}" hidden="1" title="Form.Cigna_Confidentiality.Cigna_healthcareConfidentiality">
            <a:extLst>
              <a:ext uri="{FF2B5EF4-FFF2-40B4-BE49-F238E27FC236}">
                <a16:creationId xmlns:a16="http://schemas.microsoft.com/office/drawing/2014/main" id="{9B19D9B9-ADDF-4EF7-3401-AAC8C92A96BE}"/>
              </a:ext>
            </a:extLst>
          </p:cNvPr>
          <p:cNvSpPr/>
          <p:nvPr userDrawn="1"/>
        </p:nvSpPr>
        <p:spPr>
          <a:xfrm>
            <a:off x="10859153" y="6678000"/>
            <a:ext cx="973257"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r"/>
            <a:endParaRPr lang="en-US" sz="1000" kern="1200" noProof="0" dirty="0">
              <a:solidFill>
                <a:srgbClr val="FFFFFF"/>
              </a:solidFill>
              <a:latin typeface="Arial Narrow" panose="020B0606020202030204" pitchFamily="34" charset="0"/>
              <a:ea typeface="+mn-ea"/>
              <a:cs typeface="+mn-cs"/>
            </a:endParaRPr>
          </a:p>
        </p:txBody>
      </p:sp>
      <p:sp>
        <p:nvSpPr>
          <p:cNvPr id="9" name="Title 10">
            <a:extLst>
              <a:ext uri="{FF2B5EF4-FFF2-40B4-BE49-F238E27FC236}">
                <a16:creationId xmlns:a16="http://schemas.microsoft.com/office/drawing/2014/main" id="{0040CB02-88B9-FCF1-B638-BE950864210F}"/>
              </a:ext>
            </a:extLst>
          </p:cNvPr>
          <p:cNvSpPr>
            <a:spLocks noGrp="1"/>
          </p:cNvSpPr>
          <p:nvPr>
            <p:ph type="title" hasCustomPrompt="1"/>
          </p:nvPr>
        </p:nvSpPr>
        <p:spPr bwMode="white">
          <a:xfrm>
            <a:off x="360000" y="720000"/>
            <a:ext cx="6616800" cy="5205600"/>
          </a:xfrm>
        </p:spPr>
        <p:txBody>
          <a:bodyPr anchor="ctr" anchorCtr="0"/>
          <a:lstStyle>
            <a:lvl1pPr>
              <a:defRPr sz="5400">
                <a:solidFill>
                  <a:schemeClr val="bg1"/>
                </a:solidFill>
              </a:defRPr>
            </a:lvl1pPr>
          </a:lstStyle>
          <a:p>
            <a:r>
              <a:rPr lang="en-US" dirty="0"/>
              <a:t>Click to add title</a:t>
            </a:r>
            <a:endParaRPr lang="en-US"/>
          </a:p>
        </p:txBody>
      </p:sp>
      <p:sp>
        <p:nvSpPr>
          <p:cNvPr id="8" name="Slide Number Placeholder 7">
            <a:extLst>
              <a:ext uri="{FF2B5EF4-FFF2-40B4-BE49-F238E27FC236}">
                <a16:creationId xmlns:a16="http://schemas.microsoft.com/office/drawing/2014/main" id="{E4A63ACE-2F21-4C6E-8E2B-F2CF74469B96}"/>
              </a:ext>
            </a:extLst>
          </p:cNvPr>
          <p:cNvSpPr>
            <a:spLocks noGrp="1"/>
          </p:cNvSpPr>
          <p:nvPr>
            <p:ph type="sldNum" sz="quarter" idx="12"/>
          </p:nvPr>
        </p:nvSpPr>
        <p:spPr bwMode="white"/>
        <p:txBody>
          <a:bodyPr/>
          <a:lstStyle>
            <a:lvl1pPr>
              <a:defRPr>
                <a:solidFill>
                  <a:schemeClr val="bg1"/>
                </a:solidFill>
              </a:defRPr>
            </a:lvl1pPr>
          </a:lstStyle>
          <a:p>
            <a:fld id="{23AA811B-2EBD-4900-905E-5BE206449611}" type="slidenum">
              <a:rPr lang="en-US" smtClean="0"/>
              <a:pPr/>
              <a:t>‹#›</a:t>
            </a:fld>
            <a:endParaRPr lang="en-US" dirty="0"/>
          </a:p>
        </p:txBody>
      </p:sp>
      <p:pic>
        <p:nvPicPr>
          <p:cNvPr id="12" name="Picture 11" descr="Logo, company name&#10;&#10;Description automatically generated">
            <a:extLst>
              <a:ext uri="{FF2B5EF4-FFF2-40B4-BE49-F238E27FC236}">
                <a16:creationId xmlns:a16="http://schemas.microsoft.com/office/drawing/2014/main" id="{771E8FA4-59D4-48C6-69A2-57AD7E6001B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56616" y="6071616"/>
            <a:ext cx="822960" cy="431850"/>
          </a:xfrm>
          <a:prstGeom prst="rect">
            <a:avLst/>
          </a:prstGeom>
        </p:spPr>
      </p:pic>
    </p:spTree>
    <p:extLst>
      <p:ext uri="{BB962C8B-B14F-4D97-AF65-F5344CB8AC3E}">
        <p14:creationId xmlns:p14="http://schemas.microsoft.com/office/powerpoint/2010/main" val="3331187745"/>
      </p:ext>
    </p:extLst>
  </p:cSld>
  <p:clrMapOvr>
    <a:masterClrMapping/>
  </p:clrMapOvr>
  <p:extLst>
    <p:ext uri="{DCECCB84-F9BA-43D5-87BE-67443E8EF086}">
      <p15:sldGuideLst xmlns:p15="http://schemas.microsoft.com/office/powerpoint/2012/main">
        <p15:guide id="1" orient="horz" pos="453" userDrawn="1">
          <p15:clr>
            <a:srgbClr val="A4A3A4"/>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A. Thanks">
    <p:bg bwMode="ltGray">
      <p:bgPr>
        <a:solidFill>
          <a:schemeClr val="bg2"/>
        </a:solidFill>
        <a:effectLst/>
      </p:bgPr>
    </p:bg>
    <p:spTree>
      <p:nvGrpSpPr>
        <p:cNvPr id="1" name=""/>
        <p:cNvGrpSpPr/>
        <p:nvPr/>
      </p:nvGrpSpPr>
      <p:grpSpPr>
        <a:xfrm>
          <a:off x="0" y="0"/>
          <a:ext cx="0" cy="0"/>
          <a:chOff x="0" y="0"/>
          <a:chExt cx="0" cy="0"/>
        </a:xfrm>
      </p:grpSpPr>
      <p:sp>
        <p:nvSpPr>
          <p:cNvPr id="6" name="Background">
            <a:extLst>
              <a:ext uri="{FF2B5EF4-FFF2-40B4-BE49-F238E27FC236}">
                <a16:creationId xmlns:a16="http://schemas.microsoft.com/office/drawing/2014/main" id="{29E6FAF1-D120-4172-AE29-B3271FE51748}"/>
              </a:ext>
            </a:extLst>
          </p:cNvPr>
          <p:cNvSpPr/>
          <p:nvPr userDrawn="1"/>
        </p:nvSpPr>
        <p:spPr>
          <a:xfrm>
            <a:off x="0" y="0"/>
            <a:ext cx="12193200" cy="6858000"/>
          </a:xfrm>
          <a:prstGeom prst="rect">
            <a:avLst/>
          </a:prstGeom>
          <a:solidFill>
            <a:srgbClr val="0033FF"/>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dirty="0" err="1">
              <a:solidFill>
                <a:schemeClr val="tx1"/>
              </a:solidFill>
            </a:endParaRPr>
          </a:p>
        </p:txBody>
      </p:sp>
      <p:sp>
        <p:nvSpPr>
          <p:cNvPr id="4" name="Picture Placeholder 3">
            <a:extLst>
              <a:ext uri="{FF2B5EF4-FFF2-40B4-BE49-F238E27FC236}">
                <a16:creationId xmlns:a16="http://schemas.microsoft.com/office/drawing/2014/main" id="{3120684B-8D00-7903-A1FF-C0875815BAA8}"/>
              </a:ext>
            </a:extLst>
          </p:cNvPr>
          <p:cNvSpPr>
            <a:spLocks noGrp="1"/>
          </p:cNvSpPr>
          <p:nvPr>
            <p:ph type="pic" sz="quarter" idx="10"/>
          </p:nvPr>
        </p:nvSpPr>
        <p:spPr>
          <a:xfrm>
            <a:off x="6106014" y="0"/>
            <a:ext cx="6099433" cy="6858000"/>
          </a:xfrm>
          <a:custGeom>
            <a:avLst/>
            <a:gdLst>
              <a:gd name="connsiteX0" fmla="*/ 254264 w 6099433"/>
              <a:gd name="connsiteY0" fmla="*/ 0 h 6858000"/>
              <a:gd name="connsiteX1" fmla="*/ 6099433 w 6099433"/>
              <a:gd name="connsiteY1" fmla="*/ 0 h 6858000"/>
              <a:gd name="connsiteX2" fmla="*/ 6099433 w 6099433"/>
              <a:gd name="connsiteY2" fmla="*/ 6858000 h 6858000"/>
              <a:gd name="connsiteX3" fmla="*/ 6085986 w 6099433"/>
              <a:gd name="connsiteY3" fmla="*/ 6858000 h 6858000"/>
              <a:gd name="connsiteX4" fmla="*/ 6085986 w 6099433"/>
              <a:gd name="connsiteY4" fmla="*/ 6678000 h 6858000"/>
              <a:gd name="connsiteX5" fmla="*/ 2055716 w 6099433"/>
              <a:gd name="connsiteY5" fmla="*/ 6678000 h 6858000"/>
              <a:gd name="connsiteX6" fmla="*/ 2030900 w 6099433"/>
              <a:gd name="connsiteY6" fmla="*/ 6634513 h 6858000"/>
              <a:gd name="connsiteX7" fmla="*/ 31970 w 6099433"/>
              <a:gd name="connsiteY7" fmla="*/ 1935353 h 6858000"/>
              <a:gd name="connsiteX8" fmla="*/ 254264 w 6099433"/>
              <a:gd name="connsiteY8"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99433" h="6858000">
                <a:moveTo>
                  <a:pt x="254264" y="0"/>
                </a:moveTo>
                <a:lnTo>
                  <a:pt x="6099433" y="0"/>
                </a:lnTo>
                <a:lnTo>
                  <a:pt x="6099433" y="6858000"/>
                </a:lnTo>
                <a:lnTo>
                  <a:pt x="6085986" y="6858000"/>
                </a:lnTo>
                <a:lnTo>
                  <a:pt x="6085986" y="6678000"/>
                </a:lnTo>
                <a:lnTo>
                  <a:pt x="2055716" y="6678000"/>
                </a:lnTo>
                <a:lnTo>
                  <a:pt x="2030900" y="6634513"/>
                </a:lnTo>
                <a:cubicBezTo>
                  <a:pt x="1593147" y="5864395"/>
                  <a:pt x="180714" y="3293880"/>
                  <a:pt x="31970" y="1935353"/>
                </a:cubicBezTo>
                <a:cubicBezTo>
                  <a:pt x="-60800" y="1087755"/>
                  <a:pt x="58965" y="459359"/>
                  <a:pt x="254264" y="0"/>
                </a:cubicBezTo>
                <a:close/>
              </a:path>
            </a:pathLst>
          </a:custGeom>
          <a:solidFill>
            <a:schemeClr val="tx1">
              <a:lumMod val="85000"/>
            </a:schemeClr>
          </a:solidFill>
        </p:spPr>
        <p:txBody>
          <a:bodyPr wrap="square" tIns="576000" bIns="0" anchor="ctr">
            <a:noAutofit/>
          </a:bodyPr>
          <a:lstStyle>
            <a:lvl1pPr marL="0" indent="0" algn="ctr">
              <a:spcAft>
                <a:spcPts val="0"/>
              </a:spcAft>
              <a:buNone/>
              <a:defRPr>
                <a:solidFill>
                  <a:schemeClr val="bg1"/>
                </a:solidFill>
              </a:defRPr>
            </a:lvl1pPr>
          </a:lstStyle>
          <a:p>
            <a:r>
              <a:rPr lang="en-US" dirty="0"/>
              <a:t>Click icon to add picture</a:t>
            </a:r>
            <a:endParaRPr lang="en-US"/>
          </a:p>
        </p:txBody>
      </p:sp>
      <p:sp>
        <p:nvSpPr>
          <p:cNvPr id="5" name="Dynamic legal" descr="{&quot;templafy&quot;:{&quot;id&quot;:&quot;c23a9cc8-6ede-4b2f-9e18-847b6f9d390a&quot;}}">
            <a:extLst>
              <a:ext uri="{FF2B5EF4-FFF2-40B4-BE49-F238E27FC236}">
                <a16:creationId xmlns:a16="http://schemas.microsoft.com/office/drawing/2014/main" id="{389C2A1C-382C-1E29-DC3F-F948DA27C976}"/>
              </a:ext>
            </a:extLst>
          </p:cNvPr>
          <p:cNvSpPr txBox="1"/>
          <p:nvPr userDrawn="1"/>
        </p:nvSpPr>
        <p:spPr>
          <a:xfrm>
            <a:off x="-1588" y="6678000"/>
            <a:ext cx="12193588" cy="180000"/>
          </a:xfrm>
          <a:prstGeom prst="rect">
            <a:avLst/>
          </a:prstGeom>
          <a:solidFill>
            <a:srgbClr val="110081"/>
          </a:solidFill>
          <a:ln>
            <a:noFill/>
          </a:ln>
        </p:spPr>
        <p:txBody>
          <a:bodyPr wrap="square" lIns="0" tIns="0" rIns="0" bIns="0" anchor="ctr" anchorCtr="0">
            <a:noAutofit/>
          </a:bodyPr>
          <a:lstStyle/>
          <a:p>
            <a:pPr algn="ctr"/>
            <a:r>
              <a:rPr lang="en-US" sz="1000" dirty="0">
                <a:solidFill>
                  <a:srgbClr val="FFFFFF"/>
                </a:solidFill>
                <a:latin typeface="Arial Narrow" panose="020B0606020202030204" pitchFamily="34" charset="0"/>
              </a:rPr>
              <a:t>Confidential, unpublished property of Cigna Healthcare. Do not duplicate or distribute. Use and distribution limited solely to authorized personnel. © 2023 Cigna Healthcare</a:t>
            </a:r>
          </a:p>
        </p:txBody>
      </p:sp>
      <p:sp>
        <p:nvSpPr>
          <p:cNvPr id="9" name="Dynmic Internal use only" descr="{&quot;templafy&quot;:{&quot;id&quot;:&quot;2a50d6a8-b0b2-411b-879e-d6c0fb908e0d&quot;}}" hidden="1" title="Form.Cigna_Confidentiality.Cigna_healthcareConfidentiality">
            <a:extLst>
              <a:ext uri="{FF2B5EF4-FFF2-40B4-BE49-F238E27FC236}">
                <a16:creationId xmlns:a16="http://schemas.microsoft.com/office/drawing/2014/main" id="{EACDB44D-A22A-0289-65F4-C7FFF935C500}"/>
              </a:ext>
            </a:extLst>
          </p:cNvPr>
          <p:cNvSpPr/>
          <p:nvPr userDrawn="1"/>
        </p:nvSpPr>
        <p:spPr>
          <a:xfrm>
            <a:off x="10859153" y="6678000"/>
            <a:ext cx="973257"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r"/>
            <a:endParaRPr lang="en-US" sz="1000" kern="1200" noProof="0" dirty="0">
              <a:solidFill>
                <a:srgbClr val="FFFFFF"/>
              </a:solidFill>
              <a:latin typeface="Arial Narrow" panose="020B0606020202030204" pitchFamily="34" charset="0"/>
              <a:ea typeface="+mn-ea"/>
              <a:cs typeface="+mn-cs"/>
            </a:endParaRPr>
          </a:p>
        </p:txBody>
      </p:sp>
      <p:sp>
        <p:nvSpPr>
          <p:cNvPr id="2" name="Title 1"/>
          <p:cNvSpPr>
            <a:spLocks noGrp="1"/>
          </p:cNvSpPr>
          <p:nvPr>
            <p:ph type="ctrTitle" hasCustomPrompt="1"/>
          </p:nvPr>
        </p:nvSpPr>
        <p:spPr bwMode="white">
          <a:xfrm>
            <a:off x="554399" y="1428750"/>
            <a:ext cx="7392625" cy="3484563"/>
          </a:xfrm>
          <a:noFill/>
        </p:spPr>
        <p:txBody>
          <a:bodyPr anchor="ctr" anchorCtr="0"/>
          <a:lstStyle>
            <a:lvl1pPr algn="l">
              <a:lnSpc>
                <a:spcPct val="83000"/>
              </a:lnSpc>
              <a:defRPr sz="5400">
                <a:solidFill>
                  <a:schemeClr val="tx1"/>
                </a:solidFill>
              </a:defRPr>
            </a:lvl1pPr>
          </a:lstStyle>
          <a:p>
            <a:r>
              <a:rPr lang="en-US" dirty="0"/>
              <a:t>Click to add title</a:t>
            </a:r>
            <a:endParaRPr lang="en-US"/>
          </a:p>
        </p:txBody>
      </p:sp>
      <p:pic>
        <p:nvPicPr>
          <p:cNvPr id="3" name="Logo">
            <a:extLst>
              <a:ext uri="{FF2B5EF4-FFF2-40B4-BE49-F238E27FC236}">
                <a16:creationId xmlns:a16="http://schemas.microsoft.com/office/drawing/2014/main" id="{3368DB42-4F95-DED9-B2DB-110851A92C57}"/>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358775" y="5745147"/>
            <a:ext cx="1396800" cy="758677"/>
          </a:xfrm>
          <a:prstGeom prst="rect">
            <a:avLst/>
          </a:prstGeom>
        </p:spPr>
      </p:pic>
      <p:sp>
        <p:nvSpPr>
          <p:cNvPr id="10" name="Slide Number Placeholder 9">
            <a:extLst>
              <a:ext uri="{FF2B5EF4-FFF2-40B4-BE49-F238E27FC236}">
                <a16:creationId xmlns:a16="http://schemas.microsoft.com/office/drawing/2014/main" id="{FE98FD76-5104-AD9D-2BAF-2849AA9C0938}"/>
              </a:ext>
            </a:extLst>
          </p:cNvPr>
          <p:cNvSpPr>
            <a:spLocks noGrp="1"/>
          </p:cNvSpPr>
          <p:nvPr>
            <p:ph type="sldNum" sz="quarter" idx="19"/>
          </p:nvPr>
        </p:nvSpPr>
        <p:spPr/>
        <p:txBody>
          <a:bodyPr/>
          <a:lstStyle>
            <a:lvl1pPr>
              <a:defRPr>
                <a:solidFill>
                  <a:schemeClr val="tx1"/>
                </a:solidFill>
              </a:defRPr>
            </a:lvl1pPr>
          </a:lstStyle>
          <a:p>
            <a:fld id="{23AA811B-2EBD-4900-905E-5BE206449611}" type="slidenum">
              <a:rPr lang="en-US" smtClean="0"/>
              <a:pPr/>
              <a:t>‹#›</a:t>
            </a:fld>
            <a:endParaRPr lang="en-US" dirty="0"/>
          </a:p>
        </p:txBody>
      </p:sp>
    </p:spTree>
    <p:extLst>
      <p:ext uri="{BB962C8B-B14F-4D97-AF65-F5344CB8AC3E}">
        <p14:creationId xmlns:p14="http://schemas.microsoft.com/office/powerpoint/2010/main" val="88361764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3095">
          <p15:clr>
            <a:srgbClr val="A4A3A4"/>
          </p15:clr>
        </p15:guide>
        <p15:guide id="3" orient="horz" pos="900" userDrawn="1">
          <p15:clr>
            <a:srgbClr val="A4A3A4"/>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Master Shapes">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F5D19AD9-4D1A-6CD2-C100-DD21110577C4}"/>
              </a:ext>
            </a:extLst>
          </p:cNvPr>
          <p:cNvSpPr>
            <a:spLocks noGrp="1"/>
          </p:cNvSpPr>
          <p:nvPr>
            <p:ph type="pic" sz="quarter" idx="10"/>
          </p:nvPr>
        </p:nvSpPr>
        <p:spPr>
          <a:xfrm>
            <a:off x="1657877" y="1998922"/>
            <a:ext cx="2151343" cy="2142461"/>
          </a:xfrm>
          <a:custGeom>
            <a:avLst/>
            <a:gdLst>
              <a:gd name="connsiteX0" fmla="*/ 2151423 w 4302686"/>
              <a:gd name="connsiteY0" fmla="*/ 0 h 4284921"/>
              <a:gd name="connsiteX1" fmla="*/ 4302686 w 4302686"/>
              <a:gd name="connsiteY1" fmla="*/ 2142461 h 4284921"/>
              <a:gd name="connsiteX2" fmla="*/ 2151423 w 4302686"/>
              <a:gd name="connsiteY2" fmla="*/ 4284921 h 4284921"/>
              <a:gd name="connsiteX3" fmla="*/ 2151264 w 4302686"/>
              <a:gd name="connsiteY3" fmla="*/ 4284921 h 4284921"/>
              <a:gd name="connsiteX4" fmla="*/ 0 w 4302686"/>
              <a:gd name="connsiteY4" fmla="*/ 2142461 h 4284921"/>
              <a:gd name="connsiteX5" fmla="*/ 2151423 w 4302686"/>
              <a:gd name="connsiteY5" fmla="*/ 0 h 4284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2686" h="4284921">
                <a:moveTo>
                  <a:pt x="2151423" y="0"/>
                </a:moveTo>
                <a:cubicBezTo>
                  <a:pt x="3339533" y="0"/>
                  <a:pt x="4302686" y="959188"/>
                  <a:pt x="4302686" y="2142461"/>
                </a:cubicBezTo>
                <a:cubicBezTo>
                  <a:pt x="4302686" y="3325733"/>
                  <a:pt x="3339533" y="4284921"/>
                  <a:pt x="2151423" y="4284921"/>
                </a:cubicBezTo>
                <a:lnTo>
                  <a:pt x="2151264" y="4284921"/>
                </a:lnTo>
                <a:cubicBezTo>
                  <a:pt x="963153" y="4284921"/>
                  <a:pt x="0" y="3325733"/>
                  <a:pt x="0" y="2142461"/>
                </a:cubicBezTo>
                <a:cubicBezTo>
                  <a:pt x="0" y="959188"/>
                  <a:pt x="963312" y="0"/>
                  <a:pt x="2151423" y="0"/>
                </a:cubicBezTo>
                <a:close/>
              </a:path>
            </a:pathLst>
          </a:custGeom>
        </p:spPr>
        <p:txBody>
          <a:bodyPr wrap="square">
            <a:noAutofit/>
          </a:bodyPr>
          <a:lstStyle>
            <a:lvl1pPr>
              <a:defRPr sz="1000"/>
            </a:lvl1pPr>
          </a:lstStyle>
          <a:p>
            <a:endParaRPr lang="en-US"/>
          </a:p>
        </p:txBody>
      </p:sp>
      <p:sp>
        <p:nvSpPr>
          <p:cNvPr id="14" name="Picture Placeholder 13">
            <a:extLst>
              <a:ext uri="{FF2B5EF4-FFF2-40B4-BE49-F238E27FC236}">
                <a16:creationId xmlns:a16="http://schemas.microsoft.com/office/drawing/2014/main" id="{36C54391-8A08-CB6E-761A-D753EAD4E21B}"/>
              </a:ext>
            </a:extLst>
          </p:cNvPr>
          <p:cNvSpPr>
            <a:spLocks noGrp="1"/>
          </p:cNvSpPr>
          <p:nvPr>
            <p:ph type="pic" sz="quarter" idx="11"/>
          </p:nvPr>
        </p:nvSpPr>
        <p:spPr>
          <a:xfrm>
            <a:off x="4612781" y="2083115"/>
            <a:ext cx="2966460" cy="2136456"/>
          </a:xfrm>
          <a:custGeom>
            <a:avLst/>
            <a:gdLst>
              <a:gd name="connsiteX0" fmla="*/ 5932920 w 5932920"/>
              <a:gd name="connsiteY0" fmla="*/ 0 h 4272912"/>
              <a:gd name="connsiteX1" fmla="*/ 5202012 w 5932920"/>
              <a:gd name="connsiteY1" fmla="*/ 2208236 h 4272912"/>
              <a:gd name="connsiteX2" fmla="*/ 137840 w 5932920"/>
              <a:gd name="connsiteY2" fmla="*/ 4272912 h 4272912"/>
              <a:gd name="connsiteX3" fmla="*/ 859409 w 5932920"/>
              <a:gd name="connsiteY3" fmla="*/ 1179309 h 4272912"/>
              <a:gd name="connsiteX4" fmla="*/ 3088392 w 5932920"/>
              <a:gd name="connsiteY4" fmla="*/ 169213 h 4272912"/>
              <a:gd name="connsiteX5" fmla="*/ 5932920 w 5932920"/>
              <a:gd name="connsiteY5" fmla="*/ 0 h 4272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32920" h="4272912">
                <a:moveTo>
                  <a:pt x="5932920" y="0"/>
                </a:moveTo>
                <a:cubicBezTo>
                  <a:pt x="5802450" y="834331"/>
                  <a:pt x="5625560" y="1542572"/>
                  <a:pt x="5202012" y="2208236"/>
                </a:cubicBezTo>
                <a:cubicBezTo>
                  <a:pt x="4175279" y="3898187"/>
                  <a:pt x="1591966" y="3330503"/>
                  <a:pt x="137840" y="4272912"/>
                </a:cubicBezTo>
                <a:cubicBezTo>
                  <a:pt x="-181881" y="3223789"/>
                  <a:pt x="52965" y="2038749"/>
                  <a:pt x="859409" y="1179309"/>
                </a:cubicBezTo>
                <a:cubicBezTo>
                  <a:pt x="1462045" y="536843"/>
                  <a:pt x="2269588" y="197871"/>
                  <a:pt x="3088392" y="169213"/>
                </a:cubicBezTo>
                <a:cubicBezTo>
                  <a:pt x="3088392" y="169213"/>
                  <a:pt x="4928711" y="136190"/>
                  <a:pt x="5932920" y="0"/>
                </a:cubicBezTo>
                <a:close/>
              </a:path>
            </a:pathLst>
          </a:custGeom>
        </p:spPr>
        <p:txBody>
          <a:bodyPr wrap="square">
            <a:noAutofit/>
          </a:bodyPr>
          <a:lstStyle>
            <a:lvl1pPr>
              <a:defRPr sz="1000"/>
            </a:lvl1pPr>
          </a:lstStyle>
          <a:p>
            <a:endParaRPr lang="en-US"/>
          </a:p>
        </p:txBody>
      </p:sp>
      <p:sp>
        <p:nvSpPr>
          <p:cNvPr id="15" name="Picture Placeholder 14">
            <a:extLst>
              <a:ext uri="{FF2B5EF4-FFF2-40B4-BE49-F238E27FC236}">
                <a16:creationId xmlns:a16="http://schemas.microsoft.com/office/drawing/2014/main" id="{AD7D6D43-539A-B6B5-A0F4-74C085E9E896}"/>
              </a:ext>
            </a:extLst>
          </p:cNvPr>
          <p:cNvSpPr>
            <a:spLocks noGrp="1"/>
          </p:cNvSpPr>
          <p:nvPr>
            <p:ph type="pic" sz="quarter" idx="12"/>
          </p:nvPr>
        </p:nvSpPr>
        <p:spPr>
          <a:xfrm>
            <a:off x="8547097" y="1787176"/>
            <a:ext cx="1128929" cy="2439781"/>
          </a:xfrm>
          <a:custGeom>
            <a:avLst/>
            <a:gdLst>
              <a:gd name="connsiteX0" fmla="*/ 1133819 w 2257857"/>
              <a:gd name="connsiteY0" fmla="*/ 0 h 4879562"/>
              <a:gd name="connsiteX1" fmla="*/ 2257851 w 2257857"/>
              <a:gd name="connsiteY1" fmla="*/ 2441924 h 4879562"/>
              <a:gd name="connsiteX2" fmla="*/ 1124417 w 2257857"/>
              <a:gd name="connsiteY2" fmla="*/ 4879562 h 4879562"/>
              <a:gd name="connsiteX3" fmla="*/ 7 w 2257857"/>
              <a:gd name="connsiteY3" fmla="*/ 2437638 h 4879562"/>
              <a:gd name="connsiteX4" fmla="*/ 1133819 w 2257857"/>
              <a:gd name="connsiteY4" fmla="*/ 0 h 4879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7857" h="4879562">
                <a:moveTo>
                  <a:pt x="1133819" y="0"/>
                </a:moveTo>
                <a:cubicBezTo>
                  <a:pt x="1822543" y="588359"/>
                  <a:pt x="2259751" y="1463612"/>
                  <a:pt x="2257851" y="2441924"/>
                </a:cubicBezTo>
                <a:cubicBezTo>
                  <a:pt x="2255857" y="3420523"/>
                  <a:pt x="1815419" y="4293870"/>
                  <a:pt x="1124417" y="4879562"/>
                </a:cubicBezTo>
                <a:cubicBezTo>
                  <a:pt x="435599" y="4291203"/>
                  <a:pt x="-1989" y="3415856"/>
                  <a:pt x="7" y="2437638"/>
                </a:cubicBezTo>
                <a:cubicBezTo>
                  <a:pt x="1999" y="1459421"/>
                  <a:pt x="442817" y="585692"/>
                  <a:pt x="1133819" y="0"/>
                </a:cubicBezTo>
                <a:close/>
              </a:path>
            </a:pathLst>
          </a:custGeom>
        </p:spPr>
        <p:txBody>
          <a:bodyPr wrap="square">
            <a:noAutofit/>
          </a:bodyPr>
          <a:lstStyle>
            <a:lvl1pPr>
              <a:defRPr sz="1000"/>
            </a:lvl1pPr>
          </a:lstStyle>
          <a:p>
            <a:endParaRPr lang="en-US" dirty="0"/>
          </a:p>
        </p:txBody>
      </p:sp>
    </p:spTree>
    <p:extLst>
      <p:ext uri="{BB962C8B-B14F-4D97-AF65-F5344CB8AC3E}">
        <p14:creationId xmlns:p14="http://schemas.microsoft.com/office/powerpoint/2010/main" val="113171294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AB066-265C-B73A-A4F8-335B2D5DFB48}"/>
              </a:ext>
            </a:extLst>
          </p:cNvPr>
          <p:cNvSpPr>
            <a:spLocks noGrp="1"/>
          </p:cNvSpPr>
          <p:nvPr>
            <p:ph type="title" hasCustomPrompt="1"/>
          </p:nvPr>
        </p:nvSpPr>
        <p:spPr>
          <a:xfrm>
            <a:off x="360000" y="360000"/>
            <a:ext cx="11473200" cy="1188000"/>
          </a:xfrm>
        </p:spPr>
        <p:txBody>
          <a:bodyPr/>
          <a:lstStyle/>
          <a:p>
            <a:r>
              <a:rPr lang="en-US" dirty="0"/>
              <a:t>Click to add title</a:t>
            </a:r>
            <a:endParaRPr lang="en-US"/>
          </a:p>
        </p:txBody>
      </p:sp>
      <p:sp>
        <p:nvSpPr>
          <p:cNvPr id="4" name="Slide Number Placeholder 3">
            <a:extLst>
              <a:ext uri="{FF2B5EF4-FFF2-40B4-BE49-F238E27FC236}">
                <a16:creationId xmlns:a16="http://schemas.microsoft.com/office/drawing/2014/main" id="{4BF61A42-C183-BC65-7D6E-BBC2454EEFDB}"/>
              </a:ext>
            </a:extLst>
          </p:cNvPr>
          <p:cNvSpPr>
            <a:spLocks noGrp="1"/>
          </p:cNvSpPr>
          <p:nvPr>
            <p:ph type="sldNum" sz="quarter" idx="11"/>
          </p:nvPr>
        </p:nvSpPr>
        <p:spPr/>
        <p:txBody>
          <a:bodyPr/>
          <a:lstStyle/>
          <a:p>
            <a:fld id="{23AA811B-2EBD-4900-905E-5BE206449611}" type="slidenum">
              <a:rPr lang="en-US" smtClean="0"/>
              <a:pPr/>
              <a:t>‹#›</a:t>
            </a:fld>
            <a:endParaRPr lang="en-US" dirty="0"/>
          </a:p>
        </p:txBody>
      </p:sp>
      <p:sp>
        <p:nvSpPr>
          <p:cNvPr id="6" name="Picture Placeholder 13">
            <a:extLst>
              <a:ext uri="{FF2B5EF4-FFF2-40B4-BE49-F238E27FC236}">
                <a16:creationId xmlns:a16="http://schemas.microsoft.com/office/drawing/2014/main" id="{5F4982AC-59A0-F3A9-EDFF-D1A6874AFA0D}"/>
              </a:ext>
            </a:extLst>
          </p:cNvPr>
          <p:cNvSpPr>
            <a:spLocks noGrp="1"/>
          </p:cNvSpPr>
          <p:nvPr>
            <p:ph type="pic" sz="quarter" idx="13"/>
          </p:nvPr>
        </p:nvSpPr>
        <p:spPr>
          <a:xfrm>
            <a:off x="8592598" y="1560600"/>
            <a:ext cx="2966460" cy="2136456"/>
          </a:xfrm>
          <a:custGeom>
            <a:avLst/>
            <a:gdLst>
              <a:gd name="connsiteX0" fmla="*/ 5932920 w 5932920"/>
              <a:gd name="connsiteY0" fmla="*/ 0 h 4272912"/>
              <a:gd name="connsiteX1" fmla="*/ 5202012 w 5932920"/>
              <a:gd name="connsiteY1" fmla="*/ 2208236 h 4272912"/>
              <a:gd name="connsiteX2" fmla="*/ 137840 w 5932920"/>
              <a:gd name="connsiteY2" fmla="*/ 4272912 h 4272912"/>
              <a:gd name="connsiteX3" fmla="*/ 859409 w 5932920"/>
              <a:gd name="connsiteY3" fmla="*/ 1179309 h 4272912"/>
              <a:gd name="connsiteX4" fmla="*/ 3088392 w 5932920"/>
              <a:gd name="connsiteY4" fmla="*/ 169213 h 4272912"/>
              <a:gd name="connsiteX5" fmla="*/ 5932920 w 5932920"/>
              <a:gd name="connsiteY5" fmla="*/ 0 h 4272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32920" h="4272912">
                <a:moveTo>
                  <a:pt x="5932920" y="0"/>
                </a:moveTo>
                <a:cubicBezTo>
                  <a:pt x="5802450" y="834331"/>
                  <a:pt x="5625560" y="1542572"/>
                  <a:pt x="5202012" y="2208236"/>
                </a:cubicBezTo>
                <a:cubicBezTo>
                  <a:pt x="4175279" y="3898187"/>
                  <a:pt x="1591966" y="3330503"/>
                  <a:pt x="137840" y="4272912"/>
                </a:cubicBezTo>
                <a:cubicBezTo>
                  <a:pt x="-181881" y="3223789"/>
                  <a:pt x="52965" y="2038749"/>
                  <a:pt x="859409" y="1179309"/>
                </a:cubicBezTo>
                <a:cubicBezTo>
                  <a:pt x="1462045" y="536843"/>
                  <a:pt x="2269588" y="197871"/>
                  <a:pt x="3088392" y="169213"/>
                </a:cubicBezTo>
                <a:cubicBezTo>
                  <a:pt x="3088392" y="169213"/>
                  <a:pt x="4928711" y="136190"/>
                  <a:pt x="5932920" y="0"/>
                </a:cubicBezTo>
                <a:close/>
              </a:path>
            </a:pathLst>
          </a:custGeom>
        </p:spPr>
        <p:txBody>
          <a:bodyPr wrap="square">
            <a:noAutofit/>
          </a:bodyPr>
          <a:lstStyle>
            <a:lvl1pPr>
              <a:defRPr sz="1000"/>
            </a:lvl1pPr>
          </a:lstStyle>
          <a:p>
            <a:endParaRPr lang="en-US"/>
          </a:p>
        </p:txBody>
      </p:sp>
    </p:spTree>
    <p:extLst>
      <p:ext uri="{BB962C8B-B14F-4D97-AF65-F5344CB8AC3E}">
        <p14:creationId xmlns:p14="http://schemas.microsoft.com/office/powerpoint/2010/main" val="4026108660"/>
      </p:ext>
    </p:extLst>
  </p:cSld>
  <p:clrMapOvr>
    <a:masterClrMapping/>
  </p:clrMapOvr>
  <p:extLst>
    <p:ext uri="{DCECCB84-F9BA-43D5-87BE-67443E8EF086}">
      <p15:sldGuideLst xmlns:p15="http://schemas.microsoft.com/office/powerpoint/2012/main">
        <p15:guide id="1" orient="horz" pos="975">
          <p15:clr>
            <a:srgbClr val="A4A3A4"/>
          </p15:clr>
        </p15:guide>
        <p15:guide id="2" orient="horz" pos="3735">
          <p15:clr>
            <a:srgbClr val="A4A3A4"/>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372A712-3FB5-BB07-6772-0C564A5FD394}"/>
              </a:ext>
            </a:extLst>
          </p:cNvPr>
          <p:cNvSpPr>
            <a:spLocks noGrp="1"/>
          </p:cNvSpPr>
          <p:nvPr>
            <p:ph type="sldNum" sz="quarter" idx="11"/>
          </p:nvPr>
        </p:nvSpPr>
        <p:spPr/>
        <p:txBody>
          <a:bodyPr/>
          <a:lstStyle/>
          <a:p>
            <a:fld id="{23AA811B-2EBD-4900-905E-5BE206449611}" type="slidenum">
              <a:rPr lang="en-US" smtClean="0"/>
              <a:pPr/>
              <a:t>‹#›</a:t>
            </a:fld>
            <a:endParaRPr lang="en-US" dirty="0"/>
          </a:p>
        </p:txBody>
      </p:sp>
    </p:spTree>
    <p:extLst>
      <p:ext uri="{BB962C8B-B14F-4D97-AF65-F5344CB8AC3E}">
        <p14:creationId xmlns:p14="http://schemas.microsoft.com/office/powerpoint/2010/main" val="68816109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User guide ">
    <p:spTree>
      <p:nvGrpSpPr>
        <p:cNvPr id="1" name=""/>
        <p:cNvGrpSpPr/>
        <p:nvPr/>
      </p:nvGrpSpPr>
      <p:grpSpPr>
        <a:xfrm>
          <a:off x="0" y="0"/>
          <a:ext cx="0" cy="0"/>
          <a:chOff x="0" y="0"/>
          <a:chExt cx="0" cy="0"/>
        </a:xfrm>
      </p:grpSpPr>
      <p:sp>
        <p:nvSpPr>
          <p:cNvPr id="17" name="Text Box 4">
            <a:extLst>
              <a:ext uri="{FF2B5EF4-FFF2-40B4-BE49-F238E27FC236}">
                <a16:creationId xmlns:a16="http://schemas.microsoft.com/office/drawing/2014/main" id="{E2E20571-3CD4-BCCB-FDD3-C02735CE103D}"/>
              </a:ext>
            </a:extLst>
          </p:cNvPr>
          <p:cNvSpPr txBox="1">
            <a:spLocks noChangeArrowheads="1"/>
          </p:cNvSpPr>
          <p:nvPr userDrawn="1"/>
        </p:nvSpPr>
        <p:spPr bwMode="auto">
          <a:xfrm>
            <a:off x="8137426" y="1158428"/>
            <a:ext cx="2890409" cy="5155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Aft>
                <a:spcPts val="600"/>
              </a:spcAft>
              <a:defRPr/>
            </a:pPr>
            <a:endParaRPr lang="en-US" altLang="da-DK" sz="900" b="0" noProof="1">
              <a:solidFill>
                <a:srgbClr val="000000"/>
              </a:solidFill>
              <a:latin typeface="+mn-lt"/>
              <a:cs typeface="Arial" panose="020B0604020202020204" pitchFamily="34" charset="0"/>
            </a:endParaRPr>
          </a:p>
          <a:p>
            <a:pPr eaLnBrk="1" hangingPunct="1">
              <a:spcAft>
                <a:spcPts val="600"/>
              </a:spcAft>
              <a:defRPr/>
            </a:pPr>
            <a:r>
              <a:rPr lang="en-US" altLang="da-DK" sz="1400" b="0" noProof="1">
                <a:solidFill>
                  <a:srgbClr val="000000"/>
                </a:solidFill>
                <a:latin typeface="+mn-lt"/>
                <a:cs typeface="Arial" panose="020B0604020202020204" pitchFamily="34" charset="0"/>
              </a:rPr>
              <a:t>COPY/PASTE CONTENT</a:t>
            </a:r>
            <a:endParaRPr lang="en-US"/>
          </a:p>
          <a:p>
            <a:pPr eaLnBrk="1" hangingPunct="1">
              <a:spcAft>
                <a:spcPts val="600"/>
              </a:spcAft>
              <a:defRPr/>
            </a:pPr>
            <a:r>
              <a:rPr lang="en-US" altLang="da-DK" sz="800" b="0" noProof="1">
                <a:solidFill>
                  <a:srgbClr val="000000"/>
                </a:solidFill>
                <a:latin typeface="+mn-lt"/>
                <a:cs typeface="Arial" panose="020B0604020202020204" pitchFamily="34" charset="0"/>
              </a:rPr>
              <a:t>When copying old content to your new presentation, 2 options are available:</a:t>
            </a:r>
            <a:endParaRPr lang="en-US"/>
          </a:p>
          <a:p>
            <a:pPr eaLnBrk="1" hangingPunct="1">
              <a:spcAft>
                <a:spcPts val="600"/>
              </a:spcAft>
              <a:defRPr/>
            </a:pPr>
            <a:r>
              <a:rPr lang="en-US" altLang="da-DK" sz="800" b="1" noProof="1">
                <a:solidFill>
                  <a:srgbClr val="000000"/>
                </a:solidFill>
                <a:latin typeface="+mn-lt"/>
                <a:cs typeface="Arial" panose="020B0604020202020204" pitchFamily="34" charset="0"/>
              </a:rPr>
              <a:t>1. Best practice: </a:t>
            </a:r>
            <a:r>
              <a:rPr lang="en-US" altLang="da-DK" sz="800" b="0" noProof="1">
                <a:solidFill>
                  <a:srgbClr val="000000"/>
                </a:solidFill>
                <a:latin typeface="+mn-lt"/>
                <a:cs typeface="Arial" panose="020B0604020202020204" pitchFamily="34" charset="0"/>
              </a:rPr>
              <a:t>Create a slide in your new presentation and copy </a:t>
            </a:r>
            <a:r>
              <a:rPr lang="en-US" altLang="da-DK" sz="800" b="0" i="0" u="sng" noProof="1">
                <a:solidFill>
                  <a:srgbClr val="000000"/>
                </a:solidFill>
                <a:latin typeface="+mn-lt"/>
                <a:cs typeface="Arial" panose="020B0604020202020204" pitchFamily="34" charset="0"/>
              </a:rPr>
              <a:t>one</a:t>
            </a:r>
            <a:r>
              <a:rPr lang="en-US" altLang="da-DK" sz="800" b="0" i="0" u="none" noProof="1">
                <a:solidFill>
                  <a:srgbClr val="000000"/>
                </a:solidFill>
                <a:latin typeface="+mn-lt"/>
                <a:cs typeface="Arial" panose="020B0604020202020204" pitchFamily="34" charset="0"/>
              </a:rPr>
              <a:t> piece of content at a time (e.g. copy all text from </a:t>
            </a:r>
            <a:r>
              <a:rPr lang="en-US" altLang="da-DK" sz="800" b="0" i="0" u="sng" noProof="1">
                <a:solidFill>
                  <a:srgbClr val="000000"/>
                </a:solidFill>
                <a:latin typeface="+mn-lt"/>
                <a:cs typeface="Arial" panose="020B0604020202020204" pitchFamily="34" charset="0"/>
              </a:rPr>
              <a:t>one</a:t>
            </a:r>
            <a:r>
              <a:rPr lang="en-US" altLang="da-DK" sz="800" b="0" i="0" u="none" noProof="1">
                <a:solidFill>
                  <a:srgbClr val="000000"/>
                </a:solidFill>
                <a:latin typeface="+mn-lt"/>
                <a:cs typeface="Arial" panose="020B0604020202020204" pitchFamily="34" charset="0"/>
              </a:rPr>
              <a:t> textbox)</a:t>
            </a:r>
            <a:endParaRPr lang="en-US" altLang="da-DK" sz="800" b="1" i="0" u="sng" noProof="1">
              <a:solidFill>
                <a:srgbClr val="000000"/>
              </a:solidFill>
              <a:latin typeface="+mn-lt"/>
              <a:cs typeface="Arial" panose="020B0604020202020204" pitchFamily="34" charset="0"/>
            </a:endParaRPr>
          </a:p>
          <a:p>
            <a:pPr eaLnBrk="1" hangingPunct="1">
              <a:spcAft>
                <a:spcPts val="600"/>
              </a:spcAft>
              <a:defRPr/>
            </a:pPr>
            <a:r>
              <a:rPr lang="en-US" altLang="da-DK" sz="800" b="1" noProof="1">
                <a:solidFill>
                  <a:srgbClr val="000000"/>
                </a:solidFill>
                <a:latin typeface="+mn-lt"/>
                <a:cs typeface="Arial" panose="020B0604020202020204" pitchFamily="34" charset="0"/>
              </a:rPr>
              <a:t>2. </a:t>
            </a:r>
            <a:r>
              <a:rPr lang="en-US" altLang="da-DK" sz="800" b="0" noProof="1">
                <a:solidFill>
                  <a:srgbClr val="000000"/>
                </a:solidFill>
                <a:latin typeface="+mn-lt"/>
                <a:cs typeface="Arial" panose="020B0604020202020204" pitchFamily="34" charset="0"/>
              </a:rPr>
              <a:t>Or copy an entire slide into your new presentation and then choose a fitting layout. When presentation is done, open an empty presentation (press Ctrl+N). Copy all slides from presentation, paste them into empty one. This will ensure that there are no extra layouts</a:t>
            </a:r>
            <a:endParaRPr lang="en-US"/>
          </a:p>
          <a:p>
            <a:pPr marL="0" marR="0" lvl="0" indent="0" algn="l" defTabSz="914400" rtl="0" eaLnBrk="1" fontAlgn="auto" latinLnBrk="0" hangingPunct="1">
              <a:lnSpc>
                <a:spcPct val="100000"/>
              </a:lnSpc>
              <a:spcBef>
                <a:spcPts val="600"/>
              </a:spcBef>
              <a:spcAft>
                <a:spcPts val="600"/>
              </a:spcAft>
              <a:buClrTx/>
              <a:buSzTx/>
              <a:buFontTx/>
              <a:buNone/>
              <a:tabLst/>
              <a:defRPr/>
            </a:pPr>
            <a:r>
              <a:rPr lang="en-US" sz="1400" dirty="0">
                <a:solidFill>
                  <a:srgbClr val="000000"/>
                </a:solidFill>
                <a:latin typeface="+mn-lt"/>
                <a:cs typeface="Arial" panose="020B0604020202020204" pitchFamily="34" charset="0"/>
              </a:rPr>
              <a:t>SLIDES &amp; SLIDE ELEMENTS</a:t>
            </a:r>
            <a:endParaRPr lang="en-US"/>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da-DK" sz="800" b="0" noProof="1">
                <a:solidFill>
                  <a:srgbClr val="000000"/>
                </a:solidFill>
                <a:latin typeface="+mn-lt"/>
                <a:cs typeface="Arial" panose="020B0604020202020204" pitchFamily="34" charset="0"/>
              </a:rPr>
              <a:t>Insert predefined slides and elements from the Templafy button. Choose </a:t>
            </a:r>
            <a:r>
              <a:rPr lang="en-US" altLang="da-DK" sz="800" b="1" noProof="1">
                <a:solidFill>
                  <a:srgbClr val="000000"/>
                </a:solidFill>
                <a:latin typeface="+mn-lt"/>
                <a:cs typeface="Arial" panose="020B0604020202020204" pitchFamily="34" charset="0"/>
              </a:rPr>
              <a:t>Slides</a:t>
            </a:r>
            <a:r>
              <a:rPr lang="en-US" altLang="da-DK" sz="800" b="0" noProof="1">
                <a:solidFill>
                  <a:srgbClr val="000000"/>
                </a:solidFill>
                <a:latin typeface="+mn-lt"/>
                <a:cs typeface="Arial" panose="020B0604020202020204" pitchFamily="34" charset="0"/>
              </a:rPr>
              <a:t> and </a:t>
            </a:r>
            <a:r>
              <a:rPr lang="en-US" altLang="da-DK" sz="800" b="1" noProof="1">
                <a:solidFill>
                  <a:srgbClr val="000000"/>
                </a:solidFill>
                <a:latin typeface="+mn-lt"/>
                <a:cs typeface="Arial" panose="020B0604020202020204" pitchFamily="34" charset="0"/>
              </a:rPr>
              <a:t>Slide elements </a:t>
            </a:r>
            <a:r>
              <a:rPr lang="en-US" altLang="da-DK" sz="800" b="0" noProof="1">
                <a:solidFill>
                  <a:srgbClr val="000000"/>
                </a:solidFill>
                <a:latin typeface="+mn-lt"/>
                <a:cs typeface="Arial" panose="020B0604020202020204" pitchFamily="34" charset="0"/>
              </a:rPr>
              <a:t>from the dropdown menu or from the buttons in the Templafy pane on the right side of the screen</a:t>
            </a:r>
            <a:endParaRPr lang="en-US"/>
          </a:p>
          <a:p>
            <a:pPr marL="0" marR="0" lvl="0" indent="0" algn="l" defTabSz="914400" rtl="0" eaLnBrk="1" fontAlgn="auto" latinLnBrk="0" hangingPunct="1">
              <a:lnSpc>
                <a:spcPct val="100000"/>
              </a:lnSpc>
              <a:spcBef>
                <a:spcPts val="0"/>
              </a:spcBef>
              <a:spcAft>
                <a:spcPts val="600"/>
              </a:spcAft>
              <a:buClrTx/>
              <a:buSzTx/>
              <a:buFontTx/>
              <a:buNone/>
              <a:tabLst/>
              <a:defRPr/>
            </a:pPr>
            <a:endParaRPr lang="en-US" altLang="da-DK" sz="800" b="0" noProof="1">
              <a:solidFill>
                <a:srgbClr val="000000"/>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da-DK" sz="1400" kern="1200" cap="all" baseline="0" noProof="1">
                <a:solidFill>
                  <a:srgbClr val="000000"/>
                </a:solidFill>
                <a:latin typeface="+mn-lt"/>
                <a:ea typeface="+mn-ea"/>
                <a:cs typeface="Arial" panose="020B0604020202020204" pitchFamily="34" charset="0"/>
              </a:rPr>
              <a:t>Color</a:t>
            </a:r>
            <a:endParaRPr lang="en-US"/>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da-DK" sz="800" b="1" kern="1200" noProof="1">
                <a:solidFill>
                  <a:srgbClr val="000000"/>
                </a:solidFill>
                <a:latin typeface="+mn-lt"/>
                <a:ea typeface="+mn-ea"/>
                <a:cs typeface="Arial" panose="020B0604020202020204" pitchFamily="34" charset="0"/>
              </a:rPr>
              <a:t>Theme Colors </a:t>
            </a:r>
            <a:r>
              <a:rPr lang="en-US" altLang="da-DK" sz="800" b="0" kern="1200" noProof="1">
                <a:solidFill>
                  <a:srgbClr val="000000"/>
                </a:solidFill>
                <a:latin typeface="+mn-lt"/>
                <a:ea typeface="+mn-ea"/>
                <a:cs typeface="Arial" panose="020B0604020202020204" pitchFamily="34" charset="0"/>
              </a:rPr>
              <a:t>is the</a:t>
            </a:r>
            <a:br>
              <a:rPr lang="en-GB" altLang="da-DK" sz="800" b="0" kern="1200" noProof="1">
                <a:solidFill>
                  <a:srgbClr val="000000"/>
                </a:solidFill>
                <a:latin typeface="+mn-lt"/>
                <a:ea typeface="+mn-ea"/>
                <a:cs typeface="Arial" panose="020B0604020202020204" pitchFamily="34" charset="0"/>
              </a:rPr>
            </a:br>
            <a:r>
              <a:rPr lang="en-US" altLang="da-DK" sz="800" b="0" kern="1200" noProof="1">
                <a:solidFill>
                  <a:srgbClr val="000000"/>
                </a:solidFill>
                <a:latin typeface="+mn-lt"/>
                <a:ea typeface="+mn-ea"/>
                <a:cs typeface="Arial" panose="020B0604020202020204" pitchFamily="34" charset="0"/>
              </a:rPr>
              <a:t>company color, Accent </a:t>
            </a:r>
            <a:br>
              <a:rPr lang="en-GB" altLang="da-DK" sz="800" b="0" kern="1200" noProof="1">
                <a:solidFill>
                  <a:srgbClr val="000000"/>
                </a:solidFill>
                <a:latin typeface="+mn-lt"/>
                <a:ea typeface="+mn-ea"/>
                <a:cs typeface="Arial" panose="020B0604020202020204" pitchFamily="34" charset="0"/>
              </a:rPr>
            </a:br>
            <a:r>
              <a:rPr lang="en-US" altLang="da-DK" sz="800" b="0" kern="1200" noProof="1">
                <a:solidFill>
                  <a:srgbClr val="000000"/>
                </a:solidFill>
                <a:latin typeface="+mn-lt"/>
                <a:ea typeface="+mn-ea"/>
                <a:cs typeface="Arial" panose="020B0604020202020204" pitchFamily="34" charset="0"/>
              </a:rPr>
              <a:t>1-6 is the color that the</a:t>
            </a:r>
            <a:br>
              <a:rPr lang="en-GB" altLang="da-DK" sz="800" b="0" kern="1200" noProof="1">
                <a:solidFill>
                  <a:srgbClr val="000000"/>
                </a:solidFill>
                <a:latin typeface="+mn-lt"/>
                <a:ea typeface="+mn-ea"/>
                <a:cs typeface="Arial" panose="020B0604020202020204" pitchFamily="34" charset="0"/>
              </a:rPr>
            </a:br>
            <a:r>
              <a:rPr lang="en-US" altLang="da-DK" sz="800" b="0" kern="1200" noProof="1">
                <a:solidFill>
                  <a:srgbClr val="000000"/>
                </a:solidFill>
                <a:latin typeface="+mn-lt"/>
                <a:ea typeface="+mn-ea"/>
                <a:cs typeface="Arial" panose="020B0604020202020204" pitchFamily="34" charset="0"/>
              </a:rPr>
              <a:t>charts and SmartArt use</a:t>
            </a:r>
            <a:br>
              <a:rPr lang="en-GB" altLang="da-DK" sz="800" b="0" kern="1200" noProof="1">
                <a:solidFill>
                  <a:srgbClr val="000000"/>
                </a:solidFill>
                <a:latin typeface="+mn-lt"/>
                <a:ea typeface="+mn-ea"/>
                <a:cs typeface="Arial" panose="020B0604020202020204" pitchFamily="34" charset="0"/>
              </a:rPr>
            </a:br>
            <a:br>
              <a:rPr lang="en-GB" altLang="da-DK" sz="800" b="0" kern="1200" noProof="1">
                <a:solidFill>
                  <a:srgbClr val="000000"/>
                </a:solidFill>
                <a:latin typeface="+mn-lt"/>
                <a:ea typeface="+mn-ea"/>
                <a:cs typeface="Arial" panose="020B0604020202020204" pitchFamily="34" charset="0"/>
              </a:rPr>
            </a:br>
            <a:r>
              <a:rPr lang="en-US" altLang="da-DK" sz="800" b="1" kern="1200" noProof="1">
                <a:solidFill>
                  <a:srgbClr val="000000"/>
                </a:solidFill>
                <a:latin typeface="+mn-lt"/>
                <a:ea typeface="+mn-ea"/>
                <a:cs typeface="Arial" panose="020B0604020202020204" pitchFamily="34" charset="0"/>
              </a:rPr>
              <a:t>Gradients Colors </a:t>
            </a:r>
            <a:r>
              <a:rPr lang="en-US" altLang="da-DK" sz="800" b="0" kern="1200" noProof="1">
                <a:solidFill>
                  <a:srgbClr val="000000"/>
                </a:solidFill>
                <a:latin typeface="+mn-lt"/>
                <a:ea typeface="+mn-ea"/>
                <a:cs typeface="Arial" panose="020B0604020202020204" pitchFamily="34" charset="0"/>
              </a:rPr>
              <a:t>is</a:t>
            </a:r>
            <a:br>
              <a:rPr lang="en-GB" altLang="da-DK" sz="800" b="0" kern="1200" noProof="1">
                <a:solidFill>
                  <a:srgbClr val="000000"/>
                </a:solidFill>
                <a:latin typeface="+mn-lt"/>
                <a:ea typeface="+mn-ea"/>
                <a:cs typeface="Arial" panose="020B0604020202020204" pitchFamily="34" charset="0"/>
              </a:rPr>
            </a:br>
            <a:r>
              <a:rPr lang="en-US" altLang="da-DK" sz="800" b="0" kern="1200" noProof="1">
                <a:solidFill>
                  <a:srgbClr val="000000"/>
                </a:solidFill>
                <a:latin typeface="+mn-lt"/>
                <a:ea typeface="+mn-ea"/>
                <a:cs typeface="Arial" panose="020B0604020202020204" pitchFamily="34" charset="0"/>
              </a:rPr>
              <a:t>PPT standard colors</a:t>
            </a:r>
            <a:endParaRPr lang="en-US"/>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da-DK" sz="800" b="1" kern="1200" noProof="1">
                <a:solidFill>
                  <a:srgbClr val="000000"/>
                </a:solidFill>
                <a:latin typeface="+mn-lt"/>
                <a:ea typeface="+mn-ea"/>
                <a:cs typeface="Arial" panose="020B0604020202020204" pitchFamily="34" charset="0"/>
              </a:rPr>
              <a:t>Custom Colors </a:t>
            </a:r>
            <a:r>
              <a:rPr lang="en-US" altLang="da-DK" sz="800" b="0" kern="1200" noProof="1">
                <a:solidFill>
                  <a:srgbClr val="000000"/>
                </a:solidFill>
                <a:latin typeface="+mn-lt"/>
                <a:ea typeface="+mn-ea"/>
                <a:cs typeface="Arial" panose="020B0604020202020204" pitchFamily="34" charset="0"/>
              </a:rPr>
              <a:t>is the</a:t>
            </a:r>
            <a:br>
              <a:rPr lang="en-GB" altLang="da-DK" sz="800" b="0" kern="1200" noProof="1">
                <a:solidFill>
                  <a:srgbClr val="000000"/>
                </a:solidFill>
                <a:latin typeface="+mn-lt"/>
                <a:ea typeface="+mn-ea"/>
                <a:cs typeface="Arial" panose="020B0604020202020204" pitchFamily="34" charset="0"/>
              </a:rPr>
            </a:br>
            <a:r>
              <a:rPr lang="en-US" altLang="da-DK" sz="800" b="0" kern="1200" noProof="1">
                <a:solidFill>
                  <a:srgbClr val="000000"/>
                </a:solidFill>
                <a:latin typeface="+mn-lt"/>
                <a:ea typeface="+mn-ea"/>
                <a:cs typeface="Arial" panose="020B0604020202020204" pitchFamily="34" charset="0"/>
              </a:rPr>
              <a:t>color to use in icons</a:t>
            </a:r>
            <a:endParaRPr lang="en-US"/>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da-DK" sz="800" b="1" kern="1200" noProof="1">
                <a:solidFill>
                  <a:srgbClr val="000000"/>
                </a:solidFill>
                <a:latin typeface="+mn-lt"/>
                <a:ea typeface="+mn-ea"/>
                <a:cs typeface="Arial" panose="020B0604020202020204" pitchFamily="34" charset="0"/>
              </a:rPr>
              <a:t>Standard Colors </a:t>
            </a:r>
            <a:r>
              <a:rPr lang="en-US" altLang="da-DK" sz="800" b="0" kern="1200" noProof="1">
                <a:solidFill>
                  <a:srgbClr val="000000"/>
                </a:solidFill>
                <a:latin typeface="+mn-lt"/>
                <a:ea typeface="+mn-ea"/>
                <a:cs typeface="Arial" panose="020B0604020202020204" pitchFamily="34" charset="0"/>
              </a:rPr>
              <a:t>is</a:t>
            </a:r>
            <a:br>
              <a:rPr lang="en-GB" altLang="da-DK" sz="800" b="0" kern="1200" noProof="1">
                <a:solidFill>
                  <a:srgbClr val="000000"/>
                </a:solidFill>
                <a:latin typeface="+mn-lt"/>
                <a:ea typeface="+mn-ea"/>
                <a:cs typeface="Arial" panose="020B0604020202020204" pitchFamily="34" charset="0"/>
              </a:rPr>
            </a:br>
            <a:r>
              <a:rPr lang="en-US" altLang="da-DK" sz="800" b="0" kern="1200" noProof="1">
                <a:solidFill>
                  <a:srgbClr val="000000"/>
                </a:solidFill>
                <a:latin typeface="+mn-lt"/>
                <a:ea typeface="+mn-ea"/>
                <a:cs typeface="Arial" panose="020B0604020202020204" pitchFamily="34" charset="0"/>
              </a:rPr>
              <a:t>PPT standard colors</a:t>
            </a:r>
            <a:endParaRPr lang="en-US"/>
          </a:p>
        </p:txBody>
      </p:sp>
      <p:pic>
        <p:nvPicPr>
          <p:cNvPr id="19" name="Picture 18">
            <a:extLst>
              <a:ext uri="{FF2B5EF4-FFF2-40B4-BE49-F238E27FC236}">
                <a16:creationId xmlns:a16="http://schemas.microsoft.com/office/drawing/2014/main" id="{386B521F-7854-3AC6-2DFC-66EB734B0068}"/>
              </a:ext>
            </a:extLst>
          </p:cNvPr>
          <p:cNvPicPr>
            <a:picLocks noChangeAspect="1"/>
          </p:cNvPicPr>
          <p:nvPr userDrawn="1"/>
        </p:nvPicPr>
        <p:blipFill>
          <a:blip r:embed="rId2"/>
          <a:stretch>
            <a:fillRect/>
          </a:stretch>
        </p:blipFill>
        <p:spPr>
          <a:xfrm>
            <a:off x="9426711" y="4675068"/>
            <a:ext cx="1187606" cy="1685854"/>
          </a:xfrm>
          <a:prstGeom prst="rect">
            <a:avLst/>
          </a:prstGeom>
        </p:spPr>
      </p:pic>
      <p:sp>
        <p:nvSpPr>
          <p:cNvPr id="65" name="Fast overskrift">
            <a:extLst>
              <a:ext uri="{FF2B5EF4-FFF2-40B4-BE49-F238E27FC236}">
                <a16:creationId xmlns:a16="http://schemas.microsoft.com/office/drawing/2014/main" id="{09C05D50-8477-4113-8B72-9C373B0FF9F9}"/>
              </a:ext>
            </a:extLst>
          </p:cNvPr>
          <p:cNvSpPr txBox="1"/>
          <p:nvPr userDrawn="1"/>
        </p:nvSpPr>
        <p:spPr>
          <a:xfrm>
            <a:off x="358775" y="358775"/>
            <a:ext cx="11109321" cy="650171"/>
          </a:xfrm>
          <a:prstGeom prst="rect">
            <a:avLst/>
          </a:prstGeom>
          <a:noFill/>
        </p:spPr>
        <p:txBody>
          <a:bodyPr wrap="square" lIns="0" tIns="0" rIns="0" bIns="0" rtlCol="0" anchor="t" anchorCtr="0">
            <a:noAutofit/>
          </a:bodyPr>
          <a:lstStyle/>
          <a:p>
            <a:r>
              <a:rPr lang="en-US" sz="3200" b="0" noProof="1">
                <a:solidFill>
                  <a:schemeClr val="tx1"/>
                </a:solidFill>
                <a:latin typeface="+mj-lt"/>
                <a:cs typeface="Verdana" panose="020B0604030504040204" pitchFamily="34" charset="0"/>
              </a:rPr>
              <a:t>TIPS &amp; TRICKS - YOUR USER GUIDE</a:t>
            </a:r>
            <a:endParaRPr lang="en-US" dirty="0"/>
          </a:p>
        </p:txBody>
      </p:sp>
      <p:sp>
        <p:nvSpPr>
          <p:cNvPr id="3" name="Text Box 2">
            <a:extLst>
              <a:ext uri="{FF2B5EF4-FFF2-40B4-BE49-F238E27FC236}">
                <a16:creationId xmlns:a16="http://schemas.microsoft.com/office/drawing/2014/main" id="{DD1533B4-EF59-9409-9963-5CD901F1DC4C}"/>
              </a:ext>
            </a:extLst>
          </p:cNvPr>
          <p:cNvSpPr txBox="1">
            <a:spLocks noChangeArrowheads="1"/>
          </p:cNvSpPr>
          <p:nvPr userDrawn="1"/>
        </p:nvSpPr>
        <p:spPr bwMode="auto">
          <a:xfrm>
            <a:off x="358775" y="1158428"/>
            <a:ext cx="2736000" cy="5124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Verdana" charset="0"/>
              </a:defRPr>
            </a:lvl1pPr>
            <a:lvl2pPr marL="742950" indent="-285750" eaLnBrk="0" hangingPunct="0">
              <a:defRPr>
                <a:solidFill>
                  <a:schemeClr val="tx1"/>
                </a:solidFill>
                <a:latin typeface="Verdana" charset="0"/>
              </a:defRPr>
            </a:lvl2pPr>
            <a:lvl3pPr marL="1143000" indent="-228600" eaLnBrk="0" hangingPunct="0">
              <a:defRPr>
                <a:solidFill>
                  <a:schemeClr val="tx1"/>
                </a:solidFill>
                <a:latin typeface="Verdana" charset="0"/>
              </a:defRPr>
            </a:lvl3pPr>
            <a:lvl4pPr marL="1600200" indent="-228600" eaLnBrk="0" hangingPunct="0">
              <a:defRPr>
                <a:solidFill>
                  <a:schemeClr val="tx1"/>
                </a:solidFill>
                <a:latin typeface="Verdana" charset="0"/>
              </a:defRPr>
            </a:lvl4pPr>
            <a:lvl5pPr marL="2057400" indent="-228600" eaLnBrk="0" hangingPunct="0">
              <a:defRPr>
                <a:solidFill>
                  <a:schemeClr val="tx1"/>
                </a:solidFill>
                <a:latin typeface="Verdana" charset="0"/>
              </a:defRPr>
            </a:lvl5pPr>
            <a:lvl6pPr marL="2514600" indent="-228600" eaLnBrk="0" fontAlgn="base" hangingPunct="0">
              <a:spcBef>
                <a:spcPct val="0"/>
              </a:spcBef>
              <a:spcAft>
                <a:spcPct val="0"/>
              </a:spcAft>
              <a:defRPr>
                <a:solidFill>
                  <a:schemeClr val="tx1"/>
                </a:solidFill>
                <a:latin typeface="Verdana" charset="0"/>
              </a:defRPr>
            </a:lvl6pPr>
            <a:lvl7pPr marL="2971800" indent="-228600" eaLnBrk="0" fontAlgn="base" hangingPunct="0">
              <a:spcBef>
                <a:spcPct val="0"/>
              </a:spcBef>
              <a:spcAft>
                <a:spcPct val="0"/>
              </a:spcAft>
              <a:defRPr>
                <a:solidFill>
                  <a:schemeClr val="tx1"/>
                </a:solidFill>
                <a:latin typeface="Verdana" charset="0"/>
              </a:defRPr>
            </a:lvl7pPr>
            <a:lvl8pPr marL="3429000" indent="-228600" eaLnBrk="0" fontAlgn="base" hangingPunct="0">
              <a:spcBef>
                <a:spcPct val="0"/>
              </a:spcBef>
              <a:spcAft>
                <a:spcPct val="0"/>
              </a:spcAft>
              <a:defRPr>
                <a:solidFill>
                  <a:schemeClr val="tx1"/>
                </a:solidFill>
                <a:latin typeface="Verdana" charset="0"/>
              </a:defRPr>
            </a:lvl8pPr>
            <a:lvl9pPr marL="3886200" indent="-228600" eaLnBrk="0" fontAlgn="base" hangingPunct="0">
              <a:spcBef>
                <a:spcPct val="0"/>
              </a:spcBef>
              <a:spcAft>
                <a:spcPct val="0"/>
              </a:spcAft>
              <a:defRPr>
                <a:solidFill>
                  <a:schemeClr val="tx1"/>
                </a:solidFill>
                <a:latin typeface="Verdana"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400" dirty="0">
                <a:latin typeface="+mn-lt"/>
                <a:cs typeface="Verdana" panose="020B0604030504040204" pitchFamily="34" charset="0"/>
              </a:rPr>
              <a:t>TEXT STYLES</a:t>
            </a:r>
            <a:endParaRPr lang="en-US" altLang="da-DK" sz="1400" b="0" noProof="1">
              <a:solidFill>
                <a:schemeClr val="tx1"/>
              </a:solidFill>
              <a:latin typeface="+mn-lt"/>
              <a:cs typeface="Verdana" panose="020B0604030504040204" pitchFamily="34" charset="0"/>
            </a:endParaRPr>
          </a:p>
          <a:p>
            <a:pPr eaLnBrk="1" hangingPunct="1">
              <a:spcAft>
                <a:spcPts val="600"/>
              </a:spcAft>
              <a:defRPr/>
            </a:pPr>
            <a:r>
              <a:rPr lang="en-US" altLang="da-DK" sz="800" b="0" noProof="1">
                <a:solidFill>
                  <a:schemeClr val="tx1"/>
                </a:solidFill>
                <a:latin typeface="+mn-lt"/>
                <a:cs typeface="Verdana" panose="020B0604030504040204" pitchFamily="34" charset="0"/>
              </a:rPr>
              <a:t>Use the </a:t>
            </a:r>
            <a:r>
              <a:rPr lang="en-US" altLang="da-DK" sz="800" b="1" noProof="1">
                <a:solidFill>
                  <a:schemeClr val="tx1"/>
                </a:solidFill>
                <a:latin typeface="+mn-lt"/>
                <a:cs typeface="Verdana" panose="020B0604030504040204" pitchFamily="34" charset="0"/>
              </a:rPr>
              <a:t>TAB</a:t>
            </a:r>
            <a:r>
              <a:rPr lang="en-US" altLang="da-DK" sz="800" b="0" noProof="1">
                <a:solidFill>
                  <a:schemeClr val="tx1"/>
                </a:solidFill>
                <a:latin typeface="+mn-lt"/>
                <a:cs typeface="Verdana" panose="020B0604030504040204" pitchFamily="34" charset="0"/>
              </a:rPr>
              <a:t>-key</a:t>
            </a:r>
            <a:r>
              <a:rPr lang="en-US" altLang="da-DK" sz="800" b="0" baseline="0" noProof="1">
                <a:solidFill>
                  <a:schemeClr val="tx1"/>
                </a:solidFill>
                <a:latin typeface="+mn-lt"/>
                <a:cs typeface="Verdana" panose="020B0604030504040204" pitchFamily="34" charset="0"/>
              </a:rPr>
              <a:t> to jump through levels. Click </a:t>
            </a:r>
            <a:r>
              <a:rPr lang="en-US" altLang="da-DK" sz="800" b="1" baseline="0" noProof="1">
                <a:solidFill>
                  <a:schemeClr val="tx1"/>
                </a:solidFill>
                <a:latin typeface="+mn-lt"/>
                <a:cs typeface="Verdana" panose="020B0604030504040204" pitchFamily="34" charset="0"/>
              </a:rPr>
              <a:t>ENTER</a:t>
            </a:r>
            <a:r>
              <a:rPr lang="en-US" altLang="da-DK" sz="800" b="0" baseline="0" noProof="1">
                <a:solidFill>
                  <a:schemeClr val="tx1"/>
                </a:solidFill>
                <a:latin typeface="+mn-lt"/>
                <a:cs typeface="Verdana" panose="020B0604030504040204" pitchFamily="34" charset="0"/>
              </a:rPr>
              <a:t>, then </a:t>
            </a:r>
            <a:r>
              <a:rPr lang="en-US" altLang="da-DK" sz="800" b="1" baseline="0" noProof="1">
                <a:solidFill>
                  <a:schemeClr val="tx1"/>
                </a:solidFill>
                <a:latin typeface="+mn-lt"/>
                <a:cs typeface="Verdana" panose="020B0604030504040204" pitchFamily="34" charset="0"/>
              </a:rPr>
              <a:t>TAB</a:t>
            </a:r>
            <a:r>
              <a:rPr lang="en-US" altLang="da-DK" sz="800" b="0" baseline="0" noProof="1">
                <a:solidFill>
                  <a:schemeClr val="tx1"/>
                </a:solidFill>
                <a:latin typeface="+mn-lt"/>
                <a:cs typeface="Verdana" panose="020B0604030504040204" pitchFamily="34" charset="0"/>
              </a:rPr>
              <a:t> to switch from one level to the next level</a:t>
            </a:r>
            <a:endParaRPr lang="en-US" sz="800" dirty="0"/>
          </a:p>
          <a:p>
            <a:pPr eaLnBrk="1" hangingPunct="1">
              <a:spcAft>
                <a:spcPts val="600"/>
              </a:spcAft>
              <a:defRPr/>
            </a:pPr>
            <a:r>
              <a:rPr lang="en-US" altLang="da-DK" sz="800" b="0" baseline="0" noProof="1">
                <a:solidFill>
                  <a:schemeClr val="tx1"/>
                </a:solidFill>
                <a:latin typeface="+mn-lt"/>
                <a:cs typeface="Verdana" panose="020B0604030504040204" pitchFamily="34" charset="0"/>
              </a:rPr>
              <a:t>To go back in levels use </a:t>
            </a:r>
            <a:r>
              <a:rPr lang="en-US" altLang="da-DK" sz="800" b="1" baseline="0" noProof="1">
                <a:solidFill>
                  <a:schemeClr val="tx1"/>
                </a:solidFill>
                <a:latin typeface="+mn-lt"/>
                <a:cs typeface="Verdana" panose="020B0604030504040204" pitchFamily="34" charset="0"/>
              </a:rPr>
              <a:t>SHIFT-TAB</a:t>
            </a:r>
            <a:endParaRPr lang="en-US" sz="800" b="1" noProof="1">
              <a:solidFill>
                <a:schemeClr val="tx1"/>
              </a:solidFill>
              <a:latin typeface="+mn-lt"/>
              <a:cs typeface="Verdana" panose="020B0604030504040204" pitchFamily="34" charset="0"/>
            </a:endParaRPr>
          </a:p>
          <a:p>
            <a:pPr eaLnBrk="1" hangingPunct="1">
              <a:spcAft>
                <a:spcPts val="600"/>
              </a:spcAft>
              <a:defRPr/>
            </a:pPr>
            <a:r>
              <a:rPr lang="en-US" sz="800" noProof="1">
                <a:solidFill>
                  <a:schemeClr val="tx1"/>
                </a:solidFill>
                <a:latin typeface="+mn-lt"/>
                <a:cs typeface="Verdana" panose="020B0604030504040204" pitchFamily="34" charset="0"/>
              </a:rPr>
              <a:t>Alternatively, </a:t>
            </a:r>
            <a:r>
              <a:rPr lang="en-US" sz="800" b="1" noProof="1">
                <a:solidFill>
                  <a:schemeClr val="tx1"/>
                </a:solidFill>
                <a:latin typeface="+mn-lt"/>
                <a:cs typeface="Verdana" panose="020B0604030504040204" pitchFamily="34" charset="0"/>
              </a:rPr>
              <a:t>Increase</a:t>
            </a:r>
            <a:r>
              <a:rPr lang="en-US" sz="800" baseline="0" noProof="1">
                <a:solidFill>
                  <a:schemeClr val="tx1"/>
                </a:solidFill>
                <a:latin typeface="+mn-lt"/>
                <a:cs typeface="Verdana" panose="020B0604030504040204" pitchFamily="34" charset="0"/>
              </a:rPr>
              <a:t> and </a:t>
            </a:r>
            <a:r>
              <a:rPr lang="en-US" sz="800" b="1" baseline="0" noProof="1">
                <a:solidFill>
                  <a:schemeClr val="tx1"/>
                </a:solidFill>
                <a:latin typeface="+mn-lt"/>
                <a:cs typeface="Verdana" panose="020B0604030504040204" pitchFamily="34" charset="0"/>
              </a:rPr>
              <a:t>Decrease </a:t>
            </a:r>
            <a:r>
              <a:rPr lang="en-US" sz="800" baseline="0" noProof="1">
                <a:solidFill>
                  <a:schemeClr val="tx1"/>
                </a:solidFill>
                <a:latin typeface="+mn-lt"/>
                <a:cs typeface="Verdana" panose="020B0604030504040204" pitchFamily="34" charset="0"/>
              </a:rPr>
              <a:t>list level can be used</a:t>
            </a:r>
            <a:endParaRPr lang="en-US" sz="800" dirty="0"/>
          </a:p>
          <a:p>
            <a:pPr eaLnBrk="1" hangingPunct="1">
              <a:spcAft>
                <a:spcPts val="600"/>
              </a:spcAft>
              <a:defRPr/>
            </a:pPr>
            <a:endParaRPr lang="en-US" sz="800" baseline="0" noProof="1">
              <a:solidFill>
                <a:schemeClr val="tx1"/>
              </a:solidFill>
              <a:latin typeface="+mn-lt"/>
              <a:cs typeface="Verdana" panose="020B0604030504040204" pitchFamily="34" charset="0"/>
            </a:endParaRPr>
          </a:p>
          <a:p>
            <a:pPr eaLnBrk="1" hangingPunct="1">
              <a:spcAft>
                <a:spcPts val="600"/>
              </a:spcAft>
              <a:defRPr/>
            </a:pPr>
            <a:r>
              <a:rPr lang="en-US" altLang="da-DK" sz="800" b="1" noProof="1">
                <a:solidFill>
                  <a:schemeClr val="tx1"/>
                </a:solidFill>
                <a:latin typeface="+mn-lt"/>
                <a:cs typeface="Verdana" panose="020B0604030504040204" pitchFamily="34" charset="0"/>
              </a:rPr>
              <a:t>HINT: </a:t>
            </a:r>
            <a:r>
              <a:rPr lang="en-US" sz="800" b="1" noProof="1">
                <a:solidFill>
                  <a:schemeClr val="tx1"/>
                </a:solidFill>
                <a:latin typeface="+mn-lt"/>
                <a:cs typeface="Verdana" panose="020B0604030504040204" pitchFamily="34" charset="0"/>
              </a:rPr>
              <a:t>Use bullet button</a:t>
            </a:r>
            <a:endParaRPr lang="en-US" sz="800" dirty="0"/>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da-DK" sz="800" b="0" noProof="1">
                <a:solidFill>
                  <a:schemeClr val="tx1"/>
                </a:solidFill>
                <a:latin typeface="+mn-lt"/>
                <a:cs typeface="Verdana" panose="020B0604030504040204" pitchFamily="34" charset="0"/>
              </a:rPr>
              <a:t>Delete bullet for regular text.</a:t>
            </a:r>
            <a:br>
              <a:rPr lang="en-US" altLang="da-DK" sz="800" b="0" noProof="1">
                <a:solidFill>
                  <a:schemeClr val="tx1"/>
                </a:solidFill>
                <a:latin typeface="+mn-lt"/>
                <a:cs typeface="Verdana" panose="020B0604030504040204" pitchFamily="34" charset="0"/>
              </a:rPr>
            </a:br>
            <a:r>
              <a:rPr lang="en-US" altLang="da-DK" sz="800" b="0" noProof="1">
                <a:solidFill>
                  <a:schemeClr val="tx1"/>
                </a:solidFill>
                <a:latin typeface="+mn-lt"/>
                <a:cs typeface="Verdana" panose="020B0604030504040204" pitchFamily="34" charset="0"/>
              </a:rPr>
              <a:t>Click on the bullet button to reaply the correct bullet again</a:t>
            </a:r>
            <a:endParaRPr lang="en-US" sz="800" dirty="0"/>
          </a:p>
          <a:p>
            <a:pPr marL="0" marR="0" lvl="0" indent="0" algn="l" defTabSz="914400" rtl="0" eaLnBrk="1" fontAlgn="auto" latinLnBrk="0" hangingPunct="1">
              <a:lnSpc>
                <a:spcPct val="100000"/>
              </a:lnSpc>
              <a:spcBef>
                <a:spcPts val="0"/>
              </a:spcBef>
              <a:spcAft>
                <a:spcPts val="600"/>
              </a:spcAft>
              <a:buClrTx/>
              <a:buSzTx/>
              <a:buFontTx/>
              <a:buNone/>
              <a:tabLst/>
              <a:defRPr/>
            </a:pPr>
            <a:br>
              <a:rPr lang="en-US" altLang="da-DK" sz="900" b="0" noProof="1">
                <a:solidFill>
                  <a:schemeClr val="tx1"/>
                </a:solidFill>
                <a:latin typeface="+mn-lt"/>
                <a:cs typeface="Verdana" panose="020B0604030504040204" pitchFamily="34" charset="0"/>
              </a:rPr>
            </a:br>
            <a:r>
              <a:rPr lang="en-US" sz="1400" dirty="0">
                <a:latin typeface="+mn-lt"/>
                <a:cs typeface="Verdana" panose="020B0604030504040204" pitchFamily="34" charset="0"/>
              </a:rPr>
              <a:t>SLIDES &amp; LAYOUTS</a:t>
            </a:r>
            <a:br>
              <a:rPr lang="en-US" altLang="da-DK" sz="900" b="1" noProof="1">
                <a:solidFill>
                  <a:schemeClr val="tx1"/>
                </a:solidFill>
                <a:latin typeface="+mn-lt"/>
                <a:cs typeface="Verdana" panose="020B0604030504040204" pitchFamily="34" charset="0"/>
              </a:rPr>
            </a:br>
            <a:br>
              <a:rPr lang="en-US" altLang="da-DK" sz="900" b="1" noProof="1">
                <a:solidFill>
                  <a:schemeClr val="tx1"/>
                </a:solidFill>
                <a:latin typeface="+mn-lt"/>
                <a:cs typeface="Verdana" panose="020B0604030504040204" pitchFamily="34" charset="0"/>
              </a:rPr>
            </a:br>
            <a:r>
              <a:rPr lang="en-US" altLang="da-DK" sz="800" b="0" noProof="1">
                <a:solidFill>
                  <a:schemeClr val="tx1"/>
                </a:solidFill>
                <a:latin typeface="+mn-lt"/>
                <a:cs typeface="Verdana" panose="020B0604030504040204" pitchFamily="34" charset="0"/>
              </a:rPr>
              <a:t>Click on the menu </a:t>
            </a:r>
            <a:r>
              <a:rPr lang="en-US" altLang="da-DK" sz="800" b="1" noProof="1">
                <a:solidFill>
                  <a:schemeClr val="tx1"/>
                </a:solidFill>
                <a:latin typeface="+mn-lt"/>
                <a:cs typeface="Verdana" panose="020B0604030504040204" pitchFamily="34" charset="0"/>
              </a:rPr>
              <a:t>New Slide </a:t>
            </a:r>
            <a:r>
              <a:rPr lang="en-US" altLang="da-DK" sz="800" b="0" noProof="1">
                <a:solidFill>
                  <a:schemeClr val="tx1"/>
                </a:solidFill>
                <a:latin typeface="+mn-lt"/>
                <a:cs typeface="Verdana" panose="020B0604030504040204" pitchFamily="34" charset="0"/>
              </a:rPr>
              <a:t>in the </a:t>
            </a:r>
            <a:r>
              <a:rPr lang="en-US" altLang="da-DK" sz="800" b="1" noProof="1">
                <a:solidFill>
                  <a:schemeClr val="tx1"/>
                </a:solidFill>
                <a:latin typeface="+mn-lt"/>
                <a:cs typeface="Verdana" panose="020B0604030504040204" pitchFamily="34" charset="0"/>
              </a:rPr>
              <a:t>Home</a:t>
            </a:r>
            <a:r>
              <a:rPr lang="en-US" altLang="da-DK" sz="800" b="0" noProof="1">
                <a:solidFill>
                  <a:schemeClr val="tx1"/>
                </a:solidFill>
                <a:latin typeface="+mn-lt"/>
                <a:cs typeface="Verdana" panose="020B0604030504040204" pitchFamily="34" charset="0"/>
              </a:rPr>
              <a:t> tab to insert a new slide</a:t>
            </a:r>
            <a:br>
              <a:rPr lang="en-US" altLang="da-DK" sz="800" b="0" noProof="1">
                <a:solidFill>
                  <a:schemeClr val="tx1"/>
                </a:solidFill>
                <a:latin typeface="+mn-lt"/>
                <a:cs typeface="Verdana" panose="020B0604030504040204" pitchFamily="34" charset="0"/>
              </a:rPr>
            </a:br>
            <a:br>
              <a:rPr lang="en-US" altLang="da-DK" sz="800" b="0" noProof="1">
                <a:solidFill>
                  <a:schemeClr val="tx1"/>
                </a:solidFill>
                <a:latin typeface="+mn-lt"/>
                <a:cs typeface="Verdana" panose="020B0604030504040204" pitchFamily="34" charset="0"/>
              </a:rPr>
            </a:br>
            <a:r>
              <a:rPr lang="en-US" altLang="da-DK" sz="800" b="1" noProof="1">
                <a:solidFill>
                  <a:schemeClr val="tx1"/>
                </a:solidFill>
                <a:latin typeface="+mn-lt"/>
                <a:cs typeface="Verdana" panose="020B0604030504040204" pitchFamily="34" charset="0"/>
              </a:rPr>
              <a:t>Change layout</a:t>
            </a:r>
            <a:endParaRPr lang="en-US" sz="800" dirty="0"/>
          </a:p>
          <a:p>
            <a:pPr marL="0" marR="0" lvl="0" indent="0" algn="l" defTabSz="914400" rtl="0" eaLnBrk="1" fontAlgn="auto" latinLnBrk="0" hangingPunct="1">
              <a:lnSpc>
                <a:spcPct val="100000"/>
              </a:lnSpc>
              <a:spcBef>
                <a:spcPts val="0"/>
              </a:spcBef>
              <a:spcAft>
                <a:spcPts val="600"/>
              </a:spcAft>
              <a:buClrTx/>
              <a:buSzTx/>
              <a:buFontTx/>
              <a:buNone/>
              <a:tabLst/>
              <a:defRPr/>
            </a:pPr>
            <a:r>
              <a:rPr lang="en-US" sz="800" dirty="0">
                <a:solidFill>
                  <a:srgbClr val="000000"/>
                </a:solidFill>
                <a:latin typeface="+mn-lt"/>
                <a:ea typeface="Verdana" panose="020B0604030504040204" pitchFamily="34" charset="0"/>
                <a:cs typeface="Verdana" panose="020B0604030504040204" pitchFamily="34" charset="0"/>
              </a:rPr>
              <a:t>Click on the arrow next to </a:t>
            </a:r>
            <a:r>
              <a:rPr lang="en-US" sz="800" b="1" dirty="0">
                <a:solidFill>
                  <a:srgbClr val="000000"/>
                </a:solidFill>
                <a:latin typeface="+mn-lt"/>
                <a:ea typeface="Verdana" panose="020B0604030504040204" pitchFamily="34" charset="0"/>
                <a:cs typeface="Verdana" panose="020B0604030504040204" pitchFamily="34" charset="0"/>
              </a:rPr>
              <a:t>Layout </a:t>
            </a:r>
            <a:r>
              <a:rPr lang="en-US" sz="800" dirty="0">
                <a:solidFill>
                  <a:srgbClr val="000000"/>
                </a:solidFill>
                <a:latin typeface="+mn-lt"/>
                <a:ea typeface="Verdana" panose="020B0604030504040204" pitchFamily="34" charset="0"/>
                <a:cs typeface="Verdana" panose="020B0604030504040204" pitchFamily="34" charset="0"/>
              </a:rPr>
              <a:t>to view a dropdown menu of possible slide layouts</a:t>
            </a:r>
            <a:br>
              <a:rPr lang="en-US" altLang="da-DK" sz="800" b="0" baseline="0" noProof="1">
                <a:solidFill>
                  <a:schemeClr val="tx1"/>
                </a:solidFill>
                <a:latin typeface="+mn-lt"/>
                <a:cs typeface="Verdana" panose="020B0604030504040204" pitchFamily="34" charset="0"/>
              </a:rPr>
            </a:br>
            <a:br>
              <a:rPr lang="en-US" altLang="da-DK" sz="800" b="0" baseline="0" noProof="1">
                <a:solidFill>
                  <a:schemeClr val="tx1"/>
                </a:solidFill>
                <a:latin typeface="+mn-lt"/>
                <a:cs typeface="Verdana" panose="020B0604030504040204" pitchFamily="34" charset="0"/>
              </a:rPr>
            </a:br>
            <a:r>
              <a:rPr lang="en-US" sz="800" b="1" noProof="1">
                <a:solidFill>
                  <a:schemeClr val="tx1"/>
                </a:solidFill>
                <a:latin typeface="+mn-lt"/>
                <a:cs typeface="Verdana" panose="020B0604030504040204" pitchFamily="34" charset="0"/>
              </a:rPr>
              <a:t>Reset slide</a:t>
            </a:r>
            <a:endParaRPr lang="en-US" sz="800" dirty="0"/>
          </a:p>
          <a:p>
            <a:pPr marL="0" marR="0" indent="0" algn="l" defTabSz="914400" rtl="0" eaLnBrk="1" fontAlgn="auto" latinLnBrk="0" hangingPunct="1">
              <a:lnSpc>
                <a:spcPct val="100000"/>
              </a:lnSpc>
              <a:spcBef>
                <a:spcPts val="0"/>
              </a:spcBef>
              <a:spcAft>
                <a:spcPts val="600"/>
              </a:spcAft>
              <a:buClrTx/>
              <a:buSzTx/>
              <a:buFont typeface="+mj-lt"/>
              <a:buNone/>
              <a:tabLst/>
              <a:defRPr/>
            </a:pPr>
            <a:r>
              <a:rPr lang="en-US" altLang="da-DK" sz="800" noProof="1">
                <a:solidFill>
                  <a:schemeClr val="tx1"/>
                </a:solidFill>
                <a:latin typeface="+mn-lt"/>
                <a:cs typeface="Verdana" panose="020B0604030504040204" pitchFamily="34" charset="0"/>
              </a:rPr>
              <a:t>Click the </a:t>
            </a:r>
            <a:r>
              <a:rPr lang="en-US" altLang="da-DK" sz="800" b="1" baseline="0" noProof="1">
                <a:solidFill>
                  <a:schemeClr val="tx1"/>
                </a:solidFill>
                <a:latin typeface="+mn-lt"/>
                <a:cs typeface="Verdana" panose="020B0604030504040204" pitchFamily="34" charset="0"/>
              </a:rPr>
              <a:t>Reset </a:t>
            </a:r>
            <a:r>
              <a:rPr lang="en-US" altLang="da-DK" sz="800" noProof="1">
                <a:solidFill>
                  <a:schemeClr val="tx1"/>
                </a:solidFill>
                <a:latin typeface="+mn-lt"/>
                <a:cs typeface="Verdana" panose="020B0604030504040204" pitchFamily="34" charset="0"/>
              </a:rPr>
              <a:t>menu to reset position, size</a:t>
            </a:r>
            <a:r>
              <a:rPr lang="en-US" altLang="da-DK" sz="800" baseline="0" noProof="1">
                <a:solidFill>
                  <a:schemeClr val="tx1"/>
                </a:solidFill>
                <a:latin typeface="+mn-lt"/>
                <a:cs typeface="Verdana" panose="020B0604030504040204" pitchFamily="34" charset="0"/>
              </a:rPr>
              <a:t> and formatting of the slide placeholders to their default settings</a:t>
            </a:r>
            <a:endParaRPr lang="en-US"/>
          </a:p>
          <a:p>
            <a:pPr marL="0" marR="0" indent="0" algn="l" defTabSz="914400" rtl="0" eaLnBrk="1" fontAlgn="auto" latinLnBrk="0" hangingPunct="1">
              <a:lnSpc>
                <a:spcPct val="100000"/>
              </a:lnSpc>
              <a:spcBef>
                <a:spcPts val="0"/>
              </a:spcBef>
              <a:spcAft>
                <a:spcPts val="600"/>
              </a:spcAft>
              <a:buClrTx/>
              <a:buSzTx/>
              <a:buFont typeface="+mj-lt"/>
              <a:buNone/>
              <a:tabLst/>
              <a:defRPr/>
            </a:pPr>
            <a:endParaRPr lang="en-US" altLang="da-DK" sz="800" baseline="0" noProof="1">
              <a:solidFill>
                <a:schemeClr val="tx1"/>
              </a:solidFill>
              <a:latin typeface="+mn-lt"/>
              <a:cs typeface="Verdana" panose="020B0604030504040204" pitchFamily="34" charset="0"/>
            </a:endParaRPr>
          </a:p>
          <a:p>
            <a:pPr eaLnBrk="1" hangingPunct="1">
              <a:spcAft>
                <a:spcPts val="600"/>
              </a:spcAft>
              <a:defRPr/>
            </a:pPr>
            <a:r>
              <a:rPr lang="en-US" sz="1400" dirty="0">
                <a:latin typeface="+mn-lt"/>
                <a:cs typeface="Verdana" panose="020B0604030504040204" pitchFamily="34" charset="0"/>
              </a:rPr>
              <a:t>GRIDLINES</a:t>
            </a:r>
            <a:endParaRPr lang="en-US" sz="800" dirty="0"/>
          </a:p>
          <a:p>
            <a:pPr eaLnBrk="1" hangingPunct="1">
              <a:spcAft>
                <a:spcPts val="600"/>
              </a:spcAft>
              <a:defRPr/>
            </a:pPr>
            <a:r>
              <a:rPr lang="en-US" altLang="da-DK" sz="800" b="0" noProof="1">
                <a:solidFill>
                  <a:schemeClr val="tx1"/>
                </a:solidFill>
                <a:latin typeface="+mn-lt"/>
                <a:cs typeface="Verdana" panose="020B0604030504040204" pitchFamily="34" charset="0"/>
              </a:rPr>
              <a:t>Click the </a:t>
            </a:r>
            <a:r>
              <a:rPr lang="en-US" altLang="da-DK" sz="800" b="1" noProof="1">
                <a:solidFill>
                  <a:schemeClr val="tx1"/>
                </a:solidFill>
                <a:latin typeface="+mn-lt"/>
                <a:cs typeface="Verdana" panose="020B0604030504040204" pitchFamily="34" charset="0"/>
              </a:rPr>
              <a:t>View</a:t>
            </a:r>
            <a:r>
              <a:rPr lang="en-US" altLang="da-DK" sz="800" b="0" noProof="1">
                <a:solidFill>
                  <a:schemeClr val="tx1"/>
                </a:solidFill>
                <a:latin typeface="+mn-lt"/>
                <a:cs typeface="Verdana" panose="020B0604030504040204" pitchFamily="34" charset="0"/>
              </a:rPr>
              <a:t> tab and set tick mark next to </a:t>
            </a:r>
            <a:r>
              <a:rPr lang="en-US" altLang="da-DK" sz="800" b="1" noProof="1">
                <a:solidFill>
                  <a:schemeClr val="tx1"/>
                </a:solidFill>
                <a:latin typeface="+mn-lt"/>
                <a:cs typeface="Verdana" panose="020B0604030504040204" pitchFamily="34" charset="0"/>
              </a:rPr>
              <a:t>Guides</a:t>
            </a:r>
            <a:endParaRPr lang="en-US" altLang="da-DK" sz="800" b="0" noProof="1">
              <a:solidFill>
                <a:schemeClr val="tx1"/>
              </a:solidFill>
              <a:latin typeface="+mn-lt"/>
              <a:cs typeface="Verdana" panose="020B0604030504040204" pitchFamily="34" charset="0"/>
            </a:endParaRPr>
          </a:p>
          <a:p>
            <a:pPr eaLnBrk="1" hangingPunct="1">
              <a:spcAft>
                <a:spcPts val="600"/>
              </a:spcAft>
              <a:defRPr/>
            </a:pPr>
            <a:r>
              <a:rPr lang="en-US" altLang="da-DK" sz="800" b="1" noProof="1">
                <a:solidFill>
                  <a:schemeClr val="tx1"/>
                </a:solidFill>
                <a:latin typeface="+mn-lt"/>
                <a:cs typeface="Verdana" panose="020B0604030504040204" pitchFamily="34" charset="0"/>
              </a:rPr>
              <a:t>HINT: Alt + F9 </a:t>
            </a:r>
            <a:r>
              <a:rPr lang="en-US" altLang="da-DK" sz="800" b="0" noProof="1">
                <a:solidFill>
                  <a:schemeClr val="tx1"/>
                </a:solidFill>
                <a:latin typeface="+mn-lt"/>
                <a:cs typeface="Verdana" panose="020B0604030504040204" pitchFamily="34" charset="0"/>
              </a:rPr>
              <a:t>for quick view of guides</a:t>
            </a:r>
            <a:endParaRPr lang="en-US" altLang="da-DK" sz="900" b="0" noProof="1">
              <a:solidFill>
                <a:schemeClr val="tx1"/>
              </a:solidFill>
              <a:latin typeface="+mn-lt"/>
              <a:cs typeface="Verdana" panose="020B0604030504040204" pitchFamily="34" charset="0"/>
            </a:endParaRPr>
          </a:p>
        </p:txBody>
      </p:sp>
      <p:pic>
        <p:nvPicPr>
          <p:cNvPr id="4" name="Picture 2">
            <a:extLst>
              <a:ext uri="{FF2B5EF4-FFF2-40B4-BE49-F238E27FC236}">
                <a16:creationId xmlns:a16="http://schemas.microsoft.com/office/drawing/2014/main" id="{206C40C9-5CF1-CCAF-F622-3E4A91B39882}"/>
              </a:ext>
            </a:extLst>
          </p:cNvPr>
          <p:cNvPicPr>
            <a:picLocks noChangeAspect="1"/>
          </p:cNvPicPr>
          <p:nvPr userDrawn="1"/>
        </p:nvPicPr>
        <p:blipFill>
          <a:blip r:embed="rId3"/>
          <a:stretch>
            <a:fillRect/>
          </a:stretch>
        </p:blipFill>
        <p:spPr>
          <a:xfrm>
            <a:off x="2996183" y="2730085"/>
            <a:ext cx="257143" cy="285714"/>
          </a:xfrm>
          <a:prstGeom prst="rect">
            <a:avLst/>
          </a:prstGeom>
        </p:spPr>
      </p:pic>
      <p:pic>
        <p:nvPicPr>
          <p:cNvPr id="5" name="Picture 29">
            <a:extLst>
              <a:ext uri="{FF2B5EF4-FFF2-40B4-BE49-F238E27FC236}">
                <a16:creationId xmlns:a16="http://schemas.microsoft.com/office/drawing/2014/main" id="{8CC33CD9-EC9E-CAF0-0F73-DAB1AF5DB56B}"/>
              </a:ext>
            </a:extLst>
          </p:cNvPr>
          <p:cNvPicPr>
            <a:picLocks noChangeAspect="1"/>
          </p:cNvPicPr>
          <p:nvPr userDrawn="1"/>
        </p:nvPicPr>
        <p:blipFill>
          <a:blip r:embed="rId4"/>
          <a:stretch>
            <a:fillRect/>
          </a:stretch>
        </p:blipFill>
        <p:spPr>
          <a:xfrm>
            <a:off x="2996724" y="2107632"/>
            <a:ext cx="457143" cy="257143"/>
          </a:xfrm>
          <a:prstGeom prst="rect">
            <a:avLst/>
          </a:prstGeom>
        </p:spPr>
      </p:pic>
      <p:pic>
        <p:nvPicPr>
          <p:cNvPr id="6" name="Picture 16">
            <a:extLst>
              <a:ext uri="{FF2B5EF4-FFF2-40B4-BE49-F238E27FC236}">
                <a16:creationId xmlns:a16="http://schemas.microsoft.com/office/drawing/2014/main" id="{C99C8939-A102-1CFF-E2E6-F3086BC21F95}"/>
              </a:ext>
            </a:extLst>
          </p:cNvPr>
          <p:cNvPicPr>
            <a:picLocks noChangeAspect="1"/>
          </p:cNvPicPr>
          <p:nvPr userDrawn="1"/>
        </p:nvPicPr>
        <p:blipFill>
          <a:blip r:embed="rId5"/>
          <a:stretch>
            <a:fillRect/>
          </a:stretch>
        </p:blipFill>
        <p:spPr>
          <a:xfrm>
            <a:off x="3002605" y="3678075"/>
            <a:ext cx="328881" cy="505501"/>
          </a:xfrm>
          <a:prstGeom prst="rect">
            <a:avLst/>
          </a:prstGeom>
        </p:spPr>
      </p:pic>
      <p:pic>
        <p:nvPicPr>
          <p:cNvPr id="7" name="Picture 20">
            <a:extLst>
              <a:ext uri="{FF2B5EF4-FFF2-40B4-BE49-F238E27FC236}">
                <a16:creationId xmlns:a16="http://schemas.microsoft.com/office/drawing/2014/main" id="{4B31AD51-13DB-66BB-0F54-7830F1476354}"/>
              </a:ext>
            </a:extLst>
          </p:cNvPr>
          <p:cNvPicPr>
            <a:picLocks noChangeAspect="1"/>
          </p:cNvPicPr>
          <p:nvPr userDrawn="1"/>
        </p:nvPicPr>
        <p:blipFill>
          <a:blip r:embed="rId6"/>
          <a:stretch>
            <a:fillRect/>
          </a:stretch>
        </p:blipFill>
        <p:spPr>
          <a:xfrm>
            <a:off x="3002605" y="4892751"/>
            <a:ext cx="538465" cy="172841"/>
          </a:xfrm>
          <a:prstGeom prst="rect">
            <a:avLst/>
          </a:prstGeom>
        </p:spPr>
      </p:pic>
      <p:pic>
        <p:nvPicPr>
          <p:cNvPr id="8" name="Picture 7">
            <a:extLst>
              <a:ext uri="{FF2B5EF4-FFF2-40B4-BE49-F238E27FC236}">
                <a16:creationId xmlns:a16="http://schemas.microsoft.com/office/drawing/2014/main" id="{71C6B78E-2FEA-9A0D-FD04-670650C7BF2B}"/>
              </a:ext>
            </a:extLst>
          </p:cNvPr>
          <p:cNvPicPr>
            <a:picLocks noChangeAspect="1"/>
          </p:cNvPicPr>
          <p:nvPr userDrawn="1"/>
        </p:nvPicPr>
        <p:blipFill>
          <a:blip r:embed="rId7"/>
          <a:stretch>
            <a:fillRect/>
          </a:stretch>
        </p:blipFill>
        <p:spPr>
          <a:xfrm>
            <a:off x="3002604" y="4404845"/>
            <a:ext cx="475428" cy="176762"/>
          </a:xfrm>
          <a:prstGeom prst="rect">
            <a:avLst/>
          </a:prstGeom>
        </p:spPr>
      </p:pic>
      <p:sp>
        <p:nvSpPr>
          <p:cNvPr id="9" name="Text Box 3">
            <a:extLst>
              <a:ext uri="{FF2B5EF4-FFF2-40B4-BE49-F238E27FC236}">
                <a16:creationId xmlns:a16="http://schemas.microsoft.com/office/drawing/2014/main" id="{ED94339F-4657-3DBA-70AA-5440984DF9E9}"/>
              </a:ext>
            </a:extLst>
          </p:cNvPr>
          <p:cNvSpPr txBox="1">
            <a:spLocks noChangeArrowheads="1"/>
          </p:cNvSpPr>
          <p:nvPr userDrawn="1"/>
        </p:nvSpPr>
        <p:spPr bwMode="auto">
          <a:xfrm>
            <a:off x="4071251" y="1158428"/>
            <a:ext cx="2890410" cy="5324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Verdana" charset="0"/>
              </a:defRPr>
            </a:lvl1pPr>
            <a:lvl2pPr marL="742950" indent="-285750" eaLnBrk="0" hangingPunct="0">
              <a:defRPr>
                <a:solidFill>
                  <a:schemeClr val="tx1"/>
                </a:solidFill>
                <a:latin typeface="Verdana" charset="0"/>
              </a:defRPr>
            </a:lvl2pPr>
            <a:lvl3pPr marL="1143000" indent="-228600" eaLnBrk="0" hangingPunct="0">
              <a:defRPr>
                <a:solidFill>
                  <a:schemeClr val="tx1"/>
                </a:solidFill>
                <a:latin typeface="Verdana" charset="0"/>
              </a:defRPr>
            </a:lvl3pPr>
            <a:lvl4pPr marL="1600200" indent="-228600" eaLnBrk="0" hangingPunct="0">
              <a:defRPr>
                <a:solidFill>
                  <a:schemeClr val="tx1"/>
                </a:solidFill>
                <a:latin typeface="Verdana" charset="0"/>
              </a:defRPr>
            </a:lvl4pPr>
            <a:lvl5pPr marL="2057400" indent="-228600" eaLnBrk="0" hangingPunct="0">
              <a:defRPr>
                <a:solidFill>
                  <a:schemeClr val="tx1"/>
                </a:solidFill>
                <a:latin typeface="Verdana" charset="0"/>
              </a:defRPr>
            </a:lvl5pPr>
            <a:lvl6pPr marL="2514600" indent="-228600" eaLnBrk="0" fontAlgn="base" hangingPunct="0">
              <a:spcBef>
                <a:spcPct val="0"/>
              </a:spcBef>
              <a:spcAft>
                <a:spcPct val="0"/>
              </a:spcAft>
              <a:defRPr>
                <a:solidFill>
                  <a:schemeClr val="tx1"/>
                </a:solidFill>
                <a:latin typeface="Verdana" charset="0"/>
              </a:defRPr>
            </a:lvl6pPr>
            <a:lvl7pPr marL="2971800" indent="-228600" eaLnBrk="0" fontAlgn="base" hangingPunct="0">
              <a:spcBef>
                <a:spcPct val="0"/>
              </a:spcBef>
              <a:spcAft>
                <a:spcPct val="0"/>
              </a:spcAft>
              <a:defRPr>
                <a:solidFill>
                  <a:schemeClr val="tx1"/>
                </a:solidFill>
                <a:latin typeface="Verdana" charset="0"/>
              </a:defRPr>
            </a:lvl7pPr>
            <a:lvl8pPr marL="3429000" indent="-228600" eaLnBrk="0" fontAlgn="base" hangingPunct="0">
              <a:spcBef>
                <a:spcPct val="0"/>
              </a:spcBef>
              <a:spcAft>
                <a:spcPct val="0"/>
              </a:spcAft>
              <a:defRPr>
                <a:solidFill>
                  <a:schemeClr val="tx1"/>
                </a:solidFill>
                <a:latin typeface="Verdana" charset="0"/>
              </a:defRPr>
            </a:lvl8pPr>
            <a:lvl9pPr marL="3886200" indent="-228600" eaLnBrk="0" fontAlgn="base" hangingPunct="0">
              <a:spcBef>
                <a:spcPct val="0"/>
              </a:spcBef>
              <a:spcAft>
                <a:spcPct val="0"/>
              </a:spcAft>
              <a:defRPr>
                <a:solidFill>
                  <a:schemeClr val="tx1"/>
                </a:solidFill>
                <a:latin typeface="Verdana" charset="0"/>
              </a:defRPr>
            </a:lvl9pPr>
          </a:lstStyle>
          <a:p>
            <a:pPr marL="0" marR="0" lvl="0" indent="0" algn="l" defTabSz="914400" rtl="0" eaLnBrk="1" fontAlgn="auto" latinLnBrk="0" hangingPunct="1">
              <a:lnSpc>
                <a:spcPct val="100000"/>
              </a:lnSpc>
              <a:spcBef>
                <a:spcPts val="1200"/>
              </a:spcBef>
              <a:spcAft>
                <a:spcPts val="600"/>
              </a:spcAft>
              <a:buClrTx/>
              <a:buSzTx/>
              <a:buFontTx/>
              <a:buNone/>
              <a:tabLst/>
              <a:defRPr/>
            </a:pPr>
            <a:r>
              <a:rPr lang="en-US" sz="1400" dirty="0">
                <a:latin typeface="+mn-lt"/>
                <a:cs typeface="Verdana" panose="020B0604030504040204" pitchFamily="34" charset="0"/>
              </a:rPr>
              <a:t>PICTURES</a:t>
            </a:r>
            <a:br>
              <a:rPr lang="en-US" sz="900" dirty="0">
                <a:latin typeface="+mn-lt"/>
                <a:cs typeface="Verdana" panose="020B0604030504040204" pitchFamily="34" charset="0"/>
              </a:rPr>
            </a:br>
            <a:r>
              <a:rPr lang="en-US" sz="800" b="1" noProof="1">
                <a:solidFill>
                  <a:schemeClr val="tx1"/>
                </a:solidFill>
                <a:latin typeface="+mn-lt"/>
                <a:cs typeface="Verdana" panose="020B0604030504040204" pitchFamily="34" charset="0"/>
              </a:rPr>
              <a:t>Insert corporate picture from Templafy</a:t>
            </a:r>
            <a:endParaRPr lang="en-US" altLang="da-DK" sz="800" b="0" noProof="1">
              <a:solidFill>
                <a:schemeClr val="tx1"/>
              </a:solidFill>
              <a:latin typeface="+mn-lt"/>
              <a:cs typeface="Verdana" panose="020B060403050404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da-DK" sz="800" b="1" noProof="1">
                <a:solidFill>
                  <a:schemeClr val="tx1"/>
                </a:solidFill>
                <a:latin typeface="+mn-lt"/>
                <a:cs typeface="Verdana" panose="020B0604030504040204" pitchFamily="34" charset="0"/>
              </a:rPr>
              <a:t>1.</a:t>
            </a:r>
            <a:r>
              <a:rPr lang="en-US" altLang="da-DK" sz="800" b="0" noProof="1">
                <a:solidFill>
                  <a:schemeClr val="tx1"/>
                </a:solidFill>
                <a:latin typeface="+mn-lt"/>
                <a:cs typeface="Verdana" panose="020B0604030504040204" pitchFamily="34" charset="0"/>
              </a:rPr>
              <a:t> Click the blue </a:t>
            </a:r>
            <a:r>
              <a:rPr lang="en-US" altLang="da-DK" sz="800" b="1" baseline="0" noProof="1">
                <a:solidFill>
                  <a:schemeClr val="tx1"/>
                </a:solidFill>
                <a:latin typeface="+mn-lt"/>
                <a:cs typeface="Verdana" panose="020B0604030504040204" pitchFamily="34" charset="0"/>
              </a:rPr>
              <a:t>Templafy </a:t>
            </a:r>
            <a:r>
              <a:rPr lang="en-US" altLang="da-DK" sz="800" b="0" baseline="0" noProof="1">
                <a:solidFill>
                  <a:schemeClr val="tx1"/>
                </a:solidFill>
                <a:latin typeface="+mn-lt"/>
                <a:cs typeface="Verdana" panose="020B0604030504040204" pitchFamily="34" charset="0"/>
              </a:rPr>
              <a:t>button</a:t>
            </a:r>
            <a:endParaRPr lang="en-US" sz="800" dirty="0"/>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da-DK" sz="800" b="1" baseline="0" noProof="1">
                <a:solidFill>
                  <a:schemeClr val="tx1"/>
                </a:solidFill>
                <a:latin typeface="+mn-lt"/>
                <a:cs typeface="Verdana" panose="020B0604030504040204" pitchFamily="34" charset="0"/>
              </a:rPr>
              <a:t>2. </a:t>
            </a:r>
            <a:r>
              <a:rPr lang="en-US" altLang="da-DK" sz="800" b="0" baseline="0" noProof="1">
                <a:solidFill>
                  <a:schemeClr val="tx1"/>
                </a:solidFill>
                <a:latin typeface="+mn-lt"/>
                <a:cs typeface="Verdana" panose="020B0604030504040204" pitchFamily="34" charset="0"/>
              </a:rPr>
              <a:t>In the dropdown, click </a:t>
            </a:r>
            <a:r>
              <a:rPr lang="en-US" altLang="da-DK" sz="800" b="1" baseline="0" noProof="1">
                <a:solidFill>
                  <a:schemeClr val="tx1"/>
                </a:solidFill>
                <a:latin typeface="+mn-lt"/>
                <a:cs typeface="Verdana" panose="020B0604030504040204" pitchFamily="34" charset="0"/>
              </a:rPr>
              <a:t>Images</a:t>
            </a:r>
            <a:r>
              <a:rPr lang="en-US" altLang="da-DK" sz="800" b="0" baseline="0" noProof="1">
                <a:solidFill>
                  <a:schemeClr val="tx1"/>
                </a:solidFill>
                <a:latin typeface="+mn-lt"/>
                <a:cs typeface="Verdana" panose="020B0604030504040204" pitchFamily="34" charset="0"/>
              </a:rPr>
              <a:t>, or click the </a:t>
            </a:r>
            <a:r>
              <a:rPr lang="en-US" altLang="da-DK" sz="800" b="1" baseline="0" noProof="1">
                <a:solidFill>
                  <a:schemeClr val="tx1"/>
                </a:solidFill>
                <a:latin typeface="+mn-lt"/>
                <a:cs typeface="Verdana" panose="020B0604030504040204" pitchFamily="34" charset="0"/>
              </a:rPr>
              <a:t>Images </a:t>
            </a:r>
            <a:r>
              <a:rPr lang="en-US" altLang="da-DK" sz="800" b="0" i="0" baseline="0" noProof="1">
                <a:solidFill>
                  <a:schemeClr val="tx1"/>
                </a:solidFill>
                <a:latin typeface="+mn-lt"/>
                <a:cs typeface="Verdana" panose="020B0604030504040204" pitchFamily="34" charset="0"/>
              </a:rPr>
              <a:t>button</a:t>
            </a:r>
            <a:r>
              <a:rPr lang="en-US" altLang="da-DK" sz="800" b="0" baseline="0" noProof="1">
                <a:solidFill>
                  <a:schemeClr val="tx1"/>
                </a:solidFill>
                <a:latin typeface="+mn-lt"/>
                <a:cs typeface="Verdana" panose="020B0604030504040204" pitchFamily="34" charset="0"/>
              </a:rPr>
              <a:t> in the Templafy pane on the right side of the screen</a:t>
            </a:r>
            <a:endParaRPr lang="en-US" altLang="da-DK" sz="800" noProof="1">
              <a:solidFill>
                <a:schemeClr val="tx1"/>
              </a:solidFill>
              <a:latin typeface="+mn-lt"/>
              <a:cs typeface="Verdana" panose="020B060403050404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endParaRPr lang="en-US" altLang="da-DK" sz="800" b="0" baseline="0" noProof="1">
              <a:solidFill>
                <a:schemeClr val="tx1"/>
              </a:solidFill>
              <a:latin typeface="+mn-lt"/>
              <a:cs typeface="Verdana" panose="020B060403050404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US" altLang="da-DK" sz="800" b="1" baseline="0" noProof="1">
                <a:solidFill>
                  <a:schemeClr val="tx1"/>
                </a:solidFill>
                <a:latin typeface="+mn-lt"/>
                <a:cs typeface="Verdana" panose="020B0604030504040204" pitchFamily="34" charset="0"/>
              </a:rPr>
              <a:t>Insert picture</a:t>
            </a:r>
            <a:endParaRPr lang="en-US" sz="800" dirty="0"/>
          </a:p>
          <a:p>
            <a:pPr eaLnBrk="1" hangingPunct="1">
              <a:spcAft>
                <a:spcPts val="600"/>
              </a:spcAft>
              <a:defRPr/>
            </a:pPr>
            <a:r>
              <a:rPr lang="en-US" altLang="da-DK" sz="800" b="0" noProof="1">
                <a:solidFill>
                  <a:schemeClr val="tx1"/>
                </a:solidFill>
                <a:latin typeface="+mn-lt"/>
                <a:cs typeface="Verdana" panose="020B0604030504040204" pitchFamily="34" charset="0"/>
              </a:rPr>
              <a:t>On slides with pictureplaceholder, click on the icon and choose </a:t>
            </a:r>
            <a:r>
              <a:rPr lang="en-US" altLang="da-DK" sz="800" b="1" noProof="1">
                <a:solidFill>
                  <a:schemeClr val="tx1"/>
                </a:solidFill>
                <a:latin typeface="+mn-lt"/>
                <a:cs typeface="Verdana" panose="020B0604030504040204" pitchFamily="34" charset="0"/>
              </a:rPr>
              <a:t>Insert</a:t>
            </a:r>
            <a:endParaRPr lang="en-US" sz="800" dirty="0"/>
          </a:p>
          <a:p>
            <a:pPr eaLnBrk="1" hangingPunct="1">
              <a:spcBef>
                <a:spcPts val="1200"/>
              </a:spcBef>
              <a:spcAft>
                <a:spcPts val="600"/>
              </a:spcAft>
              <a:defRPr/>
            </a:pPr>
            <a:r>
              <a:rPr lang="en-US" sz="800" b="1" noProof="1">
                <a:solidFill>
                  <a:schemeClr val="tx1"/>
                </a:solidFill>
                <a:latin typeface="+mn-lt"/>
                <a:cs typeface="Verdana" panose="020B0604030504040204" pitchFamily="34" charset="0"/>
              </a:rPr>
              <a:t>Crop picture</a:t>
            </a:r>
            <a:endParaRPr lang="en-US" sz="800" dirty="0"/>
          </a:p>
          <a:p>
            <a:pPr eaLnBrk="1" hangingPunct="1">
              <a:spcAft>
                <a:spcPts val="600"/>
              </a:spcAft>
              <a:defRPr/>
            </a:pPr>
            <a:r>
              <a:rPr lang="en-US" altLang="da-DK" sz="800" b="1" noProof="1">
                <a:solidFill>
                  <a:schemeClr val="tx1"/>
                </a:solidFill>
                <a:latin typeface="+mn-lt"/>
                <a:cs typeface="Verdana" panose="020B0604030504040204" pitchFamily="34" charset="0"/>
              </a:rPr>
              <a:t>1. </a:t>
            </a:r>
            <a:r>
              <a:rPr lang="en-US" altLang="da-DK" sz="800" b="0" noProof="1">
                <a:solidFill>
                  <a:schemeClr val="tx1"/>
                </a:solidFill>
                <a:latin typeface="+mn-lt"/>
                <a:cs typeface="Verdana" panose="020B0604030504040204" pitchFamily="34" charset="0"/>
              </a:rPr>
              <a:t>Click </a:t>
            </a:r>
            <a:r>
              <a:rPr lang="en-US" altLang="da-DK" sz="800" b="1" noProof="1">
                <a:solidFill>
                  <a:schemeClr val="tx1"/>
                </a:solidFill>
                <a:latin typeface="+mn-lt"/>
                <a:cs typeface="Verdana" panose="020B0604030504040204" pitchFamily="34" charset="0"/>
              </a:rPr>
              <a:t>Crop</a:t>
            </a:r>
            <a:r>
              <a:rPr lang="en-US" altLang="da-DK" sz="800" b="0" noProof="1">
                <a:solidFill>
                  <a:schemeClr val="tx1"/>
                </a:solidFill>
                <a:latin typeface="+mn-lt"/>
                <a:cs typeface="Verdana" panose="020B0604030504040204" pitchFamily="34" charset="0"/>
              </a:rPr>
              <a:t> to change size or focus of the picture</a:t>
            </a:r>
            <a:endParaRPr lang="en-US" sz="800" dirty="0"/>
          </a:p>
          <a:p>
            <a:pPr eaLnBrk="1" hangingPunct="1">
              <a:spcAft>
                <a:spcPts val="600"/>
              </a:spcAft>
              <a:defRPr/>
            </a:pPr>
            <a:r>
              <a:rPr lang="en-US" altLang="da-DK" sz="800" b="1" noProof="1">
                <a:solidFill>
                  <a:schemeClr val="tx1"/>
                </a:solidFill>
                <a:latin typeface="+mn-lt"/>
                <a:cs typeface="Verdana" panose="020B0604030504040204" pitchFamily="34" charset="0"/>
              </a:rPr>
              <a:t>2. </a:t>
            </a:r>
            <a:r>
              <a:rPr lang="en-US" altLang="da-DK" sz="800" b="0" noProof="1">
                <a:solidFill>
                  <a:schemeClr val="tx1"/>
                </a:solidFill>
                <a:latin typeface="+mn-lt"/>
                <a:cs typeface="Verdana" panose="020B0604030504040204" pitchFamily="34" charset="0"/>
              </a:rPr>
              <a:t>If you want to scale the picture, hold </a:t>
            </a:r>
            <a:r>
              <a:rPr lang="en-US" altLang="da-DK" sz="800" b="1" noProof="1">
                <a:solidFill>
                  <a:schemeClr val="tx1"/>
                </a:solidFill>
                <a:latin typeface="+mn-lt"/>
                <a:cs typeface="Verdana" panose="020B0604030504040204" pitchFamily="34" charset="0"/>
              </a:rPr>
              <a:t>SHIFT</a:t>
            </a:r>
            <a:r>
              <a:rPr lang="en-US" altLang="da-DK" sz="800" b="0" noProof="1">
                <a:solidFill>
                  <a:schemeClr val="tx1"/>
                </a:solidFill>
                <a:latin typeface="+mn-lt"/>
                <a:cs typeface="Verdana" panose="020B0604030504040204" pitchFamily="34" charset="0"/>
              </a:rPr>
              <a:t>-key down while dragging the corners of the picture</a:t>
            </a:r>
            <a:br>
              <a:rPr lang="en-US" altLang="da-DK" sz="800" b="0" noProof="1">
                <a:solidFill>
                  <a:schemeClr val="tx1"/>
                </a:solidFill>
                <a:latin typeface="+mn-lt"/>
                <a:cs typeface="Verdana" panose="020B0604030504040204" pitchFamily="34" charset="0"/>
              </a:rPr>
            </a:br>
            <a:endParaRPr lang="en-US" altLang="da-DK" sz="800" b="0" noProof="1">
              <a:solidFill>
                <a:schemeClr val="tx1"/>
              </a:solidFill>
              <a:latin typeface="+mn-lt"/>
              <a:cs typeface="Verdana" panose="020B0604030504040204" pitchFamily="34" charset="0"/>
            </a:endParaRPr>
          </a:p>
          <a:p>
            <a:pPr eaLnBrk="1" hangingPunct="1">
              <a:spcAft>
                <a:spcPts val="600"/>
              </a:spcAft>
              <a:defRPr/>
            </a:pPr>
            <a:r>
              <a:rPr lang="en-US" altLang="da-DK" sz="800" b="1" noProof="1">
                <a:solidFill>
                  <a:schemeClr val="tx1"/>
                </a:solidFill>
                <a:latin typeface="+mn-lt"/>
                <a:cs typeface="Verdana" panose="020B0604030504040204" pitchFamily="34" charset="0"/>
              </a:rPr>
              <a:t>HINT: </a:t>
            </a:r>
            <a:r>
              <a:rPr lang="en-US" altLang="da-DK" sz="800" b="0" noProof="1">
                <a:solidFill>
                  <a:schemeClr val="tx1"/>
                </a:solidFill>
                <a:latin typeface="+mn-lt"/>
                <a:cs typeface="Verdana" panose="020B0604030504040204" pitchFamily="34" charset="0"/>
              </a:rPr>
              <a:t>If you delete the picture and insert a new one, the picture may lie in front of the text or graphic.</a:t>
            </a:r>
            <a:br>
              <a:rPr lang="en-US" altLang="da-DK" sz="800" b="0" noProof="1">
                <a:solidFill>
                  <a:schemeClr val="tx1"/>
                </a:solidFill>
                <a:latin typeface="+mn-lt"/>
                <a:cs typeface="Verdana" panose="020B0604030504040204" pitchFamily="34" charset="0"/>
              </a:rPr>
            </a:br>
            <a:r>
              <a:rPr lang="en-US" altLang="da-DK" sz="800" b="0" noProof="1">
                <a:solidFill>
                  <a:schemeClr val="tx1"/>
                </a:solidFill>
                <a:latin typeface="+mn-lt"/>
                <a:cs typeface="Verdana" panose="020B0604030504040204" pitchFamily="34" charset="0"/>
              </a:rPr>
              <a:t>If this happens, select the picture, right-click and choose </a:t>
            </a:r>
            <a:r>
              <a:rPr lang="en-US" altLang="da-DK" sz="800" b="1" noProof="1">
                <a:solidFill>
                  <a:schemeClr val="tx1"/>
                </a:solidFill>
                <a:latin typeface="+mn-lt"/>
                <a:cs typeface="Verdana" panose="020B0604030504040204" pitchFamily="34" charset="0"/>
              </a:rPr>
              <a:t>Send to Back</a:t>
            </a:r>
            <a:endParaRPr lang="en-US"/>
          </a:p>
          <a:p>
            <a:pPr eaLnBrk="1" hangingPunct="1">
              <a:spcAft>
                <a:spcPts val="600"/>
              </a:spcAft>
              <a:defRPr/>
            </a:pPr>
            <a:endParaRPr lang="en-US" altLang="da-DK" sz="800" b="1" noProof="1">
              <a:solidFill>
                <a:schemeClr val="tx1"/>
              </a:solidFill>
              <a:latin typeface="+mn-lt"/>
              <a:cs typeface="Verdana" panose="020B060403050404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US" sz="1400" dirty="0">
                <a:solidFill>
                  <a:srgbClr val="000000"/>
                </a:solidFill>
                <a:latin typeface="+mn-lt"/>
                <a:cs typeface="Arial" panose="020B0604020202020204" pitchFamily="34" charset="0"/>
              </a:rPr>
              <a:t>HEADER &amp; FOOTER</a:t>
            </a:r>
            <a:endParaRPr lang="en-US"/>
          </a:p>
          <a:p>
            <a:pPr eaLnBrk="1" hangingPunct="1">
              <a:spcAft>
                <a:spcPts val="600"/>
              </a:spcAft>
              <a:defRPr/>
            </a:pPr>
            <a:r>
              <a:rPr lang="en-US" altLang="da-DK" sz="800" b="0" noProof="1">
                <a:solidFill>
                  <a:srgbClr val="000000"/>
                </a:solidFill>
                <a:latin typeface="+mn-lt"/>
                <a:cs typeface="Arial" panose="020B0604020202020204" pitchFamily="34" charset="0"/>
              </a:rPr>
              <a:t>Do this at the very end to apply the changes on all slides</a:t>
            </a:r>
            <a:endParaRPr lang="en-US"/>
          </a:p>
          <a:p>
            <a:pPr eaLnBrk="1" hangingPunct="1">
              <a:spcAft>
                <a:spcPts val="600"/>
              </a:spcAft>
              <a:defRPr/>
            </a:pPr>
            <a:r>
              <a:rPr lang="en-US" altLang="da-DK" sz="800" b="0" noProof="1">
                <a:solidFill>
                  <a:srgbClr val="000000"/>
                </a:solidFill>
                <a:latin typeface="+mn-lt"/>
                <a:cs typeface="Arial" panose="020B0604020202020204" pitchFamily="34" charset="0"/>
              </a:rPr>
              <a:t>Click on </a:t>
            </a:r>
            <a:r>
              <a:rPr lang="en-US" altLang="da-DK" sz="800" b="1" noProof="1">
                <a:solidFill>
                  <a:srgbClr val="000000"/>
                </a:solidFill>
                <a:latin typeface="+mn-lt"/>
                <a:cs typeface="Arial" panose="020B0604020202020204" pitchFamily="34" charset="0"/>
              </a:rPr>
              <a:t>Header and Footer </a:t>
            </a:r>
            <a:r>
              <a:rPr lang="en-US" altLang="da-DK" sz="800" b="0" noProof="1">
                <a:solidFill>
                  <a:srgbClr val="000000"/>
                </a:solidFill>
                <a:latin typeface="+mn-lt"/>
                <a:cs typeface="Arial" panose="020B0604020202020204" pitchFamily="34" charset="0"/>
              </a:rPr>
              <a:t>in the </a:t>
            </a:r>
            <a:r>
              <a:rPr lang="en-US" altLang="da-DK" sz="800" b="1" noProof="1">
                <a:solidFill>
                  <a:srgbClr val="000000"/>
                </a:solidFill>
                <a:latin typeface="+mn-lt"/>
                <a:cs typeface="Arial" panose="020B0604020202020204" pitchFamily="34" charset="0"/>
              </a:rPr>
              <a:t>Insert</a:t>
            </a:r>
            <a:r>
              <a:rPr lang="en-US" altLang="da-DK" sz="800" b="0" noProof="1">
                <a:solidFill>
                  <a:srgbClr val="000000"/>
                </a:solidFill>
                <a:latin typeface="+mn-lt"/>
                <a:cs typeface="Arial" panose="020B0604020202020204" pitchFamily="34" charset="0"/>
              </a:rPr>
              <a:t> tab (write the desired text)</a:t>
            </a:r>
            <a:endParaRPr lang="en-US"/>
          </a:p>
          <a:p>
            <a:pPr eaLnBrk="1" hangingPunct="1">
              <a:spcAft>
                <a:spcPts val="600"/>
              </a:spcAft>
              <a:defRPr/>
            </a:pPr>
            <a:r>
              <a:rPr lang="en-US" altLang="da-DK" sz="800" b="0" noProof="1">
                <a:solidFill>
                  <a:srgbClr val="000000"/>
                </a:solidFill>
                <a:latin typeface="+mn-lt"/>
                <a:cs typeface="Arial" panose="020B0604020202020204" pitchFamily="34" charset="0"/>
              </a:rPr>
              <a:t>Click </a:t>
            </a:r>
            <a:r>
              <a:rPr lang="en-US" altLang="da-DK" sz="800" b="1" noProof="1">
                <a:solidFill>
                  <a:srgbClr val="000000"/>
                </a:solidFill>
                <a:latin typeface="+mn-lt"/>
                <a:cs typeface="Arial" panose="020B0604020202020204" pitchFamily="34" charset="0"/>
              </a:rPr>
              <a:t>Apply to All </a:t>
            </a:r>
            <a:r>
              <a:rPr lang="en-US" altLang="da-DK" sz="800" b="0" noProof="1">
                <a:solidFill>
                  <a:srgbClr val="000000"/>
                </a:solidFill>
                <a:latin typeface="+mn-lt"/>
                <a:cs typeface="Arial" panose="020B0604020202020204" pitchFamily="34" charset="0"/>
              </a:rPr>
              <a:t>or </a:t>
            </a:r>
            <a:r>
              <a:rPr lang="en-US" altLang="da-DK" sz="800" b="1" noProof="1">
                <a:solidFill>
                  <a:srgbClr val="000000"/>
                </a:solidFill>
                <a:latin typeface="+mn-lt"/>
                <a:cs typeface="Arial" panose="020B0604020202020204" pitchFamily="34" charset="0"/>
              </a:rPr>
              <a:t>Apply</a:t>
            </a:r>
            <a:r>
              <a:rPr lang="en-US" altLang="da-DK" sz="800" b="0" noProof="1">
                <a:solidFill>
                  <a:srgbClr val="000000"/>
                </a:solidFill>
                <a:latin typeface="+mn-lt"/>
                <a:cs typeface="Arial" panose="020B0604020202020204" pitchFamily="34" charset="0"/>
              </a:rPr>
              <a:t> if only used on one slide</a:t>
            </a:r>
            <a:endParaRPr lang="en-US"/>
          </a:p>
          <a:p>
            <a:pPr eaLnBrk="1" hangingPunct="1">
              <a:spcAft>
                <a:spcPts val="600"/>
              </a:spcAft>
              <a:defRPr/>
            </a:pPr>
            <a:br>
              <a:rPr lang="en-US" altLang="da-DK" sz="800" b="1" noProof="1">
                <a:solidFill>
                  <a:schemeClr val="tx1"/>
                </a:solidFill>
                <a:latin typeface="+mn-lt"/>
                <a:cs typeface="Verdana" panose="020B0604030504040204" pitchFamily="34" charset="0"/>
              </a:rPr>
            </a:br>
            <a:br>
              <a:rPr lang="en-US" altLang="da-DK" sz="900" b="1" noProof="1">
                <a:solidFill>
                  <a:schemeClr val="tx1"/>
                </a:solidFill>
                <a:latin typeface="+mn-lt"/>
                <a:cs typeface="Verdana" panose="020B0604030504040204" pitchFamily="34" charset="0"/>
              </a:rPr>
            </a:br>
            <a:endParaRPr lang="en-US" sz="800" dirty="0"/>
          </a:p>
        </p:txBody>
      </p:sp>
      <p:grpSp>
        <p:nvGrpSpPr>
          <p:cNvPr id="10" name="Gruppe 25">
            <a:extLst>
              <a:ext uri="{FF2B5EF4-FFF2-40B4-BE49-F238E27FC236}">
                <a16:creationId xmlns:a16="http://schemas.microsoft.com/office/drawing/2014/main" id="{3C7AF367-4A66-7146-8EEE-29037B806555}"/>
              </a:ext>
            </a:extLst>
          </p:cNvPr>
          <p:cNvGrpSpPr/>
          <p:nvPr userDrawn="1"/>
        </p:nvGrpSpPr>
        <p:grpSpPr>
          <a:xfrm>
            <a:off x="7083822" y="1246258"/>
            <a:ext cx="676669" cy="997704"/>
            <a:chOff x="6442771" y="2574072"/>
            <a:chExt cx="676669" cy="997704"/>
          </a:xfrm>
        </p:grpSpPr>
        <p:pic>
          <p:nvPicPr>
            <p:cNvPr id="11" name="Billede 26">
              <a:extLst>
                <a:ext uri="{FF2B5EF4-FFF2-40B4-BE49-F238E27FC236}">
                  <a16:creationId xmlns:a16="http://schemas.microsoft.com/office/drawing/2014/main" id="{49431F75-01B2-005B-9A87-0DFEFC95062B}"/>
                </a:ext>
              </a:extLst>
            </p:cNvPr>
            <p:cNvPicPr>
              <a:picLocks noChangeAspect="1"/>
            </p:cNvPicPr>
            <p:nvPr userDrawn="1"/>
          </p:nvPicPr>
          <p:blipFill>
            <a:blip r:embed="rId8" cstate="screen">
              <a:extLst>
                <a:ext uri="{28A0092B-C50C-407E-A947-70E740481C1C}">
                  <a14:useLocalDpi xmlns:a14="http://schemas.microsoft.com/office/drawing/2010/main"/>
                </a:ext>
              </a:extLst>
            </a:blip>
            <a:stretch>
              <a:fillRect/>
            </a:stretch>
          </p:blipFill>
          <p:spPr>
            <a:xfrm>
              <a:off x="6442771" y="2574072"/>
              <a:ext cx="305786" cy="365851"/>
            </a:xfrm>
            <a:prstGeom prst="rect">
              <a:avLst/>
            </a:prstGeom>
          </p:spPr>
        </p:pic>
        <p:pic>
          <p:nvPicPr>
            <p:cNvPr id="12" name="Billede 37">
              <a:extLst>
                <a:ext uri="{FF2B5EF4-FFF2-40B4-BE49-F238E27FC236}">
                  <a16:creationId xmlns:a16="http://schemas.microsoft.com/office/drawing/2014/main" id="{CC6B5F15-2997-8F24-5D45-71E9294089DB}"/>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1432" t="16308" r="2422" b="1509"/>
            <a:stretch/>
          </p:blipFill>
          <p:spPr>
            <a:xfrm>
              <a:off x="6444587" y="2943287"/>
              <a:ext cx="674853" cy="628489"/>
            </a:xfrm>
            <a:prstGeom prst="rect">
              <a:avLst/>
            </a:prstGeom>
            <a:ln w="3175">
              <a:solidFill>
                <a:schemeClr val="bg1">
                  <a:lumMod val="95000"/>
                </a:schemeClr>
              </a:solidFill>
            </a:ln>
          </p:spPr>
        </p:pic>
      </p:grpSp>
      <p:pic>
        <p:nvPicPr>
          <p:cNvPr id="13" name="Picture 33">
            <a:extLst>
              <a:ext uri="{FF2B5EF4-FFF2-40B4-BE49-F238E27FC236}">
                <a16:creationId xmlns:a16="http://schemas.microsoft.com/office/drawing/2014/main" id="{7BA93CDD-4953-B526-F43D-D7B2715FB0C1}"/>
              </a:ext>
            </a:extLst>
          </p:cNvPr>
          <p:cNvPicPr>
            <a:picLocks noChangeAspect="1"/>
          </p:cNvPicPr>
          <p:nvPr userDrawn="1"/>
        </p:nvPicPr>
        <p:blipFill rotWithShape="1">
          <a:blip r:embed="rId10" cstate="screen">
            <a:extLst>
              <a:ext uri="{28A0092B-C50C-407E-A947-70E740481C1C}">
                <a14:useLocalDpi xmlns:a14="http://schemas.microsoft.com/office/drawing/2010/main"/>
              </a:ext>
            </a:extLst>
          </a:blip>
          <a:srcRect/>
          <a:stretch/>
        </p:blipFill>
        <p:spPr>
          <a:xfrm>
            <a:off x="7083822" y="2468288"/>
            <a:ext cx="341204" cy="321707"/>
          </a:xfrm>
          <a:prstGeom prst="rect">
            <a:avLst/>
          </a:prstGeom>
        </p:spPr>
      </p:pic>
      <p:pic>
        <p:nvPicPr>
          <p:cNvPr id="14" name="Picture 19">
            <a:extLst>
              <a:ext uri="{FF2B5EF4-FFF2-40B4-BE49-F238E27FC236}">
                <a16:creationId xmlns:a16="http://schemas.microsoft.com/office/drawing/2014/main" id="{98BA0837-6839-DAB4-E7C3-21572537DDF7}"/>
              </a:ext>
            </a:extLst>
          </p:cNvPr>
          <p:cNvPicPr>
            <a:picLocks noChangeAspect="1"/>
          </p:cNvPicPr>
          <p:nvPr userDrawn="1"/>
        </p:nvPicPr>
        <p:blipFill>
          <a:blip r:embed="rId11"/>
          <a:stretch>
            <a:fillRect/>
          </a:stretch>
        </p:blipFill>
        <p:spPr>
          <a:xfrm>
            <a:off x="7139843" y="3271730"/>
            <a:ext cx="313788" cy="543900"/>
          </a:xfrm>
          <a:prstGeom prst="rect">
            <a:avLst/>
          </a:prstGeom>
        </p:spPr>
      </p:pic>
      <p:pic>
        <p:nvPicPr>
          <p:cNvPr id="15" name="Picture 2" descr="C:\Users\MAV~1.SKA\AppData\Local\Temp\SNAGHTMLe48c1e.PNG">
            <a:extLst>
              <a:ext uri="{FF2B5EF4-FFF2-40B4-BE49-F238E27FC236}">
                <a16:creationId xmlns:a16="http://schemas.microsoft.com/office/drawing/2014/main" id="{5D7FA782-3A1E-8CDD-81B3-CE360E04844B}"/>
              </a:ext>
            </a:extLst>
          </p:cNvPr>
          <p:cNvPicPr>
            <a:picLocks noChangeAspect="1" noChangeArrowheads="1"/>
          </p:cNvPicPr>
          <p:nvPr userDrawn="1"/>
        </p:nvPicPr>
        <p:blipFill>
          <a:blip r:embed="rId12" cstate="screen">
            <a:extLst>
              <a:ext uri="{28A0092B-C50C-407E-A947-70E740481C1C}">
                <a14:useLocalDpi xmlns:a14="http://schemas.microsoft.com/office/drawing/2010/main"/>
              </a:ext>
            </a:extLst>
          </a:blip>
          <a:srcRect/>
          <a:stretch>
            <a:fillRect/>
          </a:stretch>
        </p:blipFill>
        <p:spPr bwMode="auto">
          <a:xfrm>
            <a:off x="11182375" y="3212837"/>
            <a:ext cx="650850" cy="973828"/>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2">
            <a:extLst>
              <a:ext uri="{FF2B5EF4-FFF2-40B4-BE49-F238E27FC236}">
                <a16:creationId xmlns:a16="http://schemas.microsoft.com/office/drawing/2014/main" id="{D3B0EB13-EA50-B6B2-7C04-45ADF1D48984}"/>
              </a:ext>
            </a:extLst>
          </p:cNvPr>
          <p:cNvPicPr>
            <a:picLocks noChangeAspect="1"/>
          </p:cNvPicPr>
          <p:nvPr userDrawn="1"/>
        </p:nvPicPr>
        <p:blipFill>
          <a:blip r:embed="rId13"/>
          <a:stretch>
            <a:fillRect/>
          </a:stretch>
        </p:blipFill>
        <p:spPr>
          <a:xfrm>
            <a:off x="7112225" y="5159808"/>
            <a:ext cx="378293" cy="543366"/>
          </a:xfrm>
          <a:prstGeom prst="rect">
            <a:avLst/>
          </a:prstGeom>
        </p:spPr>
      </p:pic>
      <p:sp>
        <p:nvSpPr>
          <p:cNvPr id="18" name="Tekstfelt 17">
            <a:extLst>
              <a:ext uri="{FF2B5EF4-FFF2-40B4-BE49-F238E27FC236}">
                <a16:creationId xmlns:a16="http://schemas.microsoft.com/office/drawing/2014/main" id="{8443DBBE-3F73-415B-421B-5F6178BE0CDB}"/>
              </a:ext>
            </a:extLst>
          </p:cNvPr>
          <p:cNvSpPr txBox="1"/>
          <p:nvPr userDrawn="1"/>
        </p:nvSpPr>
        <p:spPr>
          <a:xfrm>
            <a:off x="10738851" y="4818007"/>
            <a:ext cx="1080000" cy="246221"/>
          </a:xfrm>
          <a:prstGeom prst="rect">
            <a:avLst/>
          </a:prstGeom>
          <a:noFill/>
        </p:spPr>
        <p:txBody>
          <a:bodyPr wrap="square" lIns="0" tIns="0" rIns="0" bIns="0" rtlCol="0">
            <a:spAutoFit/>
          </a:bodyPr>
          <a:lstStyle/>
          <a:p>
            <a:pPr algn="l">
              <a:spcBef>
                <a:spcPts val="300"/>
              </a:spcBef>
            </a:pPr>
            <a:r>
              <a:rPr lang="en-US" sz="800" dirty="0">
                <a:solidFill>
                  <a:schemeClr val="tx1"/>
                </a:solidFill>
              </a:rPr>
              <a:t>Theme Colors and </a:t>
            </a:r>
            <a:br>
              <a:rPr lang="en-GB" sz="800" dirty="0">
                <a:solidFill>
                  <a:schemeClr val="tx1"/>
                </a:solidFill>
              </a:rPr>
            </a:br>
            <a:r>
              <a:rPr lang="en-US" sz="800" dirty="0">
                <a:solidFill>
                  <a:schemeClr val="tx1"/>
                </a:solidFill>
              </a:rPr>
              <a:t>Accent 1-6 for </a:t>
            </a:r>
            <a:r>
              <a:rPr lang="en-US" altLang="da-DK" sz="800" b="0" kern="1200" noProof="1">
                <a:solidFill>
                  <a:srgbClr val="000000"/>
                </a:solidFill>
                <a:latin typeface="+mn-lt"/>
                <a:ea typeface="+mn-ea"/>
                <a:cs typeface="Arial" panose="020B0604020202020204" pitchFamily="34" charset="0"/>
              </a:rPr>
              <a:t>charts</a:t>
            </a:r>
            <a:endParaRPr lang="en-US" sz="800" dirty="0">
              <a:solidFill>
                <a:schemeClr val="tx1"/>
              </a:solidFill>
            </a:endParaRPr>
          </a:p>
        </p:txBody>
      </p:sp>
      <p:sp>
        <p:nvSpPr>
          <p:cNvPr id="20" name="Tekstfelt 18">
            <a:extLst>
              <a:ext uri="{FF2B5EF4-FFF2-40B4-BE49-F238E27FC236}">
                <a16:creationId xmlns:a16="http://schemas.microsoft.com/office/drawing/2014/main" id="{BBBE9554-C75C-23D0-B05A-940BB9F507C0}"/>
              </a:ext>
            </a:extLst>
          </p:cNvPr>
          <p:cNvSpPr txBox="1"/>
          <p:nvPr userDrawn="1"/>
        </p:nvSpPr>
        <p:spPr>
          <a:xfrm>
            <a:off x="10738851" y="5214328"/>
            <a:ext cx="1080000" cy="123111"/>
          </a:xfrm>
          <a:prstGeom prst="rect">
            <a:avLst/>
          </a:prstGeom>
          <a:noFill/>
        </p:spPr>
        <p:txBody>
          <a:bodyPr wrap="square" lIns="0" tIns="0" rIns="0" bIns="0" rtlCol="0">
            <a:spAutoFit/>
          </a:bodyPr>
          <a:lstStyle/>
          <a:p>
            <a:pPr algn="l">
              <a:spcBef>
                <a:spcPts val="300"/>
              </a:spcBef>
            </a:pPr>
            <a:r>
              <a:rPr lang="en-US" sz="800" dirty="0">
                <a:solidFill>
                  <a:schemeClr val="tx1"/>
                </a:solidFill>
              </a:rPr>
              <a:t>Gradients Colors</a:t>
            </a:r>
            <a:endParaRPr lang="en-US"/>
          </a:p>
        </p:txBody>
      </p:sp>
      <p:sp>
        <p:nvSpPr>
          <p:cNvPr id="21" name="Tekstfelt 20">
            <a:extLst>
              <a:ext uri="{FF2B5EF4-FFF2-40B4-BE49-F238E27FC236}">
                <a16:creationId xmlns:a16="http://schemas.microsoft.com/office/drawing/2014/main" id="{9F488F6E-2B59-854E-F55E-F12F30B35330}"/>
              </a:ext>
            </a:extLst>
          </p:cNvPr>
          <p:cNvSpPr txBox="1"/>
          <p:nvPr userDrawn="1"/>
        </p:nvSpPr>
        <p:spPr>
          <a:xfrm>
            <a:off x="10738851" y="5765795"/>
            <a:ext cx="1080000" cy="123111"/>
          </a:xfrm>
          <a:prstGeom prst="rect">
            <a:avLst/>
          </a:prstGeom>
          <a:noFill/>
        </p:spPr>
        <p:txBody>
          <a:bodyPr wrap="square" lIns="0" tIns="0" rIns="0" bIns="0" rtlCol="0">
            <a:spAutoFit/>
          </a:bodyPr>
          <a:lstStyle/>
          <a:p>
            <a:pPr algn="l">
              <a:spcBef>
                <a:spcPts val="300"/>
              </a:spcBef>
            </a:pPr>
            <a:r>
              <a:rPr lang="en-US" sz="800" dirty="0">
                <a:solidFill>
                  <a:schemeClr val="tx1"/>
                </a:solidFill>
              </a:rPr>
              <a:t>Custom Colors </a:t>
            </a:r>
            <a:endParaRPr lang="en-US"/>
          </a:p>
        </p:txBody>
      </p:sp>
      <p:sp>
        <p:nvSpPr>
          <p:cNvPr id="22" name="Tekstfelt 21">
            <a:extLst>
              <a:ext uri="{FF2B5EF4-FFF2-40B4-BE49-F238E27FC236}">
                <a16:creationId xmlns:a16="http://schemas.microsoft.com/office/drawing/2014/main" id="{4C3B03B3-6EB5-2E21-77F3-C8182D7A0C27}"/>
              </a:ext>
            </a:extLst>
          </p:cNvPr>
          <p:cNvSpPr txBox="1"/>
          <p:nvPr userDrawn="1"/>
        </p:nvSpPr>
        <p:spPr>
          <a:xfrm>
            <a:off x="10738851" y="6184104"/>
            <a:ext cx="1080000" cy="123111"/>
          </a:xfrm>
          <a:prstGeom prst="rect">
            <a:avLst/>
          </a:prstGeom>
          <a:noFill/>
        </p:spPr>
        <p:txBody>
          <a:bodyPr wrap="square" lIns="0" tIns="0" rIns="0" bIns="0" rtlCol="0">
            <a:spAutoFit/>
          </a:bodyPr>
          <a:lstStyle/>
          <a:p>
            <a:pPr algn="l">
              <a:spcBef>
                <a:spcPts val="300"/>
              </a:spcBef>
            </a:pPr>
            <a:r>
              <a:rPr lang="en-US" sz="800" dirty="0">
                <a:solidFill>
                  <a:schemeClr val="tx1"/>
                </a:solidFill>
              </a:rPr>
              <a:t>Standard Colors </a:t>
            </a:r>
            <a:endParaRPr lang="en-US"/>
          </a:p>
        </p:txBody>
      </p:sp>
      <p:sp>
        <p:nvSpPr>
          <p:cNvPr id="29" name="Rectangle 28">
            <a:extLst>
              <a:ext uri="{FF2B5EF4-FFF2-40B4-BE49-F238E27FC236}">
                <a16:creationId xmlns:a16="http://schemas.microsoft.com/office/drawing/2014/main" id="{66EAE627-3F30-FE91-BB49-165C7283FD01}"/>
              </a:ext>
            </a:extLst>
          </p:cNvPr>
          <p:cNvSpPr/>
          <p:nvPr userDrawn="1"/>
        </p:nvSpPr>
        <p:spPr>
          <a:xfrm>
            <a:off x="9425716" y="4851665"/>
            <a:ext cx="1204929" cy="16315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spcBef>
                <a:spcPts val="300"/>
              </a:spcBef>
            </a:pPr>
            <a:endParaRPr lang="en-US" sz="1800" noProof="0" dirty="0" err="1"/>
          </a:p>
        </p:txBody>
      </p:sp>
      <p:sp>
        <p:nvSpPr>
          <p:cNvPr id="30" name="Rectangle 29">
            <a:extLst>
              <a:ext uri="{FF2B5EF4-FFF2-40B4-BE49-F238E27FC236}">
                <a16:creationId xmlns:a16="http://schemas.microsoft.com/office/drawing/2014/main" id="{091BE9FB-EA0E-359A-5AC4-3B5A84B71DB3}"/>
              </a:ext>
            </a:extLst>
          </p:cNvPr>
          <p:cNvSpPr/>
          <p:nvPr userDrawn="1"/>
        </p:nvSpPr>
        <p:spPr>
          <a:xfrm>
            <a:off x="9425716" y="5628670"/>
            <a:ext cx="1204929" cy="33329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spcBef>
                <a:spcPts val="300"/>
              </a:spcBef>
            </a:pPr>
            <a:endParaRPr lang="en-US" sz="1800" noProof="0" dirty="0" err="1"/>
          </a:p>
        </p:txBody>
      </p:sp>
      <p:sp>
        <p:nvSpPr>
          <p:cNvPr id="31" name="Rectangle 30">
            <a:extLst>
              <a:ext uri="{FF2B5EF4-FFF2-40B4-BE49-F238E27FC236}">
                <a16:creationId xmlns:a16="http://schemas.microsoft.com/office/drawing/2014/main" id="{C1FC33DF-5A21-05B9-0BDE-2CA33F5E40E4}"/>
              </a:ext>
            </a:extLst>
          </p:cNvPr>
          <p:cNvSpPr/>
          <p:nvPr userDrawn="1"/>
        </p:nvSpPr>
        <p:spPr>
          <a:xfrm>
            <a:off x="9906970" y="4851665"/>
            <a:ext cx="723675" cy="16315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spcBef>
                <a:spcPts val="300"/>
              </a:spcBef>
            </a:pPr>
            <a:endParaRPr lang="en-US" sz="1800" noProof="0" dirty="0" err="1"/>
          </a:p>
        </p:txBody>
      </p:sp>
      <p:grpSp>
        <p:nvGrpSpPr>
          <p:cNvPr id="32" name="Group 31">
            <a:extLst>
              <a:ext uri="{FF2B5EF4-FFF2-40B4-BE49-F238E27FC236}">
                <a16:creationId xmlns:a16="http://schemas.microsoft.com/office/drawing/2014/main" id="{8157F517-43E3-D531-8794-C0B107C40A34}"/>
              </a:ext>
            </a:extLst>
          </p:cNvPr>
          <p:cNvGrpSpPr/>
          <p:nvPr userDrawn="1"/>
        </p:nvGrpSpPr>
        <p:grpSpPr>
          <a:xfrm>
            <a:off x="9432666" y="5071122"/>
            <a:ext cx="1204929" cy="446873"/>
            <a:chOff x="6285057" y="2007141"/>
            <a:chExt cx="1676485" cy="680095"/>
          </a:xfrm>
        </p:grpSpPr>
        <p:cxnSp>
          <p:nvCxnSpPr>
            <p:cNvPr id="35" name="Straight Connector 34">
              <a:extLst>
                <a:ext uri="{FF2B5EF4-FFF2-40B4-BE49-F238E27FC236}">
                  <a16:creationId xmlns:a16="http://schemas.microsoft.com/office/drawing/2014/main" id="{132C6F8C-EA68-AF61-CB59-D40FFDB0B21E}"/>
                </a:ext>
              </a:extLst>
            </p:cNvPr>
            <p:cNvCxnSpPr>
              <a:cxnSpLocks/>
            </p:cNvCxnSpPr>
            <p:nvPr userDrawn="1"/>
          </p:nvCxnSpPr>
          <p:spPr>
            <a:xfrm>
              <a:off x="6285057" y="2007141"/>
              <a:ext cx="1676485" cy="68009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05526681-806A-1321-A319-D67F0D7FCCBB}"/>
                </a:ext>
              </a:extLst>
            </p:cNvPr>
            <p:cNvCxnSpPr>
              <a:cxnSpLocks/>
            </p:cNvCxnSpPr>
            <p:nvPr userDrawn="1"/>
          </p:nvCxnSpPr>
          <p:spPr>
            <a:xfrm flipV="1">
              <a:off x="6291690" y="2014958"/>
              <a:ext cx="1657397" cy="67227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33" name="Straight Connector 32">
            <a:extLst>
              <a:ext uri="{FF2B5EF4-FFF2-40B4-BE49-F238E27FC236}">
                <a16:creationId xmlns:a16="http://schemas.microsoft.com/office/drawing/2014/main" id="{23228DB3-F811-3286-646E-6B7A885626FD}"/>
              </a:ext>
            </a:extLst>
          </p:cNvPr>
          <p:cNvCxnSpPr>
            <a:cxnSpLocks/>
          </p:cNvCxnSpPr>
          <p:nvPr userDrawn="1"/>
        </p:nvCxnSpPr>
        <p:spPr>
          <a:xfrm>
            <a:off x="9422057" y="6206311"/>
            <a:ext cx="1186016" cy="11837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9625C8C-8064-DB2F-0CA1-0AE5E2C3ED64}"/>
              </a:ext>
            </a:extLst>
          </p:cNvPr>
          <p:cNvCxnSpPr>
            <a:cxnSpLocks/>
          </p:cNvCxnSpPr>
          <p:nvPr userDrawn="1"/>
        </p:nvCxnSpPr>
        <p:spPr>
          <a:xfrm flipV="1">
            <a:off x="9419448" y="6206315"/>
            <a:ext cx="1188626" cy="11837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930566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gt;Do not use layouts after this &gt;">
    <p:bg bwMode="invGray">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124504-36FD-4753-851D-5B7D02D4A2D1}"/>
              </a:ext>
            </a:extLst>
          </p:cNvPr>
          <p:cNvSpPr/>
          <p:nvPr userDrawn="1"/>
        </p:nvSpPr>
        <p:spPr bwMode="invGray">
          <a:xfrm>
            <a:off x="0" y="0"/>
            <a:ext cx="12192000" cy="6858000"/>
          </a:xfrm>
          <a:prstGeom prst="rect">
            <a:avLst/>
          </a:prstGeom>
          <a:solidFill>
            <a:schemeClr val="tx1"/>
          </a:solid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US" sz="1400" dirty="0" err="1">
              <a:solidFill>
                <a:schemeClr val="tx1"/>
              </a:solidFill>
            </a:endParaRPr>
          </a:p>
        </p:txBody>
      </p:sp>
      <p:sp>
        <p:nvSpPr>
          <p:cNvPr id="5" name="Do not use"/>
          <p:cNvSpPr txBox="1"/>
          <p:nvPr userDrawn="1"/>
        </p:nvSpPr>
        <p:spPr bwMode="invGray">
          <a:xfrm>
            <a:off x="430213" y="656823"/>
            <a:ext cx="11356977" cy="2893100"/>
          </a:xfrm>
          <a:prstGeom prst="rect">
            <a:avLst/>
          </a:prstGeom>
          <a:noFill/>
        </p:spPr>
        <p:txBody>
          <a:bodyPr wrap="square" lIns="0" tIns="0" rIns="0" bIns="0" rtlCol="0">
            <a:spAutoFit/>
          </a:bodyPr>
          <a:lstStyle/>
          <a:p>
            <a:pPr marL="0" marR="0" indent="0" algn="ctr" fontAlgn="auto">
              <a:lnSpc>
                <a:spcPct val="100000"/>
              </a:lnSpc>
              <a:spcBef>
                <a:spcPts val="600"/>
              </a:spcBef>
              <a:spcAft>
                <a:spcPts val="0"/>
              </a:spcAft>
              <a:buClr>
                <a:srgbClr val="003755"/>
              </a:buClr>
              <a:buSzTx/>
              <a:buFontTx/>
              <a:buNone/>
              <a:tabLst/>
            </a:pPr>
            <a:r>
              <a:rPr lang="en-US" sz="4400" b="0" noProof="0" dirty="0">
                <a:solidFill>
                  <a:schemeClr val="bg1"/>
                </a:solidFill>
              </a:rPr>
              <a:t>If you see any </a:t>
            </a:r>
            <a:r>
              <a:rPr lang="en-US" sz="4400" b="1" i="1" noProof="0" dirty="0">
                <a:solidFill>
                  <a:schemeClr val="bg1"/>
                </a:solidFill>
              </a:rPr>
              <a:t>layouts after this one</a:t>
            </a:r>
            <a:r>
              <a:rPr lang="en-US" sz="4400" b="0" i="1" noProof="0" dirty="0">
                <a:solidFill>
                  <a:schemeClr val="bg1"/>
                </a:solidFill>
              </a:rPr>
              <a:t>,</a:t>
            </a:r>
            <a:br>
              <a:rPr lang="en-US" sz="4400" b="0" i="0" noProof="0" dirty="0">
                <a:solidFill>
                  <a:schemeClr val="bg1"/>
                </a:solidFill>
              </a:rPr>
            </a:br>
            <a:r>
              <a:rPr lang="en-US" sz="4400" b="0" noProof="0" dirty="0">
                <a:solidFill>
                  <a:schemeClr val="bg1"/>
                </a:solidFill>
              </a:rPr>
              <a:t>do not use them. These layouts </a:t>
            </a:r>
            <a:r>
              <a:rPr lang="en-US" sz="4400" b="1" i="1" u="none" noProof="0" dirty="0">
                <a:solidFill>
                  <a:schemeClr val="bg1"/>
                </a:solidFill>
              </a:rPr>
              <a:t>are not </a:t>
            </a:r>
            <a:r>
              <a:rPr lang="en-US" sz="4400" b="0" noProof="0" dirty="0">
                <a:solidFill>
                  <a:schemeClr val="bg1"/>
                </a:solidFill>
              </a:rPr>
              <a:t>part of our corporate template.</a:t>
            </a:r>
            <a:br>
              <a:rPr lang="en-US" sz="2800" b="0" noProof="0" dirty="0">
                <a:solidFill>
                  <a:schemeClr val="bg1"/>
                </a:solidFill>
              </a:rPr>
            </a:br>
            <a:br>
              <a:rPr lang="en-US" sz="2800" b="0" noProof="0" dirty="0">
                <a:solidFill>
                  <a:schemeClr val="bg1"/>
                </a:solidFill>
              </a:rPr>
            </a:br>
            <a:endParaRPr lang="en-US" sz="2800" b="0" noProof="0" dirty="0">
              <a:solidFill>
                <a:schemeClr val="bg1"/>
              </a:solidFill>
            </a:endParaRPr>
          </a:p>
        </p:txBody>
      </p:sp>
      <p:grpSp>
        <p:nvGrpSpPr>
          <p:cNvPr id="4" name="Group 3">
            <a:extLst>
              <a:ext uri="{FF2B5EF4-FFF2-40B4-BE49-F238E27FC236}">
                <a16:creationId xmlns:a16="http://schemas.microsoft.com/office/drawing/2014/main" id="{2BEB5E5A-DA85-4D5B-80B9-F94482F55D76}"/>
              </a:ext>
            </a:extLst>
          </p:cNvPr>
          <p:cNvGrpSpPr/>
          <p:nvPr userDrawn="1"/>
        </p:nvGrpSpPr>
        <p:grpSpPr bwMode="black">
          <a:xfrm rot="8100000">
            <a:off x="10404876" y="3391414"/>
            <a:ext cx="1036788" cy="1036788"/>
            <a:chOff x="6096000" y="4963130"/>
            <a:chExt cx="1456719" cy="1456719"/>
          </a:xfrm>
          <a:solidFill>
            <a:schemeClr val="bg1"/>
          </a:solidFill>
        </p:grpSpPr>
        <p:sp>
          <p:nvSpPr>
            <p:cNvPr id="3" name="Rectangle 2">
              <a:extLst>
                <a:ext uri="{FF2B5EF4-FFF2-40B4-BE49-F238E27FC236}">
                  <a16:creationId xmlns:a16="http://schemas.microsoft.com/office/drawing/2014/main" id="{C823227E-A862-4A7F-BC20-0D107430AB2C}"/>
                </a:ext>
              </a:extLst>
            </p:cNvPr>
            <p:cNvSpPr/>
            <p:nvPr userDrawn="1"/>
          </p:nvSpPr>
          <p:spPr bwMode="black">
            <a:xfrm rot="5400000">
              <a:off x="5534135" y="5524995"/>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US" sz="1400" dirty="0" err="1">
                <a:solidFill>
                  <a:schemeClr val="tx1"/>
                </a:solidFill>
              </a:endParaRPr>
            </a:p>
          </p:txBody>
        </p:sp>
        <p:sp>
          <p:nvSpPr>
            <p:cNvPr id="6" name="Rectangle 5">
              <a:extLst>
                <a:ext uri="{FF2B5EF4-FFF2-40B4-BE49-F238E27FC236}">
                  <a16:creationId xmlns:a16="http://schemas.microsoft.com/office/drawing/2014/main" id="{08501AE6-6504-4184-9443-E89AFACF769D}"/>
                </a:ext>
              </a:extLst>
            </p:cNvPr>
            <p:cNvSpPr/>
            <p:nvPr userDrawn="1"/>
          </p:nvSpPr>
          <p:spPr bwMode="black">
            <a:xfrm rot="10800000">
              <a:off x="6096000" y="4963130"/>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US" sz="1400" dirty="0" err="1">
                <a:solidFill>
                  <a:schemeClr val="tx1"/>
                </a:solidFill>
              </a:endParaRPr>
            </a:p>
          </p:txBody>
        </p:sp>
      </p:grpSp>
      <p:sp>
        <p:nvSpPr>
          <p:cNvPr id="12" name="Rectangle 11">
            <a:extLst>
              <a:ext uri="{FF2B5EF4-FFF2-40B4-BE49-F238E27FC236}">
                <a16:creationId xmlns:a16="http://schemas.microsoft.com/office/drawing/2014/main" id="{67CEE09B-6EE1-4BF2-85A3-DE69E91BC4C6}"/>
              </a:ext>
            </a:extLst>
          </p:cNvPr>
          <p:cNvSpPr/>
          <p:nvPr userDrawn="1"/>
        </p:nvSpPr>
        <p:spPr bwMode="invGray">
          <a:xfrm>
            <a:off x="430214" y="2780879"/>
            <a:ext cx="10152346" cy="1862048"/>
          </a:xfrm>
          <a:prstGeom prst="rect">
            <a:avLst/>
          </a:prstGeom>
        </p:spPr>
        <p:txBody>
          <a:bodyPr wrap="square">
            <a:spAutoFit/>
          </a:bodyPr>
          <a:lstStyle/>
          <a:p>
            <a:pPr algn="ctr"/>
            <a:r>
              <a:rPr lang="en-US" sz="11500" b="1" i="1" noProof="0" dirty="0">
                <a:solidFill>
                  <a:schemeClr val="bg1"/>
                </a:solidFill>
              </a:rPr>
              <a:t>Do not use </a:t>
            </a:r>
            <a:endParaRPr lang="en-US" sz="2000" b="1" i="1" dirty="0"/>
          </a:p>
        </p:txBody>
      </p:sp>
      <p:sp>
        <p:nvSpPr>
          <p:cNvPr id="16" name="Do not use">
            <a:extLst>
              <a:ext uri="{FF2B5EF4-FFF2-40B4-BE49-F238E27FC236}">
                <a16:creationId xmlns:a16="http://schemas.microsoft.com/office/drawing/2014/main" id="{A8FA78FA-4D94-4717-B7C6-6F86378D6B01}"/>
              </a:ext>
            </a:extLst>
          </p:cNvPr>
          <p:cNvSpPr txBox="1"/>
          <p:nvPr userDrawn="1"/>
        </p:nvSpPr>
        <p:spPr bwMode="invGray">
          <a:xfrm>
            <a:off x="430214" y="5186455"/>
            <a:ext cx="11356974" cy="907941"/>
          </a:xfrm>
          <a:prstGeom prst="rect">
            <a:avLst/>
          </a:prstGeom>
          <a:noFill/>
        </p:spPr>
        <p:txBody>
          <a:bodyPr wrap="square" lIns="0" tIns="0" rIns="0" bIns="0" rtlCol="0">
            <a:spAutoFit/>
          </a:bodyPr>
          <a:lstStyle/>
          <a:p>
            <a:pPr marL="0" marR="0" indent="0" algn="ctr" fontAlgn="auto">
              <a:lnSpc>
                <a:spcPct val="100000"/>
              </a:lnSpc>
              <a:spcBef>
                <a:spcPts val="600"/>
              </a:spcBef>
              <a:spcAft>
                <a:spcPts val="0"/>
              </a:spcAft>
              <a:buClr>
                <a:srgbClr val="003755"/>
              </a:buClr>
              <a:buSzTx/>
              <a:buFontTx/>
              <a:buNone/>
              <a:tabLst/>
            </a:pPr>
            <a:r>
              <a:rPr lang="en-US" sz="1800" b="0" noProof="0" dirty="0">
                <a:solidFill>
                  <a:schemeClr val="bg1"/>
                </a:solidFill>
              </a:rPr>
              <a:t>Due to PowerPoint’s standard Copy/Paste functionality extra undesirable layouts can appear.</a:t>
            </a:r>
            <a:endParaRPr lang="en-US" sz="1800" dirty="0"/>
          </a:p>
          <a:p>
            <a:pPr marL="0" marR="0" indent="0" algn="ctr" fontAlgn="auto">
              <a:lnSpc>
                <a:spcPct val="100000"/>
              </a:lnSpc>
              <a:spcBef>
                <a:spcPts val="600"/>
              </a:spcBef>
              <a:spcAft>
                <a:spcPts val="0"/>
              </a:spcAft>
              <a:buClr>
                <a:srgbClr val="003755"/>
              </a:buClr>
              <a:buSzTx/>
              <a:buFontTx/>
              <a:buNone/>
              <a:tabLst/>
            </a:pPr>
            <a:r>
              <a:rPr lang="en-US" sz="1800" b="0" noProof="0" dirty="0">
                <a:solidFill>
                  <a:schemeClr val="bg1"/>
                </a:solidFill>
              </a:rPr>
              <a:t>Also notice: Layouts after this might contain potential confidential information.</a:t>
            </a:r>
            <a:br>
              <a:rPr lang="en-US" sz="1800" b="0" noProof="0" dirty="0">
                <a:solidFill>
                  <a:schemeClr val="bg1"/>
                </a:solidFill>
              </a:rPr>
            </a:br>
            <a:endParaRPr lang="en-US" sz="1800" b="0" noProof="0" dirty="0">
              <a:solidFill>
                <a:schemeClr val="bg1"/>
              </a:solidFill>
            </a:endParaRPr>
          </a:p>
        </p:txBody>
      </p:sp>
      <p:sp>
        <p:nvSpPr>
          <p:cNvPr id="9" name="Date Placeholder 2">
            <a:extLst>
              <a:ext uri="{FF2B5EF4-FFF2-40B4-BE49-F238E27FC236}">
                <a16:creationId xmlns:a16="http://schemas.microsoft.com/office/drawing/2014/main" id="{B12B154D-76F1-409D-A798-AA5203EE7F44}"/>
              </a:ext>
            </a:extLst>
          </p:cNvPr>
          <p:cNvSpPr>
            <a:spLocks noGrp="1"/>
          </p:cNvSpPr>
          <p:nvPr>
            <p:ph type="dt" sz="half" idx="10"/>
          </p:nvPr>
        </p:nvSpPr>
        <p:spPr bwMode="invGray">
          <a:xfrm>
            <a:off x="0" y="6912000"/>
            <a:ext cx="0" cy="0"/>
          </a:xfrm>
          <a:prstGeom prst="rect">
            <a:avLst/>
          </a:prstGeom>
        </p:spPr>
        <p:txBody>
          <a:bodyPr/>
          <a:lstStyle>
            <a:lvl1pPr>
              <a:defRPr>
                <a:noFill/>
              </a:defRPr>
            </a:lvl1pPr>
          </a:lstStyle>
          <a:p>
            <a:fld id="{1898AB6C-F92C-44E8-BB87-DFC9496B9D55}" type="datetime4">
              <a:rPr lang="en-US" smtClean="0"/>
              <a:t>April 26, 2024</a:t>
            </a:fld>
            <a:endParaRPr lang="en-US" dirty="0"/>
          </a:p>
        </p:txBody>
      </p:sp>
      <p:sp>
        <p:nvSpPr>
          <p:cNvPr id="10" name="Footer Placeholder 3">
            <a:extLst>
              <a:ext uri="{FF2B5EF4-FFF2-40B4-BE49-F238E27FC236}">
                <a16:creationId xmlns:a16="http://schemas.microsoft.com/office/drawing/2014/main" id="{7D212C3A-1726-4BC5-8AF1-72D08F6358E7}"/>
              </a:ext>
            </a:extLst>
          </p:cNvPr>
          <p:cNvSpPr>
            <a:spLocks noGrp="1"/>
          </p:cNvSpPr>
          <p:nvPr>
            <p:ph type="ftr" sz="quarter" idx="11"/>
          </p:nvPr>
        </p:nvSpPr>
        <p:spPr bwMode="invGray">
          <a:xfrm>
            <a:off x="0" y="6912000"/>
            <a:ext cx="0" cy="0"/>
          </a:xfrm>
          <a:prstGeom prst="rect">
            <a:avLst/>
          </a:prstGeom>
        </p:spPr>
        <p:txBody>
          <a:bodyPr/>
          <a:lstStyle>
            <a:lvl1pPr>
              <a:defRPr>
                <a:noFill/>
              </a:defRPr>
            </a:lvl1pPr>
          </a:lstStyle>
          <a:p>
            <a:endParaRPr lang="en-US" dirty="0"/>
          </a:p>
        </p:txBody>
      </p:sp>
      <p:sp>
        <p:nvSpPr>
          <p:cNvPr id="11" name="Slide Number Placeholder 4">
            <a:extLst>
              <a:ext uri="{FF2B5EF4-FFF2-40B4-BE49-F238E27FC236}">
                <a16:creationId xmlns:a16="http://schemas.microsoft.com/office/drawing/2014/main" id="{989D5CFC-5012-4F36-B4E7-CE36F67CD235}"/>
              </a:ext>
            </a:extLst>
          </p:cNvPr>
          <p:cNvSpPr>
            <a:spLocks noGrp="1"/>
          </p:cNvSpPr>
          <p:nvPr>
            <p:ph type="sldNum" sz="quarter" idx="12"/>
          </p:nvPr>
        </p:nvSpPr>
        <p:spPr bwMode="invGray">
          <a:xfrm flipV="1">
            <a:off x="0" y="6912000"/>
            <a:ext cx="0" cy="0"/>
          </a:xfrm>
          <a:prstGeom prst="rect">
            <a:avLst/>
          </a:prstGeom>
        </p:spPr>
        <p:txBody>
          <a:bodyPr/>
          <a:lstStyle>
            <a:lvl1pPr>
              <a:defRPr>
                <a:noFill/>
              </a:defRPr>
            </a:lvl1pPr>
          </a:lstStyle>
          <a:p>
            <a:fld id="{24C8C45C-947F-4981-8B3F-4F32E973C901}" type="slidenum">
              <a:rPr lang="en-US" smtClean="0"/>
              <a:pPr/>
              <a:t>‹#›</a:t>
            </a:fld>
            <a:endParaRPr lang="en-US" dirty="0"/>
          </a:p>
        </p:txBody>
      </p:sp>
    </p:spTree>
    <p:extLst>
      <p:ext uri="{BB962C8B-B14F-4D97-AF65-F5344CB8AC3E}">
        <p14:creationId xmlns:p14="http://schemas.microsoft.com/office/powerpoint/2010/main" val="165314624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1_C. Text and Pictu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4C22FDDB-B6BB-2D1D-4EB4-8E54F77638B5}"/>
              </a:ext>
            </a:extLst>
          </p:cNvPr>
          <p:cNvSpPr>
            <a:spLocks noGrp="1"/>
          </p:cNvSpPr>
          <p:nvPr>
            <p:ph type="pic" sz="quarter" idx="16"/>
          </p:nvPr>
        </p:nvSpPr>
        <p:spPr>
          <a:xfrm>
            <a:off x="6918795" y="0"/>
            <a:ext cx="5273207" cy="6678000"/>
          </a:xfrm>
          <a:custGeom>
            <a:avLst/>
            <a:gdLst>
              <a:gd name="connsiteX0" fmla="*/ 1004362 w 5273207"/>
              <a:gd name="connsiteY0" fmla="*/ 0 h 6678000"/>
              <a:gd name="connsiteX1" fmla="*/ 5273207 w 5273207"/>
              <a:gd name="connsiteY1" fmla="*/ 0 h 6678000"/>
              <a:gd name="connsiteX2" fmla="*/ 5273207 w 5273207"/>
              <a:gd name="connsiteY2" fmla="*/ 6678000 h 6678000"/>
              <a:gd name="connsiteX3" fmla="*/ 0 w 5273207"/>
              <a:gd name="connsiteY3" fmla="*/ 6678000 h 6678000"/>
              <a:gd name="connsiteX4" fmla="*/ 23422 w 5273207"/>
              <a:gd name="connsiteY4" fmla="*/ 6301100 h 6678000"/>
              <a:gd name="connsiteX5" fmla="*/ 1022090 w 5273207"/>
              <a:gd name="connsiteY5" fmla="*/ 156870 h 667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07" h="6678000">
                <a:moveTo>
                  <a:pt x="1004362" y="0"/>
                </a:moveTo>
                <a:lnTo>
                  <a:pt x="5273207" y="0"/>
                </a:lnTo>
                <a:lnTo>
                  <a:pt x="5273207" y="6678000"/>
                </a:lnTo>
                <a:lnTo>
                  <a:pt x="0" y="6678000"/>
                </a:lnTo>
                <a:lnTo>
                  <a:pt x="23422" y="6301100"/>
                </a:lnTo>
                <a:cubicBezTo>
                  <a:pt x="204269" y="4293714"/>
                  <a:pt x="1188942" y="2196400"/>
                  <a:pt x="1022090" y="156870"/>
                </a:cubicBezTo>
                <a:close/>
              </a:path>
            </a:pathLst>
          </a:custGeom>
          <a:solidFill>
            <a:schemeClr val="bg1">
              <a:lumMod val="85000"/>
            </a:schemeClr>
          </a:solidFill>
        </p:spPr>
        <p:txBody>
          <a:bodyPr wrap="square" tIns="720000" anchor="ctr" anchorCtr="0">
            <a:noAutofit/>
          </a:bodyPr>
          <a:lstStyle>
            <a:lvl1pPr marL="0" indent="0" algn="ctr">
              <a:buNone/>
              <a:defRPr sz="1600">
                <a:solidFill>
                  <a:schemeClr val="tx1"/>
                </a:solidFill>
              </a:defRPr>
            </a:lvl1pPr>
          </a:lstStyle>
          <a:p>
            <a:r>
              <a:rPr lang="en-US" dirty="0"/>
              <a:t>Click icon to add picture</a:t>
            </a:r>
            <a:endParaRPr lang="en-US"/>
          </a:p>
        </p:txBody>
      </p:sp>
      <p:sp>
        <p:nvSpPr>
          <p:cNvPr id="2" name="Title 1">
            <a:extLst>
              <a:ext uri="{FF2B5EF4-FFF2-40B4-BE49-F238E27FC236}">
                <a16:creationId xmlns:a16="http://schemas.microsoft.com/office/drawing/2014/main" id="{7A0AB066-265C-B73A-A4F8-335B2D5DFB48}"/>
              </a:ext>
            </a:extLst>
          </p:cNvPr>
          <p:cNvSpPr>
            <a:spLocks noGrp="1"/>
          </p:cNvSpPr>
          <p:nvPr>
            <p:ph type="title" hasCustomPrompt="1"/>
          </p:nvPr>
        </p:nvSpPr>
        <p:spPr>
          <a:xfrm>
            <a:off x="360000" y="360000"/>
            <a:ext cx="5647100" cy="1188000"/>
          </a:xfrm>
        </p:spPr>
        <p:txBody>
          <a:bodyPr/>
          <a:lstStyle/>
          <a:p>
            <a:r>
              <a:rPr lang="en-US" dirty="0"/>
              <a:t>Click to add title</a:t>
            </a:r>
          </a:p>
        </p:txBody>
      </p:sp>
      <p:sp>
        <p:nvSpPr>
          <p:cNvPr id="7" name="Content Placeholder 6">
            <a:extLst>
              <a:ext uri="{FF2B5EF4-FFF2-40B4-BE49-F238E27FC236}">
                <a16:creationId xmlns:a16="http://schemas.microsoft.com/office/drawing/2014/main" id="{D7FACA5C-F2B6-2F2B-EB7F-13BB200FF8AB}"/>
              </a:ext>
            </a:extLst>
          </p:cNvPr>
          <p:cNvSpPr>
            <a:spLocks noGrp="1"/>
          </p:cNvSpPr>
          <p:nvPr>
            <p:ph sz="quarter" idx="13" hasCustomPrompt="1"/>
          </p:nvPr>
        </p:nvSpPr>
        <p:spPr>
          <a:xfrm>
            <a:off x="360000" y="1548000"/>
            <a:ext cx="5647100" cy="4377600"/>
          </a:xfrm>
        </p:spPr>
        <p:txBody>
          <a:bodyPr/>
          <a:lstStyle>
            <a:lvl1pPr>
              <a:defRPr/>
            </a:lvl1pPr>
            <a:lvl2pPr marL="360000" indent="-180000">
              <a:defRPr lang="en-US" sz="1600" kern="1200" dirty="0">
                <a:solidFill>
                  <a:schemeClr val="tx2"/>
                </a:solidFill>
                <a:latin typeface="+mn-lt"/>
                <a:ea typeface="+mn-ea"/>
                <a:cs typeface="+mn-cs"/>
              </a:defRPr>
            </a:lvl2pPr>
          </a:lstStyle>
          <a:p>
            <a:pPr lvl="0"/>
            <a:r>
              <a:rPr lang="en-US" noProof="0" dirty="0"/>
              <a:t>Click to add text                                                                                                                                Enter &amp; TAB to view next text style                                                                                                           SHIFT+TAB to view previous text style</a:t>
            </a:r>
            <a:endParaRPr lang="en-US" dirty="0"/>
          </a:p>
          <a:p>
            <a:pPr marL="360000" lvl="1" indent="-180000" algn="l" defTabSz="914400" rtl="0" eaLnBrk="1" latinLnBrk="0" hangingPunct="1">
              <a:lnSpc>
                <a:spcPct val="100000"/>
              </a:lnSpc>
              <a:spcBef>
                <a:spcPts val="0"/>
              </a:spcBef>
              <a:spcAft>
                <a:spcPts val="600"/>
              </a:spcAft>
              <a:buSzPct val="120000"/>
              <a:buFont typeface="Verdana" panose="020B0604030504040204" pitchFamily="34" charset="0"/>
              <a:buChar char="›"/>
            </a:pPr>
            <a:r>
              <a:rPr lang="en-US" noProof="0" dirty="0"/>
              <a:t>Second level</a:t>
            </a:r>
            <a:endParaRPr lang="en-US" dirty="0"/>
          </a:p>
          <a:p>
            <a:pPr lvl="2"/>
            <a:r>
              <a:rPr lang="en-US" noProof="0" dirty="0"/>
              <a:t>Third level</a:t>
            </a:r>
            <a:endParaRPr lang="en-US" dirty="0"/>
          </a:p>
          <a:p>
            <a:pPr lvl="3"/>
            <a:r>
              <a:rPr lang="en-US" noProof="0" dirty="0"/>
              <a:t>Fourth level</a:t>
            </a:r>
            <a:endParaRPr lang="en-US" dirty="0"/>
          </a:p>
          <a:p>
            <a:pPr lvl="4"/>
            <a:r>
              <a:rPr lang="en-US" noProof="0" dirty="0"/>
              <a:t>Fifth level</a:t>
            </a:r>
            <a:endParaRPr lang="en-US" dirty="0"/>
          </a:p>
          <a:p>
            <a:pPr lvl="5"/>
            <a:r>
              <a:rPr lang="en-US" noProof="0" dirty="0"/>
              <a:t>6</a:t>
            </a:r>
            <a:endParaRPr lang="en-US" dirty="0"/>
          </a:p>
          <a:p>
            <a:pPr lvl="6"/>
            <a:r>
              <a:rPr lang="en-US" noProof="0" dirty="0"/>
              <a:t>7</a:t>
            </a:r>
            <a:endParaRPr lang="en-US" dirty="0"/>
          </a:p>
          <a:p>
            <a:pPr lvl="7"/>
            <a:r>
              <a:rPr lang="en-US" noProof="0" dirty="0"/>
              <a:t>8</a:t>
            </a:r>
            <a:endParaRPr lang="en-US" dirty="0"/>
          </a:p>
          <a:p>
            <a:pPr lvl="8"/>
            <a:r>
              <a:rPr lang="en-US" noProof="0" dirty="0"/>
              <a:t>9</a:t>
            </a:r>
            <a:endParaRPr lang="en-US" dirty="0"/>
          </a:p>
        </p:txBody>
      </p:sp>
      <p:sp>
        <p:nvSpPr>
          <p:cNvPr id="4" name="Slide Number Placeholder 3">
            <a:extLst>
              <a:ext uri="{FF2B5EF4-FFF2-40B4-BE49-F238E27FC236}">
                <a16:creationId xmlns:a16="http://schemas.microsoft.com/office/drawing/2014/main" id="{4BF61A42-C183-BC65-7D6E-BBC2454EEFDB}"/>
              </a:ext>
            </a:extLst>
          </p:cNvPr>
          <p:cNvSpPr>
            <a:spLocks noGrp="1"/>
          </p:cNvSpPr>
          <p:nvPr>
            <p:ph type="sldNum" sz="quarter" idx="11"/>
          </p:nvPr>
        </p:nvSpPr>
        <p:spPr/>
        <p:txBody>
          <a:bodyPr/>
          <a:lstStyle>
            <a:lvl1pPr>
              <a:defRPr>
                <a:solidFill>
                  <a:schemeClr val="bg1"/>
                </a:solidFill>
              </a:defRPr>
            </a:lvl1pPr>
          </a:lstStyle>
          <a:p>
            <a:fld id="{23AA811B-2EBD-4900-905E-5BE206449611}" type="slidenum">
              <a:rPr lang="en-US" smtClean="0"/>
              <a:pPr/>
              <a:t>‹#›</a:t>
            </a:fld>
            <a:endParaRPr lang="en-US" dirty="0"/>
          </a:p>
        </p:txBody>
      </p:sp>
      <p:sp>
        <p:nvSpPr>
          <p:cNvPr id="3" name="Subtitle 2">
            <a:extLst>
              <a:ext uri="{FF2B5EF4-FFF2-40B4-BE49-F238E27FC236}">
                <a16:creationId xmlns:a16="http://schemas.microsoft.com/office/drawing/2014/main" id="{5068867B-1563-FB95-7BF6-5B8BF37AE492}"/>
              </a:ext>
            </a:extLst>
          </p:cNvPr>
          <p:cNvSpPr>
            <a:spLocks noGrp="1"/>
          </p:cNvSpPr>
          <p:nvPr>
            <p:ph type="subTitle" idx="1" hasCustomPrompt="1"/>
          </p:nvPr>
        </p:nvSpPr>
        <p:spPr>
          <a:xfrm>
            <a:off x="359998" y="914400"/>
            <a:ext cx="5647100" cy="633600"/>
          </a:xfrm>
        </p:spPr>
        <p:txBody>
          <a:bodyPr anchor="t" anchorCtr="0"/>
          <a:lstStyle>
            <a:lvl1pPr marL="0" indent="0" algn="l">
              <a:lnSpc>
                <a:spcPct val="100000"/>
              </a:lnSpc>
              <a:spcBef>
                <a:spcPts val="0"/>
              </a:spcBef>
              <a:spcAft>
                <a:spcPts val="0"/>
              </a:spcAft>
              <a:buFont typeface="Arial" panose="020B0604020202020204" pitchFamily="34" charset="0"/>
              <a:buChar char="​"/>
              <a:defRPr sz="1700" b="1">
                <a:solidFill>
                  <a:schemeClr val="tx2"/>
                </a:solidFill>
                <a:latin typeface="+mn-lt"/>
              </a:defRPr>
            </a:lvl1pPr>
            <a:lvl2pPr marL="0" indent="0" algn="l">
              <a:lnSpc>
                <a:spcPct val="100000"/>
              </a:lnSpc>
              <a:spcBef>
                <a:spcPts val="0"/>
              </a:spcBef>
              <a:spcAft>
                <a:spcPts val="0"/>
              </a:spcAft>
              <a:buFont typeface="Arial" panose="020B0604020202020204" pitchFamily="34" charset="0"/>
              <a:buChar char="​"/>
              <a:defRPr sz="1999" b="0">
                <a:solidFill>
                  <a:schemeClr val="bg1"/>
                </a:solidFill>
                <a:latin typeface="+mn-lt"/>
              </a:defRPr>
            </a:lvl2pPr>
            <a:lvl3pPr marL="0" indent="0" algn="l">
              <a:lnSpc>
                <a:spcPct val="100000"/>
              </a:lnSpc>
              <a:spcBef>
                <a:spcPts val="0"/>
              </a:spcBef>
              <a:spcAft>
                <a:spcPts val="0"/>
              </a:spcAft>
              <a:buFont typeface="Arial" panose="020B0604020202020204" pitchFamily="34" charset="0"/>
              <a:buChar char="​"/>
              <a:defRPr sz="1999" b="0">
                <a:solidFill>
                  <a:schemeClr val="bg1"/>
                </a:solidFill>
                <a:latin typeface="+mn-lt"/>
              </a:defRPr>
            </a:lvl3pPr>
            <a:lvl4pPr marL="0" indent="0" algn="l">
              <a:lnSpc>
                <a:spcPct val="100000"/>
              </a:lnSpc>
              <a:spcBef>
                <a:spcPts val="0"/>
              </a:spcBef>
              <a:spcAft>
                <a:spcPts val="0"/>
              </a:spcAft>
              <a:buFont typeface="Arial" panose="020B0604020202020204" pitchFamily="34" charset="0"/>
              <a:buChar char="​"/>
              <a:defRPr sz="1999" b="0">
                <a:solidFill>
                  <a:schemeClr val="bg1"/>
                </a:solidFill>
                <a:latin typeface="+mn-lt"/>
              </a:defRPr>
            </a:lvl4pPr>
            <a:lvl5pPr marL="0" indent="0" algn="l">
              <a:lnSpc>
                <a:spcPct val="100000"/>
              </a:lnSpc>
              <a:spcBef>
                <a:spcPts val="0"/>
              </a:spcBef>
              <a:spcAft>
                <a:spcPts val="0"/>
              </a:spcAft>
              <a:buFont typeface="Arial" panose="020B0604020202020204" pitchFamily="34" charset="0"/>
              <a:buChar char="​"/>
              <a:defRPr sz="1999" b="0">
                <a:solidFill>
                  <a:schemeClr val="bg1"/>
                </a:solidFill>
                <a:latin typeface="+mn-lt"/>
              </a:defRPr>
            </a:lvl5pPr>
            <a:lvl6pPr marL="0" indent="0" algn="l">
              <a:lnSpc>
                <a:spcPct val="100000"/>
              </a:lnSpc>
              <a:spcBef>
                <a:spcPts val="0"/>
              </a:spcBef>
              <a:spcAft>
                <a:spcPts val="0"/>
              </a:spcAft>
              <a:buFont typeface="Arial" panose="020B0604020202020204" pitchFamily="34" charset="0"/>
              <a:buChar char="​"/>
              <a:defRPr sz="1999" b="0">
                <a:solidFill>
                  <a:schemeClr val="bg1"/>
                </a:solidFill>
                <a:latin typeface="+mn-lt"/>
              </a:defRPr>
            </a:lvl6pPr>
            <a:lvl7pPr marL="0" indent="0" algn="l">
              <a:lnSpc>
                <a:spcPct val="100000"/>
              </a:lnSpc>
              <a:spcBef>
                <a:spcPts val="0"/>
              </a:spcBef>
              <a:spcAft>
                <a:spcPts val="0"/>
              </a:spcAft>
              <a:buFont typeface="Arial" panose="020B0604020202020204" pitchFamily="34" charset="0"/>
              <a:buChar char="​"/>
              <a:defRPr sz="1999" b="0">
                <a:solidFill>
                  <a:schemeClr val="bg1"/>
                </a:solidFill>
                <a:latin typeface="+mn-lt"/>
              </a:defRPr>
            </a:lvl7pPr>
            <a:lvl8pPr marL="0" indent="0" algn="l">
              <a:lnSpc>
                <a:spcPct val="100000"/>
              </a:lnSpc>
              <a:spcBef>
                <a:spcPts val="0"/>
              </a:spcBef>
              <a:spcAft>
                <a:spcPts val="0"/>
              </a:spcAft>
              <a:buFont typeface="Arial" panose="020B0604020202020204" pitchFamily="34" charset="0"/>
              <a:buChar char="​"/>
              <a:defRPr sz="1999" b="0">
                <a:solidFill>
                  <a:schemeClr val="bg1"/>
                </a:solidFill>
                <a:latin typeface="+mn-lt"/>
              </a:defRPr>
            </a:lvl8pPr>
            <a:lvl9pPr marL="0" indent="0" algn="l">
              <a:lnSpc>
                <a:spcPct val="100000"/>
              </a:lnSpc>
              <a:spcBef>
                <a:spcPts val="0"/>
              </a:spcBef>
              <a:spcAft>
                <a:spcPts val="0"/>
              </a:spcAft>
              <a:buFont typeface="Arial" panose="020B0604020202020204" pitchFamily="34" charset="0"/>
              <a:buChar char="​"/>
              <a:defRPr sz="1999" b="0">
                <a:solidFill>
                  <a:schemeClr val="bg1"/>
                </a:solidFill>
                <a:latin typeface="+mn-lt"/>
              </a:defRPr>
            </a:lvl9pPr>
          </a:lstStyle>
          <a:p>
            <a:r>
              <a:rPr lang="en-US" dirty="0"/>
              <a:t>Click to add subtitle</a:t>
            </a:r>
          </a:p>
        </p:txBody>
      </p:sp>
    </p:spTree>
    <p:extLst>
      <p:ext uri="{BB962C8B-B14F-4D97-AF65-F5344CB8AC3E}">
        <p14:creationId xmlns:p14="http://schemas.microsoft.com/office/powerpoint/2010/main" val="2031759816"/>
      </p:ext>
    </p:extLst>
  </p:cSld>
  <p:clrMapOvr>
    <a:masterClrMapping/>
  </p:clrMapOvr>
  <p:extLst>
    <p:ext uri="{DCECCB84-F9BA-43D5-87BE-67443E8EF086}">
      <p15:sldGuideLst xmlns:p15="http://schemas.microsoft.com/office/powerpoint/2012/main">
        <p15:guide id="1" orient="horz" pos="975">
          <p15:clr>
            <a:srgbClr val="A4A3A4"/>
          </p15:clr>
        </p15:guide>
        <p15:guide id="2" orient="horz" pos="3735">
          <p15:clr>
            <a:srgbClr val="A4A3A4"/>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ags" Target="../tags/tag4.xml"/><Relationship Id="rId50" Type="http://schemas.openxmlformats.org/officeDocument/2006/relationships/tags" Target="../tags/tag7.xml"/><Relationship Id="rId55" Type="http://schemas.openxmlformats.org/officeDocument/2006/relationships/tags" Target="../tags/tag12.xml"/><Relationship Id="rId63" Type="http://schemas.openxmlformats.org/officeDocument/2006/relationships/tags" Target="../tags/tag20.xml"/><Relationship Id="rId68" Type="http://schemas.openxmlformats.org/officeDocument/2006/relationships/image" Target="../media/image2.sv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ags" Target="../tags/tag2.xml"/><Relationship Id="rId53" Type="http://schemas.openxmlformats.org/officeDocument/2006/relationships/tags" Target="../tags/tag10.xml"/><Relationship Id="rId58" Type="http://schemas.openxmlformats.org/officeDocument/2006/relationships/tags" Target="../tags/tag15.xml"/><Relationship Id="rId66" Type="http://schemas.openxmlformats.org/officeDocument/2006/relationships/tags" Target="../tags/tag23.xml"/><Relationship Id="rId5" Type="http://schemas.openxmlformats.org/officeDocument/2006/relationships/slideLayout" Target="../slideLayouts/slideLayout5.xml"/><Relationship Id="rId61" Type="http://schemas.openxmlformats.org/officeDocument/2006/relationships/tags" Target="../tags/tag18.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 Id="rId48" Type="http://schemas.openxmlformats.org/officeDocument/2006/relationships/tags" Target="../tags/tag5.xml"/><Relationship Id="rId56" Type="http://schemas.openxmlformats.org/officeDocument/2006/relationships/tags" Target="../tags/tag13.xml"/><Relationship Id="rId64" Type="http://schemas.openxmlformats.org/officeDocument/2006/relationships/tags" Target="../tags/tag21.xml"/><Relationship Id="rId8" Type="http://schemas.openxmlformats.org/officeDocument/2006/relationships/slideLayout" Target="../slideLayouts/slideLayout8.xml"/><Relationship Id="rId51" Type="http://schemas.openxmlformats.org/officeDocument/2006/relationships/tags" Target="../tags/tag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ags" Target="../tags/tag3.xml"/><Relationship Id="rId59" Type="http://schemas.openxmlformats.org/officeDocument/2006/relationships/tags" Target="../tags/tag16.xml"/><Relationship Id="rId67" Type="http://schemas.openxmlformats.org/officeDocument/2006/relationships/image" Target="../media/image1.png"/><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ags" Target="../tags/tag11.xml"/><Relationship Id="rId62" Type="http://schemas.openxmlformats.org/officeDocument/2006/relationships/tags" Target="../tags/tag19.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ags" Target="../tags/tag6.xml"/><Relationship Id="rId57" Type="http://schemas.openxmlformats.org/officeDocument/2006/relationships/tags" Target="../tags/tag14.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tags" Target="../tags/tag1.xml"/><Relationship Id="rId52" Type="http://schemas.openxmlformats.org/officeDocument/2006/relationships/tags" Target="../tags/tag9.xml"/><Relationship Id="rId60" Type="http://schemas.openxmlformats.org/officeDocument/2006/relationships/tags" Target="../tags/tag17.xml"/><Relationship Id="rId65" Type="http://schemas.openxmlformats.org/officeDocument/2006/relationships/tags" Target="../tags/tag22.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ltGray">
      <p:bgRef idx="1001">
        <a:schemeClr val="bg1"/>
      </p:bgRef>
    </p:bg>
    <p:spTree>
      <p:nvGrpSpPr>
        <p:cNvPr id="1" name=""/>
        <p:cNvGrpSpPr/>
        <p:nvPr/>
      </p:nvGrpSpPr>
      <p:grpSpPr>
        <a:xfrm>
          <a:off x="0" y="0"/>
          <a:ext cx="0" cy="0"/>
          <a:chOff x="0" y="0"/>
          <a:chExt cx="0" cy="0"/>
        </a:xfrm>
      </p:grpSpPr>
      <p:grpSp>
        <p:nvGrpSpPr>
          <p:cNvPr id="33" name="Group guide" hidden="1">
            <a:extLst>
              <a:ext uri="{FF2B5EF4-FFF2-40B4-BE49-F238E27FC236}">
                <a16:creationId xmlns:a16="http://schemas.microsoft.com/office/drawing/2014/main" id="{AF56D866-B789-C130-77E4-8967E377B6C7}"/>
              </a:ext>
            </a:extLst>
          </p:cNvPr>
          <p:cNvGrpSpPr/>
          <p:nvPr userDrawn="1"/>
        </p:nvGrpSpPr>
        <p:grpSpPr>
          <a:xfrm>
            <a:off x="360000" y="359997"/>
            <a:ext cx="11468588" cy="6138003"/>
            <a:chOff x="360000" y="359997"/>
            <a:chExt cx="11468588" cy="6138003"/>
          </a:xfrm>
        </p:grpSpPr>
        <p:sp>
          <p:nvSpPr>
            <p:cNvPr id="6" name="C">
              <a:extLst>
                <a:ext uri="{FF2B5EF4-FFF2-40B4-BE49-F238E27FC236}">
                  <a16:creationId xmlns:a16="http://schemas.microsoft.com/office/drawing/2014/main" id="{1C4B9106-8C42-4FD6-BE41-D1A11D08B0DE}"/>
                </a:ext>
              </a:extLst>
            </p:cNvPr>
            <p:cNvSpPr/>
            <p:nvPr userDrawn="1">
              <p:custDataLst>
                <p:tags r:id="rId44"/>
              </p:custDataLst>
            </p:nvPr>
          </p:nvSpPr>
          <p:spPr>
            <a:xfrm>
              <a:off x="360000" y="360000"/>
              <a:ext cx="791000" cy="6138000"/>
            </a:xfrm>
            <a:prstGeom prst="rect">
              <a:avLst/>
            </a:prstGeom>
            <a:noFill/>
            <a:ln w="3175">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ln w="3175">
                    <a:noFill/>
                  </a:ln>
                  <a:solidFill>
                    <a:srgbClr val="FF0066"/>
                  </a:solidFill>
                </a:rPr>
                <a:t>1</a:t>
              </a:r>
              <a:endParaRPr lang="en-US" dirty="0"/>
            </a:p>
          </p:txBody>
        </p:sp>
        <p:sp>
          <p:nvSpPr>
            <p:cNvPr id="12" name="1-">
              <a:extLst>
                <a:ext uri="{FF2B5EF4-FFF2-40B4-BE49-F238E27FC236}">
                  <a16:creationId xmlns:a16="http://schemas.microsoft.com/office/drawing/2014/main" id="{881042B9-FC01-4F98-ACD8-49BC2F3E922C}"/>
                </a:ext>
              </a:extLst>
            </p:cNvPr>
            <p:cNvSpPr/>
            <p:nvPr userDrawn="1">
              <p:custDataLst>
                <p:tags r:id="rId45"/>
              </p:custDataLst>
            </p:nvPr>
          </p:nvSpPr>
          <p:spPr>
            <a:xfrm>
              <a:off x="1151000" y="360000"/>
              <a:ext cx="180000" cy="6138000"/>
            </a:xfrm>
            <a:prstGeom prst="rect">
              <a:avLst/>
            </a:prstGeom>
            <a:noFill/>
            <a:ln w="3175">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ln w="3175">
                    <a:noFill/>
                  </a:ln>
                  <a:solidFill>
                    <a:srgbClr val="FF0066"/>
                  </a:solidFill>
                </a:rPr>
                <a:t>1</a:t>
              </a:r>
              <a:endParaRPr lang="en-US" dirty="0"/>
            </a:p>
          </p:txBody>
        </p:sp>
        <p:sp>
          <p:nvSpPr>
            <p:cNvPr id="14" name="C">
              <a:extLst>
                <a:ext uri="{FF2B5EF4-FFF2-40B4-BE49-F238E27FC236}">
                  <a16:creationId xmlns:a16="http://schemas.microsoft.com/office/drawing/2014/main" id="{59C7C277-9424-433C-8660-29713F1B7FB3}"/>
                </a:ext>
              </a:extLst>
            </p:cNvPr>
            <p:cNvSpPr/>
            <p:nvPr userDrawn="1">
              <p:custDataLst>
                <p:tags r:id="rId46"/>
              </p:custDataLst>
            </p:nvPr>
          </p:nvSpPr>
          <p:spPr>
            <a:xfrm>
              <a:off x="11037588" y="360000"/>
              <a:ext cx="791000" cy="6138000"/>
            </a:xfrm>
            <a:prstGeom prst="rect">
              <a:avLst/>
            </a:prstGeom>
            <a:noFill/>
            <a:ln w="3175">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ln w="3175">
                    <a:noFill/>
                  </a:ln>
                  <a:solidFill>
                    <a:srgbClr val="FF0066"/>
                  </a:solidFill>
                </a:rPr>
                <a:t>1</a:t>
              </a:r>
              <a:endParaRPr lang="en-US" dirty="0"/>
            </a:p>
          </p:txBody>
        </p:sp>
        <p:sp>
          <p:nvSpPr>
            <p:cNvPr id="16" name="1">
              <a:extLst>
                <a:ext uri="{FF2B5EF4-FFF2-40B4-BE49-F238E27FC236}">
                  <a16:creationId xmlns:a16="http://schemas.microsoft.com/office/drawing/2014/main" id="{AD6D570A-8EAB-4316-A81F-BA83274CE3DF}"/>
                </a:ext>
              </a:extLst>
            </p:cNvPr>
            <p:cNvSpPr/>
            <p:nvPr userDrawn="1">
              <p:custDataLst>
                <p:tags r:id="rId47"/>
              </p:custDataLst>
            </p:nvPr>
          </p:nvSpPr>
          <p:spPr>
            <a:xfrm>
              <a:off x="2123710" y="359997"/>
              <a:ext cx="180000" cy="6137999"/>
            </a:xfrm>
            <a:prstGeom prst="rect">
              <a:avLst/>
            </a:prstGeom>
            <a:noFill/>
            <a:ln w="3175">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ln w="3175">
                    <a:noFill/>
                  </a:ln>
                  <a:solidFill>
                    <a:srgbClr val="FF0066"/>
                  </a:solidFill>
                </a:rPr>
                <a:t>1</a:t>
              </a:r>
              <a:endParaRPr lang="en-US" dirty="0"/>
            </a:p>
          </p:txBody>
        </p:sp>
        <p:sp>
          <p:nvSpPr>
            <p:cNvPr id="18" name="C">
              <a:extLst>
                <a:ext uri="{FF2B5EF4-FFF2-40B4-BE49-F238E27FC236}">
                  <a16:creationId xmlns:a16="http://schemas.microsoft.com/office/drawing/2014/main" id="{AF9B7D13-D0E0-4CE3-8CA5-02630940ED38}"/>
                </a:ext>
              </a:extLst>
            </p:cNvPr>
            <p:cNvSpPr/>
            <p:nvPr userDrawn="1">
              <p:custDataLst>
                <p:tags r:id="rId48"/>
              </p:custDataLst>
            </p:nvPr>
          </p:nvSpPr>
          <p:spPr>
            <a:xfrm>
              <a:off x="10068154" y="360000"/>
              <a:ext cx="791000" cy="6138000"/>
            </a:xfrm>
            <a:prstGeom prst="rect">
              <a:avLst/>
            </a:prstGeom>
            <a:noFill/>
            <a:ln w="3175">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ln w="3175">
                    <a:noFill/>
                  </a:ln>
                  <a:solidFill>
                    <a:srgbClr val="FF0066"/>
                  </a:solidFill>
                </a:rPr>
                <a:t>1</a:t>
              </a:r>
              <a:endParaRPr lang="en-US" dirty="0"/>
            </a:p>
          </p:txBody>
        </p:sp>
        <p:sp>
          <p:nvSpPr>
            <p:cNvPr id="20" name="1">
              <a:extLst>
                <a:ext uri="{FF2B5EF4-FFF2-40B4-BE49-F238E27FC236}">
                  <a16:creationId xmlns:a16="http://schemas.microsoft.com/office/drawing/2014/main" id="{033FDCAC-185D-4077-BE01-7E2E533BA124}"/>
                </a:ext>
              </a:extLst>
            </p:cNvPr>
            <p:cNvSpPr/>
            <p:nvPr userDrawn="1">
              <p:custDataLst>
                <p:tags r:id="rId49"/>
              </p:custDataLst>
            </p:nvPr>
          </p:nvSpPr>
          <p:spPr>
            <a:xfrm>
              <a:off x="3093000" y="359999"/>
              <a:ext cx="180000" cy="6137999"/>
            </a:xfrm>
            <a:prstGeom prst="rect">
              <a:avLst/>
            </a:prstGeom>
            <a:noFill/>
            <a:ln w="3175">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ln w="3175">
                    <a:noFill/>
                  </a:ln>
                  <a:solidFill>
                    <a:srgbClr val="FF0066"/>
                  </a:solidFill>
                </a:rPr>
                <a:t>1</a:t>
              </a:r>
              <a:endParaRPr lang="en-US" dirty="0"/>
            </a:p>
          </p:txBody>
        </p:sp>
        <p:sp>
          <p:nvSpPr>
            <p:cNvPr id="22" name="C">
              <a:extLst>
                <a:ext uri="{FF2B5EF4-FFF2-40B4-BE49-F238E27FC236}">
                  <a16:creationId xmlns:a16="http://schemas.microsoft.com/office/drawing/2014/main" id="{59D95ABC-476B-43DD-B11D-841FD1CCCE12}"/>
                </a:ext>
              </a:extLst>
            </p:cNvPr>
            <p:cNvSpPr/>
            <p:nvPr userDrawn="1">
              <p:custDataLst>
                <p:tags r:id="rId50"/>
              </p:custDataLst>
            </p:nvPr>
          </p:nvSpPr>
          <p:spPr>
            <a:xfrm>
              <a:off x="9098208" y="360000"/>
              <a:ext cx="791000" cy="6138000"/>
            </a:xfrm>
            <a:prstGeom prst="rect">
              <a:avLst/>
            </a:prstGeom>
            <a:noFill/>
            <a:ln w="3175">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ln w="3175">
                    <a:noFill/>
                  </a:ln>
                  <a:solidFill>
                    <a:srgbClr val="FF0066"/>
                  </a:solidFill>
                </a:rPr>
                <a:t>1</a:t>
              </a:r>
              <a:endParaRPr lang="en-US" dirty="0"/>
            </a:p>
          </p:txBody>
        </p:sp>
        <p:sp>
          <p:nvSpPr>
            <p:cNvPr id="24" name="1">
              <a:extLst>
                <a:ext uri="{FF2B5EF4-FFF2-40B4-BE49-F238E27FC236}">
                  <a16:creationId xmlns:a16="http://schemas.microsoft.com/office/drawing/2014/main" id="{5786BE75-81AB-4139-B2E5-FC8F4EB28B66}"/>
                </a:ext>
              </a:extLst>
            </p:cNvPr>
            <p:cNvSpPr/>
            <p:nvPr userDrawn="1">
              <p:custDataLst>
                <p:tags r:id="rId51"/>
              </p:custDataLst>
            </p:nvPr>
          </p:nvSpPr>
          <p:spPr>
            <a:xfrm>
              <a:off x="4064045" y="359999"/>
              <a:ext cx="180000" cy="6137999"/>
            </a:xfrm>
            <a:prstGeom prst="rect">
              <a:avLst/>
            </a:prstGeom>
            <a:noFill/>
            <a:ln w="3175">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ln w="3175">
                    <a:noFill/>
                  </a:ln>
                  <a:solidFill>
                    <a:srgbClr val="FF0066"/>
                  </a:solidFill>
                </a:rPr>
                <a:t>1</a:t>
              </a:r>
              <a:endParaRPr lang="en-US" dirty="0"/>
            </a:p>
          </p:txBody>
        </p:sp>
        <p:sp>
          <p:nvSpPr>
            <p:cNvPr id="26" name="C">
              <a:extLst>
                <a:ext uri="{FF2B5EF4-FFF2-40B4-BE49-F238E27FC236}">
                  <a16:creationId xmlns:a16="http://schemas.microsoft.com/office/drawing/2014/main" id="{129A9A3B-B084-4187-8ACA-4F0D6C08FE4E}"/>
                </a:ext>
              </a:extLst>
            </p:cNvPr>
            <p:cNvSpPr/>
            <p:nvPr userDrawn="1">
              <p:custDataLst>
                <p:tags r:id="rId52"/>
              </p:custDataLst>
            </p:nvPr>
          </p:nvSpPr>
          <p:spPr>
            <a:xfrm>
              <a:off x="8128823" y="360000"/>
              <a:ext cx="791000" cy="6138000"/>
            </a:xfrm>
            <a:prstGeom prst="rect">
              <a:avLst/>
            </a:prstGeom>
            <a:noFill/>
            <a:ln w="3175">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ln w="3175">
                    <a:noFill/>
                  </a:ln>
                  <a:solidFill>
                    <a:srgbClr val="FF0066"/>
                  </a:solidFill>
                </a:rPr>
                <a:t>1</a:t>
              </a:r>
              <a:endParaRPr lang="en-US" dirty="0"/>
            </a:p>
          </p:txBody>
        </p:sp>
        <p:sp>
          <p:nvSpPr>
            <p:cNvPr id="28" name="1">
              <a:extLst>
                <a:ext uri="{FF2B5EF4-FFF2-40B4-BE49-F238E27FC236}">
                  <a16:creationId xmlns:a16="http://schemas.microsoft.com/office/drawing/2014/main" id="{DEC24EF5-2922-409A-98A1-4BE1189C8532}"/>
                </a:ext>
              </a:extLst>
            </p:cNvPr>
            <p:cNvSpPr/>
            <p:nvPr userDrawn="1">
              <p:custDataLst>
                <p:tags r:id="rId53"/>
              </p:custDataLst>
            </p:nvPr>
          </p:nvSpPr>
          <p:spPr>
            <a:xfrm>
              <a:off x="5035045" y="359999"/>
              <a:ext cx="180000" cy="6137999"/>
            </a:xfrm>
            <a:prstGeom prst="rect">
              <a:avLst/>
            </a:prstGeom>
            <a:noFill/>
            <a:ln w="3175">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ln w="3175">
                    <a:noFill/>
                  </a:ln>
                  <a:solidFill>
                    <a:srgbClr val="FF0066"/>
                  </a:solidFill>
                </a:rPr>
                <a:t>1</a:t>
              </a:r>
              <a:endParaRPr lang="en-US" dirty="0"/>
            </a:p>
          </p:txBody>
        </p:sp>
        <p:sp>
          <p:nvSpPr>
            <p:cNvPr id="30" name="C">
              <a:extLst>
                <a:ext uri="{FF2B5EF4-FFF2-40B4-BE49-F238E27FC236}">
                  <a16:creationId xmlns:a16="http://schemas.microsoft.com/office/drawing/2014/main" id="{9E90051A-07FE-4055-B29A-3240854D0EDD}"/>
                </a:ext>
              </a:extLst>
            </p:cNvPr>
            <p:cNvSpPr/>
            <p:nvPr userDrawn="1">
              <p:custDataLst>
                <p:tags r:id="rId54"/>
              </p:custDataLst>
            </p:nvPr>
          </p:nvSpPr>
          <p:spPr>
            <a:xfrm>
              <a:off x="7157321" y="360000"/>
              <a:ext cx="791000" cy="6138000"/>
            </a:xfrm>
            <a:prstGeom prst="rect">
              <a:avLst/>
            </a:prstGeom>
            <a:noFill/>
            <a:ln w="3175">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ln w="3175">
                    <a:noFill/>
                  </a:ln>
                  <a:solidFill>
                    <a:srgbClr val="FF0066"/>
                  </a:solidFill>
                </a:rPr>
                <a:t>1</a:t>
              </a:r>
              <a:endParaRPr lang="en-US" dirty="0"/>
            </a:p>
          </p:txBody>
        </p:sp>
        <p:sp>
          <p:nvSpPr>
            <p:cNvPr id="32" name="1">
              <a:extLst>
                <a:ext uri="{FF2B5EF4-FFF2-40B4-BE49-F238E27FC236}">
                  <a16:creationId xmlns:a16="http://schemas.microsoft.com/office/drawing/2014/main" id="{A3700F78-6579-4287-82B2-6DFA45008FBC}"/>
                </a:ext>
              </a:extLst>
            </p:cNvPr>
            <p:cNvSpPr/>
            <p:nvPr userDrawn="1">
              <p:custDataLst>
                <p:tags r:id="rId55"/>
              </p:custDataLst>
            </p:nvPr>
          </p:nvSpPr>
          <p:spPr>
            <a:xfrm>
              <a:off x="6007384" y="359999"/>
              <a:ext cx="180000" cy="6137999"/>
            </a:xfrm>
            <a:prstGeom prst="rect">
              <a:avLst/>
            </a:prstGeom>
            <a:noFill/>
            <a:ln w="3175">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ln w="3175">
                    <a:noFill/>
                  </a:ln>
                  <a:solidFill>
                    <a:srgbClr val="FF0066"/>
                  </a:solidFill>
                </a:rPr>
                <a:t>1</a:t>
              </a:r>
              <a:endParaRPr lang="en-US" dirty="0"/>
            </a:p>
          </p:txBody>
        </p:sp>
        <p:sp>
          <p:nvSpPr>
            <p:cNvPr id="34" name="C">
              <a:extLst>
                <a:ext uri="{FF2B5EF4-FFF2-40B4-BE49-F238E27FC236}">
                  <a16:creationId xmlns:a16="http://schemas.microsoft.com/office/drawing/2014/main" id="{1DA00B94-1AAF-46A9-9411-BB34A0426C6A}"/>
                </a:ext>
              </a:extLst>
            </p:cNvPr>
            <p:cNvSpPr/>
            <p:nvPr userDrawn="1">
              <p:custDataLst>
                <p:tags r:id="rId56"/>
              </p:custDataLst>
            </p:nvPr>
          </p:nvSpPr>
          <p:spPr>
            <a:xfrm>
              <a:off x="6186045" y="360000"/>
              <a:ext cx="791000" cy="6138000"/>
            </a:xfrm>
            <a:prstGeom prst="rect">
              <a:avLst/>
            </a:prstGeom>
            <a:noFill/>
            <a:ln w="3175">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ln w="3175">
                    <a:noFill/>
                  </a:ln>
                  <a:solidFill>
                    <a:srgbClr val="FF0066"/>
                  </a:solidFill>
                </a:rPr>
                <a:t>1</a:t>
              </a:r>
              <a:endParaRPr lang="en-US" dirty="0"/>
            </a:p>
          </p:txBody>
        </p:sp>
        <p:sp>
          <p:nvSpPr>
            <p:cNvPr id="36" name="1">
              <a:extLst>
                <a:ext uri="{FF2B5EF4-FFF2-40B4-BE49-F238E27FC236}">
                  <a16:creationId xmlns:a16="http://schemas.microsoft.com/office/drawing/2014/main" id="{ECDF4EC4-C654-4CC0-A697-7C7F76265642}"/>
                </a:ext>
              </a:extLst>
            </p:cNvPr>
            <p:cNvSpPr/>
            <p:nvPr userDrawn="1">
              <p:custDataLst>
                <p:tags r:id="rId57"/>
              </p:custDataLst>
            </p:nvPr>
          </p:nvSpPr>
          <p:spPr>
            <a:xfrm>
              <a:off x="6975706" y="359999"/>
              <a:ext cx="180000" cy="6137999"/>
            </a:xfrm>
            <a:prstGeom prst="rect">
              <a:avLst/>
            </a:prstGeom>
            <a:noFill/>
            <a:ln w="3175">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ln w="3175">
                    <a:noFill/>
                  </a:ln>
                  <a:solidFill>
                    <a:srgbClr val="FF0066"/>
                  </a:solidFill>
                </a:rPr>
                <a:t>1</a:t>
              </a:r>
              <a:endParaRPr lang="en-US" dirty="0"/>
            </a:p>
          </p:txBody>
        </p:sp>
        <p:sp>
          <p:nvSpPr>
            <p:cNvPr id="38" name="C">
              <a:extLst>
                <a:ext uri="{FF2B5EF4-FFF2-40B4-BE49-F238E27FC236}">
                  <a16:creationId xmlns:a16="http://schemas.microsoft.com/office/drawing/2014/main" id="{6A79D1EE-D920-468B-9064-1E73DB948D90}"/>
                </a:ext>
              </a:extLst>
            </p:cNvPr>
            <p:cNvSpPr/>
            <p:nvPr userDrawn="1">
              <p:custDataLst>
                <p:tags r:id="rId58"/>
              </p:custDataLst>
            </p:nvPr>
          </p:nvSpPr>
          <p:spPr>
            <a:xfrm>
              <a:off x="5216285" y="360000"/>
              <a:ext cx="791000" cy="6138000"/>
            </a:xfrm>
            <a:prstGeom prst="rect">
              <a:avLst/>
            </a:prstGeom>
            <a:noFill/>
            <a:ln w="3175">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ln w="3175">
                    <a:noFill/>
                  </a:ln>
                  <a:solidFill>
                    <a:srgbClr val="FF0066"/>
                  </a:solidFill>
                </a:rPr>
                <a:t>1</a:t>
              </a:r>
              <a:endParaRPr lang="en-US" dirty="0"/>
            </a:p>
          </p:txBody>
        </p:sp>
        <p:sp>
          <p:nvSpPr>
            <p:cNvPr id="40" name="1">
              <a:extLst>
                <a:ext uri="{FF2B5EF4-FFF2-40B4-BE49-F238E27FC236}">
                  <a16:creationId xmlns:a16="http://schemas.microsoft.com/office/drawing/2014/main" id="{B375DE0F-1FC3-4AAD-B356-C9A3A482C506}"/>
                </a:ext>
              </a:extLst>
            </p:cNvPr>
            <p:cNvSpPr/>
            <p:nvPr userDrawn="1">
              <p:custDataLst>
                <p:tags r:id="rId59"/>
              </p:custDataLst>
            </p:nvPr>
          </p:nvSpPr>
          <p:spPr>
            <a:xfrm>
              <a:off x="7948823" y="359999"/>
              <a:ext cx="180000" cy="6137999"/>
            </a:xfrm>
            <a:prstGeom prst="rect">
              <a:avLst/>
            </a:prstGeom>
            <a:noFill/>
            <a:ln w="3175">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ln w="3175">
                    <a:noFill/>
                  </a:ln>
                  <a:solidFill>
                    <a:srgbClr val="FF0066"/>
                  </a:solidFill>
                </a:rPr>
                <a:t>1</a:t>
              </a:r>
              <a:endParaRPr lang="en-US" dirty="0"/>
            </a:p>
          </p:txBody>
        </p:sp>
        <p:sp>
          <p:nvSpPr>
            <p:cNvPr id="42" name="C">
              <a:extLst>
                <a:ext uri="{FF2B5EF4-FFF2-40B4-BE49-F238E27FC236}">
                  <a16:creationId xmlns:a16="http://schemas.microsoft.com/office/drawing/2014/main" id="{82A4A22E-F58E-400A-BF42-0B345083C2DA}"/>
                </a:ext>
              </a:extLst>
            </p:cNvPr>
            <p:cNvSpPr/>
            <p:nvPr userDrawn="1">
              <p:custDataLst>
                <p:tags r:id="rId60"/>
              </p:custDataLst>
            </p:nvPr>
          </p:nvSpPr>
          <p:spPr>
            <a:xfrm>
              <a:off x="4244265" y="360000"/>
              <a:ext cx="791000" cy="6138000"/>
            </a:xfrm>
            <a:prstGeom prst="rect">
              <a:avLst/>
            </a:prstGeom>
            <a:noFill/>
            <a:ln w="3175">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ln w="3175">
                    <a:noFill/>
                  </a:ln>
                  <a:solidFill>
                    <a:srgbClr val="FF0066"/>
                  </a:solidFill>
                </a:rPr>
                <a:t>1</a:t>
              </a:r>
              <a:endParaRPr lang="en-US" dirty="0"/>
            </a:p>
          </p:txBody>
        </p:sp>
        <p:sp>
          <p:nvSpPr>
            <p:cNvPr id="44" name="1">
              <a:extLst>
                <a:ext uri="{FF2B5EF4-FFF2-40B4-BE49-F238E27FC236}">
                  <a16:creationId xmlns:a16="http://schemas.microsoft.com/office/drawing/2014/main" id="{18F2331C-BB65-4FCB-BB33-C3286B6868D4}"/>
                </a:ext>
              </a:extLst>
            </p:cNvPr>
            <p:cNvSpPr/>
            <p:nvPr userDrawn="1">
              <p:custDataLst>
                <p:tags r:id="rId61"/>
              </p:custDataLst>
            </p:nvPr>
          </p:nvSpPr>
          <p:spPr>
            <a:xfrm>
              <a:off x="8918208" y="359999"/>
              <a:ext cx="180000" cy="6137999"/>
            </a:xfrm>
            <a:prstGeom prst="rect">
              <a:avLst/>
            </a:prstGeom>
            <a:noFill/>
            <a:ln w="3175">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ln w="3175">
                    <a:noFill/>
                  </a:ln>
                  <a:solidFill>
                    <a:srgbClr val="FF0066"/>
                  </a:solidFill>
                </a:rPr>
                <a:t>1</a:t>
              </a:r>
              <a:endParaRPr lang="en-US" dirty="0"/>
            </a:p>
          </p:txBody>
        </p:sp>
        <p:sp>
          <p:nvSpPr>
            <p:cNvPr id="46" name="C">
              <a:extLst>
                <a:ext uri="{FF2B5EF4-FFF2-40B4-BE49-F238E27FC236}">
                  <a16:creationId xmlns:a16="http://schemas.microsoft.com/office/drawing/2014/main" id="{0B31BD39-E957-4B61-99A5-4BA424B9346E}"/>
                </a:ext>
              </a:extLst>
            </p:cNvPr>
            <p:cNvSpPr/>
            <p:nvPr userDrawn="1">
              <p:custDataLst>
                <p:tags r:id="rId62"/>
              </p:custDataLst>
            </p:nvPr>
          </p:nvSpPr>
          <p:spPr>
            <a:xfrm>
              <a:off x="3273411" y="360000"/>
              <a:ext cx="791000" cy="6138000"/>
            </a:xfrm>
            <a:prstGeom prst="rect">
              <a:avLst/>
            </a:prstGeom>
            <a:noFill/>
            <a:ln w="3175">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ln w="3175">
                    <a:noFill/>
                  </a:ln>
                  <a:solidFill>
                    <a:srgbClr val="FF0066"/>
                  </a:solidFill>
                </a:rPr>
                <a:t>1</a:t>
              </a:r>
              <a:endParaRPr lang="en-US" dirty="0"/>
            </a:p>
          </p:txBody>
        </p:sp>
        <p:sp>
          <p:nvSpPr>
            <p:cNvPr id="48" name="1">
              <a:extLst>
                <a:ext uri="{FF2B5EF4-FFF2-40B4-BE49-F238E27FC236}">
                  <a16:creationId xmlns:a16="http://schemas.microsoft.com/office/drawing/2014/main" id="{51C7EEDE-B06B-4A00-9549-E9285576C892}"/>
                </a:ext>
              </a:extLst>
            </p:cNvPr>
            <p:cNvSpPr/>
            <p:nvPr userDrawn="1">
              <p:custDataLst>
                <p:tags r:id="rId63"/>
              </p:custDataLst>
            </p:nvPr>
          </p:nvSpPr>
          <p:spPr>
            <a:xfrm>
              <a:off x="10859298" y="359998"/>
              <a:ext cx="180000" cy="6137999"/>
            </a:xfrm>
            <a:prstGeom prst="rect">
              <a:avLst/>
            </a:prstGeom>
            <a:noFill/>
            <a:ln w="3175">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ln w="3175">
                    <a:noFill/>
                  </a:ln>
                  <a:solidFill>
                    <a:srgbClr val="FF0066"/>
                  </a:solidFill>
                </a:rPr>
                <a:t>1</a:t>
              </a:r>
              <a:endParaRPr lang="en-US" dirty="0"/>
            </a:p>
          </p:txBody>
        </p:sp>
        <p:sp>
          <p:nvSpPr>
            <p:cNvPr id="50" name="C">
              <a:extLst>
                <a:ext uri="{FF2B5EF4-FFF2-40B4-BE49-F238E27FC236}">
                  <a16:creationId xmlns:a16="http://schemas.microsoft.com/office/drawing/2014/main" id="{346FE888-2B04-40EA-9D03-3CBF808A53C4}"/>
                </a:ext>
              </a:extLst>
            </p:cNvPr>
            <p:cNvSpPr/>
            <p:nvPr userDrawn="1">
              <p:custDataLst>
                <p:tags r:id="rId64"/>
              </p:custDataLst>
            </p:nvPr>
          </p:nvSpPr>
          <p:spPr>
            <a:xfrm>
              <a:off x="2301978" y="360000"/>
              <a:ext cx="791000" cy="6138000"/>
            </a:xfrm>
            <a:prstGeom prst="rect">
              <a:avLst/>
            </a:prstGeom>
            <a:noFill/>
            <a:ln w="3175">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ln w="3175">
                    <a:noFill/>
                  </a:ln>
                  <a:solidFill>
                    <a:srgbClr val="FF0066"/>
                  </a:solidFill>
                </a:rPr>
                <a:t>1</a:t>
              </a:r>
              <a:endParaRPr lang="en-US" dirty="0"/>
            </a:p>
          </p:txBody>
        </p:sp>
        <p:sp>
          <p:nvSpPr>
            <p:cNvPr id="52" name="1">
              <a:extLst>
                <a:ext uri="{FF2B5EF4-FFF2-40B4-BE49-F238E27FC236}">
                  <a16:creationId xmlns:a16="http://schemas.microsoft.com/office/drawing/2014/main" id="{8ED580F1-63D4-4934-8F07-895D75D68EFC}"/>
                </a:ext>
              </a:extLst>
            </p:cNvPr>
            <p:cNvSpPr/>
            <p:nvPr userDrawn="1">
              <p:custDataLst>
                <p:tags r:id="rId65"/>
              </p:custDataLst>
            </p:nvPr>
          </p:nvSpPr>
          <p:spPr>
            <a:xfrm>
              <a:off x="9889710" y="359999"/>
              <a:ext cx="180000" cy="6137999"/>
            </a:xfrm>
            <a:prstGeom prst="rect">
              <a:avLst/>
            </a:prstGeom>
            <a:noFill/>
            <a:ln w="3175">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ln w="3175">
                    <a:noFill/>
                  </a:ln>
                  <a:solidFill>
                    <a:srgbClr val="FF0066"/>
                  </a:solidFill>
                </a:rPr>
                <a:t>1</a:t>
              </a:r>
              <a:endParaRPr lang="en-US" dirty="0"/>
            </a:p>
          </p:txBody>
        </p:sp>
        <p:sp>
          <p:nvSpPr>
            <p:cNvPr id="54" name="C">
              <a:extLst>
                <a:ext uri="{FF2B5EF4-FFF2-40B4-BE49-F238E27FC236}">
                  <a16:creationId xmlns:a16="http://schemas.microsoft.com/office/drawing/2014/main" id="{64E6E6C5-4F17-4E72-A63A-4DC01755A9FF}"/>
                </a:ext>
              </a:extLst>
            </p:cNvPr>
            <p:cNvSpPr/>
            <p:nvPr userDrawn="1">
              <p:custDataLst>
                <p:tags r:id="rId66"/>
              </p:custDataLst>
            </p:nvPr>
          </p:nvSpPr>
          <p:spPr>
            <a:xfrm>
              <a:off x="1331000" y="360000"/>
              <a:ext cx="791000" cy="6138000"/>
            </a:xfrm>
            <a:prstGeom prst="rect">
              <a:avLst/>
            </a:prstGeom>
            <a:noFill/>
            <a:ln w="3175">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ln w="3175">
                    <a:noFill/>
                  </a:ln>
                  <a:solidFill>
                    <a:srgbClr val="FF0066"/>
                  </a:solidFill>
                </a:rPr>
                <a:t>1</a:t>
              </a:r>
              <a:endParaRPr lang="en-US" dirty="0"/>
            </a:p>
          </p:txBody>
        </p:sp>
      </p:grpSp>
      <p:sp>
        <p:nvSpPr>
          <p:cNvPr id="2" name="Dynamic legal" descr="{&quot;templafy&quot;:{&quot;id&quot;:&quot;a0528cb3-dc5a-4567-919c-140d6bfe71fe&quot;}}">
            <a:extLst>
              <a:ext uri="{FF2B5EF4-FFF2-40B4-BE49-F238E27FC236}">
                <a16:creationId xmlns:a16="http://schemas.microsoft.com/office/drawing/2014/main" id="{0893D05B-A6A8-D2E4-8BA6-4BD65C444FDC}"/>
              </a:ext>
            </a:extLst>
          </p:cNvPr>
          <p:cNvSpPr txBox="1"/>
          <p:nvPr userDrawn="1"/>
        </p:nvSpPr>
        <p:spPr>
          <a:xfrm>
            <a:off x="-1588" y="6678000"/>
            <a:ext cx="12193588" cy="180000"/>
          </a:xfrm>
          <a:prstGeom prst="rect">
            <a:avLst/>
          </a:prstGeom>
          <a:solidFill>
            <a:srgbClr val="110081"/>
          </a:solidFill>
          <a:ln>
            <a:noFill/>
          </a:ln>
        </p:spPr>
        <p:txBody>
          <a:bodyPr wrap="square" lIns="0" tIns="0" rIns="0" bIns="0" anchor="ctr" anchorCtr="0">
            <a:noAutofit/>
          </a:bodyPr>
          <a:lstStyle/>
          <a:p>
            <a:pPr algn="ctr"/>
            <a:r>
              <a:rPr lang="en-US" sz="1000" dirty="0">
                <a:solidFill>
                  <a:srgbClr val="FFFFFF"/>
                </a:solidFill>
                <a:latin typeface="Arial Narrow" panose="020B0606020202030204" pitchFamily="34" charset="0"/>
              </a:rPr>
              <a:t>Confidential, unpublished property of Cigna Healthcare. Do not duplicate or distribute. Use and distribution limited solely to authorized personnel. © 2023 Cigna Healthcare</a:t>
            </a:r>
          </a:p>
        </p:txBody>
      </p:sp>
      <p:sp>
        <p:nvSpPr>
          <p:cNvPr id="5" name="Dynmic Internal use only" descr="{&quot;templafy&quot;:{&quot;id&quot;:&quot;518c53a5-e2ff-4c6a-8c76-2d174e86cdc7&quot;}}" hidden="1" title="Form.Cigna_Confidentiality.Cigna_healthcareConfidentiality">
            <a:extLst>
              <a:ext uri="{FF2B5EF4-FFF2-40B4-BE49-F238E27FC236}">
                <a16:creationId xmlns:a16="http://schemas.microsoft.com/office/drawing/2014/main" id="{6898D8C0-70A7-8B0E-B476-D6CFB5D968C9}"/>
              </a:ext>
            </a:extLst>
          </p:cNvPr>
          <p:cNvSpPr/>
          <p:nvPr userDrawn="1"/>
        </p:nvSpPr>
        <p:spPr>
          <a:xfrm>
            <a:off x="10859153" y="6678000"/>
            <a:ext cx="973257"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r"/>
            <a:endParaRPr lang="en-US" sz="1000" kern="1200" noProof="0" dirty="0">
              <a:solidFill>
                <a:srgbClr val="FFFFFF"/>
              </a:solidFill>
              <a:latin typeface="Arial Narrow" panose="020B0606020202030204" pitchFamily="34" charset="0"/>
              <a:ea typeface="+mn-ea"/>
              <a:cs typeface="+mn-cs"/>
            </a:endParaRPr>
          </a:p>
        </p:txBody>
      </p:sp>
      <p:pic>
        <p:nvPicPr>
          <p:cNvPr id="35" name="Logo">
            <a:extLst>
              <a:ext uri="{FF2B5EF4-FFF2-40B4-BE49-F238E27FC236}">
                <a16:creationId xmlns:a16="http://schemas.microsoft.com/office/drawing/2014/main" id="{6D84D65A-09B0-E86C-A9C7-85A161713406}"/>
              </a:ext>
            </a:extLst>
          </p:cNvPr>
          <p:cNvPicPr>
            <a:picLocks noChangeAspect="1"/>
          </p:cNvPicPr>
          <p:nvPr userDrawn="1"/>
        </p:nvPicPr>
        <p:blipFill>
          <a:blip r:embed="rId67" cstate="screen">
            <a:extLst>
              <a:ext uri="{28A0092B-C50C-407E-A947-70E740481C1C}">
                <a14:useLocalDpi xmlns:a14="http://schemas.microsoft.com/office/drawing/2010/main"/>
              </a:ext>
              <a:ext uri="{96DAC541-7B7A-43D3-8B79-37D633B846F1}">
                <asvg:svgBlip xmlns:asvg="http://schemas.microsoft.com/office/drawing/2016/SVG/main" r:embed="rId68"/>
              </a:ext>
            </a:extLst>
          </a:blip>
          <a:srcRect/>
          <a:stretch/>
        </p:blipFill>
        <p:spPr>
          <a:xfrm>
            <a:off x="360000" y="6067943"/>
            <a:ext cx="792000" cy="430177"/>
          </a:xfrm>
          <a:prstGeom prst="rect">
            <a:avLst/>
          </a:prstGeom>
        </p:spPr>
      </p:pic>
      <p:sp>
        <p:nvSpPr>
          <p:cNvPr id="3" name="Text Placeholder 2"/>
          <p:cNvSpPr>
            <a:spLocks noGrp="1"/>
          </p:cNvSpPr>
          <p:nvPr>
            <p:ph type="body" idx="1"/>
          </p:nvPr>
        </p:nvSpPr>
        <p:spPr>
          <a:xfrm>
            <a:off x="360000" y="1548000"/>
            <a:ext cx="11472411" cy="4377600"/>
          </a:xfrm>
          <a:prstGeom prst="rect">
            <a:avLst/>
          </a:prstGeom>
        </p:spPr>
        <p:txBody>
          <a:bodyPr vert="horz" lIns="0" tIns="0" rIns="0" bIns="0" rtlCol="0">
            <a:noAutofit/>
          </a:bodyPr>
          <a:lstStyle/>
          <a:p>
            <a:pPr lvl="0"/>
            <a:r>
              <a:rPr lang="en-US" noProof="0" dirty="0"/>
              <a:t>Level 1</a:t>
            </a:r>
            <a:endParaRPr lang="en-US" dirty="0"/>
          </a:p>
          <a:p>
            <a:pPr marL="360000" lvl="1" indent="-180000" algn="l" defTabSz="914400" rtl="0" eaLnBrk="1" latinLnBrk="0" hangingPunct="1">
              <a:lnSpc>
                <a:spcPct val="100000"/>
              </a:lnSpc>
              <a:spcBef>
                <a:spcPts val="0"/>
              </a:spcBef>
              <a:spcAft>
                <a:spcPts val="600"/>
              </a:spcAft>
              <a:buSzPct val="120000"/>
              <a:buFont typeface="Verdana" panose="020B0604030504040204" pitchFamily="34" charset="0"/>
              <a:buChar char="›"/>
            </a:pPr>
            <a:r>
              <a:rPr lang="en-US" noProof="0" dirty="0"/>
              <a:t>Level 2</a:t>
            </a:r>
            <a:endParaRPr lang="en-US" dirty="0"/>
          </a:p>
          <a:p>
            <a:pPr lvl="2"/>
            <a:r>
              <a:rPr lang="en-US" noProof="0" dirty="0"/>
              <a:t>Level 3</a:t>
            </a:r>
            <a:endParaRPr lang="en-US" dirty="0"/>
          </a:p>
          <a:p>
            <a:pPr lvl="3"/>
            <a:r>
              <a:rPr lang="en-US" noProof="0" dirty="0"/>
              <a:t>Level 4, Header</a:t>
            </a:r>
            <a:endParaRPr lang="en-US" dirty="0"/>
          </a:p>
          <a:p>
            <a:pPr lvl="4"/>
            <a:r>
              <a:rPr lang="en-US" noProof="0" dirty="0"/>
              <a:t>Level 5, Body</a:t>
            </a:r>
            <a:endParaRPr lang="en-US" dirty="0"/>
          </a:p>
          <a:p>
            <a:pPr lvl="5"/>
            <a:r>
              <a:rPr lang="en-US" noProof="0" dirty="0"/>
              <a:t>Level 6</a:t>
            </a:r>
            <a:endParaRPr lang="en-US" dirty="0"/>
          </a:p>
          <a:p>
            <a:pPr lvl="6"/>
            <a:r>
              <a:rPr lang="en-US" noProof="0" dirty="0"/>
              <a:t>Level 7, Small Header</a:t>
            </a:r>
            <a:endParaRPr lang="en-US" dirty="0"/>
          </a:p>
          <a:p>
            <a:pPr lvl="7"/>
            <a:r>
              <a:rPr lang="en-US" noProof="0" dirty="0"/>
              <a:t>Level 8, Small Body</a:t>
            </a:r>
            <a:endParaRPr lang="en-US" dirty="0"/>
          </a:p>
          <a:p>
            <a:pPr lvl="8"/>
            <a:r>
              <a:rPr lang="en-US" noProof="0" dirty="0"/>
              <a:t>Level 9, Infographic</a:t>
            </a:r>
            <a:endParaRPr lang="en-US" dirty="0"/>
          </a:p>
        </p:txBody>
      </p:sp>
      <p:sp>
        <p:nvSpPr>
          <p:cNvPr id="7" name="Title Placeholder 6">
            <a:extLst>
              <a:ext uri="{FF2B5EF4-FFF2-40B4-BE49-F238E27FC236}">
                <a16:creationId xmlns:a16="http://schemas.microsoft.com/office/drawing/2014/main" id="{C9392247-CE23-49BB-A39E-64C7575BE478}"/>
              </a:ext>
            </a:extLst>
          </p:cNvPr>
          <p:cNvSpPr>
            <a:spLocks noGrp="1"/>
          </p:cNvSpPr>
          <p:nvPr>
            <p:ph type="title"/>
          </p:nvPr>
        </p:nvSpPr>
        <p:spPr>
          <a:xfrm>
            <a:off x="360000" y="360000"/>
            <a:ext cx="11473200" cy="1188000"/>
          </a:xfrm>
          <a:prstGeom prst="rect">
            <a:avLst/>
          </a:prstGeom>
        </p:spPr>
        <p:txBody>
          <a:bodyPr vert="horz" lIns="0" tIns="0" rIns="0" bIns="0" rtlCol="0" anchor="t" anchorCtr="0">
            <a:noAutofit/>
          </a:bodyPr>
          <a:lstStyle/>
          <a:p>
            <a:r>
              <a:rPr lang="en-US" dirty="0"/>
              <a:t>Click to add title</a:t>
            </a:r>
            <a:endParaRPr lang="en-US"/>
          </a:p>
        </p:txBody>
      </p:sp>
      <p:sp>
        <p:nvSpPr>
          <p:cNvPr id="9" name="Slide Number Placeholder 8">
            <a:extLst>
              <a:ext uri="{FF2B5EF4-FFF2-40B4-BE49-F238E27FC236}">
                <a16:creationId xmlns:a16="http://schemas.microsoft.com/office/drawing/2014/main" id="{5942516E-ED5A-4F68-B285-E8D0CC42F948}"/>
              </a:ext>
            </a:extLst>
          </p:cNvPr>
          <p:cNvSpPr>
            <a:spLocks noGrp="1"/>
          </p:cNvSpPr>
          <p:nvPr>
            <p:ph type="sldNum" sz="quarter" idx="4"/>
          </p:nvPr>
        </p:nvSpPr>
        <p:spPr>
          <a:xfrm>
            <a:off x="11473199" y="6318000"/>
            <a:ext cx="359212" cy="180000"/>
          </a:xfrm>
          <a:prstGeom prst="rect">
            <a:avLst/>
          </a:prstGeom>
        </p:spPr>
        <p:txBody>
          <a:bodyPr vert="horz" lIns="0" tIns="0" rIns="0" bIns="0" rtlCol="0" anchor="b" anchorCtr="0"/>
          <a:lstStyle>
            <a:lvl1pPr algn="r">
              <a:defRPr sz="800" b="1" spc="0" baseline="0">
                <a:solidFill>
                  <a:schemeClr val="accent1"/>
                </a:solidFill>
                <a:latin typeface="+mn-lt"/>
              </a:defRPr>
            </a:lvl1pPr>
          </a:lstStyle>
          <a:p>
            <a:fld id="{23AA811B-2EBD-4900-905E-5BE206449611}" type="slidenum">
              <a:rPr lang="en-US" smtClean="0"/>
              <a:pPr/>
              <a:t>‹#›</a:t>
            </a:fld>
            <a:endParaRPr lang="en-US" dirty="0"/>
          </a:p>
        </p:txBody>
      </p:sp>
    </p:spTree>
    <p:extLst>
      <p:ext uri="{BB962C8B-B14F-4D97-AF65-F5344CB8AC3E}">
        <p14:creationId xmlns:p14="http://schemas.microsoft.com/office/powerpoint/2010/main" val="180999990"/>
      </p:ext>
    </p:extLst>
  </p:cSld>
  <p:clrMap bg1="lt1" tx1="dk1" bg2="lt2" tx2="dk2" accent1="accent1" accent2="accent2" accent3="accent3" accent4="accent4" accent5="accent5" accent6="accent6" hlink="hlink" folHlink="folHlink"/>
  <p:sldLayoutIdLst>
    <p:sldLayoutId id="2147483729" r:id="rId1"/>
    <p:sldLayoutId id="2147483794" r:id="rId2"/>
    <p:sldLayoutId id="2147483818" r:id="rId3"/>
    <p:sldLayoutId id="2147483819" r:id="rId4"/>
    <p:sldLayoutId id="2147483820" r:id="rId5"/>
    <p:sldLayoutId id="2147483821" r:id="rId6"/>
    <p:sldLayoutId id="2147483822" r:id="rId7"/>
    <p:sldLayoutId id="2147483826" r:id="rId8"/>
    <p:sldLayoutId id="2147483827" r:id="rId9"/>
    <p:sldLayoutId id="2147483828" r:id="rId10"/>
    <p:sldLayoutId id="2147483829" r:id="rId11"/>
    <p:sldLayoutId id="2147483830" r:id="rId12"/>
    <p:sldLayoutId id="2147483831" r:id="rId13"/>
    <p:sldLayoutId id="2147483737" r:id="rId14"/>
    <p:sldLayoutId id="2147483731" r:id="rId15"/>
    <p:sldLayoutId id="2147483832" r:id="rId16"/>
    <p:sldLayoutId id="2147483833" r:id="rId17"/>
    <p:sldLayoutId id="2147483841" r:id="rId18"/>
    <p:sldLayoutId id="2147483843" r:id="rId19"/>
    <p:sldLayoutId id="2147483842" r:id="rId20"/>
    <p:sldLayoutId id="2147483801" r:id="rId21"/>
    <p:sldLayoutId id="2147483834" r:id="rId22"/>
    <p:sldLayoutId id="2147483806" r:id="rId23"/>
    <p:sldLayoutId id="2147483837" r:id="rId24"/>
    <p:sldLayoutId id="2147483807" r:id="rId25"/>
    <p:sldLayoutId id="2147483838" r:id="rId26"/>
    <p:sldLayoutId id="2147483808" r:id="rId27"/>
    <p:sldLayoutId id="2147483840" r:id="rId28"/>
    <p:sldLayoutId id="2147483839" r:id="rId29"/>
    <p:sldLayoutId id="2147483809" r:id="rId30"/>
    <p:sldLayoutId id="2147483810" r:id="rId31"/>
    <p:sldLayoutId id="2147483811" r:id="rId32"/>
    <p:sldLayoutId id="2147483777" r:id="rId33"/>
    <p:sldLayoutId id="2147483835" r:id="rId34"/>
    <p:sldLayoutId id="2147483836" r:id="rId35"/>
    <p:sldLayoutId id="2147483814" r:id="rId36"/>
    <p:sldLayoutId id="2147483844" r:id="rId37"/>
    <p:sldLayoutId id="2147483812" r:id="rId38"/>
    <p:sldLayoutId id="2147483813" r:id="rId39"/>
    <p:sldLayoutId id="2147483784" r:id="rId40"/>
    <p:sldLayoutId id="2147483751" r:id="rId41"/>
    <p:sldLayoutId id="2147483845" r:id="rId42"/>
  </p:sldLayoutIdLst>
  <p:hf hdr="0"/>
  <p:txStyles>
    <p:titleStyle>
      <a:lvl1pPr algn="l" defTabSz="914400" rtl="0" eaLnBrk="1" latinLnBrk="0" hangingPunct="1">
        <a:lnSpc>
          <a:spcPct val="90000"/>
        </a:lnSpc>
        <a:spcBef>
          <a:spcPct val="0"/>
        </a:spcBef>
        <a:buNone/>
        <a:defRPr sz="3200" b="1" kern="1200">
          <a:solidFill>
            <a:schemeClr val="accent1"/>
          </a:solidFill>
          <a:latin typeface="+mj-lt"/>
          <a:ea typeface="+mj-ea"/>
          <a:cs typeface="+mj-cs"/>
        </a:defRPr>
      </a:lvl1pPr>
    </p:titleStyle>
    <p:bodyStyle>
      <a:lvl1pPr marL="180000" indent="-180000" algn="l" defTabSz="914400" rtl="0" eaLnBrk="1" latinLnBrk="0" hangingPunct="1">
        <a:lnSpc>
          <a:spcPct val="100000"/>
        </a:lnSpc>
        <a:spcBef>
          <a:spcPts val="0"/>
        </a:spcBef>
        <a:spcAft>
          <a:spcPts val="600"/>
        </a:spcAft>
        <a:buFont typeface="Verdana" panose="020B0604030504040204" pitchFamily="34" charset="0"/>
        <a:buChar char="•"/>
        <a:defRPr sz="1600" kern="1200">
          <a:solidFill>
            <a:schemeClr val="tx2"/>
          </a:solidFill>
          <a:latin typeface="+mn-lt"/>
          <a:ea typeface="+mn-ea"/>
          <a:cs typeface="+mn-cs"/>
        </a:defRPr>
      </a:lvl1pPr>
      <a:lvl2pPr marL="360000" indent="-180000" algn="l" defTabSz="914400" rtl="0" eaLnBrk="1" latinLnBrk="0" hangingPunct="1">
        <a:lnSpc>
          <a:spcPct val="100000"/>
        </a:lnSpc>
        <a:spcBef>
          <a:spcPts val="0"/>
        </a:spcBef>
        <a:spcAft>
          <a:spcPts val="600"/>
        </a:spcAft>
        <a:buSzPct val="80000"/>
        <a:buFont typeface="Verdana" panose="020B0604030504040204" pitchFamily="34" charset="0"/>
        <a:buChar char="&gt;"/>
        <a:defRPr lang="en-US" sz="1600" kern="1200" noProof="0" dirty="0">
          <a:solidFill>
            <a:schemeClr val="tx2"/>
          </a:solidFill>
          <a:latin typeface="+mn-lt"/>
          <a:ea typeface="+mn-ea"/>
          <a:cs typeface="+mn-cs"/>
        </a:defRPr>
      </a:lvl2pPr>
      <a:lvl3pPr marL="540000" indent="-180000" algn="l" defTabSz="914400" rtl="0" eaLnBrk="1" latinLnBrk="0" hangingPunct="1">
        <a:lnSpc>
          <a:spcPct val="100000"/>
        </a:lnSpc>
        <a:spcBef>
          <a:spcPts val="0"/>
        </a:spcBef>
        <a:spcAft>
          <a:spcPts val="600"/>
        </a:spcAft>
        <a:buSzPct val="80000"/>
        <a:buFont typeface="Verdana" panose="020B0604030504040204" pitchFamily="34" charset="0"/>
        <a:buChar char="-"/>
        <a:defRPr sz="1600" kern="1200">
          <a:solidFill>
            <a:schemeClr val="tx2"/>
          </a:solidFill>
          <a:latin typeface="+mn-lt"/>
          <a:ea typeface="+mn-ea"/>
          <a:cs typeface="+mn-cs"/>
        </a:defRPr>
      </a:lvl3pPr>
      <a:lvl4pPr marL="0" indent="0" algn="l" defTabSz="914400" rtl="0" eaLnBrk="1" latinLnBrk="0" hangingPunct="1">
        <a:lnSpc>
          <a:spcPct val="100000"/>
        </a:lnSpc>
        <a:spcBef>
          <a:spcPts val="0"/>
        </a:spcBef>
        <a:spcAft>
          <a:spcPts val="1200"/>
        </a:spcAft>
        <a:buFont typeface="Verdana" panose="020B0604030504040204" pitchFamily="34" charset="0"/>
        <a:buChar char="​"/>
        <a:defRPr sz="1600" b="1" kern="1200">
          <a:solidFill>
            <a:schemeClr val="tx2"/>
          </a:solidFill>
          <a:latin typeface="+mn-lt"/>
          <a:ea typeface="+mn-ea"/>
          <a:cs typeface="+mn-cs"/>
        </a:defRPr>
      </a:lvl4pPr>
      <a:lvl5pPr marL="0" indent="0" algn="l" defTabSz="914400" rtl="0" eaLnBrk="1" latinLnBrk="0" hangingPunct="1">
        <a:lnSpc>
          <a:spcPct val="100000"/>
        </a:lnSpc>
        <a:spcBef>
          <a:spcPts val="0"/>
        </a:spcBef>
        <a:spcAft>
          <a:spcPts val="1200"/>
        </a:spcAft>
        <a:buFont typeface="Verdana" panose="020B0604030504040204" pitchFamily="34" charset="0"/>
        <a:buChar char="​"/>
        <a:tabLst/>
        <a:defRPr sz="1600" kern="1200">
          <a:solidFill>
            <a:schemeClr val="tx2"/>
          </a:solidFill>
          <a:latin typeface="+mn-lt"/>
          <a:ea typeface="+mn-ea"/>
          <a:cs typeface="+mn-cs"/>
        </a:defRPr>
      </a:lvl5pPr>
      <a:lvl6pPr marL="90000" indent="-90000" algn="l" defTabSz="914400" rtl="0" eaLnBrk="1" latinLnBrk="0" hangingPunct="1">
        <a:lnSpc>
          <a:spcPct val="120000"/>
        </a:lnSpc>
        <a:spcBef>
          <a:spcPts val="0"/>
        </a:spcBef>
        <a:spcAft>
          <a:spcPts val="600"/>
        </a:spcAft>
        <a:buFont typeface="Arial" panose="020B0604020202020204" pitchFamily="34" charset="0"/>
        <a:buChar char="•"/>
        <a:defRPr sz="1000" kern="1200">
          <a:solidFill>
            <a:schemeClr val="tx2"/>
          </a:solidFill>
          <a:latin typeface="+mn-lt"/>
          <a:ea typeface="+mn-ea"/>
          <a:cs typeface="+mn-cs"/>
        </a:defRPr>
      </a:lvl6pPr>
      <a:lvl7pPr marL="0" indent="0" algn="l" defTabSz="914400" rtl="0" eaLnBrk="1" latinLnBrk="0" hangingPunct="1">
        <a:lnSpc>
          <a:spcPct val="120000"/>
        </a:lnSpc>
        <a:spcBef>
          <a:spcPts val="0"/>
        </a:spcBef>
        <a:spcAft>
          <a:spcPts val="600"/>
        </a:spcAft>
        <a:buFont typeface="Verdana" panose="020B060403050404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20000"/>
        </a:lnSpc>
        <a:spcBef>
          <a:spcPts val="0"/>
        </a:spcBef>
        <a:spcAft>
          <a:spcPts val="600"/>
        </a:spcAft>
        <a:buFont typeface="Verdana" panose="020B0604030504040204" pitchFamily="34" charset="0"/>
        <a:buChar char="​"/>
        <a:defRPr sz="1000" kern="1200">
          <a:solidFill>
            <a:schemeClr val="tx2"/>
          </a:solidFill>
          <a:latin typeface="+mn-lt"/>
          <a:ea typeface="+mn-ea"/>
          <a:cs typeface="+mn-cs"/>
        </a:defRPr>
      </a:lvl8pPr>
      <a:lvl9pPr marL="0" indent="0" algn="l" defTabSz="914400" rtl="0" eaLnBrk="1" latinLnBrk="0" hangingPunct="1">
        <a:lnSpc>
          <a:spcPct val="90000"/>
        </a:lnSpc>
        <a:spcBef>
          <a:spcPts val="1200"/>
        </a:spcBef>
        <a:spcAft>
          <a:spcPts val="0"/>
        </a:spcAft>
        <a:buFont typeface="Verdana" panose="020B0604030504040204" pitchFamily="34" charset="0"/>
        <a:buChar char="​"/>
        <a:defRPr sz="4400" b="1" kern="1200" spc="-150" baseline="0">
          <a:solidFill>
            <a:schemeClr val="accent1"/>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26" userDrawn="1">
          <p15:clr>
            <a:srgbClr val="A4A3A4"/>
          </p15:clr>
        </p15:guide>
        <p15:guide id="2" pos="725" userDrawn="1">
          <p15:clr>
            <a:srgbClr val="A4A3A4"/>
          </p15:clr>
        </p15:guide>
        <p15:guide id="3" orient="horz" pos="226" userDrawn="1">
          <p15:clr>
            <a:srgbClr val="A4A3A4"/>
          </p15:clr>
        </p15:guide>
        <p15:guide id="4" orient="horz" pos="4093" userDrawn="1">
          <p15:clr>
            <a:srgbClr val="A4A3A4"/>
          </p15:clr>
        </p15:guide>
        <p15:guide id="6" pos="4394" userDrawn="1">
          <p15:clr>
            <a:srgbClr val="A4A3A4"/>
          </p15:clr>
        </p15:guide>
        <p15:guide id="7" pos="838" userDrawn="1">
          <p15:clr>
            <a:srgbClr val="A4A3A4"/>
          </p15:clr>
        </p15:guide>
        <p15:guide id="9" pos="2673" userDrawn="1">
          <p15:clr>
            <a:srgbClr val="A4A3A4"/>
          </p15:clr>
        </p15:guide>
        <p15:guide id="10" pos="3171" userDrawn="1">
          <p15:clr>
            <a:srgbClr val="A4A3A4"/>
          </p15:clr>
        </p15:guide>
        <p15:guide id="11" pos="6229" userDrawn="1">
          <p15:clr>
            <a:srgbClr val="A4A3A4"/>
          </p15:clr>
        </p15:guide>
        <p15:guide id="13" pos="6840" userDrawn="1">
          <p15:clr>
            <a:srgbClr val="A4A3A4"/>
          </p15:clr>
        </p15:guide>
        <p15:guide id="16" pos="5120" userDrawn="1">
          <p15:clr>
            <a:srgbClr val="A4A3A4"/>
          </p15:clr>
        </p15:guide>
        <p15:guide id="17" pos="3285" userDrawn="1">
          <p15:clr>
            <a:srgbClr val="A4A3A4"/>
          </p15:clr>
        </p15:guide>
        <p15:guide id="18" pos="3784" userDrawn="1">
          <p15:clr>
            <a:srgbClr val="A4A3A4"/>
          </p15:clr>
        </p15:guide>
        <p15:guide id="20" pos="1948" userDrawn="1">
          <p15:clr>
            <a:srgbClr val="A4A3A4"/>
          </p15:clr>
        </p15:guide>
        <p15:guide id="21" pos="6952" userDrawn="1">
          <p15:clr>
            <a:srgbClr val="A4A3A4"/>
          </p15:clr>
        </p15:guide>
        <p15:guide id="23" pos="2061" userDrawn="1">
          <p15:clr>
            <a:srgbClr val="A4A3A4"/>
          </p15:clr>
        </p15:guide>
        <p15:guide id="24" pos="2560" userDrawn="1">
          <p15:clr>
            <a:srgbClr val="A4A3A4"/>
          </p15:clr>
        </p15:guide>
        <p15:guide id="26" pos="6342" userDrawn="1">
          <p15:clr>
            <a:srgbClr val="A4A3A4"/>
          </p15:clr>
        </p15:guide>
        <p15:guide id="28" pos="5006" userDrawn="1">
          <p15:clr>
            <a:srgbClr val="A4A3A4"/>
          </p15:clr>
        </p15:guide>
        <p15:guide id="29" pos="4507" userDrawn="1">
          <p15:clr>
            <a:srgbClr val="A4A3A4"/>
          </p15:clr>
        </p15:guide>
        <p15:guide id="30" pos="3908" userDrawn="1">
          <p15:clr>
            <a:srgbClr val="A4A3A4"/>
          </p15:clr>
        </p15:guide>
        <p15:guide id="31" pos="5731" userDrawn="1">
          <p15:clr>
            <a:srgbClr val="A4A3A4"/>
          </p15:clr>
        </p15:guide>
        <p15:guide id="32" pos="5617" userDrawn="1">
          <p15:clr>
            <a:srgbClr val="A4A3A4"/>
          </p15:clr>
        </p15:guide>
        <p15:guide id="33" pos="1337" userDrawn="1">
          <p15:clr>
            <a:srgbClr val="A4A3A4"/>
          </p15:clr>
        </p15:guide>
        <p15:guide id="34" pos="1451" userDrawn="1">
          <p15:clr>
            <a:srgbClr val="A4A3A4"/>
          </p15:clr>
        </p15:guide>
        <p15:guide id="35" pos="7453" userDrawn="1">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youtu.be/KQorlaNL8pQ" TargetMode="External"/><Relationship Id="rId2" Type="http://schemas.openxmlformats.org/officeDocument/2006/relationships/notesSlide" Target="../notesSlides/notesSlide1.xml"/><Relationship Id="rId1" Type="http://schemas.openxmlformats.org/officeDocument/2006/relationships/slideLayout" Target="../slideLayouts/slideLayout24.xml"/><Relationship Id="rId5" Type="http://schemas.openxmlformats.org/officeDocument/2006/relationships/hyperlink" Target="http://www.cignaenvoy.com/" TargetMode="External"/><Relationship Id="rId4" Type="http://schemas.openxmlformats.org/officeDocument/2006/relationships/image" Target="../media/image23.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4.png"/><Relationship Id="rId1" Type="http://schemas.openxmlformats.org/officeDocument/2006/relationships/slideLayout" Target="../slideLayouts/slideLayout38.xml"/><Relationship Id="rId4" Type="http://schemas.openxmlformats.org/officeDocument/2006/relationships/image" Target="../media/image25.png"/></Relationships>
</file>

<file path=ppt/slides/_rels/slide5.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png"/><Relationship Id="rId7" Type="http://schemas.openxmlformats.org/officeDocument/2006/relationships/image" Target="../media/image30.png"/><Relationship Id="rId12" Type="http://schemas.openxmlformats.org/officeDocument/2006/relationships/image" Target="../media/image35.svg"/><Relationship Id="rId2" Type="http://schemas.openxmlformats.org/officeDocument/2006/relationships/notesSlide" Target="../notesSlides/notesSlide2.xml"/><Relationship Id="rId1" Type="http://schemas.openxmlformats.org/officeDocument/2006/relationships/slideLayout" Target="../slideLayouts/slideLayout23.xml"/><Relationship Id="rId6" Type="http://schemas.openxmlformats.org/officeDocument/2006/relationships/image" Target="../media/image29.svg"/><Relationship Id="rId11" Type="http://schemas.openxmlformats.org/officeDocument/2006/relationships/image" Target="../media/image34.png"/><Relationship Id="rId5" Type="http://schemas.openxmlformats.org/officeDocument/2006/relationships/image" Target="../media/image28.png"/><Relationship Id="rId10" Type="http://schemas.openxmlformats.org/officeDocument/2006/relationships/image" Target="../media/image33.svg"/><Relationship Id="rId4" Type="http://schemas.openxmlformats.org/officeDocument/2006/relationships/image" Target="../media/image27.svg"/><Relationship Id="rId9" Type="http://schemas.openxmlformats.org/officeDocument/2006/relationships/image" Target="../media/image3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8" Type="http://schemas.openxmlformats.org/officeDocument/2006/relationships/image" Target="../media/image40.jpeg"/><Relationship Id="rId3" Type="http://schemas.openxmlformats.org/officeDocument/2006/relationships/image" Target="../media/image36.jpeg"/><Relationship Id="rId7" Type="http://schemas.openxmlformats.org/officeDocument/2006/relationships/image" Target="../media/image39.png"/><Relationship Id="rId2" Type="http://schemas.openxmlformats.org/officeDocument/2006/relationships/notesSlide" Target="../notesSlides/notesSlide3.xml"/><Relationship Id="rId1" Type="http://schemas.openxmlformats.org/officeDocument/2006/relationships/slideLayout" Target="../slideLayouts/slideLayout4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hyperlink" Target="http://www.cignaenvoy.com/"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1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1.png"/><Relationship Id="rId1" Type="http://schemas.openxmlformats.org/officeDocument/2006/relationships/slideLayout" Target="../slideLayouts/slideLayout30.xml"/></Relationships>
</file>

<file path=ppt/slides/_rels/slide17.xml.rels><?xml version="1.0" encoding="UTF-8" standalone="yes"?>
<Relationships xmlns="http://schemas.openxmlformats.org/package/2006/relationships"><Relationship Id="rId3" Type="http://schemas.openxmlformats.org/officeDocument/2006/relationships/hyperlink" Target="http://www.cignaenvoy.com/" TargetMode="External"/><Relationship Id="rId7" Type="http://schemas.openxmlformats.org/officeDocument/2006/relationships/image" Target="../media/image45.png"/><Relationship Id="rId2" Type="http://schemas.openxmlformats.org/officeDocument/2006/relationships/notesSlide" Target="../notesSlides/notesSlide4.xml"/><Relationship Id="rId1" Type="http://schemas.openxmlformats.org/officeDocument/2006/relationships/slideLayout" Target="../slideLayouts/slideLayout24.xml"/><Relationship Id="rId6" Type="http://schemas.openxmlformats.org/officeDocument/2006/relationships/image" Target="../media/image44.png"/><Relationship Id="rId5" Type="http://schemas.openxmlformats.org/officeDocument/2006/relationships/image" Target="../media/image43.jpeg"/><Relationship Id="rId4" Type="http://schemas.openxmlformats.org/officeDocument/2006/relationships/image" Target="../media/image42.png"/></Relationships>
</file>

<file path=ppt/slides/_rels/slide18.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42.xml"/></Relationships>
</file>

<file path=ppt/slides/_rels/slide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7.xml"/><Relationship Id="rId4" Type="http://schemas.openxmlformats.org/officeDocument/2006/relationships/image" Target="../media/image47.jpe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7.xml"/><Relationship Id="rId5" Type="http://schemas.openxmlformats.org/officeDocument/2006/relationships/image" Target="../media/image48.jpeg"/><Relationship Id="rId4" Type="http://schemas.openxmlformats.org/officeDocument/2006/relationships/image" Target="../media/image2.svg"/></Relationships>
</file>

<file path=ppt/slides/_rels/slide2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52.jpeg"/><Relationship Id="rId2" Type="http://schemas.openxmlformats.org/officeDocument/2006/relationships/image" Target="../media/image1.png"/><Relationship Id="rId1" Type="http://schemas.openxmlformats.org/officeDocument/2006/relationships/slideLayout" Target="../slideLayouts/slideLayout27.xml"/><Relationship Id="rId6" Type="http://schemas.openxmlformats.org/officeDocument/2006/relationships/image" Target="../media/image51.png"/><Relationship Id="rId5" Type="http://schemas.openxmlformats.org/officeDocument/2006/relationships/image" Target="../media/image50.jpg"/><Relationship Id="rId4" Type="http://schemas.openxmlformats.org/officeDocument/2006/relationships/image" Target="../media/image4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37.xml"/><Relationship Id="rId4" Type="http://schemas.openxmlformats.org/officeDocument/2006/relationships/image" Target="../media/image55.jpg"/></Relationships>
</file>

<file path=ppt/slides/_rels/slide24.xml.rels><?xml version="1.0" encoding="UTF-8" standalone="yes"?>
<Relationships xmlns="http://schemas.openxmlformats.org/package/2006/relationships"><Relationship Id="rId2" Type="http://schemas.openxmlformats.org/officeDocument/2006/relationships/hyperlink" Target="http://www.cignaenvoy.com/" TargetMode="External"/><Relationship Id="rId1" Type="http://schemas.openxmlformats.org/officeDocument/2006/relationships/slideLayout" Target="../slideLayouts/slideLayout37.xml"/></Relationships>
</file>

<file path=ppt/slides/_rels/slide25.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4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2.xml"/></Relationships>
</file>

<file path=ppt/slides/_rels/slide28.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4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2.xml"/></Relationships>
</file>

<file path=ppt/slides/_rels/slide30.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42.xml"/></Relationships>
</file>

<file path=ppt/slides/_rels/slide31.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42.xml"/></Relationships>
</file>

<file path=ppt/slides/_rels/slide32.xml.rels><?xml version="1.0" encoding="UTF-8" standalone="yes"?>
<Relationships xmlns="http://schemas.openxmlformats.org/package/2006/relationships"><Relationship Id="rId2" Type="http://schemas.openxmlformats.org/officeDocument/2006/relationships/hyperlink" Target="http://www.cignaenvoy.com/" TargetMode="External"/><Relationship Id="rId1" Type="http://schemas.openxmlformats.org/officeDocument/2006/relationships/slideLayout" Target="../slideLayouts/slideLayout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64A9C-210E-B55D-7879-EF5B6E9037C1}"/>
              </a:ext>
            </a:extLst>
          </p:cNvPr>
          <p:cNvSpPr>
            <a:spLocks noGrp="1"/>
          </p:cNvSpPr>
          <p:nvPr>
            <p:ph type="ctrTitle"/>
          </p:nvPr>
        </p:nvSpPr>
        <p:spPr/>
        <p:txBody>
          <a:bodyPr/>
          <a:lstStyle/>
          <a:p>
            <a:r>
              <a:rPr lang="en-US" dirty="0"/>
              <a:t>People Serving People</a:t>
            </a:r>
          </a:p>
        </p:txBody>
      </p:sp>
      <p:sp>
        <p:nvSpPr>
          <p:cNvPr id="17" name="TextBox 16">
            <a:extLst>
              <a:ext uri="{FF2B5EF4-FFF2-40B4-BE49-F238E27FC236}">
                <a16:creationId xmlns:a16="http://schemas.microsoft.com/office/drawing/2014/main" id="{0E8CDF70-172D-6F47-4554-42EE983A55DF}"/>
              </a:ext>
            </a:extLst>
          </p:cNvPr>
          <p:cNvSpPr txBox="1"/>
          <p:nvPr/>
        </p:nvSpPr>
        <p:spPr>
          <a:xfrm>
            <a:off x="356935" y="5255551"/>
            <a:ext cx="4610101" cy="246221"/>
          </a:xfrm>
          <a:prstGeom prst="rect">
            <a:avLst/>
          </a:prstGeom>
          <a:noFill/>
        </p:spPr>
        <p:txBody>
          <a:bodyPr wrap="square" lIns="0" rIns="0" rtlCol="0">
            <a:noAutofit/>
          </a:bodyPr>
          <a:lstStyle/>
          <a:p>
            <a:r>
              <a:rPr lang="en-US" sz="1000" dirty="0">
                <a:effectLst/>
                <a:latin typeface="Arial Narrow" panose="020B0604020202020204" pitchFamily="34" charset="0"/>
                <a:ea typeface="Verdana" panose="020B0604030504040204" pitchFamily="34" charset="0"/>
                <a:cs typeface="Arial Narrow" panose="020B0604020202020204" pitchFamily="34" charset="0"/>
              </a:rPr>
              <a:t>Offered by Cigna Healthcare and Life Insurance Company or its affiliates</a:t>
            </a:r>
          </a:p>
        </p:txBody>
      </p:sp>
      <p:sp>
        <p:nvSpPr>
          <p:cNvPr id="18" name="TextBox 17">
            <a:extLst>
              <a:ext uri="{FF2B5EF4-FFF2-40B4-BE49-F238E27FC236}">
                <a16:creationId xmlns:a16="http://schemas.microsoft.com/office/drawing/2014/main" id="{BD876CC5-491E-67CA-4FE9-59E6CB55785E}"/>
              </a:ext>
            </a:extLst>
          </p:cNvPr>
          <p:cNvSpPr txBox="1"/>
          <p:nvPr/>
        </p:nvSpPr>
        <p:spPr>
          <a:xfrm>
            <a:off x="393031" y="1187557"/>
            <a:ext cx="5041900" cy="307777"/>
          </a:xfrm>
          <a:prstGeom prst="rect">
            <a:avLst/>
          </a:prstGeom>
          <a:noFill/>
        </p:spPr>
        <p:txBody>
          <a:bodyPr wrap="square" lIns="0" rIns="0" rtlCol="0">
            <a:noAutofit/>
          </a:bodyPr>
          <a:lstStyle/>
          <a:p>
            <a:r>
              <a:rPr lang="en-US" sz="1400" dirty="0">
                <a:effectLst/>
                <a:latin typeface="Verdana" panose="020B0604030504040204" pitchFamily="34" charset="0"/>
                <a:ea typeface="Verdana" panose="020B0604030504040204" pitchFamily="34" charset="0"/>
                <a:cs typeface="Verdana" panose="020B0604030504040204" pitchFamily="34" charset="0"/>
              </a:rPr>
              <a:t>CIGNA HEALTHCARE, INTERNATIONAL HEALTH </a:t>
            </a:r>
          </a:p>
        </p:txBody>
      </p:sp>
      <p:pic>
        <p:nvPicPr>
          <p:cNvPr id="6" name="Picture Placeholder 23" descr="A picture containing person&#10;&#10;Description automatically generated">
            <a:extLst>
              <a:ext uri="{FF2B5EF4-FFF2-40B4-BE49-F238E27FC236}">
                <a16:creationId xmlns:a16="http://schemas.microsoft.com/office/drawing/2014/main" id="{21FD4942-DEC5-C35D-4C04-DD14BD555C9E}"/>
              </a:ext>
            </a:extLst>
          </p:cNvPr>
          <p:cNvPicPr>
            <a:picLocks noGrp="1" noChangeAspect="1"/>
          </p:cNvPicPr>
          <p:nvPr>
            <p:ph type="pic" sz="quarter" idx="10"/>
          </p:nvPr>
        </p:nvPicPr>
        <p:blipFill rotWithShape="1">
          <a:blip r:embed="rId2" cstate="screen">
            <a:extLst>
              <a:ext uri="{28A0092B-C50C-407E-A947-70E740481C1C}">
                <a14:useLocalDpi xmlns:a14="http://schemas.microsoft.com/office/drawing/2010/main"/>
              </a:ext>
            </a:extLst>
          </a:blip>
          <a:srcRect/>
          <a:stretch/>
        </p:blipFill>
        <p:spPr>
          <a:xfrm>
            <a:off x="6106014" y="0"/>
            <a:ext cx="6099433" cy="6858000"/>
          </a:xfrm>
        </p:spPr>
      </p:pic>
      <p:sp>
        <p:nvSpPr>
          <p:cNvPr id="8" name="Subtitle 7">
            <a:extLst>
              <a:ext uri="{FF2B5EF4-FFF2-40B4-BE49-F238E27FC236}">
                <a16:creationId xmlns:a16="http://schemas.microsoft.com/office/drawing/2014/main" id="{E907CE83-32A9-6497-3CE3-04BF82205C81}"/>
              </a:ext>
            </a:extLst>
          </p:cNvPr>
          <p:cNvSpPr>
            <a:spLocks noGrp="1"/>
          </p:cNvSpPr>
          <p:nvPr>
            <p:ph type="subTitle" idx="1"/>
          </p:nvPr>
        </p:nvSpPr>
        <p:spPr>
          <a:xfrm>
            <a:off x="359998" y="4398845"/>
            <a:ext cx="4676400" cy="320400"/>
          </a:xfrm>
        </p:spPr>
        <p:txBody>
          <a:bodyPr/>
          <a:lstStyle/>
          <a:p>
            <a:r>
              <a:rPr lang="en-US" dirty="0"/>
              <a:t>Partners of The Americas Inc.    </a:t>
            </a:r>
          </a:p>
        </p:txBody>
      </p:sp>
      <p:sp>
        <p:nvSpPr>
          <p:cNvPr id="9" name="Subtitle 7">
            <a:extLst>
              <a:ext uri="{FF2B5EF4-FFF2-40B4-BE49-F238E27FC236}">
                <a16:creationId xmlns:a16="http://schemas.microsoft.com/office/drawing/2014/main" id="{15B77683-D1F2-D13C-863B-444366F0C8FF}"/>
              </a:ext>
            </a:extLst>
          </p:cNvPr>
          <p:cNvSpPr txBox="1">
            <a:spLocks/>
          </p:cNvSpPr>
          <p:nvPr/>
        </p:nvSpPr>
        <p:spPr>
          <a:xfrm>
            <a:off x="359998" y="4832154"/>
            <a:ext cx="4676400" cy="3204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 typeface="Arial" panose="020B0604020202020204" pitchFamily="34" charset="0"/>
              <a:buChar char="​"/>
              <a:defRPr sz="2000" b="0"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0"/>
              </a:spcAft>
              <a:buSzPct val="80000"/>
              <a:buFont typeface="Arial" panose="020B0604020202020204" pitchFamily="34" charset="0"/>
              <a:buChar char="​"/>
              <a:defRPr sz="20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SzPct val="80000"/>
              <a:buFont typeface="Arial" panose="020B0604020202020204" pitchFamily="34" charset="0"/>
              <a:buChar char="​"/>
              <a:defRPr sz="20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Font typeface="Arial" panose="020B0604020202020204" pitchFamily="34" charset="0"/>
              <a:buChar char="​"/>
              <a:defRPr sz="20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Font typeface="Arial" panose="020B0604020202020204" pitchFamily="34" charset="0"/>
              <a:buChar char="​"/>
              <a:tabLst/>
              <a:defRPr sz="20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Char char="​"/>
              <a:defRPr sz="20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Char char="​"/>
              <a:defRPr sz="2000" b="0" kern="1200" baseline="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Char char="​"/>
              <a:defRPr sz="20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Char char="​"/>
              <a:defRPr sz="2000" b="0" kern="1200" spc="-150" baseline="0">
                <a:solidFill>
                  <a:schemeClr val="bg1"/>
                </a:solidFill>
                <a:latin typeface="+mn-lt"/>
                <a:ea typeface="+mn-ea"/>
                <a:cs typeface="+mn-cs"/>
              </a:defRPr>
            </a:lvl9pPr>
          </a:lstStyle>
          <a:p>
            <a:r>
              <a:rPr lang="en-US" dirty="0"/>
              <a:t>Policy # 10123A </a:t>
            </a:r>
          </a:p>
        </p:txBody>
      </p:sp>
    </p:spTree>
    <p:extLst>
      <p:ext uri="{BB962C8B-B14F-4D97-AF65-F5344CB8AC3E}">
        <p14:creationId xmlns:p14="http://schemas.microsoft.com/office/powerpoint/2010/main" val="30445421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EC893F9-E204-1B7B-E6AB-E36CF15A304E}"/>
              </a:ext>
            </a:extLst>
          </p:cNvPr>
          <p:cNvSpPr/>
          <p:nvPr/>
        </p:nvSpPr>
        <p:spPr>
          <a:xfrm>
            <a:off x="6268640" y="0"/>
            <a:ext cx="5923360" cy="6680199"/>
          </a:xfrm>
          <a:custGeom>
            <a:avLst/>
            <a:gdLst>
              <a:gd name="connsiteX0" fmla="*/ 291768 w 5923360"/>
              <a:gd name="connsiteY0" fmla="*/ 0 h 6680199"/>
              <a:gd name="connsiteX1" fmla="*/ 5923360 w 5923360"/>
              <a:gd name="connsiteY1" fmla="*/ 0 h 6680199"/>
              <a:gd name="connsiteX2" fmla="*/ 5923360 w 5923360"/>
              <a:gd name="connsiteY2" fmla="*/ 6680199 h 6680199"/>
              <a:gd name="connsiteX3" fmla="*/ 1136825 w 5923360"/>
              <a:gd name="connsiteY3" fmla="*/ 6680199 h 6680199"/>
              <a:gd name="connsiteX4" fmla="*/ 1061919 w 5923360"/>
              <a:gd name="connsiteY4" fmla="*/ 6545887 h 6680199"/>
              <a:gd name="connsiteX5" fmla="*/ 19 w 5923360"/>
              <a:gd name="connsiteY5" fmla="*/ 2269461 h 6680199"/>
              <a:gd name="connsiteX6" fmla="*/ 287539 w 5923360"/>
              <a:gd name="connsiteY6" fmla="*/ 15073 h 6680199"/>
              <a:gd name="connsiteX7" fmla="*/ 291768 w 5923360"/>
              <a:gd name="connsiteY7" fmla="*/ 0 h 668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23360" h="6680199">
                <a:moveTo>
                  <a:pt x="291768" y="0"/>
                </a:moveTo>
                <a:lnTo>
                  <a:pt x="5923360" y="0"/>
                </a:lnTo>
                <a:lnTo>
                  <a:pt x="5923360" y="6680199"/>
                </a:lnTo>
                <a:lnTo>
                  <a:pt x="1136825" y="6680199"/>
                </a:lnTo>
                <a:lnTo>
                  <a:pt x="1061919" y="6545887"/>
                </a:lnTo>
                <a:cubicBezTo>
                  <a:pt x="381793" y="5271817"/>
                  <a:pt x="-3136" y="3816065"/>
                  <a:pt x="19" y="2269461"/>
                </a:cubicBezTo>
                <a:cubicBezTo>
                  <a:pt x="1605" y="1490752"/>
                  <a:pt x="101401" y="735437"/>
                  <a:pt x="287539" y="15073"/>
                </a:cubicBezTo>
                <a:lnTo>
                  <a:pt x="291768"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ctr">
            <a:noAutofit/>
          </a:bodyPr>
          <a:lstStyle/>
          <a:p>
            <a:pPr algn="ctr"/>
            <a:endParaRPr lang="en-US" sz="1600" noProof="0" dirty="0" err="1"/>
          </a:p>
        </p:txBody>
      </p:sp>
      <p:sp>
        <p:nvSpPr>
          <p:cNvPr id="24" name="TextBox 23">
            <a:extLst>
              <a:ext uri="{FF2B5EF4-FFF2-40B4-BE49-F238E27FC236}">
                <a16:creationId xmlns:a16="http://schemas.microsoft.com/office/drawing/2014/main" id="{E76050B0-5C93-F945-9AEF-85E11391ED75}"/>
              </a:ext>
            </a:extLst>
          </p:cNvPr>
          <p:cNvSpPr txBox="1"/>
          <p:nvPr/>
        </p:nvSpPr>
        <p:spPr>
          <a:xfrm>
            <a:off x="16919575" y="4516582"/>
            <a:ext cx="0" cy="0"/>
          </a:xfrm>
          <a:prstGeom prst="rect">
            <a:avLst/>
          </a:prstGeom>
          <a:noFill/>
          <a:ln w="28575">
            <a:noFill/>
          </a:ln>
        </p:spPr>
        <p:txBody>
          <a:bodyPr vert="horz" wrap="none" lIns="182880" tIns="182880" rIns="182880" bIns="182880" rtlCol="0" anchor="ctr">
            <a:noAutofit/>
          </a:bodyPr>
          <a:lstStyle/>
          <a:p>
            <a:endParaRPr lang="en-US" sz="1100" dirty="0"/>
          </a:p>
        </p:txBody>
      </p:sp>
      <p:sp>
        <p:nvSpPr>
          <p:cNvPr id="21" name="TextBox 20">
            <a:extLst>
              <a:ext uri="{FF2B5EF4-FFF2-40B4-BE49-F238E27FC236}">
                <a16:creationId xmlns:a16="http://schemas.microsoft.com/office/drawing/2014/main" id="{30896F5A-2E83-1C47-BD5A-094769437EAF}"/>
              </a:ext>
            </a:extLst>
          </p:cNvPr>
          <p:cNvSpPr txBox="1"/>
          <p:nvPr/>
        </p:nvSpPr>
        <p:spPr>
          <a:xfrm>
            <a:off x="359999" y="1346125"/>
            <a:ext cx="5825859" cy="2495170"/>
          </a:xfrm>
          <a:prstGeom prst="rect">
            <a:avLst/>
          </a:prstGeom>
          <a:noFill/>
        </p:spPr>
        <p:txBody>
          <a:bodyPr wrap="square" rtlCol="0">
            <a:noAutofit/>
          </a:bodyPr>
          <a:lstStyle/>
          <a:p>
            <a:pPr marL="240029" indent="-227965">
              <a:spcBef>
                <a:spcPts val="600"/>
              </a:spcBef>
              <a:spcAft>
                <a:spcPts val="200"/>
              </a:spcAft>
              <a:buFont typeface="Verdana" panose="020B0604030504040204" pitchFamily="34" charset="0"/>
              <a:buChar char="•"/>
              <a:tabLst>
                <a:tab pos="239395" algn="l"/>
                <a:tab pos="240665" algn="l"/>
              </a:tabLst>
            </a:pPr>
            <a:r>
              <a:rPr lang="en-US" sz="1200" dirty="0">
                <a:cs typeface="Arial"/>
              </a:rPr>
              <a:t>Your new Cigna Healthcare global program begins May 1, 2024</a:t>
            </a:r>
            <a:endParaRPr lang="en-US" sz="1200" spc="-10" dirty="0">
              <a:solidFill>
                <a:srgbClr val="FF0000"/>
              </a:solidFill>
              <a:cs typeface="Arial"/>
            </a:endParaRPr>
          </a:p>
          <a:p>
            <a:pPr marL="240029" indent="-227965">
              <a:lnSpc>
                <a:spcPct val="100000"/>
              </a:lnSpc>
              <a:spcBef>
                <a:spcPts val="600"/>
              </a:spcBef>
              <a:spcAft>
                <a:spcPts val="200"/>
              </a:spcAft>
              <a:buChar char="•"/>
              <a:tabLst>
                <a:tab pos="239395" algn="l"/>
                <a:tab pos="240665" algn="l"/>
              </a:tabLst>
            </a:pPr>
            <a:r>
              <a:rPr lang="en-US" sz="1200" spc="-10" dirty="0">
                <a:cs typeface="Arial"/>
              </a:rPr>
              <a:t>Take</a:t>
            </a:r>
            <a:r>
              <a:rPr lang="en-US" sz="1200" spc="5" dirty="0">
                <a:cs typeface="Arial"/>
              </a:rPr>
              <a:t> </a:t>
            </a:r>
            <a:r>
              <a:rPr lang="en-US" sz="1200" dirty="0">
                <a:cs typeface="Arial"/>
              </a:rPr>
              <a:t>a</a:t>
            </a:r>
            <a:r>
              <a:rPr lang="en-US" sz="1200" spc="40" dirty="0">
                <a:cs typeface="Arial"/>
              </a:rPr>
              <a:t> </a:t>
            </a:r>
            <a:r>
              <a:rPr lang="en-US" sz="1200" dirty="0">
                <a:cs typeface="Arial"/>
              </a:rPr>
              <a:t>moment</a:t>
            </a:r>
            <a:r>
              <a:rPr lang="en-US" sz="1200" spc="55" dirty="0">
                <a:cs typeface="Arial"/>
              </a:rPr>
              <a:t> </a:t>
            </a:r>
            <a:r>
              <a:rPr lang="en-US" sz="1200" dirty="0">
                <a:cs typeface="Arial"/>
              </a:rPr>
              <a:t>to</a:t>
            </a:r>
            <a:r>
              <a:rPr lang="en-US" sz="1200" spc="50" dirty="0">
                <a:cs typeface="Arial"/>
              </a:rPr>
              <a:t> </a:t>
            </a:r>
            <a:r>
              <a:rPr lang="en-US" sz="1200" dirty="0">
                <a:cs typeface="Arial"/>
              </a:rPr>
              <a:t>view</a:t>
            </a:r>
            <a:r>
              <a:rPr lang="en-US" sz="1200" spc="40" dirty="0">
                <a:cs typeface="Arial"/>
              </a:rPr>
              <a:t> </a:t>
            </a:r>
            <a:r>
              <a:rPr lang="en-US" sz="1200" dirty="0">
                <a:cs typeface="Arial"/>
              </a:rPr>
              <a:t>our</a:t>
            </a:r>
            <a:r>
              <a:rPr lang="en-US" sz="1200" spc="50" dirty="0">
                <a:cs typeface="Arial"/>
              </a:rPr>
              <a:t> </a:t>
            </a:r>
            <a:r>
              <a:rPr lang="en-US" sz="1200" u="sng" dirty="0">
                <a:solidFill>
                  <a:srgbClr val="959595"/>
                </a:solidFill>
                <a:uFill>
                  <a:solidFill>
                    <a:srgbClr val="959595"/>
                  </a:solidFill>
                </a:uFill>
                <a:cs typeface="Arial"/>
                <a:hlinkClick r:id="rId3"/>
              </a:rPr>
              <a:t>Welcome</a:t>
            </a:r>
            <a:r>
              <a:rPr lang="en-US" sz="1200" u="sng" spc="10" dirty="0">
                <a:solidFill>
                  <a:srgbClr val="959595"/>
                </a:solidFill>
                <a:uFill>
                  <a:solidFill>
                    <a:srgbClr val="959595"/>
                  </a:solidFill>
                </a:uFill>
                <a:cs typeface="Arial"/>
                <a:hlinkClick r:id="rId3"/>
              </a:rPr>
              <a:t> </a:t>
            </a:r>
            <a:r>
              <a:rPr lang="en-US" sz="1200" u="sng" spc="-20" dirty="0">
                <a:solidFill>
                  <a:srgbClr val="959595"/>
                </a:solidFill>
                <a:uFill>
                  <a:solidFill>
                    <a:srgbClr val="959595"/>
                  </a:solidFill>
                </a:uFill>
                <a:cs typeface="Arial"/>
                <a:hlinkClick r:id="rId3"/>
              </a:rPr>
              <a:t>video</a:t>
            </a:r>
            <a:endParaRPr lang="en-US" sz="1200" dirty="0">
              <a:cs typeface="Arial"/>
            </a:endParaRPr>
          </a:p>
          <a:p>
            <a:pPr marL="239395" marR="128270" indent="-227329">
              <a:lnSpc>
                <a:spcPct val="102699"/>
              </a:lnSpc>
              <a:spcBef>
                <a:spcPts val="600"/>
              </a:spcBef>
              <a:spcAft>
                <a:spcPts val="200"/>
              </a:spcAft>
              <a:buChar char="•"/>
              <a:tabLst>
                <a:tab pos="239395" algn="l"/>
                <a:tab pos="240665" algn="l"/>
              </a:tabLst>
            </a:pPr>
            <a:r>
              <a:rPr lang="en-US" sz="1200" dirty="0">
                <a:cs typeface="Arial"/>
              </a:rPr>
              <a:t>Cigna</a:t>
            </a:r>
            <a:r>
              <a:rPr lang="en-US" sz="1200" spc="35" dirty="0">
                <a:cs typeface="Arial"/>
              </a:rPr>
              <a:t> Healthcare </a:t>
            </a:r>
            <a:r>
              <a:rPr lang="en-US" sz="1200" dirty="0">
                <a:cs typeface="Arial"/>
              </a:rPr>
              <a:t>will</a:t>
            </a:r>
            <a:r>
              <a:rPr lang="en-US" sz="1200" spc="65" dirty="0">
                <a:cs typeface="Arial"/>
              </a:rPr>
              <a:t> </a:t>
            </a:r>
            <a:r>
              <a:rPr lang="en-US" sz="1200" dirty="0">
                <a:cs typeface="Arial"/>
              </a:rPr>
              <a:t>send</a:t>
            </a:r>
            <a:r>
              <a:rPr lang="en-US" sz="1200" spc="25" dirty="0">
                <a:cs typeface="Arial"/>
              </a:rPr>
              <a:t> </a:t>
            </a:r>
            <a:r>
              <a:rPr lang="en-US" sz="1200" dirty="0">
                <a:cs typeface="Arial"/>
              </a:rPr>
              <a:t>you</a:t>
            </a:r>
            <a:r>
              <a:rPr lang="en-US" sz="1200" spc="65" dirty="0">
                <a:cs typeface="Arial"/>
              </a:rPr>
              <a:t> </a:t>
            </a:r>
            <a:r>
              <a:rPr lang="en-US" sz="1200" dirty="0">
                <a:cs typeface="Arial"/>
              </a:rPr>
              <a:t>an</a:t>
            </a:r>
            <a:r>
              <a:rPr lang="en-US" sz="1200" spc="50" dirty="0">
                <a:cs typeface="Arial"/>
              </a:rPr>
              <a:t> </a:t>
            </a:r>
            <a:r>
              <a:rPr lang="en-US" sz="1200" dirty="0">
                <a:cs typeface="Arial"/>
              </a:rPr>
              <a:t>email</a:t>
            </a:r>
            <a:r>
              <a:rPr lang="en-US" sz="1200" spc="45" dirty="0">
                <a:cs typeface="Arial"/>
              </a:rPr>
              <a:t> </a:t>
            </a:r>
            <a:r>
              <a:rPr lang="en-US" sz="1200" dirty="0">
                <a:cs typeface="Arial"/>
              </a:rPr>
              <a:t>prior</a:t>
            </a:r>
            <a:r>
              <a:rPr lang="en-US" sz="1200" spc="50" dirty="0">
                <a:cs typeface="Arial"/>
              </a:rPr>
              <a:t> </a:t>
            </a:r>
            <a:r>
              <a:rPr lang="en-US" sz="1200" dirty="0">
                <a:cs typeface="Arial"/>
              </a:rPr>
              <a:t>to</a:t>
            </a:r>
            <a:r>
              <a:rPr lang="en-US" sz="1200" spc="50" dirty="0">
                <a:cs typeface="Arial"/>
              </a:rPr>
              <a:t>  5/1/2024 </a:t>
            </a:r>
            <a:r>
              <a:rPr lang="en-US" sz="1200" dirty="0">
                <a:cs typeface="Arial"/>
              </a:rPr>
              <a:t>with</a:t>
            </a:r>
            <a:r>
              <a:rPr lang="en-US" sz="1200" spc="65" dirty="0">
                <a:cs typeface="Arial"/>
              </a:rPr>
              <a:t> </a:t>
            </a:r>
            <a:r>
              <a:rPr lang="en-US" sz="1200" dirty="0">
                <a:cs typeface="Arial"/>
              </a:rPr>
              <a:t>your</a:t>
            </a:r>
            <a:r>
              <a:rPr lang="en-US" sz="1200" spc="75" dirty="0">
                <a:cs typeface="Arial"/>
              </a:rPr>
              <a:t> </a:t>
            </a:r>
            <a:r>
              <a:rPr lang="en-US" sz="1200" dirty="0">
                <a:cs typeface="Arial"/>
              </a:rPr>
              <a:t>new</a:t>
            </a:r>
            <a:r>
              <a:rPr lang="en-US" sz="1200" spc="30" dirty="0">
                <a:cs typeface="Arial"/>
              </a:rPr>
              <a:t> </a:t>
            </a:r>
            <a:r>
              <a:rPr lang="en-US" sz="1200" spc="-10" dirty="0">
                <a:cs typeface="Arial"/>
              </a:rPr>
              <a:t>customer </a:t>
            </a:r>
            <a:r>
              <a:rPr lang="en-US" sz="1200" dirty="0">
                <a:cs typeface="Arial"/>
              </a:rPr>
              <a:t>ID</a:t>
            </a:r>
            <a:r>
              <a:rPr lang="en-US" sz="1200" spc="100" dirty="0">
                <a:cs typeface="Arial"/>
              </a:rPr>
              <a:t> </a:t>
            </a:r>
            <a:r>
              <a:rPr lang="en-US" sz="1200" dirty="0">
                <a:cs typeface="Arial"/>
              </a:rPr>
              <a:t>and</a:t>
            </a:r>
            <a:r>
              <a:rPr lang="en-US" sz="1200" spc="60" dirty="0">
                <a:cs typeface="Arial"/>
              </a:rPr>
              <a:t> </a:t>
            </a:r>
            <a:r>
              <a:rPr lang="en-US" sz="1200" dirty="0">
                <a:cs typeface="Arial"/>
              </a:rPr>
              <a:t>registration</a:t>
            </a:r>
            <a:r>
              <a:rPr lang="en-US" sz="1200" spc="80" dirty="0">
                <a:cs typeface="Arial"/>
              </a:rPr>
              <a:t> </a:t>
            </a:r>
            <a:r>
              <a:rPr lang="en-US" sz="1200" dirty="0">
                <a:cs typeface="Arial"/>
              </a:rPr>
              <a:t>instructions</a:t>
            </a:r>
            <a:r>
              <a:rPr lang="en-US" sz="1200" spc="30" dirty="0">
                <a:cs typeface="Arial"/>
              </a:rPr>
              <a:t> </a:t>
            </a:r>
            <a:r>
              <a:rPr lang="en-US" sz="1200" dirty="0">
                <a:cs typeface="Arial"/>
              </a:rPr>
              <a:t>for</a:t>
            </a:r>
            <a:r>
              <a:rPr lang="en-US" sz="1200" spc="100" dirty="0">
                <a:cs typeface="Arial"/>
              </a:rPr>
              <a:t> the Cigna Healthcare </a:t>
            </a:r>
            <a:r>
              <a:rPr lang="en-US" sz="1200" dirty="0">
                <a:cs typeface="Arial"/>
              </a:rPr>
              <a:t>secure</a:t>
            </a:r>
            <a:r>
              <a:rPr lang="en-US" sz="1200" spc="45" dirty="0">
                <a:cs typeface="Arial"/>
              </a:rPr>
              <a:t> </a:t>
            </a:r>
            <a:r>
              <a:rPr lang="en-US" sz="1200" spc="-10" dirty="0">
                <a:cs typeface="Arial"/>
              </a:rPr>
              <a:t>customer </a:t>
            </a:r>
            <a:r>
              <a:rPr lang="en-US" sz="1200" dirty="0">
                <a:cs typeface="Arial"/>
              </a:rPr>
              <a:t>website.</a:t>
            </a:r>
            <a:r>
              <a:rPr lang="en-US" sz="1200" spc="480" dirty="0">
                <a:cs typeface="Arial"/>
              </a:rPr>
              <a:t> </a:t>
            </a:r>
          </a:p>
          <a:p>
            <a:pPr marL="239395" marR="128270" indent="-227329">
              <a:lnSpc>
                <a:spcPct val="102699"/>
              </a:lnSpc>
              <a:spcBef>
                <a:spcPts val="600"/>
              </a:spcBef>
              <a:spcAft>
                <a:spcPts val="200"/>
              </a:spcAft>
              <a:buChar char="•"/>
              <a:tabLst>
                <a:tab pos="239395" algn="l"/>
                <a:tab pos="240665" algn="l"/>
              </a:tabLst>
            </a:pPr>
            <a:r>
              <a:rPr lang="en-US" sz="1200" dirty="0">
                <a:cs typeface="Arial"/>
              </a:rPr>
              <a:t>Register</a:t>
            </a:r>
            <a:r>
              <a:rPr lang="en-US" sz="1200" spc="45" dirty="0">
                <a:cs typeface="Arial"/>
              </a:rPr>
              <a:t> </a:t>
            </a:r>
            <a:r>
              <a:rPr lang="en-US" sz="1200" dirty="0">
                <a:cs typeface="Arial"/>
              </a:rPr>
              <a:t>for</a:t>
            </a:r>
            <a:r>
              <a:rPr lang="en-US" sz="1200" spc="60" dirty="0">
                <a:cs typeface="Arial"/>
              </a:rPr>
              <a:t> </a:t>
            </a:r>
            <a:r>
              <a:rPr lang="en-US" sz="1200" dirty="0">
                <a:cs typeface="Arial"/>
              </a:rPr>
              <a:t>Cigna</a:t>
            </a:r>
            <a:r>
              <a:rPr lang="en-US" sz="1200" spc="55" dirty="0">
                <a:cs typeface="Arial"/>
              </a:rPr>
              <a:t> </a:t>
            </a:r>
            <a:r>
              <a:rPr lang="en-US" sz="1200" dirty="0">
                <a:cs typeface="Arial"/>
              </a:rPr>
              <a:t>Envoy,</a:t>
            </a:r>
            <a:r>
              <a:rPr lang="en-US" sz="1200" spc="90" dirty="0">
                <a:cs typeface="Arial"/>
              </a:rPr>
              <a:t> </a:t>
            </a:r>
            <a:r>
              <a:rPr lang="en-US" sz="1200" dirty="0">
                <a:cs typeface="Arial"/>
              </a:rPr>
              <a:t>your</a:t>
            </a:r>
            <a:r>
              <a:rPr lang="en-US" sz="1200" spc="95" dirty="0">
                <a:cs typeface="Arial"/>
              </a:rPr>
              <a:t> </a:t>
            </a:r>
            <a:r>
              <a:rPr lang="en-US" sz="1200" dirty="0">
                <a:cs typeface="Arial"/>
              </a:rPr>
              <a:t>personalized</a:t>
            </a:r>
            <a:r>
              <a:rPr lang="en-US" sz="1200" spc="20" dirty="0">
                <a:cs typeface="Arial"/>
              </a:rPr>
              <a:t> </a:t>
            </a:r>
            <a:r>
              <a:rPr lang="en-US" sz="1200" dirty="0">
                <a:cs typeface="Arial"/>
              </a:rPr>
              <a:t>online</a:t>
            </a:r>
            <a:r>
              <a:rPr lang="en-US" sz="1200" spc="35" dirty="0">
                <a:cs typeface="Arial"/>
              </a:rPr>
              <a:t> </a:t>
            </a:r>
            <a:r>
              <a:rPr lang="en-US" sz="1200" dirty="0">
                <a:cs typeface="Arial"/>
              </a:rPr>
              <a:t>health</a:t>
            </a:r>
            <a:r>
              <a:rPr lang="en-US" sz="1200" spc="35" dirty="0">
                <a:cs typeface="Arial"/>
              </a:rPr>
              <a:t> </a:t>
            </a:r>
            <a:r>
              <a:rPr lang="en-US" sz="1200" spc="-10" dirty="0">
                <a:cs typeface="Arial"/>
              </a:rPr>
              <a:t>resource. </a:t>
            </a:r>
            <a:r>
              <a:rPr lang="en-US" sz="1200" dirty="0">
                <a:cs typeface="Arial"/>
              </a:rPr>
              <a:t>The</a:t>
            </a:r>
            <a:r>
              <a:rPr lang="en-US" sz="1200" spc="50" dirty="0">
                <a:cs typeface="Arial"/>
              </a:rPr>
              <a:t> </a:t>
            </a:r>
            <a:r>
              <a:rPr lang="en-US" sz="1200" dirty="0">
                <a:cs typeface="Arial"/>
              </a:rPr>
              <a:t>tools</a:t>
            </a:r>
            <a:r>
              <a:rPr lang="en-US" sz="1200" spc="60" dirty="0">
                <a:cs typeface="Arial"/>
              </a:rPr>
              <a:t> </a:t>
            </a:r>
            <a:r>
              <a:rPr lang="en-US" sz="1200" dirty="0">
                <a:cs typeface="Arial"/>
              </a:rPr>
              <a:t>and</a:t>
            </a:r>
            <a:r>
              <a:rPr lang="en-US" sz="1200" spc="70" dirty="0">
                <a:cs typeface="Arial"/>
              </a:rPr>
              <a:t> </a:t>
            </a:r>
            <a:r>
              <a:rPr lang="en-US" sz="1200" dirty="0">
                <a:cs typeface="Arial"/>
              </a:rPr>
              <a:t>information</a:t>
            </a:r>
            <a:r>
              <a:rPr lang="en-US" sz="1200" spc="70" dirty="0">
                <a:cs typeface="Arial"/>
              </a:rPr>
              <a:t> </a:t>
            </a:r>
            <a:r>
              <a:rPr lang="en-US" sz="1200" dirty="0">
                <a:cs typeface="Arial"/>
              </a:rPr>
              <a:t>are</a:t>
            </a:r>
            <a:r>
              <a:rPr lang="en-US" sz="1200" spc="80" dirty="0">
                <a:cs typeface="Arial"/>
              </a:rPr>
              <a:t> </a:t>
            </a:r>
            <a:r>
              <a:rPr lang="en-US" sz="1200" dirty="0">
                <a:cs typeface="Arial"/>
              </a:rPr>
              <a:t>developed</a:t>
            </a:r>
            <a:r>
              <a:rPr lang="en-US" sz="1200" spc="70" dirty="0">
                <a:cs typeface="Arial"/>
              </a:rPr>
              <a:t> </a:t>
            </a:r>
            <a:r>
              <a:rPr lang="en-US" sz="1200" dirty="0">
                <a:cs typeface="Arial"/>
              </a:rPr>
              <a:t>specifically</a:t>
            </a:r>
            <a:r>
              <a:rPr lang="en-US" sz="1200" spc="30" dirty="0">
                <a:cs typeface="Arial"/>
              </a:rPr>
              <a:t> </a:t>
            </a:r>
            <a:r>
              <a:rPr lang="en-US" sz="1200" dirty="0">
                <a:cs typeface="Arial"/>
              </a:rPr>
              <a:t>for</a:t>
            </a:r>
            <a:r>
              <a:rPr lang="en-US" sz="1200" spc="95" dirty="0">
                <a:cs typeface="Arial"/>
              </a:rPr>
              <a:t> </a:t>
            </a:r>
            <a:r>
              <a:rPr lang="en-US" sz="1200" spc="-10" dirty="0">
                <a:cs typeface="Arial"/>
              </a:rPr>
              <a:t>globally </a:t>
            </a:r>
            <a:r>
              <a:rPr lang="en-US" sz="1200" dirty="0">
                <a:cs typeface="Arial"/>
              </a:rPr>
              <a:t>mobile</a:t>
            </a:r>
            <a:r>
              <a:rPr lang="en-US" sz="1200" spc="45" dirty="0">
                <a:cs typeface="Arial"/>
              </a:rPr>
              <a:t> </a:t>
            </a:r>
            <a:r>
              <a:rPr lang="en-US" sz="1200" dirty="0">
                <a:cs typeface="Arial"/>
              </a:rPr>
              <a:t>individuals</a:t>
            </a:r>
            <a:r>
              <a:rPr lang="en-US" sz="1200" spc="25" dirty="0">
                <a:cs typeface="Arial"/>
              </a:rPr>
              <a:t> </a:t>
            </a:r>
            <a:r>
              <a:rPr lang="en-US" sz="1200" dirty="0">
                <a:cs typeface="Arial"/>
              </a:rPr>
              <a:t>so</a:t>
            </a:r>
            <a:r>
              <a:rPr lang="en-US" sz="1200" spc="50" dirty="0">
                <a:cs typeface="Arial"/>
              </a:rPr>
              <a:t> </a:t>
            </a:r>
            <a:r>
              <a:rPr lang="en-US" sz="1200" dirty="0">
                <a:cs typeface="Arial"/>
              </a:rPr>
              <a:t>you</a:t>
            </a:r>
            <a:r>
              <a:rPr lang="en-US" sz="1200" spc="85" dirty="0">
                <a:cs typeface="Arial"/>
              </a:rPr>
              <a:t> </a:t>
            </a:r>
            <a:r>
              <a:rPr lang="en-US" sz="1200" dirty="0">
                <a:cs typeface="Arial"/>
              </a:rPr>
              <a:t>can</a:t>
            </a:r>
            <a:r>
              <a:rPr lang="en-US" sz="1200" spc="30" dirty="0">
                <a:cs typeface="Arial"/>
              </a:rPr>
              <a:t> </a:t>
            </a:r>
            <a:r>
              <a:rPr lang="en-US" sz="1200" dirty="0">
                <a:cs typeface="Arial"/>
              </a:rPr>
              <a:t>easily</a:t>
            </a:r>
            <a:r>
              <a:rPr lang="en-US" sz="1200" spc="40" dirty="0">
                <a:cs typeface="Arial"/>
              </a:rPr>
              <a:t> </a:t>
            </a:r>
            <a:r>
              <a:rPr lang="en-US" sz="1200" dirty="0">
                <a:cs typeface="Arial"/>
              </a:rPr>
              <a:t>find</a:t>
            </a:r>
            <a:r>
              <a:rPr lang="en-US" sz="1200" spc="45" dirty="0">
                <a:cs typeface="Arial"/>
              </a:rPr>
              <a:t> </a:t>
            </a:r>
            <a:r>
              <a:rPr lang="en-US" sz="1200" dirty="0">
                <a:cs typeface="Arial"/>
              </a:rPr>
              <a:t>what</a:t>
            </a:r>
            <a:r>
              <a:rPr lang="en-US" sz="1200" spc="70" dirty="0">
                <a:cs typeface="Arial"/>
              </a:rPr>
              <a:t> </a:t>
            </a:r>
            <a:r>
              <a:rPr lang="en-US" sz="1200" dirty="0">
                <a:cs typeface="Arial"/>
              </a:rPr>
              <a:t>you</a:t>
            </a:r>
            <a:r>
              <a:rPr lang="en-US" sz="1200" spc="75" dirty="0">
                <a:cs typeface="Arial"/>
              </a:rPr>
              <a:t> </a:t>
            </a:r>
            <a:r>
              <a:rPr lang="en-US" sz="1200" spc="-10" dirty="0">
                <a:cs typeface="Arial"/>
              </a:rPr>
              <a:t>need.</a:t>
            </a:r>
            <a:endParaRPr lang="en-US" sz="1200" dirty="0">
              <a:cs typeface="Arial"/>
            </a:endParaRPr>
          </a:p>
        </p:txBody>
      </p:sp>
      <p:sp>
        <p:nvSpPr>
          <p:cNvPr id="8" name="Title 7">
            <a:extLst>
              <a:ext uri="{FF2B5EF4-FFF2-40B4-BE49-F238E27FC236}">
                <a16:creationId xmlns:a16="http://schemas.microsoft.com/office/drawing/2014/main" id="{0E1F0DAC-48D6-5265-C68C-D884564EEB51}"/>
              </a:ext>
            </a:extLst>
          </p:cNvPr>
          <p:cNvSpPr>
            <a:spLocks noGrp="1"/>
          </p:cNvSpPr>
          <p:nvPr>
            <p:ph type="title"/>
          </p:nvPr>
        </p:nvSpPr>
        <p:spPr>
          <a:xfrm>
            <a:off x="360000" y="359999"/>
            <a:ext cx="5686631" cy="873377"/>
          </a:xfrm>
        </p:spPr>
        <p:txBody>
          <a:bodyPr/>
          <a:lstStyle/>
          <a:p>
            <a:r>
              <a:rPr lang="en-US" dirty="0"/>
              <a:t>Welcome to </a:t>
            </a:r>
            <a:br>
              <a:rPr lang="en-US" dirty="0"/>
            </a:br>
            <a:r>
              <a:rPr lang="en-US" dirty="0"/>
              <a:t>Cigna Healthcare</a:t>
            </a:r>
          </a:p>
        </p:txBody>
      </p:sp>
      <p:sp>
        <p:nvSpPr>
          <p:cNvPr id="9" name="Slide Number Placeholder 3">
            <a:extLst>
              <a:ext uri="{FF2B5EF4-FFF2-40B4-BE49-F238E27FC236}">
                <a16:creationId xmlns:a16="http://schemas.microsoft.com/office/drawing/2014/main" id="{753C78C2-7045-F3F9-1A25-01581B8AF438}"/>
              </a:ext>
            </a:extLst>
          </p:cNvPr>
          <p:cNvSpPr>
            <a:spLocks noGrp="1"/>
          </p:cNvSpPr>
          <p:nvPr>
            <p:ph type="sldNum" sz="quarter" idx="11"/>
          </p:nvPr>
        </p:nvSpPr>
        <p:spPr>
          <a:xfrm>
            <a:off x="11473199" y="6318000"/>
            <a:ext cx="359212" cy="180000"/>
          </a:xfrm>
        </p:spPr>
        <p:txBody>
          <a:bodyPr/>
          <a:lstStyle/>
          <a:p>
            <a:fld id="{38EC0547-4173-4FD2-B3AD-CE0209F6F09F}" type="slidenum">
              <a:rPr lang="en-US" altLang="en-US" smtClean="0">
                <a:solidFill>
                  <a:schemeClr val="bg1"/>
                </a:solidFill>
              </a:rPr>
              <a:pPr/>
              <a:t>2</a:t>
            </a:fld>
            <a:endParaRPr lang="en-US" altLang="en-US" dirty="0">
              <a:solidFill>
                <a:schemeClr val="bg1"/>
              </a:solidFill>
            </a:endParaRPr>
          </a:p>
        </p:txBody>
      </p:sp>
      <p:pic>
        <p:nvPicPr>
          <p:cNvPr id="4" name="object 7">
            <a:extLst>
              <a:ext uri="{FF2B5EF4-FFF2-40B4-BE49-F238E27FC236}">
                <a16:creationId xmlns:a16="http://schemas.microsoft.com/office/drawing/2014/main" id="{B5FB6717-6486-338C-A004-AE55D9F0B26A}"/>
              </a:ext>
            </a:extLst>
          </p:cNvPr>
          <p:cNvPicPr/>
          <p:nvPr/>
        </p:nvPicPr>
        <p:blipFill>
          <a:blip r:embed="rId4" cstate="screen">
            <a:extLst>
              <a:ext uri="{28A0092B-C50C-407E-A947-70E740481C1C}">
                <a14:useLocalDpi xmlns:a14="http://schemas.microsoft.com/office/drawing/2010/main"/>
              </a:ext>
            </a:extLst>
          </a:blip>
          <a:stretch>
            <a:fillRect/>
          </a:stretch>
        </p:blipFill>
        <p:spPr>
          <a:xfrm>
            <a:off x="8304640" y="2502073"/>
            <a:ext cx="2580131" cy="3995927"/>
          </a:xfrm>
          <a:prstGeom prst="rect">
            <a:avLst/>
          </a:prstGeom>
        </p:spPr>
      </p:pic>
      <p:sp>
        <p:nvSpPr>
          <p:cNvPr id="6" name="TextBox 5">
            <a:extLst>
              <a:ext uri="{FF2B5EF4-FFF2-40B4-BE49-F238E27FC236}">
                <a16:creationId xmlns:a16="http://schemas.microsoft.com/office/drawing/2014/main" id="{EFBDD349-82D9-6F86-9E45-52EE897160F4}"/>
              </a:ext>
            </a:extLst>
          </p:cNvPr>
          <p:cNvSpPr txBox="1"/>
          <p:nvPr/>
        </p:nvSpPr>
        <p:spPr>
          <a:xfrm>
            <a:off x="6774287" y="412124"/>
            <a:ext cx="4997003" cy="1594539"/>
          </a:xfrm>
          <a:prstGeom prst="rect">
            <a:avLst/>
          </a:prstGeom>
          <a:noFill/>
        </p:spPr>
        <p:txBody>
          <a:bodyPr wrap="square" lIns="0" tIns="0" rIns="0" bIns="0" rtlCol="0">
            <a:spAutoFit/>
          </a:bodyPr>
          <a:lstStyle/>
          <a:p>
            <a:pPr marL="163195" marR="5080" indent="-151130">
              <a:lnSpc>
                <a:spcPct val="102499"/>
              </a:lnSpc>
              <a:spcBef>
                <a:spcPts val="600"/>
              </a:spcBef>
              <a:spcAft>
                <a:spcPts val="200"/>
              </a:spcAft>
              <a:buChar char="•"/>
              <a:tabLst>
                <a:tab pos="163830" algn="l"/>
              </a:tabLst>
            </a:pPr>
            <a:r>
              <a:rPr lang="en-US" sz="1200" dirty="0">
                <a:solidFill>
                  <a:srgbClr val="FFFFFF"/>
                </a:solidFill>
                <a:cs typeface="Arial"/>
              </a:rPr>
              <a:t>For</a:t>
            </a:r>
            <a:r>
              <a:rPr lang="en-US" sz="1200" spc="65" dirty="0">
                <a:solidFill>
                  <a:srgbClr val="FFFFFF"/>
                </a:solidFill>
                <a:cs typeface="Arial"/>
              </a:rPr>
              <a:t> </a:t>
            </a:r>
            <a:r>
              <a:rPr lang="en-US" sz="1200" dirty="0">
                <a:solidFill>
                  <a:srgbClr val="FFFFFF"/>
                </a:solidFill>
                <a:cs typeface="Arial"/>
              </a:rPr>
              <a:t>details</a:t>
            </a:r>
            <a:r>
              <a:rPr lang="en-US" sz="1200" spc="45" dirty="0">
                <a:solidFill>
                  <a:srgbClr val="FFFFFF"/>
                </a:solidFill>
                <a:cs typeface="Arial"/>
              </a:rPr>
              <a:t> </a:t>
            </a:r>
            <a:r>
              <a:rPr lang="en-US" sz="1200" dirty="0">
                <a:solidFill>
                  <a:srgbClr val="FFFFFF"/>
                </a:solidFill>
                <a:cs typeface="Arial"/>
              </a:rPr>
              <a:t>on</a:t>
            </a:r>
            <a:r>
              <a:rPr lang="en-US" sz="1200" spc="55" dirty="0">
                <a:solidFill>
                  <a:srgbClr val="FFFFFF"/>
                </a:solidFill>
                <a:cs typeface="Arial"/>
              </a:rPr>
              <a:t> </a:t>
            </a:r>
            <a:r>
              <a:rPr lang="en-US" sz="1200" dirty="0">
                <a:solidFill>
                  <a:srgbClr val="FFFFFF"/>
                </a:solidFill>
                <a:cs typeface="Arial"/>
              </a:rPr>
              <a:t>your</a:t>
            </a:r>
            <a:r>
              <a:rPr lang="en-US" sz="1200" spc="95" dirty="0">
                <a:solidFill>
                  <a:srgbClr val="FFFFFF"/>
                </a:solidFill>
                <a:cs typeface="Arial"/>
              </a:rPr>
              <a:t> </a:t>
            </a:r>
            <a:r>
              <a:rPr lang="en-US" sz="1200" dirty="0">
                <a:solidFill>
                  <a:srgbClr val="FFFFFF"/>
                </a:solidFill>
                <a:cs typeface="Arial"/>
              </a:rPr>
              <a:t>new</a:t>
            </a:r>
            <a:r>
              <a:rPr lang="en-US" sz="1200" spc="50" dirty="0">
                <a:solidFill>
                  <a:srgbClr val="FFFFFF"/>
                </a:solidFill>
                <a:cs typeface="Arial"/>
              </a:rPr>
              <a:t> global </a:t>
            </a:r>
            <a:r>
              <a:rPr lang="en-US" sz="1200" dirty="0">
                <a:solidFill>
                  <a:srgbClr val="FFFFFF"/>
                </a:solidFill>
                <a:cs typeface="Arial"/>
              </a:rPr>
              <a:t>health</a:t>
            </a:r>
            <a:r>
              <a:rPr lang="en-US" sz="1200" spc="55" dirty="0">
                <a:solidFill>
                  <a:srgbClr val="FFFFFF"/>
                </a:solidFill>
                <a:cs typeface="Arial"/>
              </a:rPr>
              <a:t> </a:t>
            </a:r>
            <a:r>
              <a:rPr lang="en-US" sz="1200" dirty="0">
                <a:solidFill>
                  <a:srgbClr val="FFFFFF"/>
                </a:solidFill>
                <a:cs typeface="Arial"/>
              </a:rPr>
              <a:t>insurance</a:t>
            </a:r>
            <a:r>
              <a:rPr lang="en-US" sz="1200" spc="15" dirty="0">
                <a:solidFill>
                  <a:srgbClr val="FFFFFF"/>
                </a:solidFill>
                <a:cs typeface="Arial"/>
              </a:rPr>
              <a:t> </a:t>
            </a:r>
            <a:r>
              <a:rPr lang="en-US" sz="1200" dirty="0">
                <a:solidFill>
                  <a:srgbClr val="FFFFFF"/>
                </a:solidFill>
                <a:cs typeface="Arial"/>
              </a:rPr>
              <a:t>program</a:t>
            </a:r>
            <a:r>
              <a:rPr lang="en-US" sz="1200" spc="65" dirty="0">
                <a:solidFill>
                  <a:srgbClr val="FFFFFF"/>
                </a:solidFill>
                <a:cs typeface="Arial"/>
              </a:rPr>
              <a:t> </a:t>
            </a:r>
            <a:r>
              <a:rPr lang="en-US" sz="1200" dirty="0">
                <a:solidFill>
                  <a:srgbClr val="FFFFFF"/>
                </a:solidFill>
                <a:cs typeface="Arial"/>
              </a:rPr>
              <a:t>you</a:t>
            </a:r>
            <a:r>
              <a:rPr lang="en-US" sz="1200" spc="80" dirty="0">
                <a:solidFill>
                  <a:srgbClr val="FFFFFF"/>
                </a:solidFill>
                <a:cs typeface="Arial"/>
              </a:rPr>
              <a:t> </a:t>
            </a:r>
            <a:r>
              <a:rPr lang="en-US" sz="1200" dirty="0">
                <a:solidFill>
                  <a:srgbClr val="FFFFFF"/>
                </a:solidFill>
                <a:cs typeface="Arial"/>
              </a:rPr>
              <a:t>can</a:t>
            </a:r>
            <a:r>
              <a:rPr lang="en-US" sz="1200" spc="60" dirty="0">
                <a:solidFill>
                  <a:srgbClr val="FFFFFF"/>
                </a:solidFill>
                <a:cs typeface="Arial"/>
              </a:rPr>
              <a:t> </a:t>
            </a:r>
            <a:r>
              <a:rPr lang="en-US" sz="1200" spc="-10" dirty="0">
                <a:solidFill>
                  <a:srgbClr val="FFFFFF"/>
                </a:solidFill>
                <a:cs typeface="Arial"/>
              </a:rPr>
              <a:t>request </a:t>
            </a:r>
            <a:r>
              <a:rPr lang="en-US" sz="1200" dirty="0">
                <a:solidFill>
                  <a:srgbClr val="FFFFFF"/>
                </a:solidFill>
                <a:cs typeface="Arial"/>
              </a:rPr>
              <a:t>a</a:t>
            </a:r>
            <a:r>
              <a:rPr lang="en-US" sz="1200" spc="55" dirty="0">
                <a:solidFill>
                  <a:srgbClr val="FFFFFF"/>
                </a:solidFill>
                <a:cs typeface="Arial"/>
              </a:rPr>
              <a:t> </a:t>
            </a:r>
            <a:r>
              <a:rPr lang="en-US" sz="1200" dirty="0">
                <a:solidFill>
                  <a:srgbClr val="FFFFFF"/>
                </a:solidFill>
                <a:cs typeface="Arial"/>
              </a:rPr>
              <a:t>copy</a:t>
            </a:r>
            <a:r>
              <a:rPr lang="en-US" sz="1200" spc="20" dirty="0">
                <a:solidFill>
                  <a:srgbClr val="FFFFFF"/>
                </a:solidFill>
                <a:cs typeface="Arial"/>
              </a:rPr>
              <a:t> </a:t>
            </a:r>
            <a:r>
              <a:rPr lang="en-US" sz="1200" dirty="0">
                <a:solidFill>
                  <a:srgbClr val="FFFFFF"/>
                </a:solidFill>
                <a:cs typeface="Arial"/>
              </a:rPr>
              <a:t>of</a:t>
            </a:r>
            <a:r>
              <a:rPr lang="en-US" sz="1200" spc="60" dirty="0">
                <a:solidFill>
                  <a:srgbClr val="FFFFFF"/>
                </a:solidFill>
                <a:cs typeface="Arial"/>
              </a:rPr>
              <a:t> </a:t>
            </a:r>
            <a:r>
              <a:rPr lang="en-US" sz="1200" dirty="0">
                <a:solidFill>
                  <a:srgbClr val="FFFFFF"/>
                </a:solidFill>
                <a:cs typeface="Arial"/>
              </a:rPr>
              <a:t>your</a:t>
            </a:r>
            <a:r>
              <a:rPr lang="en-US" sz="1200" spc="85" dirty="0">
                <a:solidFill>
                  <a:srgbClr val="FFFFFF"/>
                </a:solidFill>
                <a:cs typeface="Arial"/>
              </a:rPr>
              <a:t> </a:t>
            </a:r>
            <a:r>
              <a:rPr lang="en-US" sz="1200" dirty="0">
                <a:solidFill>
                  <a:srgbClr val="FFFFFF"/>
                </a:solidFill>
                <a:cs typeface="Arial"/>
              </a:rPr>
              <a:t>summary</a:t>
            </a:r>
            <a:r>
              <a:rPr lang="en-US" sz="1200" spc="60" dirty="0">
                <a:solidFill>
                  <a:srgbClr val="FFFFFF"/>
                </a:solidFill>
                <a:cs typeface="Arial"/>
              </a:rPr>
              <a:t> </a:t>
            </a:r>
            <a:r>
              <a:rPr lang="en-US" sz="1200" dirty="0">
                <a:solidFill>
                  <a:srgbClr val="FFFFFF"/>
                </a:solidFill>
                <a:cs typeface="Arial"/>
              </a:rPr>
              <a:t>of</a:t>
            </a:r>
            <a:r>
              <a:rPr lang="en-US" sz="1200" spc="55" dirty="0">
                <a:solidFill>
                  <a:srgbClr val="FFFFFF"/>
                </a:solidFill>
                <a:cs typeface="Arial"/>
              </a:rPr>
              <a:t> </a:t>
            </a:r>
            <a:r>
              <a:rPr lang="en-US" sz="1200" dirty="0">
                <a:solidFill>
                  <a:srgbClr val="FFFFFF"/>
                </a:solidFill>
                <a:cs typeface="Arial"/>
              </a:rPr>
              <a:t>benefits</a:t>
            </a:r>
            <a:r>
              <a:rPr lang="en-US" sz="1200" spc="25" dirty="0">
                <a:solidFill>
                  <a:srgbClr val="FFFFFF"/>
                </a:solidFill>
                <a:cs typeface="Arial"/>
              </a:rPr>
              <a:t> </a:t>
            </a:r>
            <a:r>
              <a:rPr lang="en-US" sz="1200" dirty="0">
                <a:solidFill>
                  <a:srgbClr val="FFFFFF"/>
                </a:solidFill>
                <a:cs typeface="Arial"/>
              </a:rPr>
              <a:t>from</a:t>
            </a:r>
            <a:r>
              <a:rPr lang="en-US" sz="1200" spc="75" dirty="0">
                <a:solidFill>
                  <a:srgbClr val="FFFFFF"/>
                </a:solidFill>
                <a:cs typeface="Arial"/>
              </a:rPr>
              <a:t> </a:t>
            </a:r>
            <a:r>
              <a:rPr lang="en-US" sz="1200" dirty="0">
                <a:solidFill>
                  <a:srgbClr val="FFFFFF"/>
                </a:solidFill>
                <a:cs typeface="Arial"/>
              </a:rPr>
              <a:t>your</a:t>
            </a:r>
            <a:r>
              <a:rPr lang="en-US" sz="1200" spc="65" dirty="0">
                <a:solidFill>
                  <a:srgbClr val="FFFFFF"/>
                </a:solidFill>
                <a:cs typeface="Arial"/>
              </a:rPr>
              <a:t> </a:t>
            </a:r>
            <a:r>
              <a:rPr lang="en-US" sz="1200" dirty="0">
                <a:solidFill>
                  <a:srgbClr val="FFFFFF"/>
                </a:solidFill>
                <a:cs typeface="Arial"/>
              </a:rPr>
              <a:t>human</a:t>
            </a:r>
            <a:r>
              <a:rPr lang="en-US" sz="1200" spc="45" dirty="0">
                <a:solidFill>
                  <a:srgbClr val="FFFFFF"/>
                </a:solidFill>
                <a:cs typeface="Arial"/>
              </a:rPr>
              <a:t> </a:t>
            </a:r>
            <a:r>
              <a:rPr lang="en-US" sz="1200" spc="-10" dirty="0">
                <a:solidFill>
                  <a:srgbClr val="FFFFFF"/>
                </a:solidFill>
                <a:cs typeface="Arial"/>
              </a:rPr>
              <a:t>resources </a:t>
            </a:r>
            <a:r>
              <a:rPr lang="en-US" sz="1200" dirty="0">
                <a:solidFill>
                  <a:srgbClr val="FFFFFF"/>
                </a:solidFill>
                <a:cs typeface="Arial"/>
              </a:rPr>
              <a:t>department,</a:t>
            </a:r>
            <a:r>
              <a:rPr lang="en-US" sz="1200" spc="45" dirty="0">
                <a:solidFill>
                  <a:srgbClr val="FFFFFF"/>
                </a:solidFill>
                <a:cs typeface="Arial"/>
              </a:rPr>
              <a:t> </a:t>
            </a:r>
            <a:r>
              <a:rPr lang="en-US" sz="1200" dirty="0">
                <a:solidFill>
                  <a:srgbClr val="FFFFFF"/>
                </a:solidFill>
                <a:cs typeface="Arial"/>
              </a:rPr>
              <a:t>or</a:t>
            </a:r>
            <a:r>
              <a:rPr lang="en-US" sz="1200" spc="60" dirty="0">
                <a:solidFill>
                  <a:srgbClr val="FFFFFF"/>
                </a:solidFill>
                <a:cs typeface="Arial"/>
              </a:rPr>
              <a:t> </a:t>
            </a:r>
            <a:r>
              <a:rPr lang="en-US" sz="1200" dirty="0">
                <a:solidFill>
                  <a:srgbClr val="FFFFFF"/>
                </a:solidFill>
                <a:cs typeface="Arial"/>
              </a:rPr>
              <a:t>once</a:t>
            </a:r>
            <a:r>
              <a:rPr lang="en-US" sz="1200" spc="40" dirty="0">
                <a:solidFill>
                  <a:srgbClr val="FFFFFF"/>
                </a:solidFill>
                <a:cs typeface="Arial"/>
              </a:rPr>
              <a:t> </a:t>
            </a:r>
            <a:r>
              <a:rPr lang="en-US" sz="1200" dirty="0">
                <a:solidFill>
                  <a:srgbClr val="FFFFFF"/>
                </a:solidFill>
                <a:cs typeface="Arial"/>
              </a:rPr>
              <a:t>you</a:t>
            </a:r>
            <a:r>
              <a:rPr lang="en-US" sz="1200" spc="75" dirty="0">
                <a:solidFill>
                  <a:srgbClr val="FFFFFF"/>
                </a:solidFill>
                <a:cs typeface="Arial"/>
              </a:rPr>
              <a:t> </a:t>
            </a:r>
            <a:r>
              <a:rPr lang="en-US" sz="1200" dirty="0">
                <a:solidFill>
                  <a:srgbClr val="FFFFFF"/>
                </a:solidFill>
                <a:cs typeface="Arial"/>
              </a:rPr>
              <a:t>log</a:t>
            </a:r>
            <a:r>
              <a:rPr lang="en-US" sz="1200" spc="60" dirty="0">
                <a:solidFill>
                  <a:srgbClr val="FFFFFF"/>
                </a:solidFill>
                <a:cs typeface="Arial"/>
              </a:rPr>
              <a:t> </a:t>
            </a:r>
            <a:r>
              <a:rPr lang="en-US" sz="1200" dirty="0">
                <a:solidFill>
                  <a:srgbClr val="FFFFFF"/>
                </a:solidFill>
                <a:cs typeface="Arial"/>
              </a:rPr>
              <a:t>on</a:t>
            </a:r>
            <a:r>
              <a:rPr lang="en-US" sz="1200" spc="50" dirty="0">
                <a:solidFill>
                  <a:srgbClr val="FFFFFF"/>
                </a:solidFill>
                <a:cs typeface="Arial"/>
              </a:rPr>
              <a:t> </a:t>
            </a:r>
            <a:r>
              <a:rPr lang="en-US" sz="1200" dirty="0">
                <a:solidFill>
                  <a:srgbClr val="FFFFFF"/>
                </a:solidFill>
                <a:cs typeface="Arial"/>
              </a:rPr>
              <a:t>and</a:t>
            </a:r>
            <a:r>
              <a:rPr lang="en-US" sz="1200" spc="35" dirty="0">
                <a:solidFill>
                  <a:srgbClr val="FFFFFF"/>
                </a:solidFill>
                <a:cs typeface="Arial"/>
              </a:rPr>
              <a:t> </a:t>
            </a:r>
            <a:r>
              <a:rPr lang="en-US" sz="1200" dirty="0">
                <a:solidFill>
                  <a:srgbClr val="FFFFFF"/>
                </a:solidFill>
                <a:cs typeface="Arial"/>
              </a:rPr>
              <a:t>register</a:t>
            </a:r>
            <a:r>
              <a:rPr lang="en-US" sz="1200" spc="45" dirty="0">
                <a:solidFill>
                  <a:srgbClr val="FFFFFF"/>
                </a:solidFill>
                <a:cs typeface="Arial"/>
              </a:rPr>
              <a:t> </a:t>
            </a:r>
            <a:r>
              <a:rPr lang="en-US" sz="1200" dirty="0">
                <a:solidFill>
                  <a:srgbClr val="FFFFFF"/>
                </a:solidFill>
                <a:cs typeface="Arial"/>
              </a:rPr>
              <a:t>on</a:t>
            </a:r>
            <a:r>
              <a:rPr lang="en-US" sz="1200" spc="60" dirty="0">
                <a:solidFill>
                  <a:srgbClr val="FFFFFF"/>
                </a:solidFill>
                <a:cs typeface="Arial"/>
              </a:rPr>
              <a:t> </a:t>
            </a:r>
            <a:r>
              <a:rPr lang="en-US" sz="1200" dirty="0">
                <a:solidFill>
                  <a:srgbClr val="FFFFFF"/>
                </a:solidFill>
                <a:cs typeface="Arial"/>
              </a:rPr>
              <a:t>the</a:t>
            </a:r>
            <a:r>
              <a:rPr lang="en-US" sz="1200" spc="45" dirty="0">
                <a:solidFill>
                  <a:srgbClr val="FFFFFF"/>
                </a:solidFill>
                <a:cs typeface="Arial"/>
              </a:rPr>
              <a:t> </a:t>
            </a:r>
            <a:r>
              <a:rPr lang="en-US" sz="1200" spc="-10" dirty="0">
                <a:solidFill>
                  <a:srgbClr val="FFFFFF"/>
                </a:solidFill>
                <a:cs typeface="Arial"/>
              </a:rPr>
              <a:t>customer </a:t>
            </a:r>
            <a:r>
              <a:rPr lang="en-US" sz="1200" dirty="0">
                <a:solidFill>
                  <a:schemeClr val="bg1"/>
                </a:solidFill>
                <a:cs typeface="Arial"/>
              </a:rPr>
              <a:t>website, </a:t>
            </a:r>
            <a:r>
              <a:rPr lang="en-US" sz="1200" dirty="0">
                <a:solidFill>
                  <a:schemeClr val="bg1"/>
                </a:solidFill>
                <a:cs typeface="Arial"/>
                <a:hlinkClick r:id="rId5">
                  <a:extLst>
                    <a:ext uri="{A12FA001-AC4F-418D-AE19-62706E023703}">
                      <ahyp:hlinkClr xmlns:ahyp="http://schemas.microsoft.com/office/drawing/2018/hyperlinkcolor" val="tx"/>
                    </a:ext>
                  </a:extLst>
                </a:hlinkClick>
              </a:rPr>
              <a:t>www.cignaenvoy.com</a:t>
            </a:r>
            <a:r>
              <a:rPr lang="en-US" sz="1200" dirty="0">
                <a:solidFill>
                  <a:schemeClr val="bg1"/>
                </a:solidFill>
                <a:cs typeface="Arial"/>
              </a:rPr>
              <a:t> you</a:t>
            </a:r>
            <a:r>
              <a:rPr lang="en-US" sz="1200" spc="75" dirty="0">
                <a:solidFill>
                  <a:schemeClr val="bg1"/>
                </a:solidFill>
                <a:cs typeface="Arial"/>
              </a:rPr>
              <a:t> </a:t>
            </a:r>
            <a:r>
              <a:rPr lang="en-US" sz="1200" dirty="0">
                <a:solidFill>
                  <a:srgbClr val="FFFFFF"/>
                </a:solidFill>
                <a:cs typeface="Arial"/>
              </a:rPr>
              <a:t>can</a:t>
            </a:r>
            <a:r>
              <a:rPr lang="en-US" sz="1200" spc="25" dirty="0">
                <a:solidFill>
                  <a:srgbClr val="FFFFFF"/>
                </a:solidFill>
                <a:cs typeface="Arial"/>
              </a:rPr>
              <a:t> </a:t>
            </a:r>
            <a:r>
              <a:rPr lang="en-US" sz="1200" dirty="0">
                <a:solidFill>
                  <a:srgbClr val="FFFFFF"/>
                </a:solidFill>
                <a:cs typeface="Arial"/>
              </a:rPr>
              <a:t>view</a:t>
            </a:r>
            <a:r>
              <a:rPr lang="en-US" sz="1200" spc="50" dirty="0">
                <a:solidFill>
                  <a:srgbClr val="FFFFFF"/>
                </a:solidFill>
                <a:cs typeface="Arial"/>
              </a:rPr>
              <a:t> </a:t>
            </a:r>
            <a:r>
              <a:rPr lang="en-US" sz="1200" dirty="0">
                <a:solidFill>
                  <a:srgbClr val="FFFFFF"/>
                </a:solidFill>
                <a:cs typeface="Arial"/>
              </a:rPr>
              <a:t>details</a:t>
            </a:r>
            <a:r>
              <a:rPr lang="en-US" sz="1200" spc="45" dirty="0">
                <a:solidFill>
                  <a:srgbClr val="FFFFFF"/>
                </a:solidFill>
                <a:cs typeface="Arial"/>
              </a:rPr>
              <a:t> </a:t>
            </a:r>
            <a:r>
              <a:rPr lang="en-US" sz="1200" dirty="0">
                <a:solidFill>
                  <a:srgbClr val="FFFFFF"/>
                </a:solidFill>
                <a:cs typeface="Arial"/>
              </a:rPr>
              <a:t>on</a:t>
            </a:r>
            <a:r>
              <a:rPr lang="en-US" sz="1200" spc="45" dirty="0">
                <a:solidFill>
                  <a:srgbClr val="FFFFFF"/>
                </a:solidFill>
                <a:cs typeface="Arial"/>
              </a:rPr>
              <a:t> </a:t>
            </a:r>
            <a:r>
              <a:rPr lang="en-US" sz="1200" dirty="0">
                <a:solidFill>
                  <a:srgbClr val="FFFFFF"/>
                </a:solidFill>
                <a:cs typeface="Arial"/>
              </a:rPr>
              <a:t>your</a:t>
            </a:r>
            <a:r>
              <a:rPr lang="en-US" sz="1200" spc="80" dirty="0">
                <a:solidFill>
                  <a:srgbClr val="FFFFFF"/>
                </a:solidFill>
                <a:cs typeface="Arial"/>
              </a:rPr>
              <a:t> </a:t>
            </a:r>
            <a:r>
              <a:rPr lang="en-US" sz="1200" spc="-10" dirty="0">
                <a:solidFill>
                  <a:srgbClr val="FFFFFF"/>
                </a:solidFill>
                <a:cs typeface="Arial"/>
              </a:rPr>
              <a:t>program</a:t>
            </a:r>
            <a:r>
              <a:rPr lang="en-US" sz="1200" spc="-10" dirty="0">
                <a:cs typeface="Arial"/>
              </a:rPr>
              <a:t> </a:t>
            </a:r>
            <a:r>
              <a:rPr lang="en-US" sz="1200" dirty="0">
                <a:solidFill>
                  <a:srgbClr val="FFFFFF"/>
                </a:solidFill>
                <a:cs typeface="Arial"/>
              </a:rPr>
              <a:t>or</a:t>
            </a:r>
            <a:r>
              <a:rPr lang="en-US" sz="1200" spc="80" dirty="0">
                <a:solidFill>
                  <a:srgbClr val="FFFFFF"/>
                </a:solidFill>
                <a:cs typeface="Arial"/>
              </a:rPr>
              <a:t> </a:t>
            </a:r>
            <a:r>
              <a:rPr lang="en-US" sz="1200" dirty="0">
                <a:solidFill>
                  <a:srgbClr val="FFFFFF"/>
                </a:solidFill>
                <a:cs typeface="Arial"/>
              </a:rPr>
              <a:t>simply</a:t>
            </a:r>
            <a:r>
              <a:rPr lang="en-US" sz="1200" spc="70" dirty="0">
                <a:solidFill>
                  <a:srgbClr val="FFFFFF"/>
                </a:solidFill>
                <a:cs typeface="Arial"/>
              </a:rPr>
              <a:t> </a:t>
            </a:r>
            <a:r>
              <a:rPr lang="en-US" sz="1200" dirty="0">
                <a:solidFill>
                  <a:srgbClr val="FFFFFF"/>
                </a:solidFill>
                <a:cs typeface="Arial"/>
              </a:rPr>
              <a:t>call</a:t>
            </a:r>
            <a:r>
              <a:rPr lang="en-US" sz="1200" spc="70" dirty="0">
                <a:solidFill>
                  <a:srgbClr val="FFFFFF"/>
                </a:solidFill>
                <a:cs typeface="Arial"/>
              </a:rPr>
              <a:t> </a:t>
            </a:r>
            <a:r>
              <a:rPr lang="en-US" sz="1200" dirty="0">
                <a:solidFill>
                  <a:srgbClr val="FFFFFF"/>
                </a:solidFill>
                <a:cs typeface="Arial"/>
              </a:rPr>
              <a:t>Cigna</a:t>
            </a:r>
            <a:r>
              <a:rPr lang="en-US" sz="1200" spc="70" dirty="0">
                <a:solidFill>
                  <a:srgbClr val="FFFFFF"/>
                </a:solidFill>
                <a:cs typeface="Arial"/>
              </a:rPr>
              <a:t> Healthcare </a:t>
            </a:r>
            <a:r>
              <a:rPr lang="en-US" sz="1200" dirty="0">
                <a:solidFill>
                  <a:srgbClr val="FFFFFF"/>
                </a:solidFill>
                <a:cs typeface="Arial"/>
              </a:rPr>
              <a:t>at</a:t>
            </a:r>
            <a:r>
              <a:rPr lang="en-US" sz="1200" spc="80" dirty="0">
                <a:solidFill>
                  <a:srgbClr val="FFFFFF"/>
                </a:solidFill>
                <a:cs typeface="Arial"/>
              </a:rPr>
              <a:t> </a:t>
            </a:r>
            <a:r>
              <a:rPr lang="en-US" sz="1200" dirty="0">
                <a:solidFill>
                  <a:srgbClr val="FFFFFF"/>
                </a:solidFill>
                <a:cs typeface="Arial"/>
              </a:rPr>
              <a:t>1.800.441.2668.</a:t>
            </a:r>
            <a:r>
              <a:rPr lang="en-US" sz="1200" spc="45" dirty="0">
                <a:solidFill>
                  <a:srgbClr val="FFFFFF"/>
                </a:solidFill>
                <a:cs typeface="Arial"/>
              </a:rPr>
              <a:t> </a:t>
            </a:r>
          </a:p>
          <a:p>
            <a:pPr marL="163195" marR="5080" indent="-151130">
              <a:lnSpc>
                <a:spcPct val="102499"/>
              </a:lnSpc>
              <a:spcBef>
                <a:spcPts val="600"/>
              </a:spcBef>
              <a:spcAft>
                <a:spcPts val="200"/>
              </a:spcAft>
              <a:buChar char="•"/>
              <a:tabLst>
                <a:tab pos="163830" algn="l"/>
              </a:tabLst>
            </a:pPr>
            <a:r>
              <a:rPr lang="en-US" sz="1200" dirty="0">
                <a:solidFill>
                  <a:srgbClr val="FFFFFF"/>
                </a:solidFill>
                <a:cs typeface="Arial"/>
              </a:rPr>
              <a:t>Prior</a:t>
            </a:r>
            <a:r>
              <a:rPr lang="en-US" sz="1200" spc="75" dirty="0">
                <a:solidFill>
                  <a:srgbClr val="FFFFFF"/>
                </a:solidFill>
                <a:cs typeface="Arial"/>
              </a:rPr>
              <a:t> </a:t>
            </a:r>
            <a:r>
              <a:rPr lang="en-US" sz="1200" dirty="0">
                <a:solidFill>
                  <a:srgbClr val="FFFFFF"/>
                </a:solidFill>
                <a:cs typeface="Arial"/>
              </a:rPr>
              <a:t>to May 1, 2024,</a:t>
            </a:r>
            <a:r>
              <a:rPr lang="en-US" sz="1200" spc="70" dirty="0">
                <a:solidFill>
                  <a:srgbClr val="FFFFFF"/>
                </a:solidFill>
                <a:cs typeface="Arial"/>
              </a:rPr>
              <a:t> </a:t>
            </a:r>
            <a:r>
              <a:rPr lang="en-US" sz="1200" dirty="0">
                <a:solidFill>
                  <a:srgbClr val="FFFFFF"/>
                </a:solidFill>
                <a:cs typeface="Arial"/>
              </a:rPr>
              <a:t>please</a:t>
            </a:r>
            <a:r>
              <a:rPr lang="en-US" sz="1200" spc="25" dirty="0">
                <a:solidFill>
                  <a:srgbClr val="FFFFFF"/>
                </a:solidFill>
                <a:cs typeface="Arial"/>
              </a:rPr>
              <a:t> </a:t>
            </a:r>
            <a:r>
              <a:rPr lang="en-US" sz="1200" dirty="0">
                <a:solidFill>
                  <a:srgbClr val="FFFFFF"/>
                </a:solidFill>
                <a:cs typeface="Arial"/>
              </a:rPr>
              <a:t>submit</a:t>
            </a:r>
            <a:r>
              <a:rPr lang="en-US" sz="1200" spc="70" dirty="0">
                <a:solidFill>
                  <a:srgbClr val="FFFFFF"/>
                </a:solidFill>
                <a:cs typeface="Arial"/>
              </a:rPr>
              <a:t> </a:t>
            </a:r>
            <a:r>
              <a:rPr lang="en-US" sz="1200" dirty="0">
                <a:solidFill>
                  <a:srgbClr val="FFFFFF"/>
                </a:solidFill>
                <a:cs typeface="Arial"/>
              </a:rPr>
              <a:t>any</a:t>
            </a:r>
            <a:r>
              <a:rPr lang="en-US" sz="1200" spc="45" dirty="0">
                <a:solidFill>
                  <a:srgbClr val="FFFFFF"/>
                </a:solidFill>
                <a:cs typeface="Arial"/>
              </a:rPr>
              <a:t> </a:t>
            </a:r>
            <a:r>
              <a:rPr lang="en-US" sz="1200" dirty="0">
                <a:solidFill>
                  <a:srgbClr val="FFFFFF"/>
                </a:solidFill>
                <a:cs typeface="Arial"/>
              </a:rPr>
              <a:t>claims</a:t>
            </a:r>
            <a:r>
              <a:rPr lang="en-US" sz="1200" spc="55" dirty="0">
                <a:solidFill>
                  <a:srgbClr val="FFFFFF"/>
                </a:solidFill>
                <a:cs typeface="Arial"/>
              </a:rPr>
              <a:t> </a:t>
            </a:r>
            <a:r>
              <a:rPr lang="en-US" sz="1200" dirty="0">
                <a:solidFill>
                  <a:srgbClr val="FFFFFF"/>
                </a:solidFill>
                <a:cs typeface="Arial"/>
              </a:rPr>
              <a:t>incurred</a:t>
            </a:r>
            <a:r>
              <a:rPr lang="en-US" sz="1200" spc="45" dirty="0">
                <a:solidFill>
                  <a:srgbClr val="FFFFFF"/>
                </a:solidFill>
                <a:cs typeface="Arial"/>
              </a:rPr>
              <a:t> </a:t>
            </a:r>
            <a:r>
              <a:rPr lang="en-US" sz="1200" dirty="0">
                <a:solidFill>
                  <a:schemeClr val="bg1"/>
                </a:solidFill>
                <a:cs typeface="Arial"/>
              </a:rPr>
              <a:t>prior</a:t>
            </a:r>
            <a:r>
              <a:rPr lang="en-US" sz="1200" spc="70" dirty="0">
                <a:solidFill>
                  <a:schemeClr val="bg1"/>
                </a:solidFill>
                <a:cs typeface="Arial"/>
              </a:rPr>
              <a:t> </a:t>
            </a:r>
            <a:r>
              <a:rPr lang="en-US" sz="1200" dirty="0">
                <a:solidFill>
                  <a:schemeClr val="bg1"/>
                </a:solidFill>
                <a:cs typeface="Arial"/>
              </a:rPr>
              <a:t>to</a:t>
            </a:r>
            <a:r>
              <a:rPr lang="en-US" sz="1200" spc="75" dirty="0">
                <a:solidFill>
                  <a:schemeClr val="bg1"/>
                </a:solidFill>
                <a:cs typeface="Arial"/>
              </a:rPr>
              <a:t> 5</a:t>
            </a:r>
            <a:r>
              <a:rPr lang="en-US" sz="1200" spc="-10" dirty="0">
                <a:solidFill>
                  <a:schemeClr val="bg1"/>
                </a:solidFill>
                <a:cs typeface="Arial"/>
              </a:rPr>
              <a:t>/1/2024 </a:t>
            </a:r>
            <a:r>
              <a:rPr lang="en-US" sz="1200" dirty="0">
                <a:solidFill>
                  <a:srgbClr val="FFFFFF"/>
                </a:solidFill>
                <a:cs typeface="Arial"/>
              </a:rPr>
              <a:t>to</a:t>
            </a:r>
            <a:r>
              <a:rPr lang="en-US" sz="1200" spc="75" dirty="0">
                <a:solidFill>
                  <a:srgbClr val="FFFFFF"/>
                </a:solidFill>
                <a:cs typeface="Arial"/>
              </a:rPr>
              <a:t> </a:t>
            </a:r>
            <a:r>
              <a:rPr lang="en-US" sz="1200" dirty="0">
                <a:solidFill>
                  <a:srgbClr val="FFFFFF"/>
                </a:solidFill>
                <a:cs typeface="Arial"/>
              </a:rPr>
              <a:t>your</a:t>
            </a:r>
            <a:r>
              <a:rPr lang="en-US" sz="1200" spc="105" dirty="0">
                <a:solidFill>
                  <a:srgbClr val="FFFFFF"/>
                </a:solidFill>
                <a:cs typeface="Arial"/>
              </a:rPr>
              <a:t> </a:t>
            </a:r>
            <a:r>
              <a:rPr lang="en-US" sz="1200" dirty="0">
                <a:solidFill>
                  <a:srgbClr val="FFFFFF"/>
                </a:solidFill>
                <a:cs typeface="Arial"/>
              </a:rPr>
              <a:t>previous</a:t>
            </a:r>
            <a:r>
              <a:rPr lang="en-US" sz="1200" spc="55" dirty="0">
                <a:solidFill>
                  <a:srgbClr val="FFFFFF"/>
                </a:solidFill>
                <a:cs typeface="Arial"/>
              </a:rPr>
              <a:t> </a:t>
            </a:r>
            <a:r>
              <a:rPr lang="en-US" sz="1200" dirty="0">
                <a:solidFill>
                  <a:srgbClr val="FFFFFF"/>
                </a:solidFill>
                <a:cs typeface="Arial"/>
              </a:rPr>
              <a:t>health</a:t>
            </a:r>
            <a:r>
              <a:rPr lang="en-US" sz="1200" spc="45" dirty="0">
                <a:solidFill>
                  <a:srgbClr val="FFFFFF"/>
                </a:solidFill>
                <a:cs typeface="Arial"/>
              </a:rPr>
              <a:t> </a:t>
            </a:r>
            <a:r>
              <a:rPr lang="en-US" sz="1200" dirty="0">
                <a:solidFill>
                  <a:srgbClr val="FFFFFF"/>
                </a:solidFill>
                <a:cs typeface="Arial"/>
              </a:rPr>
              <a:t>insurance</a:t>
            </a:r>
            <a:r>
              <a:rPr lang="en-US" sz="1200" spc="35" dirty="0">
                <a:solidFill>
                  <a:srgbClr val="FFFFFF"/>
                </a:solidFill>
                <a:cs typeface="Arial"/>
              </a:rPr>
              <a:t> </a:t>
            </a:r>
            <a:r>
              <a:rPr lang="en-US" sz="1200" spc="-10" dirty="0">
                <a:solidFill>
                  <a:srgbClr val="FFFFFF"/>
                </a:solidFill>
                <a:cs typeface="Arial"/>
              </a:rPr>
              <a:t>company.</a:t>
            </a:r>
            <a:endParaRPr lang="en-US" sz="1200" dirty="0">
              <a:cs typeface="Arial"/>
            </a:endParaRPr>
          </a:p>
        </p:txBody>
      </p:sp>
      <p:sp>
        <p:nvSpPr>
          <p:cNvPr id="14" name="TextBox 13">
            <a:extLst>
              <a:ext uri="{FF2B5EF4-FFF2-40B4-BE49-F238E27FC236}">
                <a16:creationId xmlns:a16="http://schemas.microsoft.com/office/drawing/2014/main" id="{9009C436-DACC-51B8-67A3-B22875832690}"/>
              </a:ext>
            </a:extLst>
          </p:cNvPr>
          <p:cNvSpPr txBox="1"/>
          <p:nvPr/>
        </p:nvSpPr>
        <p:spPr>
          <a:xfrm>
            <a:off x="833832" y="3513000"/>
            <a:ext cx="2865549" cy="656590"/>
          </a:xfrm>
          <a:prstGeom prst="rect">
            <a:avLst/>
          </a:prstGeom>
          <a:noFill/>
        </p:spPr>
        <p:txBody>
          <a:bodyPr wrap="square" lIns="0" tIns="0" rIns="0" bIns="0" rtlCol="0">
            <a:spAutoFit/>
          </a:bodyPr>
          <a:lstStyle/>
          <a:p>
            <a:pPr marL="165100" indent="-153035">
              <a:lnSpc>
                <a:spcPct val="100000"/>
              </a:lnSpc>
              <a:spcBef>
                <a:spcPts val="600"/>
              </a:spcBef>
              <a:spcAft>
                <a:spcPts val="200"/>
              </a:spcAft>
              <a:buChar char="•"/>
              <a:tabLst>
                <a:tab pos="165735" algn="l"/>
              </a:tabLst>
            </a:pPr>
            <a:r>
              <a:rPr lang="en-US" sz="1200" dirty="0">
                <a:cs typeface="Arial"/>
              </a:rPr>
              <a:t>Find</a:t>
            </a:r>
            <a:r>
              <a:rPr lang="en-US" sz="1200" spc="45" dirty="0">
                <a:cs typeface="Arial"/>
              </a:rPr>
              <a:t> </a:t>
            </a:r>
            <a:r>
              <a:rPr lang="en-US" sz="1200" dirty="0">
                <a:cs typeface="Arial"/>
              </a:rPr>
              <a:t>a</a:t>
            </a:r>
            <a:r>
              <a:rPr lang="en-US" sz="1200" spc="60" dirty="0">
                <a:cs typeface="Arial"/>
              </a:rPr>
              <a:t> </a:t>
            </a:r>
            <a:r>
              <a:rPr lang="en-US" sz="1200" dirty="0">
                <a:cs typeface="Arial"/>
              </a:rPr>
              <a:t>health</a:t>
            </a:r>
            <a:r>
              <a:rPr lang="en-US" sz="1200" spc="35" dirty="0">
                <a:cs typeface="Arial"/>
              </a:rPr>
              <a:t> </a:t>
            </a:r>
            <a:r>
              <a:rPr lang="en-US" sz="1200" dirty="0">
                <a:cs typeface="Arial"/>
              </a:rPr>
              <a:t>care</a:t>
            </a:r>
            <a:r>
              <a:rPr lang="en-US" sz="1200" spc="50" dirty="0">
                <a:cs typeface="Arial"/>
              </a:rPr>
              <a:t> </a:t>
            </a:r>
            <a:r>
              <a:rPr lang="en-US" sz="1200" spc="-10" dirty="0">
                <a:cs typeface="Arial"/>
              </a:rPr>
              <a:t>provider </a:t>
            </a:r>
            <a:r>
              <a:rPr lang="en-US" sz="1200" dirty="0">
                <a:cs typeface="Arial"/>
              </a:rPr>
              <a:t>or</a:t>
            </a:r>
            <a:r>
              <a:rPr lang="en-US" sz="1200" spc="55" dirty="0">
                <a:cs typeface="Arial"/>
              </a:rPr>
              <a:t> </a:t>
            </a:r>
            <a:r>
              <a:rPr lang="en-US" sz="1200" dirty="0">
                <a:cs typeface="Arial"/>
              </a:rPr>
              <a:t>facility</a:t>
            </a:r>
            <a:r>
              <a:rPr lang="en-US" sz="1200" spc="40" dirty="0">
                <a:cs typeface="Arial"/>
              </a:rPr>
              <a:t> </a:t>
            </a:r>
            <a:r>
              <a:rPr lang="en-US" sz="1200" dirty="0">
                <a:cs typeface="Arial"/>
              </a:rPr>
              <a:t>anywhere</a:t>
            </a:r>
            <a:r>
              <a:rPr lang="en-US" sz="1200" spc="75" dirty="0">
                <a:cs typeface="Arial"/>
              </a:rPr>
              <a:t> </a:t>
            </a:r>
            <a:r>
              <a:rPr lang="en-US" sz="1200" dirty="0">
                <a:cs typeface="Arial"/>
              </a:rPr>
              <a:t>in</a:t>
            </a:r>
            <a:r>
              <a:rPr lang="en-US" sz="1200" spc="55" dirty="0">
                <a:cs typeface="Arial"/>
              </a:rPr>
              <a:t> </a:t>
            </a:r>
            <a:r>
              <a:rPr lang="en-US" sz="1200" dirty="0">
                <a:cs typeface="Arial"/>
              </a:rPr>
              <a:t>the</a:t>
            </a:r>
            <a:r>
              <a:rPr lang="en-US" sz="1200" spc="40" dirty="0">
                <a:cs typeface="Arial"/>
              </a:rPr>
              <a:t> </a:t>
            </a:r>
            <a:r>
              <a:rPr lang="en-US" sz="1200" spc="-10" dirty="0">
                <a:cs typeface="Arial"/>
              </a:rPr>
              <a:t>world</a:t>
            </a:r>
            <a:endParaRPr lang="en-US" sz="1200" dirty="0">
              <a:cs typeface="Arial"/>
            </a:endParaRPr>
          </a:p>
          <a:p>
            <a:pPr marL="165100" indent="-153035">
              <a:lnSpc>
                <a:spcPct val="100000"/>
              </a:lnSpc>
              <a:spcBef>
                <a:spcPts val="600"/>
              </a:spcBef>
              <a:spcAft>
                <a:spcPts val="200"/>
              </a:spcAft>
              <a:buChar char="•"/>
              <a:tabLst>
                <a:tab pos="165735" algn="l"/>
              </a:tabLst>
            </a:pPr>
            <a:r>
              <a:rPr lang="en-US" sz="1200" dirty="0">
                <a:cs typeface="Arial"/>
              </a:rPr>
              <a:t>Review</a:t>
            </a:r>
            <a:r>
              <a:rPr lang="en-US" sz="1200" spc="65" dirty="0">
                <a:cs typeface="Arial"/>
              </a:rPr>
              <a:t> </a:t>
            </a:r>
            <a:r>
              <a:rPr lang="en-US" sz="1200" dirty="0">
                <a:cs typeface="Arial"/>
              </a:rPr>
              <a:t>and</a:t>
            </a:r>
            <a:r>
              <a:rPr lang="en-US" sz="1200" spc="45" dirty="0">
                <a:cs typeface="Arial"/>
              </a:rPr>
              <a:t> </a:t>
            </a:r>
            <a:r>
              <a:rPr lang="en-US" sz="1200" dirty="0">
                <a:cs typeface="Arial"/>
              </a:rPr>
              <a:t>submit</a:t>
            </a:r>
            <a:r>
              <a:rPr lang="en-US" sz="1200" spc="75" dirty="0">
                <a:cs typeface="Arial"/>
              </a:rPr>
              <a:t> </a:t>
            </a:r>
            <a:r>
              <a:rPr lang="en-US" sz="1200" spc="-10" dirty="0">
                <a:cs typeface="Arial"/>
              </a:rPr>
              <a:t>claims</a:t>
            </a:r>
            <a:endParaRPr lang="en-US" sz="1200" dirty="0">
              <a:cs typeface="Arial"/>
            </a:endParaRPr>
          </a:p>
        </p:txBody>
      </p:sp>
      <p:sp>
        <p:nvSpPr>
          <p:cNvPr id="15" name="TextBox 14">
            <a:extLst>
              <a:ext uri="{FF2B5EF4-FFF2-40B4-BE49-F238E27FC236}">
                <a16:creationId xmlns:a16="http://schemas.microsoft.com/office/drawing/2014/main" id="{BC6DD2B8-B157-A760-5A8D-1C1ECD3F0CD7}"/>
              </a:ext>
            </a:extLst>
          </p:cNvPr>
          <p:cNvSpPr txBox="1"/>
          <p:nvPr/>
        </p:nvSpPr>
        <p:spPr>
          <a:xfrm>
            <a:off x="3782163" y="3513000"/>
            <a:ext cx="2865549" cy="759182"/>
          </a:xfrm>
          <a:prstGeom prst="rect">
            <a:avLst/>
          </a:prstGeom>
          <a:noFill/>
        </p:spPr>
        <p:txBody>
          <a:bodyPr wrap="square" lIns="0" tIns="0" rIns="0" bIns="0" rtlCol="0">
            <a:spAutoFit/>
          </a:bodyPr>
          <a:lstStyle/>
          <a:p>
            <a:pPr marL="165100" indent="-153035">
              <a:lnSpc>
                <a:spcPct val="100000"/>
              </a:lnSpc>
              <a:spcBef>
                <a:spcPts val="600"/>
              </a:spcBef>
              <a:spcAft>
                <a:spcPts val="200"/>
              </a:spcAft>
              <a:buChar char="•"/>
              <a:tabLst>
                <a:tab pos="165735" algn="l"/>
              </a:tabLst>
            </a:pPr>
            <a:r>
              <a:rPr lang="en-US" sz="1200" dirty="0">
                <a:cs typeface="Arial"/>
              </a:rPr>
              <a:t>View</a:t>
            </a:r>
            <a:r>
              <a:rPr lang="en-US" sz="1200" spc="40" dirty="0">
                <a:cs typeface="Arial"/>
              </a:rPr>
              <a:t> </a:t>
            </a:r>
            <a:r>
              <a:rPr lang="en-US" sz="1200" dirty="0">
                <a:cs typeface="Arial"/>
              </a:rPr>
              <a:t>and</a:t>
            </a:r>
            <a:r>
              <a:rPr lang="en-US" sz="1200" spc="20" dirty="0">
                <a:cs typeface="Arial"/>
              </a:rPr>
              <a:t> </a:t>
            </a:r>
            <a:r>
              <a:rPr lang="en-US" sz="1200" dirty="0">
                <a:cs typeface="Arial"/>
              </a:rPr>
              <a:t>print</a:t>
            </a:r>
            <a:r>
              <a:rPr lang="en-US" sz="1200" spc="50" dirty="0">
                <a:cs typeface="Arial"/>
              </a:rPr>
              <a:t> </a:t>
            </a:r>
            <a:r>
              <a:rPr lang="en-US" sz="1200" dirty="0">
                <a:cs typeface="Arial"/>
              </a:rPr>
              <a:t>ID</a:t>
            </a:r>
            <a:r>
              <a:rPr lang="en-US" sz="1200" spc="60" dirty="0">
                <a:cs typeface="Arial"/>
              </a:rPr>
              <a:t> </a:t>
            </a:r>
            <a:r>
              <a:rPr lang="en-US" sz="1200" spc="-10" dirty="0">
                <a:cs typeface="Arial"/>
              </a:rPr>
              <a:t>cards</a:t>
            </a:r>
            <a:endParaRPr lang="en-US" sz="1200" dirty="0">
              <a:cs typeface="Arial"/>
            </a:endParaRPr>
          </a:p>
          <a:p>
            <a:pPr marL="165100" indent="-153035">
              <a:lnSpc>
                <a:spcPct val="100000"/>
              </a:lnSpc>
              <a:spcBef>
                <a:spcPts val="600"/>
              </a:spcBef>
              <a:spcAft>
                <a:spcPts val="200"/>
              </a:spcAft>
              <a:buChar char="•"/>
              <a:tabLst>
                <a:tab pos="165735" algn="l"/>
              </a:tabLst>
            </a:pPr>
            <a:r>
              <a:rPr lang="en-US" sz="1200" dirty="0">
                <a:cs typeface="Arial"/>
              </a:rPr>
              <a:t>Access</a:t>
            </a:r>
            <a:r>
              <a:rPr lang="en-US" sz="1200" spc="25" dirty="0">
                <a:cs typeface="Arial"/>
              </a:rPr>
              <a:t> </a:t>
            </a:r>
            <a:r>
              <a:rPr lang="en-US" sz="1200" dirty="0">
                <a:cs typeface="Arial"/>
              </a:rPr>
              <a:t>to</a:t>
            </a:r>
            <a:r>
              <a:rPr lang="en-US" sz="1200" spc="85" dirty="0">
                <a:cs typeface="Arial"/>
              </a:rPr>
              <a:t> </a:t>
            </a:r>
            <a:r>
              <a:rPr lang="en-US" sz="1200" dirty="0">
                <a:cs typeface="Arial"/>
              </a:rPr>
              <a:t>country</a:t>
            </a:r>
            <a:r>
              <a:rPr lang="en-US" sz="1200" spc="60" dirty="0">
                <a:cs typeface="Arial"/>
              </a:rPr>
              <a:t> </a:t>
            </a:r>
            <a:r>
              <a:rPr lang="en-US" sz="1200" spc="-10" dirty="0">
                <a:cs typeface="Arial"/>
              </a:rPr>
              <a:t>guides</a:t>
            </a:r>
            <a:endParaRPr lang="en-US" sz="1200" dirty="0">
              <a:cs typeface="Arial"/>
            </a:endParaRPr>
          </a:p>
          <a:p>
            <a:pPr marL="165100" indent="-153035">
              <a:lnSpc>
                <a:spcPct val="100000"/>
              </a:lnSpc>
              <a:spcBef>
                <a:spcPts val="600"/>
              </a:spcBef>
              <a:spcAft>
                <a:spcPts val="200"/>
              </a:spcAft>
              <a:buChar char="•"/>
              <a:tabLst>
                <a:tab pos="165735" algn="l"/>
              </a:tabLst>
            </a:pPr>
            <a:r>
              <a:rPr lang="en-US" sz="1200" dirty="0">
                <a:cs typeface="Arial"/>
              </a:rPr>
              <a:t>And</a:t>
            </a:r>
            <a:r>
              <a:rPr lang="en-US" sz="1200" spc="40" dirty="0">
                <a:cs typeface="Arial"/>
              </a:rPr>
              <a:t> </a:t>
            </a:r>
            <a:r>
              <a:rPr lang="en-US" sz="1200" spc="-10" dirty="0">
                <a:cs typeface="Arial"/>
              </a:rPr>
              <a:t>more!</a:t>
            </a:r>
            <a:endParaRPr lang="en-US" sz="1200" dirty="0">
              <a:cs typeface="Arial"/>
            </a:endParaRPr>
          </a:p>
        </p:txBody>
      </p:sp>
    </p:spTree>
    <p:extLst>
      <p:ext uri="{BB962C8B-B14F-4D97-AF65-F5344CB8AC3E}">
        <p14:creationId xmlns:p14="http://schemas.microsoft.com/office/powerpoint/2010/main" val="3333663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D2F3C-CD50-A3DB-0DD3-6C8EA2A76EAD}"/>
              </a:ext>
            </a:extLst>
          </p:cNvPr>
          <p:cNvSpPr>
            <a:spLocks noGrp="1"/>
          </p:cNvSpPr>
          <p:nvPr>
            <p:ph type="title"/>
          </p:nvPr>
        </p:nvSpPr>
        <p:spPr/>
        <p:txBody>
          <a:bodyPr/>
          <a:lstStyle/>
          <a:p>
            <a:r>
              <a:rPr lang="en-US" dirty="0"/>
              <a:t>Putting you first</a:t>
            </a:r>
          </a:p>
        </p:txBody>
      </p:sp>
      <p:sp>
        <p:nvSpPr>
          <p:cNvPr id="3" name="Slide Number Placeholder 2">
            <a:extLst>
              <a:ext uri="{FF2B5EF4-FFF2-40B4-BE49-F238E27FC236}">
                <a16:creationId xmlns:a16="http://schemas.microsoft.com/office/drawing/2014/main" id="{0D752067-CE86-876B-E3E2-33E45224E85B}"/>
              </a:ext>
            </a:extLst>
          </p:cNvPr>
          <p:cNvSpPr>
            <a:spLocks noGrp="1"/>
          </p:cNvSpPr>
          <p:nvPr>
            <p:ph type="sldNum" sz="quarter" idx="12"/>
          </p:nvPr>
        </p:nvSpPr>
        <p:spPr/>
        <p:txBody>
          <a:bodyPr/>
          <a:lstStyle/>
          <a:p>
            <a:fld id="{23AA811B-2EBD-4900-905E-5BE206449611}" type="slidenum">
              <a:rPr lang="en-US" smtClean="0"/>
              <a:pPr/>
              <a:t>3</a:t>
            </a:fld>
            <a:endParaRPr lang="en-US" dirty="0"/>
          </a:p>
        </p:txBody>
      </p:sp>
    </p:spTree>
    <p:extLst>
      <p:ext uri="{BB962C8B-B14F-4D97-AF65-F5344CB8AC3E}">
        <p14:creationId xmlns:p14="http://schemas.microsoft.com/office/powerpoint/2010/main" val="34027620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Rectangle 166">
            <a:extLst>
              <a:ext uri="{FF2B5EF4-FFF2-40B4-BE49-F238E27FC236}">
                <a16:creationId xmlns:a16="http://schemas.microsoft.com/office/drawing/2014/main" id="{7F135D65-AEF0-1925-685A-11C34C815165}"/>
              </a:ext>
            </a:extLst>
          </p:cNvPr>
          <p:cNvSpPr/>
          <p:nvPr/>
        </p:nvSpPr>
        <p:spPr>
          <a:xfrm>
            <a:off x="7907382" y="0"/>
            <a:ext cx="4284617" cy="668955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itle 25">
            <a:extLst>
              <a:ext uri="{FF2B5EF4-FFF2-40B4-BE49-F238E27FC236}">
                <a16:creationId xmlns:a16="http://schemas.microsoft.com/office/drawing/2014/main" id="{9D82BCD8-4C2E-35A5-170B-D778B8881265}"/>
              </a:ext>
            </a:extLst>
          </p:cNvPr>
          <p:cNvSpPr>
            <a:spLocks noGrp="1"/>
          </p:cNvSpPr>
          <p:nvPr>
            <p:ph type="title"/>
          </p:nvPr>
        </p:nvSpPr>
        <p:spPr>
          <a:xfrm>
            <a:off x="360000" y="358805"/>
            <a:ext cx="11473200" cy="1188000"/>
          </a:xfrm>
        </p:spPr>
        <p:txBody>
          <a:bodyPr/>
          <a:lstStyle/>
          <a:p>
            <a:r>
              <a:rPr lang="en-US" sz="3200" b="1" dirty="0">
                <a:solidFill>
                  <a:schemeClr val="tx2"/>
                </a:solidFill>
                <a:effectLst/>
                <a:latin typeface="+mj-lt"/>
                <a:ea typeface="Times New Roman" panose="02020603050405020304" pitchFamily="18" charset="0"/>
              </a:rPr>
              <a:t>You can’t have global without local.</a:t>
            </a:r>
            <a:endParaRPr lang="en-US" dirty="0"/>
          </a:p>
        </p:txBody>
      </p:sp>
      <p:pic>
        <p:nvPicPr>
          <p:cNvPr id="28" name="Picture 27" descr="A picture containing tree, nature, dark&#10;&#10;Description automatically generated">
            <a:extLst>
              <a:ext uri="{FF2B5EF4-FFF2-40B4-BE49-F238E27FC236}">
                <a16:creationId xmlns:a16="http://schemas.microsoft.com/office/drawing/2014/main" id="{2C89DBB0-8BB1-DBE0-C251-B8ADB0E304F2}"/>
              </a:ext>
            </a:extLst>
          </p:cNvPr>
          <p:cNvPicPr>
            <a:picLocks noChangeAspect="1"/>
          </p:cNvPicPr>
          <p:nvPr/>
        </p:nvPicPr>
        <p:blipFill>
          <a:blip r:embed="rId2" cstate="screen">
            <a:grayscl/>
            <a:alphaModFix amt="4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tretch>
            <a:fillRect/>
          </a:stretch>
        </p:blipFill>
        <p:spPr>
          <a:xfrm>
            <a:off x="383953" y="1391215"/>
            <a:ext cx="7028518" cy="3616492"/>
          </a:xfrm>
          <a:prstGeom prst="rect">
            <a:avLst/>
          </a:prstGeom>
        </p:spPr>
      </p:pic>
      <p:sp>
        <p:nvSpPr>
          <p:cNvPr id="128" name="Rectangle 127">
            <a:extLst>
              <a:ext uri="{FF2B5EF4-FFF2-40B4-BE49-F238E27FC236}">
                <a16:creationId xmlns:a16="http://schemas.microsoft.com/office/drawing/2014/main" id="{FB569E11-5248-746A-3302-DD30347F471E}"/>
              </a:ext>
            </a:extLst>
          </p:cNvPr>
          <p:cNvSpPr/>
          <p:nvPr/>
        </p:nvSpPr>
        <p:spPr>
          <a:xfrm>
            <a:off x="358775" y="4444582"/>
            <a:ext cx="6616700" cy="1160017"/>
          </a:xfrm>
          <a:prstGeom prst="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9" name="Table 128">
            <a:extLst>
              <a:ext uri="{FF2B5EF4-FFF2-40B4-BE49-F238E27FC236}">
                <a16:creationId xmlns:a16="http://schemas.microsoft.com/office/drawing/2014/main" id="{D2100470-9B3E-2A5F-0868-41B99DF3012A}"/>
              </a:ext>
            </a:extLst>
          </p:cNvPr>
          <p:cNvGraphicFramePr>
            <a:graphicFrameLocks noGrp="1"/>
          </p:cNvGraphicFramePr>
          <p:nvPr>
            <p:extLst>
              <p:ext uri="{D42A27DB-BD31-4B8C-83A1-F6EECF244321}">
                <p14:modId xmlns:p14="http://schemas.microsoft.com/office/powerpoint/2010/main" val="685381390"/>
              </p:ext>
            </p:extLst>
          </p:nvPr>
        </p:nvGraphicFramePr>
        <p:xfrm>
          <a:off x="385733" y="4726865"/>
          <a:ext cx="6379340" cy="762000"/>
        </p:xfrm>
        <a:graphic>
          <a:graphicData uri="http://schemas.openxmlformats.org/drawingml/2006/table">
            <a:tbl>
              <a:tblPr firstRow="1" bandRow="1"/>
              <a:tblGrid>
                <a:gridCol w="1594835">
                  <a:extLst>
                    <a:ext uri="{9D8B030D-6E8A-4147-A177-3AD203B41FA5}">
                      <a16:colId xmlns:a16="http://schemas.microsoft.com/office/drawing/2014/main" val="2094793051"/>
                    </a:ext>
                  </a:extLst>
                </a:gridCol>
                <a:gridCol w="1594835">
                  <a:extLst>
                    <a:ext uri="{9D8B030D-6E8A-4147-A177-3AD203B41FA5}">
                      <a16:colId xmlns:a16="http://schemas.microsoft.com/office/drawing/2014/main" val="2161822945"/>
                    </a:ext>
                  </a:extLst>
                </a:gridCol>
                <a:gridCol w="1594835">
                  <a:extLst>
                    <a:ext uri="{9D8B030D-6E8A-4147-A177-3AD203B41FA5}">
                      <a16:colId xmlns:a16="http://schemas.microsoft.com/office/drawing/2014/main" val="2571741344"/>
                    </a:ext>
                  </a:extLst>
                </a:gridCol>
                <a:gridCol w="1594835">
                  <a:extLst>
                    <a:ext uri="{9D8B030D-6E8A-4147-A177-3AD203B41FA5}">
                      <a16:colId xmlns:a16="http://schemas.microsoft.com/office/drawing/2014/main" val="631896014"/>
                    </a:ext>
                  </a:extLst>
                </a:gridCol>
              </a:tblGrid>
              <a:tr h="257952">
                <a:tc>
                  <a:txBody>
                    <a:bodyPr/>
                    <a:lstStyle/>
                    <a:p>
                      <a:pPr algn="ctr"/>
                      <a:r>
                        <a:rPr lang="en-US" sz="2000" b="1" dirty="0">
                          <a:solidFill>
                            <a:schemeClr val="tx2"/>
                          </a:solidFill>
                          <a:latin typeface="Verdana" panose="020B0604030504040204" pitchFamily="34" charset="0"/>
                          <a:ea typeface="Verdana" panose="020B0604030504040204" pitchFamily="34" charset="0"/>
                          <a:cs typeface="Verdana" panose="020B0604030504040204" pitchFamily="34" charset="0"/>
                        </a:rPr>
                        <a:t>250</a:t>
                      </a:r>
                      <a:endParaRPr lang="en-US" sz="2000" dirty="0">
                        <a:solidFill>
                          <a:schemeClr val="tx2"/>
                        </a:solidFill>
                        <a:latin typeface="Verdana" panose="020B0604030504040204" pitchFamily="34" charset="0"/>
                        <a:ea typeface="Verdana" panose="020B0604030504040204" pitchFamily="34" charset="0"/>
                        <a:cs typeface="Verdana" panose="020B0604030504040204" pitchFamily="34" charset="0"/>
                      </a:endParaRPr>
                    </a:p>
                  </a:txBody>
                  <a:tcPr marL="0" marR="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r>
                        <a:rPr lang="en-US" sz="2000" b="1" dirty="0">
                          <a:solidFill>
                            <a:schemeClr val="tx2"/>
                          </a:solidFill>
                          <a:latin typeface="Verdana" panose="020B0604030504040204" pitchFamily="34" charset="0"/>
                          <a:ea typeface="Verdana" panose="020B0604030504040204" pitchFamily="34" charset="0"/>
                          <a:cs typeface="Verdana" panose="020B0604030504040204" pitchFamily="34" charset="0"/>
                        </a:rPr>
                        <a:t>105</a:t>
                      </a:r>
                      <a:endParaRPr lang="en-US" sz="2000" baseline="30000" dirty="0">
                        <a:solidFill>
                          <a:schemeClr val="tx2"/>
                        </a:solidFill>
                        <a:latin typeface="Verdana" panose="020B0604030504040204" pitchFamily="34" charset="0"/>
                        <a:ea typeface="Verdana" panose="020B0604030504040204" pitchFamily="34" charset="0"/>
                        <a:cs typeface="Verdana" panose="020B0604030504040204" pitchFamily="34" charset="0"/>
                      </a:endParaRPr>
                    </a:p>
                  </a:txBody>
                  <a:tcPr marL="0" marR="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dirty="0">
                          <a:solidFill>
                            <a:schemeClr val="tx2"/>
                          </a:solidFill>
                          <a:latin typeface="Verdana" panose="020B0604030504040204" pitchFamily="34" charset="0"/>
                          <a:ea typeface="Verdana" panose="020B0604030504040204" pitchFamily="34" charset="0"/>
                          <a:cs typeface="Verdana" panose="020B0604030504040204" pitchFamily="34" charset="0"/>
                        </a:rPr>
                        <a:t>12</a:t>
                      </a:r>
                      <a:endParaRPr lang="en-US" sz="2000" baseline="30000" dirty="0">
                        <a:solidFill>
                          <a:schemeClr val="tx2"/>
                        </a:solidFill>
                        <a:latin typeface="Verdana" panose="020B0604030504040204" pitchFamily="34" charset="0"/>
                        <a:ea typeface="Verdana" panose="020B0604030504040204" pitchFamily="34" charset="0"/>
                        <a:cs typeface="Verdana" panose="020B0604030504040204" pitchFamily="34" charset="0"/>
                      </a:endParaRPr>
                    </a:p>
                  </a:txBody>
                  <a:tcPr marL="0" marR="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dirty="0">
                          <a:solidFill>
                            <a:schemeClr val="tx2"/>
                          </a:solidFill>
                          <a:latin typeface="Verdana" panose="020B0604030504040204" pitchFamily="34" charset="0"/>
                          <a:ea typeface="Verdana" panose="020B0604030504040204" pitchFamily="34" charset="0"/>
                          <a:cs typeface="Verdana" panose="020B0604030504040204" pitchFamily="34" charset="0"/>
                        </a:rPr>
                        <a:t>10</a:t>
                      </a:r>
                      <a:endParaRPr lang="en-US" sz="2000" baseline="30000" dirty="0">
                        <a:solidFill>
                          <a:schemeClr val="tx2"/>
                        </a:solidFill>
                        <a:latin typeface="Verdana" panose="020B0604030504040204" pitchFamily="34" charset="0"/>
                        <a:ea typeface="Verdana" panose="020B0604030504040204" pitchFamily="34" charset="0"/>
                        <a:cs typeface="Verdana" panose="020B0604030504040204" pitchFamily="34" charset="0"/>
                      </a:endParaRPr>
                    </a:p>
                  </a:txBody>
                  <a:tcPr marL="0" marR="0"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2622451381"/>
                  </a:ext>
                </a:extLst>
              </a:tr>
              <a:tr h="34046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dirty="0">
                          <a:solidFill>
                            <a:schemeClr val="tx1">
                              <a:lumMod val="85000"/>
                              <a:lumOff val="15000"/>
                            </a:schemeClr>
                          </a:solidFill>
                          <a:latin typeface="Verdana" panose="020B0604030504040204" pitchFamily="34" charset="0"/>
                          <a:ea typeface="Verdana" panose="020B0604030504040204" pitchFamily="34" charset="0"/>
                          <a:cs typeface="Verdana" panose="020B0604030504040204" pitchFamily="34" charset="0"/>
                        </a:rPr>
                        <a:t>Clinical resources</a:t>
                      </a:r>
                      <a:r>
                        <a:rPr lang="en-US" sz="1000" b="1" baseline="30000" dirty="0">
                          <a:solidFill>
                            <a:schemeClr val="tx1">
                              <a:lumMod val="85000"/>
                              <a:lumOff val="15000"/>
                            </a:schemeClr>
                          </a:solidFill>
                          <a:latin typeface="Verdana" panose="020B0604030504040204" pitchFamily="34" charset="0"/>
                          <a:ea typeface="Verdana" panose="020B0604030504040204" pitchFamily="34" charset="0"/>
                          <a:cs typeface="Verdana" panose="020B0604030504040204" pitchFamily="34" charset="0"/>
                        </a:rPr>
                        <a:t>2</a:t>
                      </a:r>
                      <a:r>
                        <a:rPr lang="en-US" sz="1000" b="1" dirty="0">
                          <a:solidFill>
                            <a:schemeClr val="tx1">
                              <a:lumMod val="85000"/>
                              <a:lumOff val="15000"/>
                            </a:schemeClr>
                          </a:solidFill>
                          <a:latin typeface="Verdana" panose="020B0604030504040204" pitchFamily="34" charset="0"/>
                          <a:ea typeface="Verdana" panose="020B0604030504040204" pitchFamily="34" charset="0"/>
                          <a:cs typeface="Verdana" panose="020B0604030504040204" pitchFamily="34" charset="0"/>
                        </a:rPr>
                        <a:t> </a:t>
                      </a:r>
                      <a:br>
                        <a:rPr lang="en-US" sz="1000" dirty="0">
                          <a:solidFill>
                            <a:schemeClr val="tx1">
                              <a:lumMod val="85000"/>
                              <a:lumOff val="15000"/>
                            </a:schemeClr>
                          </a:solidFill>
                          <a:latin typeface="Verdana" panose="020B0604030504040204" pitchFamily="34" charset="0"/>
                          <a:ea typeface="Verdana" panose="020B0604030504040204" pitchFamily="34" charset="0"/>
                          <a:cs typeface="Verdana" panose="020B0604030504040204" pitchFamily="34" charset="0"/>
                        </a:rPr>
                      </a:br>
                      <a:r>
                        <a:rPr lang="en-US" sz="1000" dirty="0">
                          <a:solidFill>
                            <a:schemeClr val="tx1">
                              <a:lumMod val="85000"/>
                              <a:lumOff val="15000"/>
                            </a:schemeClr>
                          </a:solidFill>
                          <a:latin typeface="Verdana" panose="020B0604030504040204" pitchFamily="34" charset="0"/>
                          <a:ea typeface="Verdana" panose="020B0604030504040204" pitchFamily="34" charset="0"/>
                          <a:cs typeface="Verdana" panose="020B0604030504040204" pitchFamily="34" charset="0"/>
                        </a:rPr>
                        <a:t>(key locations shown)</a:t>
                      </a:r>
                    </a:p>
                  </a:txBody>
                  <a:tcPr marL="0" marR="0" marT="0" marB="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r>
                        <a:rPr lang="en-US" sz="1000" b="1" baseline="0" dirty="0">
                          <a:solidFill>
                            <a:schemeClr val="tx1">
                              <a:lumMod val="85000"/>
                              <a:lumOff val="15000"/>
                            </a:schemeClr>
                          </a:solidFill>
                          <a:latin typeface="Verdana" panose="020B0604030504040204" pitchFamily="34" charset="0"/>
                          <a:ea typeface="Verdana" panose="020B0604030504040204" pitchFamily="34" charset="0"/>
                          <a:cs typeface="Verdana" panose="020B0604030504040204" pitchFamily="34" charset="0"/>
                        </a:rPr>
                        <a:t>Network resources</a:t>
                      </a:r>
                      <a:r>
                        <a:rPr lang="en-US" sz="1000" b="1" baseline="30000" dirty="0">
                          <a:solidFill>
                            <a:schemeClr val="tx1">
                              <a:lumMod val="85000"/>
                              <a:lumOff val="15000"/>
                            </a:schemeClr>
                          </a:solidFill>
                          <a:latin typeface="Verdana" panose="020B0604030504040204" pitchFamily="34" charset="0"/>
                          <a:ea typeface="Verdana" panose="020B0604030504040204" pitchFamily="34" charset="0"/>
                          <a:cs typeface="Verdana" panose="020B0604030504040204" pitchFamily="34" charset="0"/>
                        </a:rPr>
                        <a:t>2</a:t>
                      </a:r>
                      <a:r>
                        <a:rPr lang="en-US" sz="1000" b="1" baseline="0" dirty="0">
                          <a:solidFill>
                            <a:schemeClr val="tx1">
                              <a:lumMod val="85000"/>
                              <a:lumOff val="15000"/>
                            </a:schemeClr>
                          </a:solidFill>
                          <a:latin typeface="Verdana" panose="020B0604030504040204" pitchFamily="34" charset="0"/>
                          <a:ea typeface="Verdana" panose="020B0604030504040204" pitchFamily="34" charset="0"/>
                          <a:cs typeface="Verdana" panose="020B0604030504040204" pitchFamily="34" charset="0"/>
                        </a:rPr>
                        <a:t> </a:t>
                      </a:r>
                      <a:br>
                        <a:rPr lang="en-US" sz="1000" baseline="30000" dirty="0">
                          <a:solidFill>
                            <a:schemeClr val="tx1">
                              <a:lumMod val="85000"/>
                              <a:lumOff val="15000"/>
                            </a:schemeClr>
                          </a:solidFill>
                          <a:latin typeface="Verdana" panose="020B0604030504040204" pitchFamily="34" charset="0"/>
                          <a:ea typeface="Verdana" panose="020B0604030504040204" pitchFamily="34" charset="0"/>
                          <a:cs typeface="Verdana" panose="020B0604030504040204" pitchFamily="34" charset="0"/>
                        </a:rPr>
                      </a:br>
                      <a:r>
                        <a:rPr lang="en-US" sz="1000" baseline="0" dirty="0">
                          <a:solidFill>
                            <a:schemeClr val="tx1">
                              <a:lumMod val="85000"/>
                              <a:lumOff val="15000"/>
                            </a:schemeClr>
                          </a:solidFill>
                          <a:latin typeface="Verdana" panose="020B0604030504040204" pitchFamily="34" charset="0"/>
                          <a:ea typeface="Verdana" panose="020B0604030504040204" pitchFamily="34" charset="0"/>
                          <a:cs typeface="Verdana" panose="020B0604030504040204" pitchFamily="34" charset="0"/>
                        </a:rPr>
                        <a:t>(key locations shown)</a:t>
                      </a:r>
                    </a:p>
                  </a:txBody>
                  <a:tcPr marL="0" marR="0" marT="0" marB="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r>
                        <a:rPr lang="en-US" sz="1000" b="1" baseline="0" dirty="0">
                          <a:solidFill>
                            <a:schemeClr val="tx1">
                              <a:lumMod val="85000"/>
                              <a:lumOff val="15000"/>
                            </a:schemeClr>
                          </a:solidFill>
                          <a:latin typeface="Verdana" panose="020B0604030504040204" pitchFamily="34" charset="0"/>
                          <a:ea typeface="Verdana" panose="020B0604030504040204" pitchFamily="34" charset="0"/>
                          <a:cs typeface="Verdana" panose="020B0604030504040204" pitchFamily="34" charset="0"/>
                        </a:rPr>
                        <a:t>International </a:t>
                      </a:r>
                      <a:br>
                        <a:rPr lang="en-US" sz="1000" b="1" baseline="0" dirty="0">
                          <a:solidFill>
                            <a:schemeClr val="tx1">
                              <a:lumMod val="85000"/>
                              <a:lumOff val="15000"/>
                            </a:schemeClr>
                          </a:solidFill>
                          <a:latin typeface="Verdana" panose="020B0604030504040204" pitchFamily="34" charset="0"/>
                          <a:ea typeface="Verdana" panose="020B0604030504040204" pitchFamily="34" charset="0"/>
                          <a:cs typeface="Verdana" panose="020B0604030504040204" pitchFamily="34" charset="0"/>
                        </a:rPr>
                      </a:br>
                      <a:r>
                        <a:rPr lang="en-US" sz="1000" b="1" baseline="0" dirty="0">
                          <a:solidFill>
                            <a:schemeClr val="tx1">
                              <a:lumMod val="85000"/>
                              <a:lumOff val="15000"/>
                            </a:schemeClr>
                          </a:solidFill>
                          <a:latin typeface="Verdana" panose="020B0604030504040204" pitchFamily="34" charset="0"/>
                          <a:ea typeface="Verdana" panose="020B0604030504040204" pitchFamily="34" charset="0"/>
                          <a:cs typeface="Verdana" panose="020B0604030504040204" pitchFamily="34" charset="0"/>
                        </a:rPr>
                        <a:t>service centers</a:t>
                      </a:r>
                    </a:p>
                  </a:txBody>
                  <a:tcPr marL="0" marR="0" marT="0" marB="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r>
                        <a:rPr lang="en-US" sz="1000" b="1" baseline="0" dirty="0" err="1">
                          <a:solidFill>
                            <a:schemeClr val="tx1">
                              <a:lumMod val="85000"/>
                              <a:lumOff val="15000"/>
                            </a:schemeClr>
                          </a:solidFill>
                          <a:latin typeface="Verdana" panose="020B0604030504040204" pitchFamily="34" charset="0"/>
                          <a:ea typeface="Verdana" panose="020B0604030504040204" pitchFamily="34" charset="0"/>
                          <a:cs typeface="Verdana" panose="020B0604030504040204" pitchFamily="34" charset="0"/>
                        </a:rPr>
                        <a:t>Cigna</a:t>
                      </a:r>
                      <a:r>
                        <a:rPr lang="en-US" sz="1000" b="1" i="1" baseline="0" dirty="0" err="1">
                          <a:solidFill>
                            <a:schemeClr val="tx1">
                              <a:lumMod val="85000"/>
                              <a:lumOff val="15000"/>
                            </a:schemeClr>
                          </a:solidFill>
                          <a:latin typeface="Verdana" panose="020B0604030504040204" pitchFamily="34" charset="0"/>
                          <a:ea typeface="Verdana" panose="020B0604030504040204" pitchFamily="34" charset="0"/>
                          <a:cs typeface="Verdana" panose="020B0604030504040204" pitchFamily="34" charset="0"/>
                        </a:rPr>
                        <a:t>Links</a:t>
                      </a:r>
                      <a:r>
                        <a:rPr lang="en-US" sz="1000" b="1" baseline="30000" dirty="0">
                          <a:solidFill>
                            <a:schemeClr val="tx1">
                              <a:lumMod val="85000"/>
                              <a:lumOff val="15000"/>
                            </a:schemeClr>
                          </a:solidFill>
                          <a:latin typeface="Verdana" panose="020B0604030504040204" pitchFamily="34" charset="0"/>
                          <a:ea typeface="Verdana" panose="020B0604030504040204" pitchFamily="34" charset="0"/>
                          <a:cs typeface="Verdana" panose="020B0604030504040204" pitchFamily="34" charset="0"/>
                        </a:rPr>
                        <a:t>®</a:t>
                      </a:r>
                      <a:r>
                        <a:rPr lang="en-US" sz="1000" b="1" baseline="0" dirty="0">
                          <a:solidFill>
                            <a:schemeClr val="tx1">
                              <a:lumMod val="85000"/>
                              <a:lumOff val="15000"/>
                            </a:schemeClr>
                          </a:solidFill>
                          <a:latin typeface="Verdana" panose="020B0604030504040204" pitchFamily="34" charset="0"/>
                          <a:ea typeface="Verdana" panose="020B0604030504040204" pitchFamily="34" charset="0"/>
                          <a:cs typeface="Verdana" panose="020B0604030504040204" pitchFamily="34" charset="0"/>
                        </a:rPr>
                        <a:t> partners</a:t>
                      </a:r>
                    </a:p>
                    <a:p>
                      <a:pPr algn="ctr"/>
                      <a:r>
                        <a:rPr lang="en-US" sz="1000" baseline="0" dirty="0">
                          <a:solidFill>
                            <a:schemeClr val="tx1">
                              <a:lumMod val="85000"/>
                              <a:lumOff val="15000"/>
                            </a:schemeClr>
                          </a:solidFill>
                          <a:latin typeface="Verdana" panose="020B0604030504040204" pitchFamily="34" charset="0"/>
                          <a:ea typeface="Verdana" panose="020B0604030504040204" pitchFamily="34" charset="0"/>
                          <a:cs typeface="Verdana" panose="020B0604030504040204" pitchFamily="34" charset="0"/>
                        </a:rPr>
                        <a:t>(partners may cover multiple countries)</a:t>
                      </a:r>
                      <a:endParaRPr lang="en-US" sz="1000" b="1" baseline="0" dirty="0">
                        <a:solidFill>
                          <a:schemeClr val="tx1">
                            <a:lumMod val="85000"/>
                            <a:lumOff val="15000"/>
                          </a:schemeClr>
                        </a:solidFill>
                        <a:latin typeface="Verdana" panose="020B0604030504040204" pitchFamily="34" charset="0"/>
                        <a:ea typeface="Verdana" panose="020B0604030504040204" pitchFamily="34" charset="0"/>
                        <a:cs typeface="Verdana" panose="020B0604030504040204" pitchFamily="34" charset="0"/>
                      </a:endParaRPr>
                    </a:p>
                  </a:txBody>
                  <a:tcPr marL="0" marR="0" marT="0" marB="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4144257750"/>
                  </a:ext>
                </a:extLst>
              </a:tr>
            </a:tbl>
          </a:graphicData>
        </a:graphic>
      </p:graphicFrame>
      <p:grpSp>
        <p:nvGrpSpPr>
          <p:cNvPr id="130" name="Group 129">
            <a:extLst>
              <a:ext uri="{FF2B5EF4-FFF2-40B4-BE49-F238E27FC236}">
                <a16:creationId xmlns:a16="http://schemas.microsoft.com/office/drawing/2014/main" id="{07EEFE44-D07E-5888-833B-8C668671861D}"/>
              </a:ext>
            </a:extLst>
          </p:cNvPr>
          <p:cNvGrpSpPr/>
          <p:nvPr/>
        </p:nvGrpSpPr>
        <p:grpSpPr>
          <a:xfrm>
            <a:off x="1976150" y="4534453"/>
            <a:ext cx="3194886" cy="813755"/>
            <a:chOff x="1976150" y="4986834"/>
            <a:chExt cx="3194886" cy="956730"/>
          </a:xfrm>
        </p:grpSpPr>
        <p:cxnSp>
          <p:nvCxnSpPr>
            <p:cNvPr id="131" name="Straight Connector 130">
              <a:extLst>
                <a:ext uri="{FF2B5EF4-FFF2-40B4-BE49-F238E27FC236}">
                  <a16:creationId xmlns:a16="http://schemas.microsoft.com/office/drawing/2014/main" id="{405B7EA5-5B04-6A19-9DC1-70AA1F50767C}"/>
                </a:ext>
              </a:extLst>
            </p:cNvPr>
            <p:cNvCxnSpPr/>
            <p:nvPr/>
          </p:nvCxnSpPr>
          <p:spPr>
            <a:xfrm>
              <a:off x="1976150" y="4986834"/>
              <a:ext cx="0" cy="95673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A13995E8-4034-3092-EDED-6C2EE10DA38E}"/>
                </a:ext>
              </a:extLst>
            </p:cNvPr>
            <p:cNvCxnSpPr/>
            <p:nvPr/>
          </p:nvCxnSpPr>
          <p:spPr>
            <a:xfrm>
              <a:off x="5171036" y="4986834"/>
              <a:ext cx="0" cy="95673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59708707-DD7A-B363-F78A-B055931B7ED0}"/>
                </a:ext>
              </a:extLst>
            </p:cNvPr>
            <p:cNvCxnSpPr/>
            <p:nvPr/>
          </p:nvCxnSpPr>
          <p:spPr>
            <a:xfrm>
              <a:off x="3570527" y="4986834"/>
              <a:ext cx="0" cy="95673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37" name="Oval 136">
            <a:extLst>
              <a:ext uri="{FF2B5EF4-FFF2-40B4-BE49-F238E27FC236}">
                <a16:creationId xmlns:a16="http://schemas.microsoft.com/office/drawing/2014/main" id="{6C16CCBE-27B7-ABE0-C3A4-01BC6216678F}"/>
              </a:ext>
            </a:extLst>
          </p:cNvPr>
          <p:cNvSpPr/>
          <p:nvPr/>
        </p:nvSpPr>
        <p:spPr>
          <a:xfrm>
            <a:off x="4315821" y="4526540"/>
            <a:ext cx="151804" cy="155023"/>
          </a:xfrm>
          <a:prstGeom prst="ellipse">
            <a:avLst/>
          </a:prstGeom>
          <a:solidFill>
            <a:schemeClr val="accent2"/>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310" fontAlgn="base">
              <a:spcBef>
                <a:spcPct val="0"/>
              </a:spcBef>
              <a:spcAft>
                <a:spcPct val="0"/>
              </a:spcAft>
            </a:pPr>
            <a:endParaRPr lang="en-US" sz="3198" dirty="0">
              <a:solidFill>
                <a:srgbClr val="FFFFFF"/>
              </a:solidFill>
            </a:endParaRPr>
          </a:p>
        </p:txBody>
      </p:sp>
      <p:sp>
        <p:nvSpPr>
          <p:cNvPr id="138" name="Isosceles Triangle 58">
            <a:extLst>
              <a:ext uri="{FF2B5EF4-FFF2-40B4-BE49-F238E27FC236}">
                <a16:creationId xmlns:a16="http://schemas.microsoft.com/office/drawing/2014/main" id="{ECA62E43-2E55-0ABA-3102-4CBCF82BDC53}"/>
              </a:ext>
            </a:extLst>
          </p:cNvPr>
          <p:cNvSpPr/>
          <p:nvPr/>
        </p:nvSpPr>
        <p:spPr>
          <a:xfrm flipV="1">
            <a:off x="2699318" y="4529324"/>
            <a:ext cx="169511" cy="170394"/>
          </a:xfrm>
          <a:prstGeom prst="triangle">
            <a:avLst/>
          </a:prstGeom>
          <a:solidFill>
            <a:schemeClr val="accent5"/>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063" fontAlgn="base">
              <a:spcBef>
                <a:spcPct val="0"/>
              </a:spcBef>
              <a:spcAft>
                <a:spcPct val="0"/>
              </a:spcAft>
            </a:pPr>
            <a:endParaRPr lang="en-US" sz="2399" dirty="0">
              <a:solidFill>
                <a:srgbClr val="FFFFFF"/>
              </a:solidFill>
            </a:endParaRPr>
          </a:p>
        </p:txBody>
      </p:sp>
      <p:sp>
        <p:nvSpPr>
          <p:cNvPr id="139" name="Teardrop 138">
            <a:extLst>
              <a:ext uri="{FF2B5EF4-FFF2-40B4-BE49-F238E27FC236}">
                <a16:creationId xmlns:a16="http://schemas.microsoft.com/office/drawing/2014/main" id="{90DCE2B4-311D-262A-27F3-E06C6CCD9BDD}"/>
              </a:ext>
            </a:extLst>
          </p:cNvPr>
          <p:cNvSpPr/>
          <p:nvPr/>
        </p:nvSpPr>
        <p:spPr>
          <a:xfrm rot="8100000">
            <a:off x="1126831" y="4536404"/>
            <a:ext cx="135292" cy="135294"/>
          </a:xfrm>
          <a:prstGeom prst="teardrop">
            <a:avLst>
              <a:gd name="adj" fmla="val 133069"/>
            </a:avLst>
          </a:prstGeom>
          <a:solidFill>
            <a:schemeClr val="tx2"/>
          </a:solidFill>
          <a:ln w="6350">
            <a:solidFill>
              <a:schemeClr val="bg1"/>
            </a:solidFill>
          </a:ln>
          <a:effectLst/>
        </p:spPr>
        <p:style>
          <a:lnRef idx="1">
            <a:schemeClr val="accent1"/>
          </a:lnRef>
          <a:fillRef idx="3">
            <a:schemeClr val="accent1"/>
          </a:fillRef>
          <a:effectRef idx="2">
            <a:schemeClr val="accent1"/>
          </a:effectRef>
          <a:fontRef idx="minor">
            <a:schemeClr val="lt1"/>
          </a:fontRef>
        </p:style>
        <p:txBody>
          <a:bodyPr lIns="91415" tIns="45707" rIns="91415" bIns="45707" rtlCol="0" anchor="ctr"/>
          <a:lstStyle>
            <a:defPPr/>
          </a:lstStyle>
          <a:p>
            <a:pPr algn="ctr" defTabSz="609402" fontAlgn="base">
              <a:spcBef>
                <a:spcPct val="0"/>
              </a:spcBef>
              <a:spcAft>
                <a:spcPct val="0"/>
              </a:spcAft>
            </a:pPr>
            <a:endParaRPr lang="en-GB" sz="700" dirty="0">
              <a:solidFill>
                <a:prstClr val="white"/>
              </a:solidFill>
            </a:endParaRPr>
          </a:p>
        </p:txBody>
      </p:sp>
      <p:sp>
        <p:nvSpPr>
          <p:cNvPr id="136" name="Rectangle 135">
            <a:extLst>
              <a:ext uri="{FF2B5EF4-FFF2-40B4-BE49-F238E27FC236}">
                <a16:creationId xmlns:a16="http://schemas.microsoft.com/office/drawing/2014/main" id="{8B82C661-BDC2-E6FE-4615-4250E2BAF4A9}"/>
              </a:ext>
            </a:extLst>
          </p:cNvPr>
          <p:cNvSpPr/>
          <p:nvPr/>
        </p:nvSpPr>
        <p:spPr>
          <a:xfrm>
            <a:off x="5895703" y="4535929"/>
            <a:ext cx="155448" cy="1554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310" fontAlgn="base">
              <a:spcBef>
                <a:spcPct val="0"/>
              </a:spcBef>
              <a:spcAft>
                <a:spcPct val="0"/>
              </a:spcAft>
            </a:pPr>
            <a:endParaRPr lang="en-US" sz="3198" dirty="0">
              <a:solidFill>
                <a:srgbClr val="FFFFFF"/>
              </a:solidFill>
            </a:endParaRPr>
          </a:p>
        </p:txBody>
      </p:sp>
      <p:graphicFrame>
        <p:nvGraphicFramePr>
          <p:cNvPr id="141" name="Table 140">
            <a:extLst>
              <a:ext uri="{FF2B5EF4-FFF2-40B4-BE49-F238E27FC236}">
                <a16:creationId xmlns:a16="http://schemas.microsoft.com/office/drawing/2014/main" id="{E8E564F8-ADBF-7842-5555-0AC4C980A7A2}"/>
              </a:ext>
            </a:extLst>
          </p:cNvPr>
          <p:cNvGraphicFramePr>
            <a:graphicFrameLocks noGrp="1"/>
          </p:cNvGraphicFramePr>
          <p:nvPr>
            <p:extLst>
              <p:ext uri="{D42A27DB-BD31-4B8C-83A1-F6EECF244321}">
                <p14:modId xmlns:p14="http://schemas.microsoft.com/office/powerpoint/2010/main" val="3072158849"/>
              </p:ext>
            </p:extLst>
          </p:nvPr>
        </p:nvGraphicFramePr>
        <p:xfrm>
          <a:off x="8123030" y="2452329"/>
          <a:ext cx="4053841" cy="2867688"/>
        </p:xfrm>
        <a:graphic>
          <a:graphicData uri="http://schemas.openxmlformats.org/drawingml/2006/table">
            <a:tbl>
              <a:tblPr firstRow="1" bandRow="1"/>
              <a:tblGrid>
                <a:gridCol w="905356">
                  <a:extLst>
                    <a:ext uri="{9D8B030D-6E8A-4147-A177-3AD203B41FA5}">
                      <a16:colId xmlns:a16="http://schemas.microsoft.com/office/drawing/2014/main" val="2094793051"/>
                    </a:ext>
                  </a:extLst>
                </a:gridCol>
                <a:gridCol w="3148485">
                  <a:extLst>
                    <a:ext uri="{9D8B030D-6E8A-4147-A177-3AD203B41FA5}">
                      <a16:colId xmlns:a16="http://schemas.microsoft.com/office/drawing/2014/main" val="2161822945"/>
                    </a:ext>
                  </a:extLst>
                </a:gridCol>
              </a:tblGrid>
              <a:tr h="400571">
                <a:tc>
                  <a:txBody>
                    <a:bodyPr/>
                    <a:lstStyle/>
                    <a:p>
                      <a:pPr algn="r"/>
                      <a:r>
                        <a:rPr lang="en-US" sz="2000" b="1" i="0" kern="1200" dirty="0">
                          <a:solidFill>
                            <a:schemeClr val="tx2"/>
                          </a:solidFill>
                          <a:effectLst/>
                          <a:latin typeface="Verdana" panose="020B0604030504040204" pitchFamily="34" charset="0"/>
                          <a:ea typeface="Verdana" panose="020B0604030504040204" pitchFamily="34" charset="0"/>
                          <a:cs typeface="Verdana" panose="020B0604030504040204" pitchFamily="34" charset="0"/>
                        </a:rPr>
                        <a:t>1.7+</a:t>
                      </a:r>
                      <a:r>
                        <a:rPr lang="en-US" b="1" i="0" dirty="0">
                          <a:solidFill>
                            <a:schemeClr val="tx2"/>
                          </a:solidFill>
                          <a:effectLst/>
                          <a:latin typeface="Verdana" panose="020B0604030504040204" pitchFamily="34" charset="0"/>
                          <a:ea typeface="Verdana" panose="020B0604030504040204" pitchFamily="34" charset="0"/>
                          <a:cs typeface="Verdana" panose="020B0604030504040204" pitchFamily="34" charset="0"/>
                        </a:rPr>
                        <a:t> </a:t>
                      </a:r>
                      <a:endParaRPr lang="en-US" sz="1800" b="1" i="0" dirty="0">
                        <a:solidFill>
                          <a:schemeClr val="tx2"/>
                        </a:solidFill>
                        <a:latin typeface="Verdana" panose="020B0604030504040204" pitchFamily="34" charset="0"/>
                        <a:ea typeface="Verdana" panose="020B0604030504040204" pitchFamily="34" charset="0"/>
                        <a:cs typeface="Verdana" panose="020B0604030504040204" pitchFamily="34" charset="0"/>
                      </a:endParaRPr>
                    </a:p>
                  </a:txBody>
                  <a:tcPr marL="0" marR="0" marT="0" marB="45708" anchor="ctr">
                    <a:lnL w="12700" cmpd="sng">
                      <a:noFill/>
                      <a:prstDash val="solid"/>
                    </a:lnL>
                    <a:lnR w="12700" cmpd="sng">
                      <a:noFill/>
                      <a:prstDash val="solid"/>
                    </a:lnR>
                    <a:lnT w="12700" cmpd="sng">
                      <a:noFill/>
                      <a:prstDash val="soli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100" b="0" i="0" dirty="0">
                          <a:solidFill>
                            <a:schemeClr val="tx1">
                              <a:lumMod val="85000"/>
                              <a:lumOff val="15000"/>
                            </a:schemeClr>
                          </a:solidFill>
                          <a:latin typeface="Verdana" panose="020B0604030504040204" pitchFamily="34" charset="0"/>
                          <a:ea typeface="Verdana" panose="020B0604030504040204" pitchFamily="34" charset="0"/>
                          <a:cs typeface="Verdana" panose="020B0604030504040204" pitchFamily="34" charset="0"/>
                        </a:rPr>
                        <a:t>Million in-network providers</a:t>
                      </a:r>
                      <a:r>
                        <a:rPr lang="en-US" sz="1100" b="0" i="0" baseline="30000" dirty="0">
                          <a:solidFill>
                            <a:schemeClr val="tx1">
                              <a:lumMod val="85000"/>
                              <a:lumOff val="15000"/>
                            </a:schemeClr>
                          </a:solidFill>
                          <a:latin typeface="Verdana" panose="020B0604030504040204" pitchFamily="34" charset="0"/>
                          <a:ea typeface="Verdana" panose="020B0604030504040204" pitchFamily="34" charset="0"/>
                          <a:cs typeface="Verdana" panose="020B0604030504040204" pitchFamily="34" charset="0"/>
                        </a:rPr>
                        <a:t>1</a:t>
                      </a:r>
                    </a:p>
                  </a:txBody>
                  <a:tcPr marL="91416" marR="91416" marT="0" marB="0" anchor="ctr">
                    <a:lnL w="12700" cmpd="sng">
                      <a:noFill/>
                      <a:prstDash val="solid"/>
                    </a:lnL>
                    <a:lnR w="12700" cmpd="sng">
                      <a:noFill/>
                      <a:prstDash val="solid"/>
                    </a:lnR>
                    <a:lnT w="12700" cmpd="sng">
                      <a:noFill/>
                      <a:prstDash val="soli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22451381"/>
                  </a:ext>
                </a:extLst>
              </a:tr>
              <a:tr h="400571">
                <a:tc>
                  <a:txBody>
                    <a:bodyPr/>
                    <a:lstStyle/>
                    <a:p>
                      <a:pPr marL="0" algn="r" defTabSz="914400" rtl="0" eaLnBrk="1" latinLnBrk="0" hangingPunct="1"/>
                      <a:r>
                        <a:rPr lang="en-US" sz="1800" b="1" dirty="0">
                          <a:solidFill>
                            <a:schemeClr val="tx2"/>
                          </a:solidFill>
                          <a:latin typeface="Verdana" panose="020B0604030504040204" pitchFamily="34" charset="0"/>
                          <a:ea typeface="Verdana" panose="020B0604030504040204" pitchFamily="34" charset="0"/>
                          <a:cs typeface="Verdana" panose="020B0604030504040204" pitchFamily="34" charset="0"/>
                        </a:rPr>
                        <a:t>200+</a:t>
                      </a:r>
                      <a:endParaRPr lang="en-US" sz="1800" b="1" i="0" dirty="0">
                        <a:solidFill>
                          <a:schemeClr val="tx2"/>
                        </a:solidFill>
                        <a:latin typeface="Verdana" panose="020B0604030504040204" pitchFamily="34" charset="0"/>
                        <a:ea typeface="Verdana" panose="020B0604030504040204" pitchFamily="34" charset="0"/>
                        <a:cs typeface="Verdana" panose="020B0604030504040204" pitchFamily="34" charset="0"/>
                      </a:endParaRPr>
                    </a:p>
                  </a:txBody>
                  <a:tcPr marL="0" marR="0" marT="0" marB="45708" anchor="ctr">
                    <a:lnL w="12700" cmpd="sng">
                      <a:noFill/>
                      <a:prstDash val="solid"/>
                    </a:lnL>
                    <a:lnR w="12700" cmpd="sng">
                      <a:noFill/>
                      <a:prstDash val="soli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chemeClr val="tx1">
                              <a:lumMod val="85000"/>
                              <a:lumOff val="15000"/>
                            </a:schemeClr>
                          </a:solidFill>
                          <a:latin typeface="Verdana" panose="020B0604030504040204" pitchFamily="34" charset="0"/>
                          <a:ea typeface="Verdana" panose="020B0604030504040204" pitchFamily="34" charset="0"/>
                          <a:cs typeface="Verdana" panose="020B0604030504040204" pitchFamily="34" charset="0"/>
                        </a:rPr>
                        <a:t>Countries and jurisdictions</a:t>
                      </a:r>
                      <a:r>
                        <a:rPr lang="en-US" sz="1100" baseline="30000" dirty="0">
                          <a:solidFill>
                            <a:schemeClr val="tx1">
                              <a:lumMod val="85000"/>
                              <a:lumOff val="15000"/>
                            </a:schemeClr>
                          </a:solidFill>
                          <a:latin typeface="Verdana" panose="020B0604030504040204" pitchFamily="34" charset="0"/>
                          <a:ea typeface="Verdana" panose="020B0604030504040204" pitchFamily="34" charset="0"/>
                          <a:cs typeface="Verdana" panose="020B0604030504040204" pitchFamily="34" charset="0"/>
                        </a:rPr>
                        <a:t>2</a:t>
                      </a:r>
                    </a:p>
                  </a:txBody>
                  <a:tcPr marL="91416" marR="91416" marT="0" marB="0" anchor="ctr">
                    <a:lnL w="12700" cmpd="sng">
                      <a:noFill/>
                      <a:prstDash val="solid"/>
                    </a:lnL>
                    <a:lnR w="12700" cmpd="sng">
                      <a:noFill/>
                      <a:prstDash val="soli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3248724"/>
                  </a:ext>
                </a:extLst>
              </a:tr>
              <a:tr h="400571">
                <a:tc>
                  <a:txBody>
                    <a:bodyPr/>
                    <a:lstStyle/>
                    <a:p>
                      <a:pPr marL="0" algn="r" defTabSz="914400" rtl="0" eaLnBrk="1" latinLnBrk="0" hangingPunct="1"/>
                      <a:r>
                        <a:rPr lang="en-US" sz="1800" b="1" i="0" dirty="0">
                          <a:solidFill>
                            <a:schemeClr val="tx2"/>
                          </a:solidFill>
                          <a:latin typeface="Verdana" panose="020B0604030504040204" pitchFamily="34" charset="0"/>
                          <a:ea typeface="Verdana" panose="020B0604030504040204" pitchFamily="34" charset="0"/>
                          <a:cs typeface="Verdana" panose="020B0604030504040204" pitchFamily="34" charset="0"/>
                        </a:rPr>
                        <a:t>2,800</a:t>
                      </a:r>
                    </a:p>
                  </a:txBody>
                  <a:tcPr marL="0" marR="0" marT="0" marB="45708" anchor="ctr">
                    <a:lnL w="12700" cmpd="sng">
                      <a:noFill/>
                      <a:prstDash val="solid"/>
                    </a:lnL>
                    <a:lnR w="12700" cmpd="sng">
                      <a:noFill/>
                      <a:prstDash val="soli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chemeClr val="tx1">
                              <a:lumMod val="85000"/>
                              <a:lumOff val="15000"/>
                            </a:schemeClr>
                          </a:solidFill>
                          <a:latin typeface="Verdana" panose="020B0604030504040204" pitchFamily="34" charset="0"/>
                          <a:ea typeface="Verdana" panose="020B0604030504040204" pitchFamily="34" charset="0"/>
                          <a:cs typeface="Verdana" panose="020B0604030504040204" pitchFamily="34" charset="0"/>
                        </a:rPr>
                        <a:t>Dedicated global team members</a:t>
                      </a:r>
                      <a:r>
                        <a:rPr lang="en-US" sz="1100" baseline="30000" dirty="0">
                          <a:solidFill>
                            <a:schemeClr val="tx1">
                              <a:lumMod val="85000"/>
                              <a:lumOff val="15000"/>
                            </a:schemeClr>
                          </a:solidFill>
                          <a:latin typeface="Verdana" panose="020B0604030504040204" pitchFamily="34" charset="0"/>
                          <a:ea typeface="Verdana" panose="020B0604030504040204" pitchFamily="34" charset="0"/>
                          <a:cs typeface="Verdana" panose="020B0604030504040204" pitchFamily="34" charset="0"/>
                        </a:rPr>
                        <a:t>2</a:t>
                      </a:r>
                    </a:p>
                  </a:txBody>
                  <a:tcPr marL="91416" marR="91416" marT="0" marB="0" anchor="ctr">
                    <a:lnL w="12700" cmpd="sng">
                      <a:noFill/>
                      <a:prstDash val="solid"/>
                    </a:lnL>
                    <a:lnR w="12700" cmpd="sng">
                      <a:noFill/>
                      <a:prstDash val="soli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93851422"/>
                  </a:ext>
                </a:extLst>
              </a:tr>
              <a:tr h="400571">
                <a:tc>
                  <a:txBody>
                    <a:bodyPr/>
                    <a:lstStyle/>
                    <a:p>
                      <a:pPr marL="0" algn="r" defTabSz="914400" rtl="0" eaLnBrk="1" latinLnBrk="0" hangingPunct="1"/>
                      <a:r>
                        <a:rPr lang="en-US" sz="1800" b="1" dirty="0">
                          <a:solidFill>
                            <a:schemeClr val="tx2"/>
                          </a:solidFill>
                          <a:latin typeface="Verdana" panose="020B0604030504040204" pitchFamily="34" charset="0"/>
                          <a:ea typeface="Verdana" panose="020B0604030504040204" pitchFamily="34" charset="0"/>
                          <a:cs typeface="Verdana" panose="020B0604030504040204" pitchFamily="34" charset="0"/>
                        </a:rPr>
                        <a:t>39+</a:t>
                      </a:r>
                      <a:endParaRPr lang="en-US" sz="1800" b="1" i="0" dirty="0">
                        <a:solidFill>
                          <a:schemeClr val="tx2"/>
                        </a:solidFill>
                        <a:latin typeface="Verdana" panose="020B0604030504040204" pitchFamily="34" charset="0"/>
                        <a:ea typeface="Verdana" panose="020B0604030504040204" pitchFamily="34" charset="0"/>
                        <a:cs typeface="Verdana" panose="020B0604030504040204" pitchFamily="34" charset="0"/>
                      </a:endParaRPr>
                    </a:p>
                  </a:txBody>
                  <a:tcPr marL="0" marR="0" marT="0" marB="45708" anchor="ctr">
                    <a:lnL w="12700" cmpd="sng">
                      <a:noFill/>
                      <a:prstDash val="solid"/>
                    </a:lnL>
                    <a:lnR w="12700" cmpd="sng">
                      <a:noFill/>
                      <a:prstDash val="soli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chemeClr val="tx1">
                              <a:lumMod val="85000"/>
                              <a:lumOff val="15000"/>
                            </a:schemeClr>
                          </a:solidFill>
                          <a:latin typeface="Verdana" panose="020B0604030504040204" pitchFamily="34" charset="0"/>
                          <a:ea typeface="Verdana" panose="020B0604030504040204" pitchFamily="34" charset="0"/>
                          <a:cs typeface="Verdana" panose="020B0604030504040204" pitchFamily="34" charset="0"/>
                        </a:rPr>
                        <a:t>Global care management staff</a:t>
                      </a:r>
                      <a:endParaRPr lang="en-US" sz="1100" baseline="30000" dirty="0">
                        <a:solidFill>
                          <a:schemeClr val="tx1">
                            <a:lumMod val="85000"/>
                            <a:lumOff val="15000"/>
                          </a:schemeClr>
                        </a:solidFill>
                        <a:latin typeface="Verdana" panose="020B0604030504040204" pitchFamily="34" charset="0"/>
                        <a:ea typeface="Verdana" panose="020B0604030504040204" pitchFamily="34" charset="0"/>
                        <a:cs typeface="Verdana" panose="020B0604030504040204" pitchFamily="34" charset="0"/>
                      </a:endParaRPr>
                    </a:p>
                  </a:txBody>
                  <a:tcPr marL="91416" marR="91416" marT="0" marB="0" anchor="ctr">
                    <a:lnL w="12700" cmpd="sng">
                      <a:noFill/>
                      <a:prstDash val="solid"/>
                    </a:lnL>
                    <a:lnR w="12700" cmpd="sng">
                      <a:noFill/>
                      <a:prstDash val="soli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6817130"/>
                  </a:ext>
                </a:extLst>
              </a:tr>
              <a:tr h="400571">
                <a:tc>
                  <a:txBody>
                    <a:bodyPr/>
                    <a:lstStyle/>
                    <a:p>
                      <a:pPr marL="0" algn="r" defTabSz="914400" rtl="0" eaLnBrk="1" latinLnBrk="0" hangingPunct="1"/>
                      <a:r>
                        <a:rPr lang="en-US" sz="1800" b="1" i="0" dirty="0">
                          <a:solidFill>
                            <a:schemeClr val="tx2"/>
                          </a:solidFill>
                          <a:latin typeface="Verdana" panose="020B0604030504040204" pitchFamily="34" charset="0"/>
                          <a:ea typeface="Verdana" panose="020B0604030504040204" pitchFamily="34" charset="0"/>
                          <a:cs typeface="Verdana" panose="020B0604030504040204" pitchFamily="34" charset="0"/>
                        </a:rPr>
                        <a:t>325k+</a:t>
                      </a:r>
                    </a:p>
                  </a:txBody>
                  <a:tcPr marL="0" marR="0" marT="0" marB="45708" anchor="ctr">
                    <a:lnL w="12700" cmpd="sng">
                      <a:noFill/>
                      <a:prstDash val="solid"/>
                    </a:lnL>
                    <a:lnR w="12700" cmpd="sng">
                      <a:noFill/>
                      <a:prstDash val="soli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aseline="0" dirty="0" err="1">
                          <a:solidFill>
                            <a:schemeClr val="tx1">
                              <a:lumMod val="85000"/>
                              <a:lumOff val="15000"/>
                            </a:schemeClr>
                          </a:solidFill>
                          <a:latin typeface="Verdana" panose="020B0604030504040204" pitchFamily="34" charset="0"/>
                          <a:ea typeface="Verdana" panose="020B0604030504040204" pitchFamily="34" charset="0"/>
                          <a:cs typeface="Verdana" panose="020B0604030504040204" pitchFamily="34" charset="0"/>
                        </a:rPr>
                        <a:t>Cigna</a:t>
                      </a:r>
                      <a:r>
                        <a:rPr lang="en-US" sz="1100" i="1" baseline="0" dirty="0" err="1">
                          <a:solidFill>
                            <a:schemeClr val="tx1">
                              <a:lumMod val="85000"/>
                              <a:lumOff val="15000"/>
                            </a:schemeClr>
                          </a:solidFill>
                          <a:latin typeface="Verdana" panose="020B0604030504040204" pitchFamily="34" charset="0"/>
                          <a:ea typeface="Verdana" panose="020B0604030504040204" pitchFamily="34" charset="0"/>
                          <a:cs typeface="Verdana" panose="020B0604030504040204" pitchFamily="34" charset="0"/>
                        </a:rPr>
                        <a:t>Links</a:t>
                      </a:r>
                      <a:r>
                        <a:rPr lang="en-US" sz="1100" baseline="30000" dirty="0">
                          <a:solidFill>
                            <a:schemeClr val="tx1">
                              <a:lumMod val="85000"/>
                              <a:lumOff val="15000"/>
                            </a:schemeClr>
                          </a:solidFill>
                          <a:latin typeface="Verdana" panose="020B0604030504040204" pitchFamily="34" charset="0"/>
                          <a:ea typeface="Verdana" panose="020B0604030504040204" pitchFamily="34" charset="0"/>
                          <a:cs typeface="Verdana" panose="020B0604030504040204" pitchFamily="34" charset="0"/>
                        </a:rPr>
                        <a:t>®</a:t>
                      </a:r>
                      <a:r>
                        <a:rPr lang="en-US" sz="1100" baseline="0" dirty="0">
                          <a:solidFill>
                            <a:schemeClr val="tx1">
                              <a:lumMod val="85000"/>
                              <a:lumOff val="15000"/>
                            </a:schemeClr>
                          </a:solidFill>
                          <a:latin typeface="Verdana" panose="020B0604030504040204" pitchFamily="34" charset="0"/>
                          <a:ea typeface="Verdana" panose="020B0604030504040204" pitchFamily="34" charset="0"/>
                          <a:cs typeface="Verdana" panose="020B0604030504040204" pitchFamily="34" charset="0"/>
                        </a:rPr>
                        <a:t> providers outside the U.S.</a:t>
                      </a:r>
                      <a:r>
                        <a:rPr lang="en-US" sz="1100" baseline="30000" dirty="0">
                          <a:solidFill>
                            <a:schemeClr val="tx1">
                              <a:lumMod val="85000"/>
                              <a:lumOff val="15000"/>
                            </a:schemeClr>
                          </a:solidFill>
                          <a:latin typeface="Verdana" panose="020B0604030504040204" pitchFamily="34" charset="0"/>
                          <a:ea typeface="Verdana" panose="020B0604030504040204" pitchFamily="34" charset="0"/>
                          <a:cs typeface="Verdana" panose="020B0604030504040204" pitchFamily="34" charset="0"/>
                        </a:rPr>
                        <a:t>4</a:t>
                      </a:r>
                    </a:p>
                  </a:txBody>
                  <a:tcPr marL="91416" marR="91416" marT="0" marB="0" anchor="ctr">
                    <a:lnL w="12700" cmpd="sng">
                      <a:noFill/>
                      <a:prstDash val="solid"/>
                    </a:lnL>
                    <a:lnR w="12700" cmpd="sng">
                      <a:noFill/>
                      <a:prstDash val="soli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2944059"/>
                  </a:ext>
                </a:extLst>
              </a:tr>
              <a:tr h="400571">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800" b="1" dirty="0">
                          <a:solidFill>
                            <a:schemeClr val="tx2"/>
                          </a:solidFill>
                          <a:latin typeface="Verdana" panose="020B0604030504040204" pitchFamily="34" charset="0"/>
                          <a:ea typeface="Verdana" panose="020B0604030504040204" pitchFamily="34" charset="0"/>
                          <a:cs typeface="Verdana" panose="020B0604030504040204" pitchFamily="34" charset="0"/>
                        </a:rPr>
                        <a:t>50+</a:t>
                      </a:r>
                      <a:endParaRPr lang="en-US" sz="1800" dirty="0">
                        <a:solidFill>
                          <a:schemeClr val="tx2"/>
                        </a:solidFill>
                        <a:latin typeface="Verdana" panose="020B0604030504040204" pitchFamily="34" charset="0"/>
                        <a:ea typeface="Verdana" panose="020B0604030504040204" pitchFamily="34" charset="0"/>
                        <a:cs typeface="Verdana" panose="020B0604030504040204" pitchFamily="34" charset="0"/>
                      </a:endParaRPr>
                    </a:p>
                  </a:txBody>
                  <a:tcPr marL="0" marR="0" marT="0" marB="45708" anchor="ctr">
                    <a:lnL w="12700" cmpd="sng">
                      <a:noFill/>
                      <a:prstDash val="solid"/>
                    </a:lnL>
                    <a:lnR w="12700" cmpd="sng">
                      <a:noFill/>
                      <a:prstDash val="soli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chemeClr val="tx1">
                              <a:lumMod val="85000"/>
                              <a:lumOff val="15000"/>
                            </a:schemeClr>
                          </a:solidFill>
                          <a:latin typeface="Verdana" panose="020B0604030504040204" pitchFamily="34" charset="0"/>
                          <a:ea typeface="Verdana" panose="020B0604030504040204" pitchFamily="34" charset="0"/>
                          <a:cs typeface="Verdana" panose="020B0604030504040204" pitchFamily="34" charset="0"/>
                        </a:rPr>
                        <a:t>Dedicated payment integrity team</a:t>
                      </a:r>
                      <a:r>
                        <a:rPr lang="en-US" sz="1100" baseline="30000" dirty="0">
                          <a:solidFill>
                            <a:schemeClr val="tx1">
                              <a:lumMod val="85000"/>
                              <a:lumOff val="15000"/>
                            </a:schemeClr>
                          </a:solidFill>
                          <a:latin typeface="Verdana" panose="020B0604030504040204" pitchFamily="34" charset="0"/>
                          <a:ea typeface="Verdana" panose="020B0604030504040204" pitchFamily="34" charset="0"/>
                          <a:cs typeface="Verdana" panose="020B0604030504040204" pitchFamily="34" charset="0"/>
                        </a:rPr>
                        <a:t>3</a:t>
                      </a:r>
                      <a:r>
                        <a:rPr lang="en-US" sz="1100" dirty="0">
                          <a:solidFill>
                            <a:schemeClr val="tx1">
                              <a:lumMod val="85000"/>
                              <a:lumOff val="15000"/>
                            </a:schemeClr>
                          </a:solidFill>
                          <a:latin typeface="Verdana" panose="020B0604030504040204" pitchFamily="34" charset="0"/>
                          <a:ea typeface="Verdana" panose="020B0604030504040204" pitchFamily="34" charset="0"/>
                          <a:cs typeface="Verdana" panose="020B0604030504040204" pitchFamily="34" charset="0"/>
                        </a:rPr>
                        <a:t> </a:t>
                      </a:r>
                      <a:endParaRPr lang="en-US" sz="1100" baseline="30000" dirty="0">
                        <a:solidFill>
                          <a:schemeClr val="tx1">
                            <a:lumMod val="85000"/>
                            <a:lumOff val="15000"/>
                          </a:schemeClr>
                        </a:solidFill>
                        <a:latin typeface="Verdana" panose="020B0604030504040204" pitchFamily="34" charset="0"/>
                        <a:ea typeface="Verdana" panose="020B0604030504040204" pitchFamily="34" charset="0"/>
                        <a:cs typeface="Verdana" panose="020B0604030504040204" pitchFamily="34" charset="0"/>
                      </a:endParaRPr>
                    </a:p>
                  </a:txBody>
                  <a:tcPr marL="91416" marR="91416" marT="0" marB="0" anchor="ctr">
                    <a:lnL w="12700" cmpd="sng">
                      <a:noFill/>
                      <a:prstDash val="solid"/>
                    </a:lnL>
                    <a:lnR w="12700" cmpd="sng">
                      <a:noFill/>
                      <a:prstDash val="soli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7012032"/>
                  </a:ext>
                </a:extLst>
              </a:tr>
              <a:tr h="464262">
                <a:tc>
                  <a:txBody>
                    <a:bodyPr/>
                    <a:lstStyle/>
                    <a:p>
                      <a:pPr marL="0" algn="r" defTabSz="914400" rtl="0" eaLnBrk="1" latinLnBrk="0" hangingPunct="1"/>
                      <a:r>
                        <a:rPr lang="en-US" sz="1800" b="1" i="0" dirty="0">
                          <a:solidFill>
                            <a:schemeClr val="tx2"/>
                          </a:solidFill>
                          <a:latin typeface="Verdana" panose="020B0604030504040204" pitchFamily="34" charset="0"/>
                          <a:ea typeface="Verdana" panose="020B0604030504040204" pitchFamily="34" charset="0"/>
                          <a:cs typeface="Verdana" panose="020B0604030504040204" pitchFamily="34" charset="0"/>
                        </a:rPr>
                        <a:t>40+</a:t>
                      </a:r>
                    </a:p>
                  </a:txBody>
                  <a:tcPr marL="0" marR="0" marT="0" marB="45708" anchor="ctr">
                    <a:lnL w="12700" cmpd="sng">
                      <a:noFill/>
                      <a:prstDash val="solid"/>
                    </a:lnL>
                    <a:lnR w="12700" cmpd="sng">
                      <a:noFill/>
                      <a:prstDash val="soli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aseline="0" dirty="0">
                          <a:solidFill>
                            <a:schemeClr val="tx1">
                              <a:lumMod val="85000"/>
                              <a:lumOff val="15000"/>
                            </a:schemeClr>
                          </a:solidFill>
                          <a:latin typeface="Verdana" panose="020B0604030504040204" pitchFamily="34" charset="0"/>
                          <a:ea typeface="Verdana" panose="020B0604030504040204" pitchFamily="34" charset="0"/>
                          <a:cs typeface="Verdana" panose="020B0604030504040204" pitchFamily="34" charset="0"/>
                        </a:rPr>
                        <a:t>Lawyers, compliance and privacy </a:t>
                      </a:r>
                      <a:br>
                        <a:rPr lang="en-US" sz="1100" baseline="0" dirty="0">
                          <a:solidFill>
                            <a:schemeClr val="tx1">
                              <a:lumMod val="85000"/>
                              <a:lumOff val="15000"/>
                            </a:schemeClr>
                          </a:solidFill>
                          <a:latin typeface="Verdana" panose="020B0604030504040204" pitchFamily="34" charset="0"/>
                          <a:ea typeface="Verdana" panose="020B0604030504040204" pitchFamily="34" charset="0"/>
                          <a:cs typeface="Verdana" panose="020B0604030504040204" pitchFamily="34" charset="0"/>
                        </a:rPr>
                      </a:br>
                      <a:r>
                        <a:rPr lang="en-US" sz="1100" baseline="0" dirty="0">
                          <a:solidFill>
                            <a:schemeClr val="tx1">
                              <a:lumMod val="85000"/>
                              <a:lumOff val="15000"/>
                            </a:schemeClr>
                          </a:solidFill>
                          <a:latin typeface="Verdana" panose="020B0604030504040204" pitchFamily="34" charset="0"/>
                          <a:ea typeface="Verdana" panose="020B0604030504040204" pitchFamily="34" charset="0"/>
                          <a:cs typeface="Verdana" panose="020B0604030504040204" pitchFamily="34" charset="0"/>
                        </a:rPr>
                        <a:t>team members</a:t>
                      </a:r>
                      <a:r>
                        <a:rPr lang="en-US" sz="1100" baseline="30000" dirty="0">
                          <a:solidFill>
                            <a:schemeClr val="tx1">
                              <a:lumMod val="85000"/>
                              <a:lumOff val="15000"/>
                            </a:schemeClr>
                          </a:solidFill>
                          <a:latin typeface="Verdana" panose="020B0604030504040204" pitchFamily="34" charset="0"/>
                          <a:ea typeface="Verdana" panose="020B0604030504040204" pitchFamily="34" charset="0"/>
                          <a:cs typeface="Verdana" panose="020B0604030504040204" pitchFamily="34" charset="0"/>
                        </a:rPr>
                        <a:t>5</a:t>
                      </a:r>
                    </a:p>
                  </a:txBody>
                  <a:tcPr marL="91416" marR="91416" marT="0" marB="0" anchor="ctr">
                    <a:lnL w="12700" cmpd="sng">
                      <a:noFill/>
                      <a:prstDash val="solid"/>
                    </a:lnL>
                    <a:lnR w="12700" cmpd="sng">
                      <a:noFill/>
                      <a:prstDash val="soli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9225112"/>
                  </a:ext>
                </a:extLst>
              </a:tr>
            </a:tbl>
          </a:graphicData>
        </a:graphic>
      </p:graphicFrame>
      <p:sp>
        <p:nvSpPr>
          <p:cNvPr id="147" name="Text Placeholder 3">
            <a:extLst>
              <a:ext uri="{FF2B5EF4-FFF2-40B4-BE49-F238E27FC236}">
                <a16:creationId xmlns:a16="http://schemas.microsoft.com/office/drawing/2014/main" id="{7A39CF60-C414-5253-826E-BA98A58FDA09}"/>
              </a:ext>
            </a:extLst>
          </p:cNvPr>
          <p:cNvSpPr txBox="1">
            <a:spLocks/>
          </p:cNvSpPr>
          <p:nvPr/>
        </p:nvSpPr>
        <p:spPr>
          <a:xfrm>
            <a:off x="358775" y="925931"/>
            <a:ext cx="7405553" cy="543491"/>
          </a:xfrm>
          <a:prstGeom prst="rect">
            <a:avLst/>
          </a:prstGeom>
        </p:spPr>
        <p:txBody>
          <a:bodyPr vert="horz" lIns="0" tIns="0" rIns="0" bIns="0" rtlCol="0" anchor="b" anchorCtr="0"/>
          <a:lstStyle>
            <a:defPPr>
              <a:defRPr lang="en-US"/>
            </a:defPPr>
            <a:lvl1pPr marL="0" algn="r" defTabSz="914400" rtl="0" eaLnBrk="1" latinLnBrk="0" hangingPunct="1">
              <a:defRPr sz="800"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800" b="1" dirty="0">
                <a:solidFill>
                  <a:schemeClr val="tx2"/>
                </a:solidFill>
              </a:rPr>
              <a:t>Our people all over the world support the health </a:t>
            </a:r>
            <a:br>
              <a:rPr lang="en-US" sz="1800" b="1" dirty="0">
                <a:solidFill>
                  <a:schemeClr val="tx2"/>
                </a:solidFill>
              </a:rPr>
            </a:br>
            <a:r>
              <a:rPr lang="en-US" sz="1800" b="1" dirty="0">
                <a:solidFill>
                  <a:schemeClr val="tx2"/>
                </a:solidFill>
              </a:rPr>
              <a:t>of members.</a:t>
            </a:r>
          </a:p>
        </p:txBody>
      </p:sp>
      <p:pic>
        <p:nvPicPr>
          <p:cNvPr id="166" name="Picture Placeholder 165">
            <a:extLst>
              <a:ext uri="{FF2B5EF4-FFF2-40B4-BE49-F238E27FC236}">
                <a16:creationId xmlns:a16="http://schemas.microsoft.com/office/drawing/2014/main" id="{850B2809-E236-E004-64BA-84A5EB45C7B7}"/>
              </a:ext>
            </a:extLst>
          </p:cNvPr>
          <p:cNvPicPr>
            <a:picLocks noGrp="1" noChangeAspect="1"/>
          </p:cNvPicPr>
          <p:nvPr>
            <p:ph type="pic" sz="quarter" idx="13"/>
          </p:nvPr>
        </p:nvPicPr>
        <p:blipFill>
          <a:blip r:embed="rId4" cstate="screen">
            <a:extLst>
              <a:ext uri="{28A0092B-C50C-407E-A947-70E740481C1C}">
                <a14:useLocalDpi xmlns:a14="http://schemas.microsoft.com/office/drawing/2010/main"/>
              </a:ext>
            </a:extLst>
          </a:blip>
          <a:srcRect/>
          <a:stretch/>
        </p:blipFill>
        <p:spPr>
          <a:xfrm>
            <a:off x="8748595" y="403165"/>
            <a:ext cx="2534799" cy="1825489"/>
          </a:xfrm>
        </p:spPr>
      </p:pic>
      <p:sp>
        <p:nvSpPr>
          <p:cNvPr id="169" name="TextBox 168">
            <a:extLst>
              <a:ext uri="{FF2B5EF4-FFF2-40B4-BE49-F238E27FC236}">
                <a16:creationId xmlns:a16="http://schemas.microsoft.com/office/drawing/2014/main" id="{5209E3A4-C9FC-9D7C-B5CA-0A257FF09298}"/>
              </a:ext>
            </a:extLst>
          </p:cNvPr>
          <p:cNvSpPr txBox="1"/>
          <p:nvPr/>
        </p:nvSpPr>
        <p:spPr>
          <a:xfrm>
            <a:off x="2184191" y="5991122"/>
            <a:ext cx="5640091" cy="615553"/>
          </a:xfrm>
          <a:prstGeom prst="rect">
            <a:avLst/>
          </a:prstGeom>
          <a:noFill/>
        </p:spPr>
        <p:txBody>
          <a:bodyPr wrap="square" lIns="0" tIns="0" rIns="0" bIns="0" rtlCol="0" anchor="ctr" anchorCtr="0">
            <a:noAutofit/>
          </a:bodyPr>
          <a:lstStyle/>
          <a:p>
            <a:pPr marL="123825" marR="0" lvl="0" indent="-123825" rtl="0">
              <a:buFont typeface="+mj-lt"/>
              <a:buAutoNum type="arabicPeriod"/>
              <a:tabLst>
                <a:tab pos="457200" algn="l"/>
              </a:tabLst>
            </a:pPr>
            <a:r>
              <a:rPr lang="en-US" sz="900" dirty="0">
                <a:solidFill>
                  <a:schemeClr val="bg1">
                    <a:lumMod val="50000"/>
                  </a:schemeClr>
                </a:solidFill>
                <a:effectLst/>
                <a:latin typeface="Arial Narrow" panose="020B0604020202020204" pitchFamily="34" charset="0"/>
                <a:ea typeface="Verdana" panose="020B0604030504040204" pitchFamily="34" charset="0"/>
                <a:cs typeface="Arial Narrow" panose="020B0604020202020204" pitchFamily="34" charset="0"/>
              </a:rPr>
              <a:t>Data from GHB Network analysis for full year 2022. Subject to change.</a:t>
            </a:r>
          </a:p>
          <a:p>
            <a:pPr marL="123825" marR="0" lvl="0" indent="-123825" rtl="0">
              <a:buFont typeface="+mj-lt"/>
              <a:buAutoNum type="arabicPeriod"/>
              <a:tabLst>
                <a:tab pos="457200" algn="l"/>
              </a:tabLst>
            </a:pPr>
            <a:r>
              <a:rPr lang="en-US" sz="900" dirty="0">
                <a:solidFill>
                  <a:schemeClr val="bg1">
                    <a:lumMod val="50000"/>
                  </a:schemeClr>
                </a:solidFill>
                <a:effectLst/>
                <a:latin typeface="Arial Narrow" panose="020B0604020202020204" pitchFamily="34" charset="0"/>
                <a:ea typeface="Verdana" panose="020B0604030504040204" pitchFamily="34" charset="0"/>
                <a:cs typeface="Arial Narrow" panose="020B0604020202020204" pitchFamily="34" charset="0"/>
              </a:rPr>
              <a:t>Data from Cigna Healthcare internal analysis as of February 2023. Subject to change.</a:t>
            </a:r>
          </a:p>
          <a:p>
            <a:pPr marL="123825" marR="0" lvl="0" indent="-123825" rtl="0">
              <a:buFont typeface="+mj-lt"/>
              <a:buAutoNum type="arabicPeriod"/>
              <a:tabLst>
                <a:tab pos="457200" algn="l"/>
              </a:tabLst>
            </a:pPr>
            <a:r>
              <a:rPr lang="en-US" sz="900" dirty="0">
                <a:solidFill>
                  <a:schemeClr val="bg1">
                    <a:lumMod val="50000"/>
                  </a:schemeClr>
                </a:solidFill>
                <a:effectLst/>
                <a:latin typeface="Arial Narrow" panose="020B0604020202020204" pitchFamily="34" charset="0"/>
                <a:ea typeface="Verdana" panose="020B0604030504040204" pitchFamily="34" charset="0"/>
                <a:cs typeface="Arial Narrow" panose="020B0604020202020204" pitchFamily="34" charset="0"/>
              </a:rPr>
              <a:t>Data from Payment Integrity team analysis Feb 2023. Subject to change.</a:t>
            </a:r>
          </a:p>
          <a:p>
            <a:pPr marL="123825" indent="-123825">
              <a:buFont typeface="+mj-lt"/>
              <a:buAutoNum type="arabicPeriod"/>
              <a:tabLst>
                <a:tab pos="457200" algn="l"/>
              </a:tabLst>
            </a:pPr>
            <a:r>
              <a:rPr lang="en-US" sz="900" dirty="0">
                <a:solidFill>
                  <a:schemeClr val="bg1">
                    <a:lumMod val="50000"/>
                  </a:schemeClr>
                </a:solidFill>
                <a:effectLst/>
                <a:latin typeface="Arial Narrow" panose="020B0604020202020204" pitchFamily="34" charset="0"/>
                <a:ea typeface="Verdana" panose="020B0604030504040204" pitchFamily="34" charset="0"/>
                <a:cs typeface="Arial Narrow" panose="020B0604020202020204" pitchFamily="34" charset="0"/>
              </a:rPr>
              <a:t>Data from GHB Clinical internal analysis as of February 2023. Subject to change.</a:t>
            </a:r>
          </a:p>
          <a:p>
            <a:pPr marL="123825" marR="0" lvl="0" indent="-123825" rtl="0">
              <a:buFont typeface="+mj-lt"/>
              <a:buAutoNum type="arabicPeriod"/>
              <a:tabLst>
                <a:tab pos="457200" algn="l"/>
              </a:tabLst>
            </a:pPr>
            <a:r>
              <a:rPr lang="en-US" sz="900" dirty="0">
                <a:solidFill>
                  <a:schemeClr val="bg1">
                    <a:lumMod val="50000"/>
                  </a:schemeClr>
                </a:solidFill>
                <a:effectLst/>
                <a:latin typeface="Arial Narrow" panose="020B0604020202020204" pitchFamily="34" charset="0"/>
                <a:ea typeface="Verdana" panose="020B0604030504040204" pitchFamily="34" charset="0"/>
                <a:cs typeface="Arial Narrow" panose="020B0604020202020204" pitchFamily="34" charset="0"/>
              </a:rPr>
              <a:t>Data from GHB Legal analysis as of March 2023. Subject to change.</a:t>
            </a:r>
          </a:p>
        </p:txBody>
      </p:sp>
      <p:sp>
        <p:nvSpPr>
          <p:cNvPr id="173" name="TextBox 172">
            <a:extLst>
              <a:ext uri="{FF2B5EF4-FFF2-40B4-BE49-F238E27FC236}">
                <a16:creationId xmlns:a16="http://schemas.microsoft.com/office/drawing/2014/main" id="{726E25CD-9D83-5732-A85A-26F5EA074EA8}"/>
              </a:ext>
            </a:extLst>
          </p:cNvPr>
          <p:cNvSpPr txBox="1"/>
          <p:nvPr/>
        </p:nvSpPr>
        <p:spPr>
          <a:xfrm>
            <a:off x="7907383" y="5616753"/>
            <a:ext cx="4284617" cy="592332"/>
          </a:xfrm>
          <a:prstGeom prst="rect">
            <a:avLst/>
          </a:prstGeom>
          <a:solidFill>
            <a:schemeClr val="tx2"/>
          </a:solidFill>
        </p:spPr>
        <p:txBody>
          <a:bodyPr wrap="square" lIns="274320" tIns="0" rIns="0" bIns="0" rtlCol="0" anchor="ctr" anchorCtr="0">
            <a:noAutofit/>
          </a:bodyPr>
          <a:lstStyle/>
          <a:p>
            <a:pPr algn="ctr"/>
            <a:r>
              <a:rPr lang="en-US" sz="1200" b="1" dirty="0">
                <a:solidFill>
                  <a:schemeClr val="bg1"/>
                </a:solidFill>
                <a:latin typeface="Verdana" panose="020B0604030504040204" pitchFamily="34" charset="0"/>
                <a:ea typeface="Verdana" panose="020B0604030504040204" pitchFamily="34" charset="0"/>
                <a:cs typeface="Verdana" panose="020B0604030504040204" pitchFamily="34" charset="0"/>
              </a:rPr>
              <a:t>Dedicated provider advocacy team</a:t>
            </a:r>
            <a:endParaRPr lang="en-US" sz="1200" baseline="30000" dirty="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172" name="Freeform 171">
            <a:extLst>
              <a:ext uri="{FF2B5EF4-FFF2-40B4-BE49-F238E27FC236}">
                <a16:creationId xmlns:a16="http://schemas.microsoft.com/office/drawing/2014/main" id="{70B1FE5B-E719-6487-AC64-39E1903B14F7}"/>
              </a:ext>
            </a:extLst>
          </p:cNvPr>
          <p:cNvSpPr/>
          <p:nvPr/>
        </p:nvSpPr>
        <p:spPr>
          <a:xfrm>
            <a:off x="8348663" y="5860255"/>
            <a:ext cx="195004" cy="134363"/>
          </a:xfrm>
          <a:custGeom>
            <a:avLst/>
            <a:gdLst>
              <a:gd name="connsiteX0" fmla="*/ 376264 w 429438"/>
              <a:gd name="connsiteY0" fmla="*/ 152689 h 295893"/>
              <a:gd name="connsiteX1" fmla="*/ 429438 w 429438"/>
              <a:gd name="connsiteY1" fmla="*/ 0 h 295893"/>
              <a:gd name="connsiteX2" fmla="*/ 223389 w 429438"/>
              <a:gd name="connsiteY2" fmla="*/ 11381 h 295893"/>
              <a:gd name="connsiteX3" fmla="*/ 223389 w 429438"/>
              <a:gd name="connsiteY3" fmla="*/ 11381 h 295893"/>
              <a:gd name="connsiteX4" fmla="*/ 61969 w 429438"/>
              <a:gd name="connsiteY4" fmla="*/ 81560 h 295893"/>
              <a:gd name="connsiteX5" fmla="*/ 9745 w 429438"/>
              <a:gd name="connsiteY5" fmla="*/ 295894 h 295893"/>
              <a:gd name="connsiteX6" fmla="*/ 376264 w 429438"/>
              <a:gd name="connsiteY6" fmla="*/ 152689 h 295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9438" h="295893">
                <a:moveTo>
                  <a:pt x="376264" y="152689"/>
                </a:moveTo>
                <a:cubicBezTo>
                  <a:pt x="406649" y="106218"/>
                  <a:pt x="419943" y="57851"/>
                  <a:pt x="429438" y="0"/>
                </a:cubicBezTo>
                <a:cubicBezTo>
                  <a:pt x="357274" y="9484"/>
                  <a:pt x="292705" y="8535"/>
                  <a:pt x="223389" y="11381"/>
                </a:cubicBezTo>
                <a:lnTo>
                  <a:pt x="223389" y="11381"/>
                </a:lnTo>
                <a:cubicBezTo>
                  <a:pt x="164518" y="13277"/>
                  <a:pt x="105647" y="36987"/>
                  <a:pt x="61969" y="81560"/>
                </a:cubicBezTo>
                <a:cubicBezTo>
                  <a:pt x="4047" y="141308"/>
                  <a:pt x="-13044" y="222869"/>
                  <a:pt x="9745" y="295894"/>
                </a:cubicBezTo>
                <a:cubicBezTo>
                  <a:pt x="115143" y="230456"/>
                  <a:pt x="301251" y="270287"/>
                  <a:pt x="376264" y="152689"/>
                </a:cubicBezTo>
              </a:path>
            </a:pathLst>
          </a:custGeom>
          <a:solidFill>
            <a:schemeClr val="accent5"/>
          </a:solidFill>
          <a:ln w="9480" cap="flat">
            <a:noFill/>
            <a:prstDash val="solid"/>
            <a:miter/>
          </a:ln>
        </p:spPr>
        <p:txBody>
          <a:bodyPr rtlCol="0" anchor="ctr"/>
          <a:lstStyle/>
          <a:p>
            <a:endParaRPr lang="en-US">
              <a:solidFill>
                <a:schemeClr val="bg2"/>
              </a:solidFill>
            </a:endParaRPr>
          </a:p>
        </p:txBody>
      </p:sp>
      <p:sp>
        <p:nvSpPr>
          <p:cNvPr id="25" name="Slide Number Placeholder 24">
            <a:extLst>
              <a:ext uri="{FF2B5EF4-FFF2-40B4-BE49-F238E27FC236}">
                <a16:creationId xmlns:a16="http://schemas.microsoft.com/office/drawing/2014/main" id="{819FC03B-DB94-02E6-39DF-1FA9C42A9FDC}"/>
              </a:ext>
            </a:extLst>
          </p:cNvPr>
          <p:cNvSpPr>
            <a:spLocks noGrp="1"/>
          </p:cNvSpPr>
          <p:nvPr>
            <p:ph type="sldNum" sz="quarter" idx="11"/>
          </p:nvPr>
        </p:nvSpPr>
        <p:spPr/>
        <p:txBody>
          <a:bodyPr/>
          <a:lstStyle/>
          <a:p>
            <a:fld id="{23AA811B-2EBD-4900-905E-5BE206449611}" type="slidenum">
              <a:rPr lang="en-US" smtClean="0"/>
              <a:pPr/>
              <a:t>4</a:t>
            </a:fld>
            <a:endParaRPr lang="en-US" dirty="0"/>
          </a:p>
        </p:txBody>
      </p:sp>
      <p:grpSp>
        <p:nvGrpSpPr>
          <p:cNvPr id="74" name="Group 73">
            <a:extLst>
              <a:ext uri="{FF2B5EF4-FFF2-40B4-BE49-F238E27FC236}">
                <a16:creationId xmlns:a16="http://schemas.microsoft.com/office/drawing/2014/main" id="{3E96509C-8E6F-A05C-A939-827596E5A766}"/>
              </a:ext>
            </a:extLst>
          </p:cNvPr>
          <p:cNvGrpSpPr/>
          <p:nvPr/>
        </p:nvGrpSpPr>
        <p:grpSpPr>
          <a:xfrm>
            <a:off x="6538589" y="3157476"/>
            <a:ext cx="1187354" cy="229514"/>
            <a:chOff x="7015009" y="3650025"/>
            <a:chExt cx="1187354" cy="229514"/>
          </a:xfrm>
        </p:grpSpPr>
        <p:sp>
          <p:nvSpPr>
            <p:cNvPr id="3" name="Rectangle 2">
              <a:extLst>
                <a:ext uri="{FF2B5EF4-FFF2-40B4-BE49-F238E27FC236}">
                  <a16:creationId xmlns:a16="http://schemas.microsoft.com/office/drawing/2014/main" id="{791B655B-E0CB-6641-DE5B-60D8455CCA89}"/>
                </a:ext>
              </a:extLst>
            </p:cNvPr>
            <p:cNvSpPr/>
            <p:nvPr/>
          </p:nvSpPr>
          <p:spPr>
            <a:xfrm>
              <a:off x="7053874" y="3650025"/>
              <a:ext cx="1148489" cy="2295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defPPr/>
            </a:lstStyle>
            <a:p>
              <a:pPr defTabSz="342771" fontAlgn="base">
                <a:spcBef>
                  <a:spcPct val="0"/>
                </a:spcBef>
                <a:spcAft>
                  <a:spcPct val="0"/>
                </a:spcAft>
              </a:pPr>
              <a:r>
                <a:rPr lang="en-IN" altLang="en-US" sz="900" dirty="0">
                  <a:solidFill>
                    <a:schemeClr val="bg2"/>
                  </a:solidFill>
                  <a:latin typeface="Verdana" panose="020B0604030504040204" pitchFamily="34" charset="0"/>
                  <a:ea typeface="Verdana" panose="020B0604030504040204" pitchFamily="34" charset="0"/>
                  <a:cs typeface="Verdana" panose="020B0604030504040204" pitchFamily="34" charset="0"/>
                </a:rPr>
                <a:t>GUAM</a:t>
              </a:r>
            </a:p>
          </p:txBody>
        </p:sp>
        <p:cxnSp>
          <p:nvCxnSpPr>
            <p:cNvPr id="27" name="Straight Connector 26">
              <a:extLst>
                <a:ext uri="{FF2B5EF4-FFF2-40B4-BE49-F238E27FC236}">
                  <a16:creationId xmlns:a16="http://schemas.microsoft.com/office/drawing/2014/main" id="{420BC52A-CDA2-919B-8EB0-AFDA367F08C1}"/>
                </a:ext>
              </a:extLst>
            </p:cNvPr>
            <p:cNvCxnSpPr>
              <a:cxnSpLocks/>
            </p:cNvCxnSpPr>
            <p:nvPr/>
          </p:nvCxnSpPr>
          <p:spPr>
            <a:xfrm flipH="1">
              <a:off x="7022372" y="3836506"/>
              <a:ext cx="478723" cy="4316"/>
            </a:xfrm>
            <a:prstGeom prst="line">
              <a:avLst/>
            </a:prstGeom>
            <a:ln w="6350">
              <a:solidFill>
                <a:schemeClr val="tx2"/>
              </a:solidFill>
            </a:ln>
            <a:effectLst/>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18271E93-C470-B6AF-E4BB-EABA55CC3A43}"/>
                </a:ext>
              </a:extLst>
            </p:cNvPr>
            <p:cNvSpPr/>
            <p:nvPr/>
          </p:nvSpPr>
          <p:spPr>
            <a:xfrm>
              <a:off x="7015009" y="3738764"/>
              <a:ext cx="92926" cy="107107"/>
            </a:xfrm>
            <a:prstGeom prst="rect">
              <a:avLst/>
            </a:prstGeom>
            <a:solidFill>
              <a:schemeClr val="bg2"/>
            </a:solidFill>
            <a:ln>
              <a:noFill/>
            </a:ln>
            <a:effectLst>
              <a:outerShdw blurRad="76200" dir="18900000" sy="-23000" kx="-800400" algn="bl" rotWithShape="0">
                <a:prstClr val="black">
                  <a:alpha val="4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310" fontAlgn="base">
                <a:spcBef>
                  <a:spcPct val="0"/>
                </a:spcBef>
                <a:spcAft>
                  <a:spcPct val="0"/>
                </a:spcAft>
              </a:pPr>
              <a:endParaRPr lang="en-US" sz="3198" dirty="0">
                <a:solidFill>
                  <a:srgbClr val="FFFFFF"/>
                </a:solidFill>
              </a:endParaRPr>
            </a:p>
          </p:txBody>
        </p:sp>
      </p:grpSp>
      <p:grpSp>
        <p:nvGrpSpPr>
          <p:cNvPr id="163" name="Group 162">
            <a:extLst>
              <a:ext uri="{FF2B5EF4-FFF2-40B4-BE49-F238E27FC236}">
                <a16:creationId xmlns:a16="http://schemas.microsoft.com/office/drawing/2014/main" id="{20457357-A461-332C-F53A-50AAC80CCB99}"/>
              </a:ext>
            </a:extLst>
          </p:cNvPr>
          <p:cNvGrpSpPr/>
          <p:nvPr/>
        </p:nvGrpSpPr>
        <p:grpSpPr>
          <a:xfrm>
            <a:off x="533135" y="2096075"/>
            <a:ext cx="6633965" cy="2184850"/>
            <a:chOff x="533135" y="2096075"/>
            <a:chExt cx="6633965" cy="2184850"/>
          </a:xfrm>
        </p:grpSpPr>
        <p:sp>
          <p:nvSpPr>
            <p:cNvPr id="29" name="Teardrop 28">
              <a:extLst>
                <a:ext uri="{FF2B5EF4-FFF2-40B4-BE49-F238E27FC236}">
                  <a16:creationId xmlns:a16="http://schemas.microsoft.com/office/drawing/2014/main" id="{A851CE2A-585B-D950-64A9-D4E78ED526CD}"/>
                </a:ext>
              </a:extLst>
            </p:cNvPr>
            <p:cNvSpPr/>
            <p:nvPr/>
          </p:nvSpPr>
          <p:spPr>
            <a:xfrm rot="8100000">
              <a:off x="5647249" y="3480141"/>
              <a:ext cx="137546" cy="137546"/>
            </a:xfrm>
            <a:prstGeom prst="teardrop">
              <a:avLst>
                <a:gd name="adj" fmla="val 133069"/>
              </a:avLst>
            </a:prstGeom>
            <a:solidFill>
              <a:schemeClr val="tx2"/>
            </a:solidFill>
            <a:ln w="6350">
              <a:solidFill>
                <a:schemeClr val="bg1"/>
              </a:solidFill>
            </a:ln>
            <a:effectLst>
              <a:outerShdw blurRad="76200" dir="18900000" sy="23000" kx="-1200000" algn="bl" rotWithShape="0">
                <a:prstClr val="black">
                  <a:alpha val="42000"/>
                </a:prstClr>
              </a:outerShdw>
            </a:effectLst>
          </p:spPr>
          <p:style>
            <a:lnRef idx="1">
              <a:schemeClr val="accent1"/>
            </a:lnRef>
            <a:fillRef idx="3">
              <a:schemeClr val="accent1"/>
            </a:fillRef>
            <a:effectRef idx="2">
              <a:schemeClr val="accent1"/>
            </a:effectRef>
            <a:fontRef idx="minor">
              <a:schemeClr val="lt1"/>
            </a:fontRef>
          </p:style>
          <p:txBody>
            <a:bodyPr lIns="91415" tIns="45707" rIns="91415" bIns="45707" rtlCol="0" anchor="ctr"/>
            <a:lstStyle>
              <a:defPPr/>
            </a:lstStyle>
            <a:p>
              <a:pPr algn="ctr" defTabSz="609402" fontAlgn="base">
                <a:spcBef>
                  <a:spcPct val="0"/>
                </a:spcBef>
                <a:spcAft>
                  <a:spcPct val="0"/>
                </a:spcAft>
              </a:pPr>
              <a:endParaRPr lang="en-GB" sz="900" dirty="0">
                <a:solidFill>
                  <a:schemeClr val="bg2"/>
                </a:solidFill>
                <a:latin typeface="Verdana" panose="020B0604030504040204" pitchFamily="34" charset="0"/>
                <a:ea typeface="Verdana" panose="020B0604030504040204" pitchFamily="34" charset="0"/>
                <a:cs typeface="Verdana" panose="020B0604030504040204" pitchFamily="34" charset="0"/>
              </a:endParaRPr>
            </a:p>
          </p:txBody>
        </p:sp>
        <p:sp>
          <p:nvSpPr>
            <p:cNvPr id="33" name="Rectangle 32">
              <a:extLst>
                <a:ext uri="{FF2B5EF4-FFF2-40B4-BE49-F238E27FC236}">
                  <a16:creationId xmlns:a16="http://schemas.microsoft.com/office/drawing/2014/main" id="{67F0943F-C80B-D56D-FD80-2A749B91F928}"/>
                </a:ext>
              </a:extLst>
            </p:cNvPr>
            <p:cNvSpPr/>
            <p:nvPr/>
          </p:nvSpPr>
          <p:spPr>
            <a:xfrm>
              <a:off x="4945553" y="2923185"/>
              <a:ext cx="644909" cy="2364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defPPr/>
            </a:lstStyle>
            <a:p>
              <a:pPr defTabSz="342771" fontAlgn="base">
                <a:spcBef>
                  <a:spcPct val="0"/>
                </a:spcBef>
                <a:spcAft>
                  <a:spcPct val="0"/>
                </a:spcAft>
              </a:pPr>
              <a:r>
                <a:rPr lang="en-IN" altLang="en-US" sz="900" dirty="0">
                  <a:solidFill>
                    <a:schemeClr val="bg2"/>
                  </a:solidFill>
                  <a:latin typeface="Verdana" panose="020B0604030504040204" pitchFamily="34" charset="0"/>
                  <a:ea typeface="Verdana" panose="020B0604030504040204" pitchFamily="34" charset="0"/>
                  <a:cs typeface="Verdana" panose="020B0604030504040204" pitchFamily="34" charset="0"/>
                </a:rPr>
                <a:t>DUBAI</a:t>
              </a:r>
            </a:p>
          </p:txBody>
        </p:sp>
        <p:sp>
          <p:nvSpPr>
            <p:cNvPr id="34" name="Rectangle 33">
              <a:extLst>
                <a:ext uri="{FF2B5EF4-FFF2-40B4-BE49-F238E27FC236}">
                  <a16:creationId xmlns:a16="http://schemas.microsoft.com/office/drawing/2014/main" id="{B514BA54-5EA5-2492-04D1-4A4E84EC25B3}"/>
                </a:ext>
              </a:extLst>
            </p:cNvPr>
            <p:cNvSpPr/>
            <p:nvPr/>
          </p:nvSpPr>
          <p:spPr>
            <a:xfrm>
              <a:off x="1305838" y="3399073"/>
              <a:ext cx="755383" cy="2878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defPPr/>
            </a:lstStyle>
            <a:p>
              <a:pPr algn="r" defTabSz="342771" fontAlgn="base">
                <a:spcBef>
                  <a:spcPct val="0"/>
                </a:spcBef>
                <a:spcAft>
                  <a:spcPct val="0"/>
                </a:spcAft>
              </a:pPr>
              <a:r>
                <a:rPr lang="en-IN" altLang="en-US" sz="900" dirty="0">
                  <a:solidFill>
                    <a:schemeClr val="bg2"/>
                  </a:solidFill>
                  <a:latin typeface="Verdana" panose="020B0604030504040204" pitchFamily="34" charset="0"/>
                  <a:ea typeface="Verdana" panose="020B0604030504040204" pitchFamily="34" charset="0"/>
                  <a:cs typeface="Verdana" panose="020B0604030504040204" pitchFamily="34" charset="0"/>
                </a:rPr>
                <a:t>ECUADOR</a:t>
              </a:r>
            </a:p>
          </p:txBody>
        </p:sp>
        <p:sp>
          <p:nvSpPr>
            <p:cNvPr id="35" name="Rectangle 34">
              <a:extLst>
                <a:ext uri="{FF2B5EF4-FFF2-40B4-BE49-F238E27FC236}">
                  <a16:creationId xmlns:a16="http://schemas.microsoft.com/office/drawing/2014/main" id="{A41BC6A1-9570-5FEE-A910-B3313DD96CC3}"/>
                </a:ext>
              </a:extLst>
            </p:cNvPr>
            <p:cNvSpPr/>
            <p:nvPr/>
          </p:nvSpPr>
          <p:spPr>
            <a:xfrm>
              <a:off x="2284012" y="2721721"/>
              <a:ext cx="829866" cy="1263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defPPr/>
            </a:lstStyle>
            <a:p>
              <a:pPr defTabSz="342771" fontAlgn="base">
                <a:spcBef>
                  <a:spcPct val="0"/>
                </a:spcBef>
                <a:spcAft>
                  <a:spcPct val="0"/>
                </a:spcAft>
              </a:pPr>
              <a:r>
                <a:rPr lang="en-IN" altLang="en-US" sz="900" dirty="0">
                  <a:solidFill>
                    <a:schemeClr val="bg2"/>
                  </a:solidFill>
                  <a:latin typeface="Verdana" panose="020B0604030504040204" pitchFamily="34" charset="0"/>
                  <a:ea typeface="Verdana" panose="020B0604030504040204" pitchFamily="34" charset="0"/>
                  <a:cs typeface="Verdana" panose="020B0604030504040204" pitchFamily="34" charset="0"/>
                </a:rPr>
                <a:t>DELAWARE</a:t>
              </a:r>
            </a:p>
          </p:txBody>
        </p:sp>
        <p:sp>
          <p:nvSpPr>
            <p:cNvPr id="36" name="Rectangle 35">
              <a:extLst>
                <a:ext uri="{FF2B5EF4-FFF2-40B4-BE49-F238E27FC236}">
                  <a16:creationId xmlns:a16="http://schemas.microsoft.com/office/drawing/2014/main" id="{E03DCAFE-2105-9D5C-F223-442D9F9AEC31}"/>
                </a:ext>
              </a:extLst>
            </p:cNvPr>
            <p:cNvSpPr/>
            <p:nvPr/>
          </p:nvSpPr>
          <p:spPr>
            <a:xfrm>
              <a:off x="2194695" y="2854503"/>
              <a:ext cx="1344404" cy="2893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defPPr/>
            </a:lstStyle>
            <a:p>
              <a:pPr defTabSz="342771" fontAlgn="base">
                <a:spcBef>
                  <a:spcPct val="0"/>
                </a:spcBef>
                <a:spcAft>
                  <a:spcPct val="0"/>
                </a:spcAft>
              </a:pPr>
              <a:r>
                <a:rPr lang="en-IN" altLang="en-US" sz="900" dirty="0">
                  <a:solidFill>
                    <a:schemeClr val="bg2"/>
                  </a:solidFill>
                  <a:latin typeface="Verdana" panose="020B0604030504040204" pitchFamily="34" charset="0"/>
                  <a:ea typeface="Verdana" panose="020B0604030504040204" pitchFamily="34" charset="0"/>
                  <a:cs typeface="Verdana" panose="020B0604030504040204" pitchFamily="34" charset="0"/>
                </a:rPr>
                <a:t>FLORIDA</a:t>
              </a:r>
            </a:p>
          </p:txBody>
        </p:sp>
        <p:sp>
          <p:nvSpPr>
            <p:cNvPr id="37" name="Rectangle 36">
              <a:extLst>
                <a:ext uri="{FF2B5EF4-FFF2-40B4-BE49-F238E27FC236}">
                  <a16:creationId xmlns:a16="http://schemas.microsoft.com/office/drawing/2014/main" id="{57316339-B6DF-662D-4842-9E52740B6BB8}"/>
                </a:ext>
              </a:extLst>
            </p:cNvPr>
            <p:cNvSpPr/>
            <p:nvPr/>
          </p:nvSpPr>
          <p:spPr>
            <a:xfrm>
              <a:off x="3056893" y="2727258"/>
              <a:ext cx="662839" cy="3285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defPPr/>
            </a:lstStyle>
            <a:p>
              <a:pPr defTabSz="342771" fontAlgn="base">
                <a:spcBef>
                  <a:spcPct val="0"/>
                </a:spcBef>
                <a:spcAft>
                  <a:spcPct val="0"/>
                </a:spcAft>
              </a:pPr>
              <a:r>
                <a:rPr lang="en-IN" altLang="en-US" sz="900" dirty="0">
                  <a:solidFill>
                    <a:schemeClr val="bg2"/>
                  </a:solidFill>
                  <a:latin typeface="Verdana" panose="020B0604030504040204" pitchFamily="34" charset="0"/>
                  <a:ea typeface="Verdana" panose="020B0604030504040204" pitchFamily="34" charset="0"/>
                  <a:cs typeface="Verdana" panose="020B0604030504040204" pitchFamily="34" charset="0"/>
                </a:rPr>
                <a:t>SPAIN</a:t>
              </a:r>
            </a:p>
          </p:txBody>
        </p:sp>
        <p:sp>
          <p:nvSpPr>
            <p:cNvPr id="38" name="Rectangle 37">
              <a:extLst>
                <a:ext uri="{FF2B5EF4-FFF2-40B4-BE49-F238E27FC236}">
                  <a16:creationId xmlns:a16="http://schemas.microsoft.com/office/drawing/2014/main" id="{832D45CA-5DAC-6089-F6E7-B7E9DE0BFA98}"/>
                </a:ext>
              </a:extLst>
            </p:cNvPr>
            <p:cNvSpPr/>
            <p:nvPr/>
          </p:nvSpPr>
          <p:spPr>
            <a:xfrm>
              <a:off x="5696122" y="3623454"/>
              <a:ext cx="966159" cy="231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defPPr/>
            </a:lstStyle>
            <a:p>
              <a:pPr defTabSz="342771" fontAlgn="base">
                <a:spcBef>
                  <a:spcPct val="0"/>
                </a:spcBef>
                <a:spcAft>
                  <a:spcPct val="0"/>
                </a:spcAft>
              </a:pPr>
              <a:r>
                <a:rPr lang="en-IN" altLang="en-US" sz="900" dirty="0">
                  <a:solidFill>
                    <a:schemeClr val="bg2"/>
                  </a:solidFill>
                  <a:latin typeface="Verdana" panose="020B0604030504040204" pitchFamily="34" charset="0"/>
                  <a:ea typeface="Verdana" panose="020B0604030504040204" pitchFamily="34" charset="0"/>
                  <a:cs typeface="Verdana" panose="020B0604030504040204" pitchFamily="34" charset="0"/>
                </a:rPr>
                <a:t>SINGAPORE</a:t>
              </a:r>
            </a:p>
          </p:txBody>
        </p:sp>
        <p:sp>
          <p:nvSpPr>
            <p:cNvPr id="39" name="Rectangle 38">
              <a:extLst>
                <a:ext uri="{FF2B5EF4-FFF2-40B4-BE49-F238E27FC236}">
                  <a16:creationId xmlns:a16="http://schemas.microsoft.com/office/drawing/2014/main" id="{DFD1C26F-A833-E88B-950A-533A94BEFDA8}"/>
                </a:ext>
              </a:extLst>
            </p:cNvPr>
            <p:cNvSpPr/>
            <p:nvPr/>
          </p:nvSpPr>
          <p:spPr>
            <a:xfrm>
              <a:off x="1103507" y="2408682"/>
              <a:ext cx="1344404" cy="2893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defPPr/>
            </a:lstStyle>
            <a:p>
              <a:pPr defTabSz="342771" fontAlgn="base">
                <a:spcBef>
                  <a:spcPct val="0"/>
                </a:spcBef>
                <a:spcAft>
                  <a:spcPct val="0"/>
                </a:spcAft>
              </a:pPr>
              <a:r>
                <a:rPr lang="en-IN" altLang="en-US" sz="900" dirty="0">
                  <a:solidFill>
                    <a:schemeClr val="bg2"/>
                  </a:solidFill>
                  <a:latin typeface="Verdana" panose="020B0604030504040204" pitchFamily="34" charset="0"/>
                  <a:ea typeface="Verdana" panose="020B0604030504040204" pitchFamily="34" charset="0"/>
                  <a:cs typeface="Verdana" panose="020B0604030504040204" pitchFamily="34" charset="0"/>
                </a:rPr>
                <a:t>MINNESOTA</a:t>
              </a:r>
            </a:p>
          </p:txBody>
        </p:sp>
        <p:sp>
          <p:nvSpPr>
            <p:cNvPr id="40" name="Rectangle 39">
              <a:extLst>
                <a:ext uri="{FF2B5EF4-FFF2-40B4-BE49-F238E27FC236}">
                  <a16:creationId xmlns:a16="http://schemas.microsoft.com/office/drawing/2014/main" id="{C579CFA5-3313-997F-9594-BEF7060933D7}"/>
                </a:ext>
              </a:extLst>
            </p:cNvPr>
            <p:cNvSpPr/>
            <p:nvPr/>
          </p:nvSpPr>
          <p:spPr>
            <a:xfrm>
              <a:off x="798609" y="2578866"/>
              <a:ext cx="694542" cy="2295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defPPr/>
            </a:lstStyle>
            <a:p>
              <a:pPr defTabSz="342771" fontAlgn="base">
                <a:spcBef>
                  <a:spcPct val="0"/>
                </a:spcBef>
                <a:spcAft>
                  <a:spcPct val="0"/>
                </a:spcAft>
              </a:pPr>
              <a:r>
                <a:rPr lang="en-IN" altLang="en-US" sz="900" dirty="0">
                  <a:solidFill>
                    <a:schemeClr val="bg2"/>
                  </a:solidFill>
                  <a:latin typeface="Verdana" panose="020B0604030504040204" pitchFamily="34" charset="0"/>
                  <a:ea typeface="Verdana" panose="020B0604030504040204" pitchFamily="34" charset="0"/>
                  <a:cs typeface="Verdana" panose="020B0604030504040204" pitchFamily="34" charset="0"/>
                </a:rPr>
                <a:t>NEVADA</a:t>
              </a:r>
            </a:p>
          </p:txBody>
        </p:sp>
        <p:sp>
          <p:nvSpPr>
            <p:cNvPr id="41" name="Isosceles Triangle 37">
              <a:extLst>
                <a:ext uri="{FF2B5EF4-FFF2-40B4-BE49-F238E27FC236}">
                  <a16:creationId xmlns:a16="http://schemas.microsoft.com/office/drawing/2014/main" id="{D6C8FB2A-1ED9-3D42-8AF1-475F2F09DBCE}"/>
                </a:ext>
              </a:extLst>
            </p:cNvPr>
            <p:cNvSpPr/>
            <p:nvPr/>
          </p:nvSpPr>
          <p:spPr>
            <a:xfrm flipV="1">
              <a:off x="1330156" y="2893360"/>
              <a:ext cx="106554" cy="107107"/>
            </a:xfrm>
            <a:prstGeom prst="triangle">
              <a:avLst/>
            </a:prstGeom>
            <a:solidFill>
              <a:schemeClr val="accent5"/>
            </a:solidFill>
            <a:ln w="6350">
              <a:solidFill>
                <a:schemeClr val="bg1"/>
              </a:solidFill>
            </a:ln>
            <a:effectLst>
              <a:outerShdw blurRad="76200" dir="18900000" sy="23000" kx="-1200000" algn="bl" rotWithShape="0">
                <a:prstClr val="black">
                  <a:alpha val="4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063" fontAlgn="base">
                <a:spcBef>
                  <a:spcPct val="0"/>
                </a:spcBef>
                <a:spcAft>
                  <a:spcPct val="0"/>
                </a:spcAft>
              </a:pPr>
              <a:endParaRPr lang="en-US" sz="900" dirty="0">
                <a:solidFill>
                  <a:schemeClr val="bg2"/>
                </a:solidFill>
                <a:latin typeface="Verdana" panose="020B0604030504040204" pitchFamily="34" charset="0"/>
                <a:ea typeface="Verdana" panose="020B0604030504040204" pitchFamily="34" charset="0"/>
                <a:cs typeface="Verdana" panose="020B0604030504040204" pitchFamily="34" charset="0"/>
              </a:endParaRPr>
            </a:p>
          </p:txBody>
        </p:sp>
        <p:sp>
          <p:nvSpPr>
            <p:cNvPr id="42" name="Rectangle 41">
              <a:extLst>
                <a:ext uri="{FF2B5EF4-FFF2-40B4-BE49-F238E27FC236}">
                  <a16:creationId xmlns:a16="http://schemas.microsoft.com/office/drawing/2014/main" id="{08F8C76C-0E13-5A2E-EB82-0D44204F990B}"/>
                </a:ext>
              </a:extLst>
            </p:cNvPr>
            <p:cNvSpPr/>
            <p:nvPr/>
          </p:nvSpPr>
          <p:spPr>
            <a:xfrm>
              <a:off x="533135" y="2794319"/>
              <a:ext cx="949757" cy="26000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defPPr/>
            </a:lstStyle>
            <a:p>
              <a:pPr defTabSz="342771" fontAlgn="base">
                <a:spcBef>
                  <a:spcPct val="0"/>
                </a:spcBef>
                <a:spcAft>
                  <a:spcPct val="0"/>
                </a:spcAft>
              </a:pPr>
              <a:r>
                <a:rPr lang="en-IN" altLang="en-US" sz="900" dirty="0">
                  <a:solidFill>
                    <a:schemeClr val="bg2"/>
                  </a:solidFill>
                  <a:latin typeface="Verdana" panose="020B0604030504040204" pitchFamily="34" charset="0"/>
                  <a:ea typeface="Verdana" panose="020B0604030504040204" pitchFamily="34" charset="0"/>
                  <a:cs typeface="Verdana" panose="020B0604030504040204" pitchFamily="34" charset="0"/>
                </a:rPr>
                <a:t>CALIFORNIA</a:t>
              </a:r>
            </a:p>
          </p:txBody>
        </p:sp>
        <p:sp>
          <p:nvSpPr>
            <p:cNvPr id="43" name="Rectangle 42">
              <a:extLst>
                <a:ext uri="{FF2B5EF4-FFF2-40B4-BE49-F238E27FC236}">
                  <a16:creationId xmlns:a16="http://schemas.microsoft.com/office/drawing/2014/main" id="{C36CB15C-2154-7937-BF43-F8875D1EAE1B}"/>
                </a:ext>
              </a:extLst>
            </p:cNvPr>
            <p:cNvSpPr/>
            <p:nvPr/>
          </p:nvSpPr>
          <p:spPr>
            <a:xfrm>
              <a:off x="4050643" y="2880553"/>
              <a:ext cx="694542" cy="2295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defPPr/>
            </a:lstStyle>
            <a:p>
              <a:pPr defTabSz="342771" fontAlgn="base">
                <a:spcBef>
                  <a:spcPct val="0"/>
                </a:spcBef>
                <a:spcAft>
                  <a:spcPct val="0"/>
                </a:spcAft>
              </a:pPr>
              <a:r>
                <a:rPr lang="en-IN" altLang="en-US" sz="900" dirty="0">
                  <a:solidFill>
                    <a:schemeClr val="bg2"/>
                  </a:solidFill>
                  <a:latin typeface="Verdana" panose="020B0604030504040204" pitchFamily="34" charset="0"/>
                  <a:ea typeface="Verdana" panose="020B0604030504040204" pitchFamily="34" charset="0"/>
                  <a:cs typeface="Verdana" panose="020B0604030504040204" pitchFamily="34" charset="0"/>
                </a:rPr>
                <a:t>KUWAIT</a:t>
              </a:r>
            </a:p>
          </p:txBody>
        </p:sp>
        <p:sp>
          <p:nvSpPr>
            <p:cNvPr id="44" name="Rectangle 43">
              <a:extLst>
                <a:ext uri="{FF2B5EF4-FFF2-40B4-BE49-F238E27FC236}">
                  <a16:creationId xmlns:a16="http://schemas.microsoft.com/office/drawing/2014/main" id="{0748BD35-2CEC-E60A-8788-A1E971F2152E}"/>
                </a:ext>
              </a:extLst>
            </p:cNvPr>
            <p:cNvSpPr/>
            <p:nvPr/>
          </p:nvSpPr>
          <p:spPr>
            <a:xfrm>
              <a:off x="3268389" y="2281122"/>
              <a:ext cx="694542" cy="2295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defPPr/>
            </a:lstStyle>
            <a:p>
              <a:pPr defTabSz="342771" fontAlgn="base">
                <a:spcBef>
                  <a:spcPct val="0"/>
                </a:spcBef>
                <a:spcAft>
                  <a:spcPct val="0"/>
                </a:spcAft>
              </a:pPr>
              <a:r>
                <a:rPr lang="en-IN" altLang="en-US" sz="900" dirty="0">
                  <a:solidFill>
                    <a:schemeClr val="bg2"/>
                  </a:solidFill>
                  <a:latin typeface="Verdana" panose="020B0604030504040204" pitchFamily="34" charset="0"/>
                  <a:ea typeface="Verdana" panose="020B0604030504040204" pitchFamily="34" charset="0"/>
                  <a:cs typeface="Verdana" panose="020B0604030504040204" pitchFamily="34" charset="0"/>
                </a:rPr>
                <a:t>UK</a:t>
              </a:r>
            </a:p>
          </p:txBody>
        </p:sp>
        <p:sp>
          <p:nvSpPr>
            <p:cNvPr id="45" name="Isosceles Triangle 48">
              <a:extLst>
                <a:ext uri="{FF2B5EF4-FFF2-40B4-BE49-F238E27FC236}">
                  <a16:creationId xmlns:a16="http://schemas.microsoft.com/office/drawing/2014/main" id="{BA17BA74-CC67-F221-C4CC-0B164168FC8B}"/>
                </a:ext>
              </a:extLst>
            </p:cNvPr>
            <p:cNvSpPr/>
            <p:nvPr/>
          </p:nvSpPr>
          <p:spPr>
            <a:xfrm flipV="1">
              <a:off x="4567747" y="3010543"/>
              <a:ext cx="106554" cy="107107"/>
            </a:xfrm>
            <a:prstGeom prst="triangle">
              <a:avLst/>
            </a:prstGeom>
            <a:solidFill>
              <a:schemeClr val="accent1"/>
            </a:solidFill>
            <a:ln>
              <a:solidFill>
                <a:schemeClr val="bg1"/>
              </a:solidFill>
            </a:ln>
            <a:effectLst>
              <a:outerShdw blurRad="76200" dir="18900000" sy="23000" kx="-1200000" algn="bl" rotWithShape="0">
                <a:prstClr val="black">
                  <a:alpha val="4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063" fontAlgn="base">
                <a:spcBef>
                  <a:spcPct val="0"/>
                </a:spcBef>
                <a:spcAft>
                  <a:spcPct val="0"/>
                </a:spcAft>
              </a:pPr>
              <a:endParaRPr lang="en-US" sz="900" dirty="0">
                <a:solidFill>
                  <a:schemeClr val="bg2"/>
                </a:solidFill>
                <a:latin typeface="Verdana" panose="020B0604030504040204" pitchFamily="34" charset="0"/>
                <a:ea typeface="Verdana" panose="020B0604030504040204" pitchFamily="34" charset="0"/>
                <a:cs typeface="Verdana" panose="020B0604030504040204" pitchFamily="34" charset="0"/>
              </a:endParaRPr>
            </a:p>
          </p:txBody>
        </p:sp>
        <p:sp>
          <p:nvSpPr>
            <p:cNvPr id="46" name="Rectangle 45">
              <a:extLst>
                <a:ext uri="{FF2B5EF4-FFF2-40B4-BE49-F238E27FC236}">
                  <a16:creationId xmlns:a16="http://schemas.microsoft.com/office/drawing/2014/main" id="{80B19F03-18BB-4F05-621D-590CD7522881}"/>
                </a:ext>
              </a:extLst>
            </p:cNvPr>
            <p:cNvSpPr/>
            <p:nvPr/>
          </p:nvSpPr>
          <p:spPr>
            <a:xfrm>
              <a:off x="3904941" y="3492210"/>
              <a:ext cx="694542" cy="2295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defPPr/>
            </a:lstStyle>
            <a:p>
              <a:pPr defTabSz="342771" fontAlgn="base">
                <a:spcBef>
                  <a:spcPct val="0"/>
                </a:spcBef>
                <a:spcAft>
                  <a:spcPct val="0"/>
                </a:spcAft>
              </a:pPr>
              <a:r>
                <a:rPr lang="en-IN" altLang="en-US" sz="900" dirty="0">
                  <a:solidFill>
                    <a:schemeClr val="bg2"/>
                  </a:solidFill>
                  <a:latin typeface="Verdana" panose="020B0604030504040204" pitchFamily="34" charset="0"/>
                  <a:ea typeface="Verdana" panose="020B0604030504040204" pitchFamily="34" charset="0"/>
                  <a:cs typeface="Verdana" panose="020B0604030504040204" pitchFamily="34" charset="0"/>
                </a:rPr>
                <a:t>KENYA</a:t>
              </a:r>
            </a:p>
          </p:txBody>
        </p:sp>
        <p:sp>
          <p:nvSpPr>
            <p:cNvPr id="47" name="Rectangle 46">
              <a:extLst>
                <a:ext uri="{FF2B5EF4-FFF2-40B4-BE49-F238E27FC236}">
                  <a16:creationId xmlns:a16="http://schemas.microsoft.com/office/drawing/2014/main" id="{4DD4F7CF-4280-89DD-844A-1A7B72441AB5}"/>
                </a:ext>
              </a:extLst>
            </p:cNvPr>
            <p:cNvSpPr/>
            <p:nvPr/>
          </p:nvSpPr>
          <p:spPr>
            <a:xfrm>
              <a:off x="3446453" y="3781950"/>
              <a:ext cx="1009030" cy="2055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defPPr/>
            </a:lstStyle>
            <a:p>
              <a:pPr defTabSz="342771" fontAlgn="base">
                <a:spcBef>
                  <a:spcPct val="0"/>
                </a:spcBef>
                <a:spcAft>
                  <a:spcPct val="0"/>
                </a:spcAft>
              </a:pPr>
              <a:r>
                <a:rPr lang="en-IN" altLang="en-US" sz="900" dirty="0">
                  <a:solidFill>
                    <a:schemeClr val="bg2"/>
                  </a:solidFill>
                  <a:latin typeface="Verdana" panose="020B0604030504040204" pitchFamily="34" charset="0"/>
                  <a:ea typeface="Verdana" panose="020B0604030504040204" pitchFamily="34" charset="0"/>
                  <a:cs typeface="Verdana" panose="020B0604030504040204" pitchFamily="34" charset="0"/>
                </a:rPr>
                <a:t>MOZAMBIQUE</a:t>
              </a:r>
            </a:p>
          </p:txBody>
        </p:sp>
        <p:sp>
          <p:nvSpPr>
            <p:cNvPr id="49" name="Rectangle 48">
              <a:extLst>
                <a:ext uri="{FF2B5EF4-FFF2-40B4-BE49-F238E27FC236}">
                  <a16:creationId xmlns:a16="http://schemas.microsoft.com/office/drawing/2014/main" id="{49E089F9-AE02-2F22-39C9-1655A026C88C}"/>
                </a:ext>
              </a:extLst>
            </p:cNvPr>
            <p:cNvSpPr/>
            <p:nvPr/>
          </p:nvSpPr>
          <p:spPr>
            <a:xfrm>
              <a:off x="6018611" y="2969804"/>
              <a:ext cx="1148489" cy="2295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defPPr/>
            </a:lstStyle>
            <a:p>
              <a:pPr defTabSz="342771" fontAlgn="base">
                <a:spcBef>
                  <a:spcPct val="0"/>
                </a:spcBef>
                <a:spcAft>
                  <a:spcPct val="0"/>
                </a:spcAft>
              </a:pPr>
              <a:r>
                <a:rPr lang="en-IN" altLang="en-US" sz="900" dirty="0">
                  <a:solidFill>
                    <a:schemeClr val="bg2"/>
                  </a:solidFill>
                  <a:latin typeface="Verdana" panose="020B0604030504040204" pitchFamily="34" charset="0"/>
                  <a:ea typeface="Verdana" panose="020B0604030504040204" pitchFamily="34" charset="0"/>
                  <a:cs typeface="Verdana" panose="020B0604030504040204" pitchFamily="34" charset="0"/>
                </a:rPr>
                <a:t>HONG KONG</a:t>
              </a:r>
            </a:p>
          </p:txBody>
        </p:sp>
        <p:sp>
          <p:nvSpPr>
            <p:cNvPr id="51" name="Isosceles Triangle 59">
              <a:extLst>
                <a:ext uri="{FF2B5EF4-FFF2-40B4-BE49-F238E27FC236}">
                  <a16:creationId xmlns:a16="http://schemas.microsoft.com/office/drawing/2014/main" id="{5FD628E0-9616-07DD-7A26-373D62443DAD}"/>
                </a:ext>
              </a:extLst>
            </p:cNvPr>
            <p:cNvSpPr/>
            <p:nvPr/>
          </p:nvSpPr>
          <p:spPr>
            <a:xfrm flipV="1">
              <a:off x="6061015" y="2593240"/>
              <a:ext cx="106554" cy="107107"/>
            </a:xfrm>
            <a:prstGeom prst="triangle">
              <a:avLst/>
            </a:prstGeom>
            <a:solidFill>
              <a:schemeClr val="accent5"/>
            </a:solidFill>
            <a:ln>
              <a:solidFill>
                <a:schemeClr val="bg1"/>
              </a:solidFill>
            </a:ln>
            <a:effectLst>
              <a:outerShdw blurRad="76200" dir="18900000" sy="23000" kx="-1200000" algn="bl" rotWithShape="0">
                <a:prstClr val="black">
                  <a:alpha val="4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063" fontAlgn="base">
                <a:spcBef>
                  <a:spcPct val="0"/>
                </a:spcBef>
                <a:spcAft>
                  <a:spcPct val="0"/>
                </a:spcAft>
              </a:pPr>
              <a:endParaRPr lang="en-US" sz="900" dirty="0">
                <a:solidFill>
                  <a:schemeClr val="bg2"/>
                </a:solidFill>
                <a:latin typeface="Verdana" panose="020B0604030504040204" pitchFamily="34" charset="0"/>
                <a:ea typeface="Verdana" panose="020B0604030504040204" pitchFamily="34" charset="0"/>
                <a:cs typeface="Verdana" panose="020B0604030504040204" pitchFamily="34" charset="0"/>
              </a:endParaRPr>
            </a:p>
          </p:txBody>
        </p:sp>
        <p:sp>
          <p:nvSpPr>
            <p:cNvPr id="55" name="Rectangle 54">
              <a:extLst>
                <a:ext uri="{FF2B5EF4-FFF2-40B4-BE49-F238E27FC236}">
                  <a16:creationId xmlns:a16="http://schemas.microsoft.com/office/drawing/2014/main" id="{5CDE930C-B4B9-008E-D1F2-9D6C9F4301FE}"/>
                </a:ext>
              </a:extLst>
            </p:cNvPr>
            <p:cNvSpPr/>
            <p:nvPr/>
          </p:nvSpPr>
          <p:spPr>
            <a:xfrm>
              <a:off x="5564871" y="2709139"/>
              <a:ext cx="694542" cy="2295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defPPr/>
            </a:lstStyle>
            <a:p>
              <a:pPr defTabSz="342771" fontAlgn="base">
                <a:spcBef>
                  <a:spcPct val="0"/>
                </a:spcBef>
                <a:spcAft>
                  <a:spcPct val="0"/>
                </a:spcAft>
              </a:pPr>
              <a:r>
                <a:rPr lang="en-IN" altLang="en-US" sz="900" dirty="0">
                  <a:solidFill>
                    <a:schemeClr val="bg2"/>
                  </a:solidFill>
                  <a:latin typeface="Verdana" panose="020B0604030504040204" pitchFamily="34" charset="0"/>
                  <a:ea typeface="Verdana" panose="020B0604030504040204" pitchFamily="34" charset="0"/>
                  <a:cs typeface="Verdana" panose="020B0604030504040204" pitchFamily="34" charset="0"/>
                </a:rPr>
                <a:t>KOREA</a:t>
              </a:r>
            </a:p>
          </p:txBody>
        </p:sp>
        <p:sp>
          <p:nvSpPr>
            <p:cNvPr id="56" name="Rectangle 55">
              <a:extLst>
                <a:ext uri="{FF2B5EF4-FFF2-40B4-BE49-F238E27FC236}">
                  <a16:creationId xmlns:a16="http://schemas.microsoft.com/office/drawing/2014/main" id="{FEDD6CA1-2859-EB6A-6CDE-BEA3338D3169}"/>
                </a:ext>
              </a:extLst>
            </p:cNvPr>
            <p:cNvSpPr/>
            <p:nvPr/>
          </p:nvSpPr>
          <p:spPr>
            <a:xfrm>
              <a:off x="5685003" y="3168933"/>
              <a:ext cx="996005" cy="2261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defPPr/>
            </a:lstStyle>
            <a:p>
              <a:pPr defTabSz="342771" fontAlgn="base">
                <a:spcBef>
                  <a:spcPct val="0"/>
                </a:spcBef>
                <a:spcAft>
                  <a:spcPct val="0"/>
                </a:spcAft>
              </a:pPr>
              <a:r>
                <a:rPr lang="en-IN" altLang="en-US" sz="900" dirty="0">
                  <a:solidFill>
                    <a:schemeClr val="bg2"/>
                  </a:solidFill>
                  <a:latin typeface="Verdana" panose="020B0604030504040204" pitchFamily="34" charset="0"/>
                  <a:ea typeface="Verdana" panose="020B0604030504040204" pitchFamily="34" charset="0"/>
                  <a:cs typeface="Verdana" panose="020B0604030504040204" pitchFamily="34" charset="0"/>
                </a:rPr>
                <a:t>THAILAND</a:t>
              </a:r>
            </a:p>
          </p:txBody>
        </p:sp>
        <p:sp>
          <p:nvSpPr>
            <p:cNvPr id="66" name="Isosceles Triangle 47">
              <a:extLst>
                <a:ext uri="{FF2B5EF4-FFF2-40B4-BE49-F238E27FC236}">
                  <a16:creationId xmlns:a16="http://schemas.microsoft.com/office/drawing/2014/main" id="{CB3D8831-0755-E433-E98E-CD4ADD88A3FA}"/>
                </a:ext>
              </a:extLst>
            </p:cNvPr>
            <p:cNvSpPr/>
            <p:nvPr/>
          </p:nvSpPr>
          <p:spPr>
            <a:xfrm flipV="1">
              <a:off x="2101396" y="2811954"/>
              <a:ext cx="106554" cy="107107"/>
            </a:xfrm>
            <a:prstGeom prst="triangle">
              <a:avLst/>
            </a:prstGeom>
            <a:solidFill>
              <a:schemeClr val="accent5"/>
            </a:solidFill>
            <a:ln w="6350">
              <a:solidFill>
                <a:schemeClr val="bg1"/>
              </a:solidFill>
            </a:ln>
            <a:effectLst>
              <a:outerShdw blurRad="76200" dir="18900000" sy="23000" kx="-1200000" algn="bl" rotWithShape="0">
                <a:prstClr val="black">
                  <a:alpha val="4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063" fontAlgn="base">
                <a:spcBef>
                  <a:spcPct val="0"/>
                </a:spcBef>
                <a:spcAft>
                  <a:spcPct val="0"/>
                </a:spcAft>
              </a:pPr>
              <a:endParaRPr lang="en-US" sz="900" dirty="0">
                <a:solidFill>
                  <a:schemeClr val="bg2"/>
                </a:solidFill>
                <a:latin typeface="Verdana" panose="020B0604030504040204" pitchFamily="34" charset="0"/>
                <a:ea typeface="Verdana" panose="020B0604030504040204" pitchFamily="34" charset="0"/>
                <a:cs typeface="Verdana" panose="020B0604030504040204" pitchFamily="34" charset="0"/>
              </a:endParaRPr>
            </a:p>
          </p:txBody>
        </p:sp>
        <p:sp>
          <p:nvSpPr>
            <p:cNvPr id="67" name="Isosceles Triangle 44">
              <a:extLst>
                <a:ext uri="{FF2B5EF4-FFF2-40B4-BE49-F238E27FC236}">
                  <a16:creationId xmlns:a16="http://schemas.microsoft.com/office/drawing/2014/main" id="{30CD6DFC-B105-7CC8-92DE-13DCB22D4151}"/>
                </a:ext>
              </a:extLst>
            </p:cNvPr>
            <p:cNvSpPr/>
            <p:nvPr/>
          </p:nvSpPr>
          <p:spPr>
            <a:xfrm flipV="1">
              <a:off x="1992304" y="3035022"/>
              <a:ext cx="106554" cy="107107"/>
            </a:xfrm>
            <a:prstGeom prst="triangle">
              <a:avLst/>
            </a:prstGeom>
            <a:solidFill>
              <a:schemeClr val="accent5"/>
            </a:solidFill>
            <a:ln w="6350">
              <a:solidFill>
                <a:schemeClr val="bg1"/>
              </a:solidFill>
            </a:ln>
            <a:effectLst>
              <a:outerShdw blurRad="76200" dir="18900000" sy="23000" kx="-1200000" algn="bl" rotWithShape="0">
                <a:prstClr val="black">
                  <a:alpha val="4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063" fontAlgn="base">
                <a:spcBef>
                  <a:spcPct val="0"/>
                </a:spcBef>
                <a:spcAft>
                  <a:spcPct val="0"/>
                </a:spcAft>
              </a:pPr>
              <a:endParaRPr lang="en-US" sz="900" dirty="0">
                <a:solidFill>
                  <a:schemeClr val="bg2"/>
                </a:solidFill>
                <a:latin typeface="Verdana" panose="020B0604030504040204" pitchFamily="34" charset="0"/>
                <a:ea typeface="Verdana" panose="020B0604030504040204" pitchFamily="34" charset="0"/>
                <a:cs typeface="Verdana" panose="020B0604030504040204" pitchFamily="34" charset="0"/>
              </a:endParaRPr>
            </a:p>
          </p:txBody>
        </p:sp>
        <p:sp>
          <p:nvSpPr>
            <p:cNvPr id="68" name="Oval 67">
              <a:extLst>
                <a:ext uri="{FF2B5EF4-FFF2-40B4-BE49-F238E27FC236}">
                  <a16:creationId xmlns:a16="http://schemas.microsoft.com/office/drawing/2014/main" id="{241C8D12-34EE-1F56-E7C1-D80432BA7ADF}"/>
                </a:ext>
              </a:extLst>
            </p:cNvPr>
            <p:cNvSpPr/>
            <p:nvPr/>
          </p:nvSpPr>
          <p:spPr>
            <a:xfrm>
              <a:off x="1382094" y="2949424"/>
              <a:ext cx="99967" cy="102086"/>
            </a:xfrm>
            <a:prstGeom prst="ellipse">
              <a:avLst/>
            </a:prstGeom>
            <a:solidFill>
              <a:schemeClr val="accent2"/>
            </a:solidFill>
            <a:ln>
              <a:solidFill>
                <a:schemeClr val="bg1"/>
              </a:solidFill>
            </a:ln>
            <a:effectLst>
              <a:outerShdw blurRad="76200" dir="18900000" sy="-23000" kx="-800400" algn="bl" rotWithShape="0">
                <a:prstClr val="black">
                  <a:alpha val="4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310" fontAlgn="base">
                <a:spcBef>
                  <a:spcPct val="0"/>
                </a:spcBef>
                <a:spcAft>
                  <a:spcPct val="0"/>
                </a:spcAft>
              </a:pPr>
              <a:endParaRPr lang="en-US" sz="900" dirty="0">
                <a:solidFill>
                  <a:schemeClr val="bg2"/>
                </a:solidFill>
                <a:latin typeface="Verdana" panose="020B0604030504040204" pitchFamily="34" charset="0"/>
                <a:ea typeface="Verdana" panose="020B0604030504040204" pitchFamily="34" charset="0"/>
                <a:cs typeface="Verdana" panose="020B0604030504040204" pitchFamily="34" charset="0"/>
              </a:endParaRPr>
            </a:p>
          </p:txBody>
        </p:sp>
        <p:sp>
          <p:nvSpPr>
            <p:cNvPr id="75" name="Oval 74">
              <a:extLst>
                <a:ext uri="{FF2B5EF4-FFF2-40B4-BE49-F238E27FC236}">
                  <a16:creationId xmlns:a16="http://schemas.microsoft.com/office/drawing/2014/main" id="{673503EC-7775-5735-4203-6E0750C1F6EE}"/>
                </a:ext>
              </a:extLst>
            </p:cNvPr>
            <p:cNvSpPr/>
            <p:nvPr/>
          </p:nvSpPr>
          <p:spPr>
            <a:xfrm>
              <a:off x="2212710" y="2796300"/>
              <a:ext cx="99967" cy="102086"/>
            </a:xfrm>
            <a:prstGeom prst="ellipse">
              <a:avLst/>
            </a:prstGeom>
            <a:solidFill>
              <a:schemeClr val="accent2"/>
            </a:solidFill>
            <a:ln>
              <a:solidFill>
                <a:schemeClr val="bg1"/>
              </a:solidFill>
            </a:ln>
            <a:effectLst>
              <a:outerShdw blurRad="76200" dir="18900000" sy="-23000" kx="-800400" algn="bl" rotWithShape="0">
                <a:prstClr val="black">
                  <a:alpha val="4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310" fontAlgn="base">
                <a:spcBef>
                  <a:spcPct val="0"/>
                </a:spcBef>
                <a:spcAft>
                  <a:spcPct val="0"/>
                </a:spcAft>
              </a:pPr>
              <a:endParaRPr lang="en-US" sz="900" dirty="0">
                <a:solidFill>
                  <a:schemeClr val="bg2"/>
                </a:solidFill>
                <a:latin typeface="Verdana" panose="020B0604030504040204" pitchFamily="34" charset="0"/>
                <a:ea typeface="Verdana" panose="020B0604030504040204" pitchFamily="34" charset="0"/>
                <a:cs typeface="Verdana" panose="020B0604030504040204" pitchFamily="34" charset="0"/>
              </a:endParaRPr>
            </a:p>
          </p:txBody>
        </p:sp>
        <p:sp>
          <p:nvSpPr>
            <p:cNvPr id="76" name="Oval 75">
              <a:extLst>
                <a:ext uri="{FF2B5EF4-FFF2-40B4-BE49-F238E27FC236}">
                  <a16:creationId xmlns:a16="http://schemas.microsoft.com/office/drawing/2014/main" id="{07B8E49B-748E-C3CD-432E-90578B07F418}"/>
                </a:ext>
              </a:extLst>
            </p:cNvPr>
            <p:cNvSpPr/>
            <p:nvPr/>
          </p:nvSpPr>
          <p:spPr>
            <a:xfrm>
              <a:off x="2122608" y="3015119"/>
              <a:ext cx="99967" cy="102086"/>
            </a:xfrm>
            <a:prstGeom prst="ellipse">
              <a:avLst/>
            </a:prstGeom>
            <a:solidFill>
              <a:schemeClr val="accent2"/>
            </a:solidFill>
            <a:ln>
              <a:solidFill>
                <a:schemeClr val="bg1"/>
              </a:solidFill>
            </a:ln>
            <a:effectLst>
              <a:outerShdw blurRad="76200" dir="18900000" sy="-23000" kx="-800400" algn="bl" rotWithShape="0">
                <a:prstClr val="black">
                  <a:alpha val="4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310" fontAlgn="base">
                <a:spcBef>
                  <a:spcPct val="0"/>
                </a:spcBef>
                <a:spcAft>
                  <a:spcPct val="0"/>
                </a:spcAft>
              </a:pPr>
              <a:endParaRPr lang="en-US" sz="900" dirty="0">
                <a:solidFill>
                  <a:schemeClr val="bg2"/>
                </a:solidFill>
                <a:latin typeface="Verdana" panose="020B0604030504040204" pitchFamily="34" charset="0"/>
                <a:ea typeface="Verdana" panose="020B0604030504040204" pitchFamily="34" charset="0"/>
                <a:cs typeface="Verdana" panose="020B0604030504040204" pitchFamily="34" charset="0"/>
              </a:endParaRPr>
            </a:p>
          </p:txBody>
        </p:sp>
        <p:sp>
          <p:nvSpPr>
            <p:cNvPr id="77" name="Oval 76">
              <a:extLst>
                <a:ext uri="{FF2B5EF4-FFF2-40B4-BE49-F238E27FC236}">
                  <a16:creationId xmlns:a16="http://schemas.microsoft.com/office/drawing/2014/main" id="{E5D6A754-F80C-2B51-F22C-84384C3A1DD1}"/>
                </a:ext>
              </a:extLst>
            </p:cNvPr>
            <p:cNvSpPr/>
            <p:nvPr/>
          </p:nvSpPr>
          <p:spPr>
            <a:xfrm>
              <a:off x="3561848" y="2409544"/>
              <a:ext cx="99967" cy="102086"/>
            </a:xfrm>
            <a:prstGeom prst="ellipse">
              <a:avLst/>
            </a:prstGeom>
            <a:solidFill>
              <a:schemeClr val="accent2"/>
            </a:solidFill>
            <a:ln>
              <a:solidFill>
                <a:schemeClr val="bg1"/>
              </a:solidFill>
            </a:ln>
            <a:effectLst>
              <a:outerShdw blurRad="76200" dir="18900000" sy="-23000" kx="-800400" algn="bl" rotWithShape="0">
                <a:prstClr val="black">
                  <a:alpha val="4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310" fontAlgn="base">
                <a:spcBef>
                  <a:spcPct val="0"/>
                </a:spcBef>
                <a:spcAft>
                  <a:spcPct val="0"/>
                </a:spcAft>
              </a:pPr>
              <a:endParaRPr lang="en-US" sz="900" dirty="0">
                <a:solidFill>
                  <a:schemeClr val="bg2"/>
                </a:solidFill>
                <a:latin typeface="Verdana" panose="020B0604030504040204" pitchFamily="34" charset="0"/>
                <a:ea typeface="Verdana" panose="020B0604030504040204" pitchFamily="34" charset="0"/>
                <a:cs typeface="Verdana" panose="020B0604030504040204" pitchFamily="34" charset="0"/>
              </a:endParaRPr>
            </a:p>
          </p:txBody>
        </p:sp>
        <p:sp>
          <p:nvSpPr>
            <p:cNvPr id="78" name="Oval 77">
              <a:extLst>
                <a:ext uri="{FF2B5EF4-FFF2-40B4-BE49-F238E27FC236}">
                  <a16:creationId xmlns:a16="http://schemas.microsoft.com/office/drawing/2014/main" id="{8993CFB4-0215-1F2A-D85A-BD66EF35A778}"/>
                </a:ext>
              </a:extLst>
            </p:cNvPr>
            <p:cNvSpPr/>
            <p:nvPr/>
          </p:nvSpPr>
          <p:spPr>
            <a:xfrm>
              <a:off x="3714746" y="2509192"/>
              <a:ext cx="99967" cy="102086"/>
            </a:xfrm>
            <a:prstGeom prst="ellipse">
              <a:avLst/>
            </a:prstGeom>
            <a:solidFill>
              <a:schemeClr val="accent2"/>
            </a:solidFill>
            <a:ln>
              <a:solidFill>
                <a:schemeClr val="bg1"/>
              </a:solidFill>
            </a:ln>
            <a:effectLst>
              <a:outerShdw blurRad="76200" dir="18900000" sy="-23000" kx="-800400" algn="bl" rotWithShape="0">
                <a:prstClr val="black">
                  <a:alpha val="4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310" fontAlgn="base">
                <a:spcBef>
                  <a:spcPct val="0"/>
                </a:spcBef>
                <a:spcAft>
                  <a:spcPct val="0"/>
                </a:spcAft>
              </a:pPr>
              <a:endParaRPr lang="en-US" sz="900" dirty="0">
                <a:solidFill>
                  <a:schemeClr val="bg2"/>
                </a:solidFill>
                <a:latin typeface="Verdana" panose="020B0604030504040204" pitchFamily="34" charset="0"/>
                <a:ea typeface="Verdana" panose="020B0604030504040204" pitchFamily="34" charset="0"/>
                <a:cs typeface="Verdana" panose="020B0604030504040204" pitchFamily="34" charset="0"/>
              </a:endParaRPr>
            </a:p>
          </p:txBody>
        </p:sp>
        <p:sp>
          <p:nvSpPr>
            <p:cNvPr id="79" name="Oval 78">
              <a:extLst>
                <a:ext uri="{FF2B5EF4-FFF2-40B4-BE49-F238E27FC236}">
                  <a16:creationId xmlns:a16="http://schemas.microsoft.com/office/drawing/2014/main" id="{FD9C7C49-F88C-B51A-6F05-CB65642AED93}"/>
                </a:ext>
              </a:extLst>
            </p:cNvPr>
            <p:cNvSpPr/>
            <p:nvPr/>
          </p:nvSpPr>
          <p:spPr>
            <a:xfrm>
              <a:off x="4468287" y="3632196"/>
              <a:ext cx="99967" cy="102086"/>
            </a:xfrm>
            <a:prstGeom prst="ellipse">
              <a:avLst/>
            </a:prstGeom>
            <a:solidFill>
              <a:schemeClr val="accent2"/>
            </a:solidFill>
            <a:ln>
              <a:solidFill>
                <a:schemeClr val="bg1"/>
              </a:solidFill>
            </a:ln>
            <a:effectLst>
              <a:outerShdw blurRad="76200" dir="18900000" sy="-23000" kx="-800400" algn="bl" rotWithShape="0">
                <a:prstClr val="black">
                  <a:alpha val="4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310" fontAlgn="base">
                <a:spcBef>
                  <a:spcPct val="0"/>
                </a:spcBef>
                <a:spcAft>
                  <a:spcPct val="0"/>
                </a:spcAft>
              </a:pPr>
              <a:endParaRPr lang="en-US" sz="900" dirty="0">
                <a:solidFill>
                  <a:schemeClr val="bg2"/>
                </a:solidFill>
                <a:latin typeface="Verdana" panose="020B0604030504040204" pitchFamily="34" charset="0"/>
                <a:ea typeface="Verdana" panose="020B0604030504040204" pitchFamily="34" charset="0"/>
                <a:cs typeface="Verdana" panose="020B0604030504040204" pitchFamily="34" charset="0"/>
              </a:endParaRPr>
            </a:p>
          </p:txBody>
        </p:sp>
        <p:sp>
          <p:nvSpPr>
            <p:cNvPr id="80" name="Oval 79">
              <a:extLst>
                <a:ext uri="{FF2B5EF4-FFF2-40B4-BE49-F238E27FC236}">
                  <a16:creationId xmlns:a16="http://schemas.microsoft.com/office/drawing/2014/main" id="{A6AE9AB7-229F-2430-0C31-5A4DDC778AAB}"/>
                </a:ext>
              </a:extLst>
            </p:cNvPr>
            <p:cNvSpPr/>
            <p:nvPr/>
          </p:nvSpPr>
          <p:spPr>
            <a:xfrm>
              <a:off x="3477624" y="2758741"/>
              <a:ext cx="99967" cy="102086"/>
            </a:xfrm>
            <a:prstGeom prst="ellipse">
              <a:avLst/>
            </a:prstGeom>
            <a:solidFill>
              <a:schemeClr val="accent2"/>
            </a:solidFill>
            <a:ln>
              <a:solidFill>
                <a:schemeClr val="bg1"/>
              </a:solidFill>
            </a:ln>
            <a:effectLst>
              <a:outerShdw blurRad="76200" dir="18900000" sy="-23000" kx="-800400" algn="bl" rotWithShape="0">
                <a:prstClr val="black">
                  <a:alpha val="4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310" fontAlgn="base">
                <a:spcBef>
                  <a:spcPct val="0"/>
                </a:spcBef>
                <a:spcAft>
                  <a:spcPct val="0"/>
                </a:spcAft>
              </a:pPr>
              <a:endParaRPr lang="en-US" sz="900" dirty="0">
                <a:solidFill>
                  <a:schemeClr val="bg2"/>
                </a:solidFill>
                <a:latin typeface="Verdana" panose="020B0604030504040204" pitchFamily="34" charset="0"/>
                <a:ea typeface="Verdana" panose="020B0604030504040204" pitchFamily="34" charset="0"/>
                <a:cs typeface="Verdana" panose="020B0604030504040204" pitchFamily="34" charset="0"/>
              </a:endParaRPr>
            </a:p>
          </p:txBody>
        </p:sp>
        <p:sp>
          <p:nvSpPr>
            <p:cNvPr id="82" name="Oval 81">
              <a:extLst>
                <a:ext uri="{FF2B5EF4-FFF2-40B4-BE49-F238E27FC236}">
                  <a16:creationId xmlns:a16="http://schemas.microsoft.com/office/drawing/2014/main" id="{09A345EB-5625-72B8-4863-663348603D57}"/>
                </a:ext>
              </a:extLst>
            </p:cNvPr>
            <p:cNvSpPr/>
            <p:nvPr/>
          </p:nvSpPr>
          <p:spPr>
            <a:xfrm>
              <a:off x="4816724" y="3065271"/>
              <a:ext cx="99967" cy="102086"/>
            </a:xfrm>
            <a:prstGeom prst="ellipse">
              <a:avLst/>
            </a:prstGeom>
            <a:solidFill>
              <a:schemeClr val="accent2"/>
            </a:solidFill>
            <a:ln>
              <a:solidFill>
                <a:schemeClr val="bg1"/>
              </a:solidFill>
            </a:ln>
            <a:effectLst>
              <a:outerShdw blurRad="76200" dir="18900000" sy="-23000" kx="-800400" algn="bl" rotWithShape="0">
                <a:prstClr val="black">
                  <a:alpha val="4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310" fontAlgn="base">
                <a:spcBef>
                  <a:spcPct val="0"/>
                </a:spcBef>
                <a:spcAft>
                  <a:spcPct val="0"/>
                </a:spcAft>
              </a:pPr>
              <a:endParaRPr lang="en-US" sz="900" dirty="0">
                <a:solidFill>
                  <a:schemeClr val="bg2"/>
                </a:solidFill>
                <a:latin typeface="Verdana" panose="020B0604030504040204" pitchFamily="34" charset="0"/>
                <a:ea typeface="Verdana" panose="020B0604030504040204" pitchFamily="34" charset="0"/>
                <a:cs typeface="Verdana" panose="020B0604030504040204" pitchFamily="34" charset="0"/>
              </a:endParaRPr>
            </a:p>
          </p:txBody>
        </p:sp>
        <p:sp>
          <p:nvSpPr>
            <p:cNvPr id="84" name="Rectangle 83">
              <a:extLst>
                <a:ext uri="{FF2B5EF4-FFF2-40B4-BE49-F238E27FC236}">
                  <a16:creationId xmlns:a16="http://schemas.microsoft.com/office/drawing/2014/main" id="{BA8DD26B-D416-44FA-6A8B-1630BEDD0027}"/>
                </a:ext>
              </a:extLst>
            </p:cNvPr>
            <p:cNvSpPr/>
            <p:nvPr/>
          </p:nvSpPr>
          <p:spPr>
            <a:xfrm>
              <a:off x="4561748" y="3285946"/>
              <a:ext cx="771679" cy="2295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defPPr/>
            </a:lstStyle>
            <a:p>
              <a:pPr algn="ctr" defTabSz="342771" fontAlgn="base">
                <a:spcBef>
                  <a:spcPct val="0"/>
                </a:spcBef>
                <a:spcAft>
                  <a:spcPct val="0"/>
                </a:spcAft>
              </a:pPr>
              <a:r>
                <a:rPr lang="en-IN" altLang="en-US" sz="900" dirty="0">
                  <a:solidFill>
                    <a:schemeClr val="bg2"/>
                  </a:solidFill>
                  <a:latin typeface="Verdana" panose="020B0604030504040204" pitchFamily="34" charset="0"/>
                  <a:ea typeface="Verdana" panose="020B0604030504040204" pitchFamily="34" charset="0"/>
                  <a:cs typeface="Verdana" panose="020B0604030504040204" pitchFamily="34" charset="0"/>
                </a:rPr>
                <a:t>INDIA</a:t>
              </a:r>
            </a:p>
          </p:txBody>
        </p:sp>
        <p:sp>
          <p:nvSpPr>
            <p:cNvPr id="85" name="Oval 84">
              <a:extLst>
                <a:ext uri="{FF2B5EF4-FFF2-40B4-BE49-F238E27FC236}">
                  <a16:creationId xmlns:a16="http://schemas.microsoft.com/office/drawing/2014/main" id="{BC20BC33-D649-E594-13AC-E6F08F17D05B}"/>
                </a:ext>
              </a:extLst>
            </p:cNvPr>
            <p:cNvSpPr/>
            <p:nvPr/>
          </p:nvSpPr>
          <p:spPr>
            <a:xfrm>
              <a:off x="6124567" y="2635988"/>
              <a:ext cx="99967" cy="102086"/>
            </a:xfrm>
            <a:prstGeom prst="ellipse">
              <a:avLst/>
            </a:prstGeom>
            <a:solidFill>
              <a:schemeClr val="accent2"/>
            </a:solidFill>
            <a:ln>
              <a:solidFill>
                <a:schemeClr val="bg1"/>
              </a:solidFill>
            </a:ln>
            <a:effectLst>
              <a:outerShdw blurRad="76200" dir="18900000" sy="-23000" kx="-800400" algn="bl" rotWithShape="0">
                <a:prstClr val="black">
                  <a:alpha val="4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310" fontAlgn="base">
                <a:spcBef>
                  <a:spcPct val="0"/>
                </a:spcBef>
                <a:spcAft>
                  <a:spcPct val="0"/>
                </a:spcAft>
              </a:pPr>
              <a:endParaRPr lang="en-US" sz="900" dirty="0">
                <a:solidFill>
                  <a:schemeClr val="bg2"/>
                </a:solidFill>
                <a:latin typeface="Verdana" panose="020B0604030504040204" pitchFamily="34" charset="0"/>
                <a:ea typeface="Verdana" panose="020B0604030504040204" pitchFamily="34" charset="0"/>
                <a:cs typeface="Verdana" panose="020B0604030504040204" pitchFamily="34" charset="0"/>
              </a:endParaRPr>
            </a:p>
          </p:txBody>
        </p:sp>
        <p:sp>
          <p:nvSpPr>
            <p:cNvPr id="87" name="Rectangle 86">
              <a:extLst>
                <a:ext uri="{FF2B5EF4-FFF2-40B4-BE49-F238E27FC236}">
                  <a16:creationId xmlns:a16="http://schemas.microsoft.com/office/drawing/2014/main" id="{685A4216-A1D9-FE8B-9014-5FEA75779B8A}"/>
                </a:ext>
              </a:extLst>
            </p:cNvPr>
            <p:cNvSpPr/>
            <p:nvPr/>
          </p:nvSpPr>
          <p:spPr>
            <a:xfrm>
              <a:off x="6110949" y="3344802"/>
              <a:ext cx="944876" cy="2573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defPPr/>
            </a:lstStyle>
            <a:p>
              <a:pPr defTabSz="342771" fontAlgn="base">
                <a:spcBef>
                  <a:spcPct val="0"/>
                </a:spcBef>
                <a:spcAft>
                  <a:spcPct val="0"/>
                </a:spcAft>
              </a:pPr>
              <a:r>
                <a:rPr lang="en-IN" altLang="en-US" sz="900" dirty="0">
                  <a:solidFill>
                    <a:schemeClr val="bg2"/>
                  </a:solidFill>
                  <a:latin typeface="Verdana" panose="020B0604030504040204" pitchFamily="34" charset="0"/>
                  <a:ea typeface="Verdana" panose="020B0604030504040204" pitchFamily="34" charset="0"/>
                  <a:cs typeface="Verdana" panose="020B0604030504040204" pitchFamily="34" charset="0"/>
                </a:rPr>
                <a:t>PHILIPPINES</a:t>
              </a:r>
            </a:p>
          </p:txBody>
        </p:sp>
        <p:sp>
          <p:nvSpPr>
            <p:cNvPr id="88" name="Oval 87">
              <a:extLst>
                <a:ext uri="{FF2B5EF4-FFF2-40B4-BE49-F238E27FC236}">
                  <a16:creationId xmlns:a16="http://schemas.microsoft.com/office/drawing/2014/main" id="{E36BEB0B-04AD-276D-7136-9C1F54F2D32B}"/>
                </a:ext>
              </a:extLst>
            </p:cNvPr>
            <p:cNvSpPr/>
            <p:nvPr/>
          </p:nvSpPr>
          <p:spPr>
            <a:xfrm>
              <a:off x="5563833" y="3440913"/>
              <a:ext cx="99967" cy="102086"/>
            </a:xfrm>
            <a:prstGeom prst="ellipse">
              <a:avLst/>
            </a:prstGeom>
            <a:solidFill>
              <a:schemeClr val="accent2"/>
            </a:solidFill>
            <a:ln>
              <a:solidFill>
                <a:schemeClr val="bg1"/>
              </a:solidFill>
            </a:ln>
            <a:effectLst>
              <a:outerShdw blurRad="76200" dir="18900000" sy="-23000" kx="-800400" algn="bl" rotWithShape="0">
                <a:prstClr val="black">
                  <a:alpha val="4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310" fontAlgn="base">
                <a:spcBef>
                  <a:spcPct val="0"/>
                </a:spcBef>
                <a:spcAft>
                  <a:spcPct val="0"/>
                </a:spcAft>
              </a:pPr>
              <a:endParaRPr lang="en-US" sz="900" dirty="0">
                <a:solidFill>
                  <a:schemeClr val="bg2"/>
                </a:solidFill>
                <a:latin typeface="Verdana" panose="020B0604030504040204" pitchFamily="34" charset="0"/>
                <a:ea typeface="Verdana" panose="020B0604030504040204" pitchFamily="34" charset="0"/>
                <a:cs typeface="Verdana" panose="020B0604030504040204" pitchFamily="34" charset="0"/>
              </a:endParaRPr>
            </a:p>
          </p:txBody>
        </p:sp>
        <p:sp>
          <p:nvSpPr>
            <p:cNvPr id="89" name="Rectangle 88">
              <a:extLst>
                <a:ext uri="{FF2B5EF4-FFF2-40B4-BE49-F238E27FC236}">
                  <a16:creationId xmlns:a16="http://schemas.microsoft.com/office/drawing/2014/main" id="{BD57AD97-F9A0-5C82-6110-D2AB36903DFC}"/>
                </a:ext>
              </a:extLst>
            </p:cNvPr>
            <p:cNvSpPr/>
            <p:nvPr/>
          </p:nvSpPr>
          <p:spPr>
            <a:xfrm>
              <a:off x="4929681" y="3578043"/>
              <a:ext cx="944876" cy="2573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defPPr/>
            </a:lstStyle>
            <a:p>
              <a:pPr defTabSz="342771" fontAlgn="base">
                <a:spcBef>
                  <a:spcPct val="0"/>
                </a:spcBef>
                <a:spcAft>
                  <a:spcPct val="0"/>
                </a:spcAft>
              </a:pPr>
              <a:r>
                <a:rPr lang="en-IN" altLang="en-US" sz="900" dirty="0">
                  <a:solidFill>
                    <a:schemeClr val="bg2"/>
                  </a:solidFill>
                  <a:latin typeface="Verdana" panose="020B0604030504040204" pitchFamily="34" charset="0"/>
                  <a:ea typeface="Verdana" panose="020B0604030504040204" pitchFamily="34" charset="0"/>
                  <a:cs typeface="Verdana" panose="020B0604030504040204" pitchFamily="34" charset="0"/>
                </a:rPr>
                <a:t>MALAYSIA</a:t>
              </a:r>
            </a:p>
          </p:txBody>
        </p:sp>
        <p:sp>
          <p:nvSpPr>
            <p:cNvPr id="90" name="Isosceles Triangle 57">
              <a:extLst>
                <a:ext uri="{FF2B5EF4-FFF2-40B4-BE49-F238E27FC236}">
                  <a16:creationId xmlns:a16="http://schemas.microsoft.com/office/drawing/2014/main" id="{BAF55448-CE95-F078-1AD4-2BFBB4788CF5}"/>
                </a:ext>
              </a:extLst>
            </p:cNvPr>
            <p:cNvSpPr/>
            <p:nvPr/>
          </p:nvSpPr>
          <p:spPr>
            <a:xfrm flipV="1">
              <a:off x="5616083" y="3555301"/>
              <a:ext cx="106554" cy="107107"/>
            </a:xfrm>
            <a:prstGeom prst="triangle">
              <a:avLst/>
            </a:prstGeom>
            <a:solidFill>
              <a:schemeClr val="accent5"/>
            </a:solidFill>
            <a:ln>
              <a:solidFill>
                <a:schemeClr val="bg1"/>
              </a:solidFill>
            </a:ln>
            <a:effectLst>
              <a:outerShdw blurRad="76200" dir="18900000" sy="23000" kx="-1200000" algn="bl" rotWithShape="0">
                <a:prstClr val="black">
                  <a:alpha val="4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063" fontAlgn="base">
                <a:spcBef>
                  <a:spcPct val="0"/>
                </a:spcBef>
                <a:spcAft>
                  <a:spcPct val="0"/>
                </a:spcAft>
              </a:pPr>
              <a:endParaRPr lang="en-US" sz="900" dirty="0">
                <a:solidFill>
                  <a:schemeClr val="bg2"/>
                </a:solidFill>
                <a:latin typeface="Verdana" panose="020B0604030504040204" pitchFamily="34" charset="0"/>
                <a:ea typeface="Verdana" panose="020B0604030504040204" pitchFamily="34" charset="0"/>
                <a:cs typeface="Verdana" panose="020B0604030504040204" pitchFamily="34" charset="0"/>
              </a:endParaRPr>
            </a:p>
          </p:txBody>
        </p:sp>
        <p:sp>
          <p:nvSpPr>
            <p:cNvPr id="91" name="Isosceles Triangle 46">
              <a:extLst>
                <a:ext uri="{FF2B5EF4-FFF2-40B4-BE49-F238E27FC236}">
                  <a16:creationId xmlns:a16="http://schemas.microsoft.com/office/drawing/2014/main" id="{24296EF0-572B-CB1A-142A-D03B6646D429}"/>
                </a:ext>
              </a:extLst>
            </p:cNvPr>
            <p:cNvSpPr/>
            <p:nvPr/>
          </p:nvSpPr>
          <p:spPr>
            <a:xfrm flipV="1">
              <a:off x="3525845" y="2763639"/>
              <a:ext cx="106554" cy="107107"/>
            </a:xfrm>
            <a:prstGeom prst="triangle">
              <a:avLst/>
            </a:prstGeom>
            <a:solidFill>
              <a:schemeClr val="accent5"/>
            </a:solidFill>
            <a:ln>
              <a:solidFill>
                <a:schemeClr val="bg1"/>
              </a:solidFill>
            </a:ln>
            <a:effectLst>
              <a:outerShdw blurRad="76200" dir="18900000" sy="23000" kx="-1200000" algn="bl" rotWithShape="0">
                <a:prstClr val="black">
                  <a:alpha val="4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063" fontAlgn="base">
                <a:spcBef>
                  <a:spcPct val="0"/>
                </a:spcBef>
                <a:spcAft>
                  <a:spcPct val="0"/>
                </a:spcAft>
              </a:pPr>
              <a:endParaRPr lang="en-US" sz="900" dirty="0">
                <a:solidFill>
                  <a:schemeClr val="bg2"/>
                </a:solidFill>
                <a:latin typeface="Verdana" panose="020B0604030504040204" pitchFamily="34" charset="0"/>
                <a:ea typeface="Verdana" panose="020B0604030504040204" pitchFamily="34" charset="0"/>
                <a:cs typeface="Verdana" panose="020B0604030504040204" pitchFamily="34" charset="0"/>
              </a:endParaRPr>
            </a:p>
          </p:txBody>
        </p:sp>
        <p:sp>
          <p:nvSpPr>
            <p:cNvPr id="92" name="Isosceles Triangle 50">
              <a:extLst>
                <a:ext uri="{FF2B5EF4-FFF2-40B4-BE49-F238E27FC236}">
                  <a16:creationId xmlns:a16="http://schemas.microsoft.com/office/drawing/2014/main" id="{5C1F04EC-AE6B-E20C-6FED-0E0AC0E183DC}"/>
                </a:ext>
              </a:extLst>
            </p:cNvPr>
            <p:cNvSpPr/>
            <p:nvPr/>
          </p:nvSpPr>
          <p:spPr>
            <a:xfrm flipV="1">
              <a:off x="3763693" y="2520986"/>
              <a:ext cx="106554" cy="107107"/>
            </a:xfrm>
            <a:prstGeom prst="triangle">
              <a:avLst/>
            </a:prstGeom>
            <a:solidFill>
              <a:schemeClr val="accent5"/>
            </a:solidFill>
            <a:ln>
              <a:solidFill>
                <a:schemeClr val="bg1"/>
              </a:solidFill>
            </a:ln>
            <a:effectLst>
              <a:outerShdw blurRad="76200" dir="18900000" sy="23000" kx="-1200000" algn="bl" rotWithShape="0">
                <a:prstClr val="black">
                  <a:alpha val="4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063" fontAlgn="base">
                <a:spcBef>
                  <a:spcPct val="0"/>
                </a:spcBef>
                <a:spcAft>
                  <a:spcPct val="0"/>
                </a:spcAft>
              </a:pPr>
              <a:endParaRPr lang="en-US" sz="900" dirty="0">
                <a:solidFill>
                  <a:schemeClr val="bg2"/>
                </a:solidFill>
                <a:latin typeface="Verdana" panose="020B0604030504040204" pitchFamily="34" charset="0"/>
                <a:ea typeface="Verdana" panose="020B0604030504040204" pitchFamily="34" charset="0"/>
                <a:cs typeface="Verdana" panose="020B0604030504040204" pitchFamily="34" charset="0"/>
              </a:endParaRPr>
            </a:p>
          </p:txBody>
        </p:sp>
        <p:sp>
          <p:nvSpPr>
            <p:cNvPr id="93" name="Isosceles Triangle 49">
              <a:extLst>
                <a:ext uri="{FF2B5EF4-FFF2-40B4-BE49-F238E27FC236}">
                  <a16:creationId xmlns:a16="http://schemas.microsoft.com/office/drawing/2014/main" id="{8D6FAE86-1D71-CEA1-AC1F-A228D528B787}"/>
                </a:ext>
              </a:extLst>
            </p:cNvPr>
            <p:cNvSpPr/>
            <p:nvPr/>
          </p:nvSpPr>
          <p:spPr>
            <a:xfrm flipV="1">
              <a:off x="3601129" y="2426652"/>
              <a:ext cx="106554" cy="107107"/>
            </a:xfrm>
            <a:prstGeom prst="triangle">
              <a:avLst/>
            </a:prstGeom>
            <a:solidFill>
              <a:schemeClr val="accent5"/>
            </a:solidFill>
            <a:ln>
              <a:solidFill>
                <a:schemeClr val="bg1"/>
              </a:solidFill>
            </a:ln>
            <a:effectLst>
              <a:outerShdw blurRad="76200" dir="18900000" sy="23000" kx="-1200000" algn="bl" rotWithShape="0">
                <a:prstClr val="black">
                  <a:alpha val="4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063" fontAlgn="base">
                <a:spcBef>
                  <a:spcPct val="0"/>
                </a:spcBef>
                <a:spcAft>
                  <a:spcPct val="0"/>
                </a:spcAft>
              </a:pPr>
              <a:endParaRPr lang="en-US" sz="900" dirty="0">
                <a:solidFill>
                  <a:schemeClr val="bg2"/>
                </a:solidFill>
                <a:latin typeface="Verdana" panose="020B0604030504040204" pitchFamily="34" charset="0"/>
                <a:ea typeface="Verdana" panose="020B0604030504040204" pitchFamily="34" charset="0"/>
                <a:cs typeface="Verdana" panose="020B0604030504040204" pitchFamily="34" charset="0"/>
              </a:endParaRPr>
            </a:p>
          </p:txBody>
        </p:sp>
        <p:sp>
          <p:nvSpPr>
            <p:cNvPr id="94" name="Isosceles Triangle 45">
              <a:extLst>
                <a:ext uri="{FF2B5EF4-FFF2-40B4-BE49-F238E27FC236}">
                  <a16:creationId xmlns:a16="http://schemas.microsoft.com/office/drawing/2014/main" id="{7E3C46E5-7253-E005-7F77-C10FAAF5A4D8}"/>
                </a:ext>
              </a:extLst>
            </p:cNvPr>
            <p:cNvSpPr/>
            <p:nvPr/>
          </p:nvSpPr>
          <p:spPr>
            <a:xfrm flipV="1">
              <a:off x="4755862" y="3070119"/>
              <a:ext cx="106554" cy="107107"/>
            </a:xfrm>
            <a:prstGeom prst="triangle">
              <a:avLst/>
            </a:prstGeom>
            <a:solidFill>
              <a:schemeClr val="accent5"/>
            </a:solidFill>
            <a:ln>
              <a:solidFill>
                <a:schemeClr val="bg1"/>
              </a:solidFill>
            </a:ln>
            <a:effectLst>
              <a:outerShdw blurRad="76200" dir="18900000" sy="23000" kx="-1200000" algn="bl" rotWithShape="0">
                <a:prstClr val="black">
                  <a:alpha val="4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063" fontAlgn="base">
                <a:spcBef>
                  <a:spcPct val="0"/>
                </a:spcBef>
                <a:spcAft>
                  <a:spcPct val="0"/>
                </a:spcAft>
              </a:pPr>
              <a:endParaRPr lang="en-US" sz="900" dirty="0">
                <a:solidFill>
                  <a:schemeClr val="bg2"/>
                </a:solidFill>
                <a:latin typeface="Verdana" panose="020B0604030504040204" pitchFamily="34" charset="0"/>
                <a:ea typeface="Verdana" panose="020B0604030504040204" pitchFamily="34" charset="0"/>
                <a:cs typeface="Verdana" panose="020B0604030504040204" pitchFamily="34" charset="0"/>
              </a:endParaRPr>
            </a:p>
          </p:txBody>
        </p:sp>
        <p:sp>
          <p:nvSpPr>
            <p:cNvPr id="95" name="Isosceles Triangle 51">
              <a:extLst>
                <a:ext uri="{FF2B5EF4-FFF2-40B4-BE49-F238E27FC236}">
                  <a16:creationId xmlns:a16="http://schemas.microsoft.com/office/drawing/2014/main" id="{7793B8CB-D6A6-EDAB-6043-A3195A15B816}"/>
                </a:ext>
              </a:extLst>
            </p:cNvPr>
            <p:cNvSpPr/>
            <p:nvPr/>
          </p:nvSpPr>
          <p:spPr>
            <a:xfrm flipV="1">
              <a:off x="4408167" y="3617071"/>
              <a:ext cx="106554" cy="107107"/>
            </a:xfrm>
            <a:prstGeom prst="triangle">
              <a:avLst/>
            </a:prstGeom>
            <a:solidFill>
              <a:schemeClr val="accent5"/>
            </a:solidFill>
            <a:ln>
              <a:solidFill>
                <a:schemeClr val="bg1"/>
              </a:solidFill>
            </a:ln>
            <a:effectLst>
              <a:outerShdw blurRad="76200" dir="18900000" sy="23000" kx="-1200000" algn="bl" rotWithShape="0">
                <a:prstClr val="black">
                  <a:alpha val="4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063" fontAlgn="base">
                <a:spcBef>
                  <a:spcPct val="0"/>
                </a:spcBef>
                <a:spcAft>
                  <a:spcPct val="0"/>
                </a:spcAft>
              </a:pPr>
              <a:endParaRPr lang="en-US" sz="900" dirty="0">
                <a:solidFill>
                  <a:schemeClr val="bg2"/>
                </a:solidFill>
                <a:latin typeface="Verdana" panose="020B0604030504040204" pitchFamily="34" charset="0"/>
                <a:ea typeface="Verdana" panose="020B0604030504040204" pitchFamily="34" charset="0"/>
                <a:cs typeface="Verdana" panose="020B0604030504040204" pitchFamily="34" charset="0"/>
              </a:endParaRPr>
            </a:p>
          </p:txBody>
        </p:sp>
        <p:cxnSp>
          <p:nvCxnSpPr>
            <p:cNvPr id="96" name="Straight Connector 95">
              <a:extLst>
                <a:ext uri="{FF2B5EF4-FFF2-40B4-BE49-F238E27FC236}">
                  <a16:creationId xmlns:a16="http://schemas.microsoft.com/office/drawing/2014/main" id="{20EA0ACF-D8A0-0FEF-C13B-924352587B73}"/>
                </a:ext>
              </a:extLst>
            </p:cNvPr>
            <p:cNvCxnSpPr>
              <a:cxnSpLocks/>
              <a:endCxn id="51" idx="1"/>
            </p:cNvCxnSpPr>
            <p:nvPr/>
          </p:nvCxnSpPr>
          <p:spPr>
            <a:xfrm flipV="1">
              <a:off x="5636107" y="2646793"/>
              <a:ext cx="451547" cy="1"/>
            </a:xfrm>
            <a:prstGeom prst="line">
              <a:avLst/>
            </a:prstGeom>
            <a:ln w="6350">
              <a:solidFill>
                <a:schemeClr val="tx2"/>
              </a:solidFill>
            </a:ln>
            <a:effectLst/>
          </p:spPr>
          <p:style>
            <a:lnRef idx="1">
              <a:schemeClr val="accent1"/>
            </a:lnRef>
            <a:fillRef idx="0">
              <a:schemeClr val="accent1"/>
            </a:fillRef>
            <a:effectRef idx="0">
              <a:schemeClr val="accent1"/>
            </a:effectRef>
            <a:fontRef idx="minor">
              <a:schemeClr val="tx1"/>
            </a:fontRef>
          </p:style>
        </p:cxnSp>
        <p:sp>
          <p:nvSpPr>
            <p:cNvPr id="97" name="Rectangle 96">
              <a:extLst>
                <a:ext uri="{FF2B5EF4-FFF2-40B4-BE49-F238E27FC236}">
                  <a16:creationId xmlns:a16="http://schemas.microsoft.com/office/drawing/2014/main" id="{0FB174CE-20B7-5AE3-F515-0ABA5708863D}"/>
                </a:ext>
              </a:extLst>
            </p:cNvPr>
            <p:cNvSpPr/>
            <p:nvPr/>
          </p:nvSpPr>
          <p:spPr>
            <a:xfrm>
              <a:off x="5543331" y="2462149"/>
              <a:ext cx="694542" cy="2295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defPPr/>
            </a:lstStyle>
            <a:p>
              <a:pPr defTabSz="342771" fontAlgn="base">
                <a:spcBef>
                  <a:spcPct val="0"/>
                </a:spcBef>
                <a:spcAft>
                  <a:spcPct val="0"/>
                </a:spcAft>
              </a:pPr>
              <a:r>
                <a:rPr lang="en-IN" altLang="en-US" sz="900" dirty="0">
                  <a:solidFill>
                    <a:schemeClr val="bg2"/>
                  </a:solidFill>
                  <a:latin typeface="Verdana" panose="020B0604030504040204" pitchFamily="34" charset="0"/>
                  <a:ea typeface="Verdana" panose="020B0604030504040204" pitchFamily="34" charset="0"/>
                  <a:cs typeface="Verdana" panose="020B0604030504040204" pitchFamily="34" charset="0"/>
                </a:rPr>
                <a:t>CHINA</a:t>
              </a:r>
            </a:p>
          </p:txBody>
        </p:sp>
        <p:cxnSp>
          <p:nvCxnSpPr>
            <p:cNvPr id="98" name="Straight Connector 97">
              <a:extLst>
                <a:ext uri="{FF2B5EF4-FFF2-40B4-BE49-F238E27FC236}">
                  <a16:creationId xmlns:a16="http://schemas.microsoft.com/office/drawing/2014/main" id="{ED36C874-5D26-7751-0CF3-69B872D54630}"/>
                </a:ext>
              </a:extLst>
            </p:cNvPr>
            <p:cNvCxnSpPr>
              <a:cxnSpLocks/>
            </p:cNvCxnSpPr>
            <p:nvPr/>
          </p:nvCxnSpPr>
          <p:spPr>
            <a:xfrm flipH="1">
              <a:off x="5663800" y="2891283"/>
              <a:ext cx="486322" cy="2077"/>
            </a:xfrm>
            <a:prstGeom prst="line">
              <a:avLst/>
            </a:prstGeom>
            <a:ln w="6350">
              <a:solidFill>
                <a:schemeClr val="tx2"/>
              </a:solidFill>
            </a:ln>
            <a:effectLst/>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6F12C6D9-87F3-394D-535E-870D277F4348}"/>
                </a:ext>
              </a:extLst>
            </p:cNvPr>
            <p:cNvCxnSpPr>
              <a:cxnSpLocks/>
            </p:cNvCxnSpPr>
            <p:nvPr/>
          </p:nvCxnSpPr>
          <p:spPr>
            <a:xfrm flipH="1" flipV="1">
              <a:off x="5987110" y="3160600"/>
              <a:ext cx="855817" cy="1"/>
            </a:xfrm>
            <a:prstGeom prst="line">
              <a:avLst/>
            </a:prstGeom>
            <a:ln w="6350">
              <a:solidFill>
                <a:schemeClr val="tx2"/>
              </a:solidFill>
            </a:ln>
            <a:effectLst/>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3E168CEF-FC06-7DA1-EC0C-B399B05B1E20}"/>
                </a:ext>
              </a:extLst>
            </p:cNvPr>
            <p:cNvCxnSpPr>
              <a:cxnSpLocks/>
            </p:cNvCxnSpPr>
            <p:nvPr/>
          </p:nvCxnSpPr>
          <p:spPr>
            <a:xfrm flipH="1">
              <a:off x="5716023" y="3352028"/>
              <a:ext cx="667442" cy="0"/>
            </a:xfrm>
            <a:prstGeom prst="line">
              <a:avLst/>
            </a:prstGeom>
            <a:ln w="6350">
              <a:solidFill>
                <a:schemeClr val="tx2"/>
              </a:solidFill>
            </a:ln>
            <a:effectLst/>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502AB5B7-6701-7B6C-3D23-4C97218D6DD7}"/>
                </a:ext>
              </a:extLst>
            </p:cNvPr>
            <p:cNvCxnSpPr>
              <a:cxnSpLocks/>
            </p:cNvCxnSpPr>
            <p:nvPr/>
          </p:nvCxnSpPr>
          <p:spPr>
            <a:xfrm flipH="1">
              <a:off x="6104227" y="3535107"/>
              <a:ext cx="827908" cy="0"/>
            </a:xfrm>
            <a:prstGeom prst="line">
              <a:avLst/>
            </a:prstGeom>
            <a:ln w="6350">
              <a:solidFill>
                <a:schemeClr val="tx2"/>
              </a:solidFill>
            </a:ln>
            <a:effectLst/>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412DC3A-7E3B-1EB9-96DC-79D013DF6D22}"/>
                </a:ext>
              </a:extLst>
            </p:cNvPr>
            <p:cNvCxnSpPr>
              <a:cxnSpLocks/>
              <a:stCxn id="92" idx="5"/>
            </p:cNvCxnSpPr>
            <p:nvPr/>
          </p:nvCxnSpPr>
          <p:spPr>
            <a:xfrm>
              <a:off x="3843609" y="2574539"/>
              <a:ext cx="660163" cy="1"/>
            </a:xfrm>
            <a:prstGeom prst="line">
              <a:avLst/>
            </a:prstGeom>
            <a:ln w="6350">
              <a:solidFill>
                <a:schemeClr val="tx2"/>
              </a:solidFill>
            </a:ln>
            <a:effectLst/>
          </p:spPr>
          <p:style>
            <a:lnRef idx="1">
              <a:schemeClr val="accent1"/>
            </a:lnRef>
            <a:fillRef idx="0">
              <a:schemeClr val="accent1"/>
            </a:fillRef>
            <a:effectRef idx="0">
              <a:schemeClr val="accent1"/>
            </a:effectRef>
            <a:fontRef idx="minor">
              <a:schemeClr val="tx1"/>
            </a:fontRef>
          </p:style>
        </p:cxnSp>
        <p:sp>
          <p:nvSpPr>
            <p:cNvPr id="103" name="Rectangle 102">
              <a:extLst>
                <a:ext uri="{FF2B5EF4-FFF2-40B4-BE49-F238E27FC236}">
                  <a16:creationId xmlns:a16="http://schemas.microsoft.com/office/drawing/2014/main" id="{47D023CD-75A3-8634-174F-046631ED0F77}"/>
                </a:ext>
              </a:extLst>
            </p:cNvPr>
            <p:cNvSpPr/>
            <p:nvPr/>
          </p:nvSpPr>
          <p:spPr>
            <a:xfrm>
              <a:off x="3862487" y="2389838"/>
              <a:ext cx="843451" cy="220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defPPr/>
            </a:lstStyle>
            <a:p>
              <a:pPr defTabSz="342771" fontAlgn="base">
                <a:spcBef>
                  <a:spcPct val="0"/>
                </a:spcBef>
                <a:spcAft>
                  <a:spcPct val="0"/>
                </a:spcAft>
              </a:pPr>
              <a:r>
                <a:rPr lang="en-IN" altLang="en-US" sz="900" dirty="0">
                  <a:solidFill>
                    <a:schemeClr val="bg2"/>
                  </a:solidFill>
                  <a:latin typeface="Verdana" panose="020B0604030504040204" pitchFamily="34" charset="0"/>
                  <a:ea typeface="Verdana" panose="020B0604030504040204" pitchFamily="34" charset="0"/>
                  <a:cs typeface="Verdana" panose="020B0604030504040204" pitchFamily="34" charset="0"/>
                </a:rPr>
                <a:t>BELGIUM</a:t>
              </a:r>
            </a:p>
          </p:txBody>
        </p:sp>
        <p:cxnSp>
          <p:nvCxnSpPr>
            <p:cNvPr id="104" name="Elbow Connector 103">
              <a:extLst>
                <a:ext uri="{FF2B5EF4-FFF2-40B4-BE49-F238E27FC236}">
                  <a16:creationId xmlns:a16="http://schemas.microsoft.com/office/drawing/2014/main" id="{A0E56977-BD47-59B9-42EE-B93B4962C975}"/>
                </a:ext>
              </a:extLst>
            </p:cNvPr>
            <p:cNvCxnSpPr>
              <a:cxnSpLocks/>
            </p:cNvCxnSpPr>
            <p:nvPr/>
          </p:nvCxnSpPr>
          <p:spPr>
            <a:xfrm>
              <a:off x="5697597" y="3674341"/>
              <a:ext cx="723998" cy="142399"/>
            </a:xfrm>
            <a:prstGeom prst="bentConnector3">
              <a:avLst>
                <a:gd name="adj1" fmla="val 515"/>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5" name="Elbow Connector 104">
              <a:extLst>
                <a:ext uri="{FF2B5EF4-FFF2-40B4-BE49-F238E27FC236}">
                  <a16:creationId xmlns:a16="http://schemas.microsoft.com/office/drawing/2014/main" id="{863ABC9E-0E31-4D90-AFAA-EE19DACC9B41}"/>
                </a:ext>
              </a:extLst>
            </p:cNvPr>
            <p:cNvCxnSpPr>
              <a:cxnSpLocks/>
            </p:cNvCxnSpPr>
            <p:nvPr/>
          </p:nvCxnSpPr>
          <p:spPr>
            <a:xfrm flipV="1">
              <a:off x="4989621" y="3607163"/>
              <a:ext cx="624195" cy="172745"/>
            </a:xfrm>
            <a:prstGeom prst="bentConnector2">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8" name="Elbow Connector 107">
              <a:extLst>
                <a:ext uri="{FF2B5EF4-FFF2-40B4-BE49-F238E27FC236}">
                  <a16:creationId xmlns:a16="http://schemas.microsoft.com/office/drawing/2014/main" id="{38446D92-B421-4C26-3802-34699F11E5D1}"/>
                </a:ext>
              </a:extLst>
            </p:cNvPr>
            <p:cNvCxnSpPr>
              <a:cxnSpLocks/>
            </p:cNvCxnSpPr>
            <p:nvPr/>
          </p:nvCxnSpPr>
          <p:spPr>
            <a:xfrm flipV="1">
              <a:off x="4790303" y="3371979"/>
              <a:ext cx="393526" cy="105358"/>
            </a:xfrm>
            <a:prstGeom prst="bentConnector2">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E9CE500B-6A99-1C8C-C725-1482821F6844}"/>
                </a:ext>
              </a:extLst>
            </p:cNvPr>
            <p:cNvCxnSpPr>
              <a:cxnSpLocks/>
              <a:endCxn id="82" idx="6"/>
            </p:cNvCxnSpPr>
            <p:nvPr/>
          </p:nvCxnSpPr>
          <p:spPr>
            <a:xfrm flipH="1">
              <a:off x="4916690" y="3116314"/>
              <a:ext cx="469296" cy="0"/>
            </a:xfrm>
            <a:prstGeom prst="line">
              <a:avLst/>
            </a:prstGeom>
            <a:ln w="6350">
              <a:solidFill>
                <a:schemeClr val="tx2"/>
              </a:solidFill>
            </a:ln>
            <a:effectLst/>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B37E0EC0-AEE1-F49C-405E-CB695E77343E}"/>
                </a:ext>
              </a:extLst>
            </p:cNvPr>
            <p:cNvCxnSpPr>
              <a:cxnSpLocks/>
              <a:stCxn id="45" idx="1"/>
            </p:cNvCxnSpPr>
            <p:nvPr/>
          </p:nvCxnSpPr>
          <p:spPr>
            <a:xfrm flipH="1">
              <a:off x="4103052" y="3064096"/>
              <a:ext cx="491333" cy="1"/>
            </a:xfrm>
            <a:prstGeom prst="line">
              <a:avLst/>
            </a:prstGeom>
            <a:ln w="6350">
              <a:solidFill>
                <a:schemeClr val="tx2"/>
              </a:solidFill>
            </a:ln>
            <a:effectLst/>
          </p:spPr>
          <p:style>
            <a:lnRef idx="1">
              <a:schemeClr val="accent1"/>
            </a:lnRef>
            <a:fillRef idx="0">
              <a:schemeClr val="accent1"/>
            </a:fillRef>
            <a:effectRef idx="0">
              <a:schemeClr val="accent1"/>
            </a:effectRef>
            <a:fontRef idx="minor">
              <a:schemeClr val="tx1"/>
            </a:fontRef>
          </p:style>
        </p:cxnSp>
        <p:cxnSp>
          <p:nvCxnSpPr>
            <p:cNvPr id="111" name="Elbow Connector 110">
              <a:extLst>
                <a:ext uri="{FF2B5EF4-FFF2-40B4-BE49-F238E27FC236}">
                  <a16:creationId xmlns:a16="http://schemas.microsoft.com/office/drawing/2014/main" id="{B2555D96-22D9-2F24-3723-8E22B7C5A4CC}"/>
                </a:ext>
              </a:extLst>
            </p:cNvPr>
            <p:cNvCxnSpPr>
              <a:cxnSpLocks/>
            </p:cNvCxnSpPr>
            <p:nvPr/>
          </p:nvCxnSpPr>
          <p:spPr>
            <a:xfrm flipV="1">
              <a:off x="3143133" y="2859959"/>
              <a:ext cx="435991" cy="95637"/>
            </a:xfrm>
            <a:prstGeom prst="bentConnector3">
              <a:avLst>
                <a:gd name="adj1" fmla="val 108871"/>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3D2C0B50-F76B-2AE2-2763-A939F1A55C71}"/>
                </a:ext>
              </a:extLst>
            </p:cNvPr>
            <p:cNvCxnSpPr>
              <a:cxnSpLocks/>
              <a:stCxn id="77" idx="2"/>
            </p:cNvCxnSpPr>
            <p:nvPr/>
          </p:nvCxnSpPr>
          <p:spPr>
            <a:xfrm flipH="1">
              <a:off x="3374189" y="2460587"/>
              <a:ext cx="187659" cy="0"/>
            </a:xfrm>
            <a:prstGeom prst="line">
              <a:avLst/>
            </a:prstGeom>
            <a:ln w="6350">
              <a:solidFill>
                <a:schemeClr val="tx2"/>
              </a:solidFill>
            </a:ln>
            <a:effectLst/>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C75B6A94-022A-72F5-2FC4-ABCF35F0CED5}"/>
                </a:ext>
              </a:extLst>
            </p:cNvPr>
            <p:cNvCxnSpPr>
              <a:cxnSpLocks/>
              <a:stCxn id="143" idx="1"/>
            </p:cNvCxnSpPr>
            <p:nvPr/>
          </p:nvCxnSpPr>
          <p:spPr>
            <a:xfrm flipH="1">
              <a:off x="3535965" y="3959849"/>
              <a:ext cx="887892" cy="1"/>
            </a:xfrm>
            <a:prstGeom prst="line">
              <a:avLst/>
            </a:prstGeom>
            <a:ln w="6350">
              <a:solidFill>
                <a:schemeClr val="tx2"/>
              </a:solidFill>
            </a:ln>
            <a:effectLst/>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B50F2104-46B0-3F64-B70B-9543DED45135}"/>
                </a:ext>
              </a:extLst>
            </p:cNvPr>
            <p:cNvCxnSpPr>
              <a:cxnSpLocks/>
              <a:stCxn id="95" idx="1"/>
            </p:cNvCxnSpPr>
            <p:nvPr/>
          </p:nvCxnSpPr>
          <p:spPr>
            <a:xfrm flipH="1">
              <a:off x="3940586" y="3670625"/>
              <a:ext cx="494220" cy="0"/>
            </a:xfrm>
            <a:prstGeom prst="line">
              <a:avLst/>
            </a:prstGeom>
            <a:ln w="6350">
              <a:solidFill>
                <a:schemeClr val="tx2"/>
              </a:solidFill>
            </a:ln>
            <a:effectLst/>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634F3516-9AD8-DB40-D055-B0CAB80BD579}"/>
                </a:ext>
              </a:extLst>
            </p:cNvPr>
            <p:cNvCxnSpPr>
              <a:cxnSpLocks/>
              <a:stCxn id="122" idx="0"/>
            </p:cNvCxnSpPr>
            <p:nvPr/>
          </p:nvCxnSpPr>
          <p:spPr>
            <a:xfrm flipH="1">
              <a:off x="1382094" y="3615767"/>
              <a:ext cx="706318" cy="0"/>
            </a:xfrm>
            <a:prstGeom prst="line">
              <a:avLst/>
            </a:prstGeom>
            <a:ln w="6350">
              <a:solidFill>
                <a:schemeClr val="tx2"/>
              </a:solidFill>
            </a:ln>
            <a:effectLst/>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A3DFBF6B-790C-9D71-D08B-22E9325CA21F}"/>
                </a:ext>
              </a:extLst>
            </p:cNvPr>
            <p:cNvCxnSpPr>
              <a:cxnSpLocks/>
            </p:cNvCxnSpPr>
            <p:nvPr/>
          </p:nvCxnSpPr>
          <p:spPr>
            <a:xfrm flipH="1">
              <a:off x="596559" y="3000467"/>
              <a:ext cx="742936" cy="0"/>
            </a:xfrm>
            <a:prstGeom prst="line">
              <a:avLst/>
            </a:prstGeom>
            <a:ln w="6350">
              <a:solidFill>
                <a:schemeClr val="tx2"/>
              </a:solidFill>
            </a:ln>
            <a:effectLst/>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32245235-6FFE-5DCD-C788-677CD6194C18}"/>
                </a:ext>
              </a:extLst>
            </p:cNvPr>
            <p:cNvCxnSpPr>
              <a:cxnSpLocks/>
            </p:cNvCxnSpPr>
            <p:nvPr/>
          </p:nvCxnSpPr>
          <p:spPr>
            <a:xfrm flipH="1">
              <a:off x="851253" y="2768696"/>
              <a:ext cx="503464" cy="374"/>
            </a:xfrm>
            <a:prstGeom prst="line">
              <a:avLst/>
            </a:prstGeom>
            <a:ln w="6350">
              <a:solidFill>
                <a:schemeClr val="tx2"/>
              </a:solidFill>
            </a:ln>
            <a:effectLst/>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CDC389BC-EE3C-6871-D1B2-9FE8AE7B492B}"/>
                </a:ext>
              </a:extLst>
            </p:cNvPr>
            <p:cNvCxnSpPr>
              <a:cxnSpLocks/>
            </p:cNvCxnSpPr>
            <p:nvPr/>
          </p:nvCxnSpPr>
          <p:spPr>
            <a:xfrm flipV="1">
              <a:off x="1210887" y="2618800"/>
              <a:ext cx="670042" cy="2472"/>
            </a:xfrm>
            <a:prstGeom prst="line">
              <a:avLst/>
            </a:prstGeom>
            <a:ln w="6350">
              <a:solidFill>
                <a:schemeClr val="tx2"/>
              </a:solidFill>
            </a:ln>
            <a:effectLst/>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4C0F8B01-354F-9955-E203-7955A267D851}"/>
                </a:ext>
              </a:extLst>
            </p:cNvPr>
            <p:cNvCxnSpPr>
              <a:cxnSpLocks/>
            </p:cNvCxnSpPr>
            <p:nvPr/>
          </p:nvCxnSpPr>
          <p:spPr>
            <a:xfrm flipH="1">
              <a:off x="2312676" y="2860827"/>
              <a:ext cx="701626" cy="0"/>
            </a:xfrm>
            <a:prstGeom prst="line">
              <a:avLst/>
            </a:prstGeom>
            <a:ln w="6350">
              <a:solidFill>
                <a:schemeClr val="tx2"/>
              </a:solidFill>
            </a:ln>
            <a:effectLst/>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3ADDC4E6-7D4A-C104-CF02-19EDD9B77C3F}"/>
                </a:ext>
              </a:extLst>
            </p:cNvPr>
            <p:cNvCxnSpPr>
              <a:cxnSpLocks/>
            </p:cNvCxnSpPr>
            <p:nvPr/>
          </p:nvCxnSpPr>
          <p:spPr>
            <a:xfrm flipH="1">
              <a:off x="2231517" y="3070119"/>
              <a:ext cx="559809" cy="0"/>
            </a:xfrm>
            <a:prstGeom prst="line">
              <a:avLst/>
            </a:prstGeom>
            <a:ln w="6350">
              <a:solidFill>
                <a:schemeClr val="tx2"/>
              </a:solidFill>
            </a:ln>
            <a:effectLst/>
          </p:spPr>
          <p:style>
            <a:lnRef idx="1">
              <a:schemeClr val="accent1"/>
            </a:lnRef>
            <a:fillRef idx="0">
              <a:schemeClr val="accent1"/>
            </a:fillRef>
            <a:effectRef idx="0">
              <a:schemeClr val="accent1"/>
            </a:effectRef>
            <a:fontRef idx="minor">
              <a:schemeClr val="tx1"/>
            </a:fontRef>
          </p:style>
        </p:cxnSp>
        <p:sp>
          <p:nvSpPr>
            <p:cNvPr id="121" name="Teardrop 120">
              <a:extLst>
                <a:ext uri="{FF2B5EF4-FFF2-40B4-BE49-F238E27FC236}">
                  <a16:creationId xmlns:a16="http://schemas.microsoft.com/office/drawing/2014/main" id="{A2F8D415-FF36-66FA-2EBB-F308BA795BF3}"/>
                </a:ext>
              </a:extLst>
            </p:cNvPr>
            <p:cNvSpPr/>
            <p:nvPr/>
          </p:nvSpPr>
          <p:spPr>
            <a:xfrm rot="8100000">
              <a:off x="1377173" y="2651293"/>
              <a:ext cx="137546" cy="137546"/>
            </a:xfrm>
            <a:prstGeom prst="teardrop">
              <a:avLst>
                <a:gd name="adj" fmla="val 133069"/>
              </a:avLst>
            </a:prstGeom>
            <a:solidFill>
              <a:schemeClr val="tx2"/>
            </a:solidFill>
            <a:ln w="6350">
              <a:solidFill>
                <a:schemeClr val="bg1"/>
              </a:solidFill>
            </a:ln>
            <a:effectLst>
              <a:outerShdw blurRad="76200" dir="18900000" sy="23000" kx="-1200000" algn="bl" rotWithShape="0">
                <a:prstClr val="black">
                  <a:alpha val="42000"/>
                </a:prstClr>
              </a:outerShdw>
            </a:effectLst>
          </p:spPr>
          <p:style>
            <a:lnRef idx="1">
              <a:schemeClr val="accent1"/>
            </a:lnRef>
            <a:fillRef idx="3">
              <a:schemeClr val="accent1"/>
            </a:fillRef>
            <a:effectRef idx="2">
              <a:schemeClr val="accent1"/>
            </a:effectRef>
            <a:fontRef idx="minor">
              <a:schemeClr val="lt1"/>
            </a:fontRef>
          </p:style>
          <p:txBody>
            <a:bodyPr lIns="91415" tIns="45707" rIns="91415" bIns="45707" rtlCol="0" anchor="ctr"/>
            <a:lstStyle>
              <a:defPPr/>
            </a:lstStyle>
            <a:p>
              <a:pPr algn="ctr" defTabSz="609402" fontAlgn="base">
                <a:spcBef>
                  <a:spcPct val="0"/>
                </a:spcBef>
                <a:spcAft>
                  <a:spcPct val="0"/>
                </a:spcAft>
              </a:pPr>
              <a:endParaRPr lang="en-GB" sz="900" dirty="0">
                <a:solidFill>
                  <a:schemeClr val="bg2"/>
                </a:solidFill>
                <a:latin typeface="Verdana" panose="020B0604030504040204" pitchFamily="34" charset="0"/>
                <a:ea typeface="Verdana" panose="020B0604030504040204" pitchFamily="34" charset="0"/>
                <a:cs typeface="Verdana" panose="020B0604030504040204" pitchFamily="34" charset="0"/>
              </a:endParaRPr>
            </a:p>
          </p:txBody>
        </p:sp>
        <p:sp>
          <p:nvSpPr>
            <p:cNvPr id="122" name="Teardrop 121">
              <a:extLst>
                <a:ext uri="{FF2B5EF4-FFF2-40B4-BE49-F238E27FC236}">
                  <a16:creationId xmlns:a16="http://schemas.microsoft.com/office/drawing/2014/main" id="{1D24DFFB-A8A7-6217-703B-E842B8B5027D}"/>
                </a:ext>
              </a:extLst>
            </p:cNvPr>
            <p:cNvSpPr/>
            <p:nvPr/>
          </p:nvSpPr>
          <p:spPr>
            <a:xfrm rot="8100000">
              <a:off x="2068269" y="3498364"/>
              <a:ext cx="137546" cy="137546"/>
            </a:xfrm>
            <a:prstGeom prst="teardrop">
              <a:avLst>
                <a:gd name="adj" fmla="val 133069"/>
              </a:avLst>
            </a:prstGeom>
            <a:solidFill>
              <a:schemeClr val="tx2"/>
            </a:solidFill>
            <a:ln w="6350">
              <a:solidFill>
                <a:schemeClr val="bg1"/>
              </a:solidFill>
            </a:ln>
            <a:effectLst>
              <a:outerShdw blurRad="76200" dir="18900000" sy="23000" kx="-1200000" algn="bl" rotWithShape="0">
                <a:prstClr val="black">
                  <a:alpha val="42000"/>
                </a:prstClr>
              </a:outerShdw>
            </a:effectLst>
          </p:spPr>
          <p:style>
            <a:lnRef idx="1">
              <a:schemeClr val="accent1"/>
            </a:lnRef>
            <a:fillRef idx="3">
              <a:schemeClr val="accent1"/>
            </a:fillRef>
            <a:effectRef idx="2">
              <a:schemeClr val="accent1"/>
            </a:effectRef>
            <a:fontRef idx="minor">
              <a:schemeClr val="lt1"/>
            </a:fontRef>
          </p:style>
          <p:txBody>
            <a:bodyPr lIns="91415" tIns="45707" rIns="91415" bIns="45707" rtlCol="0" anchor="ctr"/>
            <a:lstStyle>
              <a:defPPr/>
            </a:lstStyle>
            <a:p>
              <a:pPr algn="ctr" defTabSz="609402" fontAlgn="base">
                <a:spcBef>
                  <a:spcPct val="0"/>
                </a:spcBef>
                <a:spcAft>
                  <a:spcPct val="0"/>
                </a:spcAft>
              </a:pPr>
              <a:endParaRPr lang="en-GB" sz="900" dirty="0">
                <a:solidFill>
                  <a:schemeClr val="bg2"/>
                </a:solidFill>
                <a:latin typeface="Verdana" panose="020B0604030504040204" pitchFamily="34" charset="0"/>
                <a:ea typeface="Verdana" panose="020B0604030504040204" pitchFamily="34" charset="0"/>
                <a:cs typeface="Verdana" panose="020B0604030504040204" pitchFamily="34" charset="0"/>
              </a:endParaRPr>
            </a:p>
          </p:txBody>
        </p:sp>
        <p:sp>
          <p:nvSpPr>
            <p:cNvPr id="123" name="Teardrop 122">
              <a:extLst>
                <a:ext uri="{FF2B5EF4-FFF2-40B4-BE49-F238E27FC236}">
                  <a16:creationId xmlns:a16="http://schemas.microsoft.com/office/drawing/2014/main" id="{7D25050D-0E17-9902-D818-F224F950C960}"/>
                </a:ext>
              </a:extLst>
            </p:cNvPr>
            <p:cNvSpPr/>
            <p:nvPr/>
          </p:nvSpPr>
          <p:spPr>
            <a:xfrm rot="8100000">
              <a:off x="1911248" y="2501397"/>
              <a:ext cx="137546" cy="137546"/>
            </a:xfrm>
            <a:prstGeom prst="teardrop">
              <a:avLst>
                <a:gd name="adj" fmla="val 133069"/>
              </a:avLst>
            </a:prstGeom>
            <a:solidFill>
              <a:schemeClr val="tx2"/>
            </a:solidFill>
            <a:ln w="6350">
              <a:solidFill>
                <a:schemeClr val="bg1"/>
              </a:solidFill>
            </a:ln>
            <a:effectLst>
              <a:outerShdw blurRad="76200" dir="18900000" sy="23000" kx="-1200000" algn="bl" rotWithShape="0">
                <a:prstClr val="black">
                  <a:alpha val="42000"/>
                </a:prstClr>
              </a:outerShdw>
            </a:effectLst>
          </p:spPr>
          <p:style>
            <a:lnRef idx="1">
              <a:schemeClr val="accent1"/>
            </a:lnRef>
            <a:fillRef idx="3">
              <a:schemeClr val="accent1"/>
            </a:fillRef>
            <a:effectRef idx="2">
              <a:schemeClr val="accent1"/>
            </a:effectRef>
            <a:fontRef idx="minor">
              <a:schemeClr val="lt1"/>
            </a:fontRef>
          </p:style>
          <p:txBody>
            <a:bodyPr lIns="91415" tIns="45707" rIns="91415" bIns="45707" rtlCol="0" anchor="ctr"/>
            <a:lstStyle>
              <a:defPPr/>
            </a:lstStyle>
            <a:p>
              <a:pPr algn="ctr" defTabSz="609402" fontAlgn="base">
                <a:spcBef>
                  <a:spcPct val="0"/>
                </a:spcBef>
                <a:spcAft>
                  <a:spcPct val="0"/>
                </a:spcAft>
              </a:pPr>
              <a:endParaRPr lang="en-GB" sz="900" dirty="0">
                <a:solidFill>
                  <a:schemeClr val="bg2"/>
                </a:solidFill>
                <a:latin typeface="Verdana" panose="020B0604030504040204" pitchFamily="34" charset="0"/>
                <a:ea typeface="Verdana" panose="020B0604030504040204" pitchFamily="34" charset="0"/>
                <a:cs typeface="Verdana" panose="020B0604030504040204" pitchFamily="34" charset="0"/>
              </a:endParaRPr>
            </a:p>
          </p:txBody>
        </p:sp>
        <p:sp>
          <p:nvSpPr>
            <p:cNvPr id="124" name="Teardrop 123">
              <a:extLst>
                <a:ext uri="{FF2B5EF4-FFF2-40B4-BE49-F238E27FC236}">
                  <a16:creationId xmlns:a16="http://schemas.microsoft.com/office/drawing/2014/main" id="{5D04CC7A-E58D-6BA7-30A8-E69E246F059F}"/>
                </a:ext>
              </a:extLst>
            </p:cNvPr>
            <p:cNvSpPr/>
            <p:nvPr/>
          </p:nvSpPr>
          <p:spPr>
            <a:xfrm rot="8100000">
              <a:off x="2026744" y="2928356"/>
              <a:ext cx="137546" cy="137546"/>
            </a:xfrm>
            <a:prstGeom prst="teardrop">
              <a:avLst>
                <a:gd name="adj" fmla="val 133069"/>
              </a:avLst>
            </a:prstGeom>
            <a:solidFill>
              <a:schemeClr val="tx2"/>
            </a:solidFill>
            <a:ln w="6350">
              <a:solidFill>
                <a:schemeClr val="bg1"/>
              </a:solidFill>
            </a:ln>
            <a:effectLst>
              <a:outerShdw blurRad="76200" dir="18900000" sy="23000" kx="-1200000" algn="bl" rotWithShape="0">
                <a:prstClr val="black">
                  <a:alpha val="42000"/>
                </a:prstClr>
              </a:outerShdw>
            </a:effectLst>
          </p:spPr>
          <p:style>
            <a:lnRef idx="1">
              <a:schemeClr val="accent1"/>
            </a:lnRef>
            <a:fillRef idx="3">
              <a:schemeClr val="accent1"/>
            </a:fillRef>
            <a:effectRef idx="2">
              <a:schemeClr val="accent1"/>
            </a:effectRef>
            <a:fontRef idx="minor">
              <a:schemeClr val="lt1"/>
            </a:fontRef>
          </p:style>
          <p:txBody>
            <a:bodyPr lIns="91415" tIns="45707" rIns="91415" bIns="45707" rtlCol="0" anchor="ctr"/>
            <a:lstStyle>
              <a:defPPr/>
            </a:lstStyle>
            <a:p>
              <a:pPr algn="ctr" defTabSz="609402" fontAlgn="base">
                <a:spcBef>
                  <a:spcPct val="0"/>
                </a:spcBef>
                <a:spcAft>
                  <a:spcPct val="0"/>
                </a:spcAft>
              </a:pPr>
              <a:endParaRPr lang="en-GB" sz="900" dirty="0">
                <a:solidFill>
                  <a:schemeClr val="bg2"/>
                </a:solidFill>
                <a:latin typeface="Verdana" panose="020B0604030504040204" pitchFamily="34" charset="0"/>
                <a:ea typeface="Verdana" panose="020B0604030504040204" pitchFamily="34" charset="0"/>
                <a:cs typeface="Verdana" panose="020B0604030504040204" pitchFamily="34" charset="0"/>
              </a:endParaRPr>
            </a:p>
          </p:txBody>
        </p:sp>
        <p:sp>
          <p:nvSpPr>
            <p:cNvPr id="125" name="Teardrop 124">
              <a:extLst>
                <a:ext uri="{FF2B5EF4-FFF2-40B4-BE49-F238E27FC236}">
                  <a16:creationId xmlns:a16="http://schemas.microsoft.com/office/drawing/2014/main" id="{BD20CA4E-D773-127D-456A-9B2F320E2A72}"/>
                </a:ext>
              </a:extLst>
            </p:cNvPr>
            <p:cNvSpPr/>
            <p:nvPr/>
          </p:nvSpPr>
          <p:spPr>
            <a:xfrm rot="8100000">
              <a:off x="4693838" y="2958868"/>
              <a:ext cx="137546" cy="137546"/>
            </a:xfrm>
            <a:prstGeom prst="teardrop">
              <a:avLst>
                <a:gd name="adj" fmla="val 133069"/>
              </a:avLst>
            </a:prstGeom>
            <a:solidFill>
              <a:schemeClr val="tx2"/>
            </a:solidFill>
            <a:ln w="6350">
              <a:solidFill>
                <a:schemeClr val="bg1"/>
              </a:solidFill>
            </a:ln>
            <a:effectLst>
              <a:outerShdw blurRad="76200" dir="18900000" sy="23000" kx="-1200000" algn="bl" rotWithShape="0">
                <a:prstClr val="black">
                  <a:alpha val="42000"/>
                </a:prstClr>
              </a:outerShdw>
            </a:effectLst>
          </p:spPr>
          <p:style>
            <a:lnRef idx="1">
              <a:schemeClr val="accent1"/>
            </a:lnRef>
            <a:fillRef idx="3">
              <a:schemeClr val="accent1"/>
            </a:fillRef>
            <a:effectRef idx="2">
              <a:schemeClr val="accent1"/>
            </a:effectRef>
            <a:fontRef idx="minor">
              <a:schemeClr val="lt1"/>
            </a:fontRef>
          </p:style>
          <p:txBody>
            <a:bodyPr lIns="91415" tIns="45707" rIns="91415" bIns="45707" rtlCol="0" anchor="ctr"/>
            <a:lstStyle>
              <a:defPPr/>
            </a:lstStyle>
            <a:p>
              <a:pPr algn="ctr" defTabSz="609402" fontAlgn="base">
                <a:spcBef>
                  <a:spcPct val="0"/>
                </a:spcBef>
                <a:spcAft>
                  <a:spcPct val="0"/>
                </a:spcAft>
              </a:pPr>
              <a:endParaRPr lang="en-GB" sz="900" dirty="0">
                <a:solidFill>
                  <a:schemeClr val="bg2"/>
                </a:solidFill>
                <a:latin typeface="Verdana" panose="020B0604030504040204" pitchFamily="34" charset="0"/>
                <a:ea typeface="Verdana" panose="020B0604030504040204" pitchFamily="34" charset="0"/>
                <a:cs typeface="Verdana" panose="020B0604030504040204" pitchFamily="34" charset="0"/>
              </a:endParaRPr>
            </a:p>
          </p:txBody>
        </p:sp>
        <p:sp>
          <p:nvSpPr>
            <p:cNvPr id="126" name="Teardrop 125">
              <a:extLst>
                <a:ext uri="{FF2B5EF4-FFF2-40B4-BE49-F238E27FC236}">
                  <a16:creationId xmlns:a16="http://schemas.microsoft.com/office/drawing/2014/main" id="{F306C452-BF01-9DDA-2AAA-BA45020A9783}"/>
                </a:ext>
              </a:extLst>
            </p:cNvPr>
            <p:cNvSpPr/>
            <p:nvPr/>
          </p:nvSpPr>
          <p:spPr>
            <a:xfrm rot="8100000">
              <a:off x="2128960" y="2695649"/>
              <a:ext cx="137546" cy="137546"/>
            </a:xfrm>
            <a:prstGeom prst="teardrop">
              <a:avLst>
                <a:gd name="adj" fmla="val 133069"/>
              </a:avLst>
            </a:prstGeom>
            <a:solidFill>
              <a:schemeClr val="tx2"/>
            </a:solidFill>
            <a:ln w="6350">
              <a:solidFill>
                <a:schemeClr val="bg1"/>
              </a:solidFill>
            </a:ln>
            <a:effectLst>
              <a:outerShdw blurRad="76200" dir="18900000" sy="23000" kx="-1200000" algn="bl" rotWithShape="0">
                <a:prstClr val="black">
                  <a:alpha val="42000"/>
                </a:prstClr>
              </a:outerShdw>
            </a:effectLst>
          </p:spPr>
          <p:style>
            <a:lnRef idx="1">
              <a:schemeClr val="accent1"/>
            </a:lnRef>
            <a:fillRef idx="3">
              <a:schemeClr val="accent1"/>
            </a:fillRef>
            <a:effectRef idx="2">
              <a:schemeClr val="accent1"/>
            </a:effectRef>
            <a:fontRef idx="minor">
              <a:schemeClr val="lt1"/>
            </a:fontRef>
          </p:style>
          <p:txBody>
            <a:bodyPr lIns="91415" tIns="45707" rIns="91415" bIns="45707" rtlCol="0" anchor="ctr"/>
            <a:lstStyle>
              <a:defPPr/>
            </a:lstStyle>
            <a:p>
              <a:pPr algn="ctr" defTabSz="609402" fontAlgn="base">
                <a:spcBef>
                  <a:spcPct val="0"/>
                </a:spcBef>
                <a:spcAft>
                  <a:spcPct val="0"/>
                </a:spcAft>
              </a:pPr>
              <a:endParaRPr lang="en-GB" sz="900" dirty="0">
                <a:solidFill>
                  <a:schemeClr val="bg2"/>
                </a:solidFill>
                <a:latin typeface="Verdana" panose="020B0604030504040204" pitchFamily="34" charset="0"/>
                <a:ea typeface="Verdana" panose="020B0604030504040204" pitchFamily="34" charset="0"/>
                <a:cs typeface="Verdana" panose="020B0604030504040204" pitchFamily="34" charset="0"/>
              </a:endParaRPr>
            </a:p>
          </p:txBody>
        </p:sp>
        <p:sp>
          <p:nvSpPr>
            <p:cNvPr id="127" name="Teardrop 126">
              <a:extLst>
                <a:ext uri="{FF2B5EF4-FFF2-40B4-BE49-F238E27FC236}">
                  <a16:creationId xmlns:a16="http://schemas.microsoft.com/office/drawing/2014/main" id="{6BE157FB-122C-5759-F403-053917F654C0}"/>
                </a:ext>
              </a:extLst>
            </p:cNvPr>
            <p:cNvSpPr/>
            <p:nvPr/>
          </p:nvSpPr>
          <p:spPr>
            <a:xfrm rot="8100000">
              <a:off x="3590867" y="2696066"/>
              <a:ext cx="137546" cy="137546"/>
            </a:xfrm>
            <a:prstGeom prst="teardrop">
              <a:avLst>
                <a:gd name="adj" fmla="val 133069"/>
              </a:avLst>
            </a:prstGeom>
            <a:solidFill>
              <a:schemeClr val="tx2"/>
            </a:solidFill>
            <a:ln w="6350">
              <a:solidFill>
                <a:schemeClr val="bg1"/>
              </a:solidFill>
            </a:ln>
            <a:effectLst>
              <a:outerShdw blurRad="76200" dir="18900000" sy="23000" kx="-1200000" algn="bl" rotWithShape="0">
                <a:prstClr val="black">
                  <a:alpha val="42000"/>
                </a:prstClr>
              </a:outerShdw>
            </a:effectLst>
          </p:spPr>
          <p:style>
            <a:lnRef idx="1">
              <a:schemeClr val="accent1"/>
            </a:lnRef>
            <a:fillRef idx="3">
              <a:schemeClr val="accent1"/>
            </a:fillRef>
            <a:effectRef idx="2">
              <a:schemeClr val="accent1"/>
            </a:effectRef>
            <a:fontRef idx="minor">
              <a:schemeClr val="lt1"/>
            </a:fontRef>
          </p:style>
          <p:txBody>
            <a:bodyPr lIns="91415" tIns="45707" rIns="91415" bIns="45707" rtlCol="0" anchor="ctr"/>
            <a:lstStyle>
              <a:defPPr/>
            </a:lstStyle>
            <a:p>
              <a:pPr algn="ctr" defTabSz="609402" fontAlgn="base">
                <a:spcBef>
                  <a:spcPct val="0"/>
                </a:spcBef>
                <a:spcAft>
                  <a:spcPct val="0"/>
                </a:spcAft>
              </a:pPr>
              <a:endParaRPr lang="en-GB" sz="900" dirty="0">
                <a:solidFill>
                  <a:schemeClr val="bg2"/>
                </a:solidFill>
                <a:latin typeface="Verdana" panose="020B0604030504040204" pitchFamily="34" charset="0"/>
                <a:ea typeface="Verdana" panose="020B0604030504040204" pitchFamily="34" charset="0"/>
                <a:cs typeface="Verdana" panose="020B0604030504040204" pitchFamily="34" charset="0"/>
              </a:endParaRPr>
            </a:p>
          </p:txBody>
        </p:sp>
        <p:sp>
          <p:nvSpPr>
            <p:cNvPr id="6" name="Rectangle 5">
              <a:extLst>
                <a:ext uri="{FF2B5EF4-FFF2-40B4-BE49-F238E27FC236}">
                  <a16:creationId xmlns:a16="http://schemas.microsoft.com/office/drawing/2014/main" id="{88884513-F45E-0E55-93DE-20EF82C3E69E}"/>
                </a:ext>
              </a:extLst>
            </p:cNvPr>
            <p:cNvSpPr/>
            <p:nvPr/>
          </p:nvSpPr>
          <p:spPr>
            <a:xfrm>
              <a:off x="984016" y="2096075"/>
              <a:ext cx="949758" cy="26000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defPPr/>
            </a:lstStyle>
            <a:p>
              <a:pPr defTabSz="342771" fontAlgn="base">
                <a:spcBef>
                  <a:spcPct val="0"/>
                </a:spcBef>
                <a:spcAft>
                  <a:spcPct val="0"/>
                </a:spcAft>
              </a:pPr>
              <a:r>
                <a:rPr lang="en-IN" altLang="en-US" sz="900" dirty="0">
                  <a:solidFill>
                    <a:schemeClr val="bg2"/>
                  </a:solidFill>
                  <a:latin typeface="Verdana" panose="020B0604030504040204" pitchFamily="34" charset="0"/>
                  <a:ea typeface="Verdana" panose="020B0604030504040204" pitchFamily="34" charset="0"/>
                  <a:cs typeface="Verdana" panose="020B0604030504040204" pitchFamily="34" charset="0"/>
                </a:rPr>
                <a:t>CANADA</a:t>
              </a:r>
            </a:p>
          </p:txBody>
        </p:sp>
        <p:sp>
          <p:nvSpPr>
            <p:cNvPr id="7" name="Rectangle 6">
              <a:extLst>
                <a:ext uri="{FF2B5EF4-FFF2-40B4-BE49-F238E27FC236}">
                  <a16:creationId xmlns:a16="http://schemas.microsoft.com/office/drawing/2014/main" id="{F3072FC9-F7D1-0ECF-EFFD-BC1AC25FBACB}"/>
                </a:ext>
              </a:extLst>
            </p:cNvPr>
            <p:cNvSpPr/>
            <p:nvPr/>
          </p:nvSpPr>
          <p:spPr>
            <a:xfrm>
              <a:off x="2523009" y="3744445"/>
              <a:ext cx="92926" cy="107107"/>
            </a:xfrm>
            <a:prstGeom prst="rect">
              <a:avLst/>
            </a:prstGeom>
            <a:solidFill>
              <a:schemeClr val="bg2"/>
            </a:solidFill>
            <a:ln>
              <a:noFill/>
            </a:ln>
            <a:effectLst>
              <a:outerShdw blurRad="76200" dir="18900000" sy="-23000" kx="-800400" algn="bl" rotWithShape="0">
                <a:prstClr val="black">
                  <a:alpha val="4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310" fontAlgn="base">
                <a:spcBef>
                  <a:spcPct val="0"/>
                </a:spcBef>
                <a:spcAft>
                  <a:spcPct val="0"/>
                </a:spcAft>
              </a:pPr>
              <a:endParaRPr lang="en-US" sz="3198" dirty="0">
                <a:solidFill>
                  <a:srgbClr val="FFFFFF"/>
                </a:solidFill>
              </a:endParaRPr>
            </a:p>
          </p:txBody>
        </p:sp>
        <p:cxnSp>
          <p:nvCxnSpPr>
            <p:cNvPr id="8" name="Straight Connector 7">
              <a:extLst>
                <a:ext uri="{FF2B5EF4-FFF2-40B4-BE49-F238E27FC236}">
                  <a16:creationId xmlns:a16="http://schemas.microsoft.com/office/drawing/2014/main" id="{926848FD-F212-04F2-DF8D-546DB87FB966}"/>
                </a:ext>
              </a:extLst>
            </p:cNvPr>
            <p:cNvCxnSpPr>
              <a:cxnSpLocks/>
            </p:cNvCxnSpPr>
            <p:nvPr/>
          </p:nvCxnSpPr>
          <p:spPr>
            <a:xfrm flipH="1">
              <a:off x="2615935" y="3820734"/>
              <a:ext cx="497943" cy="0"/>
            </a:xfrm>
            <a:prstGeom prst="line">
              <a:avLst/>
            </a:prstGeom>
            <a:ln w="6350">
              <a:solidFill>
                <a:schemeClr val="tx2"/>
              </a:solidFill>
            </a:ln>
            <a:effectLst/>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00D3856C-E62A-DABD-4D61-CAB205EE9F3D}"/>
                </a:ext>
              </a:extLst>
            </p:cNvPr>
            <p:cNvSpPr/>
            <p:nvPr/>
          </p:nvSpPr>
          <p:spPr>
            <a:xfrm>
              <a:off x="2585225" y="3613401"/>
              <a:ext cx="650516" cy="26000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defPPr/>
            </a:lstStyle>
            <a:p>
              <a:pPr defTabSz="342771" fontAlgn="base">
                <a:spcBef>
                  <a:spcPct val="0"/>
                </a:spcBef>
                <a:spcAft>
                  <a:spcPct val="0"/>
                </a:spcAft>
              </a:pPr>
              <a:r>
                <a:rPr lang="en-IN" altLang="en-US" sz="900" dirty="0">
                  <a:solidFill>
                    <a:schemeClr val="bg2"/>
                  </a:solidFill>
                  <a:latin typeface="Verdana" panose="020B0604030504040204" pitchFamily="34" charset="0"/>
                  <a:ea typeface="Verdana" panose="020B0604030504040204" pitchFamily="34" charset="0"/>
                  <a:cs typeface="Verdana" panose="020B0604030504040204" pitchFamily="34" charset="0"/>
                </a:rPr>
                <a:t>BRAZIL</a:t>
              </a:r>
            </a:p>
          </p:txBody>
        </p:sp>
        <p:sp>
          <p:nvSpPr>
            <p:cNvPr id="10" name="Rectangle 9">
              <a:extLst>
                <a:ext uri="{FF2B5EF4-FFF2-40B4-BE49-F238E27FC236}">
                  <a16:creationId xmlns:a16="http://schemas.microsoft.com/office/drawing/2014/main" id="{92ADB12D-2A47-6125-E361-446338AA0B7F}"/>
                </a:ext>
              </a:extLst>
            </p:cNvPr>
            <p:cNvSpPr/>
            <p:nvPr/>
          </p:nvSpPr>
          <p:spPr>
            <a:xfrm>
              <a:off x="3575048" y="2853974"/>
              <a:ext cx="92926" cy="107107"/>
            </a:xfrm>
            <a:prstGeom prst="rect">
              <a:avLst/>
            </a:prstGeom>
            <a:solidFill>
              <a:schemeClr val="bg2"/>
            </a:solidFill>
            <a:ln>
              <a:noFill/>
            </a:ln>
            <a:effectLst>
              <a:outerShdw blurRad="76200" dir="18900000" sy="-23000" kx="-800400" algn="bl" rotWithShape="0">
                <a:prstClr val="black">
                  <a:alpha val="4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310" fontAlgn="base">
                <a:spcBef>
                  <a:spcPct val="0"/>
                </a:spcBef>
                <a:spcAft>
                  <a:spcPct val="0"/>
                </a:spcAft>
              </a:pPr>
              <a:endParaRPr lang="en-US" sz="3198" dirty="0">
                <a:solidFill>
                  <a:srgbClr val="FFFFFF"/>
                </a:solidFill>
              </a:endParaRPr>
            </a:p>
          </p:txBody>
        </p:sp>
        <p:sp>
          <p:nvSpPr>
            <p:cNvPr id="11" name="Rectangle 10">
              <a:extLst>
                <a:ext uri="{FF2B5EF4-FFF2-40B4-BE49-F238E27FC236}">
                  <a16:creationId xmlns:a16="http://schemas.microsoft.com/office/drawing/2014/main" id="{A5291ABF-02AA-F58D-023A-FF2F5EEF696B}"/>
                </a:ext>
              </a:extLst>
            </p:cNvPr>
            <p:cNvSpPr/>
            <p:nvPr/>
          </p:nvSpPr>
          <p:spPr>
            <a:xfrm>
              <a:off x="3531127" y="2498009"/>
              <a:ext cx="92926" cy="107107"/>
            </a:xfrm>
            <a:prstGeom prst="rect">
              <a:avLst/>
            </a:prstGeom>
            <a:solidFill>
              <a:schemeClr val="bg2"/>
            </a:solidFill>
            <a:ln>
              <a:noFill/>
            </a:ln>
            <a:effectLst>
              <a:outerShdw blurRad="76200" dir="18900000" sy="-23000" kx="-800400" algn="bl" rotWithShape="0">
                <a:prstClr val="black">
                  <a:alpha val="4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310" fontAlgn="base">
                <a:spcBef>
                  <a:spcPct val="0"/>
                </a:spcBef>
                <a:spcAft>
                  <a:spcPct val="0"/>
                </a:spcAft>
              </a:pPr>
              <a:endParaRPr lang="en-US" sz="3198" dirty="0">
                <a:solidFill>
                  <a:srgbClr val="FFFFFF"/>
                </a:solidFill>
              </a:endParaRPr>
            </a:p>
          </p:txBody>
        </p:sp>
        <p:sp>
          <p:nvSpPr>
            <p:cNvPr id="12" name="Rectangle 11">
              <a:extLst>
                <a:ext uri="{FF2B5EF4-FFF2-40B4-BE49-F238E27FC236}">
                  <a16:creationId xmlns:a16="http://schemas.microsoft.com/office/drawing/2014/main" id="{1085AA72-C09C-21FB-9793-638FF8A42973}"/>
                </a:ext>
              </a:extLst>
            </p:cNvPr>
            <p:cNvSpPr/>
            <p:nvPr/>
          </p:nvSpPr>
          <p:spPr>
            <a:xfrm>
              <a:off x="4056588" y="4132145"/>
              <a:ext cx="92926" cy="107107"/>
            </a:xfrm>
            <a:prstGeom prst="rect">
              <a:avLst/>
            </a:prstGeom>
            <a:solidFill>
              <a:schemeClr val="bg2"/>
            </a:solidFill>
            <a:ln>
              <a:noFill/>
            </a:ln>
            <a:effectLst>
              <a:outerShdw blurRad="76200" dir="18900000" sy="-23000" kx="-800400" algn="bl" rotWithShape="0">
                <a:prstClr val="black">
                  <a:alpha val="4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310" fontAlgn="base">
                <a:spcBef>
                  <a:spcPct val="0"/>
                </a:spcBef>
                <a:spcAft>
                  <a:spcPct val="0"/>
                </a:spcAft>
              </a:pPr>
              <a:endParaRPr lang="en-US" sz="3198" dirty="0">
                <a:solidFill>
                  <a:srgbClr val="FFFFFF"/>
                </a:solidFill>
              </a:endParaRPr>
            </a:p>
          </p:txBody>
        </p:sp>
        <p:sp>
          <p:nvSpPr>
            <p:cNvPr id="14" name="Rectangle 13">
              <a:extLst>
                <a:ext uri="{FF2B5EF4-FFF2-40B4-BE49-F238E27FC236}">
                  <a16:creationId xmlns:a16="http://schemas.microsoft.com/office/drawing/2014/main" id="{D8BF08A6-0BF5-1617-8F9A-A9B8EB9A3AE0}"/>
                </a:ext>
              </a:extLst>
            </p:cNvPr>
            <p:cNvSpPr/>
            <p:nvPr/>
          </p:nvSpPr>
          <p:spPr>
            <a:xfrm>
              <a:off x="4505738" y="3159675"/>
              <a:ext cx="92926" cy="107107"/>
            </a:xfrm>
            <a:prstGeom prst="rect">
              <a:avLst/>
            </a:prstGeom>
            <a:solidFill>
              <a:schemeClr val="bg2"/>
            </a:solidFill>
            <a:ln>
              <a:noFill/>
            </a:ln>
            <a:effectLst>
              <a:outerShdw blurRad="76200" dir="18900000" sy="-23000" kx="-800400" algn="bl" rotWithShape="0">
                <a:prstClr val="black">
                  <a:alpha val="4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310" fontAlgn="base">
                <a:spcBef>
                  <a:spcPct val="0"/>
                </a:spcBef>
                <a:spcAft>
                  <a:spcPct val="0"/>
                </a:spcAft>
              </a:pPr>
              <a:endParaRPr lang="en-US" sz="3198" dirty="0">
                <a:solidFill>
                  <a:srgbClr val="FFFFFF"/>
                </a:solidFill>
              </a:endParaRPr>
            </a:p>
          </p:txBody>
        </p:sp>
        <p:sp>
          <p:nvSpPr>
            <p:cNvPr id="15" name="Rectangle 14">
              <a:extLst>
                <a:ext uri="{FF2B5EF4-FFF2-40B4-BE49-F238E27FC236}">
                  <a16:creationId xmlns:a16="http://schemas.microsoft.com/office/drawing/2014/main" id="{C536D0DA-F05C-14CC-C2AE-D24D72DF9E98}"/>
                </a:ext>
              </a:extLst>
            </p:cNvPr>
            <p:cNvSpPr/>
            <p:nvPr/>
          </p:nvSpPr>
          <p:spPr>
            <a:xfrm>
              <a:off x="3959312" y="3139966"/>
              <a:ext cx="944876" cy="2573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defPPr/>
            </a:lstStyle>
            <a:p>
              <a:pPr defTabSz="342771" fontAlgn="base">
                <a:spcBef>
                  <a:spcPct val="0"/>
                </a:spcBef>
                <a:spcAft>
                  <a:spcPct val="0"/>
                </a:spcAft>
              </a:pPr>
              <a:r>
                <a:rPr lang="en-IN" altLang="en-US" sz="900" dirty="0">
                  <a:solidFill>
                    <a:schemeClr val="bg2"/>
                  </a:solidFill>
                  <a:latin typeface="Verdana" panose="020B0604030504040204" pitchFamily="34" charset="0"/>
                  <a:ea typeface="Verdana" panose="020B0604030504040204" pitchFamily="34" charset="0"/>
                  <a:cs typeface="Verdana" panose="020B0604030504040204" pitchFamily="34" charset="0"/>
                </a:rPr>
                <a:t>SAUDI ARABIA</a:t>
              </a:r>
            </a:p>
          </p:txBody>
        </p:sp>
        <p:sp>
          <p:nvSpPr>
            <p:cNvPr id="17" name="Rectangle 16">
              <a:extLst>
                <a:ext uri="{FF2B5EF4-FFF2-40B4-BE49-F238E27FC236}">
                  <a16:creationId xmlns:a16="http://schemas.microsoft.com/office/drawing/2014/main" id="{F699BF10-BE49-3A89-BA43-1F25F5A841F6}"/>
                </a:ext>
              </a:extLst>
            </p:cNvPr>
            <p:cNvSpPr/>
            <p:nvPr/>
          </p:nvSpPr>
          <p:spPr>
            <a:xfrm>
              <a:off x="5527170" y="3525088"/>
              <a:ext cx="92926" cy="107107"/>
            </a:xfrm>
            <a:prstGeom prst="rect">
              <a:avLst/>
            </a:prstGeom>
            <a:solidFill>
              <a:schemeClr val="bg2"/>
            </a:solidFill>
            <a:ln>
              <a:noFill/>
            </a:ln>
            <a:effectLst>
              <a:outerShdw blurRad="76200" dir="18900000" sy="-23000" kx="-800400" algn="bl" rotWithShape="0">
                <a:prstClr val="black">
                  <a:alpha val="4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310" fontAlgn="base">
                <a:spcBef>
                  <a:spcPct val="0"/>
                </a:spcBef>
                <a:spcAft>
                  <a:spcPct val="0"/>
                </a:spcAft>
              </a:pPr>
              <a:endParaRPr lang="en-US" sz="3198" dirty="0">
                <a:solidFill>
                  <a:srgbClr val="FFFFFF"/>
                </a:solidFill>
              </a:endParaRPr>
            </a:p>
          </p:txBody>
        </p:sp>
        <p:sp>
          <p:nvSpPr>
            <p:cNvPr id="18" name="Rectangle 17">
              <a:extLst>
                <a:ext uri="{FF2B5EF4-FFF2-40B4-BE49-F238E27FC236}">
                  <a16:creationId xmlns:a16="http://schemas.microsoft.com/office/drawing/2014/main" id="{4DA6BA10-59C4-7BD9-B69F-195FCA2DA2AE}"/>
                </a:ext>
              </a:extLst>
            </p:cNvPr>
            <p:cNvSpPr/>
            <p:nvPr/>
          </p:nvSpPr>
          <p:spPr>
            <a:xfrm>
              <a:off x="5754926" y="3789858"/>
              <a:ext cx="92926" cy="107107"/>
            </a:xfrm>
            <a:prstGeom prst="rect">
              <a:avLst/>
            </a:prstGeom>
            <a:solidFill>
              <a:schemeClr val="bg2"/>
            </a:solidFill>
            <a:ln>
              <a:noFill/>
            </a:ln>
            <a:effectLst>
              <a:outerShdw blurRad="76200" dir="18900000" sy="-23000" kx="-800400" algn="bl" rotWithShape="0">
                <a:prstClr val="black">
                  <a:alpha val="4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310" fontAlgn="base">
                <a:spcBef>
                  <a:spcPct val="0"/>
                </a:spcBef>
                <a:spcAft>
                  <a:spcPct val="0"/>
                </a:spcAft>
              </a:pPr>
              <a:endParaRPr lang="en-US" sz="3198" dirty="0">
                <a:solidFill>
                  <a:srgbClr val="FFFFFF"/>
                </a:solidFill>
              </a:endParaRPr>
            </a:p>
          </p:txBody>
        </p:sp>
        <p:sp>
          <p:nvSpPr>
            <p:cNvPr id="19" name="Rectangle 18">
              <a:extLst>
                <a:ext uri="{FF2B5EF4-FFF2-40B4-BE49-F238E27FC236}">
                  <a16:creationId xmlns:a16="http://schemas.microsoft.com/office/drawing/2014/main" id="{D153C94B-BF6B-0152-35B9-EEBD1827EF15}"/>
                </a:ext>
              </a:extLst>
            </p:cNvPr>
            <p:cNvSpPr/>
            <p:nvPr/>
          </p:nvSpPr>
          <p:spPr>
            <a:xfrm>
              <a:off x="6174591" y="4108773"/>
              <a:ext cx="92926" cy="107107"/>
            </a:xfrm>
            <a:prstGeom prst="rect">
              <a:avLst/>
            </a:prstGeom>
            <a:solidFill>
              <a:schemeClr val="bg2"/>
            </a:solidFill>
            <a:ln>
              <a:noFill/>
            </a:ln>
            <a:effectLst>
              <a:outerShdw blurRad="76200" dir="18900000" sy="-23000" kx="-800400" algn="bl" rotWithShape="0">
                <a:prstClr val="black">
                  <a:alpha val="4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310" fontAlgn="base">
                <a:spcBef>
                  <a:spcPct val="0"/>
                </a:spcBef>
                <a:spcAft>
                  <a:spcPct val="0"/>
                </a:spcAft>
              </a:pPr>
              <a:endParaRPr lang="en-US" sz="3198" dirty="0">
                <a:solidFill>
                  <a:srgbClr val="FFFFFF"/>
                </a:solidFill>
              </a:endParaRPr>
            </a:p>
          </p:txBody>
        </p:sp>
        <p:sp>
          <p:nvSpPr>
            <p:cNvPr id="20" name="Rectangle 19">
              <a:extLst>
                <a:ext uri="{FF2B5EF4-FFF2-40B4-BE49-F238E27FC236}">
                  <a16:creationId xmlns:a16="http://schemas.microsoft.com/office/drawing/2014/main" id="{BA0B6672-5523-8AF4-4EE3-0E065F0F6080}"/>
                </a:ext>
              </a:extLst>
            </p:cNvPr>
            <p:cNvSpPr/>
            <p:nvPr/>
          </p:nvSpPr>
          <p:spPr>
            <a:xfrm>
              <a:off x="5378297" y="3993075"/>
              <a:ext cx="846237" cy="2878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defPPr/>
            </a:lstStyle>
            <a:p>
              <a:pPr algn="r" defTabSz="342771" fontAlgn="base">
                <a:spcBef>
                  <a:spcPct val="0"/>
                </a:spcBef>
                <a:spcAft>
                  <a:spcPct val="0"/>
                </a:spcAft>
              </a:pPr>
              <a:r>
                <a:rPr lang="en-IN" altLang="en-US" sz="900" dirty="0">
                  <a:solidFill>
                    <a:schemeClr val="bg2"/>
                  </a:solidFill>
                  <a:latin typeface="Verdana" panose="020B0604030504040204" pitchFamily="34" charset="0"/>
                  <a:ea typeface="Verdana" panose="020B0604030504040204" pitchFamily="34" charset="0"/>
                  <a:cs typeface="Verdana" panose="020B0604030504040204" pitchFamily="34" charset="0"/>
                </a:rPr>
                <a:t>AUSTRALIA</a:t>
              </a:r>
            </a:p>
          </p:txBody>
        </p:sp>
        <p:cxnSp>
          <p:nvCxnSpPr>
            <p:cNvPr id="21" name="Straight Connector 20">
              <a:extLst>
                <a:ext uri="{FF2B5EF4-FFF2-40B4-BE49-F238E27FC236}">
                  <a16:creationId xmlns:a16="http://schemas.microsoft.com/office/drawing/2014/main" id="{5E473449-DE67-C7C2-4CC5-FE6DDB3AA01E}"/>
                </a:ext>
              </a:extLst>
            </p:cNvPr>
            <p:cNvCxnSpPr>
              <a:cxnSpLocks/>
            </p:cNvCxnSpPr>
            <p:nvPr/>
          </p:nvCxnSpPr>
          <p:spPr>
            <a:xfrm flipH="1">
              <a:off x="5477911" y="4209770"/>
              <a:ext cx="707512" cy="0"/>
            </a:xfrm>
            <a:prstGeom prst="line">
              <a:avLst/>
            </a:prstGeom>
            <a:ln w="6350">
              <a:solidFill>
                <a:schemeClr val="tx2"/>
              </a:solidFill>
            </a:ln>
            <a:effectLst/>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587A2921-DACD-FB81-7BDD-F385B61A47AC}"/>
                </a:ext>
              </a:extLst>
            </p:cNvPr>
            <p:cNvSpPr/>
            <p:nvPr/>
          </p:nvSpPr>
          <p:spPr>
            <a:xfrm>
              <a:off x="4723796" y="2839042"/>
              <a:ext cx="92926" cy="107107"/>
            </a:xfrm>
            <a:prstGeom prst="rect">
              <a:avLst/>
            </a:prstGeom>
            <a:solidFill>
              <a:schemeClr val="bg2"/>
            </a:solidFill>
            <a:ln>
              <a:noFill/>
            </a:ln>
            <a:effectLst>
              <a:outerShdw blurRad="76200" dir="18900000" sy="-23000" kx="-800400" algn="bl" rotWithShape="0">
                <a:prstClr val="black">
                  <a:alpha val="4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310" fontAlgn="base">
                <a:spcBef>
                  <a:spcPct val="0"/>
                </a:spcBef>
                <a:spcAft>
                  <a:spcPct val="0"/>
                </a:spcAft>
              </a:pPr>
              <a:endParaRPr lang="en-US" sz="3198" dirty="0">
                <a:solidFill>
                  <a:srgbClr val="FFFFFF"/>
                </a:solidFill>
              </a:endParaRPr>
            </a:p>
          </p:txBody>
        </p:sp>
        <p:sp>
          <p:nvSpPr>
            <p:cNvPr id="23" name="Rectangle 22">
              <a:extLst>
                <a:ext uri="{FF2B5EF4-FFF2-40B4-BE49-F238E27FC236}">
                  <a16:creationId xmlns:a16="http://schemas.microsoft.com/office/drawing/2014/main" id="{0BC05678-5C84-8881-7E93-BDC0615D6737}"/>
                </a:ext>
              </a:extLst>
            </p:cNvPr>
            <p:cNvSpPr/>
            <p:nvPr/>
          </p:nvSpPr>
          <p:spPr>
            <a:xfrm>
              <a:off x="4751246" y="2691942"/>
              <a:ext cx="884861" cy="2240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defPPr/>
            </a:lstStyle>
            <a:p>
              <a:pPr defTabSz="342771" fontAlgn="base">
                <a:spcBef>
                  <a:spcPct val="0"/>
                </a:spcBef>
                <a:spcAft>
                  <a:spcPct val="0"/>
                </a:spcAft>
              </a:pPr>
              <a:r>
                <a:rPr lang="en-IN" altLang="en-US" sz="900" dirty="0">
                  <a:solidFill>
                    <a:schemeClr val="bg2"/>
                  </a:solidFill>
                  <a:latin typeface="Verdana" panose="020B0604030504040204" pitchFamily="34" charset="0"/>
                  <a:ea typeface="Verdana" panose="020B0604030504040204" pitchFamily="34" charset="0"/>
                  <a:cs typeface="Verdana" panose="020B0604030504040204" pitchFamily="34" charset="0"/>
                </a:rPr>
                <a:t>MIDDLE EAST</a:t>
              </a:r>
            </a:p>
          </p:txBody>
        </p:sp>
        <p:sp>
          <p:nvSpPr>
            <p:cNvPr id="24" name="Rectangle 23">
              <a:extLst>
                <a:ext uri="{FF2B5EF4-FFF2-40B4-BE49-F238E27FC236}">
                  <a16:creationId xmlns:a16="http://schemas.microsoft.com/office/drawing/2014/main" id="{D45CA0F4-6C79-667D-318E-11AEBF47C131}"/>
                </a:ext>
              </a:extLst>
            </p:cNvPr>
            <p:cNvSpPr/>
            <p:nvPr/>
          </p:nvSpPr>
          <p:spPr>
            <a:xfrm>
              <a:off x="5648159" y="3660855"/>
              <a:ext cx="92926" cy="107107"/>
            </a:xfrm>
            <a:prstGeom prst="rect">
              <a:avLst/>
            </a:prstGeom>
            <a:solidFill>
              <a:schemeClr val="bg2"/>
            </a:solidFill>
            <a:ln>
              <a:noFill/>
            </a:ln>
            <a:effectLst>
              <a:outerShdw blurRad="76200" dir="18900000" sy="-23000" kx="-800400" algn="bl" rotWithShape="0">
                <a:prstClr val="black">
                  <a:alpha val="4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310" fontAlgn="base">
                <a:spcBef>
                  <a:spcPct val="0"/>
                </a:spcBef>
                <a:spcAft>
                  <a:spcPct val="0"/>
                </a:spcAft>
              </a:pPr>
              <a:endParaRPr lang="en-US" sz="3198" dirty="0">
                <a:solidFill>
                  <a:srgbClr val="FFFFFF"/>
                </a:solidFill>
              </a:endParaRPr>
            </a:p>
          </p:txBody>
        </p:sp>
        <p:sp>
          <p:nvSpPr>
            <p:cNvPr id="81" name="Oval 80">
              <a:extLst>
                <a:ext uri="{FF2B5EF4-FFF2-40B4-BE49-F238E27FC236}">
                  <a16:creationId xmlns:a16="http://schemas.microsoft.com/office/drawing/2014/main" id="{FF8AF1BC-2518-A674-88D9-AE020418C8C3}"/>
                </a:ext>
              </a:extLst>
            </p:cNvPr>
            <p:cNvSpPr/>
            <p:nvPr/>
          </p:nvSpPr>
          <p:spPr>
            <a:xfrm>
              <a:off x="6047600" y="3451656"/>
              <a:ext cx="99967" cy="102086"/>
            </a:xfrm>
            <a:prstGeom prst="ellipse">
              <a:avLst/>
            </a:prstGeom>
            <a:solidFill>
              <a:schemeClr val="accent2"/>
            </a:solidFill>
            <a:ln>
              <a:solidFill>
                <a:schemeClr val="bg1"/>
              </a:solidFill>
            </a:ln>
            <a:effectLst>
              <a:outerShdw blurRad="76200" dir="18900000" sy="-23000" kx="-800400" algn="bl" rotWithShape="0">
                <a:prstClr val="black">
                  <a:alpha val="4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310" fontAlgn="base">
                <a:spcBef>
                  <a:spcPct val="0"/>
                </a:spcBef>
                <a:spcAft>
                  <a:spcPct val="0"/>
                </a:spcAft>
              </a:pPr>
              <a:endParaRPr lang="en-US" sz="900" dirty="0">
                <a:solidFill>
                  <a:schemeClr val="bg2"/>
                </a:solidFill>
                <a:latin typeface="Verdana" panose="020B0604030504040204" pitchFamily="34" charset="0"/>
                <a:ea typeface="Verdana" panose="020B0604030504040204" pitchFamily="34" charset="0"/>
                <a:cs typeface="Verdana" panose="020B0604030504040204" pitchFamily="34" charset="0"/>
              </a:endParaRPr>
            </a:p>
          </p:txBody>
        </p:sp>
        <p:sp>
          <p:nvSpPr>
            <p:cNvPr id="107" name="Isosceles Triangle 62">
              <a:extLst>
                <a:ext uri="{FF2B5EF4-FFF2-40B4-BE49-F238E27FC236}">
                  <a16:creationId xmlns:a16="http://schemas.microsoft.com/office/drawing/2014/main" id="{C63F884F-3434-086E-5550-654511F5D573}"/>
                </a:ext>
              </a:extLst>
            </p:cNvPr>
            <p:cNvSpPr/>
            <p:nvPr/>
          </p:nvSpPr>
          <p:spPr>
            <a:xfrm flipV="1">
              <a:off x="5636107" y="3298475"/>
              <a:ext cx="106554" cy="107107"/>
            </a:xfrm>
            <a:prstGeom prst="triangle">
              <a:avLst/>
            </a:prstGeom>
            <a:solidFill>
              <a:schemeClr val="accent5"/>
            </a:solidFill>
            <a:ln>
              <a:solidFill>
                <a:schemeClr val="bg1"/>
              </a:solidFill>
            </a:ln>
            <a:effectLst>
              <a:outerShdw blurRad="76200" dir="18900000" sy="23000" kx="-1200000" algn="bl" rotWithShape="0">
                <a:prstClr val="black">
                  <a:alpha val="4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063" fontAlgn="base">
                <a:spcBef>
                  <a:spcPct val="0"/>
                </a:spcBef>
                <a:spcAft>
                  <a:spcPct val="0"/>
                </a:spcAft>
              </a:pPr>
              <a:endParaRPr lang="en-US" sz="900" dirty="0">
                <a:solidFill>
                  <a:schemeClr val="bg2"/>
                </a:solidFill>
                <a:latin typeface="Verdana" panose="020B0604030504040204" pitchFamily="34" charset="0"/>
                <a:ea typeface="Verdana" panose="020B0604030504040204" pitchFamily="34" charset="0"/>
                <a:cs typeface="Verdana" panose="020B0604030504040204" pitchFamily="34" charset="0"/>
              </a:endParaRPr>
            </a:p>
          </p:txBody>
        </p:sp>
        <p:sp>
          <p:nvSpPr>
            <p:cNvPr id="134" name="Isosceles Triangle 61">
              <a:extLst>
                <a:ext uri="{FF2B5EF4-FFF2-40B4-BE49-F238E27FC236}">
                  <a16:creationId xmlns:a16="http://schemas.microsoft.com/office/drawing/2014/main" id="{24A9458A-F2BD-9877-2D7E-EED4B9B4254C}"/>
                </a:ext>
              </a:extLst>
            </p:cNvPr>
            <p:cNvSpPr/>
            <p:nvPr/>
          </p:nvSpPr>
          <p:spPr>
            <a:xfrm flipV="1">
              <a:off x="5907194" y="3107047"/>
              <a:ext cx="106554" cy="107107"/>
            </a:xfrm>
            <a:prstGeom prst="triangle">
              <a:avLst/>
            </a:prstGeom>
            <a:solidFill>
              <a:schemeClr val="accent5"/>
            </a:solidFill>
            <a:ln>
              <a:solidFill>
                <a:schemeClr val="bg1"/>
              </a:solidFill>
            </a:ln>
            <a:effectLst>
              <a:outerShdw blurRad="76200" dir="18900000" sy="23000" kx="-1200000" algn="bl" rotWithShape="0">
                <a:prstClr val="black">
                  <a:alpha val="4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063" fontAlgn="base">
                <a:spcBef>
                  <a:spcPct val="0"/>
                </a:spcBef>
                <a:spcAft>
                  <a:spcPct val="0"/>
                </a:spcAft>
              </a:pPr>
              <a:endParaRPr lang="en-US" sz="900" dirty="0">
                <a:solidFill>
                  <a:schemeClr val="bg2"/>
                </a:solidFill>
                <a:latin typeface="Verdana" panose="020B0604030504040204" pitchFamily="34" charset="0"/>
                <a:ea typeface="Verdana" panose="020B0604030504040204" pitchFamily="34" charset="0"/>
                <a:cs typeface="Verdana" panose="020B0604030504040204" pitchFamily="34" charset="0"/>
              </a:endParaRPr>
            </a:p>
          </p:txBody>
        </p:sp>
        <p:sp>
          <p:nvSpPr>
            <p:cNvPr id="135" name="Rectangle 134">
              <a:extLst>
                <a:ext uri="{FF2B5EF4-FFF2-40B4-BE49-F238E27FC236}">
                  <a16:creationId xmlns:a16="http://schemas.microsoft.com/office/drawing/2014/main" id="{68C9A07E-6577-18D0-3267-8326088A1C85}"/>
                </a:ext>
              </a:extLst>
            </p:cNvPr>
            <p:cNvSpPr/>
            <p:nvPr/>
          </p:nvSpPr>
          <p:spPr>
            <a:xfrm>
              <a:off x="5979746" y="3016565"/>
              <a:ext cx="92926" cy="107107"/>
            </a:xfrm>
            <a:prstGeom prst="rect">
              <a:avLst/>
            </a:prstGeom>
            <a:solidFill>
              <a:schemeClr val="bg2"/>
            </a:solidFill>
            <a:ln>
              <a:noFill/>
            </a:ln>
            <a:effectLst>
              <a:outerShdw blurRad="76200" dir="18900000" sy="-23000" kx="-800400" algn="bl" rotWithShape="0">
                <a:prstClr val="black">
                  <a:alpha val="4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310" fontAlgn="base">
                <a:spcBef>
                  <a:spcPct val="0"/>
                </a:spcBef>
                <a:spcAft>
                  <a:spcPct val="0"/>
                </a:spcAft>
              </a:pPr>
              <a:endParaRPr lang="en-US" sz="3198" dirty="0">
                <a:solidFill>
                  <a:srgbClr val="FFFFFF"/>
                </a:solidFill>
              </a:endParaRPr>
            </a:p>
          </p:txBody>
        </p:sp>
        <p:sp>
          <p:nvSpPr>
            <p:cNvPr id="140" name="Isosceles Triangle 60">
              <a:extLst>
                <a:ext uri="{FF2B5EF4-FFF2-40B4-BE49-F238E27FC236}">
                  <a16:creationId xmlns:a16="http://schemas.microsoft.com/office/drawing/2014/main" id="{10265A68-2A20-B299-B505-A486EF8A64D5}"/>
                </a:ext>
              </a:extLst>
            </p:cNvPr>
            <p:cNvSpPr/>
            <p:nvPr/>
          </p:nvSpPr>
          <p:spPr>
            <a:xfrm flipV="1">
              <a:off x="6123483" y="2837730"/>
              <a:ext cx="106554" cy="107107"/>
            </a:xfrm>
            <a:prstGeom prst="triangle">
              <a:avLst/>
            </a:prstGeom>
            <a:solidFill>
              <a:schemeClr val="accent5"/>
            </a:solidFill>
            <a:ln>
              <a:solidFill>
                <a:schemeClr val="bg1"/>
              </a:solidFill>
            </a:ln>
            <a:effectLst>
              <a:outerShdw blurRad="76200" dir="18900000" sy="23000" kx="-1200000" algn="bl" rotWithShape="0">
                <a:prstClr val="black">
                  <a:alpha val="4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063" fontAlgn="base">
                <a:spcBef>
                  <a:spcPct val="0"/>
                </a:spcBef>
                <a:spcAft>
                  <a:spcPct val="0"/>
                </a:spcAft>
              </a:pPr>
              <a:endParaRPr lang="en-US" sz="900" dirty="0">
                <a:solidFill>
                  <a:schemeClr val="bg2"/>
                </a:solidFill>
                <a:latin typeface="Verdana" panose="020B0604030504040204" pitchFamily="34" charset="0"/>
                <a:ea typeface="Verdana" panose="020B0604030504040204" pitchFamily="34" charset="0"/>
                <a:cs typeface="Verdana" panose="020B0604030504040204" pitchFamily="34" charset="0"/>
              </a:endParaRPr>
            </a:p>
          </p:txBody>
        </p:sp>
        <p:sp>
          <p:nvSpPr>
            <p:cNvPr id="142" name="Oval 141">
              <a:extLst>
                <a:ext uri="{FF2B5EF4-FFF2-40B4-BE49-F238E27FC236}">
                  <a16:creationId xmlns:a16="http://schemas.microsoft.com/office/drawing/2014/main" id="{963249D5-04ED-A57E-83A9-E2FC4C95045C}"/>
                </a:ext>
              </a:extLst>
            </p:cNvPr>
            <p:cNvSpPr/>
            <p:nvPr/>
          </p:nvSpPr>
          <p:spPr>
            <a:xfrm>
              <a:off x="5133846" y="3269893"/>
              <a:ext cx="99967" cy="102086"/>
            </a:xfrm>
            <a:prstGeom prst="ellipse">
              <a:avLst/>
            </a:prstGeom>
            <a:solidFill>
              <a:schemeClr val="accent2"/>
            </a:solidFill>
            <a:ln>
              <a:solidFill>
                <a:schemeClr val="bg1"/>
              </a:solidFill>
            </a:ln>
            <a:effectLst>
              <a:outerShdw blurRad="76200" dir="18900000" sy="-23000" kx="-800400" algn="bl" rotWithShape="0">
                <a:prstClr val="black">
                  <a:alpha val="4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310" fontAlgn="base">
                <a:spcBef>
                  <a:spcPct val="0"/>
                </a:spcBef>
                <a:spcAft>
                  <a:spcPct val="0"/>
                </a:spcAft>
              </a:pPr>
              <a:endParaRPr lang="en-US" sz="900" dirty="0">
                <a:solidFill>
                  <a:schemeClr val="bg2"/>
                </a:solidFill>
                <a:latin typeface="Verdana" panose="020B0604030504040204" pitchFamily="34" charset="0"/>
                <a:ea typeface="Verdana" panose="020B0604030504040204" pitchFamily="34" charset="0"/>
                <a:cs typeface="Verdana" panose="020B0604030504040204" pitchFamily="34" charset="0"/>
              </a:endParaRPr>
            </a:p>
          </p:txBody>
        </p:sp>
        <p:sp>
          <p:nvSpPr>
            <p:cNvPr id="143" name="Isosceles Triangle 58">
              <a:extLst>
                <a:ext uri="{FF2B5EF4-FFF2-40B4-BE49-F238E27FC236}">
                  <a16:creationId xmlns:a16="http://schemas.microsoft.com/office/drawing/2014/main" id="{73B9B0E5-94CD-3FAC-841B-FD967811EE8D}"/>
                </a:ext>
              </a:extLst>
            </p:cNvPr>
            <p:cNvSpPr/>
            <p:nvPr/>
          </p:nvSpPr>
          <p:spPr>
            <a:xfrm flipV="1">
              <a:off x="4397218" y="3906296"/>
              <a:ext cx="106554" cy="107107"/>
            </a:xfrm>
            <a:prstGeom prst="triangle">
              <a:avLst/>
            </a:prstGeom>
            <a:solidFill>
              <a:schemeClr val="accent5"/>
            </a:solidFill>
            <a:ln>
              <a:solidFill>
                <a:schemeClr val="bg1"/>
              </a:solidFill>
            </a:ln>
            <a:effectLst>
              <a:outerShdw blurRad="76200" dir="18900000" sy="23000" kx="-1200000" algn="bl" rotWithShape="0">
                <a:prstClr val="black">
                  <a:alpha val="4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063" fontAlgn="base">
                <a:spcBef>
                  <a:spcPct val="0"/>
                </a:spcBef>
                <a:spcAft>
                  <a:spcPct val="0"/>
                </a:spcAft>
              </a:pPr>
              <a:endParaRPr lang="en-US" sz="900" dirty="0">
                <a:solidFill>
                  <a:schemeClr val="bg2"/>
                </a:solidFill>
                <a:latin typeface="Verdana" panose="020B0604030504040204" pitchFamily="34" charset="0"/>
                <a:ea typeface="Verdana" panose="020B0604030504040204" pitchFamily="34" charset="0"/>
                <a:cs typeface="Verdana" panose="020B0604030504040204" pitchFamily="34" charset="0"/>
              </a:endParaRPr>
            </a:p>
          </p:txBody>
        </p:sp>
        <p:cxnSp>
          <p:nvCxnSpPr>
            <p:cNvPr id="145" name="Elbow Connector 144">
              <a:extLst>
                <a:ext uri="{FF2B5EF4-FFF2-40B4-BE49-F238E27FC236}">
                  <a16:creationId xmlns:a16="http://schemas.microsoft.com/office/drawing/2014/main" id="{AC90A891-335C-167D-B28A-5DFD50CDF8B7}"/>
                </a:ext>
              </a:extLst>
            </p:cNvPr>
            <p:cNvCxnSpPr>
              <a:cxnSpLocks/>
              <a:endCxn id="14" idx="2"/>
            </p:cNvCxnSpPr>
            <p:nvPr/>
          </p:nvCxnSpPr>
          <p:spPr>
            <a:xfrm flipV="1">
              <a:off x="4049241" y="3266782"/>
              <a:ext cx="502960" cy="151687"/>
            </a:xfrm>
            <a:prstGeom prst="bentConnector2">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148" name="Rectangle 147">
              <a:extLst>
                <a:ext uri="{FF2B5EF4-FFF2-40B4-BE49-F238E27FC236}">
                  <a16:creationId xmlns:a16="http://schemas.microsoft.com/office/drawing/2014/main" id="{47D38C13-4466-B7A0-8B3F-6636A106C0B5}"/>
                </a:ext>
              </a:extLst>
            </p:cNvPr>
            <p:cNvSpPr/>
            <p:nvPr/>
          </p:nvSpPr>
          <p:spPr>
            <a:xfrm>
              <a:off x="3115172" y="3172923"/>
              <a:ext cx="694542" cy="2295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defPPr/>
            </a:lstStyle>
            <a:p>
              <a:pPr defTabSz="342771" fontAlgn="base">
                <a:spcBef>
                  <a:spcPct val="0"/>
                </a:spcBef>
                <a:spcAft>
                  <a:spcPct val="0"/>
                </a:spcAft>
              </a:pPr>
              <a:r>
                <a:rPr lang="en-IN" altLang="en-US" sz="900" dirty="0">
                  <a:solidFill>
                    <a:schemeClr val="bg2"/>
                  </a:solidFill>
                  <a:latin typeface="Verdana" panose="020B0604030504040204" pitchFamily="34" charset="0"/>
                  <a:ea typeface="Verdana" panose="020B0604030504040204" pitchFamily="34" charset="0"/>
                  <a:cs typeface="Verdana" panose="020B0604030504040204" pitchFamily="34" charset="0"/>
                </a:rPr>
                <a:t>NIGERIA</a:t>
              </a:r>
            </a:p>
          </p:txBody>
        </p:sp>
        <p:sp>
          <p:nvSpPr>
            <p:cNvPr id="149" name="Rectangle 148">
              <a:extLst>
                <a:ext uri="{FF2B5EF4-FFF2-40B4-BE49-F238E27FC236}">
                  <a16:creationId xmlns:a16="http://schemas.microsoft.com/office/drawing/2014/main" id="{86915108-1EDD-6055-D47A-6A45C83C8897}"/>
                </a:ext>
              </a:extLst>
            </p:cNvPr>
            <p:cNvSpPr/>
            <p:nvPr/>
          </p:nvSpPr>
          <p:spPr>
            <a:xfrm>
              <a:off x="5789417" y="3798266"/>
              <a:ext cx="966159" cy="231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defPPr/>
            </a:lstStyle>
            <a:p>
              <a:pPr defTabSz="342771" fontAlgn="base">
                <a:spcBef>
                  <a:spcPct val="0"/>
                </a:spcBef>
                <a:spcAft>
                  <a:spcPct val="0"/>
                </a:spcAft>
              </a:pPr>
              <a:r>
                <a:rPr lang="en-IN" altLang="en-US" sz="900" dirty="0">
                  <a:solidFill>
                    <a:schemeClr val="bg2"/>
                  </a:solidFill>
                  <a:latin typeface="Verdana" panose="020B0604030504040204" pitchFamily="34" charset="0"/>
                  <a:ea typeface="Verdana" panose="020B0604030504040204" pitchFamily="34" charset="0"/>
                  <a:cs typeface="Verdana" panose="020B0604030504040204" pitchFamily="34" charset="0"/>
                </a:rPr>
                <a:t>INDONESIA</a:t>
              </a:r>
            </a:p>
          </p:txBody>
        </p:sp>
        <p:cxnSp>
          <p:nvCxnSpPr>
            <p:cNvPr id="150" name="Elbow Connector 149">
              <a:extLst>
                <a:ext uri="{FF2B5EF4-FFF2-40B4-BE49-F238E27FC236}">
                  <a16:creationId xmlns:a16="http://schemas.microsoft.com/office/drawing/2014/main" id="{AA8E3DC5-CF8F-9C38-C1CE-221FF785C5E4}"/>
                </a:ext>
              </a:extLst>
            </p:cNvPr>
            <p:cNvCxnSpPr>
              <a:cxnSpLocks/>
            </p:cNvCxnSpPr>
            <p:nvPr/>
          </p:nvCxnSpPr>
          <p:spPr>
            <a:xfrm>
              <a:off x="5790892" y="3849153"/>
              <a:ext cx="755060" cy="151239"/>
            </a:xfrm>
            <a:prstGeom prst="bentConnector3">
              <a:avLst>
                <a:gd name="adj1" fmla="val 1168"/>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DCA16EEB-177D-2435-3358-1BF277A7C764}"/>
                </a:ext>
              </a:extLst>
            </p:cNvPr>
            <p:cNvCxnSpPr>
              <a:cxnSpLocks/>
            </p:cNvCxnSpPr>
            <p:nvPr/>
          </p:nvCxnSpPr>
          <p:spPr>
            <a:xfrm flipV="1">
              <a:off x="1095364" y="2305586"/>
              <a:ext cx="548831" cy="1236"/>
            </a:xfrm>
            <a:prstGeom prst="line">
              <a:avLst/>
            </a:prstGeom>
            <a:ln w="6350">
              <a:solidFill>
                <a:schemeClr val="tx2"/>
              </a:solidFill>
            </a:ln>
            <a:effectLst/>
          </p:spPr>
          <p:style>
            <a:lnRef idx="1">
              <a:schemeClr val="accent1"/>
            </a:lnRef>
            <a:fillRef idx="0">
              <a:schemeClr val="accent1"/>
            </a:fillRef>
            <a:effectRef idx="0">
              <a:schemeClr val="accent1"/>
            </a:effectRef>
            <a:fontRef idx="minor">
              <a:schemeClr val="tx1"/>
            </a:fontRef>
          </p:style>
        </p:cxnSp>
        <p:sp>
          <p:nvSpPr>
            <p:cNvPr id="155" name="Rectangle 154">
              <a:extLst>
                <a:ext uri="{FF2B5EF4-FFF2-40B4-BE49-F238E27FC236}">
                  <a16:creationId xmlns:a16="http://schemas.microsoft.com/office/drawing/2014/main" id="{AEE83EC6-6DE5-6B09-A8A2-852A659E2B2E}"/>
                </a:ext>
              </a:extLst>
            </p:cNvPr>
            <p:cNvSpPr/>
            <p:nvPr/>
          </p:nvSpPr>
          <p:spPr>
            <a:xfrm>
              <a:off x="1597732" y="2203559"/>
              <a:ext cx="92926" cy="107107"/>
            </a:xfrm>
            <a:prstGeom prst="rect">
              <a:avLst/>
            </a:prstGeom>
            <a:solidFill>
              <a:schemeClr val="bg2"/>
            </a:solidFill>
            <a:ln>
              <a:noFill/>
            </a:ln>
            <a:effectLst>
              <a:outerShdw blurRad="76200" dir="18900000" sy="-23000" kx="-800400" algn="bl" rotWithShape="0">
                <a:prstClr val="black">
                  <a:alpha val="4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310" fontAlgn="base">
                <a:spcBef>
                  <a:spcPct val="0"/>
                </a:spcBef>
                <a:spcAft>
                  <a:spcPct val="0"/>
                </a:spcAft>
              </a:pPr>
              <a:endParaRPr lang="en-US" sz="3198" dirty="0">
                <a:solidFill>
                  <a:schemeClr val="bg2"/>
                </a:solidFill>
              </a:endParaRPr>
            </a:p>
          </p:txBody>
        </p:sp>
        <p:cxnSp>
          <p:nvCxnSpPr>
            <p:cNvPr id="156" name="Straight Connector 155">
              <a:extLst>
                <a:ext uri="{FF2B5EF4-FFF2-40B4-BE49-F238E27FC236}">
                  <a16:creationId xmlns:a16="http://schemas.microsoft.com/office/drawing/2014/main" id="{880966CD-C8DB-A0A7-0EF4-19A8C4A5B7F2}"/>
                </a:ext>
              </a:extLst>
            </p:cNvPr>
            <p:cNvCxnSpPr>
              <a:cxnSpLocks/>
            </p:cNvCxnSpPr>
            <p:nvPr/>
          </p:nvCxnSpPr>
          <p:spPr>
            <a:xfrm flipH="1">
              <a:off x="3216803" y="3359348"/>
              <a:ext cx="599221" cy="0"/>
            </a:xfrm>
            <a:prstGeom prst="line">
              <a:avLst/>
            </a:prstGeom>
            <a:ln w="6350">
              <a:solidFill>
                <a:schemeClr val="tx2"/>
              </a:solidFill>
            </a:ln>
            <a:effectLst/>
          </p:spPr>
          <p:style>
            <a:lnRef idx="1">
              <a:schemeClr val="accent1"/>
            </a:lnRef>
            <a:fillRef idx="0">
              <a:schemeClr val="accent1"/>
            </a:fillRef>
            <a:effectRef idx="0">
              <a:schemeClr val="accent1"/>
            </a:effectRef>
            <a:fontRef idx="minor">
              <a:schemeClr val="tx1"/>
            </a:fontRef>
          </p:style>
        </p:cxnSp>
        <p:sp>
          <p:nvSpPr>
            <p:cNvPr id="158" name="Rectangle 157">
              <a:extLst>
                <a:ext uri="{FF2B5EF4-FFF2-40B4-BE49-F238E27FC236}">
                  <a16:creationId xmlns:a16="http://schemas.microsoft.com/office/drawing/2014/main" id="{1DCE5A61-0F22-0069-CCD0-7F59A8B1CDAB}"/>
                </a:ext>
              </a:extLst>
            </p:cNvPr>
            <p:cNvSpPr/>
            <p:nvPr/>
          </p:nvSpPr>
          <p:spPr>
            <a:xfrm>
              <a:off x="3739081" y="3257321"/>
              <a:ext cx="92926" cy="107107"/>
            </a:xfrm>
            <a:prstGeom prst="rect">
              <a:avLst/>
            </a:prstGeom>
            <a:solidFill>
              <a:schemeClr val="bg2"/>
            </a:solidFill>
            <a:ln>
              <a:noFill/>
            </a:ln>
            <a:effectLst>
              <a:outerShdw blurRad="76200" dir="18900000" sy="-23000" kx="-800400" algn="bl" rotWithShape="0">
                <a:prstClr val="black">
                  <a:alpha val="4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310" fontAlgn="base">
                <a:spcBef>
                  <a:spcPct val="0"/>
                </a:spcBef>
                <a:spcAft>
                  <a:spcPct val="0"/>
                </a:spcAft>
              </a:pPr>
              <a:endParaRPr lang="en-US" sz="3198" dirty="0">
                <a:solidFill>
                  <a:srgbClr val="FFFFFF"/>
                </a:solidFill>
              </a:endParaRPr>
            </a:p>
          </p:txBody>
        </p:sp>
        <p:sp>
          <p:nvSpPr>
            <p:cNvPr id="159" name="Rectangle 158">
              <a:extLst>
                <a:ext uri="{FF2B5EF4-FFF2-40B4-BE49-F238E27FC236}">
                  <a16:creationId xmlns:a16="http://schemas.microsoft.com/office/drawing/2014/main" id="{58DB1C98-B009-CA30-369C-A87FADD2ED2A}"/>
                </a:ext>
              </a:extLst>
            </p:cNvPr>
            <p:cNvSpPr/>
            <p:nvPr/>
          </p:nvSpPr>
          <p:spPr>
            <a:xfrm>
              <a:off x="3032128" y="4046537"/>
              <a:ext cx="1076798" cy="2295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7" rIns="91415" bIns="45707" rtlCol="0" anchor="ctr"/>
            <a:lstStyle>
              <a:defPPr/>
            </a:lstStyle>
            <a:p>
              <a:pPr defTabSz="342771" fontAlgn="base">
                <a:spcBef>
                  <a:spcPct val="0"/>
                </a:spcBef>
                <a:spcAft>
                  <a:spcPct val="0"/>
                </a:spcAft>
              </a:pPr>
              <a:r>
                <a:rPr lang="en-IN" altLang="en-US" sz="900" dirty="0">
                  <a:solidFill>
                    <a:schemeClr val="bg2"/>
                  </a:solidFill>
                  <a:latin typeface="Verdana" panose="020B0604030504040204" pitchFamily="34" charset="0"/>
                  <a:ea typeface="Verdana" panose="020B0604030504040204" pitchFamily="34" charset="0"/>
                  <a:cs typeface="Verdana" panose="020B0604030504040204" pitchFamily="34" charset="0"/>
                </a:rPr>
                <a:t>SOUTH AFRICA</a:t>
              </a:r>
            </a:p>
          </p:txBody>
        </p:sp>
        <p:cxnSp>
          <p:nvCxnSpPr>
            <p:cNvPr id="160" name="Straight Connector 159">
              <a:extLst>
                <a:ext uri="{FF2B5EF4-FFF2-40B4-BE49-F238E27FC236}">
                  <a16:creationId xmlns:a16="http://schemas.microsoft.com/office/drawing/2014/main" id="{C644BCF8-21A5-8605-EB16-4596B04E39B0}"/>
                </a:ext>
              </a:extLst>
            </p:cNvPr>
            <p:cNvCxnSpPr>
              <a:cxnSpLocks/>
            </p:cNvCxnSpPr>
            <p:nvPr/>
          </p:nvCxnSpPr>
          <p:spPr>
            <a:xfrm flipH="1">
              <a:off x="3115172" y="4232962"/>
              <a:ext cx="1024829" cy="0"/>
            </a:xfrm>
            <a:prstGeom prst="line">
              <a:avLst/>
            </a:prstGeom>
            <a:ln w="6350">
              <a:solidFill>
                <a:schemeClr val="tx2"/>
              </a:solidFill>
            </a:ln>
            <a:effectLst/>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362087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37ADE-5CC2-80E8-C723-594D518D5D26}"/>
              </a:ext>
            </a:extLst>
          </p:cNvPr>
          <p:cNvSpPr>
            <a:spLocks noGrp="1"/>
          </p:cNvSpPr>
          <p:nvPr>
            <p:ph type="title"/>
          </p:nvPr>
        </p:nvSpPr>
        <p:spPr/>
        <p:txBody>
          <a:bodyPr/>
          <a:lstStyle/>
          <a:p>
            <a:r>
              <a:rPr lang="en-US" dirty="0"/>
              <a:t>Comprehensive health and wellbeing approach</a:t>
            </a:r>
          </a:p>
        </p:txBody>
      </p:sp>
      <p:sp>
        <p:nvSpPr>
          <p:cNvPr id="4" name="Slide Number Placeholder 3">
            <a:extLst>
              <a:ext uri="{FF2B5EF4-FFF2-40B4-BE49-F238E27FC236}">
                <a16:creationId xmlns:a16="http://schemas.microsoft.com/office/drawing/2014/main" id="{ED4E3F8C-D792-4755-1B25-7528B8DCD5EE}"/>
              </a:ext>
            </a:extLst>
          </p:cNvPr>
          <p:cNvSpPr>
            <a:spLocks noGrp="1"/>
          </p:cNvSpPr>
          <p:nvPr>
            <p:ph type="sldNum" sz="quarter" idx="11"/>
          </p:nvPr>
        </p:nvSpPr>
        <p:spPr/>
        <p:txBody>
          <a:bodyPr/>
          <a:lstStyle/>
          <a:p>
            <a:fld id="{23AA811B-2EBD-4900-905E-5BE206449611}" type="slidenum">
              <a:rPr lang="en-US" smtClean="0"/>
              <a:pPr/>
              <a:t>5</a:t>
            </a:fld>
            <a:endParaRPr lang="en-US" dirty="0"/>
          </a:p>
        </p:txBody>
      </p:sp>
      <p:sp>
        <p:nvSpPr>
          <p:cNvPr id="23" name="Rectangle 22">
            <a:extLst>
              <a:ext uri="{FF2B5EF4-FFF2-40B4-BE49-F238E27FC236}">
                <a16:creationId xmlns:a16="http://schemas.microsoft.com/office/drawing/2014/main" id="{1C959AB7-D99C-6FB6-04FD-ADEDB9F6BF2D}"/>
              </a:ext>
            </a:extLst>
          </p:cNvPr>
          <p:cNvSpPr/>
          <p:nvPr/>
        </p:nvSpPr>
        <p:spPr>
          <a:xfrm>
            <a:off x="633845" y="3656364"/>
            <a:ext cx="3400058" cy="173149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a:spcAft>
                <a:spcPts val="200"/>
              </a:spcAft>
            </a:pPr>
            <a:r>
              <a:rPr lang="en-US" sz="1500" b="1" dirty="0">
                <a:solidFill>
                  <a:srgbClr val="FF4D00"/>
                </a:solidFill>
                <a:latin typeface="Verdana" panose="020B0604030504040204" pitchFamily="34" charset="0"/>
                <a:ea typeface="Verdana" panose="020B0604030504040204" pitchFamily="34" charset="0"/>
                <a:cs typeface="Verdana" panose="020B0604030504040204" pitchFamily="34" charset="0"/>
              </a:rPr>
              <a:t>EMOTIONAL HEALTH</a:t>
            </a:r>
          </a:p>
          <a:p>
            <a:pPr marL="152362" indent="-152362">
              <a:spcBef>
                <a:spcPts val="400"/>
              </a:spcBef>
              <a:spcAft>
                <a:spcPts val="200"/>
              </a:spcAft>
              <a:buFont typeface="Arial" panose="020B0604020202020204" pitchFamily="34" charset="0"/>
              <a:buChar char="•"/>
            </a:pPr>
            <a:r>
              <a:rPr lang="en-US" sz="1200" b="1" dirty="0">
                <a:solidFill>
                  <a:srgbClr val="110081"/>
                </a:solidFill>
                <a:latin typeface="Verdana" panose="020B0604030504040204" pitchFamily="34" charset="0"/>
                <a:ea typeface="Verdana" panose="020B0604030504040204" pitchFamily="34" charset="0"/>
                <a:cs typeface="Verdana" panose="020B0604030504040204" pitchFamily="34" charset="0"/>
              </a:rPr>
              <a:t>Make one small change: </a:t>
            </a:r>
            <a:r>
              <a:rPr lang="en-US" sz="1200" b="1" dirty="0">
                <a:solidFill>
                  <a:srgbClr val="FF4D00"/>
                </a:solidFill>
                <a:latin typeface="Verdana" panose="020B0604030504040204" pitchFamily="34" charset="0"/>
                <a:ea typeface="Verdana" panose="020B0604030504040204" pitchFamily="34" charset="0"/>
                <a:cs typeface="Verdana" panose="020B0604030504040204" pitchFamily="34" charset="0"/>
              </a:rPr>
              <a:t>Resilience</a:t>
            </a:r>
            <a:r>
              <a:rPr lang="en-US" sz="1200" b="1" dirty="0">
                <a:solidFill>
                  <a:srgbClr val="0033FF"/>
                </a:solidFill>
                <a:latin typeface="Verdana" panose="020B0604030504040204" pitchFamily="34" charset="0"/>
                <a:ea typeface="Verdana" panose="020B0604030504040204" pitchFamily="34" charset="0"/>
                <a:cs typeface="Verdana" panose="020B0604030504040204" pitchFamily="34" charset="0"/>
              </a:rPr>
              <a:t> </a:t>
            </a:r>
            <a:br>
              <a:rPr lang="en-US" sz="1200" dirty="0">
                <a:solidFill>
                  <a:srgbClr val="0033FF"/>
                </a:solidFill>
                <a:latin typeface="Verdana" panose="020B0604030504040204" pitchFamily="34" charset="0"/>
                <a:ea typeface="Verdana" panose="020B0604030504040204" pitchFamily="34" charset="0"/>
                <a:cs typeface="Verdana" panose="020B0604030504040204" pitchFamily="34" charset="0"/>
              </a:rPr>
            </a:b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Online health improvement program</a:t>
            </a:r>
          </a:p>
          <a:p>
            <a:pPr marL="152362" indent="-152362">
              <a:spcBef>
                <a:spcPts val="400"/>
              </a:spcBef>
              <a:spcAft>
                <a:spcPts val="200"/>
              </a:spcAft>
              <a:buFont typeface="Arial" panose="020B0604020202020204" pitchFamily="34" charset="0"/>
              <a:buChar char="•"/>
            </a:pPr>
            <a:r>
              <a:rPr lang="en-US" sz="1200" b="1" dirty="0">
                <a:solidFill>
                  <a:srgbClr val="110081"/>
                </a:solidFill>
                <a:latin typeface="Verdana" panose="020B0604030504040204" pitchFamily="34" charset="0"/>
                <a:ea typeface="Verdana" panose="020B0604030504040204" pitchFamily="34" charset="0"/>
                <a:cs typeface="Verdana" panose="020B0604030504040204" pitchFamily="34" charset="0"/>
              </a:rPr>
              <a:t>International employee </a:t>
            </a:r>
            <a:br>
              <a:rPr lang="en-US" sz="1200" b="1" dirty="0">
                <a:solidFill>
                  <a:srgbClr val="110081"/>
                </a:solidFill>
                <a:latin typeface="Verdana" panose="020B0604030504040204" pitchFamily="34" charset="0"/>
                <a:ea typeface="Verdana" panose="020B0604030504040204" pitchFamily="34" charset="0"/>
                <a:cs typeface="Verdana" panose="020B0604030504040204" pitchFamily="34" charset="0"/>
              </a:rPr>
            </a:br>
            <a:r>
              <a:rPr lang="en-US" sz="1200" b="1" dirty="0">
                <a:solidFill>
                  <a:srgbClr val="110081"/>
                </a:solidFill>
                <a:latin typeface="Verdana" panose="020B0604030504040204" pitchFamily="34" charset="0"/>
                <a:ea typeface="Verdana" panose="020B0604030504040204" pitchFamily="34" charset="0"/>
                <a:cs typeface="Verdana" panose="020B0604030504040204" pitchFamily="34" charset="0"/>
              </a:rPr>
              <a:t>assistance program</a:t>
            </a:r>
            <a:br>
              <a:rPr lang="en-US" sz="1200" dirty="0">
                <a:solidFill>
                  <a:srgbClr val="110081"/>
                </a:solidFill>
                <a:latin typeface="Verdana" panose="020B0604030504040204" pitchFamily="34" charset="0"/>
                <a:ea typeface="Verdana" panose="020B0604030504040204" pitchFamily="34" charset="0"/>
                <a:cs typeface="Verdana" panose="020B0604030504040204" pitchFamily="34" charset="0"/>
              </a:rPr>
            </a:b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Support services including virtual and </a:t>
            </a:r>
            <a:b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b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in-person counselling, mindfulness, </a:t>
            </a:r>
            <a:b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b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and online CBT </a:t>
            </a:r>
          </a:p>
        </p:txBody>
      </p:sp>
      <p:sp>
        <p:nvSpPr>
          <p:cNvPr id="21" name="Rectangle 20">
            <a:extLst>
              <a:ext uri="{FF2B5EF4-FFF2-40B4-BE49-F238E27FC236}">
                <a16:creationId xmlns:a16="http://schemas.microsoft.com/office/drawing/2014/main" id="{FAF85632-6D23-84BE-14D7-9779BADF94A8}"/>
              </a:ext>
            </a:extLst>
          </p:cNvPr>
          <p:cNvSpPr/>
          <p:nvPr/>
        </p:nvSpPr>
        <p:spPr>
          <a:xfrm>
            <a:off x="974998" y="971305"/>
            <a:ext cx="3405908" cy="22052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a:spcAft>
                <a:spcPts val="200"/>
              </a:spcAft>
            </a:pPr>
            <a:r>
              <a:rPr lang="en-US" sz="1500" b="1" dirty="0">
                <a:solidFill>
                  <a:srgbClr val="00B050"/>
                </a:solidFill>
                <a:latin typeface="Verdana" panose="020B0604030504040204" pitchFamily="34" charset="0"/>
                <a:ea typeface="Verdana" panose="020B0604030504040204" pitchFamily="34" charset="0"/>
                <a:cs typeface="Verdana" panose="020B0604030504040204" pitchFamily="34" charset="0"/>
              </a:rPr>
              <a:t>PHYSICAL HEALTH</a:t>
            </a:r>
          </a:p>
          <a:p>
            <a:pPr marL="152362" indent="-152362">
              <a:spcBef>
                <a:spcPts val="400"/>
              </a:spcBef>
              <a:spcAft>
                <a:spcPts val="200"/>
              </a:spcAft>
              <a:buFont typeface="Arial" panose="020B0604020202020204" pitchFamily="34" charset="0"/>
              <a:buChar char="•"/>
            </a:pPr>
            <a:r>
              <a:rPr lang="en-US" sz="1200" b="1" dirty="0">
                <a:solidFill>
                  <a:srgbClr val="110081"/>
                </a:solidFill>
                <a:latin typeface="Verdana" panose="020B0604030504040204" pitchFamily="34" charset="0"/>
                <a:ea typeface="Verdana" panose="020B0604030504040204" pitchFamily="34" charset="0"/>
                <a:cs typeface="Verdana" panose="020B0604030504040204" pitchFamily="34" charset="0"/>
              </a:rPr>
              <a:t>Make one small change: </a:t>
            </a:r>
            <a:br>
              <a:rPr lang="en-US" sz="1200" b="1" dirty="0">
                <a:solidFill>
                  <a:srgbClr val="110081"/>
                </a:solidFill>
                <a:latin typeface="Verdana" panose="020B0604030504040204" pitchFamily="34" charset="0"/>
                <a:ea typeface="Verdana" panose="020B0604030504040204" pitchFamily="34" charset="0"/>
                <a:cs typeface="Verdana" panose="020B0604030504040204" pitchFamily="34" charset="0"/>
              </a:rPr>
            </a:br>
            <a:r>
              <a:rPr lang="en-US" sz="1200" b="1" dirty="0">
                <a:solidFill>
                  <a:srgbClr val="00B050"/>
                </a:solidFill>
                <a:latin typeface="Verdana" panose="020B0604030504040204" pitchFamily="34" charset="0"/>
                <a:ea typeface="Verdana" panose="020B0604030504040204" pitchFamily="34" charset="0"/>
                <a:cs typeface="Verdana" panose="020B0604030504040204" pitchFamily="34" charset="0"/>
              </a:rPr>
              <a:t>Movement. Nutrition. Sleep </a:t>
            </a:r>
            <a:br>
              <a:rPr lang="en-US" sz="1200" b="1" dirty="0">
                <a:solidFill>
                  <a:srgbClr val="110081"/>
                </a:solidFill>
                <a:latin typeface="Verdana" panose="020B0604030504040204" pitchFamily="34" charset="0"/>
                <a:ea typeface="Verdana" panose="020B0604030504040204" pitchFamily="34" charset="0"/>
                <a:cs typeface="Verdana" panose="020B0604030504040204" pitchFamily="34" charset="0"/>
              </a:rPr>
            </a:b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Online health improvement programs</a:t>
            </a:r>
          </a:p>
          <a:p>
            <a:pPr marL="152362" indent="-152362">
              <a:spcBef>
                <a:spcPts val="400"/>
              </a:spcBef>
              <a:spcAft>
                <a:spcPts val="200"/>
              </a:spcAft>
              <a:buFont typeface="Arial" panose="020B0604020202020204" pitchFamily="34" charset="0"/>
              <a:buChar char="•"/>
            </a:pPr>
            <a:r>
              <a:rPr lang="en-US" sz="1200" b="1" dirty="0">
                <a:solidFill>
                  <a:srgbClr val="110081"/>
                </a:solidFill>
                <a:latin typeface="Verdana" panose="020B0604030504040204" pitchFamily="34" charset="0"/>
                <a:ea typeface="Verdana" panose="020B0604030504040204" pitchFamily="34" charset="0"/>
                <a:cs typeface="Verdana" panose="020B0604030504040204" pitchFamily="34" charset="0"/>
              </a:rPr>
              <a:t>Chronic condition management </a:t>
            </a:r>
            <a:br>
              <a:rPr lang="en-US" sz="1200" dirty="0">
                <a:solidFill>
                  <a:srgbClr val="110081"/>
                </a:solidFill>
                <a:latin typeface="Verdana" panose="020B0604030504040204" pitchFamily="34" charset="0"/>
                <a:ea typeface="Verdana" panose="020B0604030504040204" pitchFamily="34" charset="0"/>
                <a:cs typeface="Verdana" panose="020B0604030504040204" pitchFamily="34" charset="0"/>
              </a:rPr>
            </a:b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Comprehensive guidance for customers with certain chronic conditions</a:t>
            </a:r>
          </a:p>
          <a:p>
            <a:pPr marL="152362" indent="-152362">
              <a:spcBef>
                <a:spcPts val="400"/>
              </a:spcBef>
              <a:spcAft>
                <a:spcPts val="200"/>
              </a:spcAft>
              <a:buFont typeface="Arial" panose="020B0604020202020204" pitchFamily="34" charset="0"/>
              <a:buChar char="•"/>
            </a:pPr>
            <a:r>
              <a:rPr lang="en-US" sz="1200" b="1" dirty="0">
                <a:solidFill>
                  <a:srgbClr val="110081"/>
                </a:solidFill>
                <a:latin typeface="Verdana" panose="020B0604030504040204" pitchFamily="34" charset="0"/>
                <a:ea typeface="Verdana" panose="020B0604030504040204" pitchFamily="34" charset="0"/>
                <a:cs typeface="Verdana" panose="020B0604030504040204" pitchFamily="34" charset="0"/>
              </a:rPr>
              <a:t>Case management </a:t>
            </a:r>
            <a:br>
              <a:rPr lang="en-US" sz="1200" dirty="0">
                <a:solidFill>
                  <a:srgbClr val="110081"/>
                </a:solidFill>
                <a:latin typeface="Verdana" panose="020B0604030504040204" pitchFamily="34" charset="0"/>
                <a:ea typeface="Verdana" panose="020B0604030504040204" pitchFamily="34" charset="0"/>
                <a:cs typeface="Verdana" panose="020B0604030504040204" pitchFamily="34" charset="0"/>
              </a:rPr>
            </a:b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Steerage and support for customers </a:t>
            </a:r>
            <a:b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b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with complex conditions</a:t>
            </a:r>
            <a:endParaRPr lang="en-US" sz="1200" b="1"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17" name="Rectangle 16">
            <a:extLst>
              <a:ext uri="{FF2B5EF4-FFF2-40B4-BE49-F238E27FC236}">
                <a16:creationId xmlns:a16="http://schemas.microsoft.com/office/drawing/2014/main" id="{BC5D1D3B-7357-71E0-4ADA-74F8E1D988B3}"/>
              </a:ext>
            </a:extLst>
          </p:cNvPr>
          <p:cNvSpPr/>
          <p:nvPr/>
        </p:nvSpPr>
        <p:spPr>
          <a:xfrm>
            <a:off x="8105587" y="952505"/>
            <a:ext cx="3659105" cy="269496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a:spcAft>
                <a:spcPts val="200"/>
              </a:spcAft>
            </a:pPr>
            <a:r>
              <a:rPr lang="en-US" sz="1500" b="1" dirty="0">
                <a:solidFill>
                  <a:srgbClr val="110081"/>
                </a:solidFill>
                <a:latin typeface="Verdana" panose="020B0604030504040204" pitchFamily="34" charset="0"/>
                <a:ea typeface="Verdana" panose="020B0604030504040204" pitchFamily="34" charset="0"/>
                <a:cs typeface="Verdana" panose="020B0604030504040204" pitchFamily="34" charset="0"/>
              </a:rPr>
              <a:t>PEACE OF MIND</a:t>
            </a:r>
          </a:p>
          <a:p>
            <a:pPr marL="152362" indent="-152362">
              <a:spcBef>
                <a:spcPts val="400"/>
              </a:spcBef>
              <a:spcAft>
                <a:spcPts val="200"/>
              </a:spcAft>
              <a:buFont typeface="Arial" panose="020B0604020202020204" pitchFamily="34" charset="0"/>
              <a:buChar char="•"/>
            </a:pPr>
            <a:r>
              <a:rPr lang="en-US" sz="1200" b="1" dirty="0">
                <a:solidFill>
                  <a:srgbClr val="110081"/>
                </a:solidFill>
                <a:latin typeface="Verdana" panose="020B0604030504040204" pitchFamily="34" charset="0"/>
                <a:ea typeface="Verdana" panose="020B0604030504040204" pitchFamily="34" charset="0"/>
                <a:cs typeface="Verdana" panose="020B0604030504040204" pitchFamily="34" charset="0"/>
              </a:rPr>
              <a:t>Telehealth</a:t>
            </a:r>
            <a:br>
              <a:rPr lang="en-US" sz="1200" dirty="0">
                <a:solidFill>
                  <a:srgbClr val="110081"/>
                </a:solidFill>
                <a:latin typeface="Verdana" panose="020B0604030504040204" pitchFamily="34" charset="0"/>
                <a:ea typeface="Verdana" panose="020B0604030504040204" pitchFamily="34" charset="0"/>
                <a:cs typeface="Verdana" panose="020B0604030504040204" pitchFamily="34" charset="0"/>
              </a:rPr>
            </a:b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24/7 phone and video consultations with license doctors with no limits on the number of consultations</a:t>
            </a:r>
          </a:p>
          <a:p>
            <a:pPr marL="152362" indent="-152362">
              <a:spcBef>
                <a:spcPts val="400"/>
              </a:spcBef>
              <a:spcAft>
                <a:spcPts val="200"/>
              </a:spcAft>
              <a:buFont typeface="Arial" panose="020B0604020202020204" pitchFamily="34" charset="0"/>
              <a:buChar char="•"/>
            </a:pPr>
            <a:r>
              <a:rPr lang="en-US" sz="1200" b="1" dirty="0">
                <a:solidFill>
                  <a:srgbClr val="110081"/>
                </a:solidFill>
                <a:latin typeface="Verdana" panose="020B0604030504040204" pitchFamily="34" charset="0"/>
                <a:ea typeface="Verdana" panose="020B0604030504040204" pitchFamily="34" charset="0"/>
                <a:cs typeface="Verdana" panose="020B0604030504040204" pitchFamily="34" charset="0"/>
              </a:rPr>
              <a:t>Pre-departure medical assessment</a:t>
            </a:r>
            <a:br>
              <a:rPr lang="en-US" sz="1200" dirty="0">
                <a:solidFill>
                  <a:srgbClr val="110081"/>
                </a:solidFill>
                <a:latin typeface="Verdana" panose="020B0604030504040204" pitchFamily="34" charset="0"/>
                <a:ea typeface="Verdana" panose="020B0604030504040204" pitchFamily="34" charset="0"/>
                <a:cs typeface="Verdana" panose="020B0604030504040204" pitchFamily="34" charset="0"/>
              </a:rPr>
            </a:b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Assess your health risk and receive support before relocating</a:t>
            </a:r>
          </a:p>
          <a:p>
            <a:pPr marL="152362" indent="-152362">
              <a:spcBef>
                <a:spcPts val="400"/>
              </a:spcBef>
              <a:spcAft>
                <a:spcPts val="200"/>
              </a:spcAft>
              <a:buFont typeface="Arial" panose="020B0604020202020204" pitchFamily="34" charset="0"/>
              <a:buChar char="•"/>
            </a:pPr>
            <a:r>
              <a:rPr lang="en-US" sz="1200" b="1" dirty="0">
                <a:solidFill>
                  <a:srgbClr val="110081"/>
                </a:solidFill>
                <a:latin typeface="Verdana" panose="020B0604030504040204" pitchFamily="34" charset="0"/>
                <a:ea typeface="Verdana" panose="020B0604030504040204" pitchFamily="34" charset="0"/>
                <a:cs typeface="Verdana" panose="020B0604030504040204" pitchFamily="34" charset="0"/>
              </a:rPr>
              <a:t>Transition of care </a:t>
            </a:r>
            <a:br>
              <a:rPr lang="en-US" sz="1200" dirty="0">
                <a:solidFill>
                  <a:srgbClr val="110081"/>
                </a:solidFill>
                <a:latin typeface="Verdana" panose="020B0604030504040204" pitchFamily="34" charset="0"/>
                <a:ea typeface="Verdana" panose="020B0604030504040204" pitchFamily="34" charset="0"/>
                <a:cs typeface="Verdana" panose="020B0604030504040204" pitchFamily="34" charset="0"/>
              </a:rPr>
            </a:b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Ensuring care is not interrupted as customers transition to Cigna Healthcare</a:t>
            </a:r>
          </a:p>
          <a:p>
            <a:pPr marL="152362" indent="-152362">
              <a:spcBef>
                <a:spcPts val="400"/>
              </a:spcBef>
              <a:spcAft>
                <a:spcPts val="200"/>
              </a:spcAft>
              <a:buFont typeface="Arial" panose="020B0604020202020204" pitchFamily="34" charset="0"/>
              <a:buChar char="•"/>
            </a:pPr>
            <a:r>
              <a:rPr lang="en-US" sz="1200" b="1" dirty="0">
                <a:solidFill>
                  <a:srgbClr val="110081"/>
                </a:solidFill>
                <a:latin typeface="Verdana" panose="020B0604030504040204" pitchFamily="34" charset="0"/>
                <a:ea typeface="Verdana" panose="020B0604030504040204" pitchFamily="34" charset="0"/>
                <a:cs typeface="Verdana" panose="020B0604030504040204" pitchFamily="34" charset="0"/>
              </a:rPr>
              <a:t>Decision Support </a:t>
            </a:r>
            <a:br>
              <a:rPr lang="en-US" sz="1200" dirty="0">
                <a:solidFill>
                  <a:srgbClr val="110081"/>
                </a:solidFill>
                <a:latin typeface="Verdana" panose="020B0604030504040204" pitchFamily="34" charset="0"/>
                <a:ea typeface="Verdana" panose="020B0604030504040204" pitchFamily="34" charset="0"/>
                <a:cs typeface="Verdana" panose="020B0604030504040204" pitchFamily="34" charset="0"/>
              </a:rPr>
            </a:b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Assisting with informed </a:t>
            </a:r>
            <a:b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b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and evidence-based decisions</a:t>
            </a:r>
          </a:p>
        </p:txBody>
      </p:sp>
      <p:sp>
        <p:nvSpPr>
          <p:cNvPr id="15" name="Rectangle 14">
            <a:extLst>
              <a:ext uri="{FF2B5EF4-FFF2-40B4-BE49-F238E27FC236}">
                <a16:creationId xmlns:a16="http://schemas.microsoft.com/office/drawing/2014/main" id="{35140AC9-EE49-D7DE-BF29-F33414905923}"/>
              </a:ext>
            </a:extLst>
          </p:cNvPr>
          <p:cNvSpPr/>
          <p:nvPr/>
        </p:nvSpPr>
        <p:spPr>
          <a:xfrm>
            <a:off x="8771606" y="4318362"/>
            <a:ext cx="3507384" cy="14709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a:spcAft>
                <a:spcPts val="200"/>
              </a:spcAft>
            </a:pPr>
            <a:r>
              <a:rPr lang="en-US" sz="1500" b="1" dirty="0">
                <a:solidFill>
                  <a:srgbClr val="0033FF"/>
                </a:solidFill>
                <a:latin typeface="Verdana" panose="020B0604030504040204" pitchFamily="34" charset="0"/>
                <a:ea typeface="Verdana" panose="020B0604030504040204" pitchFamily="34" charset="0"/>
                <a:cs typeface="Verdana" panose="020B0604030504040204" pitchFamily="34" charset="0"/>
              </a:rPr>
              <a:t>HEALTH INSIGHTS</a:t>
            </a:r>
          </a:p>
          <a:p>
            <a:pPr marL="152362" indent="-152362">
              <a:spcBef>
                <a:spcPts val="400"/>
              </a:spcBef>
              <a:spcAft>
                <a:spcPts val="200"/>
              </a:spcAft>
              <a:buFont typeface="Arial" panose="020B0604020202020204" pitchFamily="34" charset="0"/>
              <a:buChar char="•"/>
            </a:pPr>
            <a:r>
              <a:rPr lang="en-US" sz="1200" b="1" dirty="0">
                <a:solidFill>
                  <a:srgbClr val="110081"/>
                </a:solidFill>
                <a:latin typeface="Verdana" panose="020B0604030504040204" pitchFamily="34" charset="0"/>
                <a:ea typeface="Verdana" panose="020B0604030504040204" pitchFamily="34" charset="0"/>
                <a:cs typeface="Verdana" panose="020B0604030504040204" pitchFamily="34" charset="0"/>
              </a:rPr>
              <a:t>Health risk assessment</a:t>
            </a:r>
            <a:br>
              <a:rPr lang="en-US" sz="1200" dirty="0">
                <a:solidFill>
                  <a:srgbClr val="110081"/>
                </a:solidFill>
                <a:latin typeface="Verdana" panose="020B0604030504040204" pitchFamily="34" charset="0"/>
                <a:ea typeface="Verdana" panose="020B0604030504040204" pitchFamily="34" charset="0"/>
                <a:cs typeface="Verdana" panose="020B0604030504040204" pitchFamily="34" charset="0"/>
              </a:rPr>
            </a:b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Comprehensive health and wellbeing assessment that assesses eight </a:t>
            </a:r>
            <a:b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b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areas of health</a:t>
            </a:r>
          </a:p>
          <a:p>
            <a:pPr marL="152362" indent="-152362">
              <a:spcBef>
                <a:spcPts val="400"/>
              </a:spcBef>
              <a:spcAft>
                <a:spcPts val="200"/>
              </a:spcAft>
              <a:buFont typeface="Arial" panose="020B0604020202020204" pitchFamily="34" charset="0"/>
              <a:buChar char="•"/>
            </a:pPr>
            <a:r>
              <a:rPr lang="en-US" sz="1200" b="1" dirty="0">
                <a:solidFill>
                  <a:srgbClr val="110081"/>
                </a:solidFill>
                <a:latin typeface="Verdana" panose="020B0604030504040204" pitchFamily="34" charset="0"/>
                <a:ea typeface="Verdana" panose="020B0604030504040204" pitchFamily="34" charset="0"/>
                <a:cs typeface="Verdana" panose="020B0604030504040204" pitchFamily="34" charset="0"/>
              </a:rPr>
              <a:t>Targeted risk assessment</a:t>
            </a:r>
            <a:br>
              <a:rPr lang="en-US" sz="1200" dirty="0">
                <a:solidFill>
                  <a:srgbClr val="110081"/>
                </a:solidFill>
                <a:latin typeface="Verdana" panose="020B0604030504040204" pitchFamily="34" charset="0"/>
                <a:ea typeface="Verdana" panose="020B0604030504040204" pitchFamily="34" charset="0"/>
                <a:cs typeface="Verdana" panose="020B0604030504040204" pitchFamily="34" charset="0"/>
              </a:rPr>
            </a:b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In-depth assessments in the areas </a:t>
            </a:r>
            <a:b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b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of sleep, stress, nutrition and activity</a:t>
            </a:r>
          </a:p>
        </p:txBody>
      </p:sp>
      <p:sp>
        <p:nvSpPr>
          <p:cNvPr id="12" name="Rectangle 11">
            <a:extLst>
              <a:ext uri="{FF2B5EF4-FFF2-40B4-BE49-F238E27FC236}">
                <a16:creationId xmlns:a16="http://schemas.microsoft.com/office/drawing/2014/main" id="{98020E46-BB4B-FE66-EDDD-7FDCDFA20DA3}"/>
              </a:ext>
            </a:extLst>
          </p:cNvPr>
          <p:cNvSpPr/>
          <p:nvPr/>
        </p:nvSpPr>
        <p:spPr>
          <a:xfrm>
            <a:off x="3758883" y="5396354"/>
            <a:ext cx="3642554" cy="99082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a:spcAft>
                <a:spcPts val="200"/>
              </a:spcAft>
            </a:pPr>
            <a:r>
              <a:rPr lang="en-US" sz="1500" b="1" dirty="0">
                <a:solidFill>
                  <a:srgbClr val="FAA163"/>
                </a:solidFill>
                <a:latin typeface="Verdana" panose="020B0604030504040204" pitchFamily="34" charset="0"/>
                <a:ea typeface="Verdana" panose="020B0604030504040204" pitchFamily="34" charset="0"/>
                <a:cs typeface="Verdana" panose="020B0604030504040204" pitchFamily="34" charset="0"/>
              </a:rPr>
              <a:t>Behavioral health</a:t>
            </a:r>
          </a:p>
          <a:p>
            <a:pPr>
              <a:spcBef>
                <a:spcPts val="400"/>
              </a:spcBef>
              <a:spcAft>
                <a:spcPts val="200"/>
              </a:spcAft>
            </a:pPr>
            <a:r>
              <a:rPr lang="en-US" sz="1200" b="1" dirty="0">
                <a:solidFill>
                  <a:srgbClr val="FAA163"/>
                </a:solidFill>
                <a:latin typeface="Verdana" panose="020B0604030504040204" pitchFamily="34" charset="0"/>
                <a:ea typeface="Verdana" panose="020B0604030504040204" pitchFamily="34" charset="0"/>
                <a:cs typeface="Verdana" panose="020B0604030504040204" pitchFamily="34" charset="0"/>
              </a:rPr>
              <a:t>GINGER</a:t>
            </a:r>
            <a:br>
              <a:rPr lang="en-US" sz="1200" b="1" dirty="0">
                <a:solidFill>
                  <a:srgbClr val="110081"/>
                </a:solidFill>
                <a:latin typeface="Verdana" panose="020B0604030504040204" pitchFamily="34" charset="0"/>
                <a:ea typeface="Verdana" panose="020B0604030504040204" pitchFamily="34" charset="0"/>
                <a:cs typeface="Verdana" panose="020B0604030504040204" pitchFamily="34" charset="0"/>
              </a:rPr>
            </a:b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In-network virtual behavioral health </a:t>
            </a:r>
            <a:b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b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coaching* in the United States (U.S.)</a:t>
            </a:r>
          </a:p>
          <a:p>
            <a:pPr>
              <a:spcAft>
                <a:spcPts val="267"/>
              </a:spcAft>
            </a:pPr>
            <a:endParaRPr lang="en-US" sz="1733" b="1" dirty="0">
              <a:solidFill>
                <a:srgbClr val="0081CA"/>
              </a:solidFill>
              <a:latin typeface="Verdana" panose="020B0604030504040204" pitchFamily="34" charset="0"/>
              <a:ea typeface="Verdana" panose="020B0604030504040204" pitchFamily="34" charset="0"/>
              <a:cs typeface="Verdana" panose="020B0604030504040204" pitchFamily="34" charset="0"/>
            </a:endParaRPr>
          </a:p>
        </p:txBody>
      </p:sp>
      <p:sp>
        <p:nvSpPr>
          <p:cNvPr id="44" name="TextBox 43">
            <a:extLst>
              <a:ext uri="{FF2B5EF4-FFF2-40B4-BE49-F238E27FC236}">
                <a16:creationId xmlns:a16="http://schemas.microsoft.com/office/drawing/2014/main" id="{FFCE6689-4CCD-BCE8-D884-21B72440282E}"/>
              </a:ext>
            </a:extLst>
          </p:cNvPr>
          <p:cNvSpPr txBox="1"/>
          <p:nvPr/>
        </p:nvSpPr>
        <p:spPr>
          <a:xfrm>
            <a:off x="1949004" y="6198850"/>
            <a:ext cx="8974965" cy="727064"/>
          </a:xfrm>
          <a:prstGeom prst="rect">
            <a:avLst/>
          </a:prstGeom>
          <a:ln w="28575">
            <a:noFill/>
          </a:ln>
        </p:spPr>
        <p:txBody>
          <a:bodyPr vert="horz" wrap="square" lIns="243714" tIns="243714" rIns="243714" bIns="243714" rtlCol="0" anchor="ctr" anchorCtr="0">
            <a:noAutofit/>
          </a:bodyPr>
          <a:lstStyle/>
          <a:p>
            <a:pPr defTabSz="609341">
              <a:lnSpc>
                <a:spcPts val="1184"/>
              </a:lnSpc>
            </a:pPr>
            <a:r>
              <a:rPr lang="en-US" sz="900" dirty="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rPr>
              <a:t>* Program services are provided by independent companies/entities and not by Cigna. Program availability is subject to change.</a:t>
            </a:r>
          </a:p>
        </p:txBody>
      </p:sp>
      <p:grpSp>
        <p:nvGrpSpPr>
          <p:cNvPr id="60" name="Group 59">
            <a:extLst>
              <a:ext uri="{FF2B5EF4-FFF2-40B4-BE49-F238E27FC236}">
                <a16:creationId xmlns:a16="http://schemas.microsoft.com/office/drawing/2014/main" id="{A3C30B77-6F06-AAEF-0F47-015368011C46}"/>
              </a:ext>
            </a:extLst>
          </p:cNvPr>
          <p:cNvGrpSpPr/>
          <p:nvPr/>
        </p:nvGrpSpPr>
        <p:grpSpPr>
          <a:xfrm>
            <a:off x="3435124" y="1864814"/>
            <a:ext cx="4650930" cy="4511396"/>
            <a:chOff x="3433536" y="1864814"/>
            <a:chExt cx="4650930" cy="4511396"/>
          </a:xfrm>
        </p:grpSpPr>
        <p:grpSp>
          <p:nvGrpSpPr>
            <p:cNvPr id="57" name="Group 56">
              <a:extLst>
                <a:ext uri="{FF2B5EF4-FFF2-40B4-BE49-F238E27FC236}">
                  <a16:creationId xmlns:a16="http://schemas.microsoft.com/office/drawing/2014/main" id="{CFF56D45-2F6C-F015-3384-52AF35E4BA72}"/>
                </a:ext>
              </a:extLst>
            </p:cNvPr>
            <p:cNvGrpSpPr/>
            <p:nvPr/>
          </p:nvGrpSpPr>
          <p:grpSpPr>
            <a:xfrm>
              <a:off x="3433536" y="1864814"/>
              <a:ext cx="4650930" cy="4511396"/>
              <a:chOff x="3433536" y="1864814"/>
              <a:chExt cx="4650930" cy="4511396"/>
            </a:xfrm>
          </p:grpSpPr>
          <p:sp>
            <p:nvSpPr>
              <p:cNvPr id="34" name="Pie 33">
                <a:extLst>
                  <a:ext uri="{FF2B5EF4-FFF2-40B4-BE49-F238E27FC236}">
                    <a16:creationId xmlns:a16="http://schemas.microsoft.com/office/drawing/2014/main" id="{02A8E329-3936-960B-BECE-8E2AD4585449}"/>
                  </a:ext>
                </a:extLst>
              </p:cNvPr>
              <p:cNvSpPr/>
              <p:nvPr/>
            </p:nvSpPr>
            <p:spPr>
              <a:xfrm rot="11599189">
                <a:off x="3433536" y="1864814"/>
                <a:ext cx="4110376" cy="4110373"/>
              </a:xfrm>
              <a:prstGeom prst="pie">
                <a:avLst>
                  <a:gd name="adj1" fmla="val 10800000"/>
                  <a:gd name="adj2" fmla="val 12887082"/>
                </a:avLst>
              </a:prstGeom>
              <a:solidFill>
                <a:srgbClr val="FAA1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31" name="Pie 30">
                <a:extLst>
                  <a:ext uri="{FF2B5EF4-FFF2-40B4-BE49-F238E27FC236}">
                    <a16:creationId xmlns:a16="http://schemas.microsoft.com/office/drawing/2014/main" id="{0CE199A7-B724-461C-ED22-84AEA32DF4EB}"/>
                  </a:ext>
                </a:extLst>
              </p:cNvPr>
              <p:cNvSpPr/>
              <p:nvPr/>
            </p:nvSpPr>
            <p:spPr>
              <a:xfrm rot="9380909">
                <a:off x="3536957" y="1915081"/>
                <a:ext cx="4110374" cy="4110375"/>
              </a:xfrm>
              <a:prstGeom prst="pie">
                <a:avLst>
                  <a:gd name="adj1" fmla="val 10800000"/>
                  <a:gd name="adj2" fmla="val 13016340"/>
                </a:avLst>
              </a:prstGeom>
              <a:solidFill>
                <a:srgbClr val="0033FF"/>
              </a:solidFill>
              <a:ln>
                <a:noFill/>
              </a:ln>
              <a:effectLst>
                <a:outerShdw blurRad="254000" dist="254000" dir="6000000" sx="95000" sy="95000" algn="ctr"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35" name="Pie 34">
                <a:extLst>
                  <a:ext uri="{FF2B5EF4-FFF2-40B4-BE49-F238E27FC236}">
                    <a16:creationId xmlns:a16="http://schemas.microsoft.com/office/drawing/2014/main" id="{5ED685DE-BF13-248F-E802-B51E5F4323BF}"/>
                  </a:ext>
                </a:extLst>
              </p:cNvPr>
              <p:cNvSpPr/>
              <p:nvPr/>
            </p:nvSpPr>
            <p:spPr>
              <a:xfrm rot="6011257">
                <a:off x="3902850" y="2265836"/>
                <a:ext cx="4110373" cy="4110376"/>
              </a:xfrm>
              <a:prstGeom prst="pie">
                <a:avLst>
                  <a:gd name="adj1" fmla="val 10800000"/>
                  <a:gd name="adj2" fmla="val 13525529"/>
                </a:avLst>
              </a:prstGeom>
              <a:solidFill>
                <a:srgbClr val="110081"/>
              </a:solidFill>
              <a:ln>
                <a:noFill/>
              </a:ln>
              <a:effectLst>
                <a:outerShdw blurRad="254000" dist="254000" dir="3780000" sx="95000" sy="95000" algn="ctr"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32" name="Pie 31">
                <a:extLst>
                  <a:ext uri="{FF2B5EF4-FFF2-40B4-BE49-F238E27FC236}">
                    <a16:creationId xmlns:a16="http://schemas.microsoft.com/office/drawing/2014/main" id="{5F824624-F0BC-5CC4-8E30-FFD66879192A}"/>
                  </a:ext>
                </a:extLst>
              </p:cNvPr>
              <p:cNvSpPr/>
              <p:nvPr/>
            </p:nvSpPr>
            <p:spPr>
              <a:xfrm rot="3470861">
                <a:off x="3924576" y="2174081"/>
                <a:ext cx="4110376" cy="4110373"/>
              </a:xfrm>
              <a:prstGeom prst="pie">
                <a:avLst>
                  <a:gd name="adj1" fmla="val 10800000"/>
                  <a:gd name="adj2" fmla="val 13525529"/>
                </a:avLst>
              </a:prstGeom>
              <a:solidFill>
                <a:srgbClr val="03CC54"/>
              </a:solidFill>
              <a:ln>
                <a:noFill/>
              </a:ln>
              <a:effectLst>
                <a:outerShdw blurRad="254000" dist="254000" sx="95000" sy="95000" algn="ctr"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a</a:t>
                </a:r>
              </a:p>
            </p:txBody>
          </p:sp>
          <p:sp>
            <p:nvSpPr>
              <p:cNvPr id="40" name="Pie 39">
                <a:extLst>
                  <a:ext uri="{FF2B5EF4-FFF2-40B4-BE49-F238E27FC236}">
                    <a16:creationId xmlns:a16="http://schemas.microsoft.com/office/drawing/2014/main" id="{35DDB162-3136-3AA3-D0F1-2D070BAE93D7}"/>
                  </a:ext>
                </a:extLst>
              </p:cNvPr>
              <p:cNvSpPr/>
              <p:nvPr/>
            </p:nvSpPr>
            <p:spPr>
              <a:xfrm rot="799189">
                <a:off x="3974090" y="2011868"/>
                <a:ext cx="4110376" cy="4110373"/>
              </a:xfrm>
              <a:prstGeom prst="pie">
                <a:avLst>
                  <a:gd name="adj1" fmla="val 10800000"/>
                  <a:gd name="adj2" fmla="val 13525529"/>
                </a:avLst>
              </a:prstGeom>
              <a:solidFill>
                <a:srgbClr val="FF4D00"/>
              </a:solidFill>
              <a:ln>
                <a:noFill/>
              </a:ln>
              <a:effectLst>
                <a:outerShdw blurRad="254000" dist="254000" sx="95000" sy="95000" algn="ctr"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42" name="Oval 41">
                <a:extLst>
                  <a:ext uri="{FF2B5EF4-FFF2-40B4-BE49-F238E27FC236}">
                    <a16:creationId xmlns:a16="http://schemas.microsoft.com/office/drawing/2014/main" id="{799A5A93-2CEC-EBFC-E3C8-376684027380}"/>
                  </a:ext>
                </a:extLst>
              </p:cNvPr>
              <p:cNvSpPr/>
              <p:nvPr/>
            </p:nvSpPr>
            <p:spPr>
              <a:xfrm rot="16999189">
                <a:off x="5079677" y="3228435"/>
                <a:ext cx="1534066" cy="1534066"/>
              </a:xfrm>
              <a:prstGeom prst="ellipse">
                <a:avLst/>
              </a:prstGeom>
              <a:solidFill>
                <a:srgbClr val="F4F4F4"/>
              </a:solidFill>
              <a:ln>
                <a:noFill/>
              </a:ln>
              <a:effectLst>
                <a:outerShdw blurRad="254000" dist="254000" dir="4560000" sx="95000" sy="95000" algn="ctr"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4264" dirty="0"/>
              </a:p>
            </p:txBody>
          </p:sp>
        </p:grpSp>
        <p:sp>
          <p:nvSpPr>
            <p:cNvPr id="43" name="Rectangle 42">
              <a:extLst>
                <a:ext uri="{FF2B5EF4-FFF2-40B4-BE49-F238E27FC236}">
                  <a16:creationId xmlns:a16="http://schemas.microsoft.com/office/drawing/2014/main" id="{BAB204C6-C687-F2B0-5272-6BB8D3C574B3}"/>
                </a:ext>
              </a:extLst>
            </p:cNvPr>
            <p:cNvSpPr/>
            <p:nvPr/>
          </p:nvSpPr>
          <p:spPr>
            <a:xfrm>
              <a:off x="4973387" y="3647473"/>
              <a:ext cx="1758676" cy="761619"/>
            </a:xfrm>
            <a:prstGeom prst="rect">
              <a:avLst/>
            </a:prstGeom>
          </p:spPr>
          <p:txBody>
            <a:bodyPr wrap="square" anchor="ctr">
              <a:spAutoFit/>
            </a:bodyPr>
            <a:lstStyle/>
            <a:p>
              <a:pPr algn="ctr">
                <a:lnSpc>
                  <a:spcPts val="1833"/>
                </a:lnSpc>
              </a:pPr>
              <a:r>
                <a:rPr lang="en-US" sz="1300" b="1" dirty="0">
                  <a:solidFill>
                    <a:srgbClr val="110081"/>
                  </a:solidFill>
                  <a:latin typeface="Verdana" panose="020B0604030504040204" pitchFamily="34" charset="0"/>
                  <a:ea typeface="Verdana" panose="020B0604030504040204" pitchFamily="34" charset="0"/>
                  <a:cs typeface="Verdana" panose="020B0604030504040204" pitchFamily="34" charset="0"/>
                </a:rPr>
                <a:t>Our global </a:t>
              </a:r>
              <a:br>
                <a:rPr lang="en-US" sz="1300" b="1" dirty="0">
                  <a:solidFill>
                    <a:srgbClr val="110081"/>
                  </a:solidFill>
                  <a:latin typeface="Verdana" panose="020B0604030504040204" pitchFamily="34" charset="0"/>
                  <a:ea typeface="Verdana" panose="020B0604030504040204" pitchFamily="34" charset="0"/>
                  <a:cs typeface="Verdana" panose="020B0604030504040204" pitchFamily="34" charset="0"/>
                </a:rPr>
              </a:br>
              <a:r>
                <a:rPr lang="en-US" sz="1300" b="1" dirty="0">
                  <a:solidFill>
                    <a:srgbClr val="110081"/>
                  </a:solidFill>
                  <a:latin typeface="Verdana" panose="020B0604030504040204" pitchFamily="34" charset="0"/>
                  <a:ea typeface="Verdana" panose="020B0604030504040204" pitchFamily="34" charset="0"/>
                  <a:cs typeface="Verdana" panose="020B0604030504040204" pitchFamily="34" charset="0"/>
                </a:rPr>
                <a:t>well-being solutions</a:t>
              </a:r>
            </a:p>
          </p:txBody>
        </p:sp>
        <p:pic>
          <p:nvPicPr>
            <p:cNvPr id="30" name="Graphic 29" descr="Mental Health outline">
              <a:extLst>
                <a:ext uri="{FF2B5EF4-FFF2-40B4-BE49-F238E27FC236}">
                  <a16:creationId xmlns:a16="http://schemas.microsoft.com/office/drawing/2014/main" id="{77D26D2B-4D47-0B3E-4696-C61DFA0EA8D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18607" y="4412331"/>
              <a:ext cx="641515" cy="641515"/>
            </a:xfrm>
            <a:prstGeom prst="rect">
              <a:avLst/>
            </a:prstGeom>
          </p:spPr>
        </p:pic>
        <p:pic>
          <p:nvPicPr>
            <p:cNvPr id="47" name="Graphic 46">
              <a:extLst>
                <a:ext uri="{FF2B5EF4-FFF2-40B4-BE49-F238E27FC236}">
                  <a16:creationId xmlns:a16="http://schemas.microsoft.com/office/drawing/2014/main" id="{25955958-D7D3-58D3-55F3-A8A62EF8E35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538680" y="2980163"/>
              <a:ext cx="589866" cy="575119"/>
            </a:xfrm>
            <a:prstGeom prst="rect">
              <a:avLst/>
            </a:prstGeom>
          </p:spPr>
        </p:pic>
        <p:pic>
          <p:nvPicPr>
            <p:cNvPr id="50" name="Graphic 49">
              <a:extLst>
                <a:ext uri="{FF2B5EF4-FFF2-40B4-BE49-F238E27FC236}">
                  <a16:creationId xmlns:a16="http://schemas.microsoft.com/office/drawing/2014/main" id="{C2C094D3-A1EF-50B3-D9A0-DBAF2460072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464947" y="2596784"/>
              <a:ext cx="606076" cy="521507"/>
            </a:xfrm>
            <a:prstGeom prst="rect">
              <a:avLst/>
            </a:prstGeom>
          </p:spPr>
        </p:pic>
        <p:pic>
          <p:nvPicPr>
            <p:cNvPr id="53" name="Graphic 52">
              <a:extLst>
                <a:ext uri="{FF2B5EF4-FFF2-40B4-BE49-F238E27FC236}">
                  <a16:creationId xmlns:a16="http://schemas.microsoft.com/office/drawing/2014/main" id="{D94D4214-8E75-2240-3A27-B441FF1C73D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450807" y="2844754"/>
              <a:ext cx="623715" cy="467786"/>
            </a:xfrm>
            <a:prstGeom prst="rect">
              <a:avLst/>
            </a:prstGeom>
          </p:spPr>
        </p:pic>
        <p:pic>
          <p:nvPicPr>
            <p:cNvPr id="56" name="Graphic 55">
              <a:extLst>
                <a:ext uri="{FF2B5EF4-FFF2-40B4-BE49-F238E27FC236}">
                  <a16:creationId xmlns:a16="http://schemas.microsoft.com/office/drawing/2014/main" id="{FD32A59E-7C07-919D-1DBA-6AF39C9434A8}"/>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912962" y="3569619"/>
              <a:ext cx="550925" cy="550925"/>
            </a:xfrm>
            <a:prstGeom prst="rect">
              <a:avLst/>
            </a:prstGeom>
          </p:spPr>
        </p:pic>
      </p:grpSp>
      <p:sp>
        <p:nvSpPr>
          <p:cNvPr id="77" name="Freeform 76">
            <a:extLst>
              <a:ext uri="{FF2B5EF4-FFF2-40B4-BE49-F238E27FC236}">
                <a16:creationId xmlns:a16="http://schemas.microsoft.com/office/drawing/2014/main" id="{0B966BC9-327A-AD0A-D97F-4E2B0A1A4B28}"/>
              </a:ext>
            </a:extLst>
          </p:cNvPr>
          <p:cNvSpPr/>
          <p:nvPr/>
        </p:nvSpPr>
        <p:spPr>
          <a:xfrm>
            <a:off x="1747261" y="3283527"/>
            <a:ext cx="2382982" cy="387928"/>
          </a:xfrm>
          <a:custGeom>
            <a:avLst/>
            <a:gdLst>
              <a:gd name="connsiteX0" fmla="*/ 2382982 w 2382982"/>
              <a:gd name="connsiteY0" fmla="*/ 0 h 387928"/>
              <a:gd name="connsiteX1" fmla="*/ 0 w 2382982"/>
              <a:gd name="connsiteY1" fmla="*/ 0 h 387928"/>
              <a:gd name="connsiteX2" fmla="*/ 0 w 2382982"/>
              <a:gd name="connsiteY2" fmla="*/ 387928 h 387928"/>
            </a:gdLst>
            <a:ahLst/>
            <a:cxnLst>
              <a:cxn ang="0">
                <a:pos x="connsiteX0" y="connsiteY0"/>
              </a:cxn>
              <a:cxn ang="0">
                <a:pos x="connsiteX1" y="connsiteY1"/>
              </a:cxn>
              <a:cxn ang="0">
                <a:pos x="connsiteX2" y="connsiteY2"/>
              </a:cxn>
            </a:cxnLst>
            <a:rect l="l" t="t" r="r" b="b"/>
            <a:pathLst>
              <a:path w="2382982" h="387928">
                <a:moveTo>
                  <a:pt x="2382982" y="0"/>
                </a:moveTo>
                <a:lnTo>
                  <a:pt x="0" y="0"/>
                </a:lnTo>
                <a:lnTo>
                  <a:pt x="0" y="387928"/>
                </a:lnTo>
              </a:path>
            </a:pathLst>
          </a:custGeom>
          <a:noFill/>
          <a:ln>
            <a:solidFill>
              <a:srgbClr val="FF4D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Freeform 77">
            <a:extLst>
              <a:ext uri="{FF2B5EF4-FFF2-40B4-BE49-F238E27FC236}">
                <a16:creationId xmlns:a16="http://schemas.microsoft.com/office/drawing/2014/main" id="{DB7A0FB3-9C06-7F44-9F50-CB8F007251E9}"/>
              </a:ext>
            </a:extLst>
          </p:cNvPr>
          <p:cNvSpPr/>
          <p:nvPr/>
        </p:nvSpPr>
        <p:spPr>
          <a:xfrm>
            <a:off x="3147644" y="1166803"/>
            <a:ext cx="2534309" cy="1022217"/>
          </a:xfrm>
          <a:custGeom>
            <a:avLst/>
            <a:gdLst>
              <a:gd name="connsiteX0" fmla="*/ 2812473 w 2812473"/>
              <a:gd name="connsiteY0" fmla="*/ 942109 h 942109"/>
              <a:gd name="connsiteX1" fmla="*/ 2812473 w 2812473"/>
              <a:gd name="connsiteY1" fmla="*/ 0 h 942109"/>
              <a:gd name="connsiteX2" fmla="*/ 0 w 2812473"/>
              <a:gd name="connsiteY2" fmla="*/ 0 h 942109"/>
            </a:gdLst>
            <a:ahLst/>
            <a:cxnLst>
              <a:cxn ang="0">
                <a:pos x="connsiteX0" y="connsiteY0"/>
              </a:cxn>
              <a:cxn ang="0">
                <a:pos x="connsiteX1" y="connsiteY1"/>
              </a:cxn>
              <a:cxn ang="0">
                <a:pos x="connsiteX2" y="connsiteY2"/>
              </a:cxn>
            </a:cxnLst>
            <a:rect l="l" t="t" r="r" b="b"/>
            <a:pathLst>
              <a:path w="2812473" h="942109">
                <a:moveTo>
                  <a:pt x="2812473" y="942109"/>
                </a:moveTo>
                <a:lnTo>
                  <a:pt x="2812473" y="0"/>
                </a:lnTo>
                <a:lnTo>
                  <a:pt x="0" y="0"/>
                </a:lnTo>
              </a:path>
            </a:pathLst>
          </a:custGeom>
          <a:noFill/>
          <a:ln>
            <a:solidFill>
              <a:srgbClr val="03CC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Freeform 78">
            <a:extLst>
              <a:ext uri="{FF2B5EF4-FFF2-40B4-BE49-F238E27FC236}">
                <a16:creationId xmlns:a16="http://schemas.microsoft.com/office/drawing/2014/main" id="{21D09B0C-BC6E-0520-DC28-73B37DC2AECA}"/>
              </a:ext>
            </a:extLst>
          </p:cNvPr>
          <p:cNvSpPr/>
          <p:nvPr/>
        </p:nvSpPr>
        <p:spPr>
          <a:xfrm>
            <a:off x="7053553" y="1162691"/>
            <a:ext cx="997527" cy="1463463"/>
          </a:xfrm>
          <a:custGeom>
            <a:avLst/>
            <a:gdLst>
              <a:gd name="connsiteX0" fmla="*/ 0 w 997527"/>
              <a:gd name="connsiteY0" fmla="*/ 1288473 h 1288473"/>
              <a:gd name="connsiteX1" fmla="*/ 0 w 997527"/>
              <a:gd name="connsiteY1" fmla="*/ 0 h 1288473"/>
              <a:gd name="connsiteX2" fmla="*/ 997527 w 997527"/>
              <a:gd name="connsiteY2" fmla="*/ 0 h 1288473"/>
            </a:gdLst>
            <a:ahLst/>
            <a:cxnLst>
              <a:cxn ang="0">
                <a:pos x="connsiteX0" y="connsiteY0"/>
              </a:cxn>
              <a:cxn ang="0">
                <a:pos x="connsiteX1" y="connsiteY1"/>
              </a:cxn>
              <a:cxn ang="0">
                <a:pos x="connsiteX2" y="connsiteY2"/>
              </a:cxn>
            </a:cxnLst>
            <a:rect l="l" t="t" r="r" b="b"/>
            <a:pathLst>
              <a:path w="997527" h="1288473">
                <a:moveTo>
                  <a:pt x="0" y="1288473"/>
                </a:moveTo>
                <a:lnTo>
                  <a:pt x="0" y="0"/>
                </a:lnTo>
                <a:lnTo>
                  <a:pt x="997527" y="0"/>
                </a:lnTo>
              </a:path>
            </a:pathLst>
          </a:custGeom>
          <a:noFill/>
          <a:ln>
            <a:solidFill>
              <a:srgbClr val="11008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Freeform 80">
            <a:extLst>
              <a:ext uri="{FF2B5EF4-FFF2-40B4-BE49-F238E27FC236}">
                <a16:creationId xmlns:a16="http://schemas.microsoft.com/office/drawing/2014/main" id="{4F7CAD32-D445-C869-7D7B-2ECBA914C44D}"/>
              </a:ext>
            </a:extLst>
          </p:cNvPr>
          <p:cNvSpPr/>
          <p:nvPr/>
        </p:nvSpPr>
        <p:spPr>
          <a:xfrm>
            <a:off x="4712134" y="4959928"/>
            <a:ext cx="1731819" cy="415637"/>
          </a:xfrm>
          <a:custGeom>
            <a:avLst/>
            <a:gdLst>
              <a:gd name="connsiteX0" fmla="*/ 1731819 w 1731819"/>
              <a:gd name="connsiteY0" fmla="*/ 0 h 415637"/>
              <a:gd name="connsiteX1" fmla="*/ 0 w 1731819"/>
              <a:gd name="connsiteY1" fmla="*/ 0 h 415637"/>
              <a:gd name="connsiteX2" fmla="*/ 0 w 1731819"/>
              <a:gd name="connsiteY2" fmla="*/ 415637 h 415637"/>
            </a:gdLst>
            <a:ahLst/>
            <a:cxnLst>
              <a:cxn ang="0">
                <a:pos x="connsiteX0" y="connsiteY0"/>
              </a:cxn>
              <a:cxn ang="0">
                <a:pos x="connsiteX1" y="connsiteY1"/>
              </a:cxn>
              <a:cxn ang="0">
                <a:pos x="connsiteX2" y="connsiteY2"/>
              </a:cxn>
            </a:cxnLst>
            <a:rect l="l" t="t" r="r" b="b"/>
            <a:pathLst>
              <a:path w="1731819" h="415637">
                <a:moveTo>
                  <a:pt x="1731819" y="0"/>
                </a:moveTo>
                <a:lnTo>
                  <a:pt x="0" y="0"/>
                </a:lnTo>
                <a:lnTo>
                  <a:pt x="0" y="415637"/>
                </a:lnTo>
              </a:path>
            </a:pathLst>
          </a:custGeom>
          <a:noFill/>
          <a:ln>
            <a:solidFill>
              <a:srgbClr val="FAA1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Connector: Elbow 6">
            <a:extLst>
              <a:ext uri="{FF2B5EF4-FFF2-40B4-BE49-F238E27FC236}">
                <a16:creationId xmlns:a16="http://schemas.microsoft.com/office/drawing/2014/main" id="{7F16B20D-E7CF-65EE-C949-24BD8225A773}"/>
              </a:ext>
            </a:extLst>
          </p:cNvPr>
          <p:cNvCxnSpPr/>
          <p:nvPr/>
        </p:nvCxnSpPr>
        <p:spPr>
          <a:xfrm>
            <a:off x="7646126" y="4120544"/>
            <a:ext cx="2289013" cy="197818"/>
          </a:xfrm>
          <a:prstGeom prst="bentConnector3">
            <a:avLst>
              <a:gd name="adj1" fmla="val 99459"/>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36703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ound Single Corner Rectangle 20">
            <a:extLst>
              <a:ext uri="{FF2B5EF4-FFF2-40B4-BE49-F238E27FC236}">
                <a16:creationId xmlns:a16="http://schemas.microsoft.com/office/drawing/2014/main" id="{BC1BE877-BCC0-21FB-9900-45184B6E095A}"/>
              </a:ext>
            </a:extLst>
          </p:cNvPr>
          <p:cNvSpPr/>
          <p:nvPr/>
        </p:nvSpPr>
        <p:spPr>
          <a:xfrm>
            <a:off x="6203395" y="2252021"/>
            <a:ext cx="2720511" cy="630753"/>
          </a:xfrm>
          <a:prstGeom prst="round1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lIns="121888" tIns="121888" bIns="121888" rtlCol="0" anchor="ctr"/>
          <a:lstStyle/>
          <a:p>
            <a:pPr algn="ctr" defTabSz="1218865" fontAlgn="base">
              <a:lnSpc>
                <a:spcPct val="110000"/>
              </a:lnSpc>
              <a:spcBef>
                <a:spcPct val="0"/>
              </a:spcBef>
              <a:spcAft>
                <a:spcPct val="0"/>
              </a:spcAft>
            </a:pPr>
            <a:r>
              <a:rPr lang="en-US" sz="1400" b="1" dirty="0" err="1">
                <a:solidFill>
                  <a:schemeClr val="tx2"/>
                </a:solidFill>
                <a:ea typeface="Verdana" panose="020B0604030504040204" pitchFamily="34" charset="0"/>
                <a:cs typeface="Verdana" panose="020B0604030504040204" pitchFamily="34" charset="0"/>
              </a:rPr>
              <a:t>Cigna</a:t>
            </a:r>
            <a:r>
              <a:rPr lang="en-US" sz="1400" b="1" i="1" dirty="0" err="1">
                <a:solidFill>
                  <a:schemeClr val="tx2"/>
                </a:solidFill>
                <a:ea typeface="Verdana" panose="020B0604030504040204" pitchFamily="34" charset="0"/>
                <a:cs typeface="Verdana" panose="020B0604030504040204" pitchFamily="34" charset="0"/>
              </a:rPr>
              <a:t>Links</a:t>
            </a:r>
            <a:r>
              <a:rPr lang="en-US" sz="1400" b="1" baseline="30000" dirty="0">
                <a:solidFill>
                  <a:schemeClr val="tx2"/>
                </a:solidFill>
                <a:ea typeface="Verdana" panose="020B0604030504040204" pitchFamily="34" charset="0"/>
                <a:cs typeface="Verdana" panose="020B0604030504040204" pitchFamily="34" charset="0"/>
              </a:rPr>
              <a:t>®</a:t>
            </a:r>
            <a:br>
              <a:rPr lang="en-US" sz="1400" dirty="0">
                <a:solidFill>
                  <a:schemeClr val="tx2"/>
                </a:solidFill>
                <a:ea typeface="Verdana" panose="020B0604030504040204" pitchFamily="34" charset="0"/>
                <a:cs typeface="Verdana" panose="020B0604030504040204" pitchFamily="34" charset="0"/>
              </a:rPr>
            </a:br>
            <a:r>
              <a:rPr lang="en-US" sz="1200" dirty="0">
                <a:solidFill>
                  <a:schemeClr val="tx2"/>
                </a:solidFill>
                <a:ea typeface="Verdana" panose="020B0604030504040204" pitchFamily="34" charset="0"/>
                <a:cs typeface="Verdana" panose="020B0604030504040204" pitchFamily="34" charset="0"/>
              </a:rPr>
              <a:t>Increasing access and savings across the globe</a:t>
            </a:r>
            <a:endParaRPr lang="en-US" sz="1200" i="0" dirty="0">
              <a:solidFill>
                <a:schemeClr val="tx2"/>
              </a:solidFill>
              <a:effectLst/>
            </a:endParaRPr>
          </a:p>
        </p:txBody>
      </p:sp>
      <p:sp>
        <p:nvSpPr>
          <p:cNvPr id="15" name="Round Single Corner Rectangle 14">
            <a:extLst>
              <a:ext uri="{FF2B5EF4-FFF2-40B4-BE49-F238E27FC236}">
                <a16:creationId xmlns:a16="http://schemas.microsoft.com/office/drawing/2014/main" id="{9DA101AD-70A9-36CD-710E-8945A01CC862}"/>
              </a:ext>
            </a:extLst>
          </p:cNvPr>
          <p:cNvSpPr/>
          <p:nvPr/>
        </p:nvSpPr>
        <p:spPr>
          <a:xfrm>
            <a:off x="330171" y="2252021"/>
            <a:ext cx="2781354" cy="584776"/>
          </a:xfrm>
          <a:prstGeom prst="round1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nchorCtr="0"/>
          <a:lstStyle/>
          <a:p>
            <a:pPr algn="ctr" defTabSz="1218865" fontAlgn="base">
              <a:lnSpc>
                <a:spcPct val="110000"/>
              </a:lnSpc>
              <a:spcBef>
                <a:spcPct val="0"/>
              </a:spcBef>
              <a:spcAft>
                <a:spcPct val="0"/>
              </a:spcAft>
            </a:pPr>
            <a:r>
              <a:rPr lang="en-US" sz="1400" b="1" dirty="0">
                <a:solidFill>
                  <a:schemeClr val="tx2"/>
                </a:solidFill>
                <a:ea typeface="Verdana" panose="020B0604030504040204" pitchFamily="34" charset="0"/>
                <a:cs typeface="Verdana" panose="020B0604030504040204" pitchFamily="34" charset="0"/>
              </a:rPr>
              <a:t>Direct pay</a:t>
            </a:r>
            <a:br>
              <a:rPr lang="en-US" sz="1400" b="1" dirty="0">
                <a:solidFill>
                  <a:schemeClr val="tx2"/>
                </a:solidFill>
                <a:ea typeface="Verdana" panose="020B0604030504040204" pitchFamily="34" charset="0"/>
                <a:cs typeface="Verdana" panose="020B0604030504040204" pitchFamily="34" charset="0"/>
              </a:rPr>
            </a:br>
            <a:r>
              <a:rPr lang="en-US" sz="1200" dirty="0">
                <a:solidFill>
                  <a:schemeClr val="tx2"/>
                </a:solidFill>
                <a:ea typeface="Verdana" panose="020B0604030504040204" pitchFamily="34" charset="0"/>
                <a:cs typeface="Verdana" panose="020B0604030504040204" pitchFamily="34" charset="0"/>
              </a:rPr>
              <a:t>Value-based contracts drive affordability </a:t>
            </a:r>
            <a:endParaRPr lang="en-US" sz="1200" i="0" dirty="0">
              <a:solidFill>
                <a:schemeClr val="tx2"/>
              </a:solidFill>
              <a:effectLst/>
            </a:endParaRPr>
          </a:p>
        </p:txBody>
      </p:sp>
      <p:sp>
        <p:nvSpPr>
          <p:cNvPr id="26" name="Title 25">
            <a:extLst>
              <a:ext uri="{FF2B5EF4-FFF2-40B4-BE49-F238E27FC236}">
                <a16:creationId xmlns:a16="http://schemas.microsoft.com/office/drawing/2014/main" id="{9D82BCD8-4C2E-35A5-170B-D778B8881265}"/>
              </a:ext>
            </a:extLst>
          </p:cNvPr>
          <p:cNvSpPr>
            <a:spLocks noGrp="1"/>
          </p:cNvSpPr>
          <p:nvPr>
            <p:ph type="title"/>
          </p:nvPr>
        </p:nvSpPr>
        <p:spPr>
          <a:xfrm>
            <a:off x="360000" y="353644"/>
            <a:ext cx="7103790" cy="1188000"/>
          </a:xfrm>
        </p:spPr>
        <p:txBody>
          <a:bodyPr/>
          <a:lstStyle/>
          <a:p>
            <a:r>
              <a:rPr lang="en-US" sz="3200" b="1" dirty="0">
                <a:solidFill>
                  <a:schemeClr val="tx2"/>
                </a:solidFill>
                <a:effectLst/>
                <a:latin typeface="+mj-lt"/>
                <a:ea typeface="Times New Roman" panose="02020603050405020304" pitchFamily="18" charset="0"/>
              </a:rPr>
              <a:t>Unrivaled access to high-quality, affordable care</a:t>
            </a:r>
            <a:endParaRPr lang="en-US" dirty="0"/>
          </a:p>
        </p:txBody>
      </p:sp>
      <p:sp>
        <p:nvSpPr>
          <p:cNvPr id="61" name="TextBox 60">
            <a:extLst>
              <a:ext uri="{FF2B5EF4-FFF2-40B4-BE49-F238E27FC236}">
                <a16:creationId xmlns:a16="http://schemas.microsoft.com/office/drawing/2014/main" id="{02502694-10AB-92D3-6EEC-01E914E58F5B}"/>
              </a:ext>
            </a:extLst>
          </p:cNvPr>
          <p:cNvSpPr txBox="1"/>
          <p:nvPr/>
        </p:nvSpPr>
        <p:spPr>
          <a:xfrm>
            <a:off x="2222055" y="6067664"/>
            <a:ext cx="7391940" cy="553998"/>
          </a:xfrm>
          <a:prstGeom prst="rect">
            <a:avLst/>
          </a:prstGeom>
          <a:noFill/>
        </p:spPr>
        <p:txBody>
          <a:bodyPr wrap="square" lIns="0" tIns="0" rIns="0" bIns="0" rtlCol="0" anchor="b" anchorCtr="0">
            <a:spAutoFit/>
          </a:bodyPr>
          <a:lstStyle/>
          <a:p>
            <a:pPr marL="114300" marR="0" lvl="0" indent="-114300" rtl="0">
              <a:spcBef>
                <a:spcPts val="0"/>
              </a:spcBef>
              <a:spcAft>
                <a:spcPts val="0"/>
              </a:spcAft>
              <a:buFont typeface="+mj-lt"/>
              <a:buAutoNum type="arabicPeriod"/>
              <a:tabLst>
                <a:tab pos="457200" algn="l"/>
              </a:tabLst>
            </a:pPr>
            <a:r>
              <a:rPr lang="en-US" sz="900" b="0" i="0" dirty="0">
                <a:solidFill>
                  <a:schemeClr val="bg1">
                    <a:lumMod val="50000"/>
                  </a:schemeClr>
                </a:solidFill>
                <a:effectLst/>
                <a:latin typeface="Arial Narrow" panose="020B0606020202030204" pitchFamily="34" charset="0"/>
              </a:rPr>
              <a:t>Data from GHB Business Intelligence Team of Americas Claims Dashboard for full year 2022. Subject to change.</a:t>
            </a:r>
            <a:r>
              <a:rPr lang="en-US" sz="900" dirty="0">
                <a:solidFill>
                  <a:schemeClr val="bg1">
                    <a:lumMod val="50000"/>
                  </a:schemeClr>
                </a:solidFill>
                <a:latin typeface="Arial Narrow" panose="020B0606020202030204" pitchFamily="34" charset="0"/>
              </a:rPr>
              <a:t> </a:t>
            </a:r>
          </a:p>
          <a:p>
            <a:pPr marL="114300" marR="0" lvl="0" indent="-114300" rtl="0">
              <a:spcBef>
                <a:spcPts val="0"/>
              </a:spcBef>
              <a:spcAft>
                <a:spcPts val="0"/>
              </a:spcAft>
              <a:buFont typeface="+mj-lt"/>
              <a:buAutoNum type="arabicPeriod"/>
              <a:tabLst>
                <a:tab pos="457200" algn="l"/>
              </a:tabLst>
            </a:pPr>
            <a:r>
              <a:rPr lang="en-US" sz="900" b="0" i="0" dirty="0">
                <a:solidFill>
                  <a:schemeClr val="bg1">
                    <a:lumMod val="50000"/>
                  </a:schemeClr>
                </a:solidFill>
                <a:effectLst/>
                <a:latin typeface="Arial Narrow" panose="020B0606020202030204" pitchFamily="34" charset="0"/>
              </a:rPr>
              <a:t>Data from GHB Clinical internal analysis for full year 2022. Subject to change.</a:t>
            </a:r>
            <a:r>
              <a:rPr lang="en-US" sz="900" dirty="0">
                <a:solidFill>
                  <a:schemeClr val="bg1">
                    <a:lumMod val="50000"/>
                  </a:schemeClr>
                </a:solidFill>
                <a:latin typeface="Arial Narrow" panose="020B0606020202030204" pitchFamily="34" charset="0"/>
              </a:rPr>
              <a:t> </a:t>
            </a:r>
          </a:p>
          <a:p>
            <a:pPr marL="114300" marR="0" lvl="0" indent="-114300" rtl="0">
              <a:spcBef>
                <a:spcPts val="0"/>
              </a:spcBef>
              <a:spcAft>
                <a:spcPts val="0"/>
              </a:spcAft>
              <a:buFont typeface="+mj-lt"/>
              <a:buAutoNum type="arabicPeriod"/>
              <a:tabLst>
                <a:tab pos="457200" algn="l"/>
              </a:tabLst>
            </a:pPr>
            <a:r>
              <a:rPr lang="en-US" sz="900" b="0" i="0" dirty="0">
                <a:solidFill>
                  <a:schemeClr val="bg1">
                    <a:lumMod val="50000"/>
                  </a:schemeClr>
                </a:solidFill>
                <a:effectLst/>
                <a:latin typeface="Arial Narrow" panose="020B0606020202030204" pitchFamily="34" charset="0"/>
              </a:rPr>
              <a:t>Statistics represent data from the Teladoc Global Care on Demand </a:t>
            </a:r>
            <a:r>
              <a:rPr lang="en-US" sz="900" b="0" i="0" dirty="0" err="1">
                <a:solidFill>
                  <a:schemeClr val="bg1">
                    <a:lumMod val="50000"/>
                  </a:schemeClr>
                </a:solidFill>
                <a:effectLst/>
                <a:latin typeface="Arial Narrow" panose="020B0606020202030204" pitchFamily="34" charset="0"/>
              </a:rPr>
              <a:t>Teleheath</a:t>
            </a:r>
            <a:r>
              <a:rPr lang="en-US" sz="900" b="0" i="0" dirty="0">
                <a:solidFill>
                  <a:schemeClr val="bg1">
                    <a:lumMod val="50000"/>
                  </a:schemeClr>
                </a:solidFill>
                <a:effectLst/>
                <a:latin typeface="Arial Narrow" panose="020B0606020202030204" pitchFamily="34" charset="0"/>
              </a:rPr>
              <a:t> Report – March 2017 through December 2022. Subject to change. </a:t>
            </a:r>
            <a:br>
              <a:rPr lang="en-US" sz="900" b="0" i="0" dirty="0">
                <a:solidFill>
                  <a:schemeClr val="bg1">
                    <a:lumMod val="50000"/>
                  </a:schemeClr>
                </a:solidFill>
                <a:effectLst/>
                <a:latin typeface="Arial Narrow" panose="020B0606020202030204" pitchFamily="34" charset="0"/>
              </a:rPr>
            </a:br>
            <a:r>
              <a:rPr lang="en-US" sz="900" b="0" i="0" dirty="0">
                <a:solidFill>
                  <a:schemeClr val="bg1">
                    <a:lumMod val="50000"/>
                  </a:schemeClr>
                </a:solidFill>
                <a:effectLst/>
                <a:latin typeface="Arial Narrow" panose="020B0606020202030204" pitchFamily="34" charset="0"/>
              </a:rPr>
              <a:t>Teladoc is an independent company and solely responsible for any information or medical advice provided to patients.</a:t>
            </a:r>
            <a:endParaRPr lang="en-US" sz="900" dirty="0">
              <a:solidFill>
                <a:schemeClr val="bg1">
                  <a:lumMod val="50000"/>
                </a:schemeClr>
              </a:solidFill>
              <a:effectLst/>
              <a:latin typeface="Arial Narrow" panose="020B0606020202030204" pitchFamily="34" charset="0"/>
              <a:ea typeface="Verdana" panose="020B0604030504040204" pitchFamily="34" charset="0"/>
              <a:cs typeface="Arial Narrow" panose="020B0604020202020204" pitchFamily="34" charset="0"/>
            </a:endParaRPr>
          </a:p>
        </p:txBody>
      </p:sp>
      <p:sp>
        <p:nvSpPr>
          <p:cNvPr id="152" name="Round Single Corner Rectangle 151">
            <a:extLst>
              <a:ext uri="{FF2B5EF4-FFF2-40B4-BE49-F238E27FC236}">
                <a16:creationId xmlns:a16="http://schemas.microsoft.com/office/drawing/2014/main" id="{5889947E-D66B-368B-5170-E5DCE93C3E8E}"/>
              </a:ext>
            </a:extLst>
          </p:cNvPr>
          <p:cNvSpPr/>
          <p:nvPr/>
        </p:nvSpPr>
        <p:spPr>
          <a:xfrm>
            <a:off x="2740186" y="2252021"/>
            <a:ext cx="3670814" cy="673849"/>
          </a:xfrm>
          <a:prstGeom prst="round1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nchorCtr="0"/>
          <a:lstStyle/>
          <a:p>
            <a:pPr algn="ctr" defTabSz="1218865" fontAlgn="base">
              <a:lnSpc>
                <a:spcPct val="110000"/>
              </a:lnSpc>
              <a:spcBef>
                <a:spcPct val="0"/>
              </a:spcBef>
              <a:spcAft>
                <a:spcPct val="0"/>
              </a:spcAft>
            </a:pPr>
            <a:r>
              <a:rPr lang="en-US" sz="1400" b="1" spc="-60" dirty="0">
                <a:solidFill>
                  <a:schemeClr val="tx2"/>
                </a:solidFill>
                <a:ea typeface="Verdana" panose="020B0604030504040204" pitchFamily="34" charset="0"/>
                <a:cs typeface="Verdana" panose="020B0604030504040204" pitchFamily="34" charset="0"/>
              </a:rPr>
              <a:t>Guarantees of Payment (G.O.P.)</a:t>
            </a:r>
            <a:br>
              <a:rPr lang="en-US" sz="1400" b="1" dirty="0">
                <a:solidFill>
                  <a:schemeClr val="tx2"/>
                </a:solidFill>
                <a:ea typeface="Verdana" panose="020B0604030504040204" pitchFamily="34" charset="0"/>
                <a:cs typeface="Verdana" panose="020B0604030504040204" pitchFamily="34" charset="0"/>
              </a:rPr>
            </a:br>
            <a:r>
              <a:rPr lang="en-US" sz="1200" dirty="0">
                <a:solidFill>
                  <a:schemeClr val="tx2"/>
                </a:solidFill>
                <a:ea typeface="Verdana" panose="020B0604030504040204" pitchFamily="34" charset="0"/>
                <a:cs typeface="Verdana" panose="020B0604030504040204" pitchFamily="34" charset="0"/>
              </a:rPr>
              <a:t>Seamless and stress-free so </a:t>
            </a:r>
            <a:br>
              <a:rPr lang="en-US" sz="1200" dirty="0">
                <a:solidFill>
                  <a:schemeClr val="tx2"/>
                </a:solidFill>
                <a:ea typeface="Verdana" panose="020B0604030504040204" pitchFamily="34" charset="0"/>
                <a:cs typeface="Verdana" panose="020B0604030504040204" pitchFamily="34" charset="0"/>
              </a:rPr>
            </a:br>
            <a:r>
              <a:rPr lang="en-US" sz="1200" dirty="0">
                <a:solidFill>
                  <a:schemeClr val="tx2"/>
                </a:solidFill>
                <a:ea typeface="Verdana" panose="020B0604030504040204" pitchFamily="34" charset="0"/>
                <a:cs typeface="Verdana" panose="020B0604030504040204" pitchFamily="34" charset="0"/>
              </a:rPr>
              <a:t>members can focus on recovery  </a:t>
            </a:r>
            <a:endParaRPr lang="en-US" sz="1200" i="0" dirty="0">
              <a:solidFill>
                <a:schemeClr val="tx2"/>
              </a:solidFill>
              <a:effectLst/>
            </a:endParaRPr>
          </a:p>
        </p:txBody>
      </p:sp>
      <p:sp>
        <p:nvSpPr>
          <p:cNvPr id="24" name="Rectangle 23">
            <a:extLst>
              <a:ext uri="{FF2B5EF4-FFF2-40B4-BE49-F238E27FC236}">
                <a16:creationId xmlns:a16="http://schemas.microsoft.com/office/drawing/2014/main" id="{40696720-8BBB-ADBE-D66A-BB09E0F4CA64}"/>
              </a:ext>
            </a:extLst>
          </p:cNvPr>
          <p:cNvSpPr>
            <a:spLocks/>
          </p:cNvSpPr>
          <p:nvPr/>
        </p:nvSpPr>
        <p:spPr>
          <a:xfrm>
            <a:off x="360000" y="3094853"/>
            <a:ext cx="2733676" cy="2559714"/>
          </a:xfrm>
          <a:prstGeom prst="rect">
            <a:avLst/>
          </a:prstGeom>
          <a:solidFill>
            <a:srgbClr val="FAD6B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182880" rIns="91440" bIns="72000" rtlCol="0" anchor="t" anchorCtr="0">
            <a:noAutofit/>
          </a:bodyPr>
          <a:lstStyle/>
          <a:p>
            <a:pPr marL="123825" indent="-123825" algn="l">
              <a:spcBef>
                <a:spcPts val="300"/>
              </a:spcBef>
              <a:spcAft>
                <a:spcPts val="100"/>
              </a:spcAft>
              <a:buFont typeface="Arial" panose="020B0604020202020204" pitchFamily="34" charset="0"/>
              <a:buChar char="•"/>
            </a:pPr>
            <a:r>
              <a:rPr lang="en-US" sz="1200" b="1" i="0" dirty="0">
                <a:solidFill>
                  <a:schemeClr val="tx2"/>
                </a:solidFill>
                <a:effectLst/>
              </a:rPr>
              <a:t>78% of international claims </a:t>
            </a:r>
            <a:r>
              <a:rPr lang="en-US" sz="1200" i="0" dirty="0">
                <a:solidFill>
                  <a:schemeClr val="tx1">
                    <a:lumMod val="85000"/>
                    <a:lumOff val="15000"/>
                  </a:schemeClr>
                </a:solidFill>
                <a:effectLst/>
              </a:rPr>
              <a:t>paid were directly to providers</a:t>
            </a:r>
            <a:r>
              <a:rPr lang="en-US" sz="1200" i="0" baseline="30000" dirty="0">
                <a:solidFill>
                  <a:schemeClr val="tx1">
                    <a:lumMod val="85000"/>
                    <a:lumOff val="15000"/>
                  </a:schemeClr>
                </a:solidFill>
                <a:effectLst/>
              </a:rPr>
              <a:t>1</a:t>
            </a:r>
          </a:p>
          <a:p>
            <a:pPr marL="123825" indent="-123825" algn="l">
              <a:spcBef>
                <a:spcPts val="300"/>
              </a:spcBef>
              <a:spcAft>
                <a:spcPts val="100"/>
              </a:spcAft>
              <a:buFont typeface="Arial" panose="020B0604020202020204" pitchFamily="34" charset="0"/>
              <a:buChar char="•"/>
            </a:pPr>
            <a:r>
              <a:rPr lang="en-US" sz="1200" b="1" i="0" dirty="0">
                <a:solidFill>
                  <a:schemeClr val="tx2"/>
                </a:solidFill>
                <a:effectLst/>
              </a:rPr>
              <a:t>95%+ of U.S. claims </a:t>
            </a:r>
            <a:br>
              <a:rPr lang="en-US" sz="1200" b="1" i="0" dirty="0">
                <a:solidFill>
                  <a:schemeClr val="tx2"/>
                </a:solidFill>
                <a:effectLst/>
              </a:rPr>
            </a:br>
            <a:r>
              <a:rPr lang="en-US" sz="1200" i="0" dirty="0">
                <a:solidFill>
                  <a:schemeClr val="tx1">
                    <a:lumMod val="85000"/>
                    <a:lumOff val="15000"/>
                  </a:schemeClr>
                </a:solidFill>
                <a:effectLst/>
              </a:rPr>
              <a:t>were direct payment</a:t>
            </a:r>
            <a:r>
              <a:rPr lang="en-US" sz="1200" i="0" baseline="30000" dirty="0">
                <a:solidFill>
                  <a:schemeClr val="tx1">
                    <a:lumMod val="85000"/>
                    <a:lumOff val="15000"/>
                  </a:schemeClr>
                </a:solidFill>
                <a:effectLst/>
              </a:rPr>
              <a:t>1</a:t>
            </a:r>
          </a:p>
        </p:txBody>
      </p:sp>
      <p:sp>
        <p:nvSpPr>
          <p:cNvPr id="27" name="Graphic 18">
            <a:extLst>
              <a:ext uri="{FF2B5EF4-FFF2-40B4-BE49-F238E27FC236}">
                <a16:creationId xmlns:a16="http://schemas.microsoft.com/office/drawing/2014/main" id="{68DB82C3-1795-7BDD-FB8D-148B1A06A27D}"/>
              </a:ext>
            </a:extLst>
          </p:cNvPr>
          <p:cNvSpPr>
            <a:spLocks/>
          </p:cNvSpPr>
          <p:nvPr/>
        </p:nvSpPr>
        <p:spPr>
          <a:xfrm>
            <a:off x="1427359" y="1422494"/>
            <a:ext cx="794696" cy="549508"/>
          </a:xfrm>
          <a:custGeom>
            <a:avLst/>
            <a:gdLst>
              <a:gd name="connsiteX0" fmla="*/ 5869858 w 6694659"/>
              <a:gd name="connsiteY0" fmla="*/ 2392532 h 4629150"/>
              <a:gd name="connsiteX1" fmla="*/ 6694437 w 6694659"/>
              <a:gd name="connsiteY1" fmla="*/ -53 h 4629150"/>
              <a:gd name="connsiteX2" fmla="*/ 3484512 w 6694659"/>
              <a:gd name="connsiteY2" fmla="*/ 181684 h 4629150"/>
              <a:gd name="connsiteX3" fmla="*/ 3484512 w 6694659"/>
              <a:gd name="connsiteY3" fmla="*/ 183303 h 4629150"/>
              <a:gd name="connsiteX4" fmla="*/ 969341 w 6694659"/>
              <a:gd name="connsiteY4" fmla="*/ 1277535 h 4629150"/>
              <a:gd name="connsiteX5" fmla="*/ 155429 w 6694659"/>
              <a:gd name="connsiteY5" fmla="*/ 4629097 h 4629150"/>
              <a:gd name="connsiteX6" fmla="*/ 5869858 w 6694659"/>
              <a:gd name="connsiteY6" fmla="*/ 2392532 h 462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94659" h="4629150">
                <a:moveTo>
                  <a:pt x="5869858" y="2392532"/>
                </a:moveTo>
                <a:cubicBezTo>
                  <a:pt x="6347728" y="1671299"/>
                  <a:pt x="6547276" y="904155"/>
                  <a:pt x="6694437" y="-53"/>
                </a:cubicBezTo>
                <a:cubicBezTo>
                  <a:pt x="5560962" y="147680"/>
                  <a:pt x="4554075" y="128820"/>
                  <a:pt x="3484512" y="181684"/>
                </a:cubicBezTo>
                <a:lnTo>
                  <a:pt x="3484512" y="183303"/>
                </a:lnTo>
                <a:cubicBezTo>
                  <a:pt x="2560587" y="214259"/>
                  <a:pt x="1649426" y="581448"/>
                  <a:pt x="969341" y="1277535"/>
                </a:cubicBezTo>
                <a:cubicBezTo>
                  <a:pt x="59608" y="2208890"/>
                  <a:pt x="-205568" y="3492955"/>
                  <a:pt x="155429" y="4629097"/>
                </a:cubicBezTo>
                <a:cubicBezTo>
                  <a:pt x="1796206" y="3608303"/>
                  <a:pt x="4711333" y="4223332"/>
                  <a:pt x="5869858" y="2392532"/>
                </a:cubicBezTo>
              </a:path>
            </a:pathLst>
          </a:custGeom>
          <a:solidFill>
            <a:srgbClr val="03CC54"/>
          </a:solidFill>
          <a:ln w="9525" cap="flat">
            <a:noFill/>
            <a:prstDash val="solid"/>
            <a:miter/>
          </a:ln>
        </p:spPr>
        <p:txBody>
          <a:bodyPr rtlCol="0" anchor="ctr"/>
          <a:lstStyle/>
          <a:p>
            <a:endParaRPr lang="en-US" dirty="0">
              <a:solidFill>
                <a:schemeClr val="accent2"/>
              </a:solidFill>
            </a:endParaRPr>
          </a:p>
        </p:txBody>
      </p:sp>
      <p:sp>
        <p:nvSpPr>
          <p:cNvPr id="28" name="Graphic 18">
            <a:extLst>
              <a:ext uri="{FF2B5EF4-FFF2-40B4-BE49-F238E27FC236}">
                <a16:creationId xmlns:a16="http://schemas.microsoft.com/office/drawing/2014/main" id="{D593FAD4-1C97-5DEB-D334-5EF9C1FE7EDA}"/>
              </a:ext>
            </a:extLst>
          </p:cNvPr>
          <p:cNvSpPr>
            <a:spLocks/>
          </p:cNvSpPr>
          <p:nvPr/>
        </p:nvSpPr>
        <p:spPr>
          <a:xfrm>
            <a:off x="4322291" y="1422494"/>
            <a:ext cx="794696" cy="549508"/>
          </a:xfrm>
          <a:custGeom>
            <a:avLst/>
            <a:gdLst>
              <a:gd name="connsiteX0" fmla="*/ 5869858 w 6694659"/>
              <a:gd name="connsiteY0" fmla="*/ 2392532 h 4629150"/>
              <a:gd name="connsiteX1" fmla="*/ 6694437 w 6694659"/>
              <a:gd name="connsiteY1" fmla="*/ -53 h 4629150"/>
              <a:gd name="connsiteX2" fmla="*/ 3484512 w 6694659"/>
              <a:gd name="connsiteY2" fmla="*/ 181684 h 4629150"/>
              <a:gd name="connsiteX3" fmla="*/ 3484512 w 6694659"/>
              <a:gd name="connsiteY3" fmla="*/ 183303 h 4629150"/>
              <a:gd name="connsiteX4" fmla="*/ 969341 w 6694659"/>
              <a:gd name="connsiteY4" fmla="*/ 1277535 h 4629150"/>
              <a:gd name="connsiteX5" fmla="*/ 155429 w 6694659"/>
              <a:gd name="connsiteY5" fmla="*/ 4629097 h 4629150"/>
              <a:gd name="connsiteX6" fmla="*/ 5869858 w 6694659"/>
              <a:gd name="connsiteY6" fmla="*/ 2392532 h 462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94659" h="4629150">
                <a:moveTo>
                  <a:pt x="5869858" y="2392532"/>
                </a:moveTo>
                <a:cubicBezTo>
                  <a:pt x="6347728" y="1671299"/>
                  <a:pt x="6547276" y="904155"/>
                  <a:pt x="6694437" y="-53"/>
                </a:cubicBezTo>
                <a:cubicBezTo>
                  <a:pt x="5560962" y="147680"/>
                  <a:pt x="4554075" y="128820"/>
                  <a:pt x="3484512" y="181684"/>
                </a:cubicBezTo>
                <a:lnTo>
                  <a:pt x="3484512" y="183303"/>
                </a:lnTo>
                <a:cubicBezTo>
                  <a:pt x="2560587" y="214259"/>
                  <a:pt x="1649426" y="581448"/>
                  <a:pt x="969341" y="1277535"/>
                </a:cubicBezTo>
                <a:cubicBezTo>
                  <a:pt x="59608" y="2208890"/>
                  <a:pt x="-205568" y="3492955"/>
                  <a:pt x="155429" y="4629097"/>
                </a:cubicBezTo>
                <a:cubicBezTo>
                  <a:pt x="1796206" y="3608303"/>
                  <a:pt x="4711333" y="4223332"/>
                  <a:pt x="5869858" y="2392532"/>
                </a:cubicBezTo>
              </a:path>
            </a:pathLst>
          </a:custGeom>
          <a:solidFill>
            <a:srgbClr val="03CC54"/>
          </a:solidFill>
          <a:ln w="9525" cap="flat">
            <a:noFill/>
            <a:prstDash val="solid"/>
            <a:miter/>
          </a:ln>
        </p:spPr>
        <p:txBody>
          <a:bodyPr rtlCol="0" anchor="ctr"/>
          <a:lstStyle/>
          <a:p>
            <a:endParaRPr lang="en-US" dirty="0">
              <a:solidFill>
                <a:schemeClr val="accent2"/>
              </a:solidFill>
            </a:endParaRPr>
          </a:p>
        </p:txBody>
      </p:sp>
      <p:sp>
        <p:nvSpPr>
          <p:cNvPr id="29" name="Graphic 18">
            <a:extLst>
              <a:ext uri="{FF2B5EF4-FFF2-40B4-BE49-F238E27FC236}">
                <a16:creationId xmlns:a16="http://schemas.microsoft.com/office/drawing/2014/main" id="{3887FD93-4381-8E95-209A-FC697F1BB43D}"/>
              </a:ext>
            </a:extLst>
          </p:cNvPr>
          <p:cNvSpPr>
            <a:spLocks/>
          </p:cNvSpPr>
          <p:nvPr/>
        </p:nvSpPr>
        <p:spPr>
          <a:xfrm>
            <a:off x="7164894" y="1422494"/>
            <a:ext cx="794696" cy="549508"/>
          </a:xfrm>
          <a:custGeom>
            <a:avLst/>
            <a:gdLst>
              <a:gd name="connsiteX0" fmla="*/ 5869858 w 6694659"/>
              <a:gd name="connsiteY0" fmla="*/ 2392532 h 4629150"/>
              <a:gd name="connsiteX1" fmla="*/ 6694437 w 6694659"/>
              <a:gd name="connsiteY1" fmla="*/ -53 h 4629150"/>
              <a:gd name="connsiteX2" fmla="*/ 3484512 w 6694659"/>
              <a:gd name="connsiteY2" fmla="*/ 181684 h 4629150"/>
              <a:gd name="connsiteX3" fmla="*/ 3484512 w 6694659"/>
              <a:gd name="connsiteY3" fmla="*/ 183303 h 4629150"/>
              <a:gd name="connsiteX4" fmla="*/ 969341 w 6694659"/>
              <a:gd name="connsiteY4" fmla="*/ 1277535 h 4629150"/>
              <a:gd name="connsiteX5" fmla="*/ 155429 w 6694659"/>
              <a:gd name="connsiteY5" fmla="*/ 4629097 h 4629150"/>
              <a:gd name="connsiteX6" fmla="*/ 5869858 w 6694659"/>
              <a:gd name="connsiteY6" fmla="*/ 2392532 h 462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94659" h="4629150">
                <a:moveTo>
                  <a:pt x="5869858" y="2392532"/>
                </a:moveTo>
                <a:cubicBezTo>
                  <a:pt x="6347728" y="1671299"/>
                  <a:pt x="6547276" y="904155"/>
                  <a:pt x="6694437" y="-53"/>
                </a:cubicBezTo>
                <a:cubicBezTo>
                  <a:pt x="5560962" y="147680"/>
                  <a:pt x="4554075" y="128820"/>
                  <a:pt x="3484512" y="181684"/>
                </a:cubicBezTo>
                <a:lnTo>
                  <a:pt x="3484512" y="183303"/>
                </a:lnTo>
                <a:cubicBezTo>
                  <a:pt x="2560587" y="214259"/>
                  <a:pt x="1649426" y="581448"/>
                  <a:pt x="969341" y="1277535"/>
                </a:cubicBezTo>
                <a:cubicBezTo>
                  <a:pt x="59608" y="2208890"/>
                  <a:pt x="-205568" y="3492955"/>
                  <a:pt x="155429" y="4629097"/>
                </a:cubicBezTo>
                <a:cubicBezTo>
                  <a:pt x="1796206" y="3608303"/>
                  <a:pt x="4711333" y="4223332"/>
                  <a:pt x="5869858" y="2392532"/>
                </a:cubicBezTo>
              </a:path>
            </a:pathLst>
          </a:custGeom>
          <a:solidFill>
            <a:srgbClr val="03CC54"/>
          </a:solidFill>
          <a:ln w="9525" cap="flat">
            <a:noFill/>
            <a:prstDash val="solid"/>
            <a:miter/>
          </a:ln>
        </p:spPr>
        <p:txBody>
          <a:bodyPr rtlCol="0" anchor="ctr"/>
          <a:lstStyle/>
          <a:p>
            <a:endParaRPr lang="en-US" dirty="0">
              <a:solidFill>
                <a:schemeClr val="accent2"/>
              </a:solidFill>
            </a:endParaRPr>
          </a:p>
        </p:txBody>
      </p:sp>
      <p:sp>
        <p:nvSpPr>
          <p:cNvPr id="30" name="Rectangle 29">
            <a:extLst>
              <a:ext uri="{FF2B5EF4-FFF2-40B4-BE49-F238E27FC236}">
                <a16:creationId xmlns:a16="http://schemas.microsoft.com/office/drawing/2014/main" id="{8B572354-7669-B81A-D89D-5E1C73BDA7E3}"/>
              </a:ext>
            </a:extLst>
          </p:cNvPr>
          <p:cNvSpPr>
            <a:spLocks/>
          </p:cNvSpPr>
          <p:nvPr/>
        </p:nvSpPr>
        <p:spPr>
          <a:xfrm>
            <a:off x="3274649" y="3094853"/>
            <a:ext cx="2740987" cy="2559714"/>
          </a:xfrm>
          <a:prstGeom prst="rect">
            <a:avLst/>
          </a:prstGeom>
          <a:solidFill>
            <a:srgbClr val="FAD6B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182880" rIns="91440" bIns="72000" rtlCol="0" anchor="t" anchorCtr="0">
            <a:noAutofit/>
          </a:bodyPr>
          <a:lstStyle/>
          <a:p>
            <a:pPr marL="123825" indent="-123825" algn="l">
              <a:spcBef>
                <a:spcPts val="300"/>
              </a:spcBef>
              <a:spcAft>
                <a:spcPts val="100"/>
              </a:spcAft>
              <a:buFont typeface="Arial" panose="020B0604020202020204" pitchFamily="34" charset="0"/>
              <a:buChar char="•"/>
            </a:pPr>
            <a:r>
              <a:rPr lang="en-US" sz="1200" b="1" i="0" dirty="0">
                <a:solidFill>
                  <a:schemeClr val="tx2"/>
                </a:solidFill>
                <a:effectLst/>
              </a:rPr>
              <a:t>149k+ international</a:t>
            </a:r>
            <a:r>
              <a:rPr lang="en-US" sz="1200" i="0" dirty="0">
                <a:solidFill>
                  <a:schemeClr val="tx1">
                    <a:lumMod val="85000"/>
                    <a:lumOff val="15000"/>
                  </a:schemeClr>
                </a:solidFill>
                <a:effectLst/>
              </a:rPr>
              <a:t> </a:t>
            </a:r>
            <a:br>
              <a:rPr lang="en-US" sz="1200" i="0" dirty="0">
                <a:solidFill>
                  <a:schemeClr val="tx1">
                    <a:lumMod val="85000"/>
                    <a:lumOff val="15000"/>
                  </a:schemeClr>
                </a:solidFill>
                <a:effectLst/>
              </a:rPr>
            </a:br>
            <a:r>
              <a:rPr lang="en-US" sz="1200" i="0" dirty="0">
                <a:solidFill>
                  <a:schemeClr val="tx1">
                    <a:lumMod val="85000"/>
                    <a:lumOff val="15000"/>
                  </a:schemeClr>
                </a:solidFill>
                <a:effectLst/>
              </a:rPr>
              <a:t>G.O.P. annually</a:t>
            </a:r>
            <a:r>
              <a:rPr lang="en-US" sz="1200" i="0" baseline="30000" dirty="0">
                <a:solidFill>
                  <a:schemeClr val="tx1">
                    <a:lumMod val="85000"/>
                    <a:lumOff val="15000"/>
                  </a:schemeClr>
                </a:solidFill>
                <a:effectLst/>
              </a:rPr>
              <a:t>2</a:t>
            </a:r>
          </a:p>
          <a:p>
            <a:pPr marL="123825" indent="-123825" algn="l">
              <a:spcBef>
                <a:spcPts val="300"/>
              </a:spcBef>
              <a:spcAft>
                <a:spcPts val="100"/>
              </a:spcAft>
              <a:buFont typeface="Arial" panose="020B0604020202020204" pitchFamily="34" charset="0"/>
              <a:buChar char="•"/>
            </a:pPr>
            <a:r>
              <a:rPr lang="en-US" sz="1200" b="1" i="0" dirty="0">
                <a:solidFill>
                  <a:schemeClr val="tx2"/>
                </a:solidFill>
                <a:effectLst/>
              </a:rPr>
              <a:t>Ease of access </a:t>
            </a:r>
            <a:r>
              <a:rPr lang="en-US" sz="1200" i="0" dirty="0">
                <a:solidFill>
                  <a:schemeClr val="tx1">
                    <a:lumMod val="85000"/>
                    <a:lumOff val="15000"/>
                  </a:schemeClr>
                </a:solidFill>
                <a:effectLst/>
              </a:rPr>
              <a:t>– </a:t>
            </a:r>
            <a:br>
              <a:rPr lang="en-US" sz="1200" i="0" dirty="0">
                <a:solidFill>
                  <a:schemeClr val="tx1">
                    <a:lumMod val="85000"/>
                    <a:lumOff val="15000"/>
                  </a:schemeClr>
                </a:solidFill>
                <a:effectLst/>
              </a:rPr>
            </a:br>
            <a:r>
              <a:rPr lang="en-US" sz="1200" i="0" dirty="0">
                <a:solidFill>
                  <a:schemeClr val="tx1">
                    <a:lumMod val="85000"/>
                    <a:lumOff val="15000"/>
                  </a:schemeClr>
                </a:solidFill>
                <a:effectLst/>
              </a:rPr>
              <a:t>no cash payment</a:t>
            </a:r>
          </a:p>
          <a:p>
            <a:pPr marL="123825" indent="-123825" algn="l">
              <a:spcBef>
                <a:spcPts val="300"/>
              </a:spcBef>
              <a:spcAft>
                <a:spcPts val="100"/>
              </a:spcAft>
              <a:buFont typeface="Arial" panose="020B0604020202020204" pitchFamily="34" charset="0"/>
              <a:buChar char="•"/>
            </a:pPr>
            <a:r>
              <a:rPr lang="en-US" sz="1200" b="1" i="0" dirty="0">
                <a:solidFill>
                  <a:schemeClr val="tx2"/>
                </a:solidFill>
                <a:effectLst/>
              </a:rPr>
              <a:t>24-hour turnaround </a:t>
            </a:r>
            <a:r>
              <a:rPr lang="en-US" sz="1200" i="0" dirty="0">
                <a:solidFill>
                  <a:schemeClr val="tx1">
                    <a:lumMod val="85000"/>
                    <a:lumOff val="15000"/>
                  </a:schemeClr>
                </a:solidFill>
                <a:effectLst/>
              </a:rPr>
              <a:t>– </a:t>
            </a:r>
            <a:br>
              <a:rPr lang="en-US" sz="1200" i="0" dirty="0">
                <a:solidFill>
                  <a:schemeClr val="tx1">
                    <a:lumMod val="85000"/>
                    <a:lumOff val="15000"/>
                  </a:schemeClr>
                </a:solidFill>
                <a:effectLst/>
              </a:rPr>
            </a:br>
            <a:r>
              <a:rPr lang="en-US" sz="1200" i="0" dirty="0">
                <a:solidFill>
                  <a:schemeClr val="tx1">
                    <a:lumMod val="85000"/>
                    <a:lumOff val="15000"/>
                  </a:schemeClr>
                </a:solidFill>
                <a:effectLst/>
              </a:rPr>
              <a:t>or faster if emergent </a:t>
            </a:r>
            <a:br>
              <a:rPr lang="en-US" sz="1200" i="0" dirty="0">
                <a:solidFill>
                  <a:schemeClr val="tx1">
                    <a:lumMod val="85000"/>
                    <a:lumOff val="15000"/>
                  </a:schemeClr>
                </a:solidFill>
                <a:effectLst/>
              </a:rPr>
            </a:br>
            <a:r>
              <a:rPr lang="en-US" sz="1200" i="0" dirty="0">
                <a:solidFill>
                  <a:schemeClr val="tx1">
                    <a:lumMod val="85000"/>
                    <a:lumOff val="15000"/>
                  </a:schemeClr>
                </a:solidFill>
                <a:effectLst/>
              </a:rPr>
              <a:t>or urgent</a:t>
            </a:r>
          </a:p>
          <a:p>
            <a:pPr marL="123825" indent="-123825" algn="l">
              <a:spcAft>
                <a:spcPts val="300"/>
              </a:spcAft>
              <a:buFont typeface="Arial" panose="020B0604020202020204" pitchFamily="34" charset="0"/>
              <a:buChar char="•"/>
            </a:pPr>
            <a:endParaRPr lang="en-US" sz="1400" b="1" i="0" dirty="0">
              <a:solidFill>
                <a:schemeClr val="tx2"/>
              </a:solidFill>
              <a:effectLst/>
            </a:endParaRPr>
          </a:p>
        </p:txBody>
      </p:sp>
      <p:sp>
        <p:nvSpPr>
          <p:cNvPr id="31" name="Rectangle 30">
            <a:extLst>
              <a:ext uri="{FF2B5EF4-FFF2-40B4-BE49-F238E27FC236}">
                <a16:creationId xmlns:a16="http://schemas.microsoft.com/office/drawing/2014/main" id="{AA69E248-DC37-3324-03A2-8BD4569258BC}"/>
              </a:ext>
            </a:extLst>
          </p:cNvPr>
          <p:cNvSpPr>
            <a:spLocks/>
          </p:cNvSpPr>
          <p:nvPr/>
        </p:nvSpPr>
        <p:spPr>
          <a:xfrm>
            <a:off x="6203702" y="3094853"/>
            <a:ext cx="2720511" cy="2559714"/>
          </a:xfrm>
          <a:prstGeom prst="rect">
            <a:avLst/>
          </a:prstGeom>
          <a:solidFill>
            <a:srgbClr val="FAD6B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182880" rIns="91440" bIns="72000" rtlCol="0" anchor="t" anchorCtr="0">
            <a:noAutofit/>
          </a:bodyPr>
          <a:lstStyle/>
          <a:p>
            <a:pPr marL="114300" indent="-114300" algn="l">
              <a:spcBef>
                <a:spcPts val="300"/>
              </a:spcBef>
              <a:spcAft>
                <a:spcPts val="100"/>
              </a:spcAft>
              <a:buFont typeface="Arial" panose="020B0604020202020204" pitchFamily="34" charset="0"/>
              <a:buChar char="•"/>
            </a:pPr>
            <a:r>
              <a:rPr lang="en-US" sz="1200" b="1" i="0" dirty="0">
                <a:solidFill>
                  <a:schemeClr val="tx2"/>
                </a:solidFill>
                <a:effectLst/>
              </a:rPr>
              <a:t>Compliant solutions </a:t>
            </a:r>
            <a:br>
              <a:rPr lang="en-US" sz="1200" b="1" i="0" dirty="0">
                <a:solidFill>
                  <a:schemeClr val="tx2"/>
                </a:solidFill>
                <a:effectLst/>
              </a:rPr>
            </a:br>
            <a:r>
              <a:rPr lang="en-US" sz="1200" i="0" dirty="0">
                <a:solidFill>
                  <a:schemeClr val="tx1">
                    <a:lumMod val="85000"/>
                    <a:lumOff val="15000"/>
                  </a:schemeClr>
                </a:solidFill>
                <a:effectLst/>
              </a:rPr>
              <a:t>from integrated partners </a:t>
            </a:r>
          </a:p>
          <a:p>
            <a:pPr marL="114300" indent="-114300" algn="l">
              <a:spcBef>
                <a:spcPts val="300"/>
              </a:spcBef>
              <a:spcAft>
                <a:spcPts val="100"/>
              </a:spcAft>
              <a:buFont typeface="Arial" panose="020B0604020202020204" pitchFamily="34" charset="0"/>
              <a:buChar char="•"/>
            </a:pPr>
            <a:r>
              <a:rPr lang="en-US" sz="1200" b="1" i="0" dirty="0">
                <a:solidFill>
                  <a:schemeClr val="tx2"/>
                </a:solidFill>
                <a:effectLst/>
              </a:rPr>
              <a:t>325k+ </a:t>
            </a:r>
            <a:r>
              <a:rPr lang="en-US" sz="1200" b="1" i="0" dirty="0" err="1">
                <a:solidFill>
                  <a:schemeClr val="tx2"/>
                </a:solidFill>
                <a:effectLst/>
              </a:rPr>
              <a:t>Cigna</a:t>
            </a:r>
            <a:r>
              <a:rPr lang="en-US" sz="1200" b="1" i="1" dirty="0" err="1">
                <a:solidFill>
                  <a:schemeClr val="tx2"/>
                </a:solidFill>
                <a:effectLst/>
              </a:rPr>
              <a:t>Links</a:t>
            </a:r>
            <a:r>
              <a:rPr lang="en-US" sz="1200" b="1" i="0" dirty="0">
                <a:solidFill>
                  <a:schemeClr val="tx2"/>
                </a:solidFill>
                <a:effectLst/>
              </a:rPr>
              <a:t> providers </a:t>
            </a:r>
            <a:r>
              <a:rPr lang="en-US" sz="1200" i="0" dirty="0">
                <a:solidFill>
                  <a:schemeClr val="tx1">
                    <a:lumMod val="75000"/>
                    <a:lumOff val="25000"/>
                  </a:schemeClr>
                </a:solidFill>
                <a:effectLst/>
              </a:rPr>
              <a:t>outside the U.S.</a:t>
            </a:r>
            <a:r>
              <a:rPr lang="en-US" sz="1200" i="0" baseline="30000" dirty="0">
                <a:solidFill>
                  <a:schemeClr val="tx1">
                    <a:lumMod val="75000"/>
                    <a:lumOff val="25000"/>
                  </a:schemeClr>
                </a:solidFill>
                <a:effectLst/>
              </a:rPr>
              <a:t>2</a:t>
            </a:r>
          </a:p>
          <a:p>
            <a:pPr marL="114300" indent="-114300" algn="l">
              <a:spcBef>
                <a:spcPts val="300"/>
              </a:spcBef>
              <a:spcAft>
                <a:spcPts val="100"/>
              </a:spcAft>
              <a:buFont typeface="Arial" panose="020B0604020202020204" pitchFamily="34" charset="0"/>
              <a:buChar char="•"/>
            </a:pPr>
            <a:r>
              <a:rPr lang="en-US" sz="1200" b="1" i="0" dirty="0">
                <a:solidFill>
                  <a:schemeClr val="tx2"/>
                </a:solidFill>
                <a:effectLst/>
              </a:rPr>
              <a:t>Direct settlement; </a:t>
            </a:r>
            <a:br>
              <a:rPr lang="en-US" sz="1200" b="1" i="0" dirty="0">
                <a:solidFill>
                  <a:schemeClr val="tx2"/>
                </a:solidFill>
                <a:effectLst/>
              </a:rPr>
            </a:br>
            <a:r>
              <a:rPr lang="en-US" sz="1200" i="0" dirty="0">
                <a:solidFill>
                  <a:schemeClr val="tx1">
                    <a:lumMod val="75000"/>
                    <a:lumOff val="25000"/>
                  </a:schemeClr>
                </a:solidFill>
                <a:effectLst/>
              </a:rPr>
              <a:t>contracted rates</a:t>
            </a:r>
          </a:p>
          <a:p>
            <a:pPr marL="114300" indent="-114300" algn="l">
              <a:spcBef>
                <a:spcPts val="300"/>
              </a:spcBef>
              <a:spcAft>
                <a:spcPts val="100"/>
              </a:spcAft>
              <a:buFont typeface="Arial" panose="020B0604020202020204" pitchFamily="34" charset="0"/>
              <a:buChar char="•"/>
            </a:pPr>
            <a:r>
              <a:rPr lang="en-US" sz="1200" b="1" i="0" dirty="0">
                <a:solidFill>
                  <a:schemeClr val="tx2"/>
                </a:solidFill>
                <a:effectLst/>
              </a:rPr>
              <a:t>Seamless </a:t>
            </a:r>
            <a:r>
              <a:rPr lang="en-US" sz="1200" i="0" dirty="0">
                <a:solidFill>
                  <a:schemeClr val="tx1">
                    <a:lumMod val="75000"/>
                    <a:lumOff val="25000"/>
                  </a:schemeClr>
                </a:solidFill>
                <a:effectLst/>
              </a:rPr>
              <a:t>eligibility transfers</a:t>
            </a:r>
          </a:p>
          <a:p>
            <a:pPr marL="114300" indent="-114300" algn="l">
              <a:spcBef>
                <a:spcPts val="300"/>
              </a:spcBef>
              <a:spcAft>
                <a:spcPts val="100"/>
              </a:spcAft>
              <a:buFont typeface="Arial" panose="020B0604020202020204" pitchFamily="34" charset="0"/>
              <a:buChar char="•"/>
            </a:pPr>
            <a:r>
              <a:rPr lang="en-US" sz="1200" b="1" i="0" dirty="0">
                <a:solidFill>
                  <a:schemeClr val="tx2"/>
                </a:solidFill>
                <a:effectLst/>
              </a:rPr>
              <a:t>Local knowledge </a:t>
            </a:r>
            <a:br>
              <a:rPr lang="en-US" sz="1200" b="1" i="0" dirty="0">
                <a:solidFill>
                  <a:schemeClr val="tx2"/>
                </a:solidFill>
                <a:effectLst/>
              </a:rPr>
            </a:br>
            <a:r>
              <a:rPr lang="en-US" sz="1200" i="0" dirty="0">
                <a:solidFill>
                  <a:schemeClr val="tx1">
                    <a:lumMod val="75000"/>
                    <a:lumOff val="25000"/>
                  </a:schemeClr>
                </a:solidFill>
                <a:effectLst/>
              </a:rPr>
              <a:t>and service delivery</a:t>
            </a:r>
          </a:p>
          <a:p>
            <a:pPr marL="114300" indent="-114300" algn="l">
              <a:spcBef>
                <a:spcPts val="300"/>
              </a:spcBef>
              <a:spcAft>
                <a:spcPts val="100"/>
              </a:spcAft>
              <a:buFont typeface="Arial" panose="020B0604020202020204" pitchFamily="34" charset="0"/>
              <a:buChar char="•"/>
            </a:pPr>
            <a:r>
              <a:rPr lang="en-US" sz="1200" b="1" i="0" dirty="0">
                <a:solidFill>
                  <a:schemeClr val="tx2"/>
                </a:solidFill>
                <a:effectLst/>
              </a:rPr>
              <a:t>Data accumulation </a:t>
            </a:r>
            <a:br>
              <a:rPr lang="en-US" sz="1200" b="1" i="0" dirty="0">
                <a:solidFill>
                  <a:schemeClr val="tx2"/>
                </a:solidFill>
                <a:effectLst/>
              </a:rPr>
            </a:br>
            <a:r>
              <a:rPr lang="en-US" sz="1200" i="0" dirty="0">
                <a:solidFill>
                  <a:schemeClr val="tx1">
                    <a:lumMod val="75000"/>
                    <a:lumOff val="25000"/>
                  </a:schemeClr>
                </a:solidFill>
                <a:effectLst/>
              </a:rPr>
              <a:t>for global reporting </a:t>
            </a:r>
            <a:endParaRPr lang="en-US" sz="1200" dirty="0">
              <a:solidFill>
                <a:schemeClr val="tx1">
                  <a:lumMod val="75000"/>
                  <a:lumOff val="25000"/>
                </a:schemeClr>
              </a:solidFill>
            </a:endParaRPr>
          </a:p>
        </p:txBody>
      </p:sp>
      <p:sp>
        <p:nvSpPr>
          <p:cNvPr id="36" name="TextBox 35">
            <a:extLst>
              <a:ext uri="{FF2B5EF4-FFF2-40B4-BE49-F238E27FC236}">
                <a16:creationId xmlns:a16="http://schemas.microsoft.com/office/drawing/2014/main" id="{9917B6A8-3992-9101-F85C-1063B5137F32}"/>
              </a:ext>
            </a:extLst>
          </p:cNvPr>
          <p:cNvSpPr txBox="1"/>
          <p:nvPr/>
        </p:nvSpPr>
        <p:spPr>
          <a:xfrm>
            <a:off x="9111489" y="2166314"/>
            <a:ext cx="2720512" cy="716460"/>
          </a:xfrm>
          <a:prstGeom prst="rect">
            <a:avLst/>
          </a:prstGeom>
          <a:noFill/>
        </p:spPr>
        <p:txBody>
          <a:bodyPr wrap="square" lIns="0" tIns="0" rIns="0" bIns="0" rtlCol="0" anchor="ctr" anchorCtr="0">
            <a:noAutofit/>
          </a:bodyPr>
          <a:lstStyle/>
          <a:p>
            <a:pPr algn="ctr"/>
            <a:r>
              <a:rPr lang="en-US" sz="1400" b="1" dirty="0">
                <a:solidFill>
                  <a:schemeClr val="tx2"/>
                </a:solidFill>
                <a:latin typeface="Verdana" panose="020B0604030504040204" pitchFamily="34" charset="0"/>
                <a:ea typeface="Verdana" panose="020B0604030504040204" pitchFamily="34" charset="0"/>
                <a:cs typeface="Verdana" panose="020B0604030504040204" pitchFamily="34" charset="0"/>
              </a:rPr>
              <a:t>Telehealth</a:t>
            </a:r>
            <a:br>
              <a:rPr lang="en-US" sz="1200" b="1" dirty="0">
                <a:solidFill>
                  <a:schemeClr val="tx2"/>
                </a:solidFill>
                <a:latin typeface="Verdana" panose="020B0604030504040204" pitchFamily="34" charset="0"/>
                <a:ea typeface="Verdana" panose="020B0604030504040204" pitchFamily="34" charset="0"/>
                <a:cs typeface="Verdana" panose="020B0604030504040204" pitchFamily="34" charset="0"/>
              </a:rPr>
            </a:br>
            <a:r>
              <a:rPr lang="en-US" sz="1200" dirty="0">
                <a:solidFill>
                  <a:schemeClr val="tx2"/>
                </a:solidFill>
                <a:latin typeface="Verdana" panose="020B0604030504040204" pitchFamily="34" charset="0"/>
                <a:ea typeface="Verdana" panose="020B0604030504040204" pitchFamily="34" charset="0"/>
                <a:cs typeface="Verdana" panose="020B0604030504040204" pitchFamily="34" charset="0"/>
              </a:rPr>
              <a:t>24/7 access to care </a:t>
            </a:r>
            <a:br>
              <a:rPr lang="en-US" sz="1200" dirty="0">
                <a:solidFill>
                  <a:schemeClr val="tx2"/>
                </a:solidFill>
                <a:latin typeface="Verdana" panose="020B0604030504040204" pitchFamily="34" charset="0"/>
                <a:ea typeface="Verdana" panose="020B0604030504040204" pitchFamily="34" charset="0"/>
                <a:cs typeface="Verdana" panose="020B0604030504040204" pitchFamily="34" charset="0"/>
              </a:rPr>
            </a:br>
            <a:r>
              <a:rPr lang="en-US" sz="1200" dirty="0">
                <a:solidFill>
                  <a:schemeClr val="tx2"/>
                </a:solidFill>
                <a:latin typeface="Verdana" panose="020B0604030504040204" pitchFamily="34" charset="0"/>
                <a:ea typeface="Verdana" panose="020B0604030504040204" pitchFamily="34" charset="0"/>
                <a:cs typeface="Verdana" panose="020B0604030504040204" pitchFamily="34" charset="0"/>
              </a:rPr>
              <a:t>by phone or video</a:t>
            </a:r>
          </a:p>
        </p:txBody>
      </p:sp>
      <p:sp>
        <p:nvSpPr>
          <p:cNvPr id="3" name="Rectangle 2">
            <a:extLst>
              <a:ext uri="{FF2B5EF4-FFF2-40B4-BE49-F238E27FC236}">
                <a16:creationId xmlns:a16="http://schemas.microsoft.com/office/drawing/2014/main" id="{1D605EA6-CC9A-383F-FEEA-09E1C257CA62}"/>
              </a:ext>
            </a:extLst>
          </p:cNvPr>
          <p:cNvSpPr>
            <a:spLocks/>
          </p:cNvSpPr>
          <p:nvPr/>
        </p:nvSpPr>
        <p:spPr>
          <a:xfrm>
            <a:off x="9111489" y="3094853"/>
            <a:ext cx="2720511" cy="2559714"/>
          </a:xfrm>
          <a:prstGeom prst="rect">
            <a:avLst/>
          </a:prstGeom>
          <a:solidFill>
            <a:srgbClr val="FAD6B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182880" rIns="91440" bIns="72000" rtlCol="0" anchor="t" anchorCtr="0">
            <a:noAutofit/>
          </a:bodyPr>
          <a:lstStyle/>
          <a:p>
            <a:pPr marL="114300" indent="-114300" algn="l">
              <a:spcBef>
                <a:spcPts val="300"/>
              </a:spcBef>
              <a:spcAft>
                <a:spcPts val="100"/>
              </a:spcAft>
              <a:buFont typeface="Arial" panose="020B0604020202020204" pitchFamily="34" charset="0"/>
              <a:buChar char="•"/>
            </a:pPr>
            <a:r>
              <a:rPr lang="en-US" sz="1200" b="1" i="0" dirty="0">
                <a:solidFill>
                  <a:schemeClr val="tx2"/>
                </a:solidFill>
                <a:effectLst/>
              </a:rPr>
              <a:t>Board-certified clinicians, </a:t>
            </a:r>
            <a:r>
              <a:rPr lang="en-US" sz="1200" i="0" dirty="0">
                <a:solidFill>
                  <a:schemeClr val="tx1">
                    <a:lumMod val="75000"/>
                    <a:lumOff val="25000"/>
                  </a:schemeClr>
                </a:solidFill>
                <a:effectLst/>
              </a:rPr>
              <a:t>including 47 specialties</a:t>
            </a:r>
            <a:r>
              <a:rPr lang="en-US" sz="1200" i="0" baseline="30000" dirty="0">
                <a:solidFill>
                  <a:schemeClr val="tx1">
                    <a:lumMod val="75000"/>
                    <a:lumOff val="25000"/>
                  </a:schemeClr>
                </a:solidFill>
                <a:effectLst/>
              </a:rPr>
              <a:t>3</a:t>
            </a:r>
          </a:p>
          <a:p>
            <a:pPr marL="114300" indent="-114300" algn="l">
              <a:spcBef>
                <a:spcPts val="300"/>
              </a:spcBef>
              <a:spcAft>
                <a:spcPts val="100"/>
              </a:spcAft>
              <a:buFont typeface="Arial" panose="020B0604020202020204" pitchFamily="34" charset="0"/>
              <a:buChar char="•"/>
            </a:pPr>
            <a:r>
              <a:rPr lang="en-US" sz="1200" b="1" i="0" dirty="0">
                <a:solidFill>
                  <a:schemeClr val="tx2"/>
                </a:solidFill>
                <a:effectLst/>
              </a:rPr>
              <a:t>No out-of-pocket cost</a:t>
            </a:r>
          </a:p>
          <a:p>
            <a:pPr marL="114300" indent="-114300" algn="l">
              <a:spcBef>
                <a:spcPts val="300"/>
              </a:spcBef>
              <a:spcAft>
                <a:spcPts val="100"/>
              </a:spcAft>
              <a:buFont typeface="Arial" panose="020B0604020202020204" pitchFamily="34" charset="0"/>
              <a:buChar char="•"/>
            </a:pPr>
            <a:r>
              <a:rPr lang="en-US" sz="1200" b="1" i="0" dirty="0">
                <a:solidFill>
                  <a:schemeClr val="tx2"/>
                </a:solidFill>
                <a:effectLst/>
              </a:rPr>
              <a:t>50%+ stay at home </a:t>
            </a:r>
            <a:r>
              <a:rPr lang="en-US" sz="1200" i="0" dirty="0">
                <a:solidFill>
                  <a:schemeClr val="tx1">
                    <a:lumMod val="75000"/>
                    <a:lumOff val="25000"/>
                  </a:schemeClr>
                </a:solidFill>
                <a:effectLst/>
              </a:rPr>
              <a:t>after </a:t>
            </a:r>
            <a:br>
              <a:rPr lang="en-US" sz="1200" i="0" dirty="0">
                <a:solidFill>
                  <a:schemeClr val="tx1">
                    <a:lumMod val="75000"/>
                    <a:lumOff val="25000"/>
                  </a:schemeClr>
                </a:solidFill>
                <a:effectLst/>
              </a:rPr>
            </a:br>
            <a:r>
              <a:rPr lang="en-US" sz="1200" i="0" dirty="0">
                <a:solidFill>
                  <a:schemeClr val="tx1">
                    <a:lumMod val="75000"/>
                    <a:lumOff val="25000"/>
                  </a:schemeClr>
                </a:solidFill>
                <a:effectLst/>
              </a:rPr>
              <a:t>the call without follow-up care</a:t>
            </a:r>
            <a:r>
              <a:rPr lang="en-US" sz="1200" i="0" baseline="30000" dirty="0">
                <a:solidFill>
                  <a:schemeClr val="tx1">
                    <a:lumMod val="75000"/>
                    <a:lumOff val="25000"/>
                  </a:schemeClr>
                </a:solidFill>
                <a:effectLst/>
              </a:rPr>
              <a:t>3</a:t>
            </a:r>
          </a:p>
          <a:p>
            <a:pPr marL="114300" indent="-114300" algn="l">
              <a:spcBef>
                <a:spcPts val="300"/>
              </a:spcBef>
              <a:spcAft>
                <a:spcPts val="100"/>
              </a:spcAft>
              <a:buFont typeface="Arial" panose="020B0604020202020204" pitchFamily="34" charset="0"/>
              <a:buChar char="•"/>
            </a:pPr>
            <a:r>
              <a:rPr lang="en-US" sz="1200" b="1" i="0" dirty="0">
                <a:solidFill>
                  <a:schemeClr val="tx2"/>
                </a:solidFill>
                <a:effectLst/>
              </a:rPr>
              <a:t>195 countries </a:t>
            </a:r>
            <a:r>
              <a:rPr lang="en-US" sz="1200" i="0" dirty="0">
                <a:solidFill>
                  <a:schemeClr val="tx1">
                    <a:lumMod val="75000"/>
                    <a:lumOff val="25000"/>
                  </a:schemeClr>
                </a:solidFill>
                <a:effectLst/>
              </a:rPr>
              <a:t>to date</a:t>
            </a:r>
            <a:r>
              <a:rPr lang="en-US" sz="1200" i="0" baseline="30000" dirty="0">
                <a:solidFill>
                  <a:schemeClr val="tx1">
                    <a:lumMod val="75000"/>
                    <a:lumOff val="25000"/>
                  </a:schemeClr>
                </a:solidFill>
                <a:effectLst/>
              </a:rPr>
              <a:t>3</a:t>
            </a:r>
          </a:p>
          <a:p>
            <a:pPr marL="114300" indent="-114300" algn="l">
              <a:spcBef>
                <a:spcPts val="300"/>
              </a:spcBef>
              <a:spcAft>
                <a:spcPts val="100"/>
              </a:spcAft>
              <a:buFont typeface="Arial" panose="020B0604020202020204" pitchFamily="34" charset="0"/>
              <a:buChar char="•"/>
            </a:pPr>
            <a:r>
              <a:rPr lang="en-US" sz="1200" b="1" i="0" dirty="0">
                <a:solidFill>
                  <a:schemeClr val="tx2"/>
                </a:solidFill>
                <a:effectLst/>
              </a:rPr>
              <a:t>10 different languages serviced</a:t>
            </a:r>
            <a:r>
              <a:rPr lang="en-US" sz="1200" b="1" i="0" baseline="30000" dirty="0">
                <a:solidFill>
                  <a:schemeClr val="tx2"/>
                </a:solidFill>
                <a:effectLst/>
              </a:rPr>
              <a:t>3</a:t>
            </a:r>
          </a:p>
          <a:p>
            <a:pPr marL="114300" indent="-114300" algn="l">
              <a:spcBef>
                <a:spcPts val="300"/>
              </a:spcBef>
              <a:spcAft>
                <a:spcPts val="100"/>
              </a:spcAft>
              <a:buFont typeface="Arial" panose="020B0604020202020204" pitchFamily="34" charset="0"/>
              <a:buChar char="•"/>
            </a:pPr>
            <a:r>
              <a:rPr lang="en-US" sz="1200" b="1" i="0" dirty="0">
                <a:solidFill>
                  <a:schemeClr val="tx2"/>
                </a:solidFill>
                <a:effectLst/>
              </a:rPr>
              <a:t>More than 77,000 </a:t>
            </a:r>
            <a:r>
              <a:rPr lang="en-US" sz="1200" i="0" dirty="0">
                <a:solidFill>
                  <a:schemeClr val="tx1">
                    <a:lumMod val="75000"/>
                    <a:lumOff val="25000"/>
                  </a:schemeClr>
                </a:solidFill>
                <a:effectLst/>
              </a:rPr>
              <a:t>patient consultations</a:t>
            </a:r>
            <a:r>
              <a:rPr lang="en-US" sz="1200" i="0" baseline="30000" dirty="0">
                <a:solidFill>
                  <a:schemeClr val="tx1">
                    <a:lumMod val="75000"/>
                    <a:lumOff val="25000"/>
                  </a:schemeClr>
                </a:solidFill>
                <a:effectLst/>
              </a:rPr>
              <a:t>3</a:t>
            </a:r>
            <a:r>
              <a:rPr lang="en-US" sz="1200" i="0" dirty="0">
                <a:solidFill>
                  <a:schemeClr val="tx1">
                    <a:lumMod val="75000"/>
                    <a:lumOff val="25000"/>
                  </a:schemeClr>
                </a:solidFill>
                <a:effectLst/>
              </a:rPr>
              <a:t> </a:t>
            </a:r>
          </a:p>
        </p:txBody>
      </p:sp>
      <p:sp>
        <p:nvSpPr>
          <p:cNvPr id="4" name="Graphic 18">
            <a:extLst>
              <a:ext uri="{FF2B5EF4-FFF2-40B4-BE49-F238E27FC236}">
                <a16:creationId xmlns:a16="http://schemas.microsoft.com/office/drawing/2014/main" id="{BD57B011-72D1-C316-671E-41275DD0CDB2}"/>
              </a:ext>
            </a:extLst>
          </p:cNvPr>
          <p:cNvSpPr>
            <a:spLocks/>
          </p:cNvSpPr>
          <p:nvPr/>
        </p:nvSpPr>
        <p:spPr>
          <a:xfrm>
            <a:off x="10212894" y="1422494"/>
            <a:ext cx="794696" cy="549508"/>
          </a:xfrm>
          <a:custGeom>
            <a:avLst/>
            <a:gdLst>
              <a:gd name="connsiteX0" fmla="*/ 5869858 w 6694659"/>
              <a:gd name="connsiteY0" fmla="*/ 2392532 h 4629150"/>
              <a:gd name="connsiteX1" fmla="*/ 6694437 w 6694659"/>
              <a:gd name="connsiteY1" fmla="*/ -53 h 4629150"/>
              <a:gd name="connsiteX2" fmla="*/ 3484512 w 6694659"/>
              <a:gd name="connsiteY2" fmla="*/ 181684 h 4629150"/>
              <a:gd name="connsiteX3" fmla="*/ 3484512 w 6694659"/>
              <a:gd name="connsiteY3" fmla="*/ 183303 h 4629150"/>
              <a:gd name="connsiteX4" fmla="*/ 969341 w 6694659"/>
              <a:gd name="connsiteY4" fmla="*/ 1277535 h 4629150"/>
              <a:gd name="connsiteX5" fmla="*/ 155429 w 6694659"/>
              <a:gd name="connsiteY5" fmla="*/ 4629097 h 4629150"/>
              <a:gd name="connsiteX6" fmla="*/ 5869858 w 6694659"/>
              <a:gd name="connsiteY6" fmla="*/ 2392532 h 462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94659" h="4629150">
                <a:moveTo>
                  <a:pt x="5869858" y="2392532"/>
                </a:moveTo>
                <a:cubicBezTo>
                  <a:pt x="6347728" y="1671299"/>
                  <a:pt x="6547276" y="904155"/>
                  <a:pt x="6694437" y="-53"/>
                </a:cubicBezTo>
                <a:cubicBezTo>
                  <a:pt x="5560962" y="147680"/>
                  <a:pt x="4554075" y="128820"/>
                  <a:pt x="3484512" y="181684"/>
                </a:cubicBezTo>
                <a:lnTo>
                  <a:pt x="3484512" y="183303"/>
                </a:lnTo>
                <a:cubicBezTo>
                  <a:pt x="2560587" y="214259"/>
                  <a:pt x="1649426" y="581448"/>
                  <a:pt x="969341" y="1277535"/>
                </a:cubicBezTo>
                <a:cubicBezTo>
                  <a:pt x="59608" y="2208890"/>
                  <a:pt x="-205568" y="3492955"/>
                  <a:pt x="155429" y="4629097"/>
                </a:cubicBezTo>
                <a:cubicBezTo>
                  <a:pt x="1796206" y="3608303"/>
                  <a:pt x="4711333" y="4223332"/>
                  <a:pt x="5869858" y="2392532"/>
                </a:cubicBezTo>
              </a:path>
            </a:pathLst>
          </a:custGeom>
          <a:solidFill>
            <a:srgbClr val="03CC54"/>
          </a:solidFill>
          <a:ln w="9525" cap="flat">
            <a:noFill/>
            <a:prstDash val="solid"/>
            <a:miter/>
          </a:ln>
        </p:spPr>
        <p:txBody>
          <a:bodyPr rtlCol="0" anchor="ctr"/>
          <a:lstStyle/>
          <a:p>
            <a:endParaRPr lang="en-US" dirty="0">
              <a:solidFill>
                <a:schemeClr val="accent2"/>
              </a:solidFill>
            </a:endParaRPr>
          </a:p>
        </p:txBody>
      </p:sp>
    </p:spTree>
    <p:extLst>
      <p:ext uri="{BB962C8B-B14F-4D97-AF65-F5344CB8AC3E}">
        <p14:creationId xmlns:p14="http://schemas.microsoft.com/office/powerpoint/2010/main" val="5163894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6AF88-82AD-0C0A-78C0-4C15B94539B9}"/>
              </a:ext>
            </a:extLst>
          </p:cNvPr>
          <p:cNvSpPr>
            <a:spLocks noGrp="1"/>
          </p:cNvSpPr>
          <p:nvPr>
            <p:ph type="title"/>
          </p:nvPr>
        </p:nvSpPr>
        <p:spPr/>
        <p:txBody>
          <a:bodyPr/>
          <a:lstStyle/>
          <a:p>
            <a:r>
              <a:rPr lang="en-US" dirty="0"/>
              <a:t>Benefit plans</a:t>
            </a:r>
          </a:p>
        </p:txBody>
      </p:sp>
      <p:sp>
        <p:nvSpPr>
          <p:cNvPr id="3" name="Slide Number Placeholder 2">
            <a:extLst>
              <a:ext uri="{FF2B5EF4-FFF2-40B4-BE49-F238E27FC236}">
                <a16:creationId xmlns:a16="http://schemas.microsoft.com/office/drawing/2014/main" id="{CF1F050B-C323-8536-7E0A-6CD839EA5091}"/>
              </a:ext>
            </a:extLst>
          </p:cNvPr>
          <p:cNvSpPr>
            <a:spLocks noGrp="1"/>
          </p:cNvSpPr>
          <p:nvPr>
            <p:ph type="sldNum" sz="quarter" idx="12"/>
          </p:nvPr>
        </p:nvSpPr>
        <p:spPr/>
        <p:txBody>
          <a:bodyPr/>
          <a:lstStyle/>
          <a:p>
            <a:fld id="{23AA811B-2EBD-4900-905E-5BE206449611}" type="slidenum">
              <a:rPr lang="en-US" smtClean="0"/>
              <a:pPr/>
              <a:t>7</a:t>
            </a:fld>
            <a:endParaRPr lang="en-US" dirty="0"/>
          </a:p>
        </p:txBody>
      </p:sp>
    </p:spTree>
    <p:extLst>
      <p:ext uri="{BB962C8B-B14F-4D97-AF65-F5344CB8AC3E}">
        <p14:creationId xmlns:p14="http://schemas.microsoft.com/office/powerpoint/2010/main" val="15321502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0AA7B-A0A0-1650-25D2-416DD34315F7}"/>
              </a:ext>
            </a:extLst>
          </p:cNvPr>
          <p:cNvSpPr>
            <a:spLocks noGrp="1"/>
          </p:cNvSpPr>
          <p:nvPr>
            <p:ph type="title"/>
          </p:nvPr>
        </p:nvSpPr>
        <p:spPr>
          <a:xfrm>
            <a:off x="360000" y="360000"/>
            <a:ext cx="11473200" cy="512474"/>
          </a:xfrm>
        </p:spPr>
        <p:txBody>
          <a:bodyPr/>
          <a:lstStyle/>
          <a:p>
            <a:r>
              <a:rPr lang="en-US" dirty="0"/>
              <a:t>Medical</a:t>
            </a:r>
          </a:p>
        </p:txBody>
      </p:sp>
      <p:sp>
        <p:nvSpPr>
          <p:cNvPr id="4" name="Slide Number Placeholder 3">
            <a:extLst>
              <a:ext uri="{FF2B5EF4-FFF2-40B4-BE49-F238E27FC236}">
                <a16:creationId xmlns:a16="http://schemas.microsoft.com/office/drawing/2014/main" id="{9159CF1C-8DD9-BAA7-F494-F0A9D3DB9ABA}"/>
              </a:ext>
            </a:extLst>
          </p:cNvPr>
          <p:cNvSpPr>
            <a:spLocks noGrp="1"/>
          </p:cNvSpPr>
          <p:nvPr>
            <p:ph type="sldNum" sz="quarter" idx="11"/>
          </p:nvPr>
        </p:nvSpPr>
        <p:spPr/>
        <p:txBody>
          <a:bodyPr/>
          <a:lstStyle/>
          <a:p>
            <a:fld id="{23AA811B-2EBD-4900-905E-5BE206449611}" type="slidenum">
              <a:rPr lang="en-US" smtClean="0"/>
              <a:pPr/>
              <a:t>8</a:t>
            </a:fld>
            <a:endParaRPr lang="en-US" dirty="0"/>
          </a:p>
        </p:txBody>
      </p:sp>
      <p:sp>
        <p:nvSpPr>
          <p:cNvPr id="5" name="Text Placeholder 3">
            <a:extLst>
              <a:ext uri="{FF2B5EF4-FFF2-40B4-BE49-F238E27FC236}">
                <a16:creationId xmlns:a16="http://schemas.microsoft.com/office/drawing/2014/main" id="{7B635D90-A1B1-A478-D53B-2E2D176C808D}"/>
              </a:ext>
            </a:extLst>
          </p:cNvPr>
          <p:cNvSpPr txBox="1">
            <a:spLocks/>
          </p:cNvSpPr>
          <p:nvPr/>
        </p:nvSpPr>
        <p:spPr>
          <a:xfrm>
            <a:off x="358775" y="960923"/>
            <a:ext cx="3273067" cy="498628"/>
          </a:xfrm>
          <a:prstGeom prst="rect">
            <a:avLst/>
          </a:prstGeom>
        </p:spPr>
        <p:txBody>
          <a:bodyPr vert="horz" lIns="0" tIns="0" rIns="0" bIns="0" rtlCol="0" anchor="t" anchorCtr="0"/>
          <a:lstStyle>
            <a:defPPr>
              <a:defRPr lang="en-US"/>
            </a:defPPr>
            <a:lvl1pPr marL="0" algn="r" defTabSz="914400" rtl="0" eaLnBrk="1" latinLnBrk="0" hangingPunct="1">
              <a:defRPr sz="800"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gn="l">
              <a:lnSpc>
                <a:spcPct val="100000"/>
              </a:lnSpc>
              <a:spcBef>
                <a:spcPts val="105"/>
              </a:spcBef>
            </a:pPr>
            <a:r>
              <a:rPr lang="en-US" sz="1800" dirty="0">
                <a:solidFill>
                  <a:schemeClr val="tx1"/>
                </a:solidFill>
                <a:cs typeface="Arial"/>
              </a:rPr>
              <a:t>OAP</a:t>
            </a:r>
            <a:r>
              <a:rPr lang="en-US" sz="1800" spc="-45" dirty="0">
                <a:solidFill>
                  <a:schemeClr val="tx1"/>
                </a:solidFill>
                <a:cs typeface="Arial"/>
              </a:rPr>
              <a:t> </a:t>
            </a:r>
            <a:r>
              <a:rPr lang="en-US" sz="1800" dirty="0">
                <a:solidFill>
                  <a:schemeClr val="tx1"/>
                </a:solidFill>
                <a:cs typeface="Arial"/>
              </a:rPr>
              <a:t>US</a:t>
            </a:r>
            <a:r>
              <a:rPr lang="en-US" sz="1800" spc="-5" dirty="0">
                <a:solidFill>
                  <a:schemeClr val="tx1"/>
                </a:solidFill>
                <a:cs typeface="Arial"/>
              </a:rPr>
              <a:t> </a:t>
            </a:r>
            <a:r>
              <a:rPr lang="en-US" sz="1800" spc="-10" dirty="0">
                <a:solidFill>
                  <a:schemeClr val="tx1"/>
                </a:solidFill>
                <a:cs typeface="Arial"/>
              </a:rPr>
              <a:t>network</a:t>
            </a:r>
            <a:endParaRPr lang="en-US" sz="1800" dirty="0">
              <a:solidFill>
                <a:schemeClr val="tx1"/>
              </a:solidFill>
              <a:cs typeface="Arial"/>
            </a:endParaRPr>
          </a:p>
        </p:txBody>
      </p:sp>
      <p:graphicFrame>
        <p:nvGraphicFramePr>
          <p:cNvPr id="8" name="Table 5">
            <a:extLst>
              <a:ext uri="{FF2B5EF4-FFF2-40B4-BE49-F238E27FC236}">
                <a16:creationId xmlns:a16="http://schemas.microsoft.com/office/drawing/2014/main" id="{A448EFB5-923F-1944-5332-68FD8DD85615}"/>
              </a:ext>
            </a:extLst>
          </p:cNvPr>
          <p:cNvGraphicFramePr>
            <a:graphicFrameLocks noGrp="1"/>
          </p:cNvGraphicFramePr>
          <p:nvPr>
            <p:extLst>
              <p:ext uri="{D42A27DB-BD31-4B8C-83A1-F6EECF244321}">
                <p14:modId xmlns:p14="http://schemas.microsoft.com/office/powerpoint/2010/main" val="3742371993"/>
              </p:ext>
            </p:extLst>
          </p:nvPr>
        </p:nvGraphicFramePr>
        <p:xfrm>
          <a:off x="358774" y="1547813"/>
          <a:ext cx="11473199" cy="4024380"/>
        </p:xfrm>
        <a:graphic>
          <a:graphicData uri="http://schemas.openxmlformats.org/drawingml/2006/table">
            <a:tbl>
              <a:tblPr firstRow="1" bandRow="1">
                <a:tableStyleId>{5C22544A-7EE6-4342-B048-85BDC9FD1C3A}</a:tableStyleId>
              </a:tblPr>
              <a:tblGrid>
                <a:gridCol w="2893475">
                  <a:extLst>
                    <a:ext uri="{9D8B030D-6E8A-4147-A177-3AD203B41FA5}">
                      <a16:colId xmlns:a16="http://schemas.microsoft.com/office/drawing/2014/main" val="2383383597"/>
                    </a:ext>
                  </a:extLst>
                </a:gridCol>
                <a:gridCol w="2767653">
                  <a:extLst>
                    <a:ext uri="{9D8B030D-6E8A-4147-A177-3AD203B41FA5}">
                      <a16:colId xmlns:a16="http://schemas.microsoft.com/office/drawing/2014/main" val="2969003140"/>
                    </a:ext>
                  </a:extLst>
                </a:gridCol>
                <a:gridCol w="3044418">
                  <a:extLst>
                    <a:ext uri="{9D8B030D-6E8A-4147-A177-3AD203B41FA5}">
                      <a16:colId xmlns:a16="http://schemas.microsoft.com/office/drawing/2014/main" val="1157452834"/>
                    </a:ext>
                  </a:extLst>
                </a:gridCol>
                <a:gridCol w="2767653">
                  <a:extLst>
                    <a:ext uri="{9D8B030D-6E8A-4147-A177-3AD203B41FA5}">
                      <a16:colId xmlns:a16="http://schemas.microsoft.com/office/drawing/2014/main" val="2198688341"/>
                    </a:ext>
                  </a:extLst>
                </a:gridCol>
              </a:tblGrid>
              <a:tr h="438912">
                <a:tc>
                  <a:txBody>
                    <a:bodyPr/>
                    <a:lstStyle/>
                    <a:p>
                      <a:pPr marL="0" indent="0" algn="ctr">
                        <a:lnSpc>
                          <a:spcPct val="100000"/>
                        </a:lnSpc>
                      </a:pPr>
                      <a:r>
                        <a:rPr lang="en-US" sz="1600" b="1" dirty="0">
                          <a:solidFill>
                            <a:srgbClr val="FFFFFF"/>
                          </a:solidFill>
                          <a:latin typeface="+mn-lt"/>
                          <a:cs typeface="Arial Black"/>
                        </a:rPr>
                        <a:t>Plan</a:t>
                      </a:r>
                      <a:r>
                        <a:rPr lang="en-US" sz="1600" b="1" spc="-50" dirty="0">
                          <a:solidFill>
                            <a:srgbClr val="FFFFFF"/>
                          </a:solidFill>
                          <a:latin typeface="+mn-lt"/>
                          <a:cs typeface="Arial Black"/>
                        </a:rPr>
                        <a:t> </a:t>
                      </a:r>
                      <a:r>
                        <a:rPr lang="en-US" sz="1600" b="1" spc="-10" dirty="0">
                          <a:solidFill>
                            <a:srgbClr val="FFFFFF"/>
                          </a:solidFill>
                          <a:latin typeface="+mn-lt"/>
                          <a:cs typeface="Arial Black"/>
                        </a:rPr>
                        <a:t>Feature</a:t>
                      </a:r>
                      <a:endParaRPr lang="en-US" sz="1600" b="1" dirty="0">
                        <a:latin typeface="+mn-lt"/>
                        <a:cs typeface="Arial Black"/>
                      </a:endParaRPr>
                    </a:p>
                  </a:txBody>
                  <a:tcPr anchor="ctr">
                    <a:lnR w="76200" cap="flat" cmpd="sng" algn="ctr">
                      <a:solidFill>
                        <a:schemeClr val="bg1"/>
                      </a:solidFill>
                      <a:prstDash val="solid"/>
                      <a:round/>
                      <a:headEnd type="none" w="med" len="med"/>
                      <a:tailEnd type="none" w="med" len="med"/>
                    </a:lnR>
                    <a:lnB w="38100" cap="flat" cmpd="sng" algn="ctr">
                      <a:noFill/>
                      <a:prstDash val="solid"/>
                      <a:round/>
                      <a:headEnd type="none" w="med" len="med"/>
                      <a:tailEnd type="none" w="med" len="med"/>
                    </a:lnB>
                    <a:solidFill>
                      <a:srgbClr val="0033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spc="-10" dirty="0">
                          <a:solidFill>
                            <a:srgbClr val="FFFFFF"/>
                          </a:solidFill>
                          <a:latin typeface="+mn-lt"/>
                          <a:cs typeface="Arial Black"/>
                        </a:rPr>
                        <a:t>International</a:t>
                      </a:r>
                      <a:endParaRPr lang="en-US" sz="1600" b="1" dirty="0">
                        <a:latin typeface="+mn-lt"/>
                        <a:cs typeface="Arial Black"/>
                      </a:endParaRPr>
                    </a:p>
                  </a:txBody>
                  <a:tcPr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B w="38100" cap="flat" cmpd="sng" algn="ctr">
                      <a:noFill/>
                      <a:prstDash val="solid"/>
                      <a:round/>
                      <a:headEnd type="none" w="med" len="med"/>
                      <a:tailEnd type="none" w="med" len="med"/>
                    </a:lnB>
                    <a:solidFill>
                      <a:srgbClr val="110081"/>
                    </a:solidFill>
                  </a:tcPr>
                </a:tc>
                <a:tc>
                  <a:txBody>
                    <a:bodyPr/>
                    <a:lstStyle/>
                    <a:p>
                      <a:pPr algn="ctr"/>
                      <a:r>
                        <a:rPr lang="en-US" sz="1600" b="1" kern="1200" spc="-10" dirty="0">
                          <a:solidFill>
                            <a:srgbClr val="FFFFFF"/>
                          </a:solidFill>
                          <a:latin typeface="+mn-lt"/>
                          <a:ea typeface="+mn-ea"/>
                          <a:cs typeface="Arial Black"/>
                        </a:rPr>
                        <a:t>In-Network U.S</a:t>
                      </a:r>
                      <a:endParaRPr lang="en-US" sz="1600" dirty="0"/>
                    </a:p>
                  </a:txBody>
                  <a:tcPr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B w="38100" cap="flat" cmpd="sng" algn="ctr">
                      <a:noFill/>
                      <a:prstDash val="solid"/>
                      <a:round/>
                      <a:headEnd type="none" w="med" len="med"/>
                      <a:tailEnd type="none" w="med" len="med"/>
                    </a:lnB>
                    <a:solidFill>
                      <a:srgbClr val="11008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spc="-20" dirty="0">
                          <a:solidFill>
                            <a:srgbClr val="FFFFFF"/>
                          </a:solidFill>
                          <a:latin typeface="+mn-lt"/>
                          <a:cs typeface="Arial Black"/>
                        </a:rPr>
                        <a:t>Out-</a:t>
                      </a:r>
                      <a:r>
                        <a:rPr lang="en-US" sz="1600" b="1" spc="-25" dirty="0">
                          <a:solidFill>
                            <a:srgbClr val="FFFFFF"/>
                          </a:solidFill>
                          <a:latin typeface="+mn-lt"/>
                          <a:cs typeface="Arial Black"/>
                        </a:rPr>
                        <a:t>of-</a:t>
                      </a:r>
                      <a:r>
                        <a:rPr lang="en-US" sz="1600" b="1" spc="-10" dirty="0">
                          <a:solidFill>
                            <a:srgbClr val="FFFFFF"/>
                          </a:solidFill>
                          <a:latin typeface="+mn-lt"/>
                          <a:cs typeface="Arial Black"/>
                        </a:rPr>
                        <a:t>network </a:t>
                      </a:r>
                      <a:r>
                        <a:rPr lang="en-US" sz="1600" b="1" spc="-20" dirty="0">
                          <a:solidFill>
                            <a:srgbClr val="FFFFFF"/>
                          </a:solidFill>
                          <a:latin typeface="+mn-lt"/>
                          <a:cs typeface="Arial Black"/>
                        </a:rPr>
                        <a:t>U.S.</a:t>
                      </a:r>
                      <a:endParaRPr lang="en-US" sz="1600" b="1" dirty="0">
                        <a:latin typeface="+mn-lt"/>
                        <a:cs typeface="Arial Black"/>
                      </a:endParaRPr>
                    </a:p>
                  </a:txBody>
                  <a:tcPr anchor="ctr">
                    <a:lnL w="76200" cap="flat" cmpd="sng" algn="ctr">
                      <a:solidFill>
                        <a:schemeClr val="bg1"/>
                      </a:solidFill>
                      <a:prstDash val="solid"/>
                      <a:round/>
                      <a:headEnd type="none" w="med" len="med"/>
                      <a:tailEnd type="none" w="med" len="med"/>
                    </a:lnL>
                    <a:lnB w="38100" cap="flat" cmpd="sng" algn="ctr">
                      <a:noFill/>
                      <a:prstDash val="solid"/>
                      <a:round/>
                      <a:headEnd type="none" w="med" len="med"/>
                      <a:tailEnd type="none" w="med" len="med"/>
                    </a:lnB>
                    <a:solidFill>
                      <a:srgbClr val="110081"/>
                    </a:solidFill>
                  </a:tcPr>
                </a:tc>
                <a:extLst>
                  <a:ext uri="{0D108BD9-81ED-4DB2-BD59-A6C34878D82A}">
                    <a16:rowId xmlns:a16="http://schemas.microsoft.com/office/drawing/2014/main" val="3831196004"/>
                  </a:ext>
                </a:extLst>
              </a:tr>
              <a:tr h="343917">
                <a:tc>
                  <a:txBody>
                    <a:bodyPr/>
                    <a:lstStyle/>
                    <a:p>
                      <a:pPr marL="0" marR="0" lvl="0" indent="0" algn="l" defTabSz="914400" rtl="0" eaLnBrk="1" fontAlgn="auto" latinLnBrk="0" hangingPunct="1">
                        <a:lnSpc>
                          <a:spcPct val="100000"/>
                        </a:lnSpc>
                        <a:spcBef>
                          <a:spcPts val="25"/>
                        </a:spcBef>
                        <a:spcAft>
                          <a:spcPts val="0"/>
                        </a:spcAft>
                        <a:buClrTx/>
                        <a:buSzTx/>
                        <a:buFontTx/>
                        <a:buNone/>
                        <a:tabLst/>
                        <a:defRPr/>
                      </a:pPr>
                      <a:r>
                        <a:rPr lang="en-US" sz="1100" b="1" dirty="0">
                          <a:latin typeface="+mn-lt"/>
                          <a:cs typeface="Arial"/>
                        </a:rPr>
                        <a:t>Lifetime</a:t>
                      </a:r>
                      <a:r>
                        <a:rPr lang="en-US" sz="1100" b="1" spc="-45" dirty="0">
                          <a:latin typeface="+mn-lt"/>
                          <a:cs typeface="Arial"/>
                        </a:rPr>
                        <a:t> </a:t>
                      </a:r>
                      <a:r>
                        <a:rPr lang="en-US" sz="1100" b="1" dirty="0">
                          <a:latin typeface="+mn-lt"/>
                          <a:cs typeface="Arial"/>
                        </a:rPr>
                        <a:t>maximum</a:t>
                      </a:r>
                      <a:r>
                        <a:rPr lang="en-US" sz="1100" b="1" spc="-60" dirty="0">
                          <a:latin typeface="+mn-lt"/>
                          <a:cs typeface="Arial"/>
                        </a:rPr>
                        <a:t> </a:t>
                      </a:r>
                      <a:r>
                        <a:rPr lang="en-US" sz="1100" b="1" spc="-10" dirty="0">
                          <a:latin typeface="+mn-lt"/>
                          <a:cs typeface="Arial"/>
                        </a:rPr>
                        <a:t>benefit</a:t>
                      </a:r>
                      <a:endParaRPr lang="en-US" sz="1100" dirty="0">
                        <a:latin typeface="+mn-lt"/>
                        <a:cs typeface="Arial"/>
                      </a:endParaRPr>
                    </a:p>
                  </a:txBody>
                  <a:tcPr marL="182880" anchor="ctr">
                    <a:lnR w="76200" cap="flat" cmpd="sng" algn="ctr">
                      <a:solidFill>
                        <a:schemeClr val="bg1"/>
                      </a:solidFill>
                      <a:prstDash val="solid"/>
                      <a:round/>
                      <a:headEnd type="none" w="med" len="med"/>
                      <a:tailEnd type="none" w="med" len="med"/>
                    </a:lnR>
                    <a:lnT w="38100" cap="flat" cmpd="sng" algn="ctr">
                      <a:noFill/>
                      <a:prstDash val="solid"/>
                      <a:round/>
                      <a:headEnd type="none" w="med" len="med"/>
                      <a:tailEnd type="none" w="med" len="med"/>
                    </a:lnT>
                    <a:lnB w="6350" cap="flat" cmpd="sng" algn="ctr">
                      <a:solidFill>
                        <a:srgbClr val="110081"/>
                      </a:solidFill>
                      <a:prstDash val="solid"/>
                      <a:round/>
                      <a:headEnd type="none" w="med" len="med"/>
                      <a:tailEnd type="none" w="med" len="med"/>
                    </a:lnB>
                    <a:no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chemeClr val="tx1"/>
                          </a:solidFill>
                          <a:effectLst/>
                          <a:uLnTx/>
                          <a:uFillTx/>
                          <a:latin typeface="Verdana"/>
                          <a:ea typeface="+mn-ea"/>
                          <a:cs typeface="Arial"/>
                        </a:rPr>
                        <a:t>UNLIMITED</a:t>
                      </a:r>
                    </a:p>
                  </a:txBody>
                  <a:tcPr marL="45720" marR="45720" anchor="ctr">
                    <a:lnL w="76200" cap="flat" cmpd="sng" algn="ctr">
                      <a:solidFill>
                        <a:schemeClr val="bg1"/>
                      </a:solidFill>
                      <a:prstDash val="solid"/>
                      <a:round/>
                      <a:headEnd type="none" w="med" len="med"/>
                      <a:tailEnd type="none" w="med" len="med"/>
                    </a:lnL>
                    <a:lnT w="38100" cap="flat" cmpd="sng" algn="ctr">
                      <a:noFill/>
                      <a:prstDash val="solid"/>
                      <a:round/>
                      <a:headEnd type="none" w="med" len="med"/>
                      <a:tailEnd type="none" w="med" len="med"/>
                    </a:lnT>
                    <a:lnB w="6350" cap="flat" cmpd="sng" algn="ctr">
                      <a:solidFill>
                        <a:srgbClr val="110081"/>
                      </a:solidFill>
                      <a:prstDash val="solid"/>
                      <a:round/>
                      <a:headEnd type="none" w="med" len="med"/>
                      <a:tailEnd type="none" w="med" len="med"/>
                    </a:lnB>
                    <a:solidFill>
                      <a:srgbClr val="E7E5F2"/>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dirty="0">
                        <a:ln>
                          <a:noFill/>
                        </a:ln>
                        <a:solidFill>
                          <a:srgbClr val="FF0000"/>
                        </a:solidFill>
                        <a:effectLst/>
                        <a:uLnTx/>
                        <a:uFillTx/>
                        <a:latin typeface="Verdana"/>
                        <a:ea typeface="+mn-ea"/>
                        <a:cs typeface="Arial"/>
                      </a:endParaRPr>
                    </a:p>
                  </a:txBody>
                  <a:tcPr marL="0" marR="0" marT="0" marB="0"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38100" cap="flat" cmpd="sng" algn="ctr">
                      <a:noFill/>
                      <a:prstDash val="solid"/>
                      <a:round/>
                      <a:headEnd type="none" w="med" len="med"/>
                      <a:tailEnd type="none" w="med" len="med"/>
                    </a:lnT>
                    <a:lnB w="6350" cap="flat" cmpd="sng" algn="ctr">
                      <a:solidFill>
                        <a:srgbClr val="110081"/>
                      </a:solidFill>
                      <a:prstDash val="solid"/>
                      <a:round/>
                      <a:headEnd type="none" w="med" len="med"/>
                      <a:tailEnd type="none" w="med" len="med"/>
                    </a:lnB>
                    <a:solidFill>
                      <a:srgbClr val="E7E5F2"/>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dirty="0">
                        <a:ln>
                          <a:noFill/>
                        </a:ln>
                        <a:solidFill>
                          <a:srgbClr val="FF0000"/>
                        </a:solidFill>
                        <a:effectLst/>
                        <a:uLnTx/>
                        <a:uFillTx/>
                        <a:latin typeface="Verdana"/>
                        <a:ea typeface="+mn-ea"/>
                        <a:cs typeface="Arial"/>
                      </a:endParaRPr>
                    </a:p>
                  </a:txBody>
                  <a:tcPr marL="0" marR="0" marT="0" marB="0" anchor="ctr">
                    <a:lnL w="76200" cap="flat" cmpd="sng" algn="ctr">
                      <a:solidFill>
                        <a:schemeClr val="bg1"/>
                      </a:solidFill>
                      <a:prstDash val="solid"/>
                      <a:round/>
                      <a:headEnd type="none" w="med" len="med"/>
                      <a:tailEnd type="none" w="med" len="med"/>
                    </a:lnL>
                    <a:lnT w="38100" cap="flat" cmpd="sng" algn="ctr">
                      <a:noFill/>
                      <a:prstDash val="solid"/>
                      <a:round/>
                      <a:headEnd type="none" w="med" len="med"/>
                      <a:tailEnd type="none" w="med" len="med"/>
                    </a:lnT>
                    <a:lnB w="6350" cap="flat" cmpd="sng" algn="ctr">
                      <a:solidFill>
                        <a:srgbClr val="110081"/>
                      </a:solidFill>
                      <a:prstDash val="solid"/>
                      <a:round/>
                      <a:headEnd type="none" w="med" len="med"/>
                      <a:tailEnd type="none" w="med" len="med"/>
                    </a:lnB>
                    <a:solidFill>
                      <a:srgbClr val="E7E5F2"/>
                    </a:solidFill>
                  </a:tcPr>
                </a:tc>
                <a:extLst>
                  <a:ext uri="{0D108BD9-81ED-4DB2-BD59-A6C34878D82A}">
                    <a16:rowId xmlns:a16="http://schemas.microsoft.com/office/drawing/2014/main" val="2452501317"/>
                  </a:ext>
                </a:extLst>
              </a:tr>
              <a:tr h="343917">
                <a:tc>
                  <a:txBody>
                    <a:bodyPr/>
                    <a:lstStyle/>
                    <a:p>
                      <a:pPr marL="0" marR="0" lvl="0" indent="0" algn="l" defTabSz="914400" rtl="0" eaLnBrk="1" fontAlgn="auto" latinLnBrk="0" hangingPunct="1">
                        <a:lnSpc>
                          <a:spcPct val="100000"/>
                        </a:lnSpc>
                        <a:spcBef>
                          <a:spcPts val="25"/>
                        </a:spcBef>
                        <a:spcAft>
                          <a:spcPts val="0"/>
                        </a:spcAft>
                        <a:buClrTx/>
                        <a:buSzTx/>
                        <a:buFontTx/>
                        <a:buNone/>
                        <a:tabLst/>
                        <a:defRPr/>
                      </a:pPr>
                      <a:r>
                        <a:rPr lang="en-US" sz="1100" b="1" spc="-10" dirty="0">
                          <a:latin typeface="+mn-lt"/>
                          <a:cs typeface="Arial"/>
                        </a:rPr>
                        <a:t>Coinsurance</a:t>
                      </a:r>
                      <a:endParaRPr sz="1100" dirty="0">
                        <a:latin typeface="+mn-lt"/>
                        <a:cs typeface="Arial"/>
                      </a:endParaRPr>
                    </a:p>
                  </a:txBody>
                  <a:tcPr marL="182880" anchor="ctr">
                    <a:lnR w="76200" cap="flat" cmpd="sng" algn="ctr">
                      <a:solidFill>
                        <a:schemeClr val="bg1"/>
                      </a:solidFill>
                      <a:prstDash val="solid"/>
                      <a:round/>
                      <a:headEnd type="none" w="med" len="med"/>
                      <a:tailEnd type="none" w="med" len="med"/>
                    </a:lnR>
                    <a:lnT w="6350" cap="flat" cmpd="sng" algn="ctr">
                      <a:solidFill>
                        <a:srgbClr val="110081"/>
                      </a:solidFill>
                      <a:prstDash val="solid"/>
                      <a:round/>
                      <a:headEnd type="none" w="med" len="med"/>
                      <a:tailEnd type="none" w="med" len="med"/>
                    </a:lnT>
                    <a:lnB w="6350" cap="flat" cmpd="sng" algn="ctr">
                      <a:solidFill>
                        <a:srgbClr val="11008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spc="-25" dirty="0">
                          <a:solidFill>
                            <a:schemeClr val="tx1"/>
                          </a:solidFill>
                          <a:latin typeface="+mn-lt"/>
                          <a:cs typeface="Arial"/>
                        </a:rPr>
                        <a:t>90%</a:t>
                      </a:r>
                      <a:endParaRPr lang="en-US" sz="1100" dirty="0">
                        <a:solidFill>
                          <a:schemeClr val="tx1"/>
                        </a:solidFill>
                        <a:latin typeface="+mn-lt"/>
                        <a:cs typeface="Arial"/>
                      </a:endParaRPr>
                    </a:p>
                  </a:txBody>
                  <a:tcPr marL="45720" marR="45720"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6350" cap="flat" cmpd="sng" algn="ctr">
                      <a:solidFill>
                        <a:srgbClr val="110081"/>
                      </a:solidFill>
                      <a:prstDash val="solid"/>
                      <a:round/>
                      <a:headEnd type="none" w="med" len="med"/>
                      <a:tailEnd type="none" w="med" len="med"/>
                    </a:lnT>
                    <a:lnB w="6350" cap="flat" cmpd="sng" algn="ctr">
                      <a:solidFill>
                        <a:srgbClr val="110081"/>
                      </a:solidFill>
                      <a:prstDash val="solid"/>
                      <a:round/>
                      <a:headEnd type="none" w="med" len="med"/>
                      <a:tailEnd type="none" w="med" len="med"/>
                    </a:lnB>
                    <a:solidFill>
                      <a:srgbClr val="E7E5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latin typeface="+mn-lt"/>
                          <a:cs typeface="Arial"/>
                        </a:rPr>
                        <a:t>90%</a:t>
                      </a:r>
                    </a:p>
                  </a:txBody>
                  <a:tcPr marL="45720" marR="45720"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6350" cap="flat" cmpd="sng" algn="ctr">
                      <a:solidFill>
                        <a:srgbClr val="110081"/>
                      </a:solidFill>
                      <a:prstDash val="solid"/>
                      <a:round/>
                      <a:headEnd type="none" w="med" len="med"/>
                      <a:tailEnd type="none" w="med" len="med"/>
                    </a:lnT>
                    <a:lnB w="6350" cap="flat" cmpd="sng" algn="ctr">
                      <a:solidFill>
                        <a:srgbClr val="110081"/>
                      </a:solidFill>
                      <a:prstDash val="solid"/>
                      <a:round/>
                      <a:headEnd type="none" w="med" len="med"/>
                      <a:tailEnd type="none" w="med" len="med"/>
                    </a:lnB>
                    <a:solidFill>
                      <a:srgbClr val="E7E5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latin typeface="+mn-lt"/>
                          <a:cs typeface="Arial"/>
                        </a:rPr>
                        <a:t>70%</a:t>
                      </a:r>
                    </a:p>
                  </a:txBody>
                  <a:tcPr marL="45720" marR="45720" anchor="ctr">
                    <a:lnL w="76200" cap="flat" cmpd="sng" algn="ctr">
                      <a:solidFill>
                        <a:schemeClr val="bg1"/>
                      </a:solidFill>
                      <a:prstDash val="solid"/>
                      <a:round/>
                      <a:headEnd type="none" w="med" len="med"/>
                      <a:tailEnd type="none" w="med" len="med"/>
                    </a:lnL>
                    <a:lnT w="6350" cap="flat" cmpd="sng" algn="ctr">
                      <a:solidFill>
                        <a:srgbClr val="110081"/>
                      </a:solidFill>
                      <a:prstDash val="solid"/>
                      <a:round/>
                      <a:headEnd type="none" w="med" len="med"/>
                      <a:tailEnd type="none" w="med" len="med"/>
                    </a:lnT>
                    <a:lnB w="6350" cap="flat" cmpd="sng" algn="ctr">
                      <a:solidFill>
                        <a:srgbClr val="110081"/>
                      </a:solidFill>
                      <a:prstDash val="solid"/>
                      <a:round/>
                      <a:headEnd type="none" w="med" len="med"/>
                      <a:tailEnd type="none" w="med" len="med"/>
                    </a:lnB>
                    <a:solidFill>
                      <a:srgbClr val="E7E5F2"/>
                    </a:solidFill>
                  </a:tcPr>
                </a:tc>
                <a:extLst>
                  <a:ext uri="{0D108BD9-81ED-4DB2-BD59-A6C34878D82A}">
                    <a16:rowId xmlns:a16="http://schemas.microsoft.com/office/drawing/2014/main" val="2442353929"/>
                  </a:ext>
                </a:extLst>
              </a:tr>
              <a:tr h="343917">
                <a:tc>
                  <a:txBody>
                    <a:bodyPr/>
                    <a:lstStyle/>
                    <a:p>
                      <a:pPr marL="0" marR="0" lvl="0" indent="0" algn="l" defTabSz="914400" rtl="0" eaLnBrk="1" fontAlgn="auto" latinLnBrk="0" hangingPunct="1">
                        <a:lnSpc>
                          <a:spcPct val="100000"/>
                        </a:lnSpc>
                        <a:spcBef>
                          <a:spcPts val="25"/>
                        </a:spcBef>
                        <a:spcAft>
                          <a:spcPts val="0"/>
                        </a:spcAft>
                        <a:buClrTx/>
                        <a:buSzTx/>
                        <a:buFontTx/>
                        <a:buNone/>
                        <a:tabLst/>
                        <a:defRPr/>
                      </a:pPr>
                      <a:r>
                        <a:rPr lang="en-US" sz="1100" b="1" spc="-10" dirty="0">
                          <a:latin typeface="+mn-lt"/>
                          <a:cs typeface="Arial"/>
                        </a:rPr>
                        <a:t>Deductible</a:t>
                      </a:r>
                      <a:endParaRPr sz="1100" dirty="0">
                        <a:latin typeface="+mn-lt"/>
                        <a:cs typeface="Arial"/>
                      </a:endParaRPr>
                    </a:p>
                  </a:txBody>
                  <a:tcPr marL="182880" anchor="ctr">
                    <a:lnR w="76200" cap="flat" cmpd="sng" algn="ctr">
                      <a:solidFill>
                        <a:schemeClr val="bg1"/>
                      </a:solidFill>
                      <a:prstDash val="solid"/>
                      <a:round/>
                      <a:headEnd type="none" w="med" len="med"/>
                      <a:tailEnd type="none" w="med" len="med"/>
                    </a:lnR>
                    <a:lnT w="6350" cap="flat" cmpd="sng" algn="ctr">
                      <a:solidFill>
                        <a:srgbClr val="110081"/>
                      </a:solidFill>
                      <a:prstDash val="solid"/>
                      <a:round/>
                      <a:headEnd type="none" w="med" len="med"/>
                      <a:tailEnd type="none" w="med" len="med"/>
                    </a:lnT>
                    <a:lnB w="6350" cap="flat" cmpd="sng" algn="ctr">
                      <a:solidFill>
                        <a:srgbClr val="110081"/>
                      </a:solidFill>
                      <a:prstDash val="solid"/>
                      <a:round/>
                      <a:headEnd type="none" w="med" len="med"/>
                      <a:tailEnd type="none" w="med" len="med"/>
                    </a:lnB>
                    <a:noFill/>
                  </a:tcPr>
                </a:tc>
                <a:tc>
                  <a:txBody>
                    <a:bodyPr/>
                    <a:lstStyle/>
                    <a:p>
                      <a:pPr algn="ctr">
                        <a:lnSpc>
                          <a:spcPct val="100000"/>
                        </a:lnSpc>
                        <a:spcBef>
                          <a:spcPts val="580"/>
                        </a:spcBef>
                      </a:pPr>
                      <a:r>
                        <a:rPr lang="en-US" sz="1100" dirty="0">
                          <a:solidFill>
                            <a:schemeClr val="tx1"/>
                          </a:solidFill>
                          <a:latin typeface="+mn-lt"/>
                          <a:cs typeface="Arial"/>
                        </a:rPr>
                        <a:t>$250</a:t>
                      </a:r>
                      <a:r>
                        <a:rPr lang="en-US" sz="1100" spc="-30" dirty="0">
                          <a:solidFill>
                            <a:schemeClr val="tx1"/>
                          </a:solidFill>
                          <a:latin typeface="+mn-lt"/>
                          <a:cs typeface="Arial"/>
                        </a:rPr>
                        <a:t> </a:t>
                      </a:r>
                      <a:r>
                        <a:rPr lang="en-US" sz="1100" spc="-10" dirty="0">
                          <a:solidFill>
                            <a:schemeClr val="tx1"/>
                          </a:solidFill>
                          <a:latin typeface="+mn-lt"/>
                          <a:cs typeface="Arial"/>
                        </a:rPr>
                        <a:t>individual</a:t>
                      </a:r>
                      <a:endParaRPr lang="en-US" sz="1100" dirty="0">
                        <a:solidFill>
                          <a:schemeClr val="tx1"/>
                        </a:solidFill>
                        <a:latin typeface="+mn-lt"/>
                        <a:cs typeface="Arial"/>
                      </a:endParaRPr>
                    </a:p>
                    <a:p>
                      <a:pPr algn="ctr">
                        <a:lnSpc>
                          <a:spcPct val="100000"/>
                        </a:lnSpc>
                        <a:spcBef>
                          <a:spcPts val="310"/>
                        </a:spcBef>
                      </a:pPr>
                      <a:r>
                        <a:rPr lang="en-US" sz="1100" dirty="0">
                          <a:solidFill>
                            <a:schemeClr val="tx1"/>
                          </a:solidFill>
                          <a:latin typeface="+mn-lt"/>
                          <a:cs typeface="Arial"/>
                        </a:rPr>
                        <a:t>$500</a:t>
                      </a:r>
                      <a:r>
                        <a:rPr lang="en-US" sz="1100" spc="-30" dirty="0">
                          <a:solidFill>
                            <a:schemeClr val="tx1"/>
                          </a:solidFill>
                          <a:latin typeface="+mn-lt"/>
                          <a:cs typeface="Arial"/>
                        </a:rPr>
                        <a:t> </a:t>
                      </a:r>
                      <a:r>
                        <a:rPr lang="en-US" sz="1100" spc="-10" dirty="0">
                          <a:solidFill>
                            <a:schemeClr val="tx1"/>
                          </a:solidFill>
                          <a:latin typeface="+mn-lt"/>
                          <a:cs typeface="Arial"/>
                        </a:rPr>
                        <a:t>family</a:t>
                      </a:r>
                      <a:endParaRPr lang="en-US" sz="1100" dirty="0">
                        <a:solidFill>
                          <a:schemeClr val="tx1"/>
                        </a:solidFill>
                        <a:latin typeface="+mn-lt"/>
                        <a:cs typeface="Arial"/>
                      </a:endParaRPr>
                    </a:p>
                  </a:txBody>
                  <a:tcPr marL="45720" marR="45720"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6350" cap="flat" cmpd="sng" algn="ctr">
                      <a:solidFill>
                        <a:srgbClr val="110081"/>
                      </a:solidFill>
                      <a:prstDash val="solid"/>
                      <a:round/>
                      <a:headEnd type="none" w="med" len="med"/>
                      <a:tailEnd type="none" w="med" len="med"/>
                    </a:lnT>
                    <a:lnB w="6350" cap="flat" cmpd="sng" algn="ctr">
                      <a:solidFill>
                        <a:srgbClr val="110081"/>
                      </a:solidFill>
                      <a:prstDash val="solid"/>
                      <a:round/>
                      <a:headEnd type="none" w="med" len="med"/>
                      <a:tailEnd type="none" w="med" len="med"/>
                    </a:lnB>
                    <a:solidFill>
                      <a:srgbClr val="E7E5F2"/>
                    </a:solidFill>
                  </a:tcPr>
                </a:tc>
                <a:tc>
                  <a:txBody>
                    <a:bodyPr/>
                    <a:lstStyle/>
                    <a:p>
                      <a:pPr algn="ctr">
                        <a:lnSpc>
                          <a:spcPct val="100000"/>
                        </a:lnSpc>
                        <a:spcBef>
                          <a:spcPts val="735"/>
                        </a:spcBef>
                      </a:pPr>
                      <a:r>
                        <a:rPr lang="en-US" sz="1100" dirty="0">
                          <a:solidFill>
                            <a:schemeClr val="tx1"/>
                          </a:solidFill>
                          <a:latin typeface="+mn-lt"/>
                          <a:cs typeface="Arial"/>
                        </a:rPr>
                        <a:t>$250</a:t>
                      </a:r>
                      <a:r>
                        <a:rPr lang="en-US" sz="1100" spc="-30" dirty="0">
                          <a:solidFill>
                            <a:schemeClr val="tx1"/>
                          </a:solidFill>
                          <a:latin typeface="+mn-lt"/>
                          <a:cs typeface="Arial"/>
                        </a:rPr>
                        <a:t> </a:t>
                      </a:r>
                      <a:r>
                        <a:rPr lang="en-US" sz="1100" spc="-10" dirty="0">
                          <a:solidFill>
                            <a:schemeClr val="tx1"/>
                          </a:solidFill>
                          <a:latin typeface="+mn-lt"/>
                          <a:cs typeface="Arial"/>
                        </a:rPr>
                        <a:t>individual</a:t>
                      </a:r>
                      <a:endParaRPr lang="en-US" sz="1100" dirty="0">
                        <a:solidFill>
                          <a:schemeClr val="tx1"/>
                        </a:solidFill>
                        <a:latin typeface="+mn-lt"/>
                        <a:cs typeface="Arial"/>
                      </a:endParaRPr>
                    </a:p>
                    <a:p>
                      <a:pPr marL="1270" algn="ctr">
                        <a:lnSpc>
                          <a:spcPct val="100000"/>
                        </a:lnSpc>
                      </a:pPr>
                      <a:r>
                        <a:rPr lang="en-US" sz="1100" dirty="0">
                          <a:solidFill>
                            <a:schemeClr val="tx1"/>
                          </a:solidFill>
                          <a:latin typeface="+mn-lt"/>
                          <a:cs typeface="Arial"/>
                        </a:rPr>
                        <a:t>$500</a:t>
                      </a:r>
                      <a:r>
                        <a:rPr lang="en-US" sz="1100" spc="-30" dirty="0">
                          <a:solidFill>
                            <a:schemeClr val="tx1"/>
                          </a:solidFill>
                          <a:latin typeface="+mn-lt"/>
                          <a:cs typeface="Arial"/>
                        </a:rPr>
                        <a:t> </a:t>
                      </a:r>
                      <a:r>
                        <a:rPr lang="en-US" sz="1100" spc="-10" dirty="0">
                          <a:solidFill>
                            <a:schemeClr val="tx1"/>
                          </a:solidFill>
                          <a:latin typeface="+mn-lt"/>
                          <a:cs typeface="Arial"/>
                        </a:rPr>
                        <a:t>family</a:t>
                      </a:r>
                      <a:endParaRPr lang="en-US" sz="1100" dirty="0">
                        <a:solidFill>
                          <a:schemeClr val="tx1"/>
                        </a:solidFill>
                        <a:latin typeface="+mn-lt"/>
                        <a:cs typeface="Arial"/>
                      </a:endParaRPr>
                    </a:p>
                  </a:txBody>
                  <a:tcPr marL="45720" marR="45720"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6350" cap="flat" cmpd="sng" algn="ctr">
                      <a:solidFill>
                        <a:srgbClr val="110081"/>
                      </a:solidFill>
                      <a:prstDash val="solid"/>
                      <a:round/>
                      <a:headEnd type="none" w="med" len="med"/>
                      <a:tailEnd type="none" w="med" len="med"/>
                    </a:lnT>
                    <a:lnB w="6350" cap="flat" cmpd="sng" algn="ctr">
                      <a:solidFill>
                        <a:srgbClr val="110081"/>
                      </a:solidFill>
                      <a:prstDash val="solid"/>
                      <a:round/>
                      <a:headEnd type="none" w="med" len="med"/>
                      <a:tailEnd type="none" w="med" len="med"/>
                    </a:lnB>
                    <a:solidFill>
                      <a:srgbClr val="E7E5F2"/>
                    </a:solidFill>
                  </a:tcPr>
                </a:tc>
                <a:tc>
                  <a:txBody>
                    <a:bodyPr/>
                    <a:lstStyle/>
                    <a:p>
                      <a:pPr algn="ctr">
                        <a:lnSpc>
                          <a:spcPct val="100000"/>
                        </a:lnSpc>
                        <a:spcBef>
                          <a:spcPts val="735"/>
                        </a:spcBef>
                      </a:pPr>
                      <a:r>
                        <a:rPr lang="en-US" sz="1100" dirty="0">
                          <a:solidFill>
                            <a:schemeClr val="tx1"/>
                          </a:solidFill>
                          <a:latin typeface="+mn-lt"/>
                          <a:cs typeface="Arial"/>
                        </a:rPr>
                        <a:t>$500</a:t>
                      </a:r>
                      <a:r>
                        <a:rPr lang="en-US" sz="1100" spc="-30" dirty="0">
                          <a:solidFill>
                            <a:schemeClr val="tx1"/>
                          </a:solidFill>
                          <a:latin typeface="+mn-lt"/>
                          <a:cs typeface="Arial"/>
                        </a:rPr>
                        <a:t> </a:t>
                      </a:r>
                      <a:r>
                        <a:rPr lang="en-US" sz="1100" spc="-10" dirty="0">
                          <a:solidFill>
                            <a:schemeClr val="tx1"/>
                          </a:solidFill>
                          <a:latin typeface="+mn-lt"/>
                          <a:cs typeface="Arial"/>
                        </a:rPr>
                        <a:t>individual</a:t>
                      </a:r>
                      <a:endParaRPr lang="en-US" sz="1100" dirty="0">
                        <a:solidFill>
                          <a:schemeClr val="tx1"/>
                        </a:solidFill>
                        <a:latin typeface="+mn-lt"/>
                        <a:cs typeface="Arial"/>
                      </a:endParaRPr>
                    </a:p>
                    <a:p>
                      <a:pPr marL="1270" algn="ctr">
                        <a:lnSpc>
                          <a:spcPct val="100000"/>
                        </a:lnSpc>
                      </a:pPr>
                      <a:r>
                        <a:rPr lang="en-US" sz="1100" dirty="0">
                          <a:solidFill>
                            <a:schemeClr val="tx1"/>
                          </a:solidFill>
                          <a:latin typeface="+mn-lt"/>
                          <a:cs typeface="Arial"/>
                        </a:rPr>
                        <a:t>$1,000 </a:t>
                      </a:r>
                      <a:r>
                        <a:rPr lang="en-US" sz="1100" spc="-10" dirty="0">
                          <a:solidFill>
                            <a:schemeClr val="tx1"/>
                          </a:solidFill>
                          <a:latin typeface="+mn-lt"/>
                          <a:cs typeface="Arial"/>
                        </a:rPr>
                        <a:t>family</a:t>
                      </a:r>
                      <a:endParaRPr lang="en-US" sz="1100" dirty="0">
                        <a:solidFill>
                          <a:schemeClr val="tx1"/>
                        </a:solidFill>
                        <a:latin typeface="+mn-lt"/>
                        <a:cs typeface="Arial"/>
                      </a:endParaRPr>
                    </a:p>
                  </a:txBody>
                  <a:tcPr marL="45720" marR="45720" anchor="ctr">
                    <a:lnL w="76200" cap="flat" cmpd="sng" algn="ctr">
                      <a:solidFill>
                        <a:schemeClr val="bg1"/>
                      </a:solidFill>
                      <a:prstDash val="solid"/>
                      <a:round/>
                      <a:headEnd type="none" w="med" len="med"/>
                      <a:tailEnd type="none" w="med" len="med"/>
                    </a:lnL>
                    <a:lnT w="6350" cap="flat" cmpd="sng" algn="ctr">
                      <a:solidFill>
                        <a:srgbClr val="110081"/>
                      </a:solidFill>
                      <a:prstDash val="solid"/>
                      <a:round/>
                      <a:headEnd type="none" w="med" len="med"/>
                      <a:tailEnd type="none" w="med" len="med"/>
                    </a:lnT>
                    <a:lnB w="6350" cap="flat" cmpd="sng" algn="ctr">
                      <a:solidFill>
                        <a:srgbClr val="110081"/>
                      </a:solidFill>
                      <a:prstDash val="solid"/>
                      <a:round/>
                      <a:headEnd type="none" w="med" len="med"/>
                      <a:tailEnd type="none" w="med" len="med"/>
                    </a:lnB>
                    <a:solidFill>
                      <a:srgbClr val="E7E5F2"/>
                    </a:solidFill>
                  </a:tcPr>
                </a:tc>
                <a:extLst>
                  <a:ext uri="{0D108BD9-81ED-4DB2-BD59-A6C34878D82A}">
                    <a16:rowId xmlns:a16="http://schemas.microsoft.com/office/drawing/2014/main" val="3313790790"/>
                  </a:ext>
                </a:extLst>
              </a:tr>
              <a:tr h="343917">
                <a:tc>
                  <a:txBody>
                    <a:bodyPr/>
                    <a:lstStyle/>
                    <a:p>
                      <a:pPr marL="0" marR="0" lvl="0" indent="0" algn="l" defTabSz="914400" rtl="0" eaLnBrk="1" fontAlgn="auto" latinLnBrk="0" hangingPunct="1">
                        <a:lnSpc>
                          <a:spcPct val="100000"/>
                        </a:lnSpc>
                        <a:spcBef>
                          <a:spcPts val="25"/>
                        </a:spcBef>
                        <a:spcAft>
                          <a:spcPts val="0"/>
                        </a:spcAft>
                        <a:buClrTx/>
                        <a:buSzTx/>
                        <a:buFontTx/>
                        <a:buNone/>
                        <a:tabLst/>
                        <a:defRPr/>
                      </a:pPr>
                      <a:r>
                        <a:rPr lang="en-US" sz="1100" b="1" spc="-10" dirty="0">
                          <a:latin typeface="+mn-lt"/>
                          <a:cs typeface="Arial"/>
                        </a:rPr>
                        <a:t>Out-of-</a:t>
                      </a:r>
                      <a:r>
                        <a:rPr lang="en-US" sz="1100" b="1" dirty="0">
                          <a:latin typeface="+mn-lt"/>
                          <a:cs typeface="Arial"/>
                        </a:rPr>
                        <a:t>pocket</a:t>
                      </a:r>
                      <a:r>
                        <a:rPr lang="en-US" sz="1100" b="1" spc="50" dirty="0">
                          <a:latin typeface="+mn-lt"/>
                          <a:cs typeface="Arial"/>
                        </a:rPr>
                        <a:t> </a:t>
                      </a:r>
                      <a:r>
                        <a:rPr lang="en-US" sz="1100" b="1" spc="-10" dirty="0">
                          <a:latin typeface="+mn-lt"/>
                          <a:cs typeface="Arial"/>
                        </a:rPr>
                        <a:t>maximum</a:t>
                      </a:r>
                      <a:endParaRPr lang="en-US" sz="1100" dirty="0">
                        <a:latin typeface="+mn-lt"/>
                        <a:cs typeface="Arial"/>
                      </a:endParaRPr>
                    </a:p>
                  </a:txBody>
                  <a:tcPr marL="182880" anchor="ctr">
                    <a:lnR w="76200" cap="flat" cmpd="sng" algn="ctr">
                      <a:solidFill>
                        <a:schemeClr val="bg1"/>
                      </a:solidFill>
                      <a:prstDash val="solid"/>
                      <a:round/>
                      <a:headEnd type="none" w="med" len="med"/>
                      <a:tailEnd type="none" w="med" len="med"/>
                    </a:lnR>
                    <a:lnT w="6350" cap="flat" cmpd="sng" algn="ctr">
                      <a:solidFill>
                        <a:srgbClr val="110081"/>
                      </a:solidFill>
                      <a:prstDash val="solid"/>
                      <a:round/>
                      <a:headEnd type="none" w="med" len="med"/>
                      <a:tailEnd type="none" w="med" len="med"/>
                    </a:lnT>
                    <a:lnB w="6350" cap="flat" cmpd="sng" algn="ctr">
                      <a:solidFill>
                        <a:srgbClr val="110081"/>
                      </a:solidFill>
                      <a:prstDash val="solid"/>
                      <a:round/>
                      <a:headEnd type="none" w="med" len="med"/>
                      <a:tailEnd type="none" w="med" len="med"/>
                    </a:lnB>
                    <a:noFill/>
                  </a:tcPr>
                </a:tc>
                <a:tc>
                  <a:txBody>
                    <a:bodyPr/>
                    <a:lstStyle/>
                    <a:p>
                      <a:pPr algn="ctr">
                        <a:lnSpc>
                          <a:spcPct val="100000"/>
                        </a:lnSpc>
                        <a:spcBef>
                          <a:spcPts val="580"/>
                        </a:spcBef>
                      </a:pPr>
                      <a:r>
                        <a:rPr lang="en-US" sz="1100" dirty="0">
                          <a:solidFill>
                            <a:schemeClr val="tx1"/>
                          </a:solidFill>
                          <a:latin typeface="+mn-lt"/>
                          <a:cs typeface="Arial"/>
                        </a:rPr>
                        <a:t>$1,500</a:t>
                      </a:r>
                      <a:r>
                        <a:rPr lang="en-US" sz="1100" spc="-30" dirty="0">
                          <a:solidFill>
                            <a:schemeClr val="tx1"/>
                          </a:solidFill>
                          <a:latin typeface="+mn-lt"/>
                          <a:cs typeface="Arial"/>
                        </a:rPr>
                        <a:t> </a:t>
                      </a:r>
                      <a:r>
                        <a:rPr lang="en-US" sz="1100" spc="-10" dirty="0">
                          <a:solidFill>
                            <a:schemeClr val="tx1"/>
                          </a:solidFill>
                          <a:latin typeface="+mn-lt"/>
                          <a:cs typeface="Arial"/>
                        </a:rPr>
                        <a:t>individual</a:t>
                      </a:r>
                      <a:endParaRPr lang="en-US" sz="1100" dirty="0">
                        <a:solidFill>
                          <a:schemeClr val="tx1"/>
                        </a:solidFill>
                        <a:latin typeface="+mn-lt"/>
                        <a:cs typeface="Arial"/>
                      </a:endParaRPr>
                    </a:p>
                    <a:p>
                      <a:pPr algn="ctr">
                        <a:lnSpc>
                          <a:spcPct val="100000"/>
                        </a:lnSpc>
                        <a:spcBef>
                          <a:spcPts val="310"/>
                        </a:spcBef>
                      </a:pPr>
                      <a:r>
                        <a:rPr lang="en-US" sz="1100" dirty="0">
                          <a:solidFill>
                            <a:schemeClr val="tx1"/>
                          </a:solidFill>
                          <a:latin typeface="+mn-lt"/>
                          <a:cs typeface="Arial"/>
                        </a:rPr>
                        <a:t>$3,000</a:t>
                      </a:r>
                      <a:r>
                        <a:rPr lang="en-US" sz="1100" spc="-30" dirty="0">
                          <a:solidFill>
                            <a:schemeClr val="tx1"/>
                          </a:solidFill>
                          <a:latin typeface="+mn-lt"/>
                          <a:cs typeface="Arial"/>
                        </a:rPr>
                        <a:t> </a:t>
                      </a:r>
                      <a:r>
                        <a:rPr lang="en-US" sz="1100" spc="-10" dirty="0">
                          <a:solidFill>
                            <a:schemeClr val="tx1"/>
                          </a:solidFill>
                          <a:latin typeface="+mn-lt"/>
                          <a:cs typeface="Arial"/>
                        </a:rPr>
                        <a:t>family</a:t>
                      </a:r>
                      <a:endParaRPr lang="en-US" sz="1100" dirty="0">
                        <a:solidFill>
                          <a:schemeClr val="tx1"/>
                        </a:solidFill>
                        <a:latin typeface="+mn-lt"/>
                        <a:cs typeface="Arial"/>
                      </a:endParaRPr>
                    </a:p>
                  </a:txBody>
                  <a:tcPr marL="45720" marR="45720"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6350" cap="flat" cmpd="sng" algn="ctr">
                      <a:solidFill>
                        <a:srgbClr val="110081"/>
                      </a:solidFill>
                      <a:prstDash val="solid"/>
                      <a:round/>
                      <a:headEnd type="none" w="med" len="med"/>
                      <a:tailEnd type="none" w="med" len="med"/>
                    </a:lnT>
                    <a:lnB w="6350" cap="flat" cmpd="sng" algn="ctr">
                      <a:solidFill>
                        <a:srgbClr val="110081"/>
                      </a:solidFill>
                      <a:prstDash val="solid"/>
                      <a:round/>
                      <a:headEnd type="none" w="med" len="med"/>
                      <a:tailEnd type="none" w="med" len="med"/>
                    </a:lnB>
                    <a:solidFill>
                      <a:srgbClr val="E7E5F2"/>
                    </a:solidFill>
                  </a:tcPr>
                </a:tc>
                <a:tc>
                  <a:txBody>
                    <a:bodyPr/>
                    <a:lstStyle/>
                    <a:p>
                      <a:pPr algn="ctr">
                        <a:lnSpc>
                          <a:spcPct val="100000"/>
                        </a:lnSpc>
                        <a:spcBef>
                          <a:spcPts val="580"/>
                        </a:spcBef>
                      </a:pPr>
                      <a:r>
                        <a:rPr lang="en-US" sz="1100" dirty="0">
                          <a:solidFill>
                            <a:schemeClr val="tx1"/>
                          </a:solidFill>
                          <a:latin typeface="+mn-lt"/>
                          <a:cs typeface="Arial"/>
                        </a:rPr>
                        <a:t>$1,500</a:t>
                      </a:r>
                      <a:r>
                        <a:rPr lang="en-US" sz="1100" spc="-30" dirty="0">
                          <a:solidFill>
                            <a:schemeClr val="tx1"/>
                          </a:solidFill>
                          <a:latin typeface="+mn-lt"/>
                          <a:cs typeface="Arial"/>
                        </a:rPr>
                        <a:t> </a:t>
                      </a:r>
                      <a:r>
                        <a:rPr lang="en-US" sz="1100" spc="-10" dirty="0">
                          <a:solidFill>
                            <a:schemeClr val="tx1"/>
                          </a:solidFill>
                          <a:latin typeface="+mn-lt"/>
                          <a:cs typeface="Arial"/>
                        </a:rPr>
                        <a:t>individual</a:t>
                      </a:r>
                      <a:endParaRPr lang="en-US" sz="1100" dirty="0">
                        <a:solidFill>
                          <a:schemeClr val="tx1"/>
                        </a:solidFill>
                        <a:latin typeface="+mn-lt"/>
                        <a:cs typeface="Arial"/>
                      </a:endParaRPr>
                    </a:p>
                    <a:p>
                      <a:pPr algn="ctr">
                        <a:lnSpc>
                          <a:spcPct val="100000"/>
                        </a:lnSpc>
                        <a:spcBef>
                          <a:spcPts val="310"/>
                        </a:spcBef>
                      </a:pPr>
                      <a:r>
                        <a:rPr lang="en-US" sz="1100" dirty="0">
                          <a:solidFill>
                            <a:schemeClr val="tx1"/>
                          </a:solidFill>
                          <a:latin typeface="+mn-lt"/>
                          <a:cs typeface="Arial"/>
                        </a:rPr>
                        <a:t>$3,000</a:t>
                      </a:r>
                      <a:r>
                        <a:rPr lang="en-US" sz="1100" spc="-30" dirty="0">
                          <a:solidFill>
                            <a:schemeClr val="tx1"/>
                          </a:solidFill>
                          <a:latin typeface="+mn-lt"/>
                          <a:cs typeface="Arial"/>
                        </a:rPr>
                        <a:t> </a:t>
                      </a:r>
                      <a:r>
                        <a:rPr lang="en-US" sz="1100" spc="-10" dirty="0">
                          <a:solidFill>
                            <a:schemeClr val="tx1"/>
                          </a:solidFill>
                          <a:latin typeface="+mn-lt"/>
                          <a:cs typeface="Arial"/>
                        </a:rPr>
                        <a:t>family</a:t>
                      </a:r>
                      <a:endParaRPr lang="en-US" sz="1100" dirty="0">
                        <a:solidFill>
                          <a:schemeClr val="tx1"/>
                        </a:solidFill>
                        <a:latin typeface="+mn-lt"/>
                        <a:cs typeface="Arial"/>
                      </a:endParaRPr>
                    </a:p>
                  </a:txBody>
                  <a:tcPr marL="45720" marR="45720"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6350" cap="flat" cmpd="sng" algn="ctr">
                      <a:solidFill>
                        <a:srgbClr val="110081"/>
                      </a:solidFill>
                      <a:prstDash val="solid"/>
                      <a:round/>
                      <a:headEnd type="none" w="med" len="med"/>
                      <a:tailEnd type="none" w="med" len="med"/>
                    </a:lnT>
                    <a:lnB w="6350" cap="flat" cmpd="sng" algn="ctr">
                      <a:solidFill>
                        <a:srgbClr val="110081"/>
                      </a:solidFill>
                      <a:prstDash val="solid"/>
                      <a:round/>
                      <a:headEnd type="none" w="med" len="med"/>
                      <a:tailEnd type="none" w="med" len="med"/>
                    </a:lnB>
                    <a:solidFill>
                      <a:srgbClr val="E7E5F2"/>
                    </a:solidFill>
                  </a:tcPr>
                </a:tc>
                <a:tc>
                  <a:txBody>
                    <a:bodyPr/>
                    <a:lstStyle/>
                    <a:p>
                      <a:pPr algn="ctr">
                        <a:lnSpc>
                          <a:spcPct val="100000"/>
                        </a:lnSpc>
                        <a:spcBef>
                          <a:spcPts val="735"/>
                        </a:spcBef>
                      </a:pPr>
                      <a:r>
                        <a:rPr lang="en-US" sz="1100" dirty="0">
                          <a:solidFill>
                            <a:schemeClr val="tx1"/>
                          </a:solidFill>
                          <a:latin typeface="+mn-lt"/>
                          <a:cs typeface="Arial"/>
                        </a:rPr>
                        <a:t>$3,000</a:t>
                      </a:r>
                      <a:r>
                        <a:rPr lang="en-US" sz="1100" spc="-30" dirty="0">
                          <a:solidFill>
                            <a:schemeClr val="tx1"/>
                          </a:solidFill>
                          <a:latin typeface="+mn-lt"/>
                          <a:cs typeface="Arial"/>
                        </a:rPr>
                        <a:t> </a:t>
                      </a:r>
                      <a:r>
                        <a:rPr lang="en-US" sz="1100" spc="-10" dirty="0">
                          <a:solidFill>
                            <a:schemeClr val="tx1"/>
                          </a:solidFill>
                          <a:latin typeface="+mn-lt"/>
                          <a:cs typeface="Arial"/>
                        </a:rPr>
                        <a:t>individual</a:t>
                      </a:r>
                      <a:endParaRPr lang="en-US" sz="1100" dirty="0">
                        <a:solidFill>
                          <a:schemeClr val="tx1"/>
                        </a:solidFill>
                        <a:latin typeface="+mn-lt"/>
                        <a:cs typeface="Arial"/>
                      </a:endParaRPr>
                    </a:p>
                    <a:p>
                      <a:pPr marL="1270" algn="ctr">
                        <a:lnSpc>
                          <a:spcPct val="100000"/>
                        </a:lnSpc>
                      </a:pPr>
                      <a:r>
                        <a:rPr lang="en-US" sz="1100" dirty="0">
                          <a:solidFill>
                            <a:schemeClr val="tx1"/>
                          </a:solidFill>
                          <a:latin typeface="+mn-lt"/>
                          <a:cs typeface="Arial"/>
                        </a:rPr>
                        <a:t>$6,000</a:t>
                      </a:r>
                      <a:r>
                        <a:rPr lang="en-US" sz="1100" spc="-30" dirty="0">
                          <a:solidFill>
                            <a:schemeClr val="tx1"/>
                          </a:solidFill>
                          <a:latin typeface="+mn-lt"/>
                          <a:cs typeface="Arial"/>
                        </a:rPr>
                        <a:t> </a:t>
                      </a:r>
                      <a:r>
                        <a:rPr lang="en-US" sz="1100" spc="-10" dirty="0">
                          <a:solidFill>
                            <a:schemeClr val="tx1"/>
                          </a:solidFill>
                          <a:latin typeface="+mn-lt"/>
                          <a:cs typeface="Arial"/>
                        </a:rPr>
                        <a:t>family</a:t>
                      </a:r>
                      <a:endParaRPr lang="en-US" sz="1100" dirty="0">
                        <a:solidFill>
                          <a:schemeClr val="tx1"/>
                        </a:solidFill>
                        <a:latin typeface="+mn-lt"/>
                        <a:cs typeface="Arial"/>
                      </a:endParaRPr>
                    </a:p>
                  </a:txBody>
                  <a:tcPr marL="45720" marR="45720" anchor="ctr">
                    <a:lnL w="76200" cap="flat" cmpd="sng" algn="ctr">
                      <a:solidFill>
                        <a:schemeClr val="bg1"/>
                      </a:solidFill>
                      <a:prstDash val="solid"/>
                      <a:round/>
                      <a:headEnd type="none" w="med" len="med"/>
                      <a:tailEnd type="none" w="med" len="med"/>
                    </a:lnL>
                    <a:lnT w="6350" cap="flat" cmpd="sng" algn="ctr">
                      <a:solidFill>
                        <a:srgbClr val="110081"/>
                      </a:solidFill>
                      <a:prstDash val="solid"/>
                      <a:round/>
                      <a:headEnd type="none" w="med" len="med"/>
                      <a:tailEnd type="none" w="med" len="med"/>
                    </a:lnT>
                    <a:lnB w="6350" cap="flat" cmpd="sng" algn="ctr">
                      <a:solidFill>
                        <a:srgbClr val="110081"/>
                      </a:solidFill>
                      <a:prstDash val="solid"/>
                      <a:round/>
                      <a:headEnd type="none" w="med" len="med"/>
                      <a:tailEnd type="none" w="med" len="med"/>
                    </a:lnB>
                    <a:solidFill>
                      <a:srgbClr val="E7E5F2"/>
                    </a:solidFill>
                  </a:tcPr>
                </a:tc>
                <a:extLst>
                  <a:ext uri="{0D108BD9-81ED-4DB2-BD59-A6C34878D82A}">
                    <a16:rowId xmlns:a16="http://schemas.microsoft.com/office/drawing/2014/main" val="2427169880"/>
                  </a:ext>
                </a:extLst>
              </a:tr>
              <a:tr h="343917">
                <a:tc>
                  <a:txBody>
                    <a:bodyPr/>
                    <a:lstStyle/>
                    <a:p>
                      <a:pPr marL="0" marR="0" lvl="0" indent="0" algn="l" defTabSz="914400" rtl="0" eaLnBrk="1" fontAlgn="auto" latinLnBrk="0" hangingPunct="1">
                        <a:lnSpc>
                          <a:spcPct val="100000"/>
                        </a:lnSpc>
                        <a:spcBef>
                          <a:spcPts val="25"/>
                        </a:spcBef>
                        <a:spcAft>
                          <a:spcPts val="0"/>
                        </a:spcAft>
                        <a:buClrTx/>
                        <a:buSzTx/>
                        <a:buFontTx/>
                        <a:buNone/>
                        <a:tabLst/>
                        <a:defRPr/>
                      </a:pPr>
                      <a:r>
                        <a:rPr lang="en-US" sz="1100" b="1" dirty="0">
                          <a:latin typeface="+mn-lt"/>
                          <a:cs typeface="Arial"/>
                        </a:rPr>
                        <a:t>Doctor</a:t>
                      </a:r>
                      <a:r>
                        <a:rPr lang="en-US" sz="1100" b="1" spc="-30" dirty="0">
                          <a:latin typeface="+mn-lt"/>
                          <a:cs typeface="Arial"/>
                        </a:rPr>
                        <a:t> </a:t>
                      </a:r>
                      <a:r>
                        <a:rPr lang="en-US" sz="1100" b="1" dirty="0">
                          <a:latin typeface="+mn-lt"/>
                          <a:cs typeface="Arial"/>
                        </a:rPr>
                        <a:t>/</a:t>
                      </a:r>
                      <a:r>
                        <a:rPr lang="en-US" sz="1100" b="1" spc="-35" dirty="0">
                          <a:latin typeface="+mn-lt"/>
                          <a:cs typeface="Arial"/>
                        </a:rPr>
                        <a:t> </a:t>
                      </a:r>
                      <a:r>
                        <a:rPr lang="en-US" sz="1100" b="1" dirty="0">
                          <a:latin typeface="+mn-lt"/>
                          <a:cs typeface="Arial"/>
                        </a:rPr>
                        <a:t>specialist</a:t>
                      </a:r>
                      <a:r>
                        <a:rPr lang="en-US" sz="1100" b="1" spc="-5" dirty="0">
                          <a:latin typeface="+mn-lt"/>
                          <a:cs typeface="Arial"/>
                        </a:rPr>
                        <a:t> </a:t>
                      </a:r>
                      <a:r>
                        <a:rPr lang="en-US" sz="1100" b="1" dirty="0">
                          <a:latin typeface="+mn-lt"/>
                          <a:cs typeface="Arial"/>
                        </a:rPr>
                        <a:t>office</a:t>
                      </a:r>
                      <a:r>
                        <a:rPr lang="en-US" sz="1100" b="1" spc="-15" dirty="0">
                          <a:latin typeface="+mn-lt"/>
                          <a:cs typeface="Arial"/>
                        </a:rPr>
                        <a:t> </a:t>
                      </a:r>
                      <a:r>
                        <a:rPr lang="en-US" sz="1100" b="1" spc="-10" dirty="0">
                          <a:latin typeface="+mn-lt"/>
                          <a:cs typeface="Arial"/>
                        </a:rPr>
                        <a:t>visits</a:t>
                      </a:r>
                      <a:endParaRPr lang="en-US" sz="1100" dirty="0">
                        <a:latin typeface="+mn-lt"/>
                        <a:cs typeface="Arial"/>
                      </a:endParaRPr>
                    </a:p>
                  </a:txBody>
                  <a:tcPr marL="182880" anchor="ctr">
                    <a:lnR w="76200" cap="flat" cmpd="sng" algn="ctr">
                      <a:solidFill>
                        <a:schemeClr val="bg1"/>
                      </a:solidFill>
                      <a:prstDash val="solid"/>
                      <a:round/>
                      <a:headEnd type="none" w="med" len="med"/>
                      <a:tailEnd type="none" w="med" len="med"/>
                    </a:lnR>
                    <a:lnT w="6350" cap="flat" cmpd="sng" algn="ctr">
                      <a:solidFill>
                        <a:srgbClr val="110081"/>
                      </a:solidFill>
                      <a:prstDash val="solid"/>
                      <a:round/>
                      <a:headEnd type="none" w="med" len="med"/>
                      <a:tailEnd type="none" w="med" len="med"/>
                    </a:lnT>
                    <a:lnB w="6350" cap="flat" cmpd="sng" algn="ctr">
                      <a:solidFill>
                        <a:srgbClr val="11008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25" normalizeH="0" baseline="0" noProof="0" dirty="0">
                          <a:ln>
                            <a:noFill/>
                          </a:ln>
                          <a:solidFill>
                            <a:schemeClr val="tx1"/>
                          </a:solidFill>
                          <a:effectLst/>
                          <a:uLnTx/>
                          <a:uFillTx/>
                          <a:latin typeface="Verdana"/>
                          <a:ea typeface="+mn-ea"/>
                          <a:cs typeface="Arial"/>
                        </a:rPr>
                        <a:t>90% </a:t>
                      </a:r>
                      <a:r>
                        <a:rPr kumimoji="0" lang="en-US" sz="1100" b="0" i="0" u="none" strike="noStrike" kern="1200" cap="none" spc="0" normalizeH="0" baseline="0" noProof="0" dirty="0">
                          <a:ln>
                            <a:noFill/>
                          </a:ln>
                          <a:solidFill>
                            <a:schemeClr val="tx1"/>
                          </a:solidFill>
                          <a:effectLst/>
                          <a:uLnTx/>
                          <a:uFillTx/>
                          <a:latin typeface="+mn-lt"/>
                          <a:ea typeface="+mn-ea"/>
                          <a:cs typeface="Arial"/>
                        </a:rPr>
                        <a:t>after</a:t>
                      </a:r>
                      <a:r>
                        <a:rPr kumimoji="0" lang="en-US" sz="1100" b="0" i="0" u="none" strike="noStrike" kern="1200" cap="none" spc="-10" normalizeH="0" baseline="0" noProof="0" dirty="0">
                          <a:ln>
                            <a:noFill/>
                          </a:ln>
                          <a:solidFill>
                            <a:schemeClr val="tx1"/>
                          </a:solidFill>
                          <a:effectLst/>
                          <a:uLnTx/>
                          <a:uFillTx/>
                          <a:latin typeface="+mn-lt"/>
                          <a:ea typeface="+mn-ea"/>
                          <a:cs typeface="Arial"/>
                        </a:rPr>
                        <a:t> </a:t>
                      </a:r>
                      <a:r>
                        <a:rPr kumimoji="0" lang="en-US" sz="1100" b="0" i="0" u="none" strike="noStrike" kern="1200" cap="none" spc="0" normalizeH="0" baseline="0" noProof="0" dirty="0">
                          <a:ln>
                            <a:noFill/>
                          </a:ln>
                          <a:solidFill>
                            <a:schemeClr val="tx1"/>
                          </a:solidFill>
                          <a:effectLst/>
                          <a:uLnTx/>
                          <a:uFillTx/>
                          <a:latin typeface="+mn-lt"/>
                          <a:ea typeface="+mn-ea"/>
                          <a:cs typeface="Arial"/>
                        </a:rPr>
                        <a:t>plan</a:t>
                      </a:r>
                      <a:r>
                        <a:rPr kumimoji="0" lang="en-US" sz="1100" b="0" i="0" u="none" strike="noStrike" kern="1200" cap="none" spc="-25" normalizeH="0" baseline="0" noProof="0" dirty="0">
                          <a:ln>
                            <a:noFill/>
                          </a:ln>
                          <a:solidFill>
                            <a:schemeClr val="tx1"/>
                          </a:solidFill>
                          <a:effectLst/>
                          <a:uLnTx/>
                          <a:uFillTx/>
                          <a:latin typeface="+mn-lt"/>
                          <a:ea typeface="+mn-ea"/>
                          <a:cs typeface="Arial"/>
                        </a:rPr>
                        <a:t> </a:t>
                      </a:r>
                      <a:r>
                        <a:rPr kumimoji="0" lang="en-US" sz="1100" b="0" i="0" u="none" strike="noStrike" kern="1200" cap="none" spc="-10" normalizeH="0" baseline="0" noProof="0" dirty="0">
                          <a:ln>
                            <a:noFill/>
                          </a:ln>
                          <a:solidFill>
                            <a:schemeClr val="tx1"/>
                          </a:solidFill>
                          <a:effectLst/>
                          <a:uLnTx/>
                          <a:uFillTx/>
                          <a:latin typeface="+mn-lt"/>
                          <a:ea typeface="+mn-ea"/>
                          <a:cs typeface="Arial"/>
                        </a:rPr>
                        <a:t>deductible</a:t>
                      </a:r>
                      <a:endParaRPr kumimoji="0" lang="en-US" sz="1100" b="0" i="0" u="none" strike="noStrike" kern="1200" cap="none" spc="0" normalizeH="0" baseline="0" noProof="0" dirty="0">
                        <a:ln>
                          <a:noFill/>
                        </a:ln>
                        <a:solidFill>
                          <a:schemeClr val="tx1"/>
                        </a:solidFill>
                        <a:effectLst/>
                        <a:uLnTx/>
                        <a:uFillTx/>
                        <a:latin typeface="Verdana"/>
                        <a:ea typeface="+mn-ea"/>
                        <a:cs typeface="Arial"/>
                      </a:endParaRPr>
                    </a:p>
                  </a:txBody>
                  <a:tcPr marL="45720" marR="45720"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6350" cap="flat" cmpd="sng" algn="ctr">
                      <a:solidFill>
                        <a:srgbClr val="110081"/>
                      </a:solidFill>
                      <a:prstDash val="solid"/>
                      <a:round/>
                      <a:headEnd type="none" w="med" len="med"/>
                      <a:tailEnd type="none" w="med" len="med"/>
                    </a:lnT>
                    <a:lnB w="6350" cap="flat" cmpd="sng" algn="ctr">
                      <a:solidFill>
                        <a:srgbClr val="110081"/>
                      </a:solidFill>
                      <a:prstDash val="solid"/>
                      <a:round/>
                      <a:headEnd type="none" w="med" len="med"/>
                      <a:tailEnd type="none" w="med" len="med"/>
                    </a:lnB>
                    <a:solidFill>
                      <a:srgbClr val="E7E5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25" normalizeH="0" baseline="0" noProof="0" dirty="0">
                          <a:ln>
                            <a:noFill/>
                          </a:ln>
                          <a:solidFill>
                            <a:schemeClr val="tx1"/>
                          </a:solidFill>
                          <a:effectLst/>
                          <a:uLnTx/>
                          <a:uFillTx/>
                          <a:latin typeface="+mn-lt"/>
                          <a:ea typeface="+mn-ea"/>
                          <a:cs typeface="Arial"/>
                        </a:rPr>
                        <a:t>90% </a:t>
                      </a:r>
                      <a:r>
                        <a:rPr kumimoji="0" lang="en-US" sz="1100" b="0" i="0" u="none" strike="noStrike" kern="1200" cap="none" spc="0" normalizeH="0" baseline="0" noProof="0" dirty="0">
                          <a:ln>
                            <a:noFill/>
                          </a:ln>
                          <a:solidFill>
                            <a:schemeClr val="tx1"/>
                          </a:solidFill>
                          <a:effectLst/>
                          <a:uLnTx/>
                          <a:uFillTx/>
                          <a:latin typeface="+mn-lt"/>
                          <a:ea typeface="+mn-ea"/>
                          <a:cs typeface="Arial"/>
                        </a:rPr>
                        <a:t>after</a:t>
                      </a:r>
                      <a:r>
                        <a:rPr kumimoji="0" lang="en-US" sz="1100" b="0" i="0" u="none" strike="noStrike" kern="1200" cap="none" spc="-10" normalizeH="0" baseline="0" noProof="0" dirty="0">
                          <a:ln>
                            <a:noFill/>
                          </a:ln>
                          <a:solidFill>
                            <a:schemeClr val="tx1"/>
                          </a:solidFill>
                          <a:effectLst/>
                          <a:uLnTx/>
                          <a:uFillTx/>
                          <a:latin typeface="+mn-lt"/>
                          <a:ea typeface="+mn-ea"/>
                          <a:cs typeface="Arial"/>
                        </a:rPr>
                        <a:t> </a:t>
                      </a:r>
                      <a:r>
                        <a:rPr kumimoji="0" lang="en-US" sz="1100" b="0" i="0" u="none" strike="noStrike" kern="1200" cap="none" spc="0" normalizeH="0" baseline="0" noProof="0" dirty="0">
                          <a:ln>
                            <a:noFill/>
                          </a:ln>
                          <a:solidFill>
                            <a:schemeClr val="tx1"/>
                          </a:solidFill>
                          <a:effectLst/>
                          <a:uLnTx/>
                          <a:uFillTx/>
                          <a:latin typeface="+mn-lt"/>
                          <a:ea typeface="+mn-ea"/>
                          <a:cs typeface="Arial"/>
                        </a:rPr>
                        <a:t>plan</a:t>
                      </a:r>
                      <a:r>
                        <a:rPr kumimoji="0" lang="en-US" sz="1100" b="0" i="0" u="none" strike="noStrike" kern="1200" cap="none" spc="-25" normalizeH="0" baseline="0" noProof="0" dirty="0">
                          <a:ln>
                            <a:noFill/>
                          </a:ln>
                          <a:solidFill>
                            <a:schemeClr val="tx1"/>
                          </a:solidFill>
                          <a:effectLst/>
                          <a:uLnTx/>
                          <a:uFillTx/>
                          <a:latin typeface="+mn-lt"/>
                          <a:ea typeface="+mn-ea"/>
                          <a:cs typeface="Arial"/>
                        </a:rPr>
                        <a:t> </a:t>
                      </a:r>
                      <a:r>
                        <a:rPr kumimoji="0" lang="en-US" sz="1100" b="0" i="0" u="none" strike="noStrike" kern="1200" cap="none" spc="-10" normalizeH="0" baseline="0" noProof="0" dirty="0">
                          <a:ln>
                            <a:noFill/>
                          </a:ln>
                          <a:solidFill>
                            <a:schemeClr val="tx1"/>
                          </a:solidFill>
                          <a:effectLst/>
                          <a:uLnTx/>
                          <a:uFillTx/>
                          <a:latin typeface="+mn-lt"/>
                          <a:ea typeface="+mn-ea"/>
                          <a:cs typeface="Arial"/>
                        </a:rPr>
                        <a:t>deductible</a:t>
                      </a:r>
                      <a:endParaRPr kumimoji="0" lang="en-US" sz="1100" b="0" i="0" u="none" strike="noStrike" kern="1200" cap="none" spc="0" normalizeH="0" baseline="0" noProof="0" dirty="0">
                        <a:ln>
                          <a:noFill/>
                        </a:ln>
                        <a:solidFill>
                          <a:schemeClr val="tx1"/>
                        </a:solidFill>
                        <a:effectLst/>
                        <a:uLnTx/>
                        <a:uFillTx/>
                        <a:latin typeface="+mn-lt"/>
                        <a:ea typeface="+mn-ea"/>
                        <a:cs typeface="Arial"/>
                      </a:endParaRPr>
                    </a:p>
                  </a:txBody>
                  <a:tcPr marL="45720" marR="45720"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6350" cap="flat" cmpd="sng" algn="ctr">
                      <a:solidFill>
                        <a:srgbClr val="110081"/>
                      </a:solidFill>
                      <a:prstDash val="solid"/>
                      <a:round/>
                      <a:headEnd type="none" w="med" len="med"/>
                      <a:tailEnd type="none" w="med" len="med"/>
                    </a:lnT>
                    <a:lnB w="6350" cap="flat" cmpd="sng" algn="ctr">
                      <a:solidFill>
                        <a:srgbClr val="110081"/>
                      </a:solidFill>
                      <a:prstDash val="solid"/>
                      <a:round/>
                      <a:headEnd type="none" w="med" len="med"/>
                      <a:tailEnd type="none" w="med" len="med"/>
                    </a:lnB>
                    <a:solidFill>
                      <a:srgbClr val="E7E5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25" normalizeH="0" baseline="0" noProof="0" dirty="0">
                          <a:ln>
                            <a:noFill/>
                          </a:ln>
                          <a:solidFill>
                            <a:schemeClr val="tx1"/>
                          </a:solidFill>
                          <a:effectLst/>
                          <a:uLnTx/>
                          <a:uFillTx/>
                          <a:latin typeface="+mn-lt"/>
                          <a:ea typeface="+mn-ea"/>
                          <a:cs typeface="Arial"/>
                        </a:rPr>
                        <a:t>70% </a:t>
                      </a:r>
                      <a:r>
                        <a:rPr kumimoji="0" lang="en-US" sz="1100" b="0" i="0" u="none" strike="noStrike" kern="1200" cap="none" spc="0" normalizeH="0" baseline="0" noProof="0" dirty="0">
                          <a:ln>
                            <a:noFill/>
                          </a:ln>
                          <a:solidFill>
                            <a:schemeClr val="tx1"/>
                          </a:solidFill>
                          <a:effectLst/>
                          <a:uLnTx/>
                          <a:uFillTx/>
                          <a:latin typeface="+mn-lt"/>
                          <a:ea typeface="+mn-ea"/>
                          <a:cs typeface="Arial"/>
                        </a:rPr>
                        <a:t>after</a:t>
                      </a:r>
                      <a:r>
                        <a:rPr kumimoji="0" lang="en-US" sz="1100" b="0" i="0" u="none" strike="noStrike" kern="1200" cap="none" spc="-10" normalizeH="0" baseline="0" noProof="0" dirty="0">
                          <a:ln>
                            <a:noFill/>
                          </a:ln>
                          <a:solidFill>
                            <a:schemeClr val="tx1"/>
                          </a:solidFill>
                          <a:effectLst/>
                          <a:uLnTx/>
                          <a:uFillTx/>
                          <a:latin typeface="+mn-lt"/>
                          <a:ea typeface="+mn-ea"/>
                          <a:cs typeface="Arial"/>
                        </a:rPr>
                        <a:t> </a:t>
                      </a:r>
                      <a:r>
                        <a:rPr kumimoji="0" lang="en-US" sz="1100" b="0" i="0" u="none" strike="noStrike" kern="1200" cap="none" spc="0" normalizeH="0" baseline="0" noProof="0" dirty="0">
                          <a:ln>
                            <a:noFill/>
                          </a:ln>
                          <a:solidFill>
                            <a:schemeClr val="tx1"/>
                          </a:solidFill>
                          <a:effectLst/>
                          <a:uLnTx/>
                          <a:uFillTx/>
                          <a:latin typeface="+mn-lt"/>
                          <a:ea typeface="+mn-ea"/>
                          <a:cs typeface="Arial"/>
                        </a:rPr>
                        <a:t>plan</a:t>
                      </a:r>
                      <a:r>
                        <a:rPr kumimoji="0" lang="en-US" sz="1100" b="0" i="0" u="none" strike="noStrike" kern="1200" cap="none" spc="-25" normalizeH="0" baseline="0" noProof="0" dirty="0">
                          <a:ln>
                            <a:noFill/>
                          </a:ln>
                          <a:solidFill>
                            <a:schemeClr val="tx1"/>
                          </a:solidFill>
                          <a:effectLst/>
                          <a:uLnTx/>
                          <a:uFillTx/>
                          <a:latin typeface="+mn-lt"/>
                          <a:ea typeface="+mn-ea"/>
                          <a:cs typeface="Arial"/>
                        </a:rPr>
                        <a:t> </a:t>
                      </a:r>
                      <a:r>
                        <a:rPr kumimoji="0" lang="en-US" sz="1100" b="0" i="0" u="none" strike="noStrike" kern="1200" cap="none" spc="-10" normalizeH="0" baseline="0" noProof="0" dirty="0">
                          <a:ln>
                            <a:noFill/>
                          </a:ln>
                          <a:solidFill>
                            <a:schemeClr val="tx1"/>
                          </a:solidFill>
                          <a:effectLst/>
                          <a:uLnTx/>
                          <a:uFillTx/>
                          <a:latin typeface="+mn-lt"/>
                          <a:ea typeface="+mn-ea"/>
                          <a:cs typeface="Arial"/>
                        </a:rPr>
                        <a:t>deductible</a:t>
                      </a:r>
                      <a:endParaRPr kumimoji="0" lang="en-US" sz="1100" b="0" i="0" u="none" strike="noStrike" kern="1200" cap="none" spc="0" normalizeH="0" baseline="0" noProof="0" dirty="0">
                        <a:ln>
                          <a:noFill/>
                        </a:ln>
                        <a:solidFill>
                          <a:schemeClr val="tx1"/>
                        </a:solidFill>
                        <a:effectLst/>
                        <a:uLnTx/>
                        <a:uFillTx/>
                        <a:latin typeface="+mn-lt"/>
                        <a:ea typeface="+mn-ea"/>
                        <a:cs typeface="Arial"/>
                      </a:endParaRPr>
                    </a:p>
                  </a:txBody>
                  <a:tcPr marL="45720" marR="45720" anchor="ctr">
                    <a:lnL w="76200" cap="flat" cmpd="sng" algn="ctr">
                      <a:solidFill>
                        <a:schemeClr val="bg1"/>
                      </a:solidFill>
                      <a:prstDash val="solid"/>
                      <a:round/>
                      <a:headEnd type="none" w="med" len="med"/>
                      <a:tailEnd type="none" w="med" len="med"/>
                    </a:lnL>
                    <a:lnT w="6350" cap="flat" cmpd="sng" algn="ctr">
                      <a:solidFill>
                        <a:srgbClr val="110081"/>
                      </a:solidFill>
                      <a:prstDash val="solid"/>
                      <a:round/>
                      <a:headEnd type="none" w="med" len="med"/>
                      <a:tailEnd type="none" w="med" len="med"/>
                    </a:lnT>
                    <a:lnB w="6350" cap="flat" cmpd="sng" algn="ctr">
                      <a:solidFill>
                        <a:srgbClr val="110081"/>
                      </a:solidFill>
                      <a:prstDash val="solid"/>
                      <a:round/>
                      <a:headEnd type="none" w="med" len="med"/>
                      <a:tailEnd type="none" w="med" len="med"/>
                    </a:lnB>
                    <a:solidFill>
                      <a:srgbClr val="E7E5F2"/>
                    </a:solidFill>
                  </a:tcPr>
                </a:tc>
                <a:extLst>
                  <a:ext uri="{0D108BD9-81ED-4DB2-BD59-A6C34878D82A}">
                    <a16:rowId xmlns:a16="http://schemas.microsoft.com/office/drawing/2014/main" val="3441793968"/>
                  </a:ext>
                </a:extLst>
              </a:tr>
              <a:tr h="343917">
                <a:tc>
                  <a:txBody>
                    <a:bodyPr/>
                    <a:lstStyle/>
                    <a:p>
                      <a:pPr marL="0" marR="0" lvl="0" indent="0" algn="l" defTabSz="914400" rtl="0" eaLnBrk="1" fontAlgn="auto" latinLnBrk="0" hangingPunct="1">
                        <a:lnSpc>
                          <a:spcPct val="100000"/>
                        </a:lnSpc>
                        <a:spcBef>
                          <a:spcPts val="25"/>
                        </a:spcBef>
                        <a:spcAft>
                          <a:spcPts val="0"/>
                        </a:spcAft>
                        <a:buClrTx/>
                        <a:buSzTx/>
                        <a:buFontTx/>
                        <a:buNone/>
                        <a:tabLst/>
                        <a:defRPr/>
                      </a:pPr>
                      <a:r>
                        <a:rPr lang="en-US" sz="1100" b="1" dirty="0">
                          <a:latin typeface="+mn-lt"/>
                          <a:cs typeface="Arial"/>
                        </a:rPr>
                        <a:t>Prescription</a:t>
                      </a:r>
                      <a:r>
                        <a:rPr lang="en-US" sz="1100" b="1" spc="-35" dirty="0">
                          <a:latin typeface="+mn-lt"/>
                          <a:cs typeface="Arial"/>
                        </a:rPr>
                        <a:t> </a:t>
                      </a:r>
                      <a:r>
                        <a:rPr lang="en-US" sz="1100" b="1" dirty="0">
                          <a:latin typeface="+mn-lt"/>
                          <a:cs typeface="Arial"/>
                        </a:rPr>
                        <a:t>drug</a:t>
                      </a:r>
                      <a:r>
                        <a:rPr lang="en-US" sz="1100" b="1" spc="-60" dirty="0">
                          <a:latin typeface="+mn-lt"/>
                          <a:cs typeface="Arial"/>
                        </a:rPr>
                        <a:t> </a:t>
                      </a:r>
                      <a:r>
                        <a:rPr lang="en-US" sz="1100" b="1" spc="-10" dirty="0">
                          <a:latin typeface="+mn-lt"/>
                          <a:cs typeface="Arial"/>
                        </a:rPr>
                        <a:t>benefit</a:t>
                      </a:r>
                      <a:endParaRPr lang="en-US" sz="1100" dirty="0">
                        <a:latin typeface="+mn-lt"/>
                        <a:cs typeface="Arial"/>
                      </a:endParaRPr>
                    </a:p>
                  </a:txBody>
                  <a:tcPr marL="182880" anchor="ctr">
                    <a:lnR w="76200" cap="flat" cmpd="sng" algn="ctr">
                      <a:solidFill>
                        <a:schemeClr val="bg1"/>
                      </a:solidFill>
                      <a:prstDash val="solid"/>
                      <a:round/>
                      <a:headEnd type="none" w="med" len="med"/>
                      <a:tailEnd type="none" w="med" len="med"/>
                    </a:lnR>
                    <a:lnT w="6350" cap="flat" cmpd="sng" algn="ctr">
                      <a:solidFill>
                        <a:srgbClr val="110081"/>
                      </a:solidFill>
                      <a:prstDash val="solid"/>
                      <a:round/>
                      <a:headEnd type="none" w="med" len="med"/>
                      <a:tailEnd type="none" w="med" len="med"/>
                    </a:lnT>
                    <a:lnB w="6350" cap="flat" cmpd="sng" algn="ctr">
                      <a:solidFill>
                        <a:srgbClr val="11008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25" normalizeH="0" baseline="0" noProof="0" dirty="0">
                          <a:ln>
                            <a:noFill/>
                          </a:ln>
                          <a:solidFill>
                            <a:schemeClr val="tx1"/>
                          </a:solidFill>
                          <a:effectLst/>
                          <a:uLnTx/>
                          <a:uFillTx/>
                          <a:latin typeface="+mn-lt"/>
                          <a:ea typeface="+mn-ea"/>
                          <a:cs typeface="Arial"/>
                        </a:rPr>
                        <a:t>You pay 10% after plan deductible</a:t>
                      </a:r>
                      <a:endParaRPr kumimoji="0" lang="en-US" sz="1100" b="0" i="0" u="none" strike="noStrike" kern="1200" cap="none" spc="0" normalizeH="0" baseline="0" noProof="0" dirty="0">
                        <a:ln>
                          <a:noFill/>
                        </a:ln>
                        <a:solidFill>
                          <a:schemeClr val="tx1"/>
                        </a:solidFill>
                        <a:effectLst/>
                        <a:uLnTx/>
                        <a:uFillTx/>
                        <a:latin typeface="Verdana"/>
                        <a:ea typeface="+mn-ea"/>
                        <a:cs typeface="Arial"/>
                      </a:endParaRPr>
                    </a:p>
                  </a:txBody>
                  <a:tcPr marL="45720" marR="45720"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6350" cap="flat" cmpd="sng" algn="ctr">
                      <a:solidFill>
                        <a:srgbClr val="110081"/>
                      </a:solidFill>
                      <a:prstDash val="solid"/>
                      <a:round/>
                      <a:headEnd type="none" w="med" len="med"/>
                      <a:tailEnd type="none" w="med" len="med"/>
                    </a:lnT>
                    <a:lnB w="6350" cap="flat" cmpd="sng" algn="ctr">
                      <a:solidFill>
                        <a:srgbClr val="110081"/>
                      </a:solidFill>
                      <a:prstDash val="solid"/>
                      <a:round/>
                      <a:headEnd type="none" w="med" len="med"/>
                      <a:tailEnd type="none" w="med" len="med"/>
                    </a:lnB>
                    <a:solidFill>
                      <a:srgbClr val="E7E5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latin typeface="+mn-lt"/>
                          <a:cs typeface="Arial"/>
                        </a:rPr>
                        <a:t>$5</a:t>
                      </a:r>
                      <a:r>
                        <a:rPr lang="en-US" sz="1100" spc="-35" dirty="0">
                          <a:solidFill>
                            <a:schemeClr val="tx1"/>
                          </a:solidFill>
                          <a:latin typeface="+mn-lt"/>
                          <a:cs typeface="Arial"/>
                        </a:rPr>
                        <a:t> </a:t>
                      </a:r>
                      <a:r>
                        <a:rPr lang="en-US" sz="1100" dirty="0">
                          <a:solidFill>
                            <a:schemeClr val="tx1"/>
                          </a:solidFill>
                          <a:latin typeface="+mn-lt"/>
                          <a:cs typeface="Arial"/>
                        </a:rPr>
                        <a:t>generic, </a:t>
                      </a:r>
                      <a:r>
                        <a:rPr lang="en-US" sz="1100" spc="-25" dirty="0">
                          <a:solidFill>
                            <a:schemeClr val="tx1"/>
                          </a:solidFill>
                          <a:latin typeface="+mn-lt"/>
                          <a:cs typeface="Arial"/>
                        </a:rPr>
                        <a:t>$30 </a:t>
                      </a:r>
                      <a:r>
                        <a:rPr lang="en-US" sz="1100" dirty="0">
                          <a:solidFill>
                            <a:schemeClr val="tx1"/>
                          </a:solidFill>
                          <a:latin typeface="+mn-lt"/>
                          <a:cs typeface="Arial"/>
                        </a:rPr>
                        <a:t>brand</a:t>
                      </a:r>
                      <a:r>
                        <a:rPr lang="en-US" sz="1100" spc="-25" dirty="0">
                          <a:solidFill>
                            <a:schemeClr val="tx1"/>
                          </a:solidFill>
                          <a:latin typeface="+mn-lt"/>
                          <a:cs typeface="Arial"/>
                        </a:rPr>
                        <a:t> </a:t>
                      </a:r>
                      <a:r>
                        <a:rPr lang="en-US" sz="1100" dirty="0">
                          <a:solidFill>
                            <a:schemeClr val="tx1"/>
                          </a:solidFill>
                          <a:latin typeface="+mn-lt"/>
                          <a:cs typeface="Arial"/>
                        </a:rPr>
                        <a:t>and</a:t>
                      </a:r>
                      <a:r>
                        <a:rPr lang="en-US" sz="1100" spc="-20" dirty="0">
                          <a:solidFill>
                            <a:schemeClr val="tx1"/>
                          </a:solidFill>
                          <a:latin typeface="+mn-lt"/>
                          <a:cs typeface="Arial"/>
                        </a:rPr>
                        <a:t> </a:t>
                      </a:r>
                      <a:r>
                        <a:rPr lang="en-US" sz="1100" dirty="0">
                          <a:solidFill>
                            <a:schemeClr val="tx1"/>
                          </a:solidFill>
                          <a:latin typeface="+mn-lt"/>
                          <a:cs typeface="Arial"/>
                        </a:rPr>
                        <a:t>$90</a:t>
                      </a:r>
                      <a:r>
                        <a:rPr lang="en-US" sz="1100" spc="-45" dirty="0">
                          <a:solidFill>
                            <a:schemeClr val="tx1"/>
                          </a:solidFill>
                          <a:latin typeface="+mn-lt"/>
                          <a:cs typeface="Arial"/>
                        </a:rPr>
                        <a:t> </a:t>
                      </a:r>
                      <a:r>
                        <a:rPr lang="en-US" sz="1100" dirty="0">
                          <a:solidFill>
                            <a:schemeClr val="tx1"/>
                          </a:solidFill>
                          <a:latin typeface="+mn-lt"/>
                          <a:cs typeface="Arial"/>
                        </a:rPr>
                        <a:t>non</a:t>
                      </a:r>
                      <a:r>
                        <a:rPr lang="en-US" sz="1100" spc="-25" dirty="0">
                          <a:solidFill>
                            <a:schemeClr val="tx1"/>
                          </a:solidFill>
                          <a:latin typeface="+mn-lt"/>
                          <a:cs typeface="Arial"/>
                        </a:rPr>
                        <a:t> </a:t>
                      </a:r>
                      <a:r>
                        <a:rPr lang="en-US" sz="1100" dirty="0">
                          <a:solidFill>
                            <a:schemeClr val="tx1"/>
                          </a:solidFill>
                          <a:latin typeface="+mn-lt"/>
                          <a:cs typeface="Arial"/>
                        </a:rPr>
                        <a:t>preferred </a:t>
                      </a:r>
                      <a:r>
                        <a:rPr lang="en-US" sz="1100" spc="-10" dirty="0">
                          <a:solidFill>
                            <a:schemeClr val="tx1"/>
                          </a:solidFill>
                          <a:latin typeface="+mn-lt"/>
                          <a:cs typeface="Arial"/>
                        </a:rPr>
                        <a:t>brand drugs</a:t>
                      </a:r>
                      <a:endParaRPr lang="en-US" sz="1100" dirty="0">
                        <a:solidFill>
                          <a:schemeClr val="tx1"/>
                        </a:solidFill>
                        <a:latin typeface="+mn-lt"/>
                        <a:cs typeface="Arial"/>
                      </a:endParaRPr>
                    </a:p>
                  </a:txBody>
                  <a:tcPr marL="45720" marR="45720"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6350" cap="flat" cmpd="sng" algn="ctr">
                      <a:solidFill>
                        <a:srgbClr val="110081"/>
                      </a:solidFill>
                      <a:prstDash val="solid"/>
                      <a:round/>
                      <a:headEnd type="none" w="med" len="med"/>
                      <a:tailEnd type="none" w="med" len="med"/>
                    </a:lnT>
                    <a:lnB w="6350" cap="flat" cmpd="sng" algn="ctr">
                      <a:solidFill>
                        <a:srgbClr val="110081"/>
                      </a:solidFill>
                      <a:prstDash val="solid"/>
                      <a:round/>
                      <a:headEnd type="none" w="med" len="med"/>
                      <a:tailEnd type="none" w="med" len="med"/>
                    </a:lnB>
                    <a:solidFill>
                      <a:srgbClr val="E7E5F2"/>
                    </a:solidFill>
                  </a:tcPr>
                </a:tc>
                <a:tc>
                  <a:txBody>
                    <a:bodyPr/>
                    <a:lstStyle/>
                    <a:p>
                      <a:pPr marL="0" marR="0" lvl="0" indent="0" algn="ctr" defTabSz="914400" rtl="0" eaLnBrk="1" fontAlgn="auto" latinLnBrk="0" hangingPunct="1">
                        <a:lnSpc>
                          <a:spcPct val="100000"/>
                        </a:lnSpc>
                        <a:spcBef>
                          <a:spcPts val="555"/>
                        </a:spcBef>
                        <a:spcAft>
                          <a:spcPts val="0"/>
                        </a:spcAft>
                        <a:buClrTx/>
                        <a:buSzTx/>
                        <a:buFontTx/>
                        <a:buNone/>
                        <a:tabLst/>
                        <a:defRPr/>
                      </a:pPr>
                      <a:r>
                        <a:rPr kumimoji="0" lang="en-US" sz="1100" b="0" i="0" u="none" strike="noStrike" kern="1200" cap="none" spc="0" normalizeH="0" baseline="0" noProof="0" dirty="0">
                          <a:ln>
                            <a:noFill/>
                          </a:ln>
                          <a:solidFill>
                            <a:schemeClr val="tx1"/>
                          </a:solidFill>
                          <a:effectLst/>
                          <a:uLnTx/>
                          <a:uFillTx/>
                          <a:latin typeface="+mn-lt"/>
                          <a:ea typeface="+mn-ea"/>
                          <a:cs typeface="Arial"/>
                        </a:rPr>
                        <a:t>In-Network Coverage Only</a:t>
                      </a:r>
                      <a:endParaRPr kumimoji="0" lang="en-US" sz="1100" b="0" i="0" u="none" strike="noStrike" kern="1200" cap="none" spc="0" normalizeH="0" baseline="0" noProof="0" dirty="0">
                        <a:ln>
                          <a:noFill/>
                        </a:ln>
                        <a:solidFill>
                          <a:schemeClr val="tx1"/>
                        </a:solidFill>
                        <a:effectLst/>
                        <a:uLnTx/>
                        <a:uFillTx/>
                        <a:latin typeface="Verdana"/>
                        <a:ea typeface="+mn-ea"/>
                        <a:cs typeface="Arial"/>
                      </a:endParaRPr>
                    </a:p>
                  </a:txBody>
                  <a:tcPr marL="45720" marR="45720" anchor="ctr">
                    <a:lnL w="76200" cap="flat" cmpd="sng" algn="ctr">
                      <a:solidFill>
                        <a:schemeClr val="bg1"/>
                      </a:solidFill>
                      <a:prstDash val="solid"/>
                      <a:round/>
                      <a:headEnd type="none" w="med" len="med"/>
                      <a:tailEnd type="none" w="med" len="med"/>
                    </a:lnL>
                    <a:lnT w="6350" cap="flat" cmpd="sng" algn="ctr">
                      <a:solidFill>
                        <a:srgbClr val="110081"/>
                      </a:solidFill>
                      <a:prstDash val="solid"/>
                      <a:round/>
                      <a:headEnd type="none" w="med" len="med"/>
                      <a:tailEnd type="none" w="med" len="med"/>
                    </a:lnT>
                    <a:lnB w="6350" cap="flat" cmpd="sng" algn="ctr">
                      <a:solidFill>
                        <a:srgbClr val="110081"/>
                      </a:solidFill>
                      <a:prstDash val="solid"/>
                      <a:round/>
                      <a:headEnd type="none" w="med" len="med"/>
                      <a:tailEnd type="none" w="med" len="med"/>
                    </a:lnB>
                    <a:solidFill>
                      <a:srgbClr val="E7E5F2"/>
                    </a:solidFill>
                  </a:tcPr>
                </a:tc>
                <a:extLst>
                  <a:ext uri="{0D108BD9-81ED-4DB2-BD59-A6C34878D82A}">
                    <a16:rowId xmlns:a16="http://schemas.microsoft.com/office/drawing/2014/main" val="3527133852"/>
                  </a:ext>
                </a:extLst>
              </a:tr>
              <a:tr h="343917">
                <a:tc>
                  <a:txBody>
                    <a:bodyPr/>
                    <a:lstStyle/>
                    <a:p>
                      <a:pPr marL="0" marR="0" lvl="0" indent="0" algn="l" defTabSz="914400" rtl="0" eaLnBrk="1" fontAlgn="auto" latinLnBrk="0" hangingPunct="1">
                        <a:lnSpc>
                          <a:spcPct val="100000"/>
                        </a:lnSpc>
                        <a:spcBef>
                          <a:spcPts val="25"/>
                        </a:spcBef>
                        <a:spcAft>
                          <a:spcPts val="0"/>
                        </a:spcAft>
                        <a:buClrTx/>
                        <a:buSzTx/>
                        <a:buFontTx/>
                        <a:buNone/>
                        <a:tabLst/>
                        <a:defRPr/>
                      </a:pPr>
                      <a:r>
                        <a:rPr lang="en-US" sz="1100" b="1" dirty="0">
                          <a:latin typeface="+mn-lt"/>
                          <a:cs typeface="Arial"/>
                        </a:rPr>
                        <a:t>Child</a:t>
                      </a:r>
                      <a:r>
                        <a:rPr lang="en-US" sz="1100" b="1" spc="-45" dirty="0">
                          <a:latin typeface="+mn-lt"/>
                          <a:cs typeface="Arial"/>
                        </a:rPr>
                        <a:t> </a:t>
                      </a:r>
                      <a:r>
                        <a:rPr lang="en-US" sz="1100" b="1" dirty="0">
                          <a:latin typeface="+mn-lt"/>
                          <a:cs typeface="Arial"/>
                        </a:rPr>
                        <a:t>preventive</a:t>
                      </a:r>
                      <a:r>
                        <a:rPr lang="en-US" sz="1100" b="1" spc="-15" dirty="0">
                          <a:latin typeface="+mn-lt"/>
                          <a:cs typeface="Arial"/>
                        </a:rPr>
                        <a:t> </a:t>
                      </a:r>
                      <a:r>
                        <a:rPr lang="en-US" sz="1100" b="1" dirty="0">
                          <a:latin typeface="+mn-lt"/>
                          <a:cs typeface="Arial"/>
                        </a:rPr>
                        <a:t>care</a:t>
                      </a:r>
                      <a:r>
                        <a:rPr lang="en-US" sz="1100" b="1" spc="-50" dirty="0">
                          <a:latin typeface="+mn-lt"/>
                          <a:cs typeface="Arial"/>
                        </a:rPr>
                        <a:t> </a:t>
                      </a:r>
                      <a:r>
                        <a:rPr lang="en-US" sz="1100" b="1" spc="-10" dirty="0">
                          <a:latin typeface="+mn-lt"/>
                          <a:cs typeface="Arial"/>
                        </a:rPr>
                        <a:t>services</a:t>
                      </a:r>
                      <a:endParaRPr lang="en-US" sz="1100" dirty="0">
                        <a:latin typeface="+mn-lt"/>
                        <a:cs typeface="Arial"/>
                      </a:endParaRPr>
                    </a:p>
                  </a:txBody>
                  <a:tcPr marL="182880" anchor="ctr">
                    <a:lnR w="76200" cap="flat" cmpd="sng" algn="ctr">
                      <a:solidFill>
                        <a:schemeClr val="bg1"/>
                      </a:solidFill>
                      <a:prstDash val="solid"/>
                      <a:round/>
                      <a:headEnd type="none" w="med" len="med"/>
                      <a:tailEnd type="none" w="med" len="med"/>
                    </a:lnR>
                    <a:lnT w="6350" cap="flat" cmpd="sng" algn="ctr">
                      <a:solidFill>
                        <a:srgbClr val="110081"/>
                      </a:solidFill>
                      <a:prstDash val="solid"/>
                      <a:round/>
                      <a:headEnd type="none" w="med" len="med"/>
                      <a:tailEnd type="none" w="med" len="med"/>
                    </a:lnT>
                    <a:lnB w="6350" cap="flat" cmpd="sng" algn="ctr">
                      <a:solidFill>
                        <a:srgbClr val="11008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25" normalizeH="0" baseline="0" noProof="0" dirty="0">
                          <a:ln>
                            <a:noFill/>
                          </a:ln>
                          <a:solidFill>
                            <a:schemeClr val="tx1"/>
                          </a:solidFill>
                          <a:effectLst/>
                          <a:uLnTx/>
                          <a:uFillTx/>
                          <a:latin typeface="+mn-lt"/>
                          <a:ea typeface="+mn-ea"/>
                          <a:cs typeface="Arial"/>
                        </a:rPr>
                        <a:t>100% not subject to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25" normalizeH="0" baseline="0" noProof="0" dirty="0">
                          <a:ln>
                            <a:noFill/>
                          </a:ln>
                          <a:solidFill>
                            <a:schemeClr val="tx1"/>
                          </a:solidFill>
                          <a:effectLst/>
                          <a:uLnTx/>
                          <a:uFillTx/>
                          <a:latin typeface="+mn-lt"/>
                          <a:ea typeface="+mn-ea"/>
                          <a:cs typeface="Arial"/>
                        </a:rPr>
                        <a:t>deductible</a:t>
                      </a:r>
                      <a:endParaRPr kumimoji="0" lang="en-US" sz="1100" b="0" i="0" u="none" strike="noStrike" kern="1200" cap="none" spc="0" normalizeH="0" baseline="0" noProof="0" dirty="0">
                        <a:ln>
                          <a:noFill/>
                        </a:ln>
                        <a:solidFill>
                          <a:schemeClr val="tx1"/>
                        </a:solidFill>
                        <a:effectLst/>
                        <a:uLnTx/>
                        <a:uFillTx/>
                        <a:latin typeface="Verdana"/>
                        <a:ea typeface="+mn-ea"/>
                        <a:cs typeface="Arial"/>
                      </a:endParaRPr>
                    </a:p>
                  </a:txBody>
                  <a:tcPr marL="45720" marR="45720"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6350" cap="flat" cmpd="sng" algn="ctr">
                      <a:solidFill>
                        <a:srgbClr val="110081"/>
                      </a:solidFill>
                      <a:prstDash val="solid"/>
                      <a:round/>
                      <a:headEnd type="none" w="med" len="med"/>
                      <a:tailEnd type="none" w="med" len="med"/>
                    </a:lnT>
                    <a:lnB w="6350" cap="flat" cmpd="sng" algn="ctr">
                      <a:solidFill>
                        <a:srgbClr val="110081"/>
                      </a:solidFill>
                      <a:prstDash val="solid"/>
                      <a:round/>
                      <a:headEnd type="none" w="med" len="med"/>
                      <a:tailEnd type="none" w="med" len="med"/>
                    </a:lnB>
                    <a:solidFill>
                      <a:srgbClr val="E7E5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25" normalizeH="0" baseline="0" noProof="0" dirty="0">
                          <a:ln>
                            <a:noFill/>
                          </a:ln>
                          <a:solidFill>
                            <a:schemeClr val="tx1"/>
                          </a:solidFill>
                          <a:effectLst/>
                          <a:uLnTx/>
                          <a:uFillTx/>
                          <a:latin typeface="+mn-lt"/>
                          <a:ea typeface="+mn-ea"/>
                          <a:cs typeface="Arial"/>
                        </a:rPr>
                        <a:t>100% not subject to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25" normalizeH="0" baseline="0" noProof="0" dirty="0">
                          <a:ln>
                            <a:noFill/>
                          </a:ln>
                          <a:solidFill>
                            <a:schemeClr val="tx1"/>
                          </a:solidFill>
                          <a:effectLst/>
                          <a:uLnTx/>
                          <a:uFillTx/>
                          <a:latin typeface="+mn-lt"/>
                          <a:ea typeface="+mn-ea"/>
                          <a:cs typeface="Arial"/>
                        </a:rPr>
                        <a:t>deductible</a:t>
                      </a:r>
                      <a:endParaRPr kumimoji="0" lang="en-US" sz="1100" b="0" i="0" u="none" strike="noStrike" kern="1200" cap="none" spc="0" normalizeH="0" baseline="0" noProof="0" dirty="0">
                        <a:ln>
                          <a:noFill/>
                        </a:ln>
                        <a:solidFill>
                          <a:schemeClr val="tx1"/>
                        </a:solidFill>
                        <a:effectLst/>
                        <a:uLnTx/>
                        <a:uFillTx/>
                        <a:latin typeface="+mn-lt"/>
                        <a:ea typeface="+mn-ea"/>
                        <a:cs typeface="Arial"/>
                      </a:endParaRPr>
                    </a:p>
                  </a:txBody>
                  <a:tcPr marL="45720" marR="45720"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6350" cap="flat" cmpd="sng" algn="ctr">
                      <a:solidFill>
                        <a:srgbClr val="110081"/>
                      </a:solidFill>
                      <a:prstDash val="solid"/>
                      <a:round/>
                      <a:headEnd type="none" w="med" len="med"/>
                      <a:tailEnd type="none" w="med" len="med"/>
                    </a:lnT>
                    <a:lnB w="6350" cap="flat" cmpd="sng" algn="ctr">
                      <a:solidFill>
                        <a:srgbClr val="110081"/>
                      </a:solidFill>
                      <a:prstDash val="solid"/>
                      <a:round/>
                      <a:headEnd type="none" w="med" len="med"/>
                      <a:tailEnd type="none" w="med" len="med"/>
                    </a:lnB>
                    <a:solidFill>
                      <a:srgbClr val="E7E5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25" normalizeH="0" baseline="0" noProof="0" dirty="0">
                          <a:ln>
                            <a:noFill/>
                          </a:ln>
                          <a:solidFill>
                            <a:schemeClr val="tx1"/>
                          </a:solidFill>
                          <a:effectLst/>
                          <a:uLnTx/>
                          <a:uFillTx/>
                          <a:latin typeface="+mn-lt"/>
                          <a:ea typeface="+mn-ea"/>
                          <a:cs typeface="Arial"/>
                        </a:rPr>
                        <a:t>70% </a:t>
                      </a:r>
                      <a:r>
                        <a:rPr kumimoji="0" lang="en-US" sz="1100" b="0" i="0" u="none" strike="noStrike" kern="1200" cap="none" spc="0" normalizeH="0" baseline="0" noProof="0" dirty="0">
                          <a:ln>
                            <a:noFill/>
                          </a:ln>
                          <a:solidFill>
                            <a:schemeClr val="tx1"/>
                          </a:solidFill>
                          <a:effectLst/>
                          <a:uLnTx/>
                          <a:uFillTx/>
                          <a:latin typeface="+mn-lt"/>
                          <a:ea typeface="+mn-ea"/>
                          <a:cs typeface="Arial"/>
                        </a:rPr>
                        <a:t>after</a:t>
                      </a:r>
                      <a:r>
                        <a:rPr kumimoji="0" lang="en-US" sz="1100" b="0" i="0" u="none" strike="noStrike" kern="1200" cap="none" spc="-10" normalizeH="0" baseline="0" noProof="0" dirty="0">
                          <a:ln>
                            <a:noFill/>
                          </a:ln>
                          <a:solidFill>
                            <a:schemeClr val="tx1"/>
                          </a:solidFill>
                          <a:effectLst/>
                          <a:uLnTx/>
                          <a:uFillTx/>
                          <a:latin typeface="+mn-lt"/>
                          <a:ea typeface="+mn-ea"/>
                          <a:cs typeface="Arial"/>
                        </a:rPr>
                        <a:t> </a:t>
                      </a:r>
                      <a:r>
                        <a:rPr kumimoji="0" lang="en-US" sz="1100" b="0" i="0" u="none" strike="noStrike" kern="1200" cap="none" spc="0" normalizeH="0" baseline="0" noProof="0" dirty="0">
                          <a:ln>
                            <a:noFill/>
                          </a:ln>
                          <a:solidFill>
                            <a:schemeClr val="tx1"/>
                          </a:solidFill>
                          <a:effectLst/>
                          <a:uLnTx/>
                          <a:uFillTx/>
                          <a:latin typeface="+mn-lt"/>
                          <a:ea typeface="+mn-ea"/>
                          <a:cs typeface="Arial"/>
                        </a:rPr>
                        <a:t>plan</a:t>
                      </a:r>
                      <a:r>
                        <a:rPr kumimoji="0" lang="en-US" sz="1100" b="0" i="0" u="none" strike="noStrike" kern="1200" cap="none" spc="-25" normalizeH="0" baseline="0" noProof="0" dirty="0">
                          <a:ln>
                            <a:noFill/>
                          </a:ln>
                          <a:solidFill>
                            <a:schemeClr val="tx1"/>
                          </a:solidFill>
                          <a:effectLst/>
                          <a:uLnTx/>
                          <a:uFillTx/>
                          <a:latin typeface="+mn-lt"/>
                          <a:ea typeface="+mn-ea"/>
                          <a:cs typeface="Arial"/>
                        </a:rPr>
                        <a:t> </a:t>
                      </a:r>
                      <a:r>
                        <a:rPr kumimoji="0" lang="en-US" sz="1100" b="0" i="0" u="none" strike="noStrike" kern="1200" cap="none" spc="-10" normalizeH="0" baseline="0" noProof="0" dirty="0">
                          <a:ln>
                            <a:noFill/>
                          </a:ln>
                          <a:solidFill>
                            <a:schemeClr val="tx1"/>
                          </a:solidFill>
                          <a:effectLst/>
                          <a:uLnTx/>
                          <a:uFillTx/>
                          <a:latin typeface="+mn-lt"/>
                          <a:ea typeface="+mn-ea"/>
                          <a:cs typeface="Arial"/>
                        </a:rPr>
                        <a:t>deductible</a:t>
                      </a:r>
                      <a:endParaRPr kumimoji="0" lang="en-US" sz="1100" b="0" i="0" u="none" strike="noStrike" kern="1200" cap="none" spc="0" normalizeH="0" baseline="0" noProof="0" dirty="0">
                        <a:ln>
                          <a:noFill/>
                        </a:ln>
                        <a:solidFill>
                          <a:schemeClr val="tx1"/>
                        </a:solidFill>
                        <a:effectLst/>
                        <a:uLnTx/>
                        <a:uFillTx/>
                        <a:latin typeface="+mn-lt"/>
                        <a:ea typeface="+mn-ea"/>
                        <a:cs typeface="Arial"/>
                      </a:endParaRPr>
                    </a:p>
                  </a:txBody>
                  <a:tcPr marL="45720" marR="45720" anchor="ctr">
                    <a:lnL w="76200" cap="flat" cmpd="sng" algn="ctr">
                      <a:solidFill>
                        <a:schemeClr val="bg1"/>
                      </a:solidFill>
                      <a:prstDash val="solid"/>
                      <a:round/>
                      <a:headEnd type="none" w="med" len="med"/>
                      <a:tailEnd type="none" w="med" len="med"/>
                    </a:lnL>
                    <a:lnT w="6350" cap="flat" cmpd="sng" algn="ctr">
                      <a:solidFill>
                        <a:srgbClr val="110081"/>
                      </a:solidFill>
                      <a:prstDash val="solid"/>
                      <a:round/>
                      <a:headEnd type="none" w="med" len="med"/>
                      <a:tailEnd type="none" w="med" len="med"/>
                    </a:lnT>
                    <a:lnB w="6350" cap="flat" cmpd="sng" algn="ctr">
                      <a:solidFill>
                        <a:srgbClr val="110081"/>
                      </a:solidFill>
                      <a:prstDash val="solid"/>
                      <a:round/>
                      <a:headEnd type="none" w="med" len="med"/>
                      <a:tailEnd type="none" w="med" len="med"/>
                    </a:lnB>
                    <a:solidFill>
                      <a:srgbClr val="E7E5F2"/>
                    </a:solidFill>
                  </a:tcPr>
                </a:tc>
                <a:extLst>
                  <a:ext uri="{0D108BD9-81ED-4DB2-BD59-A6C34878D82A}">
                    <a16:rowId xmlns:a16="http://schemas.microsoft.com/office/drawing/2014/main" val="696016915"/>
                  </a:ext>
                </a:extLst>
              </a:tr>
              <a:tr h="343917">
                <a:tc>
                  <a:txBody>
                    <a:bodyPr/>
                    <a:lstStyle/>
                    <a:p>
                      <a:pPr marL="0" marR="0" lvl="0" indent="0" algn="l" defTabSz="914400" rtl="0" eaLnBrk="1" fontAlgn="auto" latinLnBrk="0" hangingPunct="1">
                        <a:lnSpc>
                          <a:spcPct val="100000"/>
                        </a:lnSpc>
                        <a:spcBef>
                          <a:spcPts val="25"/>
                        </a:spcBef>
                        <a:spcAft>
                          <a:spcPts val="0"/>
                        </a:spcAft>
                        <a:buClrTx/>
                        <a:buSzTx/>
                        <a:buFontTx/>
                        <a:buNone/>
                        <a:tabLst/>
                        <a:defRPr/>
                      </a:pPr>
                      <a:r>
                        <a:rPr lang="en-US" sz="1100" b="1" dirty="0">
                          <a:latin typeface="+mn-lt"/>
                          <a:cs typeface="Arial"/>
                        </a:rPr>
                        <a:t>Adult</a:t>
                      </a:r>
                      <a:r>
                        <a:rPr lang="en-US" sz="1100" b="1" spc="-20" dirty="0">
                          <a:latin typeface="+mn-lt"/>
                          <a:cs typeface="Arial"/>
                        </a:rPr>
                        <a:t> </a:t>
                      </a:r>
                      <a:r>
                        <a:rPr lang="en-US" sz="1100" b="1" dirty="0">
                          <a:latin typeface="+mn-lt"/>
                          <a:cs typeface="Arial"/>
                        </a:rPr>
                        <a:t>preventive</a:t>
                      </a:r>
                      <a:r>
                        <a:rPr lang="en-US" sz="1100" b="1" spc="-20" dirty="0">
                          <a:latin typeface="+mn-lt"/>
                          <a:cs typeface="Arial"/>
                        </a:rPr>
                        <a:t> </a:t>
                      </a:r>
                      <a:r>
                        <a:rPr lang="en-US" sz="1100" b="1" dirty="0">
                          <a:latin typeface="+mn-lt"/>
                          <a:cs typeface="Arial"/>
                        </a:rPr>
                        <a:t>care</a:t>
                      </a:r>
                      <a:r>
                        <a:rPr lang="en-US" sz="1100" b="1" spc="-55" dirty="0">
                          <a:latin typeface="+mn-lt"/>
                          <a:cs typeface="Arial"/>
                        </a:rPr>
                        <a:t> </a:t>
                      </a:r>
                      <a:r>
                        <a:rPr lang="en-US" sz="1100" b="1" spc="-10" dirty="0">
                          <a:latin typeface="+mn-lt"/>
                          <a:cs typeface="Arial"/>
                        </a:rPr>
                        <a:t>services</a:t>
                      </a:r>
                      <a:endParaRPr lang="en-US" sz="1100" dirty="0">
                        <a:latin typeface="+mn-lt"/>
                        <a:cs typeface="Arial"/>
                      </a:endParaRPr>
                    </a:p>
                  </a:txBody>
                  <a:tcPr marL="182880" anchor="ctr">
                    <a:lnR w="76200" cap="flat" cmpd="sng" algn="ctr">
                      <a:solidFill>
                        <a:schemeClr val="bg1"/>
                      </a:solidFill>
                      <a:prstDash val="solid"/>
                      <a:round/>
                      <a:headEnd type="none" w="med" len="med"/>
                      <a:tailEnd type="none" w="med" len="med"/>
                    </a:lnR>
                    <a:lnT w="6350" cap="flat" cmpd="sng" algn="ctr">
                      <a:solidFill>
                        <a:srgbClr val="110081"/>
                      </a:solidFill>
                      <a:prstDash val="solid"/>
                      <a:round/>
                      <a:headEnd type="none" w="med" len="med"/>
                      <a:tailEnd type="none" w="med" len="med"/>
                    </a:lnT>
                    <a:lnB w="6350" cap="flat" cmpd="sng" algn="ctr">
                      <a:solidFill>
                        <a:srgbClr val="11008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25" normalizeH="0" baseline="0" noProof="0" dirty="0">
                          <a:ln>
                            <a:noFill/>
                          </a:ln>
                          <a:solidFill>
                            <a:schemeClr val="tx1"/>
                          </a:solidFill>
                          <a:effectLst/>
                          <a:uLnTx/>
                          <a:uFillTx/>
                          <a:latin typeface="+mn-lt"/>
                          <a:ea typeface="+mn-ea"/>
                          <a:cs typeface="Arial"/>
                        </a:rPr>
                        <a:t>100% not subject to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25" normalizeH="0" baseline="0" noProof="0" dirty="0">
                          <a:ln>
                            <a:noFill/>
                          </a:ln>
                          <a:solidFill>
                            <a:schemeClr val="tx1"/>
                          </a:solidFill>
                          <a:effectLst/>
                          <a:uLnTx/>
                          <a:uFillTx/>
                          <a:latin typeface="+mn-lt"/>
                          <a:ea typeface="+mn-ea"/>
                          <a:cs typeface="Arial"/>
                        </a:rPr>
                        <a:t>deductible</a:t>
                      </a:r>
                      <a:endParaRPr kumimoji="0" lang="en-US" sz="1100" b="0" i="0" u="none" strike="noStrike" kern="1200" cap="none" spc="0" normalizeH="0" baseline="0" noProof="0" dirty="0">
                        <a:ln>
                          <a:noFill/>
                        </a:ln>
                        <a:solidFill>
                          <a:schemeClr val="tx1"/>
                        </a:solidFill>
                        <a:effectLst/>
                        <a:uLnTx/>
                        <a:uFillTx/>
                        <a:latin typeface="Verdana"/>
                        <a:ea typeface="+mn-ea"/>
                        <a:cs typeface="Arial"/>
                      </a:endParaRPr>
                    </a:p>
                  </a:txBody>
                  <a:tcPr marL="45720" marR="45720"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6350" cap="flat" cmpd="sng" algn="ctr">
                      <a:solidFill>
                        <a:srgbClr val="110081"/>
                      </a:solidFill>
                      <a:prstDash val="solid"/>
                      <a:round/>
                      <a:headEnd type="none" w="med" len="med"/>
                      <a:tailEnd type="none" w="med" len="med"/>
                    </a:lnT>
                    <a:lnB w="6350" cap="flat" cmpd="sng" algn="ctr">
                      <a:solidFill>
                        <a:srgbClr val="110081"/>
                      </a:solidFill>
                      <a:prstDash val="solid"/>
                      <a:round/>
                      <a:headEnd type="none" w="med" len="med"/>
                      <a:tailEnd type="none" w="med" len="med"/>
                    </a:lnB>
                    <a:solidFill>
                      <a:srgbClr val="E7E5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25" normalizeH="0" baseline="0" noProof="0" dirty="0">
                          <a:ln>
                            <a:noFill/>
                          </a:ln>
                          <a:solidFill>
                            <a:schemeClr val="tx1"/>
                          </a:solidFill>
                          <a:effectLst/>
                          <a:uLnTx/>
                          <a:uFillTx/>
                          <a:latin typeface="+mn-lt"/>
                          <a:ea typeface="+mn-ea"/>
                          <a:cs typeface="Arial"/>
                        </a:rPr>
                        <a:t>100% not subject to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25" normalizeH="0" baseline="0" noProof="0" dirty="0">
                          <a:ln>
                            <a:noFill/>
                          </a:ln>
                          <a:solidFill>
                            <a:schemeClr val="tx1"/>
                          </a:solidFill>
                          <a:effectLst/>
                          <a:uLnTx/>
                          <a:uFillTx/>
                          <a:latin typeface="+mn-lt"/>
                          <a:ea typeface="+mn-ea"/>
                          <a:cs typeface="Arial"/>
                        </a:rPr>
                        <a:t>deductible</a:t>
                      </a:r>
                      <a:endParaRPr kumimoji="0" lang="en-US" sz="1100" b="0" i="0" u="none" strike="noStrike" kern="1200" cap="none" spc="0" normalizeH="0" baseline="0" noProof="0" dirty="0">
                        <a:ln>
                          <a:noFill/>
                        </a:ln>
                        <a:solidFill>
                          <a:schemeClr val="tx1"/>
                        </a:solidFill>
                        <a:effectLst/>
                        <a:uLnTx/>
                        <a:uFillTx/>
                        <a:latin typeface="+mn-lt"/>
                        <a:ea typeface="+mn-ea"/>
                        <a:cs typeface="Arial"/>
                      </a:endParaRPr>
                    </a:p>
                  </a:txBody>
                  <a:tcPr marL="45720" marR="45720"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6350" cap="flat" cmpd="sng" algn="ctr">
                      <a:solidFill>
                        <a:srgbClr val="110081"/>
                      </a:solidFill>
                      <a:prstDash val="solid"/>
                      <a:round/>
                      <a:headEnd type="none" w="med" len="med"/>
                      <a:tailEnd type="none" w="med" len="med"/>
                    </a:lnT>
                    <a:lnB w="6350" cap="flat" cmpd="sng" algn="ctr">
                      <a:solidFill>
                        <a:srgbClr val="110081"/>
                      </a:solidFill>
                      <a:prstDash val="solid"/>
                      <a:round/>
                      <a:headEnd type="none" w="med" len="med"/>
                      <a:tailEnd type="none" w="med" len="med"/>
                    </a:lnB>
                    <a:solidFill>
                      <a:srgbClr val="E7E5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25" normalizeH="0" baseline="0" noProof="0" dirty="0">
                          <a:ln>
                            <a:noFill/>
                          </a:ln>
                          <a:solidFill>
                            <a:schemeClr val="tx1"/>
                          </a:solidFill>
                          <a:effectLst/>
                          <a:uLnTx/>
                          <a:uFillTx/>
                          <a:latin typeface="+mn-lt"/>
                          <a:ea typeface="+mn-ea"/>
                          <a:cs typeface="Arial"/>
                        </a:rPr>
                        <a:t>70% </a:t>
                      </a:r>
                      <a:r>
                        <a:rPr kumimoji="0" lang="en-US" sz="1100" b="0" i="0" u="none" strike="noStrike" kern="1200" cap="none" spc="0" normalizeH="0" baseline="0" noProof="0" dirty="0">
                          <a:ln>
                            <a:noFill/>
                          </a:ln>
                          <a:solidFill>
                            <a:schemeClr val="tx1"/>
                          </a:solidFill>
                          <a:effectLst/>
                          <a:uLnTx/>
                          <a:uFillTx/>
                          <a:latin typeface="+mn-lt"/>
                          <a:ea typeface="+mn-ea"/>
                          <a:cs typeface="Arial"/>
                        </a:rPr>
                        <a:t>after</a:t>
                      </a:r>
                      <a:r>
                        <a:rPr kumimoji="0" lang="en-US" sz="1100" b="0" i="0" u="none" strike="noStrike" kern="1200" cap="none" spc="-10" normalizeH="0" baseline="0" noProof="0" dirty="0">
                          <a:ln>
                            <a:noFill/>
                          </a:ln>
                          <a:solidFill>
                            <a:schemeClr val="tx1"/>
                          </a:solidFill>
                          <a:effectLst/>
                          <a:uLnTx/>
                          <a:uFillTx/>
                          <a:latin typeface="+mn-lt"/>
                          <a:ea typeface="+mn-ea"/>
                          <a:cs typeface="Arial"/>
                        </a:rPr>
                        <a:t> </a:t>
                      </a:r>
                      <a:r>
                        <a:rPr kumimoji="0" lang="en-US" sz="1100" b="0" i="0" u="none" strike="noStrike" kern="1200" cap="none" spc="0" normalizeH="0" baseline="0" noProof="0" dirty="0">
                          <a:ln>
                            <a:noFill/>
                          </a:ln>
                          <a:solidFill>
                            <a:schemeClr val="tx1"/>
                          </a:solidFill>
                          <a:effectLst/>
                          <a:uLnTx/>
                          <a:uFillTx/>
                          <a:latin typeface="+mn-lt"/>
                          <a:ea typeface="+mn-ea"/>
                          <a:cs typeface="Arial"/>
                        </a:rPr>
                        <a:t>plan</a:t>
                      </a:r>
                      <a:r>
                        <a:rPr kumimoji="0" lang="en-US" sz="1100" b="0" i="0" u="none" strike="noStrike" kern="1200" cap="none" spc="-25" normalizeH="0" baseline="0" noProof="0" dirty="0">
                          <a:ln>
                            <a:noFill/>
                          </a:ln>
                          <a:solidFill>
                            <a:schemeClr val="tx1"/>
                          </a:solidFill>
                          <a:effectLst/>
                          <a:uLnTx/>
                          <a:uFillTx/>
                          <a:latin typeface="+mn-lt"/>
                          <a:ea typeface="+mn-ea"/>
                          <a:cs typeface="Arial"/>
                        </a:rPr>
                        <a:t> </a:t>
                      </a:r>
                      <a:r>
                        <a:rPr kumimoji="0" lang="en-US" sz="1100" b="0" i="0" u="none" strike="noStrike" kern="1200" cap="none" spc="-10" normalizeH="0" baseline="0" noProof="0" dirty="0">
                          <a:ln>
                            <a:noFill/>
                          </a:ln>
                          <a:solidFill>
                            <a:schemeClr val="tx1"/>
                          </a:solidFill>
                          <a:effectLst/>
                          <a:uLnTx/>
                          <a:uFillTx/>
                          <a:latin typeface="+mn-lt"/>
                          <a:ea typeface="+mn-ea"/>
                          <a:cs typeface="Arial"/>
                        </a:rPr>
                        <a:t>deductible</a:t>
                      </a:r>
                      <a:endParaRPr kumimoji="0" lang="en-US" sz="1100" b="0" i="0" u="none" strike="noStrike" kern="1200" cap="none" spc="0" normalizeH="0" baseline="0" noProof="0" dirty="0">
                        <a:ln>
                          <a:noFill/>
                        </a:ln>
                        <a:solidFill>
                          <a:schemeClr val="tx1"/>
                        </a:solidFill>
                        <a:effectLst/>
                        <a:uLnTx/>
                        <a:uFillTx/>
                        <a:latin typeface="+mn-lt"/>
                        <a:ea typeface="+mn-ea"/>
                        <a:cs typeface="Arial"/>
                      </a:endParaRPr>
                    </a:p>
                  </a:txBody>
                  <a:tcPr marL="45720" marR="45720" anchor="ctr">
                    <a:lnL w="76200" cap="flat" cmpd="sng" algn="ctr">
                      <a:solidFill>
                        <a:schemeClr val="bg1"/>
                      </a:solidFill>
                      <a:prstDash val="solid"/>
                      <a:round/>
                      <a:headEnd type="none" w="med" len="med"/>
                      <a:tailEnd type="none" w="med" len="med"/>
                    </a:lnL>
                    <a:lnT w="6350" cap="flat" cmpd="sng" algn="ctr">
                      <a:solidFill>
                        <a:srgbClr val="110081"/>
                      </a:solidFill>
                      <a:prstDash val="solid"/>
                      <a:round/>
                      <a:headEnd type="none" w="med" len="med"/>
                      <a:tailEnd type="none" w="med" len="med"/>
                    </a:lnT>
                    <a:lnB w="6350" cap="flat" cmpd="sng" algn="ctr">
                      <a:solidFill>
                        <a:srgbClr val="110081"/>
                      </a:solidFill>
                      <a:prstDash val="solid"/>
                      <a:round/>
                      <a:headEnd type="none" w="med" len="med"/>
                      <a:tailEnd type="none" w="med" len="med"/>
                    </a:lnB>
                    <a:solidFill>
                      <a:srgbClr val="E7E5F2"/>
                    </a:solidFill>
                  </a:tcPr>
                </a:tc>
                <a:extLst>
                  <a:ext uri="{0D108BD9-81ED-4DB2-BD59-A6C34878D82A}">
                    <a16:rowId xmlns:a16="http://schemas.microsoft.com/office/drawing/2014/main" val="3189331929"/>
                  </a:ext>
                </a:extLst>
              </a:tr>
              <a:tr h="343917">
                <a:tc>
                  <a:txBody>
                    <a:bodyPr/>
                    <a:lstStyle/>
                    <a:p>
                      <a:pPr marL="0" marR="0" lvl="0" indent="0" algn="l" defTabSz="914400" rtl="0" eaLnBrk="1" fontAlgn="auto" latinLnBrk="0" hangingPunct="1">
                        <a:lnSpc>
                          <a:spcPct val="100000"/>
                        </a:lnSpc>
                        <a:spcBef>
                          <a:spcPts val="45"/>
                        </a:spcBef>
                        <a:spcAft>
                          <a:spcPts val="0"/>
                        </a:spcAft>
                        <a:buClrTx/>
                        <a:buSzTx/>
                        <a:buFontTx/>
                        <a:buNone/>
                        <a:tabLst/>
                        <a:defRPr/>
                      </a:pPr>
                      <a:r>
                        <a:rPr lang="en-US" sz="1100" b="1" dirty="0">
                          <a:latin typeface="+mn-lt"/>
                          <a:cs typeface="Arial"/>
                        </a:rPr>
                        <a:t>ER,</a:t>
                      </a:r>
                      <a:r>
                        <a:rPr lang="en-US" sz="1100" b="1" spc="-50" dirty="0">
                          <a:latin typeface="+mn-lt"/>
                          <a:cs typeface="Arial"/>
                        </a:rPr>
                        <a:t> </a:t>
                      </a:r>
                      <a:r>
                        <a:rPr lang="en-US" sz="1100" b="1" dirty="0">
                          <a:latin typeface="+mn-lt"/>
                          <a:cs typeface="Arial"/>
                        </a:rPr>
                        <a:t>inpatient,</a:t>
                      </a:r>
                      <a:r>
                        <a:rPr lang="en-US" sz="1100" b="1" spc="5" dirty="0">
                          <a:latin typeface="+mn-lt"/>
                          <a:cs typeface="Arial"/>
                        </a:rPr>
                        <a:t> </a:t>
                      </a:r>
                      <a:r>
                        <a:rPr lang="en-US" sz="1100" b="1" dirty="0">
                          <a:latin typeface="+mn-lt"/>
                          <a:cs typeface="Arial"/>
                        </a:rPr>
                        <a:t>outpatient</a:t>
                      </a:r>
                      <a:r>
                        <a:rPr lang="en-US" sz="1100" b="1" spc="10" dirty="0">
                          <a:latin typeface="+mn-lt"/>
                          <a:cs typeface="Arial"/>
                        </a:rPr>
                        <a:t> </a:t>
                      </a:r>
                      <a:r>
                        <a:rPr lang="en-US" sz="1100" b="1" spc="-10" dirty="0">
                          <a:latin typeface="+mn-lt"/>
                          <a:cs typeface="Arial"/>
                        </a:rPr>
                        <a:t>x-</a:t>
                      </a:r>
                      <a:r>
                        <a:rPr lang="en-US" sz="1100" b="1" spc="-20" dirty="0">
                          <a:latin typeface="+mn-lt"/>
                          <a:cs typeface="Arial"/>
                        </a:rPr>
                        <a:t>rays</a:t>
                      </a:r>
                      <a:endParaRPr lang="en-US" sz="1100" dirty="0">
                        <a:latin typeface="+mn-lt"/>
                        <a:cs typeface="Arial"/>
                      </a:endParaRPr>
                    </a:p>
                  </a:txBody>
                  <a:tcPr marL="182880" anchor="ctr">
                    <a:lnR w="76200" cap="flat" cmpd="sng" algn="ctr">
                      <a:solidFill>
                        <a:schemeClr val="bg1"/>
                      </a:solidFill>
                      <a:prstDash val="solid"/>
                      <a:round/>
                      <a:headEnd type="none" w="med" len="med"/>
                      <a:tailEnd type="none" w="med" len="med"/>
                    </a:lnR>
                    <a:lnT w="6350" cap="flat" cmpd="sng" algn="ctr">
                      <a:solidFill>
                        <a:srgbClr val="110081"/>
                      </a:solidFill>
                      <a:prstDash val="solid"/>
                      <a:round/>
                      <a:headEnd type="none" w="med" len="med"/>
                      <a:tailEnd type="none" w="med" len="med"/>
                    </a:lnT>
                    <a:lnB w="28575" cap="flat" cmpd="sng" algn="ctr">
                      <a:solidFill>
                        <a:srgbClr val="11008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25" normalizeH="0" baseline="0" noProof="0" dirty="0">
                          <a:ln>
                            <a:noFill/>
                          </a:ln>
                          <a:solidFill>
                            <a:schemeClr val="tx1"/>
                          </a:solidFill>
                          <a:effectLst/>
                          <a:uLnTx/>
                          <a:uFillTx/>
                          <a:latin typeface="Verdana"/>
                          <a:ea typeface="+mn-ea"/>
                          <a:cs typeface="Arial"/>
                        </a:rPr>
                        <a:t>90% </a:t>
                      </a:r>
                      <a:r>
                        <a:rPr kumimoji="0" lang="en-US" sz="1100" b="0" i="0" u="none" strike="noStrike" kern="1200" cap="none" spc="0" normalizeH="0" baseline="0" noProof="0" dirty="0">
                          <a:ln>
                            <a:noFill/>
                          </a:ln>
                          <a:solidFill>
                            <a:schemeClr val="tx1"/>
                          </a:solidFill>
                          <a:effectLst/>
                          <a:uLnTx/>
                          <a:uFillTx/>
                          <a:latin typeface="+mn-lt"/>
                          <a:ea typeface="+mn-ea"/>
                          <a:cs typeface="Arial"/>
                        </a:rPr>
                        <a:t>after</a:t>
                      </a:r>
                      <a:r>
                        <a:rPr kumimoji="0" lang="en-US" sz="1100" b="0" i="0" u="none" strike="noStrike" kern="1200" cap="none" spc="-10" normalizeH="0" baseline="0" noProof="0" dirty="0">
                          <a:ln>
                            <a:noFill/>
                          </a:ln>
                          <a:solidFill>
                            <a:schemeClr val="tx1"/>
                          </a:solidFill>
                          <a:effectLst/>
                          <a:uLnTx/>
                          <a:uFillTx/>
                          <a:latin typeface="+mn-lt"/>
                          <a:ea typeface="+mn-ea"/>
                          <a:cs typeface="Arial"/>
                        </a:rPr>
                        <a:t> </a:t>
                      </a:r>
                      <a:r>
                        <a:rPr kumimoji="0" lang="en-US" sz="1100" b="0" i="0" u="none" strike="noStrike" kern="1200" cap="none" spc="0" normalizeH="0" baseline="0" noProof="0" dirty="0">
                          <a:ln>
                            <a:noFill/>
                          </a:ln>
                          <a:solidFill>
                            <a:schemeClr val="tx1"/>
                          </a:solidFill>
                          <a:effectLst/>
                          <a:uLnTx/>
                          <a:uFillTx/>
                          <a:latin typeface="+mn-lt"/>
                          <a:ea typeface="+mn-ea"/>
                          <a:cs typeface="Arial"/>
                        </a:rPr>
                        <a:t>plan</a:t>
                      </a:r>
                      <a:r>
                        <a:rPr kumimoji="0" lang="en-US" sz="1100" b="0" i="0" u="none" strike="noStrike" kern="1200" cap="none" spc="-25" normalizeH="0" baseline="0" noProof="0" dirty="0">
                          <a:ln>
                            <a:noFill/>
                          </a:ln>
                          <a:solidFill>
                            <a:schemeClr val="tx1"/>
                          </a:solidFill>
                          <a:effectLst/>
                          <a:uLnTx/>
                          <a:uFillTx/>
                          <a:latin typeface="+mn-lt"/>
                          <a:ea typeface="+mn-ea"/>
                          <a:cs typeface="Arial"/>
                        </a:rPr>
                        <a:t> </a:t>
                      </a:r>
                      <a:r>
                        <a:rPr kumimoji="0" lang="en-US" sz="1100" b="0" i="0" u="none" strike="noStrike" kern="1200" cap="none" spc="-10" normalizeH="0" baseline="0" noProof="0" dirty="0">
                          <a:ln>
                            <a:noFill/>
                          </a:ln>
                          <a:solidFill>
                            <a:schemeClr val="tx1"/>
                          </a:solidFill>
                          <a:effectLst/>
                          <a:uLnTx/>
                          <a:uFillTx/>
                          <a:latin typeface="+mn-lt"/>
                          <a:ea typeface="+mn-ea"/>
                          <a:cs typeface="Arial"/>
                        </a:rPr>
                        <a:t>deductible</a:t>
                      </a:r>
                      <a:endParaRPr kumimoji="0" lang="en-US" sz="1100" b="0" i="0" u="none" strike="noStrike" kern="1200" cap="none" spc="0" normalizeH="0" baseline="0" noProof="0" dirty="0">
                        <a:ln>
                          <a:noFill/>
                        </a:ln>
                        <a:solidFill>
                          <a:schemeClr val="tx1"/>
                        </a:solidFill>
                        <a:effectLst/>
                        <a:uLnTx/>
                        <a:uFillTx/>
                        <a:latin typeface="Verdana"/>
                        <a:ea typeface="+mn-ea"/>
                        <a:cs typeface="Arial"/>
                      </a:endParaRPr>
                    </a:p>
                  </a:txBody>
                  <a:tcPr marL="45720" marR="45720"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6350" cap="flat" cmpd="sng" algn="ctr">
                      <a:solidFill>
                        <a:srgbClr val="110081"/>
                      </a:solidFill>
                      <a:prstDash val="solid"/>
                      <a:round/>
                      <a:headEnd type="none" w="med" len="med"/>
                      <a:tailEnd type="none" w="med" len="med"/>
                    </a:lnT>
                    <a:lnB w="28575" cap="flat" cmpd="sng" algn="ctr">
                      <a:solidFill>
                        <a:srgbClr val="110081"/>
                      </a:solidFill>
                      <a:prstDash val="solid"/>
                      <a:round/>
                      <a:headEnd type="none" w="med" len="med"/>
                      <a:tailEnd type="none" w="med" len="med"/>
                    </a:lnB>
                    <a:solidFill>
                      <a:srgbClr val="E7E5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25" normalizeH="0" baseline="0" noProof="0" dirty="0">
                          <a:ln>
                            <a:noFill/>
                          </a:ln>
                          <a:solidFill>
                            <a:schemeClr val="tx1"/>
                          </a:solidFill>
                          <a:effectLst/>
                          <a:uLnTx/>
                          <a:uFillTx/>
                          <a:latin typeface="+mn-lt"/>
                          <a:ea typeface="+mn-ea"/>
                          <a:cs typeface="Arial"/>
                        </a:rPr>
                        <a:t>90% </a:t>
                      </a:r>
                      <a:r>
                        <a:rPr kumimoji="0" lang="en-US" sz="1100" b="0" i="0" u="none" strike="noStrike" kern="1200" cap="none" spc="0" normalizeH="0" baseline="0" noProof="0" dirty="0">
                          <a:ln>
                            <a:noFill/>
                          </a:ln>
                          <a:solidFill>
                            <a:schemeClr val="tx1"/>
                          </a:solidFill>
                          <a:effectLst/>
                          <a:uLnTx/>
                          <a:uFillTx/>
                          <a:latin typeface="+mn-lt"/>
                          <a:ea typeface="+mn-ea"/>
                          <a:cs typeface="Arial"/>
                        </a:rPr>
                        <a:t>after</a:t>
                      </a:r>
                      <a:r>
                        <a:rPr kumimoji="0" lang="en-US" sz="1100" b="0" i="0" u="none" strike="noStrike" kern="1200" cap="none" spc="-10" normalizeH="0" baseline="0" noProof="0" dirty="0">
                          <a:ln>
                            <a:noFill/>
                          </a:ln>
                          <a:solidFill>
                            <a:schemeClr val="tx1"/>
                          </a:solidFill>
                          <a:effectLst/>
                          <a:uLnTx/>
                          <a:uFillTx/>
                          <a:latin typeface="+mn-lt"/>
                          <a:ea typeface="+mn-ea"/>
                          <a:cs typeface="Arial"/>
                        </a:rPr>
                        <a:t> </a:t>
                      </a:r>
                      <a:r>
                        <a:rPr kumimoji="0" lang="en-US" sz="1100" b="0" i="0" u="none" strike="noStrike" kern="1200" cap="none" spc="0" normalizeH="0" baseline="0" noProof="0" dirty="0">
                          <a:ln>
                            <a:noFill/>
                          </a:ln>
                          <a:solidFill>
                            <a:schemeClr val="tx1"/>
                          </a:solidFill>
                          <a:effectLst/>
                          <a:uLnTx/>
                          <a:uFillTx/>
                          <a:latin typeface="+mn-lt"/>
                          <a:ea typeface="+mn-ea"/>
                          <a:cs typeface="Arial"/>
                        </a:rPr>
                        <a:t>plan</a:t>
                      </a:r>
                      <a:r>
                        <a:rPr kumimoji="0" lang="en-US" sz="1100" b="0" i="0" u="none" strike="noStrike" kern="1200" cap="none" spc="-25" normalizeH="0" baseline="0" noProof="0" dirty="0">
                          <a:ln>
                            <a:noFill/>
                          </a:ln>
                          <a:solidFill>
                            <a:schemeClr val="tx1"/>
                          </a:solidFill>
                          <a:effectLst/>
                          <a:uLnTx/>
                          <a:uFillTx/>
                          <a:latin typeface="+mn-lt"/>
                          <a:ea typeface="+mn-ea"/>
                          <a:cs typeface="Arial"/>
                        </a:rPr>
                        <a:t> </a:t>
                      </a:r>
                      <a:r>
                        <a:rPr kumimoji="0" lang="en-US" sz="1100" b="0" i="0" u="none" strike="noStrike" kern="1200" cap="none" spc="-10" normalizeH="0" baseline="0" noProof="0" dirty="0">
                          <a:ln>
                            <a:noFill/>
                          </a:ln>
                          <a:solidFill>
                            <a:schemeClr val="tx1"/>
                          </a:solidFill>
                          <a:effectLst/>
                          <a:uLnTx/>
                          <a:uFillTx/>
                          <a:latin typeface="+mn-lt"/>
                          <a:ea typeface="+mn-ea"/>
                          <a:cs typeface="Arial"/>
                        </a:rPr>
                        <a:t>deductible</a:t>
                      </a:r>
                      <a:endParaRPr kumimoji="0" lang="en-US" sz="1100" b="0" i="0" u="none" strike="noStrike" kern="1200" cap="none" spc="0" normalizeH="0" baseline="0" noProof="0" dirty="0">
                        <a:ln>
                          <a:noFill/>
                        </a:ln>
                        <a:solidFill>
                          <a:schemeClr val="tx1"/>
                        </a:solidFill>
                        <a:effectLst/>
                        <a:uLnTx/>
                        <a:uFillTx/>
                        <a:latin typeface="+mn-lt"/>
                        <a:ea typeface="+mn-ea"/>
                        <a:cs typeface="Arial"/>
                      </a:endParaRPr>
                    </a:p>
                  </a:txBody>
                  <a:tcPr marL="45720" marR="45720"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6350" cap="flat" cmpd="sng" algn="ctr">
                      <a:solidFill>
                        <a:srgbClr val="110081"/>
                      </a:solidFill>
                      <a:prstDash val="solid"/>
                      <a:round/>
                      <a:headEnd type="none" w="med" len="med"/>
                      <a:tailEnd type="none" w="med" len="med"/>
                    </a:lnT>
                    <a:lnB w="28575" cap="flat" cmpd="sng" algn="ctr">
                      <a:solidFill>
                        <a:srgbClr val="110081"/>
                      </a:solidFill>
                      <a:prstDash val="solid"/>
                      <a:round/>
                      <a:headEnd type="none" w="med" len="med"/>
                      <a:tailEnd type="none" w="med" len="med"/>
                    </a:lnB>
                    <a:solidFill>
                      <a:srgbClr val="E7E5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25" normalizeH="0" baseline="0" noProof="0" dirty="0">
                          <a:ln>
                            <a:noFill/>
                          </a:ln>
                          <a:solidFill>
                            <a:schemeClr val="tx1"/>
                          </a:solidFill>
                          <a:effectLst/>
                          <a:uLnTx/>
                          <a:uFillTx/>
                          <a:latin typeface="+mn-lt"/>
                          <a:ea typeface="+mn-ea"/>
                          <a:cs typeface="Arial"/>
                        </a:rPr>
                        <a:t>90% </a:t>
                      </a:r>
                      <a:r>
                        <a:rPr kumimoji="0" lang="en-US" sz="1100" b="0" i="0" u="none" strike="noStrike" kern="1200" cap="none" spc="0" normalizeH="0" baseline="0" noProof="0" dirty="0">
                          <a:ln>
                            <a:noFill/>
                          </a:ln>
                          <a:solidFill>
                            <a:schemeClr val="tx1"/>
                          </a:solidFill>
                          <a:effectLst/>
                          <a:uLnTx/>
                          <a:uFillTx/>
                          <a:latin typeface="+mn-lt"/>
                          <a:ea typeface="+mn-ea"/>
                          <a:cs typeface="Arial"/>
                        </a:rPr>
                        <a:t>after</a:t>
                      </a:r>
                      <a:r>
                        <a:rPr kumimoji="0" lang="en-US" sz="1100" b="0" i="0" u="none" strike="noStrike" kern="1200" cap="none" spc="-10" normalizeH="0" baseline="0" noProof="0" dirty="0">
                          <a:ln>
                            <a:noFill/>
                          </a:ln>
                          <a:solidFill>
                            <a:schemeClr val="tx1"/>
                          </a:solidFill>
                          <a:effectLst/>
                          <a:uLnTx/>
                          <a:uFillTx/>
                          <a:latin typeface="+mn-lt"/>
                          <a:ea typeface="+mn-ea"/>
                          <a:cs typeface="Arial"/>
                        </a:rPr>
                        <a:t> </a:t>
                      </a:r>
                      <a:r>
                        <a:rPr kumimoji="0" lang="en-US" sz="1100" b="0" i="0" u="none" strike="noStrike" kern="1200" cap="none" spc="0" normalizeH="0" baseline="0" noProof="0" dirty="0">
                          <a:ln>
                            <a:noFill/>
                          </a:ln>
                          <a:solidFill>
                            <a:schemeClr val="tx1"/>
                          </a:solidFill>
                          <a:effectLst/>
                          <a:uLnTx/>
                          <a:uFillTx/>
                          <a:latin typeface="+mn-lt"/>
                          <a:ea typeface="+mn-ea"/>
                          <a:cs typeface="Arial"/>
                        </a:rPr>
                        <a:t>plan</a:t>
                      </a:r>
                      <a:r>
                        <a:rPr kumimoji="0" lang="en-US" sz="1100" b="0" i="0" u="none" strike="noStrike" kern="1200" cap="none" spc="-25" normalizeH="0" baseline="0" noProof="0" dirty="0">
                          <a:ln>
                            <a:noFill/>
                          </a:ln>
                          <a:solidFill>
                            <a:schemeClr val="tx1"/>
                          </a:solidFill>
                          <a:effectLst/>
                          <a:uLnTx/>
                          <a:uFillTx/>
                          <a:latin typeface="+mn-lt"/>
                          <a:ea typeface="+mn-ea"/>
                          <a:cs typeface="Arial"/>
                        </a:rPr>
                        <a:t> </a:t>
                      </a:r>
                      <a:r>
                        <a:rPr kumimoji="0" lang="en-US" sz="1100" b="0" i="0" u="none" strike="noStrike" kern="1200" cap="none" spc="-10" normalizeH="0" baseline="0" noProof="0" dirty="0">
                          <a:ln>
                            <a:noFill/>
                          </a:ln>
                          <a:solidFill>
                            <a:schemeClr val="tx1"/>
                          </a:solidFill>
                          <a:effectLst/>
                          <a:uLnTx/>
                          <a:uFillTx/>
                          <a:latin typeface="+mn-lt"/>
                          <a:ea typeface="+mn-ea"/>
                          <a:cs typeface="Arial"/>
                        </a:rPr>
                        <a:t>deductible</a:t>
                      </a:r>
                      <a:endParaRPr kumimoji="0" lang="en-US" sz="1100" b="0" i="0" u="none" strike="noStrike" kern="1200" cap="none" spc="0" normalizeH="0" baseline="0" noProof="0" dirty="0">
                        <a:ln>
                          <a:noFill/>
                        </a:ln>
                        <a:solidFill>
                          <a:schemeClr val="tx1"/>
                        </a:solidFill>
                        <a:effectLst/>
                        <a:uLnTx/>
                        <a:uFillTx/>
                        <a:latin typeface="+mn-lt"/>
                        <a:ea typeface="+mn-ea"/>
                        <a:cs typeface="Arial"/>
                      </a:endParaRPr>
                    </a:p>
                  </a:txBody>
                  <a:tcPr marL="45720" marR="45720" anchor="ctr">
                    <a:lnL w="76200" cap="flat" cmpd="sng" algn="ctr">
                      <a:solidFill>
                        <a:schemeClr val="bg1"/>
                      </a:solidFill>
                      <a:prstDash val="solid"/>
                      <a:round/>
                      <a:headEnd type="none" w="med" len="med"/>
                      <a:tailEnd type="none" w="med" len="med"/>
                    </a:lnL>
                    <a:lnT w="6350" cap="flat" cmpd="sng" algn="ctr">
                      <a:solidFill>
                        <a:srgbClr val="110081"/>
                      </a:solidFill>
                      <a:prstDash val="solid"/>
                      <a:round/>
                      <a:headEnd type="none" w="med" len="med"/>
                      <a:tailEnd type="none" w="med" len="med"/>
                    </a:lnT>
                    <a:lnB w="28575" cap="flat" cmpd="sng" algn="ctr">
                      <a:solidFill>
                        <a:srgbClr val="110081"/>
                      </a:solidFill>
                      <a:prstDash val="solid"/>
                      <a:round/>
                      <a:headEnd type="none" w="med" len="med"/>
                      <a:tailEnd type="none" w="med" len="med"/>
                    </a:lnB>
                    <a:solidFill>
                      <a:srgbClr val="E7E5F2"/>
                    </a:solidFill>
                  </a:tcPr>
                </a:tc>
                <a:extLst>
                  <a:ext uri="{0D108BD9-81ED-4DB2-BD59-A6C34878D82A}">
                    <a16:rowId xmlns:a16="http://schemas.microsoft.com/office/drawing/2014/main" val="3407891807"/>
                  </a:ext>
                </a:extLst>
              </a:tr>
            </a:tbl>
          </a:graphicData>
        </a:graphic>
      </p:graphicFrame>
    </p:spTree>
    <p:extLst>
      <p:ext uri="{BB962C8B-B14F-4D97-AF65-F5344CB8AC3E}">
        <p14:creationId xmlns:p14="http://schemas.microsoft.com/office/powerpoint/2010/main" val="42195216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0AA7B-A0A0-1650-25D2-416DD34315F7}"/>
              </a:ext>
            </a:extLst>
          </p:cNvPr>
          <p:cNvSpPr>
            <a:spLocks noGrp="1"/>
          </p:cNvSpPr>
          <p:nvPr>
            <p:ph type="title"/>
          </p:nvPr>
        </p:nvSpPr>
        <p:spPr>
          <a:xfrm>
            <a:off x="360000" y="360000"/>
            <a:ext cx="11473200" cy="512474"/>
          </a:xfrm>
        </p:spPr>
        <p:txBody>
          <a:bodyPr/>
          <a:lstStyle/>
          <a:p>
            <a:r>
              <a:rPr lang="en-US" dirty="0"/>
              <a:t>Dental</a:t>
            </a:r>
          </a:p>
        </p:txBody>
      </p:sp>
      <p:sp>
        <p:nvSpPr>
          <p:cNvPr id="4" name="Slide Number Placeholder 3">
            <a:extLst>
              <a:ext uri="{FF2B5EF4-FFF2-40B4-BE49-F238E27FC236}">
                <a16:creationId xmlns:a16="http://schemas.microsoft.com/office/drawing/2014/main" id="{9159CF1C-8DD9-BAA7-F494-F0A9D3DB9ABA}"/>
              </a:ext>
            </a:extLst>
          </p:cNvPr>
          <p:cNvSpPr>
            <a:spLocks noGrp="1"/>
          </p:cNvSpPr>
          <p:nvPr>
            <p:ph type="sldNum" sz="quarter" idx="11"/>
          </p:nvPr>
        </p:nvSpPr>
        <p:spPr/>
        <p:txBody>
          <a:bodyPr/>
          <a:lstStyle/>
          <a:p>
            <a:fld id="{23AA811B-2EBD-4900-905E-5BE206449611}" type="slidenum">
              <a:rPr lang="en-US" smtClean="0"/>
              <a:pPr/>
              <a:t>9</a:t>
            </a:fld>
            <a:endParaRPr lang="en-US" dirty="0"/>
          </a:p>
        </p:txBody>
      </p:sp>
      <p:graphicFrame>
        <p:nvGraphicFramePr>
          <p:cNvPr id="3" name="object 3">
            <a:extLst>
              <a:ext uri="{FF2B5EF4-FFF2-40B4-BE49-F238E27FC236}">
                <a16:creationId xmlns:a16="http://schemas.microsoft.com/office/drawing/2014/main" id="{C6AF3CE6-A94C-DA34-0BDB-F36BAAD6EDBC}"/>
              </a:ext>
            </a:extLst>
          </p:cNvPr>
          <p:cNvGraphicFramePr>
            <a:graphicFrameLocks noGrp="1"/>
          </p:cNvGraphicFramePr>
          <p:nvPr>
            <p:extLst>
              <p:ext uri="{D42A27DB-BD31-4B8C-83A1-F6EECF244321}">
                <p14:modId xmlns:p14="http://schemas.microsoft.com/office/powerpoint/2010/main" val="2105578595"/>
              </p:ext>
            </p:extLst>
          </p:nvPr>
        </p:nvGraphicFramePr>
        <p:xfrm>
          <a:off x="1111170" y="951097"/>
          <a:ext cx="9272010" cy="4126992"/>
        </p:xfrm>
        <a:graphic>
          <a:graphicData uri="http://schemas.openxmlformats.org/drawingml/2006/table">
            <a:tbl>
              <a:tblPr firstRow="1" bandRow="1">
                <a:tableStyleId>{2D5ABB26-0587-4C30-8999-92F81FD0307C}</a:tableStyleId>
              </a:tblPr>
              <a:tblGrid>
                <a:gridCol w="4654363">
                  <a:extLst>
                    <a:ext uri="{9D8B030D-6E8A-4147-A177-3AD203B41FA5}">
                      <a16:colId xmlns:a16="http://schemas.microsoft.com/office/drawing/2014/main" val="20000"/>
                    </a:ext>
                  </a:extLst>
                </a:gridCol>
                <a:gridCol w="4579547">
                  <a:extLst>
                    <a:ext uri="{9D8B030D-6E8A-4147-A177-3AD203B41FA5}">
                      <a16:colId xmlns:a16="http://schemas.microsoft.com/office/drawing/2014/main" val="20001"/>
                    </a:ext>
                  </a:extLst>
                </a:gridCol>
                <a:gridCol w="38100">
                  <a:extLst>
                    <a:ext uri="{9D8B030D-6E8A-4147-A177-3AD203B41FA5}">
                      <a16:colId xmlns:a16="http://schemas.microsoft.com/office/drawing/2014/main" val="20002"/>
                    </a:ext>
                  </a:extLst>
                </a:gridCol>
              </a:tblGrid>
              <a:tr h="438912">
                <a:tc>
                  <a:txBody>
                    <a:bodyPr/>
                    <a:lstStyle/>
                    <a:p>
                      <a:pPr marL="635" algn="ctr">
                        <a:lnSpc>
                          <a:spcPct val="100000"/>
                        </a:lnSpc>
                        <a:spcBef>
                          <a:spcPts val="1315"/>
                        </a:spcBef>
                      </a:pPr>
                      <a:r>
                        <a:rPr sz="1600" b="1" dirty="0">
                          <a:solidFill>
                            <a:srgbClr val="FFFFFF"/>
                          </a:solidFill>
                          <a:latin typeface="+mn-lt"/>
                          <a:cs typeface="Arial Black"/>
                        </a:rPr>
                        <a:t>Plan</a:t>
                      </a:r>
                      <a:r>
                        <a:rPr sz="1600" b="1" spc="-50" dirty="0">
                          <a:solidFill>
                            <a:srgbClr val="FFFFFF"/>
                          </a:solidFill>
                          <a:latin typeface="+mn-lt"/>
                          <a:cs typeface="Arial Black"/>
                        </a:rPr>
                        <a:t> </a:t>
                      </a:r>
                      <a:r>
                        <a:rPr sz="1600" b="1" spc="-10" dirty="0">
                          <a:solidFill>
                            <a:srgbClr val="FFFFFF"/>
                          </a:solidFill>
                          <a:latin typeface="+mn-lt"/>
                          <a:cs typeface="Arial Black"/>
                        </a:rPr>
                        <a:t>Feature</a:t>
                      </a:r>
                      <a:endParaRPr sz="1600" b="1" dirty="0">
                        <a:latin typeface="+mn-lt"/>
                        <a:cs typeface="Arial Black"/>
                      </a:endParaRPr>
                    </a:p>
                  </a:txBody>
                  <a:tcPr marL="0" marR="0" marT="0" marB="0" anchor="ctr">
                    <a:lnR w="76200">
                      <a:solidFill>
                        <a:srgbClr val="FFFFFF"/>
                      </a:solidFill>
                      <a:prstDash val="solid"/>
                    </a:lnR>
                    <a:solidFill>
                      <a:srgbClr val="0033FF"/>
                    </a:solidFill>
                  </a:tcPr>
                </a:tc>
                <a:tc>
                  <a:txBody>
                    <a:bodyPr/>
                    <a:lstStyle/>
                    <a:p>
                      <a:pPr algn="ctr">
                        <a:lnSpc>
                          <a:spcPct val="100000"/>
                        </a:lnSpc>
                        <a:spcBef>
                          <a:spcPts val="1315"/>
                        </a:spcBef>
                      </a:pPr>
                      <a:r>
                        <a:rPr sz="1600" b="1" spc="-10" dirty="0">
                          <a:solidFill>
                            <a:srgbClr val="FFFFFF"/>
                          </a:solidFill>
                          <a:latin typeface="+mn-lt"/>
                          <a:cs typeface="Arial Black"/>
                        </a:rPr>
                        <a:t>Benefit</a:t>
                      </a:r>
                      <a:endParaRPr sz="1400" b="1" dirty="0">
                        <a:latin typeface="+mn-lt"/>
                        <a:cs typeface="Arial Black"/>
                      </a:endParaRPr>
                    </a:p>
                  </a:txBody>
                  <a:tcPr marL="0" marR="0" marT="0" marB="0" anchor="ctr">
                    <a:lnL w="76200">
                      <a:solidFill>
                        <a:srgbClr val="FFFFFF"/>
                      </a:solidFill>
                      <a:prstDash val="solid"/>
                    </a:lnL>
                    <a:lnR w="76200">
                      <a:solidFill>
                        <a:srgbClr val="FFFFFF"/>
                      </a:solidFill>
                      <a:prstDash val="solid"/>
                    </a:lnR>
                    <a:solidFill>
                      <a:srgbClr val="110081"/>
                    </a:solidFill>
                  </a:tcPr>
                </a:tc>
                <a:tc rowSpan="6">
                  <a:txBody>
                    <a:bodyPr/>
                    <a:lstStyle/>
                    <a:p>
                      <a:pPr algn="ctr">
                        <a:lnSpc>
                          <a:spcPct val="100000"/>
                        </a:lnSpc>
                      </a:pPr>
                      <a:endParaRPr sz="1200" dirty="0">
                        <a:latin typeface="Times New Roman"/>
                        <a:cs typeface="Times New Roman"/>
                      </a:endParaRPr>
                    </a:p>
                  </a:txBody>
                  <a:tcPr marL="0" marR="0" marT="0" marB="0" anchor="ctr">
                    <a:lnL w="76200">
                      <a:solidFill>
                        <a:srgbClr val="FFFFFF"/>
                      </a:solidFill>
                      <a:prstDash val="solid"/>
                    </a:lnL>
                    <a:lnR w="76200">
                      <a:solidFill>
                        <a:srgbClr val="FFFFFF"/>
                      </a:solidFill>
                      <a:prstDash val="solid"/>
                    </a:lnR>
                    <a:solidFill>
                      <a:srgbClr val="E7E5F2"/>
                    </a:solidFill>
                  </a:tcPr>
                </a:tc>
                <a:extLst>
                  <a:ext uri="{0D108BD9-81ED-4DB2-BD59-A6C34878D82A}">
                    <a16:rowId xmlns:a16="http://schemas.microsoft.com/office/drawing/2014/main" val="10000"/>
                  </a:ext>
                </a:extLst>
              </a:tr>
              <a:tr h="515620">
                <a:tc>
                  <a:txBody>
                    <a:bodyPr/>
                    <a:lstStyle/>
                    <a:p>
                      <a:pPr marL="0" indent="0">
                        <a:lnSpc>
                          <a:spcPct val="100000"/>
                        </a:lnSpc>
                        <a:spcBef>
                          <a:spcPts val="430"/>
                        </a:spcBef>
                      </a:pPr>
                      <a:r>
                        <a:rPr sz="1300" b="1" dirty="0">
                          <a:solidFill>
                            <a:schemeClr val="tx1"/>
                          </a:solidFill>
                          <a:latin typeface="+mn-lt"/>
                          <a:cs typeface="Arial"/>
                        </a:rPr>
                        <a:t>Classes I,</a:t>
                      </a:r>
                      <a:r>
                        <a:rPr sz="1300" b="1" spc="-30" dirty="0">
                          <a:solidFill>
                            <a:schemeClr val="tx1"/>
                          </a:solidFill>
                          <a:latin typeface="+mn-lt"/>
                          <a:cs typeface="Arial"/>
                        </a:rPr>
                        <a:t> </a:t>
                      </a:r>
                      <a:r>
                        <a:rPr sz="1300" b="1" dirty="0">
                          <a:solidFill>
                            <a:schemeClr val="tx1"/>
                          </a:solidFill>
                          <a:latin typeface="+mn-lt"/>
                          <a:cs typeface="Arial"/>
                        </a:rPr>
                        <a:t>II,</a:t>
                      </a:r>
                      <a:r>
                        <a:rPr sz="1300" b="1" spc="-20" dirty="0">
                          <a:solidFill>
                            <a:schemeClr val="tx1"/>
                          </a:solidFill>
                          <a:latin typeface="+mn-lt"/>
                          <a:cs typeface="Arial"/>
                        </a:rPr>
                        <a:t> </a:t>
                      </a:r>
                      <a:r>
                        <a:rPr sz="1300" b="1" dirty="0">
                          <a:solidFill>
                            <a:schemeClr val="tx1"/>
                          </a:solidFill>
                          <a:latin typeface="+mn-lt"/>
                          <a:cs typeface="Arial"/>
                        </a:rPr>
                        <a:t>III</a:t>
                      </a:r>
                      <a:r>
                        <a:rPr sz="1300" b="1" spc="-15" dirty="0">
                          <a:solidFill>
                            <a:schemeClr val="tx1"/>
                          </a:solidFill>
                          <a:latin typeface="+mn-lt"/>
                          <a:cs typeface="Arial"/>
                        </a:rPr>
                        <a:t> </a:t>
                      </a:r>
                      <a:r>
                        <a:rPr sz="1300" b="1" spc="-10" dirty="0">
                          <a:solidFill>
                            <a:schemeClr val="tx1"/>
                          </a:solidFill>
                          <a:latin typeface="+mn-lt"/>
                          <a:cs typeface="Arial"/>
                        </a:rPr>
                        <a:t>Combined</a:t>
                      </a:r>
                      <a:endParaRPr sz="1300" dirty="0">
                        <a:solidFill>
                          <a:schemeClr val="tx1"/>
                        </a:solidFill>
                        <a:latin typeface="+mn-lt"/>
                        <a:cs typeface="Arial"/>
                      </a:endParaRPr>
                    </a:p>
                    <a:p>
                      <a:pPr marL="0" indent="0">
                        <a:lnSpc>
                          <a:spcPct val="100000"/>
                        </a:lnSpc>
                      </a:pPr>
                      <a:r>
                        <a:rPr sz="1300" dirty="0">
                          <a:solidFill>
                            <a:schemeClr val="tx1"/>
                          </a:solidFill>
                          <a:latin typeface="+mn-lt"/>
                          <a:cs typeface="Arial"/>
                        </a:rPr>
                        <a:t>Calendar</a:t>
                      </a:r>
                      <a:r>
                        <a:rPr sz="1300" spc="-65" dirty="0">
                          <a:solidFill>
                            <a:schemeClr val="tx1"/>
                          </a:solidFill>
                          <a:latin typeface="+mn-lt"/>
                          <a:cs typeface="Arial"/>
                        </a:rPr>
                        <a:t> </a:t>
                      </a:r>
                      <a:r>
                        <a:rPr sz="1300" spc="-25" dirty="0">
                          <a:solidFill>
                            <a:schemeClr val="tx1"/>
                          </a:solidFill>
                          <a:latin typeface="+mn-lt"/>
                          <a:cs typeface="Arial"/>
                        </a:rPr>
                        <a:t>Year</a:t>
                      </a:r>
                      <a:r>
                        <a:rPr sz="1300" spc="-60" dirty="0">
                          <a:solidFill>
                            <a:schemeClr val="tx1"/>
                          </a:solidFill>
                          <a:latin typeface="+mn-lt"/>
                          <a:cs typeface="Arial"/>
                        </a:rPr>
                        <a:t> </a:t>
                      </a:r>
                      <a:r>
                        <a:rPr sz="1300" spc="-10" dirty="0">
                          <a:solidFill>
                            <a:schemeClr val="tx1"/>
                          </a:solidFill>
                          <a:latin typeface="+mn-lt"/>
                          <a:cs typeface="Arial"/>
                        </a:rPr>
                        <a:t>Maximum</a:t>
                      </a:r>
                      <a:endParaRPr sz="1300" dirty="0">
                        <a:solidFill>
                          <a:schemeClr val="tx1"/>
                        </a:solidFill>
                        <a:latin typeface="+mn-lt"/>
                        <a:cs typeface="Arial"/>
                      </a:endParaRPr>
                    </a:p>
                  </a:txBody>
                  <a:tcPr marL="182880" marR="0" marT="0" marB="0">
                    <a:lnR w="76200" cap="flat" cmpd="sng" algn="ctr">
                      <a:solidFill>
                        <a:srgbClr val="FFFFFF"/>
                      </a:solidFill>
                      <a:prstDash val="solid"/>
                      <a:round/>
                      <a:headEnd type="none" w="med" len="med"/>
                      <a:tailEnd type="none" w="med" len="med"/>
                    </a:lnR>
                    <a:lnB w="6350">
                      <a:solidFill>
                        <a:srgbClr val="000000"/>
                      </a:solidFill>
                      <a:prstDash val="solid"/>
                    </a:lnB>
                    <a:noFill/>
                  </a:tcPr>
                </a:tc>
                <a:tc>
                  <a:txBody>
                    <a:bodyPr/>
                    <a:lstStyle/>
                    <a:p>
                      <a:pPr marL="200660" algn="ctr">
                        <a:lnSpc>
                          <a:spcPct val="100000"/>
                        </a:lnSpc>
                        <a:spcBef>
                          <a:spcPts val="1210"/>
                        </a:spcBef>
                      </a:pPr>
                      <a:r>
                        <a:rPr sz="1300" spc="-25" dirty="0">
                          <a:solidFill>
                            <a:schemeClr val="tx1"/>
                          </a:solidFill>
                          <a:latin typeface="+mn-lt"/>
                          <a:cs typeface="Arial"/>
                        </a:rPr>
                        <a:t>$</a:t>
                      </a:r>
                      <a:r>
                        <a:rPr lang="en-US" sz="1300" spc="-25" dirty="0">
                          <a:solidFill>
                            <a:schemeClr val="tx1"/>
                          </a:solidFill>
                          <a:latin typeface="+mn-lt"/>
                          <a:cs typeface="Arial"/>
                        </a:rPr>
                        <a:t>1,500</a:t>
                      </a:r>
                      <a:endParaRPr sz="1300" dirty="0">
                        <a:solidFill>
                          <a:schemeClr val="tx1"/>
                        </a:solidFill>
                        <a:latin typeface="+mn-lt"/>
                        <a:cs typeface="Arial"/>
                      </a:endParaRPr>
                    </a:p>
                  </a:txBody>
                  <a:tcPr marL="0" marR="0" marT="0" marB="0" anchor="ctr">
                    <a:lnL w="76200" cap="flat" cmpd="sng" algn="ctr">
                      <a:solidFill>
                        <a:srgbClr val="FFFFFF"/>
                      </a:solidFill>
                      <a:prstDash val="solid"/>
                      <a:round/>
                      <a:headEnd type="none" w="med" len="med"/>
                      <a:tailEnd type="none" w="med" len="med"/>
                    </a:lnL>
                    <a:lnR w="76200" cap="flat" cmpd="sng" algn="ctr">
                      <a:solidFill>
                        <a:srgbClr val="FFFFFF"/>
                      </a:solidFill>
                      <a:prstDash val="solid"/>
                      <a:round/>
                      <a:headEnd type="none" w="med" len="med"/>
                      <a:tailEnd type="none" w="med" len="med"/>
                    </a:lnR>
                    <a:lnB w="6350">
                      <a:solidFill>
                        <a:srgbClr val="000000"/>
                      </a:solidFill>
                      <a:prstDash val="solid"/>
                    </a:lnB>
                    <a:solidFill>
                      <a:srgbClr val="E7E5F2"/>
                    </a:solidFill>
                  </a:tcPr>
                </a:tc>
                <a:tc vMerge="1">
                  <a:txBody>
                    <a:bodyPr/>
                    <a:lstStyle/>
                    <a:p>
                      <a:endParaRPr/>
                    </a:p>
                  </a:txBody>
                  <a:tcPr marL="0" marR="0" marT="0" marB="0">
                    <a:lnL w="76200" cap="flat" cmpd="sng" algn="ctr">
                      <a:solidFill>
                        <a:srgbClr val="FFFFFF"/>
                      </a:solidFill>
                      <a:prstDash val="solid"/>
                      <a:round/>
                      <a:headEnd type="none" w="med" len="med"/>
                      <a:tailEnd type="none" w="med" len="med"/>
                    </a:lnL>
                    <a:lnR w="76200">
                      <a:solidFill>
                        <a:srgbClr val="FFFFFF"/>
                      </a:solidFill>
                      <a:prstDash val="solid"/>
                    </a:lnR>
                  </a:tcPr>
                </a:tc>
                <a:extLst>
                  <a:ext uri="{0D108BD9-81ED-4DB2-BD59-A6C34878D82A}">
                    <a16:rowId xmlns:a16="http://schemas.microsoft.com/office/drawing/2014/main" val="10001"/>
                  </a:ext>
                </a:extLst>
              </a:tr>
              <a:tr h="515620">
                <a:tc>
                  <a:txBody>
                    <a:bodyPr/>
                    <a:lstStyle/>
                    <a:p>
                      <a:pPr marL="0" indent="0">
                        <a:lnSpc>
                          <a:spcPct val="100000"/>
                        </a:lnSpc>
                        <a:spcBef>
                          <a:spcPts val="5"/>
                        </a:spcBef>
                      </a:pPr>
                      <a:r>
                        <a:rPr lang="en-US" sz="1300" b="1" dirty="0">
                          <a:solidFill>
                            <a:schemeClr val="tx1"/>
                          </a:solidFill>
                          <a:latin typeface="+mn-lt"/>
                          <a:cs typeface="Arial"/>
                        </a:rPr>
                        <a:t>Deductible</a:t>
                      </a:r>
                    </a:p>
                    <a:p>
                      <a:pPr marL="0" indent="0">
                        <a:lnSpc>
                          <a:spcPct val="100000"/>
                        </a:lnSpc>
                        <a:spcBef>
                          <a:spcPts val="5"/>
                        </a:spcBef>
                      </a:pPr>
                      <a:r>
                        <a:rPr lang="en-US" sz="1300" b="1" dirty="0">
                          <a:solidFill>
                            <a:schemeClr val="tx1"/>
                          </a:solidFill>
                          <a:latin typeface="+mn-lt"/>
                          <a:cs typeface="Arial"/>
                        </a:rPr>
                        <a:t>Individual</a:t>
                      </a:r>
                    </a:p>
                    <a:p>
                      <a:pPr marL="0" indent="0">
                        <a:lnSpc>
                          <a:spcPct val="100000"/>
                        </a:lnSpc>
                        <a:spcBef>
                          <a:spcPts val="5"/>
                        </a:spcBef>
                      </a:pPr>
                      <a:r>
                        <a:rPr lang="en-US" sz="1300" b="1" dirty="0">
                          <a:solidFill>
                            <a:schemeClr val="tx1"/>
                          </a:solidFill>
                          <a:latin typeface="+mn-lt"/>
                          <a:cs typeface="Arial"/>
                        </a:rPr>
                        <a:t>Family</a:t>
                      </a:r>
                      <a:endParaRPr sz="1300" b="1" dirty="0">
                        <a:solidFill>
                          <a:schemeClr val="tx1"/>
                        </a:solidFill>
                        <a:latin typeface="+mn-lt"/>
                        <a:cs typeface="Arial"/>
                      </a:endParaRPr>
                    </a:p>
                  </a:txBody>
                  <a:tcPr marL="182880" marR="0" marT="0" marB="0">
                    <a:lnR w="762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200660" algn="ctr">
                        <a:lnSpc>
                          <a:spcPct val="100000"/>
                        </a:lnSpc>
                        <a:spcBef>
                          <a:spcPts val="1215"/>
                        </a:spcBef>
                      </a:pPr>
                      <a:r>
                        <a:rPr lang="en-US" sz="1300" dirty="0">
                          <a:solidFill>
                            <a:schemeClr val="tx1"/>
                          </a:solidFill>
                          <a:latin typeface="+mn-lt"/>
                          <a:cs typeface="Arial"/>
                        </a:rPr>
                        <a:t>$50</a:t>
                      </a:r>
                    </a:p>
                    <a:p>
                      <a:pPr marL="200660" algn="ctr">
                        <a:lnSpc>
                          <a:spcPct val="100000"/>
                        </a:lnSpc>
                        <a:spcBef>
                          <a:spcPts val="1215"/>
                        </a:spcBef>
                      </a:pPr>
                      <a:r>
                        <a:rPr lang="en-US" sz="1300" dirty="0">
                          <a:solidFill>
                            <a:schemeClr val="tx1"/>
                          </a:solidFill>
                          <a:latin typeface="+mn-lt"/>
                          <a:cs typeface="Arial"/>
                        </a:rPr>
                        <a:t>$150</a:t>
                      </a:r>
                      <a:endParaRPr sz="1300" dirty="0">
                        <a:solidFill>
                          <a:schemeClr val="tx1"/>
                        </a:solidFill>
                        <a:latin typeface="+mn-lt"/>
                        <a:cs typeface="Arial"/>
                      </a:endParaRPr>
                    </a:p>
                  </a:txBody>
                  <a:tcPr marL="0" marR="0" marT="0" marB="0" anchor="ctr">
                    <a:lnL w="76200" cap="flat" cmpd="sng" algn="ctr">
                      <a:solidFill>
                        <a:srgbClr val="FFFFFF"/>
                      </a:solidFill>
                      <a:prstDash val="solid"/>
                      <a:round/>
                      <a:headEnd type="none" w="med" len="med"/>
                      <a:tailEnd type="none" w="med" len="med"/>
                    </a:lnL>
                    <a:lnR w="762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5F2"/>
                    </a:solidFill>
                  </a:tcPr>
                </a:tc>
                <a:tc vMerge="1">
                  <a:txBody>
                    <a:bodyPr/>
                    <a:lstStyle/>
                    <a:p>
                      <a:endParaRPr lang="en-US"/>
                    </a:p>
                  </a:txBody>
                  <a:tcPr/>
                </a:tc>
                <a:extLst>
                  <a:ext uri="{0D108BD9-81ED-4DB2-BD59-A6C34878D82A}">
                    <a16:rowId xmlns:a16="http://schemas.microsoft.com/office/drawing/2014/main" val="508452277"/>
                  </a:ext>
                </a:extLst>
              </a:tr>
              <a:tr h="515620">
                <a:tc>
                  <a:txBody>
                    <a:bodyPr/>
                    <a:lstStyle/>
                    <a:p>
                      <a:pPr marL="0" indent="0">
                        <a:lnSpc>
                          <a:spcPct val="100000"/>
                        </a:lnSpc>
                        <a:spcBef>
                          <a:spcPts val="430"/>
                        </a:spcBef>
                      </a:pPr>
                      <a:r>
                        <a:rPr sz="1300" b="1" dirty="0">
                          <a:solidFill>
                            <a:schemeClr val="tx1"/>
                          </a:solidFill>
                          <a:latin typeface="+mn-lt"/>
                          <a:cs typeface="Arial"/>
                        </a:rPr>
                        <a:t>Class</a:t>
                      </a:r>
                      <a:r>
                        <a:rPr sz="1300" b="1" spc="-25" dirty="0">
                          <a:solidFill>
                            <a:schemeClr val="tx1"/>
                          </a:solidFill>
                          <a:latin typeface="+mn-lt"/>
                          <a:cs typeface="Arial"/>
                        </a:rPr>
                        <a:t> </a:t>
                      </a:r>
                      <a:r>
                        <a:rPr sz="1300" b="1" spc="-50" dirty="0">
                          <a:solidFill>
                            <a:schemeClr val="tx1"/>
                          </a:solidFill>
                          <a:latin typeface="+mn-lt"/>
                          <a:cs typeface="Arial"/>
                        </a:rPr>
                        <a:t>I</a:t>
                      </a:r>
                      <a:endParaRPr sz="1300" dirty="0">
                        <a:solidFill>
                          <a:schemeClr val="tx1"/>
                        </a:solidFill>
                        <a:latin typeface="+mn-lt"/>
                        <a:cs typeface="Arial"/>
                      </a:endParaRPr>
                    </a:p>
                    <a:p>
                      <a:pPr marL="0" indent="0">
                        <a:lnSpc>
                          <a:spcPct val="100000"/>
                        </a:lnSpc>
                        <a:spcBef>
                          <a:spcPts val="5"/>
                        </a:spcBef>
                      </a:pPr>
                      <a:r>
                        <a:rPr sz="1300" spc="-10" dirty="0">
                          <a:solidFill>
                            <a:schemeClr val="tx1"/>
                          </a:solidFill>
                          <a:latin typeface="+mn-lt"/>
                          <a:cs typeface="Arial"/>
                        </a:rPr>
                        <a:t>Preventive</a:t>
                      </a:r>
                      <a:endParaRPr sz="1300" dirty="0">
                        <a:solidFill>
                          <a:schemeClr val="tx1"/>
                        </a:solidFill>
                        <a:latin typeface="+mn-lt"/>
                        <a:cs typeface="Arial"/>
                      </a:endParaRPr>
                    </a:p>
                  </a:txBody>
                  <a:tcPr marL="182880" marR="0" marT="0" marB="0">
                    <a:lnR w="762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a:solidFill>
                        <a:srgbClr val="000000"/>
                      </a:solidFill>
                      <a:prstDash val="solid"/>
                    </a:lnB>
                    <a:noFill/>
                  </a:tcPr>
                </a:tc>
                <a:tc>
                  <a:txBody>
                    <a:bodyPr/>
                    <a:lstStyle/>
                    <a:p>
                      <a:pPr marL="200660" algn="ctr">
                        <a:lnSpc>
                          <a:spcPct val="100000"/>
                        </a:lnSpc>
                        <a:spcBef>
                          <a:spcPts val="1215"/>
                        </a:spcBef>
                      </a:pPr>
                      <a:r>
                        <a:rPr lang="en-US" sz="1300" dirty="0">
                          <a:solidFill>
                            <a:schemeClr val="tx1"/>
                          </a:solidFill>
                          <a:latin typeface="+mn-lt"/>
                          <a:cs typeface="Arial"/>
                        </a:rPr>
                        <a:t>100</a:t>
                      </a:r>
                      <a:r>
                        <a:rPr sz="1300" dirty="0">
                          <a:solidFill>
                            <a:schemeClr val="tx1"/>
                          </a:solidFill>
                          <a:latin typeface="+mn-lt"/>
                          <a:cs typeface="Arial"/>
                        </a:rPr>
                        <a:t>%</a:t>
                      </a:r>
                      <a:r>
                        <a:rPr sz="1300" spc="-35" dirty="0">
                          <a:solidFill>
                            <a:schemeClr val="tx1"/>
                          </a:solidFill>
                          <a:latin typeface="+mn-lt"/>
                          <a:cs typeface="Arial"/>
                        </a:rPr>
                        <a:t> </a:t>
                      </a:r>
                      <a:r>
                        <a:rPr sz="1300" dirty="0">
                          <a:solidFill>
                            <a:schemeClr val="tx1"/>
                          </a:solidFill>
                          <a:latin typeface="+mn-lt"/>
                          <a:cs typeface="Arial"/>
                        </a:rPr>
                        <a:t>not</a:t>
                      </a:r>
                      <a:r>
                        <a:rPr sz="1300" spc="-20" dirty="0">
                          <a:solidFill>
                            <a:schemeClr val="tx1"/>
                          </a:solidFill>
                          <a:latin typeface="+mn-lt"/>
                          <a:cs typeface="Arial"/>
                        </a:rPr>
                        <a:t> </a:t>
                      </a:r>
                      <a:r>
                        <a:rPr sz="1300" dirty="0">
                          <a:solidFill>
                            <a:schemeClr val="tx1"/>
                          </a:solidFill>
                          <a:latin typeface="+mn-lt"/>
                          <a:cs typeface="Arial"/>
                        </a:rPr>
                        <a:t>subject</a:t>
                      </a:r>
                      <a:r>
                        <a:rPr sz="1300" spc="-10" dirty="0">
                          <a:solidFill>
                            <a:schemeClr val="tx1"/>
                          </a:solidFill>
                          <a:latin typeface="+mn-lt"/>
                          <a:cs typeface="Arial"/>
                        </a:rPr>
                        <a:t> </a:t>
                      </a:r>
                      <a:r>
                        <a:rPr sz="1300" dirty="0">
                          <a:solidFill>
                            <a:schemeClr val="tx1"/>
                          </a:solidFill>
                          <a:latin typeface="+mn-lt"/>
                          <a:cs typeface="Arial"/>
                        </a:rPr>
                        <a:t>to</a:t>
                      </a:r>
                      <a:r>
                        <a:rPr sz="1300" spc="-15" dirty="0">
                          <a:solidFill>
                            <a:schemeClr val="tx1"/>
                          </a:solidFill>
                          <a:latin typeface="+mn-lt"/>
                          <a:cs typeface="Arial"/>
                        </a:rPr>
                        <a:t> </a:t>
                      </a:r>
                      <a:r>
                        <a:rPr sz="1300" dirty="0">
                          <a:solidFill>
                            <a:schemeClr val="tx1"/>
                          </a:solidFill>
                          <a:latin typeface="+mn-lt"/>
                          <a:cs typeface="Arial"/>
                        </a:rPr>
                        <a:t>the</a:t>
                      </a:r>
                      <a:r>
                        <a:rPr sz="1300" spc="-25" dirty="0">
                          <a:solidFill>
                            <a:schemeClr val="tx1"/>
                          </a:solidFill>
                          <a:latin typeface="+mn-lt"/>
                          <a:cs typeface="Arial"/>
                        </a:rPr>
                        <a:t> </a:t>
                      </a:r>
                      <a:r>
                        <a:rPr sz="1300" spc="-10" dirty="0">
                          <a:solidFill>
                            <a:schemeClr val="tx1"/>
                          </a:solidFill>
                          <a:latin typeface="+mn-lt"/>
                          <a:cs typeface="Arial"/>
                        </a:rPr>
                        <a:t>deductible</a:t>
                      </a:r>
                      <a:endParaRPr sz="1300" dirty="0">
                        <a:solidFill>
                          <a:schemeClr val="tx1"/>
                        </a:solidFill>
                        <a:latin typeface="+mn-lt"/>
                        <a:cs typeface="Arial"/>
                      </a:endParaRPr>
                    </a:p>
                  </a:txBody>
                  <a:tcPr marL="0" marR="0" marT="0" marB="0" anchor="ctr">
                    <a:lnL w="76200" cap="flat" cmpd="sng" algn="ctr">
                      <a:solidFill>
                        <a:srgbClr val="FFFFFF"/>
                      </a:solidFill>
                      <a:prstDash val="solid"/>
                      <a:round/>
                      <a:headEnd type="none" w="med" len="med"/>
                      <a:tailEnd type="none" w="med" len="med"/>
                    </a:lnL>
                    <a:lnR w="762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a:solidFill>
                        <a:srgbClr val="000000"/>
                      </a:solidFill>
                      <a:prstDash val="solid"/>
                    </a:lnB>
                    <a:solidFill>
                      <a:srgbClr val="E7E5F2"/>
                    </a:solidFill>
                  </a:tcPr>
                </a:tc>
                <a:tc vMerge="1">
                  <a:txBody>
                    <a:bodyPr/>
                    <a:lstStyle/>
                    <a:p>
                      <a:endParaRPr/>
                    </a:p>
                  </a:txBody>
                  <a:tcPr marL="0" marR="0" marT="0" marB="0">
                    <a:lnL w="76200" cap="flat" cmpd="sng" algn="ctr">
                      <a:solidFill>
                        <a:srgbClr val="FFFFFF"/>
                      </a:solidFill>
                      <a:prstDash val="solid"/>
                      <a:round/>
                      <a:headEnd type="none" w="med" len="med"/>
                      <a:tailEnd type="none" w="med" len="med"/>
                    </a:lnL>
                    <a:lnR w="76200">
                      <a:solidFill>
                        <a:srgbClr val="FFFFFF"/>
                      </a:solidFill>
                      <a:prstDash val="solid"/>
                    </a:lnR>
                  </a:tcPr>
                </a:tc>
                <a:extLst>
                  <a:ext uri="{0D108BD9-81ED-4DB2-BD59-A6C34878D82A}">
                    <a16:rowId xmlns:a16="http://schemas.microsoft.com/office/drawing/2014/main" val="10004"/>
                  </a:ext>
                </a:extLst>
              </a:tr>
              <a:tr h="515620">
                <a:tc>
                  <a:txBody>
                    <a:bodyPr/>
                    <a:lstStyle/>
                    <a:p>
                      <a:pPr marL="0" indent="0">
                        <a:lnSpc>
                          <a:spcPct val="100000"/>
                        </a:lnSpc>
                        <a:spcBef>
                          <a:spcPts val="434"/>
                        </a:spcBef>
                      </a:pPr>
                      <a:r>
                        <a:rPr sz="1300" b="1" dirty="0">
                          <a:solidFill>
                            <a:schemeClr val="tx1"/>
                          </a:solidFill>
                          <a:latin typeface="+mn-lt"/>
                          <a:cs typeface="Arial"/>
                        </a:rPr>
                        <a:t>Class</a:t>
                      </a:r>
                      <a:r>
                        <a:rPr sz="1300" b="1" spc="-25" dirty="0">
                          <a:solidFill>
                            <a:schemeClr val="tx1"/>
                          </a:solidFill>
                          <a:latin typeface="+mn-lt"/>
                          <a:cs typeface="Arial"/>
                        </a:rPr>
                        <a:t> II</a:t>
                      </a:r>
                      <a:endParaRPr sz="1300" dirty="0">
                        <a:solidFill>
                          <a:schemeClr val="tx1"/>
                        </a:solidFill>
                        <a:latin typeface="+mn-lt"/>
                        <a:cs typeface="Arial"/>
                      </a:endParaRPr>
                    </a:p>
                    <a:p>
                      <a:pPr marL="0" indent="0">
                        <a:lnSpc>
                          <a:spcPct val="100000"/>
                        </a:lnSpc>
                      </a:pPr>
                      <a:r>
                        <a:rPr sz="1300" dirty="0">
                          <a:solidFill>
                            <a:schemeClr val="tx1"/>
                          </a:solidFill>
                          <a:latin typeface="+mn-lt"/>
                          <a:cs typeface="Arial"/>
                        </a:rPr>
                        <a:t>Basic</a:t>
                      </a:r>
                      <a:r>
                        <a:rPr sz="1300" spc="-30" dirty="0">
                          <a:solidFill>
                            <a:schemeClr val="tx1"/>
                          </a:solidFill>
                          <a:latin typeface="+mn-lt"/>
                          <a:cs typeface="Arial"/>
                        </a:rPr>
                        <a:t> </a:t>
                      </a:r>
                      <a:r>
                        <a:rPr sz="1300" spc="-10" dirty="0">
                          <a:solidFill>
                            <a:schemeClr val="tx1"/>
                          </a:solidFill>
                          <a:latin typeface="+mn-lt"/>
                          <a:cs typeface="Arial"/>
                        </a:rPr>
                        <a:t>Restorative</a:t>
                      </a:r>
                      <a:endParaRPr sz="1300" dirty="0">
                        <a:solidFill>
                          <a:schemeClr val="tx1"/>
                        </a:solidFill>
                        <a:latin typeface="+mn-lt"/>
                        <a:cs typeface="Arial"/>
                      </a:endParaRPr>
                    </a:p>
                  </a:txBody>
                  <a:tcPr marL="182880" marR="0" marT="0" marB="0">
                    <a:lnR w="762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a:solidFill>
                        <a:srgbClr val="000000"/>
                      </a:solidFill>
                      <a:prstDash val="solid"/>
                    </a:lnB>
                    <a:noFill/>
                  </a:tcPr>
                </a:tc>
                <a:tc>
                  <a:txBody>
                    <a:bodyPr/>
                    <a:lstStyle/>
                    <a:p>
                      <a:pPr marL="200660" algn="ctr">
                        <a:lnSpc>
                          <a:spcPct val="100000"/>
                        </a:lnSpc>
                        <a:spcBef>
                          <a:spcPts val="1215"/>
                        </a:spcBef>
                      </a:pPr>
                      <a:r>
                        <a:rPr lang="en-US" sz="1300" dirty="0">
                          <a:solidFill>
                            <a:schemeClr val="tx1"/>
                          </a:solidFill>
                          <a:latin typeface="+mn-lt"/>
                          <a:cs typeface="Arial"/>
                        </a:rPr>
                        <a:t>80</a:t>
                      </a:r>
                      <a:r>
                        <a:rPr sz="1300" dirty="0">
                          <a:solidFill>
                            <a:schemeClr val="tx1"/>
                          </a:solidFill>
                          <a:latin typeface="+mn-lt"/>
                          <a:cs typeface="Arial"/>
                        </a:rPr>
                        <a:t>%</a:t>
                      </a:r>
                      <a:r>
                        <a:rPr sz="1300" spc="-35" dirty="0">
                          <a:solidFill>
                            <a:schemeClr val="tx1"/>
                          </a:solidFill>
                          <a:latin typeface="+mn-lt"/>
                          <a:cs typeface="Arial"/>
                        </a:rPr>
                        <a:t> </a:t>
                      </a:r>
                      <a:r>
                        <a:rPr sz="1300" dirty="0">
                          <a:solidFill>
                            <a:schemeClr val="tx1"/>
                          </a:solidFill>
                          <a:latin typeface="+mn-lt"/>
                          <a:cs typeface="Arial"/>
                        </a:rPr>
                        <a:t>after</a:t>
                      </a:r>
                      <a:r>
                        <a:rPr sz="1300" spc="-15" dirty="0">
                          <a:solidFill>
                            <a:schemeClr val="tx1"/>
                          </a:solidFill>
                          <a:latin typeface="+mn-lt"/>
                          <a:cs typeface="Arial"/>
                        </a:rPr>
                        <a:t> </a:t>
                      </a:r>
                      <a:r>
                        <a:rPr sz="1300" dirty="0">
                          <a:solidFill>
                            <a:schemeClr val="tx1"/>
                          </a:solidFill>
                          <a:latin typeface="+mn-lt"/>
                          <a:cs typeface="Arial"/>
                        </a:rPr>
                        <a:t>plan</a:t>
                      </a:r>
                      <a:r>
                        <a:rPr sz="1300" spc="-20" dirty="0">
                          <a:solidFill>
                            <a:schemeClr val="tx1"/>
                          </a:solidFill>
                          <a:latin typeface="+mn-lt"/>
                          <a:cs typeface="Arial"/>
                        </a:rPr>
                        <a:t> </a:t>
                      </a:r>
                      <a:r>
                        <a:rPr sz="1300" spc="-10" dirty="0">
                          <a:solidFill>
                            <a:schemeClr val="tx1"/>
                          </a:solidFill>
                          <a:latin typeface="+mn-lt"/>
                          <a:cs typeface="Arial"/>
                        </a:rPr>
                        <a:t>deductible</a:t>
                      </a:r>
                      <a:endParaRPr sz="1300" dirty="0">
                        <a:solidFill>
                          <a:schemeClr val="tx1"/>
                        </a:solidFill>
                        <a:latin typeface="+mn-lt"/>
                        <a:cs typeface="Arial"/>
                      </a:endParaRPr>
                    </a:p>
                  </a:txBody>
                  <a:tcPr marL="0" marR="0" marT="0" marB="0" anchor="ctr">
                    <a:lnL w="76200" cap="flat" cmpd="sng" algn="ctr">
                      <a:solidFill>
                        <a:srgbClr val="FFFFFF"/>
                      </a:solidFill>
                      <a:prstDash val="solid"/>
                      <a:round/>
                      <a:headEnd type="none" w="med" len="med"/>
                      <a:tailEnd type="none" w="med" len="med"/>
                    </a:lnL>
                    <a:lnR w="762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a:solidFill>
                        <a:srgbClr val="000000"/>
                      </a:solidFill>
                      <a:prstDash val="solid"/>
                    </a:lnB>
                    <a:solidFill>
                      <a:srgbClr val="E7E5F2"/>
                    </a:solidFill>
                  </a:tcPr>
                </a:tc>
                <a:tc vMerge="1">
                  <a:txBody>
                    <a:bodyPr/>
                    <a:lstStyle/>
                    <a:p>
                      <a:endParaRPr/>
                    </a:p>
                  </a:txBody>
                  <a:tcPr marL="0" marR="0" marT="0" marB="0">
                    <a:lnL w="76200" cap="flat" cmpd="sng" algn="ctr">
                      <a:solidFill>
                        <a:srgbClr val="FFFFFF"/>
                      </a:solidFill>
                      <a:prstDash val="solid"/>
                      <a:round/>
                      <a:headEnd type="none" w="med" len="med"/>
                      <a:tailEnd type="none" w="med" len="med"/>
                    </a:lnL>
                    <a:lnR w="76200">
                      <a:solidFill>
                        <a:srgbClr val="FFFFFF"/>
                      </a:solidFill>
                      <a:prstDash val="solid"/>
                    </a:lnR>
                  </a:tcPr>
                </a:tc>
                <a:extLst>
                  <a:ext uri="{0D108BD9-81ED-4DB2-BD59-A6C34878D82A}">
                    <a16:rowId xmlns:a16="http://schemas.microsoft.com/office/drawing/2014/main" val="10005"/>
                  </a:ext>
                </a:extLst>
              </a:tr>
              <a:tr h="515620">
                <a:tc>
                  <a:txBody>
                    <a:bodyPr/>
                    <a:lstStyle/>
                    <a:p>
                      <a:pPr marL="0" indent="0">
                        <a:lnSpc>
                          <a:spcPct val="100000"/>
                        </a:lnSpc>
                        <a:spcBef>
                          <a:spcPts val="434"/>
                        </a:spcBef>
                      </a:pPr>
                      <a:r>
                        <a:rPr sz="1300" b="1" dirty="0">
                          <a:solidFill>
                            <a:schemeClr val="tx1"/>
                          </a:solidFill>
                          <a:latin typeface="+mn-lt"/>
                          <a:cs typeface="Arial"/>
                        </a:rPr>
                        <a:t>Class</a:t>
                      </a:r>
                      <a:r>
                        <a:rPr sz="1300" b="1" spc="-35" dirty="0">
                          <a:solidFill>
                            <a:schemeClr val="tx1"/>
                          </a:solidFill>
                          <a:latin typeface="+mn-lt"/>
                          <a:cs typeface="Arial"/>
                        </a:rPr>
                        <a:t> </a:t>
                      </a:r>
                      <a:r>
                        <a:rPr sz="1300" b="1" spc="-25" dirty="0">
                          <a:solidFill>
                            <a:schemeClr val="tx1"/>
                          </a:solidFill>
                          <a:latin typeface="+mn-lt"/>
                          <a:cs typeface="Arial"/>
                        </a:rPr>
                        <a:t>III</a:t>
                      </a:r>
                      <a:endParaRPr sz="1300" dirty="0">
                        <a:solidFill>
                          <a:schemeClr val="tx1"/>
                        </a:solidFill>
                        <a:latin typeface="+mn-lt"/>
                        <a:cs typeface="Arial"/>
                      </a:endParaRPr>
                    </a:p>
                    <a:p>
                      <a:pPr marL="0" indent="0">
                        <a:lnSpc>
                          <a:spcPct val="100000"/>
                        </a:lnSpc>
                      </a:pPr>
                      <a:r>
                        <a:rPr sz="1300" dirty="0">
                          <a:solidFill>
                            <a:schemeClr val="tx1"/>
                          </a:solidFill>
                          <a:latin typeface="+mn-lt"/>
                          <a:cs typeface="Arial"/>
                        </a:rPr>
                        <a:t>Major</a:t>
                      </a:r>
                      <a:r>
                        <a:rPr sz="1300" spc="-30" dirty="0">
                          <a:solidFill>
                            <a:schemeClr val="tx1"/>
                          </a:solidFill>
                          <a:latin typeface="+mn-lt"/>
                          <a:cs typeface="Arial"/>
                        </a:rPr>
                        <a:t> </a:t>
                      </a:r>
                      <a:r>
                        <a:rPr sz="1300" spc="-10" dirty="0">
                          <a:solidFill>
                            <a:schemeClr val="tx1"/>
                          </a:solidFill>
                          <a:latin typeface="+mn-lt"/>
                          <a:cs typeface="Arial"/>
                        </a:rPr>
                        <a:t>Restorative</a:t>
                      </a:r>
                      <a:endParaRPr sz="1300" dirty="0">
                        <a:solidFill>
                          <a:schemeClr val="tx1"/>
                        </a:solidFill>
                        <a:latin typeface="+mn-lt"/>
                        <a:cs typeface="Arial"/>
                      </a:endParaRPr>
                    </a:p>
                  </a:txBody>
                  <a:tcPr marL="182880" marR="0" marT="0" marB="0">
                    <a:lnR w="762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200660" algn="ctr">
                        <a:lnSpc>
                          <a:spcPct val="100000"/>
                        </a:lnSpc>
                        <a:spcBef>
                          <a:spcPts val="1215"/>
                        </a:spcBef>
                      </a:pPr>
                      <a:r>
                        <a:rPr lang="en-US" sz="1300" dirty="0">
                          <a:solidFill>
                            <a:schemeClr val="tx1"/>
                          </a:solidFill>
                          <a:latin typeface="+mn-lt"/>
                          <a:cs typeface="Arial"/>
                        </a:rPr>
                        <a:t>50</a:t>
                      </a:r>
                      <a:r>
                        <a:rPr sz="1300" dirty="0">
                          <a:solidFill>
                            <a:schemeClr val="tx1"/>
                          </a:solidFill>
                          <a:latin typeface="+mn-lt"/>
                          <a:cs typeface="Arial"/>
                        </a:rPr>
                        <a:t>%</a:t>
                      </a:r>
                      <a:r>
                        <a:rPr sz="1300" spc="-35" dirty="0">
                          <a:solidFill>
                            <a:schemeClr val="tx1"/>
                          </a:solidFill>
                          <a:latin typeface="+mn-lt"/>
                          <a:cs typeface="Arial"/>
                        </a:rPr>
                        <a:t> </a:t>
                      </a:r>
                      <a:r>
                        <a:rPr sz="1300" dirty="0">
                          <a:solidFill>
                            <a:schemeClr val="tx1"/>
                          </a:solidFill>
                          <a:latin typeface="+mn-lt"/>
                          <a:cs typeface="Arial"/>
                        </a:rPr>
                        <a:t>after</a:t>
                      </a:r>
                      <a:r>
                        <a:rPr sz="1300" spc="-15" dirty="0">
                          <a:solidFill>
                            <a:schemeClr val="tx1"/>
                          </a:solidFill>
                          <a:latin typeface="+mn-lt"/>
                          <a:cs typeface="Arial"/>
                        </a:rPr>
                        <a:t> </a:t>
                      </a:r>
                      <a:r>
                        <a:rPr sz="1300" dirty="0">
                          <a:solidFill>
                            <a:schemeClr val="tx1"/>
                          </a:solidFill>
                          <a:latin typeface="+mn-lt"/>
                          <a:cs typeface="Arial"/>
                        </a:rPr>
                        <a:t>plan</a:t>
                      </a:r>
                      <a:r>
                        <a:rPr sz="1300" spc="-20" dirty="0">
                          <a:solidFill>
                            <a:schemeClr val="tx1"/>
                          </a:solidFill>
                          <a:latin typeface="+mn-lt"/>
                          <a:cs typeface="Arial"/>
                        </a:rPr>
                        <a:t> </a:t>
                      </a:r>
                      <a:r>
                        <a:rPr sz="1300" spc="-10" dirty="0">
                          <a:solidFill>
                            <a:schemeClr val="tx1"/>
                          </a:solidFill>
                          <a:latin typeface="+mn-lt"/>
                          <a:cs typeface="Arial"/>
                        </a:rPr>
                        <a:t>deductible</a:t>
                      </a:r>
                      <a:endParaRPr sz="1300" dirty="0">
                        <a:solidFill>
                          <a:schemeClr val="tx1"/>
                        </a:solidFill>
                        <a:latin typeface="+mn-lt"/>
                        <a:cs typeface="Arial"/>
                      </a:endParaRPr>
                    </a:p>
                  </a:txBody>
                  <a:tcPr marL="0" marR="0" marT="0" marB="0" anchor="ctr">
                    <a:lnL w="76200" cap="flat" cmpd="sng" algn="ctr">
                      <a:solidFill>
                        <a:srgbClr val="FFFFFF"/>
                      </a:solidFill>
                      <a:prstDash val="solid"/>
                      <a:round/>
                      <a:headEnd type="none" w="med" len="med"/>
                      <a:tailEnd type="none" w="med" len="med"/>
                    </a:lnL>
                    <a:lnR w="762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5F2"/>
                    </a:solidFill>
                  </a:tcPr>
                </a:tc>
                <a:tc vMerge="1">
                  <a:txBody>
                    <a:bodyPr/>
                    <a:lstStyle/>
                    <a:p>
                      <a:endParaRPr/>
                    </a:p>
                  </a:txBody>
                  <a:tcPr marL="0" marR="0" marT="0" marB="0">
                    <a:lnL w="76200" cap="flat" cmpd="sng" algn="ctr">
                      <a:solidFill>
                        <a:srgbClr val="FFFFFF"/>
                      </a:solidFill>
                      <a:prstDash val="solid"/>
                      <a:round/>
                      <a:headEnd type="none" w="med" len="med"/>
                      <a:tailEnd type="none" w="med" len="med"/>
                    </a:lnL>
                    <a:lnR w="76200">
                      <a:solidFill>
                        <a:srgbClr val="FFFFFF"/>
                      </a:solidFill>
                      <a:prstDash val="solid"/>
                    </a:lnR>
                  </a:tcPr>
                </a:tc>
                <a:extLst>
                  <a:ext uri="{0D108BD9-81ED-4DB2-BD59-A6C34878D82A}">
                    <a16:rowId xmlns:a16="http://schemas.microsoft.com/office/drawing/2014/main" val="10006"/>
                  </a:ext>
                </a:extLst>
              </a:tr>
              <a:tr h="515620">
                <a:tc>
                  <a:txBody>
                    <a:bodyPr/>
                    <a:lstStyle/>
                    <a:p>
                      <a:pPr marL="0" indent="0">
                        <a:lnSpc>
                          <a:spcPct val="100000"/>
                        </a:lnSpc>
                      </a:pPr>
                      <a:r>
                        <a:rPr lang="en-US" sz="1300" b="1" dirty="0">
                          <a:solidFill>
                            <a:schemeClr val="tx1"/>
                          </a:solidFill>
                          <a:latin typeface="+mn-lt"/>
                          <a:cs typeface="Arial"/>
                        </a:rPr>
                        <a:t>Class IV - Orthodontia</a:t>
                      </a:r>
                    </a:p>
                    <a:p>
                      <a:pPr marL="0" indent="0">
                        <a:lnSpc>
                          <a:spcPct val="100000"/>
                        </a:lnSpc>
                      </a:pPr>
                      <a:r>
                        <a:rPr lang="en-US" sz="1300" dirty="0">
                          <a:solidFill>
                            <a:schemeClr val="tx1"/>
                          </a:solidFill>
                          <a:latin typeface="+mn-lt"/>
                          <a:cs typeface="Arial"/>
                        </a:rPr>
                        <a:t>(Child Only through Age 18)</a:t>
                      </a:r>
                      <a:endParaRPr sz="1300" dirty="0">
                        <a:solidFill>
                          <a:schemeClr val="tx1"/>
                        </a:solidFill>
                        <a:latin typeface="+mn-lt"/>
                        <a:cs typeface="Arial"/>
                      </a:endParaRPr>
                    </a:p>
                  </a:txBody>
                  <a:tcPr marL="182880" marR="0" marT="0" marB="0">
                    <a:lnR w="762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200660" algn="ctr">
                        <a:lnSpc>
                          <a:spcPct val="100000"/>
                        </a:lnSpc>
                        <a:spcBef>
                          <a:spcPts val="1215"/>
                        </a:spcBef>
                      </a:pPr>
                      <a:r>
                        <a:rPr lang="en-US" sz="1300" dirty="0">
                          <a:solidFill>
                            <a:schemeClr val="tx1"/>
                          </a:solidFill>
                          <a:latin typeface="+mn-lt"/>
                          <a:cs typeface="Arial"/>
                        </a:rPr>
                        <a:t>50% with $1,500 Lifetime Maximum</a:t>
                      </a:r>
                      <a:endParaRPr sz="1300" dirty="0">
                        <a:solidFill>
                          <a:schemeClr val="tx1"/>
                        </a:solidFill>
                        <a:latin typeface="+mn-lt"/>
                        <a:cs typeface="Arial"/>
                      </a:endParaRPr>
                    </a:p>
                  </a:txBody>
                  <a:tcPr marL="0" marR="0" marT="0" marB="0" anchor="ctr">
                    <a:lnL w="76200" cap="flat" cmpd="sng" algn="ctr">
                      <a:solidFill>
                        <a:srgbClr val="FFFFFF"/>
                      </a:solidFill>
                      <a:prstDash val="solid"/>
                      <a:round/>
                      <a:headEnd type="none" w="med" len="med"/>
                      <a:tailEnd type="none" w="med" len="med"/>
                    </a:lnL>
                    <a:lnR w="7620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5F2"/>
                    </a:solidFill>
                  </a:tcPr>
                </a:tc>
                <a:tc>
                  <a:txBody>
                    <a:bodyPr/>
                    <a:lstStyle/>
                    <a:p>
                      <a:pPr algn="ctr">
                        <a:lnSpc>
                          <a:spcPct val="100000"/>
                        </a:lnSpc>
                      </a:pPr>
                      <a:endParaRPr sz="1200" dirty="0">
                        <a:latin typeface="Times New Roman"/>
                        <a:cs typeface="Times New Roman"/>
                      </a:endParaRPr>
                    </a:p>
                  </a:txBody>
                  <a:tcPr marL="0" marR="0" marT="0" marB="0" anchor="ctr">
                    <a:lnL w="76200" cap="flat" cmpd="sng" algn="ctr">
                      <a:solidFill>
                        <a:srgbClr val="FFFFFF"/>
                      </a:solidFill>
                      <a:prstDash val="solid"/>
                      <a:round/>
                      <a:headEnd type="none" w="med" len="med"/>
                      <a:tailEnd type="none" w="med" len="med"/>
                    </a:lnL>
                    <a:lnR w="76200">
                      <a:solidFill>
                        <a:srgbClr val="FFFFFF"/>
                      </a:solidFill>
                      <a:prstDash val="solid"/>
                    </a:lnR>
                    <a:solidFill>
                      <a:srgbClr val="E7E5F2"/>
                    </a:solidFill>
                  </a:tcPr>
                </a:tc>
                <a:extLst>
                  <a:ext uri="{0D108BD9-81ED-4DB2-BD59-A6C34878D82A}">
                    <a16:rowId xmlns:a16="http://schemas.microsoft.com/office/drawing/2014/main" val="533016089"/>
                  </a:ext>
                </a:extLst>
              </a:tr>
              <a:tr h="515620">
                <a:tc>
                  <a:txBody>
                    <a:bodyPr/>
                    <a:lstStyle/>
                    <a:p>
                      <a:pPr marL="0" indent="0">
                        <a:lnSpc>
                          <a:spcPct val="100000"/>
                        </a:lnSpc>
                      </a:pPr>
                      <a:r>
                        <a:rPr lang="en-US" sz="1300" b="1" dirty="0">
                          <a:solidFill>
                            <a:schemeClr val="tx1"/>
                          </a:solidFill>
                          <a:latin typeface="+mn-lt"/>
                          <a:cs typeface="Arial"/>
                        </a:rPr>
                        <a:t>Class V </a:t>
                      </a:r>
                      <a:r>
                        <a:rPr lang="en-US" sz="1300" dirty="0">
                          <a:solidFill>
                            <a:schemeClr val="tx1"/>
                          </a:solidFill>
                          <a:latin typeface="+mn-lt"/>
                          <a:cs typeface="Arial"/>
                        </a:rPr>
                        <a:t>- Implants</a:t>
                      </a:r>
                      <a:endParaRPr sz="1300" dirty="0">
                        <a:solidFill>
                          <a:schemeClr val="tx1"/>
                        </a:solidFill>
                        <a:latin typeface="+mn-lt"/>
                        <a:cs typeface="Arial"/>
                      </a:endParaRPr>
                    </a:p>
                  </a:txBody>
                  <a:tcPr marL="182880" marR="0" marT="0" marB="0">
                    <a:lnR w="76200" cap="flat" cmpd="sng" algn="ctr">
                      <a:solidFill>
                        <a:srgbClr val="FFFFFF"/>
                      </a:solidFill>
                      <a:prstDash val="solid"/>
                      <a:round/>
                      <a:headEnd type="none" w="med" len="med"/>
                      <a:tailEnd type="none" w="med" len="med"/>
                    </a:lnR>
                    <a:lnT w="6350">
                      <a:solidFill>
                        <a:srgbClr val="000000"/>
                      </a:solidFill>
                      <a:prstDash val="solid"/>
                    </a:lnT>
                    <a:lnB w="6350">
                      <a:solidFill>
                        <a:srgbClr val="000000"/>
                      </a:solidFill>
                      <a:prstDash val="solid"/>
                    </a:lnB>
                    <a:noFill/>
                  </a:tcPr>
                </a:tc>
                <a:tc>
                  <a:txBody>
                    <a:bodyPr/>
                    <a:lstStyle/>
                    <a:p>
                      <a:pPr marL="200660" algn="ctr">
                        <a:lnSpc>
                          <a:spcPct val="100000"/>
                        </a:lnSpc>
                        <a:spcBef>
                          <a:spcPts val="1215"/>
                        </a:spcBef>
                      </a:pPr>
                      <a:r>
                        <a:rPr lang="en-US" sz="1300" dirty="0">
                          <a:solidFill>
                            <a:schemeClr val="tx1"/>
                          </a:solidFill>
                          <a:latin typeface="+mn-lt"/>
                          <a:cs typeface="Arial"/>
                        </a:rPr>
                        <a:t>Benefit Not Covered</a:t>
                      </a:r>
                      <a:endParaRPr sz="1300" dirty="0">
                        <a:solidFill>
                          <a:schemeClr val="tx1"/>
                        </a:solidFill>
                        <a:latin typeface="+mn-lt"/>
                        <a:cs typeface="Arial"/>
                      </a:endParaRPr>
                    </a:p>
                  </a:txBody>
                  <a:tcPr marL="0" marR="0" marT="0" marB="0" anchor="ctr">
                    <a:lnL w="76200" cap="flat" cmpd="sng" algn="ctr">
                      <a:solidFill>
                        <a:srgbClr val="FFFFFF"/>
                      </a:solidFill>
                      <a:prstDash val="solid"/>
                      <a:round/>
                      <a:headEnd type="none" w="med" len="med"/>
                      <a:tailEnd type="none" w="med" len="med"/>
                    </a:lnL>
                    <a:lnR w="76200" cap="flat" cmpd="sng" algn="ctr">
                      <a:solidFill>
                        <a:srgbClr val="FFFFFF"/>
                      </a:solidFill>
                      <a:prstDash val="solid"/>
                      <a:round/>
                      <a:headEnd type="none" w="med" len="med"/>
                      <a:tailEnd type="none" w="med" len="med"/>
                    </a:lnR>
                    <a:lnT w="6350">
                      <a:solidFill>
                        <a:srgbClr val="000000"/>
                      </a:solidFill>
                      <a:prstDash val="solid"/>
                    </a:lnT>
                    <a:lnB w="6350">
                      <a:solidFill>
                        <a:srgbClr val="000000"/>
                      </a:solidFill>
                      <a:prstDash val="solid"/>
                    </a:lnB>
                    <a:solidFill>
                      <a:srgbClr val="E7E5F2"/>
                    </a:solidFill>
                  </a:tcPr>
                </a:tc>
                <a:tc>
                  <a:txBody>
                    <a:bodyPr/>
                    <a:lstStyle/>
                    <a:p>
                      <a:pPr algn="ctr">
                        <a:lnSpc>
                          <a:spcPct val="100000"/>
                        </a:lnSpc>
                      </a:pPr>
                      <a:endParaRPr sz="1200" dirty="0">
                        <a:latin typeface="Times New Roman"/>
                        <a:cs typeface="Times New Roman"/>
                      </a:endParaRPr>
                    </a:p>
                  </a:txBody>
                  <a:tcPr marL="0" marR="0" marT="0" marB="0" anchor="ctr">
                    <a:lnL w="76200" cap="flat" cmpd="sng" algn="ctr">
                      <a:solidFill>
                        <a:srgbClr val="FFFFFF"/>
                      </a:solidFill>
                      <a:prstDash val="solid"/>
                      <a:round/>
                      <a:headEnd type="none" w="med" len="med"/>
                      <a:tailEnd type="none" w="med" len="med"/>
                    </a:lnL>
                    <a:lnR w="76200">
                      <a:solidFill>
                        <a:srgbClr val="FFFFFF"/>
                      </a:solidFill>
                      <a:prstDash val="solid"/>
                    </a:lnR>
                    <a:lnB w="28575" cap="flat" cmpd="sng" algn="ctr">
                      <a:solidFill>
                        <a:srgbClr val="110081"/>
                      </a:solidFill>
                      <a:prstDash val="solid"/>
                      <a:round/>
                      <a:headEnd type="none" w="med" len="med"/>
                      <a:tailEnd type="none" w="med" len="med"/>
                    </a:lnB>
                    <a:solidFill>
                      <a:srgbClr val="E7E5F2"/>
                    </a:solidFill>
                  </a:tcPr>
                </a:tc>
                <a:extLst>
                  <a:ext uri="{0D108BD9-81ED-4DB2-BD59-A6C34878D82A}">
                    <a16:rowId xmlns:a16="http://schemas.microsoft.com/office/drawing/2014/main" val="3845205079"/>
                  </a:ext>
                </a:extLst>
              </a:tr>
            </a:tbl>
          </a:graphicData>
        </a:graphic>
      </p:graphicFrame>
    </p:spTree>
    <p:extLst>
      <p:ext uri="{BB962C8B-B14F-4D97-AF65-F5344CB8AC3E}">
        <p14:creationId xmlns:p14="http://schemas.microsoft.com/office/powerpoint/2010/main" val="41240065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0AA7B-A0A0-1650-25D2-416DD34315F7}"/>
              </a:ext>
            </a:extLst>
          </p:cNvPr>
          <p:cNvSpPr>
            <a:spLocks noGrp="1"/>
          </p:cNvSpPr>
          <p:nvPr>
            <p:ph type="title"/>
          </p:nvPr>
        </p:nvSpPr>
        <p:spPr>
          <a:xfrm>
            <a:off x="360000" y="360000"/>
            <a:ext cx="11473200" cy="512474"/>
          </a:xfrm>
        </p:spPr>
        <p:txBody>
          <a:bodyPr/>
          <a:lstStyle/>
          <a:p>
            <a:r>
              <a:rPr lang="en-US" dirty="0"/>
              <a:t>Vision</a:t>
            </a:r>
          </a:p>
        </p:txBody>
      </p:sp>
      <p:sp>
        <p:nvSpPr>
          <p:cNvPr id="4" name="Slide Number Placeholder 3">
            <a:extLst>
              <a:ext uri="{FF2B5EF4-FFF2-40B4-BE49-F238E27FC236}">
                <a16:creationId xmlns:a16="http://schemas.microsoft.com/office/drawing/2014/main" id="{9159CF1C-8DD9-BAA7-F494-F0A9D3DB9ABA}"/>
              </a:ext>
            </a:extLst>
          </p:cNvPr>
          <p:cNvSpPr>
            <a:spLocks noGrp="1"/>
          </p:cNvSpPr>
          <p:nvPr>
            <p:ph type="sldNum" sz="quarter" idx="11"/>
          </p:nvPr>
        </p:nvSpPr>
        <p:spPr/>
        <p:txBody>
          <a:bodyPr/>
          <a:lstStyle/>
          <a:p>
            <a:fld id="{23AA811B-2EBD-4900-905E-5BE206449611}" type="slidenum">
              <a:rPr lang="en-US" smtClean="0"/>
              <a:pPr/>
              <a:t>10</a:t>
            </a:fld>
            <a:endParaRPr lang="en-US" dirty="0"/>
          </a:p>
        </p:txBody>
      </p:sp>
      <p:graphicFrame>
        <p:nvGraphicFramePr>
          <p:cNvPr id="3" name="Table 5">
            <a:extLst>
              <a:ext uri="{FF2B5EF4-FFF2-40B4-BE49-F238E27FC236}">
                <a16:creationId xmlns:a16="http://schemas.microsoft.com/office/drawing/2014/main" id="{87A3BA9B-6D3A-E021-3D40-A7EF5ABD42EA}"/>
              </a:ext>
            </a:extLst>
          </p:cNvPr>
          <p:cNvGraphicFramePr>
            <a:graphicFrameLocks noGrp="1"/>
          </p:cNvGraphicFramePr>
          <p:nvPr>
            <p:extLst>
              <p:ext uri="{D42A27DB-BD31-4B8C-83A1-F6EECF244321}">
                <p14:modId xmlns:p14="http://schemas.microsoft.com/office/powerpoint/2010/main" val="3335478891"/>
              </p:ext>
            </p:extLst>
          </p:nvPr>
        </p:nvGraphicFramePr>
        <p:xfrm>
          <a:off x="360000" y="1547813"/>
          <a:ext cx="11471640" cy="2896498"/>
        </p:xfrm>
        <a:graphic>
          <a:graphicData uri="http://schemas.openxmlformats.org/drawingml/2006/table">
            <a:tbl>
              <a:tblPr firstRow="1" bandRow="1">
                <a:tableStyleId>{5C22544A-7EE6-4342-B048-85BDC9FD1C3A}</a:tableStyleId>
              </a:tblPr>
              <a:tblGrid>
                <a:gridCol w="2867910">
                  <a:extLst>
                    <a:ext uri="{9D8B030D-6E8A-4147-A177-3AD203B41FA5}">
                      <a16:colId xmlns:a16="http://schemas.microsoft.com/office/drawing/2014/main" val="2383383597"/>
                    </a:ext>
                  </a:extLst>
                </a:gridCol>
                <a:gridCol w="2867910">
                  <a:extLst>
                    <a:ext uri="{9D8B030D-6E8A-4147-A177-3AD203B41FA5}">
                      <a16:colId xmlns:a16="http://schemas.microsoft.com/office/drawing/2014/main" val="2969003140"/>
                    </a:ext>
                  </a:extLst>
                </a:gridCol>
                <a:gridCol w="2867910">
                  <a:extLst>
                    <a:ext uri="{9D8B030D-6E8A-4147-A177-3AD203B41FA5}">
                      <a16:colId xmlns:a16="http://schemas.microsoft.com/office/drawing/2014/main" val="1157452834"/>
                    </a:ext>
                  </a:extLst>
                </a:gridCol>
                <a:gridCol w="2867910">
                  <a:extLst>
                    <a:ext uri="{9D8B030D-6E8A-4147-A177-3AD203B41FA5}">
                      <a16:colId xmlns:a16="http://schemas.microsoft.com/office/drawing/2014/main" val="2198688341"/>
                    </a:ext>
                  </a:extLst>
                </a:gridCol>
              </a:tblGrid>
              <a:tr h="438912">
                <a:tc>
                  <a:txBody>
                    <a:bodyPr/>
                    <a:lstStyle/>
                    <a:p>
                      <a:pPr marL="0" indent="0" algn="ctr">
                        <a:lnSpc>
                          <a:spcPct val="100000"/>
                        </a:lnSpc>
                      </a:pPr>
                      <a:r>
                        <a:rPr lang="en-US" sz="1600" b="1" dirty="0">
                          <a:solidFill>
                            <a:srgbClr val="FFFFFF"/>
                          </a:solidFill>
                          <a:latin typeface="+mn-lt"/>
                          <a:cs typeface="Arial Black"/>
                        </a:rPr>
                        <a:t>Plan</a:t>
                      </a:r>
                      <a:r>
                        <a:rPr lang="en-US" sz="1600" b="1" spc="-50" dirty="0">
                          <a:solidFill>
                            <a:srgbClr val="FFFFFF"/>
                          </a:solidFill>
                          <a:latin typeface="+mn-lt"/>
                          <a:cs typeface="Arial Black"/>
                        </a:rPr>
                        <a:t> </a:t>
                      </a:r>
                      <a:r>
                        <a:rPr lang="en-US" sz="1600" b="1" spc="-10" dirty="0">
                          <a:solidFill>
                            <a:srgbClr val="FFFFFF"/>
                          </a:solidFill>
                          <a:latin typeface="+mn-lt"/>
                          <a:cs typeface="Arial Black"/>
                        </a:rPr>
                        <a:t>Feature</a:t>
                      </a:r>
                      <a:endParaRPr lang="en-US" sz="1600" b="1" dirty="0">
                        <a:latin typeface="+mn-lt"/>
                        <a:cs typeface="Arial Black"/>
                      </a:endParaRPr>
                    </a:p>
                  </a:txBody>
                  <a:tcPr anchor="ctr">
                    <a:lnR w="76200" cap="flat" cmpd="sng" algn="ctr">
                      <a:solidFill>
                        <a:schemeClr val="bg1"/>
                      </a:solidFill>
                      <a:prstDash val="solid"/>
                      <a:round/>
                      <a:headEnd type="none" w="med" len="med"/>
                      <a:tailEnd type="none" w="med" len="med"/>
                    </a:lnR>
                    <a:lnB w="38100" cap="flat" cmpd="sng" algn="ctr">
                      <a:noFill/>
                      <a:prstDash val="solid"/>
                      <a:round/>
                      <a:headEnd type="none" w="med" len="med"/>
                      <a:tailEnd type="none" w="med" len="med"/>
                    </a:lnB>
                    <a:solidFill>
                      <a:srgbClr val="0033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spc="-10" dirty="0">
                          <a:solidFill>
                            <a:srgbClr val="FFFFFF"/>
                          </a:solidFill>
                          <a:latin typeface="+mn-lt"/>
                          <a:cs typeface="Arial Black"/>
                        </a:rPr>
                        <a:t>International</a:t>
                      </a:r>
                      <a:endParaRPr lang="en-US" sz="1600" b="1" dirty="0">
                        <a:latin typeface="+mn-lt"/>
                        <a:cs typeface="Arial Black"/>
                      </a:endParaRPr>
                    </a:p>
                  </a:txBody>
                  <a:tcPr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B w="38100" cap="flat" cmpd="sng" algn="ctr">
                      <a:noFill/>
                      <a:prstDash val="solid"/>
                      <a:round/>
                      <a:headEnd type="none" w="med" len="med"/>
                      <a:tailEnd type="none" w="med" len="med"/>
                    </a:lnB>
                    <a:solidFill>
                      <a:srgbClr val="110081"/>
                    </a:solidFill>
                  </a:tcPr>
                </a:tc>
                <a:tc>
                  <a:txBody>
                    <a:bodyPr/>
                    <a:lstStyle/>
                    <a:p>
                      <a:pPr algn="ctr"/>
                      <a:r>
                        <a:rPr lang="en-US" sz="1600" b="1" kern="1200" spc="-10" dirty="0">
                          <a:solidFill>
                            <a:srgbClr val="FFFFFF"/>
                          </a:solidFill>
                          <a:latin typeface="+mn-lt"/>
                          <a:ea typeface="+mn-ea"/>
                          <a:cs typeface="Arial Black"/>
                        </a:rPr>
                        <a:t>In-Network U.S</a:t>
                      </a:r>
                      <a:endParaRPr lang="en-US" sz="1600" dirty="0"/>
                    </a:p>
                  </a:txBody>
                  <a:tcPr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B w="38100" cap="flat" cmpd="sng" algn="ctr">
                      <a:noFill/>
                      <a:prstDash val="solid"/>
                      <a:round/>
                      <a:headEnd type="none" w="med" len="med"/>
                      <a:tailEnd type="none" w="med" len="med"/>
                    </a:lnB>
                    <a:solidFill>
                      <a:srgbClr val="11008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spc="-20" dirty="0">
                          <a:solidFill>
                            <a:srgbClr val="FFFFFF"/>
                          </a:solidFill>
                          <a:latin typeface="+mn-lt"/>
                          <a:cs typeface="Arial Black"/>
                        </a:rPr>
                        <a:t>Out-</a:t>
                      </a:r>
                      <a:r>
                        <a:rPr lang="en-US" sz="1600" b="1" spc="-25" dirty="0">
                          <a:solidFill>
                            <a:srgbClr val="FFFFFF"/>
                          </a:solidFill>
                          <a:latin typeface="+mn-lt"/>
                          <a:cs typeface="Arial Black"/>
                        </a:rPr>
                        <a:t>of-</a:t>
                      </a:r>
                      <a:r>
                        <a:rPr lang="en-US" sz="1600" b="1" spc="-10" dirty="0">
                          <a:solidFill>
                            <a:srgbClr val="FFFFFF"/>
                          </a:solidFill>
                          <a:latin typeface="+mn-lt"/>
                          <a:cs typeface="Arial Black"/>
                        </a:rPr>
                        <a:t>network </a:t>
                      </a:r>
                      <a:r>
                        <a:rPr lang="en-US" sz="1600" b="1" spc="-20" dirty="0">
                          <a:solidFill>
                            <a:srgbClr val="FFFFFF"/>
                          </a:solidFill>
                          <a:latin typeface="+mn-lt"/>
                          <a:cs typeface="Arial Black"/>
                        </a:rPr>
                        <a:t>U.S.</a:t>
                      </a:r>
                      <a:endParaRPr lang="en-US" sz="1600" b="1" dirty="0">
                        <a:latin typeface="+mn-lt"/>
                        <a:cs typeface="Arial Black"/>
                      </a:endParaRPr>
                    </a:p>
                  </a:txBody>
                  <a:tcPr anchor="ctr">
                    <a:lnL w="76200" cap="flat" cmpd="sng" algn="ctr">
                      <a:solidFill>
                        <a:schemeClr val="bg1"/>
                      </a:solidFill>
                      <a:prstDash val="solid"/>
                      <a:round/>
                      <a:headEnd type="none" w="med" len="med"/>
                      <a:tailEnd type="none" w="med" len="med"/>
                    </a:lnL>
                    <a:lnB w="38100" cap="flat" cmpd="sng" algn="ctr">
                      <a:noFill/>
                      <a:prstDash val="solid"/>
                      <a:round/>
                      <a:headEnd type="none" w="med" len="med"/>
                      <a:tailEnd type="none" w="med" len="med"/>
                    </a:lnB>
                    <a:solidFill>
                      <a:srgbClr val="110081"/>
                    </a:solidFill>
                  </a:tcPr>
                </a:tc>
                <a:extLst>
                  <a:ext uri="{0D108BD9-81ED-4DB2-BD59-A6C34878D82A}">
                    <a16:rowId xmlns:a16="http://schemas.microsoft.com/office/drawing/2014/main" val="3831196004"/>
                  </a:ext>
                </a:extLst>
              </a:tr>
              <a:tr h="1199651">
                <a:tc>
                  <a:txBody>
                    <a:bodyPr/>
                    <a:lstStyle/>
                    <a:p>
                      <a:pPr marL="0" marR="0" lvl="0" indent="0" algn="l" defTabSz="914400" rtl="0" eaLnBrk="1" fontAlgn="auto" latinLnBrk="0" hangingPunct="1">
                        <a:lnSpc>
                          <a:spcPct val="100000"/>
                        </a:lnSpc>
                        <a:spcBef>
                          <a:spcPts val="25"/>
                        </a:spcBef>
                        <a:spcAft>
                          <a:spcPts val="0"/>
                        </a:spcAft>
                        <a:buClrTx/>
                        <a:buSzTx/>
                        <a:buFontTx/>
                        <a:buNone/>
                        <a:tabLst/>
                        <a:defRPr/>
                      </a:pPr>
                      <a:r>
                        <a:rPr lang="en-US" sz="1300" b="1" dirty="0">
                          <a:latin typeface="+mn-lt"/>
                          <a:cs typeface="Arial"/>
                        </a:rPr>
                        <a:t>Vision</a:t>
                      </a:r>
                      <a:r>
                        <a:rPr lang="en-US" sz="1300" b="1" spc="-45" dirty="0">
                          <a:latin typeface="+mn-lt"/>
                          <a:cs typeface="Arial"/>
                        </a:rPr>
                        <a:t> </a:t>
                      </a:r>
                      <a:r>
                        <a:rPr lang="en-US" sz="1300" b="1" spc="-10" dirty="0">
                          <a:latin typeface="+mn-lt"/>
                          <a:cs typeface="Arial"/>
                        </a:rPr>
                        <a:t>Exams</a:t>
                      </a:r>
                    </a:p>
                    <a:p>
                      <a:pPr marL="227013" marR="0" lvl="1" indent="-4763" algn="l" defTabSz="914400" rtl="0" eaLnBrk="1" fontAlgn="auto" latinLnBrk="0" hangingPunct="1">
                        <a:lnSpc>
                          <a:spcPct val="100000"/>
                        </a:lnSpc>
                        <a:spcBef>
                          <a:spcPts val="100"/>
                        </a:spcBef>
                        <a:spcAft>
                          <a:spcPts val="300"/>
                        </a:spcAft>
                        <a:buClrTx/>
                        <a:buSzTx/>
                        <a:buFontTx/>
                        <a:buNone/>
                        <a:tabLst/>
                        <a:defRPr/>
                      </a:pPr>
                      <a:r>
                        <a:rPr lang="en-US" sz="1300" dirty="0">
                          <a:latin typeface="+mn-lt"/>
                          <a:cs typeface="Arial"/>
                        </a:rPr>
                        <a:t>One</a:t>
                      </a:r>
                      <a:r>
                        <a:rPr lang="en-US" sz="1300" spc="-35" dirty="0">
                          <a:latin typeface="+mn-lt"/>
                          <a:cs typeface="Arial"/>
                        </a:rPr>
                        <a:t> </a:t>
                      </a:r>
                      <a:r>
                        <a:rPr lang="en-US" sz="1300" dirty="0">
                          <a:latin typeface="+mn-lt"/>
                          <a:cs typeface="Arial"/>
                        </a:rPr>
                        <a:t>Eye</a:t>
                      </a:r>
                      <a:r>
                        <a:rPr lang="en-US" sz="1300" spc="-25" dirty="0">
                          <a:latin typeface="+mn-lt"/>
                          <a:cs typeface="Arial"/>
                        </a:rPr>
                        <a:t> </a:t>
                      </a:r>
                      <a:r>
                        <a:rPr lang="en-US" sz="1300" dirty="0">
                          <a:latin typeface="+mn-lt"/>
                          <a:cs typeface="Arial"/>
                        </a:rPr>
                        <a:t>Exam</a:t>
                      </a:r>
                      <a:r>
                        <a:rPr lang="en-US" sz="1300" spc="-25" dirty="0">
                          <a:latin typeface="+mn-lt"/>
                          <a:cs typeface="Arial"/>
                        </a:rPr>
                        <a:t> </a:t>
                      </a:r>
                      <a:r>
                        <a:rPr lang="en-US" sz="1300" spc="-20" dirty="0">
                          <a:latin typeface="+mn-lt"/>
                          <a:cs typeface="Arial"/>
                        </a:rPr>
                        <a:t>every</a:t>
                      </a:r>
                      <a:r>
                        <a:rPr lang="en-US" sz="1300" spc="-20" dirty="0">
                          <a:solidFill>
                            <a:schemeClr val="tx1"/>
                          </a:solidFill>
                          <a:latin typeface="+mn-lt"/>
                          <a:cs typeface="Arial"/>
                        </a:rPr>
                        <a:t> </a:t>
                      </a:r>
                      <a:r>
                        <a:rPr lang="en-US" sz="1300" dirty="0">
                          <a:solidFill>
                            <a:schemeClr val="tx1"/>
                          </a:solidFill>
                          <a:latin typeface="+mn-lt"/>
                          <a:cs typeface="Arial"/>
                        </a:rPr>
                        <a:t>12</a:t>
                      </a:r>
                      <a:r>
                        <a:rPr lang="en-US" sz="1300" spc="-60" dirty="0">
                          <a:solidFill>
                            <a:schemeClr val="tx1"/>
                          </a:solidFill>
                          <a:latin typeface="+mn-lt"/>
                          <a:cs typeface="Arial"/>
                        </a:rPr>
                        <a:t> </a:t>
                      </a:r>
                      <a:r>
                        <a:rPr lang="en-US" sz="1300" dirty="0">
                          <a:latin typeface="+mn-lt"/>
                          <a:cs typeface="Arial"/>
                        </a:rPr>
                        <a:t>consecutive</a:t>
                      </a:r>
                      <a:r>
                        <a:rPr lang="en-US" sz="1300" spc="-40" dirty="0">
                          <a:latin typeface="+mn-lt"/>
                          <a:cs typeface="Arial"/>
                        </a:rPr>
                        <a:t> </a:t>
                      </a:r>
                      <a:r>
                        <a:rPr lang="en-US" sz="1300" spc="-10" dirty="0">
                          <a:latin typeface="+mn-lt"/>
                          <a:cs typeface="Arial"/>
                        </a:rPr>
                        <a:t>months</a:t>
                      </a:r>
                      <a:endParaRPr sz="1300" dirty="0">
                        <a:latin typeface="+mn-lt"/>
                        <a:cs typeface="Arial"/>
                      </a:endParaRPr>
                    </a:p>
                  </a:txBody>
                  <a:tcPr marL="182880" marT="3175" marB="0" anchor="ctr">
                    <a:lnR w="76200" cap="flat" cmpd="sng" algn="ctr">
                      <a:solidFill>
                        <a:schemeClr val="bg1"/>
                      </a:solidFill>
                      <a:prstDash val="solid"/>
                      <a:round/>
                      <a:headEnd type="none" w="med" len="med"/>
                      <a:tailEnd type="none" w="med" len="med"/>
                    </a:lnR>
                    <a:lnT w="38100" cap="flat" cmpd="sng" algn="ctr">
                      <a:noFill/>
                      <a:prstDash val="solid"/>
                      <a:round/>
                      <a:headEnd type="none" w="med" len="med"/>
                      <a:tailEnd type="none" w="med" len="med"/>
                    </a:lnT>
                    <a:lnB w="6350" cap="flat" cmpd="sng" algn="ctr">
                      <a:solidFill>
                        <a:srgbClr val="11008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90% not subject to deductible</a:t>
                      </a:r>
                    </a:p>
                  </a:txBody>
                  <a:tcPr marL="0" marR="0" marT="0" marB="0"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38100" cap="flat" cmpd="sng" algn="ctr">
                      <a:noFill/>
                      <a:prstDash val="solid"/>
                      <a:round/>
                      <a:headEnd type="none" w="med" len="med"/>
                      <a:tailEnd type="none" w="med" len="med"/>
                    </a:lnT>
                    <a:lnB w="6350" cap="flat" cmpd="sng" algn="ctr">
                      <a:solidFill>
                        <a:srgbClr val="110081"/>
                      </a:solidFill>
                      <a:prstDash val="solid"/>
                      <a:round/>
                      <a:headEnd type="none" w="med" len="med"/>
                      <a:tailEnd type="none" w="med" len="med"/>
                    </a:lnB>
                    <a:solidFill>
                      <a:srgbClr val="E7E5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90% not subject to deductible</a:t>
                      </a:r>
                    </a:p>
                  </a:txBody>
                  <a:tcPr marL="0" marR="0" marT="0" marB="0"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38100" cap="flat" cmpd="sng" algn="ctr">
                      <a:noFill/>
                      <a:prstDash val="solid"/>
                      <a:round/>
                      <a:headEnd type="none" w="med" len="med"/>
                      <a:tailEnd type="none" w="med" len="med"/>
                    </a:lnT>
                    <a:lnB w="6350" cap="flat" cmpd="sng" algn="ctr">
                      <a:solidFill>
                        <a:srgbClr val="110081"/>
                      </a:solidFill>
                      <a:prstDash val="solid"/>
                      <a:round/>
                      <a:headEnd type="none" w="med" len="med"/>
                      <a:tailEnd type="none" w="med" len="med"/>
                    </a:lnB>
                    <a:solidFill>
                      <a:srgbClr val="E7E5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90% not subject to deductible</a:t>
                      </a:r>
                    </a:p>
                  </a:txBody>
                  <a:tcPr marL="0" marR="0" marT="0" marB="0" anchor="ctr">
                    <a:lnL w="76200" cap="flat" cmpd="sng" algn="ctr">
                      <a:solidFill>
                        <a:schemeClr val="bg1"/>
                      </a:solidFill>
                      <a:prstDash val="solid"/>
                      <a:round/>
                      <a:headEnd type="none" w="med" len="med"/>
                      <a:tailEnd type="none" w="med" len="med"/>
                    </a:lnL>
                    <a:lnT w="38100" cap="flat" cmpd="sng" algn="ctr">
                      <a:noFill/>
                      <a:prstDash val="solid"/>
                      <a:round/>
                      <a:headEnd type="none" w="med" len="med"/>
                      <a:tailEnd type="none" w="med" len="med"/>
                    </a:lnT>
                    <a:lnB w="6350" cap="flat" cmpd="sng" algn="ctr">
                      <a:solidFill>
                        <a:srgbClr val="110081"/>
                      </a:solidFill>
                      <a:prstDash val="solid"/>
                      <a:round/>
                      <a:headEnd type="none" w="med" len="med"/>
                      <a:tailEnd type="none" w="med" len="med"/>
                    </a:lnB>
                    <a:solidFill>
                      <a:srgbClr val="E7E5F2"/>
                    </a:solidFill>
                  </a:tcPr>
                </a:tc>
                <a:extLst>
                  <a:ext uri="{0D108BD9-81ED-4DB2-BD59-A6C34878D82A}">
                    <a16:rowId xmlns:a16="http://schemas.microsoft.com/office/drawing/2014/main" val="2452501317"/>
                  </a:ext>
                </a:extLst>
              </a:tr>
              <a:tr h="1199651">
                <a:tc>
                  <a:txBody>
                    <a:bodyPr/>
                    <a:lstStyle/>
                    <a:p>
                      <a:pPr marL="0" marR="0" lvl="0" indent="0" algn="l" defTabSz="914400" rtl="0" eaLnBrk="1" fontAlgn="auto" latinLnBrk="0" hangingPunct="1">
                        <a:lnSpc>
                          <a:spcPct val="100000"/>
                        </a:lnSpc>
                        <a:spcBef>
                          <a:spcPts val="45"/>
                        </a:spcBef>
                        <a:spcAft>
                          <a:spcPts val="0"/>
                        </a:spcAft>
                        <a:buClrTx/>
                        <a:buSzTx/>
                        <a:buFontTx/>
                        <a:buNone/>
                        <a:tabLst/>
                        <a:defRPr/>
                      </a:pPr>
                      <a:r>
                        <a:rPr lang="en-US" sz="1300" b="1" dirty="0">
                          <a:latin typeface="+mn-lt"/>
                          <a:cs typeface="Arial"/>
                        </a:rPr>
                        <a:t>Vision</a:t>
                      </a:r>
                      <a:r>
                        <a:rPr lang="en-US" sz="1300" b="1" spc="-25" dirty="0">
                          <a:latin typeface="+mn-lt"/>
                          <a:cs typeface="Arial"/>
                        </a:rPr>
                        <a:t> </a:t>
                      </a:r>
                      <a:r>
                        <a:rPr lang="en-US" sz="1300" b="1" dirty="0">
                          <a:latin typeface="+mn-lt"/>
                          <a:cs typeface="Arial"/>
                        </a:rPr>
                        <a:t>Hardware</a:t>
                      </a:r>
                      <a:r>
                        <a:rPr lang="en-US" sz="1300" b="1" spc="-45" dirty="0">
                          <a:latin typeface="+mn-lt"/>
                          <a:cs typeface="Arial"/>
                        </a:rPr>
                        <a:t> </a:t>
                      </a:r>
                      <a:r>
                        <a:rPr lang="en-US" sz="1300" b="1" dirty="0">
                          <a:latin typeface="+mn-lt"/>
                          <a:cs typeface="Arial"/>
                        </a:rPr>
                        <a:t>–</a:t>
                      </a:r>
                      <a:r>
                        <a:rPr lang="en-US" sz="1300" b="1" spc="-35" dirty="0">
                          <a:latin typeface="+mn-lt"/>
                          <a:cs typeface="Arial"/>
                        </a:rPr>
                        <a:t> </a:t>
                      </a:r>
                      <a:r>
                        <a:rPr lang="en-US" sz="1300" b="1" dirty="0">
                          <a:latin typeface="+mn-lt"/>
                          <a:cs typeface="Arial"/>
                        </a:rPr>
                        <a:t>Lenses</a:t>
                      </a:r>
                      <a:br>
                        <a:rPr lang="en-US" sz="1300" b="1" spc="-10" dirty="0">
                          <a:latin typeface="+mn-lt"/>
                          <a:cs typeface="Arial"/>
                        </a:rPr>
                      </a:br>
                      <a:r>
                        <a:rPr lang="en-US" sz="1300" b="1" dirty="0">
                          <a:latin typeface="+mn-lt"/>
                          <a:cs typeface="Arial"/>
                        </a:rPr>
                        <a:t>&amp;</a:t>
                      </a:r>
                      <a:r>
                        <a:rPr lang="en-US" sz="1300" b="1" spc="-45" dirty="0">
                          <a:latin typeface="+mn-lt"/>
                          <a:cs typeface="Arial"/>
                        </a:rPr>
                        <a:t> </a:t>
                      </a:r>
                      <a:r>
                        <a:rPr lang="en-US" sz="1300" b="1" spc="-10" dirty="0">
                          <a:latin typeface="+mn-lt"/>
                          <a:cs typeface="Arial"/>
                        </a:rPr>
                        <a:t>Frames</a:t>
                      </a:r>
                    </a:p>
                    <a:p>
                      <a:pPr marL="227013" marR="0" lvl="1" indent="-4763" algn="l" defTabSz="914400" rtl="0" eaLnBrk="1" fontAlgn="auto" latinLnBrk="0" hangingPunct="1">
                        <a:lnSpc>
                          <a:spcPct val="100000"/>
                        </a:lnSpc>
                        <a:spcBef>
                          <a:spcPts val="100"/>
                        </a:spcBef>
                        <a:spcAft>
                          <a:spcPts val="300"/>
                        </a:spcAft>
                        <a:buClrTx/>
                        <a:buSzTx/>
                        <a:buFontTx/>
                        <a:buNone/>
                        <a:tabLst/>
                        <a:defRPr/>
                      </a:pPr>
                      <a:r>
                        <a:rPr lang="en-US" sz="1300" kern="1200" dirty="0">
                          <a:solidFill>
                            <a:schemeClr val="dk1"/>
                          </a:solidFill>
                          <a:latin typeface="+mn-lt"/>
                          <a:ea typeface="+mn-ea"/>
                          <a:cs typeface="Arial"/>
                        </a:rPr>
                        <a:t>One pair of glasses or contact lenses </a:t>
                      </a:r>
                      <a:r>
                        <a:rPr lang="en-US" sz="1300" kern="1200" dirty="0">
                          <a:solidFill>
                            <a:schemeClr val="tx1"/>
                          </a:solidFill>
                          <a:latin typeface="+mn-lt"/>
                          <a:ea typeface="+mn-ea"/>
                          <a:cs typeface="Arial"/>
                        </a:rPr>
                        <a:t>per 24 </a:t>
                      </a:r>
                      <a:r>
                        <a:rPr lang="en-US" sz="1300" kern="1200" dirty="0">
                          <a:solidFill>
                            <a:schemeClr val="dk1"/>
                          </a:solidFill>
                          <a:latin typeface="+mn-lt"/>
                          <a:ea typeface="+mn-ea"/>
                          <a:cs typeface="Arial"/>
                        </a:rPr>
                        <a:t>consecutive months</a:t>
                      </a:r>
                    </a:p>
                    <a:p>
                      <a:pPr marL="227013" marR="0" lvl="1" indent="-4763" algn="l" defTabSz="914400" rtl="0" eaLnBrk="1" fontAlgn="auto" latinLnBrk="0" hangingPunct="1">
                        <a:lnSpc>
                          <a:spcPct val="100000"/>
                        </a:lnSpc>
                        <a:spcBef>
                          <a:spcPts val="100"/>
                        </a:spcBef>
                        <a:spcAft>
                          <a:spcPts val="300"/>
                        </a:spcAft>
                        <a:buClrTx/>
                        <a:buSzTx/>
                        <a:buFontTx/>
                        <a:buNone/>
                        <a:tabLst/>
                        <a:defRPr/>
                      </a:pPr>
                      <a:r>
                        <a:rPr lang="en-US" sz="1300" kern="1200" dirty="0">
                          <a:solidFill>
                            <a:schemeClr val="dk1"/>
                          </a:solidFill>
                          <a:latin typeface="+mn-lt"/>
                          <a:ea typeface="+mn-ea"/>
                          <a:cs typeface="Arial"/>
                        </a:rPr>
                        <a:t>Hardware max benefit $250</a:t>
                      </a:r>
                      <a:endParaRPr sz="1300" dirty="0">
                        <a:latin typeface="+mn-lt"/>
                        <a:cs typeface="Arial"/>
                      </a:endParaRPr>
                    </a:p>
                  </a:txBody>
                  <a:tcPr marL="182880" marT="5715" marB="0" anchor="ctr">
                    <a:lnR w="76200" cap="flat" cmpd="sng" algn="ctr">
                      <a:solidFill>
                        <a:schemeClr val="bg1"/>
                      </a:solidFill>
                      <a:prstDash val="solid"/>
                      <a:round/>
                      <a:headEnd type="none" w="med" len="med"/>
                      <a:tailEnd type="none" w="med" len="med"/>
                    </a:lnR>
                    <a:lnT w="6350" cap="flat" cmpd="sng" algn="ctr">
                      <a:solidFill>
                        <a:srgbClr val="110081"/>
                      </a:solidFill>
                      <a:prstDash val="solid"/>
                      <a:round/>
                      <a:headEnd type="none" w="med" len="med"/>
                      <a:tailEnd type="none" w="med" len="med"/>
                    </a:lnT>
                    <a:lnB w="28575" cap="flat" cmpd="sng" algn="ctr">
                      <a:solidFill>
                        <a:srgbClr val="11008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90% not subject to deductible</a:t>
                      </a:r>
                    </a:p>
                  </a:txBody>
                  <a:tcPr marL="0" marR="0" marT="0" marB="0"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6350" cap="flat" cmpd="sng" algn="ctr">
                      <a:solidFill>
                        <a:srgbClr val="110081"/>
                      </a:solidFill>
                      <a:prstDash val="solid"/>
                      <a:round/>
                      <a:headEnd type="none" w="med" len="med"/>
                      <a:tailEnd type="none" w="med" len="med"/>
                    </a:lnT>
                    <a:lnB w="28575" cap="flat" cmpd="sng" algn="ctr">
                      <a:solidFill>
                        <a:srgbClr val="110081"/>
                      </a:solidFill>
                      <a:prstDash val="solid"/>
                      <a:round/>
                      <a:headEnd type="none" w="med" len="med"/>
                      <a:tailEnd type="none" w="med" len="med"/>
                    </a:lnB>
                    <a:solidFill>
                      <a:srgbClr val="E7E5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90% not subject to deductible</a:t>
                      </a:r>
                    </a:p>
                  </a:txBody>
                  <a:tcPr marL="0" marR="0" marT="0" marB="0"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6350" cap="flat" cmpd="sng" algn="ctr">
                      <a:solidFill>
                        <a:srgbClr val="110081"/>
                      </a:solidFill>
                      <a:prstDash val="solid"/>
                      <a:round/>
                      <a:headEnd type="none" w="med" len="med"/>
                      <a:tailEnd type="none" w="med" len="med"/>
                    </a:lnT>
                    <a:lnB w="28575" cap="flat" cmpd="sng" algn="ctr">
                      <a:solidFill>
                        <a:srgbClr val="110081"/>
                      </a:solidFill>
                      <a:prstDash val="solid"/>
                      <a:round/>
                      <a:headEnd type="none" w="med" len="med"/>
                      <a:tailEnd type="none" w="med" len="med"/>
                    </a:lnB>
                    <a:solidFill>
                      <a:srgbClr val="E7E5F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90% not subject to deductible</a:t>
                      </a:r>
                    </a:p>
                  </a:txBody>
                  <a:tcPr marL="0" marR="0" marT="0" marB="0" anchor="ctr">
                    <a:lnL w="76200" cap="flat" cmpd="sng" algn="ctr">
                      <a:solidFill>
                        <a:schemeClr val="bg1"/>
                      </a:solidFill>
                      <a:prstDash val="solid"/>
                      <a:round/>
                      <a:headEnd type="none" w="med" len="med"/>
                      <a:tailEnd type="none" w="med" len="med"/>
                    </a:lnL>
                    <a:lnT w="6350" cap="flat" cmpd="sng" algn="ctr">
                      <a:solidFill>
                        <a:srgbClr val="110081"/>
                      </a:solidFill>
                      <a:prstDash val="solid"/>
                      <a:round/>
                      <a:headEnd type="none" w="med" len="med"/>
                      <a:tailEnd type="none" w="med" len="med"/>
                    </a:lnT>
                    <a:lnB w="28575" cap="flat" cmpd="sng" algn="ctr">
                      <a:solidFill>
                        <a:srgbClr val="110081"/>
                      </a:solidFill>
                      <a:prstDash val="solid"/>
                      <a:round/>
                      <a:headEnd type="none" w="med" len="med"/>
                      <a:tailEnd type="none" w="med" len="med"/>
                    </a:lnB>
                    <a:solidFill>
                      <a:srgbClr val="E7E5F2"/>
                    </a:solidFill>
                  </a:tcPr>
                </a:tc>
                <a:extLst>
                  <a:ext uri="{0D108BD9-81ED-4DB2-BD59-A6C34878D82A}">
                    <a16:rowId xmlns:a16="http://schemas.microsoft.com/office/drawing/2014/main" val="3407891807"/>
                  </a:ext>
                </a:extLst>
              </a:tr>
            </a:tbl>
          </a:graphicData>
        </a:graphic>
      </p:graphicFrame>
    </p:spTree>
    <p:extLst>
      <p:ext uri="{BB962C8B-B14F-4D97-AF65-F5344CB8AC3E}">
        <p14:creationId xmlns:p14="http://schemas.microsoft.com/office/powerpoint/2010/main" val="25804381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0AA7B-A0A0-1650-25D2-416DD34315F7}"/>
              </a:ext>
            </a:extLst>
          </p:cNvPr>
          <p:cNvSpPr>
            <a:spLocks noGrp="1"/>
          </p:cNvSpPr>
          <p:nvPr>
            <p:ph type="title"/>
          </p:nvPr>
        </p:nvSpPr>
        <p:spPr>
          <a:xfrm>
            <a:off x="360000" y="360000"/>
            <a:ext cx="11473200" cy="512474"/>
          </a:xfrm>
        </p:spPr>
        <p:txBody>
          <a:bodyPr/>
          <a:lstStyle/>
          <a:p>
            <a:r>
              <a:rPr lang="en-US" dirty="0"/>
              <a:t>IEAP &amp; Evac</a:t>
            </a:r>
          </a:p>
        </p:txBody>
      </p:sp>
      <p:sp>
        <p:nvSpPr>
          <p:cNvPr id="4" name="Slide Number Placeholder 3">
            <a:extLst>
              <a:ext uri="{FF2B5EF4-FFF2-40B4-BE49-F238E27FC236}">
                <a16:creationId xmlns:a16="http://schemas.microsoft.com/office/drawing/2014/main" id="{9159CF1C-8DD9-BAA7-F494-F0A9D3DB9ABA}"/>
              </a:ext>
            </a:extLst>
          </p:cNvPr>
          <p:cNvSpPr>
            <a:spLocks noGrp="1"/>
          </p:cNvSpPr>
          <p:nvPr>
            <p:ph type="sldNum" sz="quarter" idx="11"/>
          </p:nvPr>
        </p:nvSpPr>
        <p:spPr/>
        <p:txBody>
          <a:bodyPr/>
          <a:lstStyle/>
          <a:p>
            <a:fld id="{23AA811B-2EBD-4900-905E-5BE206449611}" type="slidenum">
              <a:rPr lang="en-US" smtClean="0"/>
              <a:pPr/>
              <a:t>11</a:t>
            </a:fld>
            <a:endParaRPr lang="en-US" dirty="0"/>
          </a:p>
        </p:txBody>
      </p:sp>
      <p:graphicFrame>
        <p:nvGraphicFramePr>
          <p:cNvPr id="6" name="object 4">
            <a:extLst>
              <a:ext uri="{FF2B5EF4-FFF2-40B4-BE49-F238E27FC236}">
                <a16:creationId xmlns:a16="http://schemas.microsoft.com/office/drawing/2014/main" id="{31B39A55-6D60-BC80-247E-BA85983A6DBD}"/>
              </a:ext>
            </a:extLst>
          </p:cNvPr>
          <p:cNvGraphicFramePr>
            <a:graphicFrameLocks noGrp="1"/>
          </p:cNvGraphicFramePr>
          <p:nvPr>
            <p:extLst>
              <p:ext uri="{D42A27DB-BD31-4B8C-83A1-F6EECF244321}">
                <p14:modId xmlns:p14="http://schemas.microsoft.com/office/powerpoint/2010/main" val="1432261581"/>
              </p:ext>
            </p:extLst>
          </p:nvPr>
        </p:nvGraphicFramePr>
        <p:xfrm>
          <a:off x="1133476" y="1117921"/>
          <a:ext cx="9886949" cy="2317018"/>
        </p:xfrm>
        <a:graphic>
          <a:graphicData uri="http://schemas.openxmlformats.org/drawingml/2006/table">
            <a:tbl>
              <a:tblPr firstRow="1" bandRow="1">
                <a:tableStyleId>{2D5ABB26-0587-4C30-8999-92F81FD0307C}</a:tableStyleId>
              </a:tblPr>
              <a:tblGrid>
                <a:gridCol w="3028315">
                  <a:extLst>
                    <a:ext uri="{9D8B030D-6E8A-4147-A177-3AD203B41FA5}">
                      <a16:colId xmlns:a16="http://schemas.microsoft.com/office/drawing/2014/main" val="20000"/>
                    </a:ext>
                  </a:extLst>
                </a:gridCol>
                <a:gridCol w="6858634">
                  <a:extLst>
                    <a:ext uri="{9D8B030D-6E8A-4147-A177-3AD203B41FA5}">
                      <a16:colId xmlns:a16="http://schemas.microsoft.com/office/drawing/2014/main" val="20001"/>
                    </a:ext>
                  </a:extLst>
                </a:gridCol>
              </a:tblGrid>
              <a:tr h="466180">
                <a:tc gridSpan="2">
                  <a:txBody>
                    <a:bodyPr/>
                    <a:lstStyle/>
                    <a:p>
                      <a:pPr algn="ctr">
                        <a:lnSpc>
                          <a:spcPct val="100000"/>
                        </a:lnSpc>
                        <a:spcBef>
                          <a:spcPts val="1340"/>
                        </a:spcBef>
                      </a:pPr>
                      <a:r>
                        <a:rPr sz="1400" b="1" dirty="0">
                          <a:solidFill>
                            <a:srgbClr val="FFFFFF"/>
                          </a:solidFill>
                          <a:latin typeface="+mn-lt"/>
                          <a:cs typeface="Arial Black"/>
                        </a:rPr>
                        <a:t>Emergency</a:t>
                      </a:r>
                      <a:r>
                        <a:rPr sz="1400" b="1" spc="-120" dirty="0">
                          <a:solidFill>
                            <a:srgbClr val="FFFFFF"/>
                          </a:solidFill>
                          <a:latin typeface="+mn-lt"/>
                          <a:cs typeface="Arial Black"/>
                        </a:rPr>
                        <a:t> </a:t>
                      </a:r>
                      <a:r>
                        <a:rPr sz="1400" b="1" spc="-10" dirty="0">
                          <a:solidFill>
                            <a:srgbClr val="FFFFFF"/>
                          </a:solidFill>
                          <a:latin typeface="+mn-lt"/>
                          <a:cs typeface="Arial Black"/>
                        </a:rPr>
                        <a:t>Evacuation</a:t>
                      </a:r>
                      <a:endParaRPr sz="1400" b="1" dirty="0">
                        <a:latin typeface="+mn-lt"/>
                        <a:cs typeface="Arial Black"/>
                      </a:endParaRPr>
                    </a:p>
                  </a:txBody>
                  <a:tcPr marL="0" marR="0" marT="0" marB="0" anchor="ctr">
                    <a:lnR w="28575" cap="flat" cmpd="sng" algn="ctr">
                      <a:noFill/>
                      <a:prstDash val="solid"/>
                      <a:round/>
                      <a:headEnd type="none" w="med" len="med"/>
                      <a:tailEnd type="none" w="med" len="med"/>
                    </a:lnR>
                    <a:solidFill>
                      <a:srgbClr val="110081"/>
                    </a:solidFill>
                  </a:tcPr>
                </a:tc>
                <a:tc hMerge="1">
                  <a:txBody>
                    <a:bodyPr/>
                    <a:lstStyle/>
                    <a:p>
                      <a:endParaRPr/>
                    </a:p>
                  </a:txBody>
                  <a:tcPr marL="0" marR="0" marT="0" marB="0"/>
                </a:tc>
                <a:extLst>
                  <a:ext uri="{0D108BD9-81ED-4DB2-BD59-A6C34878D82A}">
                    <a16:rowId xmlns:a16="http://schemas.microsoft.com/office/drawing/2014/main" val="10000"/>
                  </a:ext>
                </a:extLst>
              </a:tr>
              <a:tr h="446405">
                <a:tc>
                  <a:txBody>
                    <a:bodyPr/>
                    <a:lstStyle/>
                    <a:p>
                      <a:pPr marL="0" indent="0">
                        <a:lnSpc>
                          <a:spcPct val="100000"/>
                        </a:lnSpc>
                        <a:spcBef>
                          <a:spcPts val="940"/>
                        </a:spcBef>
                      </a:pPr>
                      <a:r>
                        <a:rPr sz="1100" b="1" spc="-10" dirty="0">
                          <a:latin typeface="+mn-lt"/>
                          <a:cs typeface="Arial"/>
                        </a:rPr>
                        <a:t>Toll</a:t>
                      </a:r>
                      <a:r>
                        <a:rPr sz="1100" b="1" spc="-45" dirty="0">
                          <a:latin typeface="+mn-lt"/>
                          <a:cs typeface="Arial"/>
                        </a:rPr>
                        <a:t> </a:t>
                      </a:r>
                      <a:r>
                        <a:rPr sz="1100" b="1" dirty="0">
                          <a:latin typeface="+mn-lt"/>
                          <a:cs typeface="Arial"/>
                        </a:rPr>
                        <a:t>Free</a:t>
                      </a:r>
                      <a:r>
                        <a:rPr sz="1100" b="1" spc="-50" dirty="0">
                          <a:latin typeface="+mn-lt"/>
                          <a:cs typeface="Arial"/>
                        </a:rPr>
                        <a:t> </a:t>
                      </a:r>
                      <a:r>
                        <a:rPr sz="1100" b="1" spc="-10" dirty="0">
                          <a:latin typeface="+mn-lt"/>
                          <a:cs typeface="Arial"/>
                        </a:rPr>
                        <a:t>Telephone</a:t>
                      </a:r>
                      <a:r>
                        <a:rPr sz="1100" b="1" spc="-15" dirty="0">
                          <a:latin typeface="+mn-lt"/>
                          <a:cs typeface="Arial"/>
                        </a:rPr>
                        <a:t> </a:t>
                      </a:r>
                      <a:r>
                        <a:rPr sz="1100" b="1" spc="-10" dirty="0">
                          <a:latin typeface="+mn-lt"/>
                          <a:cs typeface="Arial"/>
                        </a:rPr>
                        <a:t>number:</a:t>
                      </a:r>
                      <a:endParaRPr sz="1100" dirty="0">
                        <a:latin typeface="+mn-lt"/>
                        <a:cs typeface="Arial"/>
                      </a:endParaRPr>
                    </a:p>
                  </a:txBody>
                  <a:tcPr marL="182880" marR="45720" marT="0" marB="0" anchor="ctr">
                    <a:lnR w="76200">
                      <a:solidFill>
                        <a:srgbClr val="FFFFFF"/>
                      </a:solidFill>
                      <a:prstDash val="solid"/>
                    </a:lnR>
                    <a:lnB w="6350" cap="flat" cmpd="sng" algn="ctr">
                      <a:solidFill>
                        <a:srgbClr val="110081"/>
                      </a:solidFill>
                      <a:prstDash val="solid"/>
                      <a:round/>
                      <a:headEnd type="none" w="med" len="med"/>
                      <a:tailEnd type="none" w="med" len="med"/>
                    </a:lnB>
                    <a:noFill/>
                  </a:tcPr>
                </a:tc>
                <a:tc>
                  <a:txBody>
                    <a:bodyPr/>
                    <a:lstStyle/>
                    <a:p>
                      <a:pPr marL="0" indent="0" algn="l">
                        <a:lnSpc>
                          <a:spcPct val="100000"/>
                        </a:lnSpc>
                        <a:spcBef>
                          <a:spcPts val="940"/>
                        </a:spcBef>
                      </a:pPr>
                      <a:r>
                        <a:rPr sz="1100" b="1" spc="-10" dirty="0">
                          <a:latin typeface="+mn-lt"/>
                          <a:cs typeface="Arial"/>
                        </a:rPr>
                        <a:t>1.800.441.2668</a:t>
                      </a:r>
                      <a:endParaRPr sz="1100" dirty="0">
                        <a:latin typeface="+mn-lt"/>
                        <a:cs typeface="Arial"/>
                      </a:endParaRPr>
                    </a:p>
                  </a:txBody>
                  <a:tcPr marL="182880" marR="45720" marT="0" marB="0" anchor="ctr">
                    <a:lnL w="76200">
                      <a:solidFill>
                        <a:srgbClr val="FFFFFF"/>
                      </a:solidFill>
                      <a:prstDash val="solid"/>
                    </a:lnL>
                    <a:lnR w="28575" cap="flat" cmpd="sng" algn="ctr">
                      <a:noFill/>
                      <a:prstDash val="solid"/>
                      <a:round/>
                      <a:headEnd type="none" w="med" len="med"/>
                      <a:tailEnd type="none" w="med" len="med"/>
                    </a:lnR>
                    <a:lnB w="6350" cap="flat" cmpd="sng" algn="ctr">
                      <a:solidFill>
                        <a:srgbClr val="110081"/>
                      </a:solidFill>
                      <a:prstDash val="solid"/>
                      <a:round/>
                      <a:headEnd type="none" w="med" len="med"/>
                      <a:tailEnd type="none" w="med" len="med"/>
                    </a:lnB>
                    <a:solidFill>
                      <a:srgbClr val="E7E5F2"/>
                    </a:solidFill>
                  </a:tcPr>
                </a:tc>
                <a:extLst>
                  <a:ext uri="{0D108BD9-81ED-4DB2-BD59-A6C34878D82A}">
                    <a16:rowId xmlns:a16="http://schemas.microsoft.com/office/drawing/2014/main" val="10001"/>
                  </a:ext>
                </a:extLst>
              </a:tr>
              <a:tr h="446405">
                <a:tc>
                  <a:txBody>
                    <a:bodyPr/>
                    <a:lstStyle/>
                    <a:p>
                      <a:pPr marL="0" indent="0">
                        <a:lnSpc>
                          <a:spcPct val="100000"/>
                        </a:lnSpc>
                        <a:spcBef>
                          <a:spcPts val="940"/>
                        </a:spcBef>
                      </a:pPr>
                      <a:r>
                        <a:rPr sz="1100" b="1" dirty="0">
                          <a:latin typeface="+mn-lt"/>
                          <a:cs typeface="Arial"/>
                        </a:rPr>
                        <a:t>Emergency</a:t>
                      </a:r>
                      <a:r>
                        <a:rPr sz="1100" b="1" spc="-75" dirty="0">
                          <a:latin typeface="+mn-lt"/>
                          <a:cs typeface="Arial"/>
                        </a:rPr>
                        <a:t> </a:t>
                      </a:r>
                      <a:r>
                        <a:rPr sz="1100" b="1" spc="-10" dirty="0">
                          <a:latin typeface="+mn-lt"/>
                          <a:cs typeface="Arial"/>
                        </a:rPr>
                        <a:t>Evacuation</a:t>
                      </a:r>
                      <a:endParaRPr sz="1100" dirty="0">
                        <a:latin typeface="+mn-lt"/>
                        <a:cs typeface="Arial"/>
                      </a:endParaRPr>
                    </a:p>
                  </a:txBody>
                  <a:tcPr marL="182880" marR="45720" marT="119380" marB="0">
                    <a:lnR w="76200">
                      <a:solidFill>
                        <a:srgbClr val="FFFFFF"/>
                      </a:solidFill>
                      <a:prstDash val="solid"/>
                    </a:lnR>
                    <a:lnT w="6350" cap="flat" cmpd="sng" algn="ctr">
                      <a:solidFill>
                        <a:srgbClr val="110081"/>
                      </a:solidFill>
                      <a:prstDash val="solid"/>
                      <a:round/>
                      <a:headEnd type="none" w="med" len="med"/>
                      <a:tailEnd type="none" w="med" len="med"/>
                    </a:lnT>
                    <a:lnB w="6350" cap="flat" cmpd="sng" algn="ctr">
                      <a:solidFill>
                        <a:srgbClr val="110081"/>
                      </a:solidFill>
                      <a:prstDash val="solid"/>
                      <a:round/>
                      <a:headEnd type="none" w="med" len="med"/>
                      <a:tailEnd type="none" w="med" len="med"/>
                    </a:lnB>
                    <a:noFill/>
                  </a:tcPr>
                </a:tc>
                <a:tc>
                  <a:txBody>
                    <a:bodyPr/>
                    <a:lstStyle/>
                    <a:p>
                      <a:pPr marL="0" indent="0" algn="l">
                        <a:lnSpc>
                          <a:spcPct val="100000"/>
                        </a:lnSpc>
                        <a:spcBef>
                          <a:spcPts val="940"/>
                        </a:spcBef>
                      </a:pPr>
                      <a:r>
                        <a:rPr sz="1100" dirty="0">
                          <a:latin typeface="+mn-lt"/>
                          <a:cs typeface="Arial"/>
                        </a:rPr>
                        <a:t>100%</a:t>
                      </a:r>
                      <a:r>
                        <a:rPr sz="1100" spc="-40" dirty="0">
                          <a:latin typeface="+mn-lt"/>
                          <a:cs typeface="Arial"/>
                        </a:rPr>
                        <a:t> </a:t>
                      </a:r>
                      <a:r>
                        <a:rPr sz="1100" dirty="0">
                          <a:latin typeface="+mn-lt"/>
                          <a:cs typeface="Arial"/>
                        </a:rPr>
                        <a:t>of</a:t>
                      </a:r>
                      <a:r>
                        <a:rPr sz="1100" spc="-40" dirty="0">
                          <a:latin typeface="+mn-lt"/>
                          <a:cs typeface="Arial"/>
                        </a:rPr>
                        <a:t> </a:t>
                      </a:r>
                      <a:r>
                        <a:rPr sz="1100" dirty="0">
                          <a:latin typeface="+mn-lt"/>
                          <a:cs typeface="Arial"/>
                        </a:rPr>
                        <a:t>covered</a:t>
                      </a:r>
                      <a:r>
                        <a:rPr sz="1100" spc="-5" dirty="0">
                          <a:latin typeface="+mn-lt"/>
                          <a:cs typeface="Arial"/>
                        </a:rPr>
                        <a:t> </a:t>
                      </a:r>
                      <a:r>
                        <a:rPr sz="1100" dirty="0">
                          <a:latin typeface="+mn-lt"/>
                          <a:cs typeface="Arial"/>
                        </a:rPr>
                        <a:t>expenses</a:t>
                      </a:r>
                      <a:r>
                        <a:rPr sz="1100" spc="-10" dirty="0">
                          <a:latin typeface="+mn-lt"/>
                          <a:cs typeface="Arial"/>
                        </a:rPr>
                        <a:t> </a:t>
                      </a:r>
                      <a:r>
                        <a:rPr sz="1100" dirty="0">
                          <a:latin typeface="+mn-lt"/>
                          <a:cs typeface="Arial"/>
                        </a:rPr>
                        <a:t>not</a:t>
                      </a:r>
                      <a:r>
                        <a:rPr sz="1100" spc="-40" dirty="0">
                          <a:latin typeface="+mn-lt"/>
                          <a:cs typeface="Arial"/>
                        </a:rPr>
                        <a:t> </a:t>
                      </a:r>
                      <a:r>
                        <a:rPr sz="1100" dirty="0">
                          <a:latin typeface="+mn-lt"/>
                          <a:cs typeface="Arial"/>
                        </a:rPr>
                        <a:t>subject</a:t>
                      </a:r>
                      <a:r>
                        <a:rPr sz="1100" spc="-30" dirty="0">
                          <a:latin typeface="+mn-lt"/>
                          <a:cs typeface="Arial"/>
                        </a:rPr>
                        <a:t> </a:t>
                      </a:r>
                      <a:r>
                        <a:rPr sz="1100" dirty="0">
                          <a:latin typeface="+mn-lt"/>
                          <a:cs typeface="Arial"/>
                        </a:rPr>
                        <a:t>to</a:t>
                      </a:r>
                      <a:r>
                        <a:rPr sz="1100" spc="-40" dirty="0">
                          <a:latin typeface="+mn-lt"/>
                          <a:cs typeface="Arial"/>
                        </a:rPr>
                        <a:t> </a:t>
                      </a:r>
                      <a:r>
                        <a:rPr sz="1100" dirty="0">
                          <a:latin typeface="+mn-lt"/>
                          <a:cs typeface="Arial"/>
                        </a:rPr>
                        <a:t>the</a:t>
                      </a:r>
                      <a:r>
                        <a:rPr sz="1100" spc="-40" dirty="0">
                          <a:latin typeface="+mn-lt"/>
                          <a:cs typeface="Arial"/>
                        </a:rPr>
                        <a:t> </a:t>
                      </a:r>
                      <a:r>
                        <a:rPr sz="1100" dirty="0">
                          <a:latin typeface="+mn-lt"/>
                          <a:cs typeface="Arial"/>
                        </a:rPr>
                        <a:t>deductible</a:t>
                      </a:r>
                      <a:r>
                        <a:rPr sz="1100" spc="-20" dirty="0">
                          <a:latin typeface="+mn-lt"/>
                          <a:cs typeface="Arial"/>
                        </a:rPr>
                        <a:t> </a:t>
                      </a:r>
                      <a:r>
                        <a:rPr sz="1100" dirty="0">
                          <a:latin typeface="+mn-lt"/>
                          <a:cs typeface="Arial"/>
                        </a:rPr>
                        <a:t>for</a:t>
                      </a:r>
                      <a:r>
                        <a:rPr sz="1100" spc="-40" dirty="0">
                          <a:latin typeface="+mn-lt"/>
                          <a:cs typeface="Arial"/>
                        </a:rPr>
                        <a:t> </a:t>
                      </a:r>
                      <a:r>
                        <a:rPr sz="1100" dirty="0">
                          <a:latin typeface="+mn-lt"/>
                          <a:cs typeface="Arial"/>
                        </a:rPr>
                        <a:t>services</a:t>
                      </a:r>
                      <a:r>
                        <a:rPr sz="1100" spc="-20" dirty="0">
                          <a:latin typeface="+mn-lt"/>
                          <a:cs typeface="Arial"/>
                        </a:rPr>
                        <a:t> </a:t>
                      </a:r>
                      <a:r>
                        <a:rPr sz="1100" dirty="0">
                          <a:latin typeface="+mn-lt"/>
                          <a:cs typeface="Arial"/>
                        </a:rPr>
                        <a:t>approved by</a:t>
                      </a:r>
                      <a:r>
                        <a:rPr sz="1100" spc="-50" dirty="0">
                          <a:latin typeface="+mn-lt"/>
                          <a:cs typeface="Arial"/>
                        </a:rPr>
                        <a:t> </a:t>
                      </a:r>
                      <a:r>
                        <a:rPr sz="1100" spc="-10" dirty="0">
                          <a:latin typeface="+mn-lt"/>
                          <a:cs typeface="Arial"/>
                        </a:rPr>
                        <a:t>Cigna.</a:t>
                      </a:r>
                      <a:endParaRPr sz="1100" dirty="0">
                        <a:latin typeface="+mn-lt"/>
                        <a:cs typeface="Arial"/>
                      </a:endParaRPr>
                    </a:p>
                  </a:txBody>
                  <a:tcPr marL="182880" marR="45720" marT="0" marB="0" anchor="ctr">
                    <a:lnL w="76200">
                      <a:solidFill>
                        <a:srgbClr val="FFFFFF"/>
                      </a:solidFill>
                      <a:prstDash val="solid"/>
                    </a:lnL>
                    <a:lnR w="28575" cap="flat" cmpd="sng" algn="ctr">
                      <a:noFill/>
                      <a:prstDash val="solid"/>
                      <a:round/>
                      <a:headEnd type="none" w="med" len="med"/>
                      <a:tailEnd type="none" w="med" len="med"/>
                    </a:lnR>
                    <a:lnT w="6350" cap="flat" cmpd="sng" algn="ctr">
                      <a:solidFill>
                        <a:srgbClr val="110081"/>
                      </a:solidFill>
                      <a:prstDash val="solid"/>
                      <a:round/>
                      <a:headEnd type="none" w="med" len="med"/>
                      <a:tailEnd type="none" w="med" len="med"/>
                    </a:lnT>
                    <a:lnB w="6350" cap="flat" cmpd="sng" algn="ctr">
                      <a:solidFill>
                        <a:srgbClr val="110081"/>
                      </a:solidFill>
                      <a:prstDash val="solid"/>
                      <a:round/>
                      <a:headEnd type="none" w="med" len="med"/>
                      <a:tailEnd type="none" w="med" len="med"/>
                    </a:lnB>
                    <a:solidFill>
                      <a:srgbClr val="E7E5F2"/>
                    </a:solidFill>
                  </a:tcPr>
                </a:tc>
                <a:extLst>
                  <a:ext uri="{0D108BD9-81ED-4DB2-BD59-A6C34878D82A}">
                    <a16:rowId xmlns:a16="http://schemas.microsoft.com/office/drawing/2014/main" val="10002"/>
                  </a:ext>
                </a:extLst>
              </a:tr>
              <a:tr h="510988">
                <a:tc>
                  <a:txBody>
                    <a:bodyPr/>
                    <a:lstStyle/>
                    <a:p>
                      <a:pPr marL="0" indent="0">
                        <a:lnSpc>
                          <a:spcPct val="100000"/>
                        </a:lnSpc>
                        <a:spcBef>
                          <a:spcPts val="5"/>
                        </a:spcBef>
                      </a:pPr>
                      <a:r>
                        <a:rPr sz="1100" b="1" dirty="0">
                          <a:latin typeface="+mn-lt"/>
                          <a:cs typeface="Arial"/>
                        </a:rPr>
                        <a:t>Family</a:t>
                      </a:r>
                      <a:r>
                        <a:rPr sz="1100" b="1" spc="-20" dirty="0">
                          <a:latin typeface="+mn-lt"/>
                          <a:cs typeface="Arial"/>
                        </a:rPr>
                        <a:t> Travel</a:t>
                      </a:r>
                      <a:r>
                        <a:rPr sz="1100" b="1" spc="-40" dirty="0">
                          <a:latin typeface="+mn-lt"/>
                          <a:cs typeface="Arial"/>
                        </a:rPr>
                        <a:t> </a:t>
                      </a:r>
                      <a:r>
                        <a:rPr sz="1100" b="1" spc="-10" dirty="0">
                          <a:latin typeface="+mn-lt"/>
                          <a:cs typeface="Arial"/>
                        </a:rPr>
                        <a:t>Arrangements</a:t>
                      </a:r>
                      <a:endParaRPr sz="1100" dirty="0">
                        <a:latin typeface="+mn-lt"/>
                        <a:cs typeface="Arial"/>
                      </a:endParaRPr>
                    </a:p>
                  </a:txBody>
                  <a:tcPr marL="182880" marR="45720" marT="0" marB="0" anchor="ctr">
                    <a:lnR w="76200">
                      <a:solidFill>
                        <a:srgbClr val="FFFFFF"/>
                      </a:solidFill>
                      <a:prstDash val="solid"/>
                    </a:lnR>
                    <a:lnT w="6350" cap="flat" cmpd="sng" algn="ctr">
                      <a:solidFill>
                        <a:srgbClr val="110081"/>
                      </a:solidFill>
                      <a:prstDash val="solid"/>
                      <a:round/>
                      <a:headEnd type="none" w="med" len="med"/>
                      <a:tailEnd type="none" w="med" len="med"/>
                    </a:lnT>
                    <a:lnB w="6350" cap="flat" cmpd="sng" algn="ctr">
                      <a:solidFill>
                        <a:srgbClr val="110081"/>
                      </a:solidFill>
                      <a:prstDash val="solid"/>
                      <a:round/>
                      <a:headEnd type="none" w="med" len="med"/>
                      <a:tailEnd type="none" w="med" len="med"/>
                    </a:lnB>
                    <a:noFill/>
                  </a:tcPr>
                </a:tc>
                <a:tc>
                  <a:txBody>
                    <a:bodyPr/>
                    <a:lstStyle/>
                    <a:p>
                      <a:pPr marL="0" marR="633095" indent="0" algn="l">
                        <a:lnSpc>
                          <a:spcPct val="100000"/>
                        </a:lnSpc>
                        <a:spcBef>
                          <a:spcPts val="960"/>
                        </a:spcBef>
                      </a:pPr>
                      <a:r>
                        <a:rPr sz="1100" dirty="0">
                          <a:latin typeface="+mn-lt"/>
                          <a:cs typeface="Arial"/>
                        </a:rPr>
                        <a:t>Economy</a:t>
                      </a:r>
                      <a:r>
                        <a:rPr sz="1100" spc="-25" dirty="0">
                          <a:latin typeface="+mn-lt"/>
                          <a:cs typeface="Arial"/>
                        </a:rPr>
                        <a:t> </a:t>
                      </a:r>
                      <a:r>
                        <a:rPr sz="1100" spc="-10" dirty="0">
                          <a:latin typeface="+mn-lt"/>
                          <a:cs typeface="Arial"/>
                        </a:rPr>
                        <a:t>round-</a:t>
                      </a:r>
                      <a:r>
                        <a:rPr sz="1100" dirty="0">
                          <a:latin typeface="+mn-lt"/>
                          <a:cs typeface="Arial"/>
                        </a:rPr>
                        <a:t>trip</a:t>
                      </a:r>
                      <a:r>
                        <a:rPr sz="1100" spc="5" dirty="0">
                          <a:latin typeface="+mn-lt"/>
                          <a:cs typeface="Arial"/>
                        </a:rPr>
                        <a:t> </a:t>
                      </a:r>
                      <a:r>
                        <a:rPr sz="1100" dirty="0">
                          <a:latin typeface="+mn-lt"/>
                          <a:cs typeface="Arial"/>
                        </a:rPr>
                        <a:t>airfare</a:t>
                      </a:r>
                      <a:r>
                        <a:rPr sz="1100" spc="-15" dirty="0">
                          <a:latin typeface="+mn-lt"/>
                          <a:cs typeface="Arial"/>
                        </a:rPr>
                        <a:t> </a:t>
                      </a:r>
                      <a:r>
                        <a:rPr sz="1100" dirty="0">
                          <a:latin typeface="+mn-lt"/>
                          <a:cs typeface="Arial"/>
                        </a:rPr>
                        <a:t>to</a:t>
                      </a:r>
                      <a:r>
                        <a:rPr sz="1100" spc="-30" dirty="0">
                          <a:latin typeface="+mn-lt"/>
                          <a:cs typeface="Arial"/>
                        </a:rPr>
                        <a:t> </a:t>
                      </a:r>
                      <a:r>
                        <a:rPr sz="1100" dirty="0">
                          <a:latin typeface="+mn-lt"/>
                          <a:cs typeface="Arial"/>
                        </a:rPr>
                        <a:t>the</a:t>
                      </a:r>
                      <a:r>
                        <a:rPr sz="1100" spc="-30" dirty="0">
                          <a:latin typeface="+mn-lt"/>
                          <a:cs typeface="Arial"/>
                        </a:rPr>
                        <a:t> </a:t>
                      </a:r>
                      <a:r>
                        <a:rPr sz="1100" dirty="0">
                          <a:latin typeface="+mn-lt"/>
                          <a:cs typeface="Arial"/>
                        </a:rPr>
                        <a:t>place</a:t>
                      </a:r>
                      <a:r>
                        <a:rPr sz="1100" spc="-30" dirty="0">
                          <a:latin typeface="+mn-lt"/>
                          <a:cs typeface="Arial"/>
                        </a:rPr>
                        <a:t> </a:t>
                      </a:r>
                      <a:r>
                        <a:rPr sz="1100" dirty="0">
                          <a:latin typeface="+mn-lt"/>
                          <a:cs typeface="Arial"/>
                        </a:rPr>
                        <a:t>of</a:t>
                      </a:r>
                      <a:r>
                        <a:rPr sz="1100" spc="-30" dirty="0">
                          <a:latin typeface="+mn-lt"/>
                          <a:cs typeface="Arial"/>
                        </a:rPr>
                        <a:t> </a:t>
                      </a:r>
                      <a:r>
                        <a:rPr sz="1100" dirty="0">
                          <a:latin typeface="+mn-lt"/>
                          <a:cs typeface="Arial"/>
                        </a:rPr>
                        <a:t>hospitalization</a:t>
                      </a:r>
                      <a:r>
                        <a:rPr sz="1100" spc="5" dirty="0">
                          <a:latin typeface="+mn-lt"/>
                          <a:cs typeface="Arial"/>
                        </a:rPr>
                        <a:t> </a:t>
                      </a:r>
                      <a:r>
                        <a:rPr sz="1100" dirty="0">
                          <a:latin typeface="+mn-lt"/>
                          <a:cs typeface="Arial"/>
                        </a:rPr>
                        <a:t>for</a:t>
                      </a:r>
                      <a:r>
                        <a:rPr sz="1100" spc="-30" dirty="0">
                          <a:latin typeface="+mn-lt"/>
                          <a:cs typeface="Arial"/>
                        </a:rPr>
                        <a:t> </a:t>
                      </a:r>
                      <a:r>
                        <a:rPr sz="1100" dirty="0">
                          <a:latin typeface="+mn-lt"/>
                          <a:cs typeface="Arial"/>
                        </a:rPr>
                        <a:t>one</a:t>
                      </a:r>
                      <a:r>
                        <a:rPr sz="1100" spc="-25" dirty="0">
                          <a:latin typeface="+mn-lt"/>
                          <a:cs typeface="Arial"/>
                        </a:rPr>
                        <a:t> </a:t>
                      </a:r>
                      <a:r>
                        <a:rPr sz="1100" dirty="0">
                          <a:latin typeface="+mn-lt"/>
                          <a:cs typeface="Arial"/>
                        </a:rPr>
                        <a:t>family</a:t>
                      </a:r>
                      <a:r>
                        <a:rPr sz="1100" spc="-30" dirty="0">
                          <a:latin typeface="+mn-lt"/>
                          <a:cs typeface="Arial"/>
                        </a:rPr>
                        <a:t> </a:t>
                      </a:r>
                      <a:r>
                        <a:rPr sz="1100" spc="-10" dirty="0">
                          <a:latin typeface="+mn-lt"/>
                          <a:cs typeface="Arial"/>
                        </a:rPr>
                        <a:t>member</a:t>
                      </a:r>
                      <a:r>
                        <a:rPr sz="1100" spc="500" dirty="0">
                          <a:latin typeface="+mn-lt"/>
                          <a:cs typeface="Arial"/>
                        </a:rPr>
                        <a:t> </a:t>
                      </a:r>
                      <a:r>
                        <a:rPr sz="1100" dirty="0">
                          <a:latin typeface="+mn-lt"/>
                          <a:cs typeface="Arial"/>
                        </a:rPr>
                        <a:t>for</a:t>
                      </a:r>
                      <a:r>
                        <a:rPr sz="1100" spc="-45" dirty="0">
                          <a:latin typeface="+mn-lt"/>
                          <a:cs typeface="Arial"/>
                        </a:rPr>
                        <a:t> </a:t>
                      </a:r>
                      <a:r>
                        <a:rPr sz="1100" dirty="0">
                          <a:latin typeface="+mn-lt"/>
                          <a:cs typeface="Arial"/>
                        </a:rPr>
                        <a:t>hospitalizations</a:t>
                      </a:r>
                      <a:r>
                        <a:rPr sz="1100" spc="-5" dirty="0">
                          <a:latin typeface="+mn-lt"/>
                          <a:cs typeface="Arial"/>
                        </a:rPr>
                        <a:t> </a:t>
                      </a:r>
                      <a:r>
                        <a:rPr sz="1100" dirty="0">
                          <a:latin typeface="+mn-lt"/>
                          <a:cs typeface="Arial"/>
                        </a:rPr>
                        <a:t>in</a:t>
                      </a:r>
                      <a:r>
                        <a:rPr sz="1100" spc="-40" dirty="0">
                          <a:latin typeface="+mn-lt"/>
                          <a:cs typeface="Arial"/>
                        </a:rPr>
                        <a:t> </a:t>
                      </a:r>
                      <a:r>
                        <a:rPr sz="1100" dirty="0">
                          <a:latin typeface="+mn-lt"/>
                          <a:cs typeface="Arial"/>
                        </a:rPr>
                        <a:t>excess</a:t>
                      </a:r>
                      <a:r>
                        <a:rPr sz="1100" spc="-15" dirty="0">
                          <a:latin typeface="+mn-lt"/>
                          <a:cs typeface="Arial"/>
                        </a:rPr>
                        <a:t> </a:t>
                      </a:r>
                      <a:r>
                        <a:rPr sz="1100" dirty="0">
                          <a:latin typeface="+mn-lt"/>
                          <a:cs typeface="Arial"/>
                        </a:rPr>
                        <a:t>of</a:t>
                      </a:r>
                      <a:r>
                        <a:rPr sz="1100" spc="-30" dirty="0">
                          <a:latin typeface="+mn-lt"/>
                          <a:cs typeface="Arial"/>
                        </a:rPr>
                        <a:t> </a:t>
                      </a:r>
                      <a:r>
                        <a:rPr sz="1100" dirty="0">
                          <a:latin typeface="+mn-lt"/>
                          <a:cs typeface="Arial"/>
                        </a:rPr>
                        <a:t>7</a:t>
                      </a:r>
                      <a:r>
                        <a:rPr sz="1100" spc="-35" dirty="0">
                          <a:latin typeface="+mn-lt"/>
                          <a:cs typeface="Arial"/>
                        </a:rPr>
                        <a:t> </a:t>
                      </a:r>
                      <a:r>
                        <a:rPr sz="1100" spc="-20" dirty="0">
                          <a:latin typeface="+mn-lt"/>
                          <a:cs typeface="Arial"/>
                        </a:rPr>
                        <a:t>days</a:t>
                      </a:r>
                      <a:endParaRPr sz="1100" dirty="0">
                        <a:latin typeface="+mn-lt"/>
                        <a:cs typeface="Arial"/>
                      </a:endParaRPr>
                    </a:p>
                  </a:txBody>
                  <a:tcPr marL="182880" marR="45720" marT="0" marB="0" anchor="ctr">
                    <a:lnL w="76200">
                      <a:solidFill>
                        <a:srgbClr val="FFFFFF"/>
                      </a:solidFill>
                      <a:prstDash val="solid"/>
                    </a:lnL>
                    <a:lnR w="28575" cap="flat" cmpd="sng" algn="ctr">
                      <a:noFill/>
                      <a:prstDash val="solid"/>
                      <a:round/>
                      <a:headEnd type="none" w="med" len="med"/>
                      <a:tailEnd type="none" w="med" len="med"/>
                    </a:lnR>
                    <a:lnT w="6350" cap="flat" cmpd="sng" algn="ctr">
                      <a:solidFill>
                        <a:srgbClr val="110081"/>
                      </a:solidFill>
                      <a:prstDash val="solid"/>
                      <a:round/>
                      <a:headEnd type="none" w="med" len="med"/>
                      <a:tailEnd type="none" w="med" len="med"/>
                    </a:lnT>
                    <a:lnB w="6350" cap="flat" cmpd="sng" algn="ctr">
                      <a:solidFill>
                        <a:srgbClr val="110081"/>
                      </a:solidFill>
                      <a:prstDash val="solid"/>
                      <a:round/>
                      <a:headEnd type="none" w="med" len="med"/>
                      <a:tailEnd type="none" w="med" len="med"/>
                    </a:lnB>
                    <a:solidFill>
                      <a:srgbClr val="E7E5F2"/>
                    </a:solidFill>
                  </a:tcPr>
                </a:tc>
                <a:extLst>
                  <a:ext uri="{0D108BD9-81ED-4DB2-BD59-A6C34878D82A}">
                    <a16:rowId xmlns:a16="http://schemas.microsoft.com/office/drawing/2014/main" val="10003"/>
                  </a:ext>
                </a:extLst>
              </a:tr>
              <a:tr h="447040">
                <a:tc>
                  <a:txBody>
                    <a:bodyPr/>
                    <a:lstStyle/>
                    <a:p>
                      <a:pPr marL="0" indent="0">
                        <a:lnSpc>
                          <a:spcPct val="100000"/>
                        </a:lnSpc>
                        <a:spcBef>
                          <a:spcPts val="940"/>
                        </a:spcBef>
                      </a:pPr>
                      <a:r>
                        <a:rPr sz="1100" b="1" dirty="0">
                          <a:latin typeface="+mn-lt"/>
                          <a:cs typeface="Arial"/>
                        </a:rPr>
                        <a:t>Return</a:t>
                      </a:r>
                      <a:r>
                        <a:rPr sz="1100" b="1" spc="-35" dirty="0">
                          <a:latin typeface="+mn-lt"/>
                          <a:cs typeface="Arial"/>
                        </a:rPr>
                        <a:t> </a:t>
                      </a:r>
                      <a:r>
                        <a:rPr sz="1100" b="1" dirty="0">
                          <a:latin typeface="+mn-lt"/>
                          <a:cs typeface="Arial"/>
                        </a:rPr>
                        <a:t>of</a:t>
                      </a:r>
                      <a:r>
                        <a:rPr sz="1100" b="1" spc="-35" dirty="0">
                          <a:latin typeface="+mn-lt"/>
                          <a:cs typeface="Arial"/>
                        </a:rPr>
                        <a:t> </a:t>
                      </a:r>
                      <a:r>
                        <a:rPr sz="1100" b="1" dirty="0">
                          <a:latin typeface="+mn-lt"/>
                          <a:cs typeface="Arial"/>
                        </a:rPr>
                        <a:t>Dependent</a:t>
                      </a:r>
                      <a:r>
                        <a:rPr sz="1100" b="1" spc="-15" dirty="0">
                          <a:latin typeface="+mn-lt"/>
                          <a:cs typeface="Arial"/>
                        </a:rPr>
                        <a:t> </a:t>
                      </a:r>
                      <a:r>
                        <a:rPr sz="1100" b="1" spc="-10" dirty="0">
                          <a:latin typeface="+mn-lt"/>
                          <a:cs typeface="Arial"/>
                        </a:rPr>
                        <a:t>Children</a:t>
                      </a:r>
                      <a:endParaRPr sz="1100" dirty="0">
                        <a:latin typeface="+mn-lt"/>
                        <a:cs typeface="Arial"/>
                      </a:endParaRPr>
                    </a:p>
                  </a:txBody>
                  <a:tcPr marL="182880" marR="45720" marT="119380" marB="0">
                    <a:lnR w="76200">
                      <a:solidFill>
                        <a:srgbClr val="FFFFFF"/>
                      </a:solidFill>
                      <a:prstDash val="solid"/>
                    </a:lnR>
                    <a:lnT w="6350" cap="flat" cmpd="sng" algn="ctr">
                      <a:solidFill>
                        <a:srgbClr val="110081"/>
                      </a:solidFill>
                      <a:prstDash val="solid"/>
                      <a:round/>
                      <a:headEnd type="none" w="med" len="med"/>
                      <a:tailEnd type="none" w="med" len="med"/>
                    </a:lnT>
                    <a:lnB w="28575" cap="flat" cmpd="sng" algn="ctr">
                      <a:solidFill>
                        <a:srgbClr val="110081"/>
                      </a:solidFill>
                      <a:prstDash val="solid"/>
                      <a:round/>
                      <a:headEnd type="none" w="med" len="med"/>
                      <a:tailEnd type="none" w="med" len="med"/>
                    </a:lnB>
                    <a:noFill/>
                  </a:tcPr>
                </a:tc>
                <a:tc>
                  <a:txBody>
                    <a:bodyPr/>
                    <a:lstStyle/>
                    <a:p>
                      <a:pPr marL="0" indent="0" algn="l">
                        <a:lnSpc>
                          <a:spcPct val="100000"/>
                        </a:lnSpc>
                        <a:spcBef>
                          <a:spcPts val="940"/>
                        </a:spcBef>
                      </a:pPr>
                      <a:r>
                        <a:rPr sz="1100" spc="-10" dirty="0">
                          <a:latin typeface="+mn-lt"/>
                          <a:cs typeface="Arial"/>
                        </a:rPr>
                        <a:t>One-</a:t>
                      </a:r>
                      <a:r>
                        <a:rPr sz="1100" dirty="0">
                          <a:latin typeface="+mn-lt"/>
                          <a:cs typeface="Arial"/>
                        </a:rPr>
                        <a:t>way</a:t>
                      </a:r>
                      <a:r>
                        <a:rPr sz="1100" spc="-5" dirty="0">
                          <a:latin typeface="+mn-lt"/>
                          <a:cs typeface="Arial"/>
                        </a:rPr>
                        <a:t> </a:t>
                      </a:r>
                      <a:r>
                        <a:rPr sz="1100" dirty="0">
                          <a:latin typeface="+mn-lt"/>
                          <a:cs typeface="Arial"/>
                        </a:rPr>
                        <a:t>economy</a:t>
                      </a:r>
                      <a:r>
                        <a:rPr sz="1100" spc="-25" dirty="0">
                          <a:latin typeface="+mn-lt"/>
                          <a:cs typeface="Arial"/>
                        </a:rPr>
                        <a:t> </a:t>
                      </a:r>
                      <a:r>
                        <a:rPr sz="1100" dirty="0">
                          <a:latin typeface="+mn-lt"/>
                          <a:cs typeface="Arial"/>
                        </a:rPr>
                        <a:t>airfare</a:t>
                      </a:r>
                      <a:r>
                        <a:rPr sz="1100" spc="-15" dirty="0">
                          <a:latin typeface="+mn-lt"/>
                          <a:cs typeface="Arial"/>
                        </a:rPr>
                        <a:t> </a:t>
                      </a:r>
                      <a:r>
                        <a:rPr sz="1100" dirty="0">
                          <a:latin typeface="+mn-lt"/>
                          <a:cs typeface="Arial"/>
                        </a:rPr>
                        <a:t>to</a:t>
                      </a:r>
                      <a:r>
                        <a:rPr sz="1100" spc="-35" dirty="0">
                          <a:latin typeface="+mn-lt"/>
                          <a:cs typeface="Arial"/>
                        </a:rPr>
                        <a:t> </a:t>
                      </a:r>
                      <a:r>
                        <a:rPr sz="1100" dirty="0">
                          <a:latin typeface="+mn-lt"/>
                          <a:cs typeface="Arial"/>
                        </a:rPr>
                        <a:t>return</a:t>
                      </a:r>
                      <a:r>
                        <a:rPr sz="1100" spc="-25" dirty="0">
                          <a:latin typeface="+mn-lt"/>
                          <a:cs typeface="Arial"/>
                        </a:rPr>
                        <a:t> </a:t>
                      </a:r>
                      <a:r>
                        <a:rPr sz="1100" dirty="0">
                          <a:latin typeface="+mn-lt"/>
                          <a:cs typeface="Arial"/>
                        </a:rPr>
                        <a:t>dependent</a:t>
                      </a:r>
                      <a:r>
                        <a:rPr sz="1100" spc="-5" dirty="0">
                          <a:latin typeface="+mn-lt"/>
                          <a:cs typeface="Arial"/>
                        </a:rPr>
                        <a:t> </a:t>
                      </a:r>
                      <a:r>
                        <a:rPr sz="1100" dirty="0">
                          <a:latin typeface="+mn-lt"/>
                          <a:cs typeface="Arial"/>
                        </a:rPr>
                        <a:t>children</a:t>
                      </a:r>
                      <a:r>
                        <a:rPr sz="1100" spc="-15" dirty="0">
                          <a:latin typeface="+mn-lt"/>
                          <a:cs typeface="Arial"/>
                        </a:rPr>
                        <a:t> </a:t>
                      </a:r>
                      <a:r>
                        <a:rPr sz="1100" dirty="0">
                          <a:latin typeface="+mn-lt"/>
                          <a:cs typeface="Arial"/>
                        </a:rPr>
                        <a:t>to</a:t>
                      </a:r>
                      <a:r>
                        <a:rPr sz="1100" spc="-45" dirty="0">
                          <a:latin typeface="+mn-lt"/>
                          <a:cs typeface="Arial"/>
                        </a:rPr>
                        <a:t> </a:t>
                      </a:r>
                      <a:r>
                        <a:rPr sz="1100" dirty="0">
                          <a:latin typeface="+mn-lt"/>
                          <a:cs typeface="Arial"/>
                        </a:rPr>
                        <a:t>their</a:t>
                      </a:r>
                      <a:r>
                        <a:rPr sz="1100" spc="-25" dirty="0">
                          <a:latin typeface="+mn-lt"/>
                          <a:cs typeface="Arial"/>
                        </a:rPr>
                        <a:t> </a:t>
                      </a:r>
                      <a:r>
                        <a:rPr sz="1100" dirty="0">
                          <a:latin typeface="+mn-lt"/>
                          <a:cs typeface="Arial"/>
                        </a:rPr>
                        <a:t>country</a:t>
                      </a:r>
                      <a:r>
                        <a:rPr sz="1100" spc="-20" dirty="0">
                          <a:latin typeface="+mn-lt"/>
                          <a:cs typeface="Arial"/>
                        </a:rPr>
                        <a:t> </a:t>
                      </a:r>
                      <a:r>
                        <a:rPr sz="1100" dirty="0">
                          <a:latin typeface="+mn-lt"/>
                          <a:cs typeface="Arial"/>
                        </a:rPr>
                        <a:t>of</a:t>
                      </a:r>
                      <a:r>
                        <a:rPr sz="1100" spc="-45" dirty="0">
                          <a:latin typeface="+mn-lt"/>
                          <a:cs typeface="Arial"/>
                        </a:rPr>
                        <a:t> </a:t>
                      </a:r>
                      <a:r>
                        <a:rPr sz="1100" spc="-10" dirty="0">
                          <a:latin typeface="+mn-lt"/>
                          <a:cs typeface="Arial"/>
                        </a:rPr>
                        <a:t>residence</a:t>
                      </a:r>
                      <a:endParaRPr sz="1100" dirty="0">
                        <a:latin typeface="+mn-lt"/>
                        <a:cs typeface="Arial"/>
                      </a:endParaRPr>
                    </a:p>
                  </a:txBody>
                  <a:tcPr marL="182880" marR="45720" marT="0" marB="0" anchor="ctr">
                    <a:lnL w="76200">
                      <a:solidFill>
                        <a:srgbClr val="FFFFFF"/>
                      </a:solidFill>
                      <a:prstDash val="solid"/>
                    </a:lnL>
                    <a:lnR w="28575" cap="flat" cmpd="sng" algn="ctr">
                      <a:noFill/>
                      <a:prstDash val="solid"/>
                      <a:round/>
                      <a:headEnd type="none" w="med" len="med"/>
                      <a:tailEnd type="none" w="med" len="med"/>
                    </a:lnR>
                    <a:lnT w="6350" cap="flat" cmpd="sng" algn="ctr">
                      <a:solidFill>
                        <a:srgbClr val="110081"/>
                      </a:solidFill>
                      <a:prstDash val="solid"/>
                      <a:round/>
                      <a:headEnd type="none" w="med" len="med"/>
                      <a:tailEnd type="none" w="med" len="med"/>
                    </a:lnT>
                    <a:lnB w="28575" cap="flat" cmpd="sng" algn="ctr">
                      <a:solidFill>
                        <a:srgbClr val="110081"/>
                      </a:solidFill>
                      <a:prstDash val="solid"/>
                      <a:round/>
                      <a:headEnd type="none" w="med" len="med"/>
                      <a:tailEnd type="none" w="med" len="med"/>
                    </a:lnB>
                    <a:solidFill>
                      <a:srgbClr val="E7E5F2"/>
                    </a:solidFill>
                  </a:tcPr>
                </a:tc>
                <a:extLst>
                  <a:ext uri="{0D108BD9-81ED-4DB2-BD59-A6C34878D82A}">
                    <a16:rowId xmlns:a16="http://schemas.microsoft.com/office/drawing/2014/main" val="10004"/>
                  </a:ext>
                </a:extLst>
              </a:tr>
            </a:tbl>
          </a:graphicData>
        </a:graphic>
      </p:graphicFrame>
      <p:graphicFrame>
        <p:nvGraphicFramePr>
          <p:cNvPr id="7" name="object 5">
            <a:extLst>
              <a:ext uri="{FF2B5EF4-FFF2-40B4-BE49-F238E27FC236}">
                <a16:creationId xmlns:a16="http://schemas.microsoft.com/office/drawing/2014/main" id="{2D7D4DE9-5BDB-5AC7-6F0A-19B26903235C}"/>
              </a:ext>
            </a:extLst>
          </p:cNvPr>
          <p:cNvGraphicFramePr>
            <a:graphicFrameLocks noGrp="1"/>
          </p:cNvGraphicFramePr>
          <p:nvPr>
            <p:extLst>
              <p:ext uri="{D42A27DB-BD31-4B8C-83A1-F6EECF244321}">
                <p14:modId xmlns:p14="http://schemas.microsoft.com/office/powerpoint/2010/main" val="1649087944"/>
              </p:ext>
            </p:extLst>
          </p:nvPr>
        </p:nvGraphicFramePr>
        <p:xfrm>
          <a:off x="1133476" y="3513214"/>
          <a:ext cx="9899649" cy="2256521"/>
        </p:xfrm>
        <a:graphic>
          <a:graphicData uri="http://schemas.openxmlformats.org/drawingml/2006/table">
            <a:tbl>
              <a:tblPr firstRow="1" bandRow="1">
                <a:tableStyleId>{2D5ABB26-0587-4C30-8999-92F81FD0307C}</a:tableStyleId>
              </a:tblPr>
              <a:tblGrid>
                <a:gridCol w="3028315">
                  <a:extLst>
                    <a:ext uri="{9D8B030D-6E8A-4147-A177-3AD203B41FA5}">
                      <a16:colId xmlns:a16="http://schemas.microsoft.com/office/drawing/2014/main" val="20000"/>
                    </a:ext>
                  </a:extLst>
                </a:gridCol>
                <a:gridCol w="6871334">
                  <a:extLst>
                    <a:ext uri="{9D8B030D-6E8A-4147-A177-3AD203B41FA5}">
                      <a16:colId xmlns:a16="http://schemas.microsoft.com/office/drawing/2014/main" val="20001"/>
                    </a:ext>
                  </a:extLst>
                </a:gridCol>
              </a:tblGrid>
              <a:tr h="459918">
                <a:tc gridSpan="2">
                  <a:txBody>
                    <a:bodyPr/>
                    <a:lstStyle/>
                    <a:p>
                      <a:pPr marL="0" indent="0" algn="ctr">
                        <a:lnSpc>
                          <a:spcPct val="100000"/>
                        </a:lnSpc>
                        <a:spcBef>
                          <a:spcPts val="1340"/>
                        </a:spcBef>
                      </a:pPr>
                      <a:r>
                        <a:rPr sz="1400" b="1" dirty="0">
                          <a:solidFill>
                            <a:srgbClr val="FFFFFF"/>
                          </a:solidFill>
                          <a:latin typeface="+mn-lt"/>
                          <a:cs typeface="Arial Black"/>
                        </a:rPr>
                        <a:t>International</a:t>
                      </a:r>
                      <a:r>
                        <a:rPr sz="1400" b="1" spc="-65" dirty="0">
                          <a:solidFill>
                            <a:srgbClr val="FFFFFF"/>
                          </a:solidFill>
                          <a:latin typeface="+mn-lt"/>
                          <a:cs typeface="Arial Black"/>
                        </a:rPr>
                        <a:t> </a:t>
                      </a:r>
                      <a:r>
                        <a:rPr sz="1400" b="1" spc="-10" dirty="0">
                          <a:solidFill>
                            <a:srgbClr val="FFFFFF"/>
                          </a:solidFill>
                          <a:latin typeface="+mn-lt"/>
                          <a:cs typeface="Arial Black"/>
                        </a:rPr>
                        <a:t>Employee</a:t>
                      </a:r>
                      <a:r>
                        <a:rPr sz="1400" b="1" spc="-70" dirty="0">
                          <a:solidFill>
                            <a:srgbClr val="FFFFFF"/>
                          </a:solidFill>
                          <a:latin typeface="+mn-lt"/>
                          <a:cs typeface="Arial Black"/>
                        </a:rPr>
                        <a:t> </a:t>
                      </a:r>
                      <a:r>
                        <a:rPr sz="1400" b="1" dirty="0">
                          <a:solidFill>
                            <a:srgbClr val="FFFFFF"/>
                          </a:solidFill>
                          <a:latin typeface="+mn-lt"/>
                          <a:cs typeface="Arial Black"/>
                        </a:rPr>
                        <a:t>Assistance</a:t>
                      </a:r>
                      <a:r>
                        <a:rPr sz="1400" b="1" spc="-40" dirty="0">
                          <a:solidFill>
                            <a:srgbClr val="FFFFFF"/>
                          </a:solidFill>
                          <a:latin typeface="+mn-lt"/>
                          <a:cs typeface="Arial Black"/>
                        </a:rPr>
                        <a:t> </a:t>
                      </a:r>
                      <a:r>
                        <a:rPr sz="1400" b="1" dirty="0">
                          <a:solidFill>
                            <a:srgbClr val="FFFFFF"/>
                          </a:solidFill>
                          <a:latin typeface="+mn-lt"/>
                          <a:cs typeface="Arial Black"/>
                        </a:rPr>
                        <a:t>Program</a:t>
                      </a:r>
                      <a:endParaRPr sz="1400" dirty="0">
                        <a:latin typeface="+mn-lt"/>
                        <a:cs typeface="Arial"/>
                      </a:endParaRPr>
                    </a:p>
                  </a:txBody>
                  <a:tcPr marL="0" marR="0" marT="0" marB="0" anchor="ctr">
                    <a:lnR w="28575" cap="flat" cmpd="sng" algn="ctr">
                      <a:noFill/>
                      <a:prstDash val="solid"/>
                      <a:round/>
                      <a:headEnd type="none" w="med" len="med"/>
                      <a:tailEnd type="none" w="med" len="med"/>
                    </a:lnR>
                    <a:solidFill>
                      <a:srgbClr val="110081"/>
                    </a:solidFill>
                  </a:tcPr>
                </a:tc>
                <a:tc hMerge="1">
                  <a:txBody>
                    <a:bodyPr/>
                    <a:lstStyle/>
                    <a:p>
                      <a:endParaRPr/>
                    </a:p>
                  </a:txBody>
                  <a:tcPr marL="0" marR="0" marT="0" marB="0"/>
                </a:tc>
                <a:extLst>
                  <a:ext uri="{0D108BD9-81ED-4DB2-BD59-A6C34878D82A}">
                    <a16:rowId xmlns:a16="http://schemas.microsoft.com/office/drawing/2014/main" val="10000"/>
                  </a:ext>
                </a:extLst>
              </a:tr>
              <a:tr h="446405">
                <a:tc>
                  <a:txBody>
                    <a:bodyPr/>
                    <a:lstStyle/>
                    <a:p>
                      <a:pPr marL="0" indent="0">
                        <a:lnSpc>
                          <a:spcPct val="100000"/>
                        </a:lnSpc>
                        <a:spcBef>
                          <a:spcPts val="940"/>
                        </a:spcBef>
                      </a:pPr>
                      <a:r>
                        <a:rPr sz="1100" b="1" spc="-10" dirty="0">
                          <a:latin typeface="+mn-lt"/>
                          <a:cs typeface="Arial"/>
                        </a:rPr>
                        <a:t>Toll</a:t>
                      </a:r>
                      <a:r>
                        <a:rPr sz="1100" b="1" spc="-65" dirty="0">
                          <a:latin typeface="+mn-lt"/>
                          <a:cs typeface="Arial"/>
                        </a:rPr>
                        <a:t> </a:t>
                      </a:r>
                      <a:r>
                        <a:rPr sz="1100" b="1" spc="-10" dirty="0">
                          <a:latin typeface="+mn-lt"/>
                          <a:cs typeface="Arial"/>
                        </a:rPr>
                        <a:t>Free:</a:t>
                      </a:r>
                      <a:endParaRPr sz="1100" dirty="0">
                        <a:latin typeface="+mn-lt"/>
                        <a:cs typeface="Arial"/>
                      </a:endParaRPr>
                    </a:p>
                  </a:txBody>
                  <a:tcPr marL="182880" marR="45720" marT="0" marB="0" anchor="ctr">
                    <a:lnR w="76200">
                      <a:solidFill>
                        <a:srgbClr val="FFFFFF"/>
                      </a:solidFill>
                      <a:prstDash val="solid"/>
                    </a:lnR>
                    <a:lnB w="6350" cap="flat" cmpd="sng" algn="ctr">
                      <a:solidFill>
                        <a:srgbClr val="110081"/>
                      </a:solidFill>
                      <a:prstDash val="solid"/>
                      <a:round/>
                      <a:headEnd type="none" w="med" len="med"/>
                      <a:tailEnd type="none" w="med" len="med"/>
                    </a:lnB>
                    <a:noFill/>
                  </a:tcPr>
                </a:tc>
                <a:tc>
                  <a:txBody>
                    <a:bodyPr/>
                    <a:lstStyle/>
                    <a:p>
                      <a:pPr marL="0" indent="0">
                        <a:lnSpc>
                          <a:spcPct val="100000"/>
                        </a:lnSpc>
                        <a:spcBef>
                          <a:spcPts val="940"/>
                        </a:spcBef>
                      </a:pPr>
                      <a:r>
                        <a:rPr sz="1100" b="1" spc="-10" dirty="0">
                          <a:latin typeface="+mn-lt"/>
                          <a:cs typeface="Arial"/>
                        </a:rPr>
                        <a:t>1.888.851.7032</a:t>
                      </a:r>
                      <a:r>
                        <a:rPr sz="1100" b="1" spc="40" dirty="0">
                          <a:latin typeface="+mn-lt"/>
                          <a:cs typeface="Arial"/>
                        </a:rPr>
                        <a:t> </a:t>
                      </a:r>
                      <a:r>
                        <a:rPr sz="1100" b="1" dirty="0">
                          <a:latin typeface="+mn-lt"/>
                          <a:cs typeface="Arial"/>
                        </a:rPr>
                        <a:t>or</a:t>
                      </a:r>
                      <a:r>
                        <a:rPr sz="1100" b="1" spc="-5" dirty="0">
                          <a:latin typeface="+mn-lt"/>
                          <a:cs typeface="Arial"/>
                        </a:rPr>
                        <a:t> </a:t>
                      </a:r>
                      <a:r>
                        <a:rPr sz="1100" b="1" spc="-10" dirty="0">
                          <a:latin typeface="+mn-lt"/>
                          <a:cs typeface="Arial"/>
                        </a:rPr>
                        <a:t>1.877.857.2952</a:t>
                      </a:r>
                      <a:endParaRPr sz="1100" dirty="0">
                        <a:latin typeface="+mn-lt"/>
                        <a:cs typeface="Arial"/>
                      </a:endParaRPr>
                    </a:p>
                  </a:txBody>
                  <a:tcPr marL="182880" marR="45720" marT="0" marB="0" anchor="ctr">
                    <a:lnL w="76200">
                      <a:solidFill>
                        <a:srgbClr val="FFFFFF"/>
                      </a:solidFill>
                      <a:prstDash val="solid"/>
                    </a:lnL>
                    <a:lnR w="28575" cap="flat" cmpd="sng" algn="ctr">
                      <a:noFill/>
                      <a:prstDash val="solid"/>
                      <a:round/>
                      <a:headEnd type="none" w="med" len="med"/>
                      <a:tailEnd type="none" w="med" len="med"/>
                    </a:lnR>
                    <a:lnB w="6350" cap="flat" cmpd="sng" algn="ctr">
                      <a:solidFill>
                        <a:srgbClr val="110081"/>
                      </a:solidFill>
                      <a:prstDash val="solid"/>
                      <a:round/>
                      <a:headEnd type="none" w="med" len="med"/>
                      <a:tailEnd type="none" w="med" len="med"/>
                    </a:lnB>
                    <a:solidFill>
                      <a:srgbClr val="E7E5F2"/>
                    </a:solidFill>
                  </a:tcPr>
                </a:tc>
                <a:extLst>
                  <a:ext uri="{0D108BD9-81ED-4DB2-BD59-A6C34878D82A}">
                    <a16:rowId xmlns:a16="http://schemas.microsoft.com/office/drawing/2014/main" val="10001"/>
                  </a:ext>
                </a:extLst>
              </a:tr>
              <a:tr h="447040">
                <a:tc>
                  <a:txBody>
                    <a:bodyPr/>
                    <a:lstStyle/>
                    <a:p>
                      <a:pPr marL="0" indent="0">
                        <a:lnSpc>
                          <a:spcPct val="100000"/>
                        </a:lnSpc>
                        <a:spcBef>
                          <a:spcPts val="940"/>
                        </a:spcBef>
                      </a:pPr>
                      <a:r>
                        <a:rPr sz="1100" b="1" dirty="0">
                          <a:latin typeface="+mn-lt"/>
                          <a:cs typeface="Arial"/>
                        </a:rPr>
                        <a:t>Reverse</a:t>
                      </a:r>
                      <a:r>
                        <a:rPr sz="1100" b="1" spc="-45" dirty="0">
                          <a:latin typeface="+mn-lt"/>
                          <a:cs typeface="Arial"/>
                        </a:rPr>
                        <a:t> </a:t>
                      </a:r>
                      <a:r>
                        <a:rPr sz="1100" b="1" dirty="0">
                          <a:latin typeface="+mn-lt"/>
                          <a:cs typeface="Arial"/>
                        </a:rPr>
                        <a:t>Charge</a:t>
                      </a:r>
                      <a:r>
                        <a:rPr sz="1100" b="1" spc="-65" dirty="0">
                          <a:latin typeface="+mn-lt"/>
                          <a:cs typeface="Arial"/>
                        </a:rPr>
                        <a:t> </a:t>
                      </a:r>
                      <a:r>
                        <a:rPr sz="1100" b="1" spc="-10" dirty="0">
                          <a:latin typeface="+mn-lt"/>
                          <a:cs typeface="Arial"/>
                        </a:rPr>
                        <a:t>Number:</a:t>
                      </a:r>
                      <a:endParaRPr sz="1100" dirty="0">
                        <a:latin typeface="+mn-lt"/>
                        <a:cs typeface="Arial"/>
                      </a:endParaRPr>
                    </a:p>
                  </a:txBody>
                  <a:tcPr marL="182880" marR="45720" marT="0" marB="0" anchor="ctr">
                    <a:lnR w="76200">
                      <a:solidFill>
                        <a:srgbClr val="FFFFFF"/>
                      </a:solidFill>
                      <a:prstDash val="solid"/>
                    </a:lnR>
                    <a:lnT w="6350" cap="flat" cmpd="sng" algn="ctr">
                      <a:solidFill>
                        <a:srgbClr val="110081"/>
                      </a:solidFill>
                      <a:prstDash val="solid"/>
                      <a:round/>
                      <a:headEnd type="none" w="med" len="med"/>
                      <a:tailEnd type="none" w="med" len="med"/>
                    </a:lnT>
                    <a:lnB w="6350" cap="flat" cmpd="sng" algn="ctr">
                      <a:solidFill>
                        <a:srgbClr val="110081"/>
                      </a:solidFill>
                      <a:prstDash val="solid"/>
                      <a:round/>
                      <a:headEnd type="none" w="med" len="med"/>
                      <a:tailEnd type="none" w="med" len="med"/>
                    </a:lnB>
                    <a:noFill/>
                  </a:tcPr>
                </a:tc>
                <a:tc>
                  <a:txBody>
                    <a:bodyPr/>
                    <a:lstStyle/>
                    <a:p>
                      <a:pPr marL="0" indent="0">
                        <a:lnSpc>
                          <a:spcPct val="100000"/>
                        </a:lnSpc>
                        <a:spcBef>
                          <a:spcPts val="940"/>
                        </a:spcBef>
                      </a:pPr>
                      <a:r>
                        <a:rPr sz="1100" b="1" dirty="0">
                          <a:latin typeface="+mn-lt"/>
                          <a:cs typeface="Arial"/>
                        </a:rPr>
                        <a:t>+44</a:t>
                      </a:r>
                      <a:r>
                        <a:rPr sz="1100" b="1" spc="-15" dirty="0">
                          <a:latin typeface="+mn-lt"/>
                          <a:cs typeface="Arial"/>
                        </a:rPr>
                        <a:t> </a:t>
                      </a:r>
                      <a:r>
                        <a:rPr sz="1100" b="1" dirty="0">
                          <a:latin typeface="+mn-lt"/>
                          <a:cs typeface="Arial"/>
                        </a:rPr>
                        <a:t>208</a:t>
                      </a:r>
                      <a:r>
                        <a:rPr sz="1100" b="1" spc="-20" dirty="0">
                          <a:latin typeface="+mn-lt"/>
                          <a:cs typeface="Arial"/>
                        </a:rPr>
                        <a:t> </a:t>
                      </a:r>
                      <a:r>
                        <a:rPr sz="1100" b="1" dirty="0">
                          <a:latin typeface="+mn-lt"/>
                          <a:cs typeface="Arial"/>
                        </a:rPr>
                        <a:t>987</a:t>
                      </a:r>
                      <a:r>
                        <a:rPr sz="1100" b="1" spc="-25" dirty="0">
                          <a:latin typeface="+mn-lt"/>
                          <a:cs typeface="Arial"/>
                        </a:rPr>
                        <a:t> </a:t>
                      </a:r>
                      <a:r>
                        <a:rPr sz="1100" b="1" spc="-20" dirty="0">
                          <a:latin typeface="+mn-lt"/>
                          <a:cs typeface="Arial"/>
                        </a:rPr>
                        <a:t>6230</a:t>
                      </a:r>
                      <a:endParaRPr sz="1100" dirty="0">
                        <a:latin typeface="+mn-lt"/>
                        <a:cs typeface="Arial"/>
                      </a:endParaRPr>
                    </a:p>
                  </a:txBody>
                  <a:tcPr marL="182880" marR="45720" marT="0" marB="0" anchor="ctr">
                    <a:lnL w="76200">
                      <a:solidFill>
                        <a:srgbClr val="FFFFFF"/>
                      </a:solidFill>
                      <a:prstDash val="solid"/>
                    </a:lnL>
                    <a:lnR w="28575" cap="flat" cmpd="sng" algn="ctr">
                      <a:noFill/>
                      <a:prstDash val="solid"/>
                      <a:round/>
                      <a:headEnd type="none" w="med" len="med"/>
                      <a:tailEnd type="none" w="med" len="med"/>
                    </a:lnR>
                    <a:lnT w="6350" cap="flat" cmpd="sng" algn="ctr">
                      <a:solidFill>
                        <a:srgbClr val="110081"/>
                      </a:solidFill>
                      <a:prstDash val="solid"/>
                      <a:round/>
                      <a:headEnd type="none" w="med" len="med"/>
                      <a:tailEnd type="none" w="med" len="med"/>
                    </a:lnT>
                    <a:lnB w="6350" cap="flat" cmpd="sng" algn="ctr">
                      <a:solidFill>
                        <a:srgbClr val="110081"/>
                      </a:solidFill>
                      <a:prstDash val="solid"/>
                      <a:round/>
                      <a:headEnd type="none" w="med" len="med"/>
                      <a:tailEnd type="none" w="med" len="med"/>
                    </a:lnB>
                    <a:solidFill>
                      <a:srgbClr val="E7E5F2"/>
                    </a:solidFill>
                  </a:tcPr>
                </a:tc>
                <a:extLst>
                  <a:ext uri="{0D108BD9-81ED-4DB2-BD59-A6C34878D82A}">
                    <a16:rowId xmlns:a16="http://schemas.microsoft.com/office/drawing/2014/main" val="10002"/>
                  </a:ext>
                </a:extLst>
              </a:tr>
              <a:tr h="903158">
                <a:tc>
                  <a:txBody>
                    <a:bodyPr/>
                    <a:lstStyle/>
                    <a:p>
                      <a:pPr marL="0" indent="0">
                        <a:lnSpc>
                          <a:spcPct val="100000"/>
                        </a:lnSpc>
                        <a:spcBef>
                          <a:spcPts val="950"/>
                        </a:spcBef>
                      </a:pPr>
                      <a:r>
                        <a:rPr sz="1100" b="1" dirty="0">
                          <a:latin typeface="+mn-lt"/>
                          <a:cs typeface="Arial"/>
                        </a:rPr>
                        <a:t>Level</a:t>
                      </a:r>
                      <a:r>
                        <a:rPr sz="1100" b="1" spc="-25" dirty="0">
                          <a:latin typeface="+mn-lt"/>
                          <a:cs typeface="Arial"/>
                        </a:rPr>
                        <a:t> </a:t>
                      </a:r>
                      <a:r>
                        <a:rPr lang="en-US" sz="1100" b="1" spc="-25" dirty="0">
                          <a:latin typeface="+mn-lt"/>
                          <a:cs typeface="Arial"/>
                        </a:rPr>
                        <a:t>3</a:t>
                      </a:r>
                      <a:endParaRPr sz="1100" dirty="0">
                        <a:latin typeface="+mn-lt"/>
                        <a:cs typeface="Arial"/>
                      </a:endParaRPr>
                    </a:p>
                    <a:p>
                      <a:pPr marL="0" indent="0">
                        <a:lnSpc>
                          <a:spcPct val="100000"/>
                        </a:lnSpc>
                      </a:pPr>
                      <a:r>
                        <a:rPr lang="en-US" sz="1100" dirty="0">
                          <a:latin typeface="+mn-lt"/>
                          <a:cs typeface="Arial"/>
                        </a:rPr>
                        <a:t>Face to Face Assistance </a:t>
                      </a:r>
                    </a:p>
                    <a:p>
                      <a:pPr marL="0" indent="0">
                        <a:lnSpc>
                          <a:spcPct val="100000"/>
                        </a:lnSpc>
                      </a:pPr>
                      <a:r>
                        <a:rPr lang="en-US" sz="1100" dirty="0">
                          <a:latin typeface="+mn-lt"/>
                          <a:cs typeface="Arial"/>
                        </a:rPr>
                        <a:t>Work/Life Service Referrals </a:t>
                      </a:r>
                      <a:endParaRPr sz="1100" dirty="0">
                        <a:latin typeface="+mn-lt"/>
                        <a:cs typeface="Arial"/>
                      </a:endParaRPr>
                    </a:p>
                  </a:txBody>
                  <a:tcPr marL="182880" marR="45720" marT="0" marB="0" anchor="ctr">
                    <a:lnR w="76200">
                      <a:solidFill>
                        <a:srgbClr val="FFFFFF"/>
                      </a:solidFill>
                      <a:prstDash val="solid"/>
                    </a:lnR>
                    <a:lnT w="6350" cap="flat" cmpd="sng" algn="ctr">
                      <a:solidFill>
                        <a:srgbClr val="110081"/>
                      </a:solidFill>
                      <a:prstDash val="solid"/>
                      <a:round/>
                      <a:headEnd type="none" w="med" len="med"/>
                      <a:tailEnd type="none" w="med" len="med"/>
                    </a:lnT>
                    <a:lnB w="28575" cap="flat" cmpd="sng" algn="ctr">
                      <a:solidFill>
                        <a:srgbClr val="110081"/>
                      </a:solidFill>
                      <a:prstDash val="solid"/>
                      <a:round/>
                      <a:headEnd type="none" w="med" len="med"/>
                      <a:tailEnd type="none" w="med" len="med"/>
                    </a:lnB>
                    <a:noFill/>
                  </a:tcPr>
                </a:tc>
                <a:tc>
                  <a:txBody>
                    <a:bodyPr/>
                    <a:lstStyle/>
                    <a:p>
                      <a:pPr marL="0" marR="226695" indent="0">
                        <a:lnSpc>
                          <a:spcPct val="100000"/>
                        </a:lnSpc>
                        <a:spcBef>
                          <a:spcPts val="1000"/>
                        </a:spcBef>
                      </a:pPr>
                      <a:r>
                        <a:rPr sz="1100" dirty="0">
                          <a:latin typeface="+mn-lt"/>
                          <a:cs typeface="Arial"/>
                        </a:rPr>
                        <a:t>24/7</a:t>
                      </a:r>
                      <a:r>
                        <a:rPr sz="1100" spc="-40" dirty="0">
                          <a:latin typeface="+mn-lt"/>
                          <a:cs typeface="Arial"/>
                        </a:rPr>
                        <a:t> </a:t>
                      </a:r>
                      <a:r>
                        <a:rPr lang="en-US" sz="1100" spc="-40" dirty="0">
                          <a:latin typeface="+mn-lt"/>
                          <a:cs typeface="Arial"/>
                        </a:rPr>
                        <a:t>access to </a:t>
                      </a:r>
                      <a:r>
                        <a:rPr sz="1100" dirty="0">
                          <a:latin typeface="+mn-lt"/>
                          <a:cs typeface="Arial"/>
                        </a:rPr>
                        <a:t>confidential</a:t>
                      </a:r>
                      <a:r>
                        <a:rPr sz="1100" spc="-25" dirty="0">
                          <a:latin typeface="+mn-lt"/>
                          <a:cs typeface="Arial"/>
                        </a:rPr>
                        <a:t> </a:t>
                      </a:r>
                      <a:r>
                        <a:rPr sz="1100" dirty="0">
                          <a:latin typeface="+mn-lt"/>
                          <a:cs typeface="Arial"/>
                        </a:rPr>
                        <a:t>services</a:t>
                      </a:r>
                      <a:r>
                        <a:rPr sz="1100" spc="-30" dirty="0">
                          <a:latin typeface="+mn-lt"/>
                          <a:cs typeface="Arial"/>
                        </a:rPr>
                        <a:t> </a:t>
                      </a:r>
                      <a:r>
                        <a:rPr sz="1100" dirty="0">
                          <a:latin typeface="+mn-lt"/>
                          <a:cs typeface="Arial"/>
                        </a:rPr>
                        <a:t>for</a:t>
                      </a:r>
                      <a:r>
                        <a:rPr sz="1100" spc="-40" dirty="0">
                          <a:latin typeface="+mn-lt"/>
                          <a:cs typeface="Arial"/>
                        </a:rPr>
                        <a:t> </a:t>
                      </a:r>
                      <a:r>
                        <a:rPr sz="1100" dirty="0">
                          <a:latin typeface="+mn-lt"/>
                          <a:cs typeface="Arial"/>
                        </a:rPr>
                        <a:t>behavioral</a:t>
                      </a:r>
                      <a:r>
                        <a:rPr sz="1100" spc="-15" dirty="0">
                          <a:latin typeface="+mn-lt"/>
                          <a:cs typeface="Arial"/>
                        </a:rPr>
                        <a:t> </a:t>
                      </a:r>
                      <a:r>
                        <a:rPr sz="1100" spc="-10" dirty="0">
                          <a:latin typeface="+mn-lt"/>
                          <a:cs typeface="Arial"/>
                        </a:rPr>
                        <a:t>issues.</a:t>
                      </a:r>
                      <a:r>
                        <a:rPr sz="1100" spc="500" dirty="0">
                          <a:latin typeface="+mn-lt"/>
                          <a:cs typeface="Arial"/>
                        </a:rPr>
                        <a:t> </a:t>
                      </a:r>
                      <a:r>
                        <a:rPr lang="en-US" sz="1100" dirty="0">
                          <a:latin typeface="+mn-lt"/>
                          <a:cs typeface="Arial"/>
                        </a:rPr>
                        <a:t>In</a:t>
                      </a:r>
                      <a:r>
                        <a:rPr sz="1100" dirty="0">
                          <a:latin typeface="+mn-lt"/>
                          <a:cs typeface="Arial"/>
                        </a:rPr>
                        <a:t>clude</a:t>
                      </a:r>
                      <a:r>
                        <a:rPr lang="en-US" sz="1100" dirty="0">
                          <a:latin typeface="+mn-lt"/>
                          <a:cs typeface="Arial"/>
                        </a:rPr>
                        <a:t>s</a:t>
                      </a:r>
                      <a:r>
                        <a:rPr sz="1100" spc="-35" dirty="0">
                          <a:latin typeface="+mn-lt"/>
                          <a:cs typeface="Arial"/>
                        </a:rPr>
                        <a:t> </a:t>
                      </a:r>
                      <a:r>
                        <a:rPr sz="1100" dirty="0">
                          <a:latin typeface="+mn-lt"/>
                          <a:cs typeface="Arial"/>
                        </a:rPr>
                        <a:t>telephonic</a:t>
                      </a:r>
                      <a:r>
                        <a:rPr sz="1100" spc="-30" dirty="0">
                          <a:latin typeface="+mn-lt"/>
                          <a:cs typeface="Arial"/>
                        </a:rPr>
                        <a:t> </a:t>
                      </a:r>
                      <a:r>
                        <a:rPr sz="1100" dirty="0">
                          <a:latin typeface="+mn-lt"/>
                          <a:cs typeface="Arial"/>
                        </a:rPr>
                        <a:t>triage</a:t>
                      </a:r>
                      <a:r>
                        <a:rPr sz="1100" spc="-35" dirty="0">
                          <a:latin typeface="+mn-lt"/>
                          <a:cs typeface="Arial"/>
                        </a:rPr>
                        <a:t> </a:t>
                      </a:r>
                      <a:r>
                        <a:rPr sz="1100" dirty="0">
                          <a:latin typeface="+mn-lt"/>
                          <a:cs typeface="Arial"/>
                        </a:rPr>
                        <a:t>for</a:t>
                      </a:r>
                      <a:r>
                        <a:rPr sz="1100" spc="-45" dirty="0">
                          <a:latin typeface="+mn-lt"/>
                          <a:cs typeface="Arial"/>
                        </a:rPr>
                        <a:t> </a:t>
                      </a:r>
                      <a:r>
                        <a:rPr sz="1100" dirty="0">
                          <a:latin typeface="+mn-lt"/>
                          <a:cs typeface="Arial"/>
                        </a:rPr>
                        <a:t>emergent</a:t>
                      </a:r>
                      <a:r>
                        <a:rPr sz="1100" spc="-15" dirty="0">
                          <a:latin typeface="+mn-lt"/>
                          <a:cs typeface="Arial"/>
                        </a:rPr>
                        <a:t> </a:t>
                      </a:r>
                      <a:r>
                        <a:rPr sz="1100" dirty="0">
                          <a:latin typeface="+mn-lt"/>
                          <a:cs typeface="Arial"/>
                        </a:rPr>
                        <a:t>and</a:t>
                      </a:r>
                      <a:r>
                        <a:rPr sz="1100" spc="-45" dirty="0">
                          <a:latin typeface="+mn-lt"/>
                          <a:cs typeface="Arial"/>
                        </a:rPr>
                        <a:t> </a:t>
                      </a:r>
                      <a:r>
                        <a:rPr sz="1100" dirty="0">
                          <a:latin typeface="+mn-lt"/>
                          <a:cs typeface="Arial"/>
                        </a:rPr>
                        <a:t>urgent</a:t>
                      </a:r>
                      <a:r>
                        <a:rPr sz="1100" spc="-30" dirty="0">
                          <a:latin typeface="+mn-lt"/>
                          <a:cs typeface="Arial"/>
                        </a:rPr>
                        <a:t> </a:t>
                      </a:r>
                      <a:r>
                        <a:rPr sz="1100" dirty="0">
                          <a:latin typeface="+mn-lt"/>
                          <a:cs typeface="Arial"/>
                        </a:rPr>
                        <a:t>referrals,</a:t>
                      </a:r>
                      <a:r>
                        <a:rPr sz="1100" spc="-25" dirty="0">
                          <a:latin typeface="+mn-lt"/>
                          <a:cs typeface="Arial"/>
                        </a:rPr>
                        <a:t> </a:t>
                      </a:r>
                      <a:r>
                        <a:rPr sz="1100" dirty="0">
                          <a:latin typeface="+mn-lt"/>
                          <a:cs typeface="Arial"/>
                        </a:rPr>
                        <a:t>crises</a:t>
                      </a:r>
                      <a:r>
                        <a:rPr sz="1100" spc="-40" dirty="0">
                          <a:latin typeface="+mn-lt"/>
                          <a:cs typeface="Arial"/>
                        </a:rPr>
                        <a:t> </a:t>
                      </a:r>
                      <a:r>
                        <a:rPr sz="1100" spc="-10" dirty="0">
                          <a:latin typeface="+mn-lt"/>
                          <a:cs typeface="Arial"/>
                        </a:rPr>
                        <a:t>intervention </a:t>
                      </a:r>
                      <a:r>
                        <a:rPr sz="1100" dirty="0">
                          <a:latin typeface="+mn-lt"/>
                          <a:cs typeface="Arial"/>
                        </a:rPr>
                        <a:t>and</a:t>
                      </a:r>
                      <a:r>
                        <a:rPr sz="1100" spc="-50" dirty="0">
                          <a:latin typeface="+mn-lt"/>
                          <a:cs typeface="Arial"/>
                        </a:rPr>
                        <a:t> </a:t>
                      </a:r>
                      <a:r>
                        <a:rPr sz="1100" dirty="0">
                          <a:latin typeface="+mn-lt"/>
                          <a:cs typeface="Arial"/>
                        </a:rPr>
                        <a:t>referrals</a:t>
                      </a:r>
                      <a:r>
                        <a:rPr sz="1100" spc="-15" dirty="0">
                          <a:latin typeface="+mn-lt"/>
                          <a:cs typeface="Arial"/>
                        </a:rPr>
                        <a:t> </a:t>
                      </a:r>
                      <a:r>
                        <a:rPr sz="1100" dirty="0">
                          <a:latin typeface="+mn-lt"/>
                          <a:cs typeface="Arial"/>
                        </a:rPr>
                        <a:t>to</a:t>
                      </a:r>
                      <a:r>
                        <a:rPr sz="1100" spc="-35" dirty="0">
                          <a:latin typeface="+mn-lt"/>
                          <a:cs typeface="Arial"/>
                        </a:rPr>
                        <a:t> </a:t>
                      </a:r>
                      <a:r>
                        <a:rPr sz="1100" dirty="0">
                          <a:latin typeface="+mn-lt"/>
                          <a:cs typeface="Arial"/>
                        </a:rPr>
                        <a:t>community</a:t>
                      </a:r>
                      <a:r>
                        <a:rPr sz="1100" spc="-15" dirty="0">
                          <a:latin typeface="+mn-lt"/>
                          <a:cs typeface="Arial"/>
                        </a:rPr>
                        <a:t> </a:t>
                      </a:r>
                      <a:r>
                        <a:rPr sz="1100" dirty="0">
                          <a:latin typeface="+mn-lt"/>
                          <a:cs typeface="Arial"/>
                        </a:rPr>
                        <a:t>resources. </a:t>
                      </a:r>
                      <a:r>
                        <a:rPr lang="en-US" sz="1100" dirty="0">
                          <a:latin typeface="+mn-lt"/>
                          <a:cs typeface="Arial"/>
                        </a:rPr>
                        <a:t>Up to </a:t>
                      </a:r>
                      <a:r>
                        <a:rPr sz="1100" dirty="0">
                          <a:latin typeface="+mn-lt"/>
                          <a:cs typeface="Arial"/>
                        </a:rPr>
                        <a:t>six</a:t>
                      </a:r>
                      <a:r>
                        <a:rPr sz="1100" spc="-45" dirty="0">
                          <a:latin typeface="+mn-lt"/>
                          <a:cs typeface="Arial"/>
                        </a:rPr>
                        <a:t> </a:t>
                      </a:r>
                      <a:r>
                        <a:rPr sz="1100" spc="-10" dirty="0">
                          <a:latin typeface="+mn-lt"/>
                          <a:cs typeface="Arial"/>
                        </a:rPr>
                        <a:t>face-to-</a:t>
                      </a:r>
                      <a:r>
                        <a:rPr sz="1100" dirty="0">
                          <a:latin typeface="+mn-lt"/>
                          <a:cs typeface="Arial"/>
                        </a:rPr>
                        <a:t>face</a:t>
                      </a:r>
                      <a:r>
                        <a:rPr sz="1100" spc="5" dirty="0">
                          <a:latin typeface="+mn-lt"/>
                          <a:cs typeface="Arial"/>
                        </a:rPr>
                        <a:t> </a:t>
                      </a:r>
                      <a:r>
                        <a:rPr sz="1100" dirty="0">
                          <a:latin typeface="+mn-lt"/>
                          <a:cs typeface="Arial"/>
                        </a:rPr>
                        <a:t>sessions</a:t>
                      </a:r>
                      <a:r>
                        <a:rPr sz="1100" spc="-25" dirty="0">
                          <a:latin typeface="+mn-lt"/>
                          <a:cs typeface="Arial"/>
                        </a:rPr>
                        <a:t> </a:t>
                      </a:r>
                      <a:r>
                        <a:rPr sz="1100" spc="-20" dirty="0">
                          <a:latin typeface="+mn-lt"/>
                          <a:cs typeface="Arial"/>
                        </a:rPr>
                        <a:t>with </a:t>
                      </a:r>
                      <a:r>
                        <a:rPr lang="en-US" sz="1100" spc="-20" dirty="0">
                          <a:latin typeface="+mn-lt"/>
                          <a:cs typeface="Arial"/>
                        </a:rPr>
                        <a:t>a </a:t>
                      </a:r>
                      <a:r>
                        <a:rPr sz="1100" dirty="0">
                          <a:latin typeface="+mn-lt"/>
                          <a:cs typeface="Arial"/>
                        </a:rPr>
                        <a:t>licensed</a:t>
                      </a:r>
                      <a:r>
                        <a:rPr sz="1100" spc="-70" dirty="0">
                          <a:latin typeface="+mn-lt"/>
                          <a:cs typeface="Arial"/>
                        </a:rPr>
                        <a:t> </a:t>
                      </a:r>
                      <a:r>
                        <a:rPr sz="1100" dirty="0">
                          <a:latin typeface="+mn-lt"/>
                          <a:cs typeface="Arial"/>
                        </a:rPr>
                        <a:t>behavioral</a:t>
                      </a:r>
                      <a:r>
                        <a:rPr sz="1100" spc="-30" dirty="0">
                          <a:latin typeface="+mn-lt"/>
                          <a:cs typeface="Arial"/>
                        </a:rPr>
                        <a:t> </a:t>
                      </a:r>
                      <a:r>
                        <a:rPr sz="1100" dirty="0">
                          <a:latin typeface="+mn-lt"/>
                          <a:cs typeface="Arial"/>
                        </a:rPr>
                        <a:t>professionals</a:t>
                      </a:r>
                      <a:r>
                        <a:rPr sz="1100" spc="-25" dirty="0">
                          <a:latin typeface="+mn-lt"/>
                          <a:cs typeface="Arial"/>
                        </a:rPr>
                        <a:t> </a:t>
                      </a:r>
                      <a:r>
                        <a:rPr sz="1100" dirty="0">
                          <a:latin typeface="+mn-lt"/>
                          <a:cs typeface="Arial"/>
                        </a:rPr>
                        <a:t>(currently</a:t>
                      </a:r>
                      <a:r>
                        <a:rPr sz="1100" spc="-40" dirty="0">
                          <a:latin typeface="+mn-lt"/>
                          <a:cs typeface="Arial"/>
                        </a:rPr>
                        <a:t> </a:t>
                      </a:r>
                      <a:r>
                        <a:rPr sz="1100" dirty="0">
                          <a:latin typeface="+mn-lt"/>
                          <a:cs typeface="Arial"/>
                        </a:rPr>
                        <a:t>available</a:t>
                      </a:r>
                      <a:r>
                        <a:rPr sz="1100" spc="-25" dirty="0">
                          <a:latin typeface="+mn-lt"/>
                          <a:cs typeface="Arial"/>
                        </a:rPr>
                        <a:t> </a:t>
                      </a:r>
                      <a:r>
                        <a:rPr sz="1100" dirty="0">
                          <a:latin typeface="+mn-lt"/>
                          <a:cs typeface="Arial"/>
                        </a:rPr>
                        <a:t>in</a:t>
                      </a:r>
                      <a:r>
                        <a:rPr sz="1100" spc="-70" dirty="0">
                          <a:latin typeface="+mn-lt"/>
                          <a:cs typeface="Arial"/>
                        </a:rPr>
                        <a:t> </a:t>
                      </a:r>
                      <a:r>
                        <a:rPr sz="1100" dirty="0">
                          <a:latin typeface="+mn-lt"/>
                          <a:cs typeface="Arial"/>
                        </a:rPr>
                        <a:t>160</a:t>
                      </a:r>
                      <a:r>
                        <a:rPr sz="1100" spc="-50" dirty="0">
                          <a:latin typeface="+mn-lt"/>
                          <a:cs typeface="Arial"/>
                        </a:rPr>
                        <a:t> </a:t>
                      </a:r>
                      <a:r>
                        <a:rPr sz="1100" spc="-10" dirty="0">
                          <a:latin typeface="+mn-lt"/>
                          <a:cs typeface="Arial"/>
                        </a:rPr>
                        <a:t>countries).</a:t>
                      </a:r>
                      <a:r>
                        <a:rPr lang="en-US" sz="1100" spc="-10" dirty="0">
                          <a:latin typeface="+mn-lt"/>
                          <a:cs typeface="Arial"/>
                        </a:rPr>
                        <a:t> Work/Life service referrals to local resources to assist with legal, financial, childcare or eldercare issues.</a:t>
                      </a:r>
                      <a:endParaRPr sz="1100" dirty="0">
                        <a:latin typeface="+mn-lt"/>
                        <a:cs typeface="Arial"/>
                      </a:endParaRPr>
                    </a:p>
                  </a:txBody>
                  <a:tcPr marL="182880" marR="45720" marT="0" marB="0" anchor="ctr">
                    <a:lnL w="76200">
                      <a:solidFill>
                        <a:srgbClr val="FFFFFF"/>
                      </a:solidFill>
                      <a:prstDash val="solid"/>
                    </a:lnL>
                    <a:lnR w="28575" cap="flat" cmpd="sng" algn="ctr">
                      <a:noFill/>
                      <a:prstDash val="solid"/>
                      <a:round/>
                      <a:headEnd type="none" w="med" len="med"/>
                      <a:tailEnd type="none" w="med" len="med"/>
                    </a:lnR>
                    <a:lnT w="6350" cap="flat" cmpd="sng" algn="ctr">
                      <a:solidFill>
                        <a:srgbClr val="110081"/>
                      </a:solidFill>
                      <a:prstDash val="solid"/>
                      <a:round/>
                      <a:headEnd type="none" w="med" len="med"/>
                      <a:tailEnd type="none" w="med" len="med"/>
                    </a:lnT>
                    <a:lnB w="28575" cap="flat" cmpd="sng" algn="ctr">
                      <a:solidFill>
                        <a:srgbClr val="110081"/>
                      </a:solidFill>
                      <a:prstDash val="solid"/>
                      <a:round/>
                      <a:headEnd type="none" w="med" len="med"/>
                      <a:tailEnd type="none" w="med" len="med"/>
                    </a:lnB>
                    <a:solidFill>
                      <a:srgbClr val="E7E5F2"/>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9499789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0AA7B-A0A0-1650-25D2-416DD34315F7}"/>
              </a:ext>
            </a:extLst>
          </p:cNvPr>
          <p:cNvSpPr>
            <a:spLocks noGrp="1"/>
          </p:cNvSpPr>
          <p:nvPr>
            <p:ph type="title"/>
          </p:nvPr>
        </p:nvSpPr>
        <p:spPr>
          <a:xfrm>
            <a:off x="360000" y="360000"/>
            <a:ext cx="11473200" cy="512474"/>
          </a:xfrm>
        </p:spPr>
        <p:txBody>
          <a:bodyPr/>
          <a:lstStyle/>
          <a:p>
            <a:r>
              <a:rPr lang="en-US" sz="3200" dirty="0"/>
              <a:t>Life,</a:t>
            </a:r>
            <a:r>
              <a:rPr lang="en-US" sz="3200" spc="-95" dirty="0"/>
              <a:t> </a:t>
            </a:r>
            <a:r>
              <a:rPr lang="en-US" sz="3200" dirty="0"/>
              <a:t>and</a:t>
            </a:r>
            <a:r>
              <a:rPr lang="en-US" sz="3200" spc="-250" dirty="0"/>
              <a:t> </a:t>
            </a:r>
            <a:r>
              <a:rPr lang="en-US" sz="3200" spc="-20" dirty="0"/>
              <a:t>AD&amp;D</a:t>
            </a:r>
            <a:endParaRPr lang="en-US" dirty="0"/>
          </a:p>
        </p:txBody>
      </p:sp>
      <p:sp>
        <p:nvSpPr>
          <p:cNvPr id="4" name="Slide Number Placeholder 3">
            <a:extLst>
              <a:ext uri="{FF2B5EF4-FFF2-40B4-BE49-F238E27FC236}">
                <a16:creationId xmlns:a16="http://schemas.microsoft.com/office/drawing/2014/main" id="{9159CF1C-8DD9-BAA7-F494-F0A9D3DB9ABA}"/>
              </a:ext>
            </a:extLst>
          </p:cNvPr>
          <p:cNvSpPr>
            <a:spLocks noGrp="1"/>
          </p:cNvSpPr>
          <p:nvPr>
            <p:ph type="sldNum" sz="quarter" idx="11"/>
          </p:nvPr>
        </p:nvSpPr>
        <p:spPr/>
        <p:txBody>
          <a:bodyPr/>
          <a:lstStyle/>
          <a:p>
            <a:fld id="{23AA811B-2EBD-4900-905E-5BE206449611}" type="slidenum">
              <a:rPr lang="en-US" smtClean="0"/>
              <a:pPr/>
              <a:t>12</a:t>
            </a:fld>
            <a:endParaRPr lang="en-US" dirty="0"/>
          </a:p>
        </p:txBody>
      </p:sp>
      <p:graphicFrame>
        <p:nvGraphicFramePr>
          <p:cNvPr id="6" name="object 4">
            <a:extLst>
              <a:ext uri="{FF2B5EF4-FFF2-40B4-BE49-F238E27FC236}">
                <a16:creationId xmlns:a16="http://schemas.microsoft.com/office/drawing/2014/main" id="{FD3B10CB-9DC1-09F0-3FCF-E6882866C9FF}"/>
              </a:ext>
            </a:extLst>
          </p:cNvPr>
          <p:cNvGraphicFramePr>
            <a:graphicFrameLocks noGrp="1"/>
          </p:cNvGraphicFramePr>
          <p:nvPr>
            <p:extLst>
              <p:ext uri="{D42A27DB-BD31-4B8C-83A1-F6EECF244321}">
                <p14:modId xmlns:p14="http://schemas.microsoft.com/office/powerpoint/2010/main" val="2170850295"/>
              </p:ext>
            </p:extLst>
          </p:nvPr>
        </p:nvGraphicFramePr>
        <p:xfrm>
          <a:off x="1152526" y="1075798"/>
          <a:ext cx="9886949" cy="945186"/>
        </p:xfrm>
        <a:graphic>
          <a:graphicData uri="http://schemas.openxmlformats.org/drawingml/2006/table">
            <a:tbl>
              <a:tblPr firstRow="1" bandRow="1">
                <a:tableStyleId>{2D5ABB26-0587-4C30-8999-92F81FD0307C}</a:tableStyleId>
              </a:tblPr>
              <a:tblGrid>
                <a:gridCol w="3028315">
                  <a:extLst>
                    <a:ext uri="{9D8B030D-6E8A-4147-A177-3AD203B41FA5}">
                      <a16:colId xmlns:a16="http://schemas.microsoft.com/office/drawing/2014/main" val="20000"/>
                    </a:ext>
                  </a:extLst>
                </a:gridCol>
                <a:gridCol w="6858634">
                  <a:extLst>
                    <a:ext uri="{9D8B030D-6E8A-4147-A177-3AD203B41FA5}">
                      <a16:colId xmlns:a16="http://schemas.microsoft.com/office/drawing/2014/main" val="20001"/>
                    </a:ext>
                  </a:extLst>
                </a:gridCol>
              </a:tblGrid>
              <a:tr h="323394">
                <a:tc gridSpan="2">
                  <a:txBody>
                    <a:bodyPr/>
                    <a:lstStyle/>
                    <a:p>
                      <a:pPr algn="ctr">
                        <a:lnSpc>
                          <a:spcPct val="100000"/>
                        </a:lnSpc>
                        <a:spcBef>
                          <a:spcPts val="860"/>
                        </a:spcBef>
                      </a:pPr>
                      <a:r>
                        <a:rPr lang="en-US" sz="1400" b="1" dirty="0">
                          <a:solidFill>
                            <a:schemeClr val="bg1"/>
                          </a:solidFill>
                          <a:latin typeface="+mn-lt"/>
                          <a:cs typeface="Arial Black"/>
                        </a:rPr>
                        <a:t>LIFE</a:t>
                      </a:r>
                      <a:r>
                        <a:rPr lang="en-US" sz="1400" b="1" spc="-70" dirty="0">
                          <a:solidFill>
                            <a:schemeClr val="bg1"/>
                          </a:solidFill>
                          <a:latin typeface="+mn-lt"/>
                          <a:cs typeface="Arial Black"/>
                        </a:rPr>
                        <a:t> </a:t>
                      </a:r>
                      <a:r>
                        <a:rPr lang="en-US" sz="1400" b="1" spc="-10" dirty="0">
                          <a:solidFill>
                            <a:schemeClr val="bg1"/>
                          </a:solidFill>
                          <a:latin typeface="+mn-lt"/>
                          <a:cs typeface="Arial Black"/>
                        </a:rPr>
                        <a:t>INSURANCE</a:t>
                      </a:r>
                      <a:endParaRPr lang="en-US" sz="1400" b="1" dirty="0">
                        <a:solidFill>
                          <a:schemeClr val="bg1"/>
                        </a:solidFill>
                        <a:latin typeface="+mn-lt"/>
                        <a:cs typeface="Arial Black"/>
                      </a:endParaRPr>
                    </a:p>
                  </a:txBody>
                  <a:tcPr marL="0" marR="0" marT="18288" marB="18288" anchor="ctr">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rgbClr val="00874D"/>
                    </a:solidFill>
                  </a:tcPr>
                </a:tc>
                <a:tc hMerge="1">
                  <a:txBody>
                    <a:bodyPr/>
                    <a:lstStyle/>
                    <a:p>
                      <a:endParaRPr/>
                    </a:p>
                  </a:txBody>
                  <a:tcPr marL="0" marR="0" marT="0" marB="0"/>
                </a:tc>
                <a:extLst>
                  <a:ext uri="{0D108BD9-81ED-4DB2-BD59-A6C34878D82A}">
                    <a16:rowId xmlns:a16="http://schemas.microsoft.com/office/drawing/2014/main" val="10000"/>
                  </a:ext>
                </a:extLst>
              </a:tr>
              <a:tr h="256032">
                <a:tc>
                  <a:txBody>
                    <a:bodyPr/>
                    <a:lstStyle/>
                    <a:p>
                      <a:pPr marL="0" indent="0">
                        <a:lnSpc>
                          <a:spcPct val="100000"/>
                        </a:lnSpc>
                        <a:spcBef>
                          <a:spcPts val="650"/>
                        </a:spcBef>
                      </a:pPr>
                      <a:r>
                        <a:rPr sz="1100" b="1" spc="-10" dirty="0">
                          <a:solidFill>
                            <a:schemeClr val="bg1"/>
                          </a:solidFill>
                          <a:latin typeface="+mn-lt"/>
                          <a:cs typeface="Arial"/>
                        </a:rPr>
                        <a:t>Classification</a:t>
                      </a:r>
                      <a:endParaRPr sz="1100" dirty="0">
                        <a:solidFill>
                          <a:schemeClr val="bg1"/>
                        </a:solidFill>
                        <a:latin typeface="+mn-lt"/>
                        <a:cs typeface="Arial"/>
                      </a:endParaRPr>
                    </a:p>
                  </a:txBody>
                  <a:tcPr marL="182880" marR="45720" marT="18288" marB="18288" anchor="ctr">
                    <a:lnR w="76200">
                      <a:solidFill>
                        <a:srgbClr val="FFFFFF"/>
                      </a:solidFill>
                      <a:prstDash val="soli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rgbClr val="03CC54"/>
                    </a:solidFill>
                  </a:tcPr>
                </a:tc>
                <a:tc>
                  <a:txBody>
                    <a:bodyPr/>
                    <a:lstStyle/>
                    <a:p>
                      <a:pPr marL="0" indent="0">
                        <a:lnSpc>
                          <a:spcPct val="100000"/>
                        </a:lnSpc>
                        <a:spcBef>
                          <a:spcPts val="650"/>
                        </a:spcBef>
                      </a:pPr>
                      <a:r>
                        <a:rPr sz="1100" b="1" dirty="0">
                          <a:solidFill>
                            <a:schemeClr val="bg1"/>
                          </a:solidFill>
                          <a:latin typeface="+mn-lt"/>
                          <a:cs typeface="Arial"/>
                        </a:rPr>
                        <a:t>Amount of</a:t>
                      </a:r>
                      <a:r>
                        <a:rPr sz="1100" b="1" spc="-45" dirty="0">
                          <a:solidFill>
                            <a:schemeClr val="bg1"/>
                          </a:solidFill>
                          <a:latin typeface="+mn-lt"/>
                          <a:cs typeface="Arial"/>
                        </a:rPr>
                        <a:t> </a:t>
                      </a:r>
                      <a:r>
                        <a:rPr sz="1100" b="1" spc="-10" dirty="0">
                          <a:solidFill>
                            <a:schemeClr val="bg1"/>
                          </a:solidFill>
                          <a:latin typeface="+mn-lt"/>
                          <a:cs typeface="Arial"/>
                        </a:rPr>
                        <a:t>Insurance</a:t>
                      </a:r>
                      <a:endParaRPr sz="1100" dirty="0">
                        <a:solidFill>
                          <a:schemeClr val="bg1"/>
                        </a:solidFill>
                        <a:latin typeface="+mn-lt"/>
                        <a:cs typeface="Arial"/>
                      </a:endParaRPr>
                    </a:p>
                  </a:txBody>
                  <a:tcPr marL="182880" marR="45720" marT="18288" marB="18288" anchor="ctr">
                    <a:lnL w="76200">
                      <a:solidFill>
                        <a:srgbClr val="FFFFFF"/>
                      </a:solidFill>
                      <a:prstDash val="soli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rgbClr val="00874D"/>
                    </a:solidFill>
                  </a:tcPr>
                </a:tc>
                <a:extLst>
                  <a:ext uri="{0D108BD9-81ED-4DB2-BD59-A6C34878D82A}">
                    <a16:rowId xmlns:a16="http://schemas.microsoft.com/office/drawing/2014/main" val="10001"/>
                  </a:ext>
                </a:extLst>
              </a:tr>
              <a:tr h="365760">
                <a:tc>
                  <a:txBody>
                    <a:bodyPr/>
                    <a:lstStyle/>
                    <a:p>
                      <a:pPr marL="0" indent="0">
                        <a:lnSpc>
                          <a:spcPct val="100000"/>
                        </a:lnSpc>
                        <a:spcBef>
                          <a:spcPts val="650"/>
                        </a:spcBef>
                      </a:pPr>
                      <a:r>
                        <a:rPr sz="1100" b="1" dirty="0">
                          <a:latin typeface="+mn-lt"/>
                          <a:cs typeface="Arial"/>
                        </a:rPr>
                        <a:t>Each</a:t>
                      </a:r>
                      <a:r>
                        <a:rPr sz="1100" b="1" spc="-25" dirty="0">
                          <a:latin typeface="+mn-lt"/>
                          <a:cs typeface="Arial"/>
                        </a:rPr>
                        <a:t> </a:t>
                      </a:r>
                      <a:r>
                        <a:rPr sz="1100" b="1" dirty="0">
                          <a:latin typeface="+mn-lt"/>
                          <a:cs typeface="Arial"/>
                        </a:rPr>
                        <a:t>Eligible</a:t>
                      </a:r>
                      <a:r>
                        <a:rPr sz="1100" b="1" spc="-25" dirty="0">
                          <a:latin typeface="+mn-lt"/>
                          <a:cs typeface="Arial"/>
                        </a:rPr>
                        <a:t> </a:t>
                      </a:r>
                      <a:r>
                        <a:rPr sz="1100" b="1" spc="-10" dirty="0">
                          <a:latin typeface="+mn-lt"/>
                          <a:cs typeface="Arial"/>
                        </a:rPr>
                        <a:t>Employee</a:t>
                      </a:r>
                      <a:endParaRPr sz="1100" dirty="0">
                        <a:latin typeface="+mn-lt"/>
                        <a:cs typeface="Arial"/>
                      </a:endParaRPr>
                    </a:p>
                  </a:txBody>
                  <a:tcPr marL="182880" marR="45720" anchor="ctr">
                    <a:lnR w="76200">
                      <a:solidFill>
                        <a:srgbClr val="FFFFFF"/>
                      </a:solidFill>
                      <a:prstDash val="solid"/>
                    </a:lnR>
                    <a:lnT w="12700" cap="flat" cmpd="sng" algn="ctr">
                      <a:noFill/>
                      <a:prstDash val="solid"/>
                      <a:round/>
                      <a:headEnd type="none" w="med" len="med"/>
                      <a:tailEnd type="none" w="med" len="med"/>
                    </a:lnT>
                    <a:lnB w="6350" cap="flat" cmpd="sng" algn="ctr">
                      <a:solidFill>
                        <a:srgbClr val="00874D"/>
                      </a:solidFill>
                      <a:prstDash val="solid"/>
                      <a:round/>
                      <a:headEnd type="none" w="med" len="med"/>
                      <a:tailEnd type="none" w="med" len="med"/>
                    </a:lnB>
                    <a:noFill/>
                  </a:tcPr>
                </a:tc>
                <a:tc>
                  <a:txBody>
                    <a:bodyPr/>
                    <a:lstStyle/>
                    <a:p>
                      <a:pPr marL="182245">
                        <a:lnSpc>
                          <a:spcPct val="100000"/>
                        </a:lnSpc>
                        <a:spcBef>
                          <a:spcPts val="650"/>
                        </a:spcBef>
                      </a:pPr>
                      <a:r>
                        <a:rPr lang="en-US" sz="1100" dirty="0">
                          <a:solidFill>
                            <a:schemeClr val="tx1"/>
                          </a:solidFill>
                          <a:latin typeface="+mn-lt"/>
                          <a:cs typeface="Arial"/>
                        </a:rPr>
                        <a:t>Flat $50,000 </a:t>
                      </a:r>
                      <a:endParaRPr sz="1100" dirty="0">
                        <a:solidFill>
                          <a:schemeClr val="tx1"/>
                        </a:solidFill>
                        <a:latin typeface="+mn-lt"/>
                        <a:cs typeface="Arial"/>
                      </a:endParaRPr>
                    </a:p>
                  </a:txBody>
                  <a:tcPr marL="0" marR="0" marT="82550" marB="0">
                    <a:lnL w="76200">
                      <a:solidFill>
                        <a:srgbClr val="FFFFFF"/>
                      </a:solidFill>
                      <a:prstDash val="soli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00874D"/>
                      </a:solidFill>
                      <a:prstDash val="solid"/>
                      <a:round/>
                      <a:headEnd type="none" w="med" len="med"/>
                      <a:tailEnd type="none" w="med" len="med"/>
                    </a:lnB>
                    <a:solidFill>
                      <a:srgbClr val="E7E5F2"/>
                    </a:solidFill>
                  </a:tcPr>
                </a:tc>
                <a:extLst>
                  <a:ext uri="{0D108BD9-81ED-4DB2-BD59-A6C34878D82A}">
                    <a16:rowId xmlns:a16="http://schemas.microsoft.com/office/drawing/2014/main" val="10002"/>
                  </a:ext>
                </a:extLst>
              </a:tr>
            </a:tbl>
          </a:graphicData>
        </a:graphic>
      </p:graphicFrame>
      <p:graphicFrame>
        <p:nvGraphicFramePr>
          <p:cNvPr id="7" name="object 5">
            <a:extLst>
              <a:ext uri="{FF2B5EF4-FFF2-40B4-BE49-F238E27FC236}">
                <a16:creationId xmlns:a16="http://schemas.microsoft.com/office/drawing/2014/main" id="{BB1EAA12-CCD2-8604-D63D-349F729D3E9E}"/>
              </a:ext>
            </a:extLst>
          </p:cNvPr>
          <p:cNvGraphicFramePr>
            <a:graphicFrameLocks noGrp="1"/>
          </p:cNvGraphicFramePr>
          <p:nvPr>
            <p:extLst>
              <p:ext uri="{D42A27DB-BD31-4B8C-83A1-F6EECF244321}">
                <p14:modId xmlns:p14="http://schemas.microsoft.com/office/powerpoint/2010/main" val="2365155383"/>
              </p:ext>
            </p:extLst>
          </p:nvPr>
        </p:nvGraphicFramePr>
        <p:xfrm>
          <a:off x="1152525" y="2331926"/>
          <a:ext cx="9886949" cy="1636066"/>
        </p:xfrm>
        <a:graphic>
          <a:graphicData uri="http://schemas.openxmlformats.org/drawingml/2006/table">
            <a:tbl>
              <a:tblPr firstRow="1" bandRow="1">
                <a:tableStyleId>{2D5ABB26-0587-4C30-8999-92F81FD0307C}</a:tableStyleId>
              </a:tblPr>
              <a:tblGrid>
                <a:gridCol w="3028315">
                  <a:extLst>
                    <a:ext uri="{9D8B030D-6E8A-4147-A177-3AD203B41FA5}">
                      <a16:colId xmlns:a16="http://schemas.microsoft.com/office/drawing/2014/main" val="20000"/>
                    </a:ext>
                  </a:extLst>
                </a:gridCol>
                <a:gridCol w="6858634">
                  <a:extLst>
                    <a:ext uri="{9D8B030D-6E8A-4147-A177-3AD203B41FA5}">
                      <a16:colId xmlns:a16="http://schemas.microsoft.com/office/drawing/2014/main" val="20001"/>
                    </a:ext>
                  </a:extLst>
                </a:gridCol>
              </a:tblGrid>
              <a:tr h="221222">
                <a:tc gridSpan="2">
                  <a:txBody>
                    <a:bodyPr/>
                    <a:lstStyle/>
                    <a:p>
                      <a:pPr>
                        <a:lnSpc>
                          <a:spcPct val="100000"/>
                        </a:lnSpc>
                      </a:pPr>
                      <a:endParaRPr sz="400" dirty="0">
                        <a:latin typeface="+mn-lt"/>
                        <a:cs typeface="Times New Roman"/>
                      </a:endParaRPr>
                    </a:p>
                  </a:txBody>
                  <a:tcPr marL="0" marR="0" marT="0" marB="0">
                    <a:lnR w="12700" cap="flat" cmpd="sng" algn="ctr">
                      <a:solidFill>
                        <a:schemeClr val="bg1"/>
                      </a:solidFill>
                      <a:prstDash val="solid"/>
                      <a:round/>
                      <a:headEnd type="none" w="med" len="med"/>
                      <a:tailEnd type="none" w="med" len="med"/>
                    </a:lnR>
                    <a:lnT w="28575" cap="flat" cmpd="sng" algn="ctr">
                      <a:solidFill>
                        <a:srgbClr val="0033FF"/>
                      </a:solidFill>
                      <a:prstDash val="solid"/>
                      <a:round/>
                      <a:headEnd type="none" w="med" len="med"/>
                      <a:tailEnd type="none" w="med" len="med"/>
                    </a:lnT>
                  </a:tcPr>
                </a:tc>
                <a:tc hMerge="1">
                  <a:txBody>
                    <a:bodyPr/>
                    <a:lstStyle/>
                    <a:p>
                      <a:endParaRPr/>
                    </a:p>
                  </a:txBody>
                  <a:tcPr marL="0" marR="0" marT="0" marB="0"/>
                </a:tc>
                <a:extLst>
                  <a:ext uri="{0D108BD9-81ED-4DB2-BD59-A6C34878D82A}">
                    <a16:rowId xmlns:a16="http://schemas.microsoft.com/office/drawing/2014/main" val="10004"/>
                  </a:ext>
                </a:extLst>
              </a:tr>
              <a:tr h="793052">
                <a:tc gridSpan="2">
                  <a:txBody>
                    <a:bodyPr/>
                    <a:lstStyle/>
                    <a:p>
                      <a:pPr algn="ctr">
                        <a:lnSpc>
                          <a:spcPct val="100000"/>
                        </a:lnSpc>
                        <a:spcBef>
                          <a:spcPts val="860"/>
                        </a:spcBef>
                      </a:pPr>
                      <a:r>
                        <a:rPr lang="en-US" sz="1400" b="1" dirty="0">
                          <a:solidFill>
                            <a:srgbClr val="FFFFFF"/>
                          </a:solidFill>
                          <a:latin typeface="+mn-lt"/>
                          <a:cs typeface="Arial Black"/>
                        </a:rPr>
                        <a:t>ACCIDENTAL</a:t>
                      </a:r>
                      <a:r>
                        <a:rPr lang="en-US" sz="1400" b="1" spc="-80" dirty="0">
                          <a:solidFill>
                            <a:srgbClr val="FFFFFF"/>
                          </a:solidFill>
                          <a:latin typeface="+mn-lt"/>
                          <a:cs typeface="Arial Black"/>
                        </a:rPr>
                        <a:t> </a:t>
                      </a:r>
                      <a:r>
                        <a:rPr lang="en-US" sz="1400" b="1" dirty="0">
                          <a:solidFill>
                            <a:srgbClr val="FFFFFF"/>
                          </a:solidFill>
                          <a:latin typeface="+mn-lt"/>
                          <a:cs typeface="Arial Black"/>
                        </a:rPr>
                        <a:t>DEATH</a:t>
                      </a:r>
                      <a:r>
                        <a:rPr lang="en-US" sz="1400" b="1" spc="-70" dirty="0">
                          <a:solidFill>
                            <a:srgbClr val="FFFFFF"/>
                          </a:solidFill>
                          <a:latin typeface="+mn-lt"/>
                          <a:cs typeface="Arial Black"/>
                        </a:rPr>
                        <a:t> </a:t>
                      </a:r>
                      <a:r>
                        <a:rPr lang="en-US" sz="1400" b="1" dirty="0">
                          <a:solidFill>
                            <a:srgbClr val="FFFFFF"/>
                          </a:solidFill>
                          <a:latin typeface="+mn-lt"/>
                          <a:cs typeface="Arial Black"/>
                        </a:rPr>
                        <a:t>&amp;</a:t>
                      </a:r>
                      <a:r>
                        <a:rPr lang="en-US" sz="1400" b="1" spc="-75" dirty="0">
                          <a:solidFill>
                            <a:srgbClr val="FFFFFF"/>
                          </a:solidFill>
                          <a:latin typeface="+mn-lt"/>
                          <a:cs typeface="Arial Black"/>
                        </a:rPr>
                        <a:t> </a:t>
                      </a:r>
                      <a:r>
                        <a:rPr lang="en-US" sz="1400" b="1" dirty="0">
                          <a:solidFill>
                            <a:srgbClr val="FFFFFF"/>
                          </a:solidFill>
                          <a:latin typeface="+mn-lt"/>
                          <a:cs typeface="Arial Black"/>
                        </a:rPr>
                        <a:t>DISMEMBERMENT</a:t>
                      </a:r>
                      <a:r>
                        <a:rPr lang="en-US" sz="1400" b="1" spc="-60" dirty="0">
                          <a:solidFill>
                            <a:srgbClr val="FFFFFF"/>
                          </a:solidFill>
                          <a:latin typeface="+mn-lt"/>
                          <a:cs typeface="Arial Black"/>
                        </a:rPr>
                        <a:t> </a:t>
                      </a:r>
                      <a:r>
                        <a:rPr lang="en-US" sz="1400" b="1" spc="-10" dirty="0">
                          <a:solidFill>
                            <a:srgbClr val="FFFFFF"/>
                          </a:solidFill>
                          <a:latin typeface="+mn-lt"/>
                          <a:cs typeface="Arial Black"/>
                        </a:rPr>
                        <a:t>INSURANCE</a:t>
                      </a:r>
                      <a:endParaRPr lang="en-US" sz="1400" b="1" dirty="0">
                        <a:latin typeface="+mn-lt"/>
                        <a:cs typeface="Arial Black"/>
                      </a:endParaRPr>
                    </a:p>
                  </a:txBody>
                  <a:tcPr marL="0" marR="0" marT="18288" marB="18288" anchor="ctr">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rgbClr val="110081"/>
                    </a:solidFill>
                  </a:tcPr>
                </a:tc>
                <a:tc hMerge="1">
                  <a:txBody>
                    <a:bodyPr/>
                    <a:lstStyle/>
                    <a:p>
                      <a:endParaRPr/>
                    </a:p>
                  </a:txBody>
                  <a:tcPr marL="0" marR="0" marT="0" marB="0"/>
                </a:tc>
                <a:extLst>
                  <a:ext uri="{0D108BD9-81ED-4DB2-BD59-A6C34878D82A}">
                    <a16:rowId xmlns:a16="http://schemas.microsoft.com/office/drawing/2014/main" val="10005"/>
                  </a:ext>
                </a:extLst>
              </a:tr>
              <a:tr h="256032">
                <a:tc>
                  <a:txBody>
                    <a:bodyPr/>
                    <a:lstStyle/>
                    <a:p>
                      <a:pPr marL="0" indent="0">
                        <a:lnSpc>
                          <a:spcPct val="100000"/>
                        </a:lnSpc>
                        <a:spcBef>
                          <a:spcPts val="650"/>
                        </a:spcBef>
                      </a:pPr>
                      <a:r>
                        <a:rPr sz="1100" b="1" spc="-10" dirty="0">
                          <a:solidFill>
                            <a:schemeClr val="bg1"/>
                          </a:solidFill>
                          <a:latin typeface="+mn-lt"/>
                          <a:cs typeface="Arial"/>
                        </a:rPr>
                        <a:t>Classification</a:t>
                      </a:r>
                      <a:endParaRPr sz="1100" dirty="0">
                        <a:solidFill>
                          <a:schemeClr val="bg1"/>
                        </a:solidFill>
                        <a:latin typeface="+mn-lt"/>
                        <a:cs typeface="Arial"/>
                      </a:endParaRPr>
                    </a:p>
                  </a:txBody>
                  <a:tcPr marL="182880" marR="45720" marT="18288" marB="18288" anchor="ctr">
                    <a:lnR w="76200">
                      <a:solidFill>
                        <a:srgbClr val="FFFFFF"/>
                      </a:solidFill>
                      <a:prstDash val="soli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33FF"/>
                    </a:solidFill>
                  </a:tcPr>
                </a:tc>
                <a:tc>
                  <a:txBody>
                    <a:bodyPr/>
                    <a:lstStyle/>
                    <a:p>
                      <a:pPr marL="0" indent="0">
                        <a:lnSpc>
                          <a:spcPct val="100000"/>
                        </a:lnSpc>
                        <a:spcBef>
                          <a:spcPts val="650"/>
                        </a:spcBef>
                      </a:pPr>
                      <a:r>
                        <a:rPr sz="1100" b="1" dirty="0">
                          <a:solidFill>
                            <a:schemeClr val="bg1"/>
                          </a:solidFill>
                          <a:latin typeface="+mn-lt"/>
                          <a:cs typeface="Arial"/>
                        </a:rPr>
                        <a:t>Principle</a:t>
                      </a:r>
                      <a:r>
                        <a:rPr sz="1100" b="1" spc="-75" dirty="0">
                          <a:solidFill>
                            <a:schemeClr val="bg1"/>
                          </a:solidFill>
                          <a:latin typeface="+mn-lt"/>
                          <a:cs typeface="Arial"/>
                        </a:rPr>
                        <a:t> </a:t>
                      </a:r>
                      <a:r>
                        <a:rPr sz="1100" b="1" spc="-10" dirty="0">
                          <a:solidFill>
                            <a:schemeClr val="bg1"/>
                          </a:solidFill>
                          <a:latin typeface="+mn-lt"/>
                          <a:cs typeface="Arial"/>
                        </a:rPr>
                        <a:t>Amount</a:t>
                      </a:r>
                      <a:endParaRPr sz="1100" dirty="0">
                        <a:solidFill>
                          <a:schemeClr val="bg1"/>
                        </a:solidFill>
                        <a:latin typeface="+mn-lt"/>
                        <a:cs typeface="Arial"/>
                      </a:endParaRPr>
                    </a:p>
                  </a:txBody>
                  <a:tcPr marL="182880" marR="45720" marT="18288" marB="18288" anchor="ctr">
                    <a:lnL w="76200">
                      <a:solidFill>
                        <a:srgbClr val="FFFFFF"/>
                      </a:solidFill>
                      <a:prstDash val="soli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110081"/>
                    </a:solidFill>
                  </a:tcPr>
                </a:tc>
                <a:extLst>
                  <a:ext uri="{0D108BD9-81ED-4DB2-BD59-A6C34878D82A}">
                    <a16:rowId xmlns:a16="http://schemas.microsoft.com/office/drawing/2014/main" val="10006"/>
                  </a:ext>
                </a:extLst>
              </a:tr>
              <a:tr h="365760">
                <a:tc>
                  <a:txBody>
                    <a:bodyPr/>
                    <a:lstStyle/>
                    <a:p>
                      <a:pPr marL="0" indent="0">
                        <a:lnSpc>
                          <a:spcPct val="100000"/>
                        </a:lnSpc>
                        <a:spcBef>
                          <a:spcPts val="650"/>
                        </a:spcBef>
                      </a:pPr>
                      <a:r>
                        <a:rPr sz="1100" b="1" dirty="0">
                          <a:latin typeface="+mn-lt"/>
                          <a:cs typeface="Arial"/>
                        </a:rPr>
                        <a:t>Each</a:t>
                      </a:r>
                      <a:r>
                        <a:rPr sz="1100" b="1" spc="-40" dirty="0">
                          <a:latin typeface="+mn-lt"/>
                          <a:cs typeface="Arial"/>
                        </a:rPr>
                        <a:t> </a:t>
                      </a:r>
                      <a:r>
                        <a:rPr sz="1100" b="1" dirty="0">
                          <a:latin typeface="+mn-lt"/>
                          <a:cs typeface="Arial"/>
                        </a:rPr>
                        <a:t>eligible</a:t>
                      </a:r>
                      <a:r>
                        <a:rPr sz="1100" b="1" spc="-35" dirty="0">
                          <a:latin typeface="+mn-lt"/>
                          <a:cs typeface="Arial"/>
                        </a:rPr>
                        <a:t> </a:t>
                      </a:r>
                      <a:r>
                        <a:rPr sz="1100" b="1" spc="-10" dirty="0">
                          <a:latin typeface="+mn-lt"/>
                          <a:cs typeface="Arial"/>
                        </a:rPr>
                        <a:t>employee</a:t>
                      </a:r>
                      <a:endParaRPr sz="1100" b="1" dirty="0">
                        <a:latin typeface="+mn-lt"/>
                        <a:cs typeface="Arial"/>
                      </a:endParaRPr>
                    </a:p>
                  </a:txBody>
                  <a:tcPr marL="182880" marR="0" marT="82550" marB="0">
                    <a:lnR w="76200">
                      <a:solidFill>
                        <a:srgbClr val="FFFFFF"/>
                      </a:solidFill>
                      <a:prstDash val="solid"/>
                    </a:lnR>
                    <a:lnT w="12700" cap="flat" cmpd="sng" algn="ctr">
                      <a:solidFill>
                        <a:schemeClr val="bg1"/>
                      </a:solidFill>
                      <a:prstDash val="solid"/>
                      <a:round/>
                      <a:headEnd type="none" w="med" len="med"/>
                      <a:tailEnd type="none" w="med" len="med"/>
                    </a:lnT>
                    <a:lnB w="28575" cap="flat" cmpd="sng" algn="ctr">
                      <a:solidFill>
                        <a:srgbClr val="110081"/>
                      </a:solidFill>
                      <a:prstDash val="solid"/>
                      <a:round/>
                      <a:headEnd type="none" w="med" len="med"/>
                      <a:tailEnd type="none" w="med" len="med"/>
                    </a:lnB>
                    <a:noFill/>
                  </a:tcPr>
                </a:tc>
                <a:tc>
                  <a:txBody>
                    <a:bodyPr/>
                    <a:lstStyle/>
                    <a:p>
                      <a:pPr marL="0" indent="0">
                        <a:lnSpc>
                          <a:spcPct val="100000"/>
                        </a:lnSpc>
                        <a:spcBef>
                          <a:spcPts val="650"/>
                        </a:spcBef>
                      </a:pPr>
                      <a:r>
                        <a:rPr lang="en-US" sz="1100" dirty="0">
                          <a:solidFill>
                            <a:schemeClr val="tx1"/>
                          </a:solidFill>
                          <a:latin typeface="+mn-lt"/>
                          <a:cs typeface="Arial"/>
                        </a:rPr>
                        <a:t>Flat $50,000 </a:t>
                      </a:r>
                      <a:endParaRPr sz="1100" dirty="0">
                        <a:solidFill>
                          <a:schemeClr val="tx1"/>
                        </a:solidFill>
                        <a:latin typeface="+mn-lt"/>
                        <a:cs typeface="Arial"/>
                      </a:endParaRPr>
                    </a:p>
                  </a:txBody>
                  <a:tcPr marL="182880" marR="45720" marT="18288" marB="18288" anchor="ctr">
                    <a:lnL w="76200">
                      <a:solidFill>
                        <a:srgbClr val="FFFFFF"/>
                      </a:solidFill>
                      <a:prstDash val="soli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rgbClr val="110081"/>
                      </a:solidFill>
                      <a:prstDash val="solid"/>
                      <a:round/>
                      <a:headEnd type="none" w="med" len="med"/>
                      <a:tailEnd type="none" w="med" len="med"/>
                    </a:lnB>
                    <a:solidFill>
                      <a:srgbClr val="E7E5F2"/>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987804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FB6C0-8D14-28F9-EA8E-641C981FA86F}"/>
              </a:ext>
            </a:extLst>
          </p:cNvPr>
          <p:cNvSpPr>
            <a:spLocks noGrp="1"/>
          </p:cNvSpPr>
          <p:nvPr>
            <p:ph type="title"/>
          </p:nvPr>
        </p:nvSpPr>
        <p:spPr/>
        <p:txBody>
          <a:bodyPr/>
          <a:lstStyle/>
          <a:p>
            <a:r>
              <a:rPr lang="en-US" dirty="0"/>
              <a:t>Network capabilities</a:t>
            </a:r>
          </a:p>
        </p:txBody>
      </p:sp>
      <p:sp>
        <p:nvSpPr>
          <p:cNvPr id="3" name="Slide Number Placeholder 2">
            <a:extLst>
              <a:ext uri="{FF2B5EF4-FFF2-40B4-BE49-F238E27FC236}">
                <a16:creationId xmlns:a16="http://schemas.microsoft.com/office/drawing/2014/main" id="{168C980C-B7F5-5A12-5D67-78B8C9DAE3AA}"/>
              </a:ext>
            </a:extLst>
          </p:cNvPr>
          <p:cNvSpPr>
            <a:spLocks noGrp="1"/>
          </p:cNvSpPr>
          <p:nvPr>
            <p:ph type="sldNum" sz="quarter" idx="12"/>
          </p:nvPr>
        </p:nvSpPr>
        <p:spPr/>
        <p:txBody>
          <a:bodyPr/>
          <a:lstStyle/>
          <a:p>
            <a:fld id="{23AA811B-2EBD-4900-905E-5BE206449611}" type="slidenum">
              <a:rPr lang="en-US" smtClean="0"/>
              <a:pPr/>
              <a:t>13</a:t>
            </a:fld>
            <a:endParaRPr lang="en-US" dirty="0"/>
          </a:p>
        </p:txBody>
      </p:sp>
    </p:spTree>
    <p:extLst>
      <p:ext uri="{BB962C8B-B14F-4D97-AF65-F5344CB8AC3E}">
        <p14:creationId xmlns:p14="http://schemas.microsoft.com/office/powerpoint/2010/main" val="9238174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 name="Picture Placeholder 74">
            <a:extLst>
              <a:ext uri="{FF2B5EF4-FFF2-40B4-BE49-F238E27FC236}">
                <a16:creationId xmlns:a16="http://schemas.microsoft.com/office/drawing/2014/main" id="{6E5E5502-993B-0E68-0CAC-0B87AF4AA421}"/>
              </a:ext>
            </a:extLst>
          </p:cNvPr>
          <p:cNvPicPr>
            <a:picLocks noGrp="1" noChangeAspect="1"/>
          </p:cNvPicPr>
          <p:nvPr>
            <p:ph type="pic" sz="quarter" idx="16"/>
          </p:nvPr>
        </p:nvPicPr>
        <p:blipFill rotWithShape="1">
          <a:blip r:embed="rId3" cstate="screen">
            <a:extLst>
              <a:ext uri="{28A0092B-C50C-407E-A947-70E740481C1C}">
                <a14:useLocalDpi xmlns:a14="http://schemas.microsoft.com/office/drawing/2010/main"/>
              </a:ext>
            </a:extLst>
          </a:blip>
          <a:srcRect/>
          <a:stretch/>
        </p:blipFill>
        <p:spPr>
          <a:xfrm>
            <a:off x="6918795" y="0"/>
            <a:ext cx="5273207" cy="6678000"/>
          </a:xfrm>
        </p:spPr>
      </p:pic>
      <p:sp>
        <p:nvSpPr>
          <p:cNvPr id="17" name="Title 4">
            <a:extLst>
              <a:ext uri="{FF2B5EF4-FFF2-40B4-BE49-F238E27FC236}">
                <a16:creationId xmlns:a16="http://schemas.microsoft.com/office/drawing/2014/main" id="{CAB3647D-4120-1C45-A8C4-CB99BEF8FA9D}"/>
              </a:ext>
            </a:extLst>
          </p:cNvPr>
          <p:cNvSpPr>
            <a:spLocks noGrp="1"/>
          </p:cNvSpPr>
          <p:nvPr>
            <p:ph type="title"/>
          </p:nvPr>
        </p:nvSpPr>
        <p:spPr/>
        <p:txBody>
          <a:bodyPr>
            <a:noAutofit/>
          </a:bodyPr>
          <a:lstStyle/>
          <a:p>
            <a:r>
              <a:rPr lang="en-US" sz="3200" dirty="0"/>
              <a:t>Accessing care</a:t>
            </a:r>
            <a:endParaRPr lang="en-US" sz="2000" baseline="70000" dirty="0"/>
          </a:p>
        </p:txBody>
      </p:sp>
      <p:sp>
        <p:nvSpPr>
          <p:cNvPr id="54" name="Subtitle 53">
            <a:extLst>
              <a:ext uri="{FF2B5EF4-FFF2-40B4-BE49-F238E27FC236}">
                <a16:creationId xmlns:a16="http://schemas.microsoft.com/office/drawing/2014/main" id="{5244BA65-95B6-1BBC-6E3D-9D07A38C5474}"/>
              </a:ext>
            </a:extLst>
          </p:cNvPr>
          <p:cNvSpPr>
            <a:spLocks noGrp="1"/>
          </p:cNvSpPr>
          <p:nvPr>
            <p:ph type="subTitle" idx="1"/>
          </p:nvPr>
        </p:nvSpPr>
        <p:spPr>
          <a:xfrm>
            <a:off x="359998" y="914400"/>
            <a:ext cx="5647100" cy="379927"/>
          </a:xfrm>
        </p:spPr>
        <p:txBody>
          <a:bodyPr/>
          <a:lstStyle/>
          <a:p>
            <a:r>
              <a:rPr lang="en-US" dirty="0"/>
              <a:t>Stay in-network and save</a:t>
            </a:r>
          </a:p>
          <a:p>
            <a:endParaRPr lang="en-US" dirty="0"/>
          </a:p>
          <a:p>
            <a:endParaRPr lang="en-US" dirty="0"/>
          </a:p>
        </p:txBody>
      </p:sp>
      <p:sp>
        <p:nvSpPr>
          <p:cNvPr id="24" name="TextBox 23">
            <a:extLst>
              <a:ext uri="{FF2B5EF4-FFF2-40B4-BE49-F238E27FC236}">
                <a16:creationId xmlns:a16="http://schemas.microsoft.com/office/drawing/2014/main" id="{E76050B0-5C93-F945-9AEF-85E11391ED75}"/>
              </a:ext>
            </a:extLst>
          </p:cNvPr>
          <p:cNvSpPr txBox="1"/>
          <p:nvPr/>
        </p:nvSpPr>
        <p:spPr>
          <a:xfrm>
            <a:off x="16919575" y="4516582"/>
            <a:ext cx="0" cy="0"/>
          </a:xfrm>
          <a:prstGeom prst="rect">
            <a:avLst/>
          </a:prstGeom>
          <a:noFill/>
          <a:ln w="28575">
            <a:noFill/>
          </a:ln>
        </p:spPr>
        <p:txBody>
          <a:bodyPr vert="horz" wrap="none" lIns="182880" tIns="182880" rIns="182880" bIns="182880" rtlCol="0" anchor="ctr">
            <a:noAutofit/>
          </a:bodyPr>
          <a:lstStyle/>
          <a:p>
            <a:endParaRPr lang="en-US" sz="1100" dirty="0"/>
          </a:p>
        </p:txBody>
      </p:sp>
      <p:sp>
        <p:nvSpPr>
          <p:cNvPr id="7" name="TextBox 6">
            <a:extLst>
              <a:ext uri="{FF2B5EF4-FFF2-40B4-BE49-F238E27FC236}">
                <a16:creationId xmlns:a16="http://schemas.microsoft.com/office/drawing/2014/main" id="{AFFBD4D3-C11A-224A-A25C-1E0273690B87}"/>
              </a:ext>
            </a:extLst>
          </p:cNvPr>
          <p:cNvSpPr txBox="1"/>
          <p:nvPr/>
        </p:nvSpPr>
        <p:spPr>
          <a:xfrm>
            <a:off x="7765675" y="8013469"/>
            <a:ext cx="0" cy="0"/>
          </a:xfrm>
          <a:prstGeom prst="rect">
            <a:avLst/>
          </a:prstGeom>
          <a:noFill/>
          <a:ln w="28575">
            <a:noFill/>
          </a:ln>
        </p:spPr>
        <p:txBody>
          <a:bodyPr vert="horz" wrap="none" lIns="182880" tIns="182880" rIns="182880" bIns="182880" rtlCol="0" anchor="ctr">
            <a:noAutofit/>
          </a:bodyPr>
          <a:lstStyle/>
          <a:p>
            <a:endParaRPr lang="en-US" sz="1100" dirty="0"/>
          </a:p>
        </p:txBody>
      </p:sp>
      <p:sp>
        <p:nvSpPr>
          <p:cNvPr id="4" name="TextBox 3">
            <a:extLst>
              <a:ext uri="{FF2B5EF4-FFF2-40B4-BE49-F238E27FC236}">
                <a16:creationId xmlns:a16="http://schemas.microsoft.com/office/drawing/2014/main" id="{88F6424F-AB31-4F84-2191-2D04B5AA6BA9}"/>
              </a:ext>
            </a:extLst>
          </p:cNvPr>
          <p:cNvSpPr txBox="1"/>
          <p:nvPr/>
        </p:nvSpPr>
        <p:spPr>
          <a:xfrm>
            <a:off x="359998" y="2101566"/>
            <a:ext cx="3996849" cy="3821341"/>
          </a:xfrm>
          <a:prstGeom prst="round2DiagRect">
            <a:avLst>
              <a:gd name="adj1" fmla="val 7740"/>
              <a:gd name="adj2" fmla="val 2679"/>
            </a:avLst>
          </a:prstGeom>
          <a:solidFill>
            <a:schemeClr val="bg1">
              <a:lumMod val="95000"/>
            </a:schemeClr>
          </a:solidFill>
        </p:spPr>
        <p:txBody>
          <a:bodyPr wrap="square" lIns="182880" tIns="457200" rIns="182880" bIns="182880" rtlCol="0">
            <a:noAutofit/>
          </a:bodyPr>
          <a:lstStyle/>
          <a:p>
            <a:pPr marL="240665" marR="5080" indent="-228600">
              <a:lnSpc>
                <a:spcPct val="101400"/>
              </a:lnSpc>
              <a:spcBef>
                <a:spcPts val="790"/>
              </a:spcBef>
              <a:buFontTx/>
              <a:buChar char="•"/>
              <a:tabLst>
                <a:tab pos="240665" algn="l"/>
                <a:tab pos="241300" algn="l"/>
              </a:tabLst>
            </a:pPr>
            <a:r>
              <a:rPr lang="en-US" sz="1400" dirty="0">
                <a:latin typeface="Arial"/>
                <a:cs typeface="Arial"/>
              </a:rPr>
              <a:t>Access</a:t>
            </a:r>
            <a:r>
              <a:rPr lang="en-US" sz="1400" spc="-5" dirty="0">
                <a:latin typeface="Arial"/>
                <a:cs typeface="Arial"/>
              </a:rPr>
              <a:t> </a:t>
            </a:r>
            <a:r>
              <a:rPr lang="en-US" sz="1400" dirty="0">
                <a:latin typeface="Arial"/>
                <a:cs typeface="Arial"/>
              </a:rPr>
              <a:t>to</a:t>
            </a:r>
            <a:r>
              <a:rPr lang="en-US" sz="1400" spc="-10" dirty="0">
                <a:latin typeface="Arial"/>
                <a:cs typeface="Arial"/>
              </a:rPr>
              <a:t> quality, </a:t>
            </a:r>
            <a:r>
              <a:rPr lang="en-US" sz="1400" dirty="0">
                <a:latin typeface="Arial"/>
                <a:cs typeface="Arial"/>
              </a:rPr>
              <a:t>affordable</a:t>
            </a:r>
            <a:r>
              <a:rPr lang="en-US" sz="1400" spc="-30" dirty="0">
                <a:latin typeface="Arial"/>
                <a:cs typeface="Arial"/>
              </a:rPr>
              <a:t> </a:t>
            </a:r>
            <a:r>
              <a:rPr lang="en-US" sz="1400" spc="-10" dirty="0">
                <a:latin typeface="Arial"/>
                <a:cs typeface="Arial"/>
              </a:rPr>
              <a:t>healthcare </a:t>
            </a:r>
            <a:r>
              <a:rPr lang="en-US" sz="1400" dirty="0">
                <a:latin typeface="Arial"/>
                <a:cs typeface="Arial"/>
              </a:rPr>
              <a:t>anywhere</a:t>
            </a:r>
            <a:r>
              <a:rPr lang="en-US" sz="1400" spc="20" dirty="0">
                <a:latin typeface="Arial"/>
                <a:cs typeface="Arial"/>
              </a:rPr>
              <a:t> </a:t>
            </a:r>
            <a:r>
              <a:rPr lang="en-US" sz="1400" dirty="0">
                <a:latin typeface="Arial"/>
                <a:cs typeface="Arial"/>
              </a:rPr>
              <a:t>in</a:t>
            </a:r>
            <a:r>
              <a:rPr lang="en-US" sz="1400" spc="-10" dirty="0">
                <a:latin typeface="Arial"/>
                <a:cs typeface="Arial"/>
              </a:rPr>
              <a:t> </a:t>
            </a:r>
            <a:r>
              <a:rPr lang="en-US" sz="1400" dirty="0">
                <a:latin typeface="Arial"/>
                <a:cs typeface="Arial"/>
              </a:rPr>
              <a:t>the</a:t>
            </a:r>
            <a:r>
              <a:rPr lang="en-US" sz="1400" spc="-5" dirty="0">
                <a:latin typeface="Arial"/>
                <a:cs typeface="Arial"/>
              </a:rPr>
              <a:t> </a:t>
            </a:r>
            <a:r>
              <a:rPr lang="en-US" sz="1400" spc="-20" dirty="0">
                <a:latin typeface="Arial"/>
                <a:cs typeface="Arial"/>
              </a:rPr>
              <a:t>world</a:t>
            </a:r>
            <a:endParaRPr lang="en-US" sz="1400" dirty="0">
              <a:latin typeface="Arial"/>
              <a:cs typeface="Arial"/>
            </a:endParaRPr>
          </a:p>
          <a:p>
            <a:pPr marL="240665" marR="5080" indent="-228600">
              <a:lnSpc>
                <a:spcPct val="101400"/>
              </a:lnSpc>
              <a:spcBef>
                <a:spcPts val="790"/>
              </a:spcBef>
              <a:buChar char="•"/>
              <a:tabLst>
                <a:tab pos="240665" algn="l"/>
                <a:tab pos="241300" algn="l"/>
              </a:tabLst>
            </a:pPr>
            <a:r>
              <a:rPr lang="en-US" sz="1400" dirty="0">
                <a:latin typeface="Arial"/>
                <a:cs typeface="Arial"/>
              </a:rPr>
              <a:t>Manage</a:t>
            </a:r>
            <a:r>
              <a:rPr lang="en-US" sz="1400" spc="-30" dirty="0">
                <a:latin typeface="Arial"/>
                <a:cs typeface="Arial"/>
              </a:rPr>
              <a:t> </a:t>
            </a:r>
            <a:r>
              <a:rPr lang="en-US" sz="1400" dirty="0">
                <a:latin typeface="Arial"/>
                <a:cs typeface="Arial"/>
              </a:rPr>
              <a:t>your</a:t>
            </a:r>
            <a:r>
              <a:rPr lang="en-US" sz="1400" spc="25" dirty="0">
                <a:latin typeface="Arial"/>
                <a:cs typeface="Arial"/>
              </a:rPr>
              <a:t> </a:t>
            </a:r>
            <a:r>
              <a:rPr lang="en-US" sz="1400" dirty="0">
                <a:latin typeface="Arial"/>
                <a:cs typeface="Arial"/>
              </a:rPr>
              <a:t>out-of-pocket costs</a:t>
            </a:r>
            <a:r>
              <a:rPr lang="en-US" sz="1400" spc="20" dirty="0">
                <a:latin typeface="Arial"/>
                <a:cs typeface="Arial"/>
              </a:rPr>
              <a:t> </a:t>
            </a:r>
            <a:r>
              <a:rPr lang="en-US" sz="1400" dirty="0">
                <a:latin typeface="Arial"/>
                <a:cs typeface="Arial"/>
              </a:rPr>
              <a:t>through</a:t>
            </a:r>
            <a:r>
              <a:rPr lang="en-US" sz="1400" spc="-15" dirty="0">
                <a:latin typeface="Arial"/>
                <a:cs typeface="Arial"/>
              </a:rPr>
              <a:t> </a:t>
            </a:r>
            <a:r>
              <a:rPr lang="en-US" sz="1400" dirty="0">
                <a:latin typeface="Arial"/>
                <a:cs typeface="Arial"/>
              </a:rPr>
              <a:t>discounted </a:t>
            </a:r>
            <a:r>
              <a:rPr lang="en-US" sz="1400" spc="-10" dirty="0">
                <a:latin typeface="Arial"/>
                <a:cs typeface="Arial"/>
              </a:rPr>
              <a:t>rates </a:t>
            </a:r>
            <a:r>
              <a:rPr lang="en-US" sz="1400" dirty="0">
                <a:latin typeface="Arial"/>
                <a:cs typeface="Arial"/>
              </a:rPr>
              <a:t>and</a:t>
            </a:r>
            <a:r>
              <a:rPr lang="en-US" sz="1400" spc="-20" dirty="0">
                <a:latin typeface="Arial"/>
                <a:cs typeface="Arial"/>
              </a:rPr>
              <a:t> </a:t>
            </a:r>
            <a:r>
              <a:rPr lang="en-US" sz="1400" dirty="0">
                <a:latin typeface="Arial"/>
                <a:cs typeface="Arial"/>
              </a:rPr>
              <a:t>direct</a:t>
            </a:r>
            <a:r>
              <a:rPr lang="en-US" sz="1400" spc="10" dirty="0">
                <a:latin typeface="Arial"/>
                <a:cs typeface="Arial"/>
              </a:rPr>
              <a:t> </a:t>
            </a:r>
            <a:r>
              <a:rPr lang="en-US" sz="1400" dirty="0">
                <a:latin typeface="Arial"/>
                <a:cs typeface="Arial"/>
              </a:rPr>
              <a:t>payment</a:t>
            </a:r>
            <a:r>
              <a:rPr lang="en-US" sz="1400" spc="20" dirty="0">
                <a:latin typeface="Arial"/>
                <a:cs typeface="Arial"/>
              </a:rPr>
              <a:t> </a:t>
            </a:r>
            <a:r>
              <a:rPr lang="en-US" sz="1400" dirty="0">
                <a:latin typeface="Arial"/>
                <a:cs typeface="Arial"/>
              </a:rPr>
              <a:t>to doctors</a:t>
            </a:r>
            <a:r>
              <a:rPr lang="en-US" sz="1400" spc="10" dirty="0">
                <a:latin typeface="Arial"/>
                <a:cs typeface="Arial"/>
              </a:rPr>
              <a:t> </a:t>
            </a:r>
            <a:r>
              <a:rPr lang="en-US" sz="1400" dirty="0">
                <a:latin typeface="Arial"/>
                <a:cs typeface="Arial"/>
              </a:rPr>
              <a:t>and</a:t>
            </a:r>
            <a:r>
              <a:rPr lang="en-US" sz="1400" spc="-15" dirty="0">
                <a:latin typeface="Arial"/>
                <a:cs typeface="Arial"/>
              </a:rPr>
              <a:t> </a:t>
            </a:r>
            <a:r>
              <a:rPr lang="en-US" sz="1400" spc="-10" dirty="0">
                <a:latin typeface="Arial"/>
                <a:cs typeface="Arial"/>
              </a:rPr>
              <a:t>hospitals</a:t>
            </a:r>
            <a:endParaRPr lang="en-US" sz="1400" dirty="0">
              <a:latin typeface="Arial"/>
              <a:cs typeface="Arial"/>
            </a:endParaRPr>
          </a:p>
          <a:p>
            <a:pPr marL="241300" indent="-228600">
              <a:lnSpc>
                <a:spcPct val="100000"/>
              </a:lnSpc>
              <a:spcBef>
                <a:spcPts val="815"/>
              </a:spcBef>
              <a:buChar char="•"/>
              <a:tabLst>
                <a:tab pos="240665" algn="l"/>
                <a:tab pos="241300" algn="l"/>
              </a:tabLst>
            </a:pPr>
            <a:r>
              <a:rPr lang="en-US" sz="1400" dirty="0">
                <a:latin typeface="Arial"/>
                <a:cs typeface="Arial"/>
              </a:rPr>
              <a:t>Reduce the overall</a:t>
            </a:r>
            <a:r>
              <a:rPr lang="en-US" sz="1400" spc="-5" dirty="0">
                <a:latin typeface="Arial"/>
                <a:cs typeface="Arial"/>
              </a:rPr>
              <a:t> </a:t>
            </a:r>
            <a:r>
              <a:rPr lang="en-US" sz="1400" dirty="0">
                <a:latin typeface="Arial"/>
                <a:cs typeface="Arial"/>
              </a:rPr>
              <a:t>cost</a:t>
            </a:r>
            <a:r>
              <a:rPr lang="en-US" sz="1400" spc="25" dirty="0">
                <a:latin typeface="Arial"/>
                <a:cs typeface="Arial"/>
              </a:rPr>
              <a:t> </a:t>
            </a:r>
            <a:r>
              <a:rPr lang="en-US" sz="1400" dirty="0">
                <a:latin typeface="Arial"/>
                <a:cs typeface="Arial"/>
              </a:rPr>
              <a:t>of the Global</a:t>
            </a:r>
            <a:r>
              <a:rPr lang="en-US" sz="1400" spc="-5" dirty="0">
                <a:latin typeface="Arial"/>
                <a:cs typeface="Arial"/>
              </a:rPr>
              <a:t> </a:t>
            </a:r>
            <a:r>
              <a:rPr lang="en-US" sz="1400" dirty="0">
                <a:latin typeface="Arial"/>
                <a:cs typeface="Arial"/>
              </a:rPr>
              <a:t>Medical </a:t>
            </a:r>
            <a:r>
              <a:rPr lang="en-US" sz="1400" spc="-20" dirty="0">
                <a:latin typeface="Arial"/>
                <a:cs typeface="Arial"/>
              </a:rPr>
              <a:t>plan</a:t>
            </a:r>
            <a:endParaRPr lang="en-US" sz="1400" dirty="0">
              <a:latin typeface="Arial"/>
              <a:cs typeface="Arial"/>
            </a:endParaRPr>
          </a:p>
        </p:txBody>
      </p:sp>
      <p:sp>
        <p:nvSpPr>
          <p:cNvPr id="5" name="Rectangle 4">
            <a:extLst>
              <a:ext uri="{FF2B5EF4-FFF2-40B4-BE49-F238E27FC236}">
                <a16:creationId xmlns:a16="http://schemas.microsoft.com/office/drawing/2014/main" id="{83A63265-860D-D163-4CF5-8370124636DD}"/>
              </a:ext>
            </a:extLst>
          </p:cNvPr>
          <p:cNvSpPr/>
          <p:nvPr/>
        </p:nvSpPr>
        <p:spPr>
          <a:xfrm>
            <a:off x="359998" y="1933352"/>
            <a:ext cx="3996848" cy="59091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548640" bIns="91440" rtlCol="0" anchor="ctr"/>
          <a:lstStyle/>
          <a:p>
            <a:pPr>
              <a:lnSpc>
                <a:spcPct val="100000"/>
              </a:lnSpc>
              <a:spcBef>
                <a:spcPts val="114"/>
              </a:spcBef>
            </a:pPr>
            <a:r>
              <a:rPr lang="en-US" sz="1400" b="1" dirty="0">
                <a:solidFill>
                  <a:srgbClr val="FFFFFF"/>
                </a:solidFill>
                <a:cs typeface="Arial Black"/>
              </a:rPr>
              <a:t>Why</a:t>
            </a:r>
            <a:r>
              <a:rPr lang="en-US" sz="1400" b="1" spc="45" dirty="0">
                <a:solidFill>
                  <a:srgbClr val="FFFFFF"/>
                </a:solidFill>
                <a:cs typeface="Arial Black"/>
              </a:rPr>
              <a:t> </a:t>
            </a:r>
            <a:r>
              <a:rPr lang="en-US" sz="1400" b="1" dirty="0">
                <a:solidFill>
                  <a:srgbClr val="FFFFFF"/>
                </a:solidFill>
                <a:cs typeface="Arial Black"/>
              </a:rPr>
              <a:t>stay</a:t>
            </a:r>
            <a:r>
              <a:rPr lang="en-US" sz="1400" b="1" spc="75" dirty="0">
                <a:solidFill>
                  <a:srgbClr val="FFFFFF"/>
                </a:solidFill>
                <a:cs typeface="Arial Black"/>
              </a:rPr>
              <a:t> </a:t>
            </a:r>
            <a:r>
              <a:rPr lang="en-US" sz="1400" b="1" dirty="0">
                <a:solidFill>
                  <a:srgbClr val="FFFFFF"/>
                </a:solidFill>
                <a:cs typeface="Arial Black"/>
              </a:rPr>
              <a:t>in-</a:t>
            </a:r>
            <a:r>
              <a:rPr lang="en-US" sz="1400" b="1" spc="-10" dirty="0">
                <a:solidFill>
                  <a:srgbClr val="FFFFFF"/>
                </a:solidFill>
                <a:cs typeface="Arial Black"/>
              </a:rPr>
              <a:t>network?</a:t>
            </a:r>
            <a:endParaRPr lang="en-US" sz="1400" b="1" dirty="0">
              <a:cs typeface="Arial Black"/>
            </a:endParaRPr>
          </a:p>
        </p:txBody>
      </p:sp>
      <p:sp>
        <p:nvSpPr>
          <p:cNvPr id="6" name="TextBox 5">
            <a:extLst>
              <a:ext uri="{FF2B5EF4-FFF2-40B4-BE49-F238E27FC236}">
                <a16:creationId xmlns:a16="http://schemas.microsoft.com/office/drawing/2014/main" id="{EDA663CB-5533-70AE-9112-DCE6753E7ABF}"/>
              </a:ext>
            </a:extLst>
          </p:cNvPr>
          <p:cNvSpPr txBox="1"/>
          <p:nvPr/>
        </p:nvSpPr>
        <p:spPr>
          <a:xfrm>
            <a:off x="4553423" y="2101566"/>
            <a:ext cx="3996849" cy="3821341"/>
          </a:xfrm>
          <a:prstGeom prst="round2DiagRect">
            <a:avLst>
              <a:gd name="adj1" fmla="val 7740"/>
              <a:gd name="adj2" fmla="val 2679"/>
            </a:avLst>
          </a:prstGeom>
          <a:solidFill>
            <a:schemeClr val="bg1">
              <a:lumMod val="95000"/>
            </a:schemeClr>
          </a:solidFill>
        </p:spPr>
        <p:txBody>
          <a:bodyPr wrap="square" lIns="182880" tIns="457200" rIns="182880" bIns="182880" rtlCol="0">
            <a:noAutofit/>
          </a:bodyPr>
          <a:lstStyle/>
          <a:p>
            <a:pPr marL="240665" marR="651510" indent="-228600">
              <a:lnSpc>
                <a:spcPct val="101400"/>
              </a:lnSpc>
              <a:spcBef>
                <a:spcPts val="90"/>
              </a:spcBef>
              <a:buChar char="•"/>
              <a:tabLst>
                <a:tab pos="240665" algn="l"/>
                <a:tab pos="241300" algn="l"/>
              </a:tabLst>
            </a:pPr>
            <a:r>
              <a:rPr lang="en-US" sz="1400" dirty="0">
                <a:latin typeface="Arial"/>
                <a:cs typeface="Arial"/>
              </a:rPr>
              <a:t>Log</a:t>
            </a:r>
            <a:r>
              <a:rPr lang="en-US" sz="1400" spc="-35" dirty="0">
                <a:latin typeface="Arial"/>
                <a:cs typeface="Arial"/>
              </a:rPr>
              <a:t> </a:t>
            </a:r>
            <a:r>
              <a:rPr lang="en-US" sz="1400" dirty="0">
                <a:latin typeface="Arial"/>
                <a:cs typeface="Arial"/>
              </a:rPr>
              <a:t>onto</a:t>
            </a:r>
            <a:r>
              <a:rPr lang="en-US" sz="1400" spc="-5" dirty="0">
                <a:latin typeface="Arial"/>
                <a:cs typeface="Arial"/>
              </a:rPr>
              <a:t> </a:t>
            </a:r>
            <a:r>
              <a:rPr lang="en-US" sz="1400" u="sng" spc="-10" dirty="0">
                <a:solidFill>
                  <a:srgbClr val="959595"/>
                </a:solidFill>
                <a:uFill>
                  <a:solidFill>
                    <a:srgbClr val="959595"/>
                  </a:solidFill>
                </a:uFill>
                <a:latin typeface="Arial"/>
                <a:cs typeface="Arial"/>
                <a:hlinkClick r:id="rId4"/>
              </a:rPr>
              <a:t>www.CignaEnvoy.com</a:t>
            </a:r>
            <a:r>
              <a:rPr lang="en-US" sz="1400" spc="50" dirty="0">
                <a:solidFill>
                  <a:srgbClr val="959595"/>
                </a:solidFill>
                <a:latin typeface="Arial"/>
                <a:cs typeface="Arial"/>
              </a:rPr>
              <a:t> </a:t>
            </a:r>
            <a:r>
              <a:rPr lang="en-US" sz="1400" dirty="0">
                <a:latin typeface="Arial"/>
                <a:cs typeface="Arial"/>
              </a:rPr>
              <a:t>OR</a:t>
            </a:r>
            <a:r>
              <a:rPr lang="en-US" sz="1400" spc="5" dirty="0">
                <a:latin typeface="Arial"/>
                <a:cs typeface="Arial"/>
              </a:rPr>
              <a:t> </a:t>
            </a:r>
            <a:r>
              <a:rPr lang="en-US" sz="1400" spc="-10" dirty="0">
                <a:latin typeface="Arial"/>
                <a:cs typeface="Arial"/>
              </a:rPr>
              <a:t>download </a:t>
            </a:r>
            <a:r>
              <a:rPr lang="en-US" sz="1400" dirty="0">
                <a:latin typeface="Arial"/>
                <a:cs typeface="Arial"/>
              </a:rPr>
              <a:t>the</a:t>
            </a:r>
            <a:r>
              <a:rPr lang="en-US" sz="1400" spc="-5" dirty="0">
                <a:latin typeface="Arial"/>
                <a:cs typeface="Arial"/>
              </a:rPr>
              <a:t> </a:t>
            </a:r>
            <a:r>
              <a:rPr lang="en-US" sz="1400" dirty="0">
                <a:latin typeface="Arial"/>
                <a:cs typeface="Arial"/>
              </a:rPr>
              <a:t>Cigna Envoy</a:t>
            </a:r>
            <a:r>
              <a:rPr lang="en-US" sz="1400" spc="5" dirty="0">
                <a:latin typeface="Arial"/>
                <a:cs typeface="Arial"/>
              </a:rPr>
              <a:t> </a:t>
            </a:r>
            <a:r>
              <a:rPr lang="en-US" sz="1400" dirty="0">
                <a:latin typeface="Arial"/>
                <a:cs typeface="Arial"/>
              </a:rPr>
              <a:t>mobile </a:t>
            </a:r>
            <a:r>
              <a:rPr lang="en-US" sz="1400" spc="-25" dirty="0">
                <a:latin typeface="Arial"/>
                <a:cs typeface="Arial"/>
              </a:rPr>
              <a:t>app</a:t>
            </a:r>
            <a:endParaRPr lang="en-US" sz="1400" dirty="0">
              <a:latin typeface="Arial"/>
              <a:cs typeface="Arial"/>
            </a:endParaRPr>
          </a:p>
          <a:p>
            <a:pPr marL="241300" marR="403225" indent="-228600">
              <a:lnSpc>
                <a:spcPct val="101400"/>
              </a:lnSpc>
              <a:spcBef>
                <a:spcPts val="790"/>
              </a:spcBef>
              <a:buChar char="•"/>
              <a:tabLst>
                <a:tab pos="240665" algn="l"/>
                <a:tab pos="241300" algn="l"/>
              </a:tabLst>
            </a:pPr>
            <a:r>
              <a:rPr lang="en-US" sz="1400" dirty="0">
                <a:latin typeface="Arial"/>
                <a:cs typeface="Arial"/>
              </a:rPr>
              <a:t>Select</a:t>
            </a:r>
            <a:r>
              <a:rPr lang="en-US" sz="1400" spc="5" dirty="0">
                <a:latin typeface="Arial"/>
                <a:cs typeface="Arial"/>
              </a:rPr>
              <a:t> </a:t>
            </a:r>
            <a:r>
              <a:rPr lang="en-US" sz="1400" dirty="0">
                <a:latin typeface="Arial"/>
                <a:cs typeface="Arial"/>
              </a:rPr>
              <a:t>“Find</a:t>
            </a:r>
            <a:r>
              <a:rPr lang="en-US" sz="1400" spc="-20" dirty="0">
                <a:latin typeface="Arial"/>
                <a:cs typeface="Arial"/>
              </a:rPr>
              <a:t> </a:t>
            </a:r>
            <a:r>
              <a:rPr lang="en-US" sz="1400" dirty="0">
                <a:latin typeface="Arial"/>
                <a:cs typeface="Arial"/>
              </a:rPr>
              <a:t>a</a:t>
            </a:r>
            <a:r>
              <a:rPr lang="en-US" sz="1400" spc="5" dirty="0">
                <a:latin typeface="Arial"/>
                <a:cs typeface="Arial"/>
              </a:rPr>
              <a:t> </a:t>
            </a:r>
            <a:r>
              <a:rPr lang="en-US" sz="1400" dirty="0">
                <a:latin typeface="Arial"/>
                <a:cs typeface="Arial"/>
              </a:rPr>
              <a:t>Provider”</a:t>
            </a:r>
            <a:r>
              <a:rPr lang="en-US" sz="1400" spc="-10" dirty="0">
                <a:latin typeface="Arial"/>
                <a:cs typeface="Arial"/>
              </a:rPr>
              <a:t> </a:t>
            </a:r>
            <a:r>
              <a:rPr lang="en-US" sz="1400" dirty="0">
                <a:latin typeface="Arial"/>
                <a:cs typeface="Arial"/>
              </a:rPr>
              <a:t>and</a:t>
            </a:r>
            <a:r>
              <a:rPr lang="en-US" sz="1400" spc="-20" dirty="0">
                <a:latin typeface="Arial"/>
                <a:cs typeface="Arial"/>
              </a:rPr>
              <a:t> </a:t>
            </a:r>
            <a:r>
              <a:rPr lang="en-US" sz="1400" dirty="0">
                <a:latin typeface="Arial"/>
                <a:cs typeface="Arial"/>
              </a:rPr>
              <a:t>choose</a:t>
            </a:r>
            <a:r>
              <a:rPr lang="en-US" sz="1400" spc="-5" dirty="0">
                <a:latin typeface="Arial"/>
                <a:cs typeface="Arial"/>
              </a:rPr>
              <a:t> </a:t>
            </a:r>
            <a:r>
              <a:rPr lang="en-US" sz="1400" dirty="0">
                <a:latin typeface="Arial"/>
                <a:cs typeface="Arial"/>
              </a:rPr>
              <a:t>your</a:t>
            </a:r>
            <a:r>
              <a:rPr lang="en-US" sz="1400" spc="25" dirty="0">
                <a:latin typeface="Arial"/>
                <a:cs typeface="Arial"/>
              </a:rPr>
              <a:t> </a:t>
            </a:r>
            <a:r>
              <a:rPr lang="en-US" sz="1400" spc="-10" dirty="0">
                <a:latin typeface="Arial"/>
                <a:cs typeface="Arial"/>
              </a:rPr>
              <a:t>desired </a:t>
            </a:r>
            <a:r>
              <a:rPr lang="en-US" sz="1400" dirty="0">
                <a:latin typeface="Arial"/>
                <a:cs typeface="Arial"/>
              </a:rPr>
              <a:t>country</a:t>
            </a:r>
            <a:r>
              <a:rPr lang="en-US" sz="1400" spc="5" dirty="0">
                <a:latin typeface="Arial"/>
                <a:cs typeface="Arial"/>
              </a:rPr>
              <a:t> </a:t>
            </a:r>
            <a:r>
              <a:rPr lang="en-US" sz="1400" dirty="0">
                <a:latin typeface="Arial"/>
                <a:cs typeface="Arial"/>
              </a:rPr>
              <a:t>from</a:t>
            </a:r>
            <a:r>
              <a:rPr lang="en-US" sz="1400" spc="20" dirty="0">
                <a:latin typeface="Arial"/>
                <a:cs typeface="Arial"/>
              </a:rPr>
              <a:t> </a:t>
            </a:r>
            <a:r>
              <a:rPr lang="en-US" sz="1400" dirty="0">
                <a:latin typeface="Arial"/>
                <a:cs typeface="Arial"/>
              </a:rPr>
              <a:t>the</a:t>
            </a:r>
            <a:r>
              <a:rPr lang="en-US" sz="1400" spc="5" dirty="0">
                <a:latin typeface="Arial"/>
                <a:cs typeface="Arial"/>
              </a:rPr>
              <a:t> </a:t>
            </a:r>
            <a:r>
              <a:rPr lang="en-US" sz="1400" dirty="0">
                <a:latin typeface="Arial"/>
                <a:cs typeface="Arial"/>
              </a:rPr>
              <a:t>drop</a:t>
            </a:r>
            <a:r>
              <a:rPr lang="en-US" sz="1400" spc="-10" dirty="0">
                <a:latin typeface="Arial"/>
                <a:cs typeface="Arial"/>
              </a:rPr>
              <a:t> </a:t>
            </a:r>
            <a:r>
              <a:rPr lang="en-US" sz="1400" spc="-20" dirty="0">
                <a:latin typeface="Arial"/>
                <a:cs typeface="Arial"/>
              </a:rPr>
              <a:t>down</a:t>
            </a:r>
            <a:endParaRPr lang="en-US" sz="1400" dirty="0">
              <a:latin typeface="Arial"/>
              <a:cs typeface="Arial"/>
            </a:endParaRPr>
          </a:p>
          <a:p>
            <a:pPr marL="241300" marR="5080" indent="-228600">
              <a:lnSpc>
                <a:spcPct val="101400"/>
              </a:lnSpc>
              <a:spcBef>
                <a:spcPts val="790"/>
              </a:spcBef>
              <a:buChar char="•"/>
              <a:tabLst>
                <a:tab pos="240665" algn="l"/>
                <a:tab pos="241300" algn="l"/>
              </a:tabLst>
            </a:pPr>
            <a:r>
              <a:rPr lang="en-US" sz="1400" dirty="0">
                <a:latin typeface="Arial"/>
                <a:cs typeface="Arial"/>
              </a:rPr>
              <a:t>Filter by</a:t>
            </a:r>
            <a:r>
              <a:rPr lang="en-US" sz="1400" spc="5" dirty="0">
                <a:latin typeface="Arial"/>
                <a:cs typeface="Arial"/>
              </a:rPr>
              <a:t> </a:t>
            </a:r>
            <a:r>
              <a:rPr lang="en-US" sz="1400" dirty="0">
                <a:latin typeface="Arial"/>
                <a:cs typeface="Arial"/>
              </a:rPr>
              <a:t>location,</a:t>
            </a:r>
            <a:r>
              <a:rPr lang="en-US" sz="1400" spc="-5" dirty="0">
                <a:latin typeface="Arial"/>
                <a:cs typeface="Arial"/>
              </a:rPr>
              <a:t> </a:t>
            </a:r>
            <a:r>
              <a:rPr lang="en-US" sz="1400" dirty="0">
                <a:latin typeface="Arial"/>
                <a:cs typeface="Arial"/>
              </a:rPr>
              <a:t>provider</a:t>
            </a:r>
            <a:r>
              <a:rPr lang="en-US" sz="1400" spc="-10" dirty="0">
                <a:latin typeface="Arial"/>
                <a:cs typeface="Arial"/>
              </a:rPr>
              <a:t> </a:t>
            </a:r>
            <a:r>
              <a:rPr lang="en-US" sz="1400" dirty="0">
                <a:latin typeface="Arial"/>
                <a:cs typeface="Arial"/>
              </a:rPr>
              <a:t>type</a:t>
            </a:r>
            <a:r>
              <a:rPr lang="en-US" sz="1400" spc="30" dirty="0">
                <a:latin typeface="Arial"/>
                <a:cs typeface="Arial"/>
              </a:rPr>
              <a:t> </a:t>
            </a:r>
            <a:r>
              <a:rPr lang="en-US" sz="1400" dirty="0">
                <a:latin typeface="Arial"/>
                <a:cs typeface="Arial"/>
              </a:rPr>
              <a:t>(i.e.</a:t>
            </a:r>
            <a:r>
              <a:rPr lang="en-US" sz="1400" spc="5" dirty="0">
                <a:latin typeface="Arial"/>
                <a:cs typeface="Arial"/>
              </a:rPr>
              <a:t> </a:t>
            </a:r>
            <a:r>
              <a:rPr lang="en-US" sz="1400" dirty="0">
                <a:latin typeface="Arial"/>
                <a:cs typeface="Arial"/>
              </a:rPr>
              <a:t>hospital</a:t>
            </a:r>
            <a:r>
              <a:rPr lang="en-US" sz="1400" spc="-10" dirty="0">
                <a:latin typeface="Arial"/>
                <a:cs typeface="Arial"/>
              </a:rPr>
              <a:t> </a:t>
            </a:r>
            <a:r>
              <a:rPr lang="en-US" sz="1400" dirty="0">
                <a:latin typeface="Arial"/>
                <a:cs typeface="Arial"/>
              </a:rPr>
              <a:t>or</a:t>
            </a:r>
            <a:r>
              <a:rPr lang="en-US" sz="1400" spc="-10" dirty="0">
                <a:latin typeface="Arial"/>
                <a:cs typeface="Arial"/>
              </a:rPr>
              <a:t> doctor) </a:t>
            </a:r>
            <a:r>
              <a:rPr lang="en-US" sz="1400" dirty="0">
                <a:latin typeface="Arial"/>
                <a:cs typeface="Arial"/>
              </a:rPr>
              <a:t>or</a:t>
            </a:r>
            <a:r>
              <a:rPr lang="en-US" sz="1400" spc="5" dirty="0">
                <a:latin typeface="Arial"/>
                <a:cs typeface="Arial"/>
              </a:rPr>
              <a:t> </a:t>
            </a:r>
            <a:r>
              <a:rPr lang="en-US" sz="1400" spc="-10" dirty="0">
                <a:latin typeface="Arial"/>
                <a:cs typeface="Arial"/>
              </a:rPr>
              <a:t>specialty</a:t>
            </a:r>
            <a:endParaRPr lang="en-US" sz="1400" dirty="0">
              <a:latin typeface="Arial"/>
              <a:cs typeface="Arial"/>
            </a:endParaRPr>
          </a:p>
        </p:txBody>
      </p:sp>
      <p:sp>
        <p:nvSpPr>
          <p:cNvPr id="8" name="Rectangle 7">
            <a:extLst>
              <a:ext uri="{FF2B5EF4-FFF2-40B4-BE49-F238E27FC236}">
                <a16:creationId xmlns:a16="http://schemas.microsoft.com/office/drawing/2014/main" id="{E8FC9CDC-17BB-4FDE-FE7F-CAE0920A8D20}"/>
              </a:ext>
            </a:extLst>
          </p:cNvPr>
          <p:cNvSpPr/>
          <p:nvPr/>
        </p:nvSpPr>
        <p:spPr>
          <a:xfrm>
            <a:off x="4553423" y="1933352"/>
            <a:ext cx="3996848" cy="59091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lIns="548640" rtlCol="0" anchor="ctr"/>
          <a:lstStyle/>
          <a:p>
            <a:pPr>
              <a:lnSpc>
                <a:spcPct val="100000"/>
              </a:lnSpc>
              <a:spcBef>
                <a:spcPts val="114"/>
              </a:spcBef>
            </a:pPr>
            <a:r>
              <a:rPr lang="en-US" sz="1400" b="1" dirty="0">
                <a:solidFill>
                  <a:srgbClr val="FFFFFF"/>
                </a:solidFill>
                <a:cs typeface="Arial Black"/>
              </a:rPr>
              <a:t>How</a:t>
            </a:r>
            <a:r>
              <a:rPr lang="en-US" sz="1400" b="1" spc="25" dirty="0">
                <a:solidFill>
                  <a:srgbClr val="FFFFFF"/>
                </a:solidFill>
                <a:cs typeface="Arial Black"/>
              </a:rPr>
              <a:t> </a:t>
            </a:r>
            <a:r>
              <a:rPr lang="en-US" sz="1400" b="1" dirty="0">
                <a:solidFill>
                  <a:srgbClr val="FFFFFF"/>
                </a:solidFill>
                <a:cs typeface="Arial Black"/>
              </a:rPr>
              <a:t>to</a:t>
            </a:r>
            <a:r>
              <a:rPr lang="en-US" sz="1400" b="1" spc="45" dirty="0">
                <a:solidFill>
                  <a:srgbClr val="FFFFFF"/>
                </a:solidFill>
                <a:cs typeface="Arial Black"/>
              </a:rPr>
              <a:t> </a:t>
            </a:r>
            <a:r>
              <a:rPr lang="en-US" sz="1400" b="1" dirty="0">
                <a:solidFill>
                  <a:srgbClr val="FFFFFF"/>
                </a:solidFill>
                <a:cs typeface="Arial Black"/>
              </a:rPr>
              <a:t>locate</a:t>
            </a:r>
            <a:r>
              <a:rPr lang="en-US" sz="1400" b="1" spc="55" dirty="0">
                <a:solidFill>
                  <a:srgbClr val="FFFFFF"/>
                </a:solidFill>
                <a:cs typeface="Arial Black"/>
              </a:rPr>
              <a:t> </a:t>
            </a:r>
            <a:r>
              <a:rPr lang="en-US" sz="1400" b="1" dirty="0">
                <a:solidFill>
                  <a:srgbClr val="FFFFFF"/>
                </a:solidFill>
                <a:cs typeface="Arial Black"/>
              </a:rPr>
              <a:t>in-network</a:t>
            </a:r>
            <a:r>
              <a:rPr lang="en-US" sz="1400" b="1" spc="55" dirty="0">
                <a:solidFill>
                  <a:srgbClr val="FFFFFF"/>
                </a:solidFill>
                <a:cs typeface="Arial Black"/>
              </a:rPr>
              <a:t> </a:t>
            </a:r>
            <a:r>
              <a:rPr lang="en-US" sz="1400" b="1" spc="-10" dirty="0">
                <a:solidFill>
                  <a:srgbClr val="FFFFFF"/>
                </a:solidFill>
                <a:cs typeface="Arial Black"/>
              </a:rPr>
              <a:t>providers?</a:t>
            </a:r>
            <a:endParaRPr lang="en-US" sz="1400" b="1" dirty="0">
              <a:cs typeface="Arial Black"/>
            </a:endParaRPr>
          </a:p>
        </p:txBody>
      </p:sp>
      <p:sp>
        <p:nvSpPr>
          <p:cNvPr id="11" name="Graphic 18">
            <a:extLst>
              <a:ext uri="{FF2B5EF4-FFF2-40B4-BE49-F238E27FC236}">
                <a16:creationId xmlns:a16="http://schemas.microsoft.com/office/drawing/2014/main" id="{16E48723-33F9-1C07-1FF8-0F8E77464F1B}"/>
              </a:ext>
            </a:extLst>
          </p:cNvPr>
          <p:cNvSpPr>
            <a:spLocks/>
          </p:cNvSpPr>
          <p:nvPr/>
        </p:nvSpPr>
        <p:spPr>
          <a:xfrm>
            <a:off x="4713172" y="2125715"/>
            <a:ext cx="291306" cy="201429"/>
          </a:xfrm>
          <a:custGeom>
            <a:avLst/>
            <a:gdLst>
              <a:gd name="connsiteX0" fmla="*/ 5869858 w 6694659"/>
              <a:gd name="connsiteY0" fmla="*/ 2392532 h 4629150"/>
              <a:gd name="connsiteX1" fmla="*/ 6694437 w 6694659"/>
              <a:gd name="connsiteY1" fmla="*/ -53 h 4629150"/>
              <a:gd name="connsiteX2" fmla="*/ 3484512 w 6694659"/>
              <a:gd name="connsiteY2" fmla="*/ 181684 h 4629150"/>
              <a:gd name="connsiteX3" fmla="*/ 3484512 w 6694659"/>
              <a:gd name="connsiteY3" fmla="*/ 183303 h 4629150"/>
              <a:gd name="connsiteX4" fmla="*/ 969341 w 6694659"/>
              <a:gd name="connsiteY4" fmla="*/ 1277535 h 4629150"/>
              <a:gd name="connsiteX5" fmla="*/ 155429 w 6694659"/>
              <a:gd name="connsiteY5" fmla="*/ 4629097 h 4629150"/>
              <a:gd name="connsiteX6" fmla="*/ 5869858 w 6694659"/>
              <a:gd name="connsiteY6" fmla="*/ 2392532 h 462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94659" h="4629150">
                <a:moveTo>
                  <a:pt x="5869858" y="2392532"/>
                </a:moveTo>
                <a:cubicBezTo>
                  <a:pt x="6347728" y="1671299"/>
                  <a:pt x="6547276" y="904155"/>
                  <a:pt x="6694437" y="-53"/>
                </a:cubicBezTo>
                <a:cubicBezTo>
                  <a:pt x="5560962" y="147680"/>
                  <a:pt x="4554075" y="128820"/>
                  <a:pt x="3484512" y="181684"/>
                </a:cubicBezTo>
                <a:lnTo>
                  <a:pt x="3484512" y="183303"/>
                </a:lnTo>
                <a:cubicBezTo>
                  <a:pt x="2560587" y="214259"/>
                  <a:pt x="1649426" y="581448"/>
                  <a:pt x="969341" y="1277535"/>
                </a:cubicBezTo>
                <a:cubicBezTo>
                  <a:pt x="59608" y="2208890"/>
                  <a:pt x="-205568" y="3492955"/>
                  <a:pt x="155429" y="4629097"/>
                </a:cubicBezTo>
                <a:cubicBezTo>
                  <a:pt x="1796206" y="3608303"/>
                  <a:pt x="4711333" y="4223332"/>
                  <a:pt x="5869858" y="2392532"/>
                </a:cubicBezTo>
              </a:path>
            </a:pathLst>
          </a:custGeom>
          <a:solidFill>
            <a:srgbClr val="03CC54"/>
          </a:solidFill>
          <a:ln w="9525" cap="flat">
            <a:noFill/>
            <a:prstDash val="solid"/>
            <a:miter/>
          </a:ln>
        </p:spPr>
        <p:txBody>
          <a:bodyPr rtlCol="0" anchor="ctr"/>
          <a:lstStyle/>
          <a:p>
            <a:endParaRPr lang="en-US" dirty="0">
              <a:solidFill>
                <a:schemeClr val="accent2"/>
              </a:solidFill>
            </a:endParaRPr>
          </a:p>
        </p:txBody>
      </p:sp>
      <p:sp>
        <p:nvSpPr>
          <p:cNvPr id="12" name="Graphic 18">
            <a:extLst>
              <a:ext uri="{FF2B5EF4-FFF2-40B4-BE49-F238E27FC236}">
                <a16:creationId xmlns:a16="http://schemas.microsoft.com/office/drawing/2014/main" id="{0BD55D85-53FA-4E8B-CA17-272DA4F5716B}"/>
              </a:ext>
            </a:extLst>
          </p:cNvPr>
          <p:cNvSpPr>
            <a:spLocks/>
          </p:cNvSpPr>
          <p:nvPr/>
        </p:nvSpPr>
        <p:spPr>
          <a:xfrm>
            <a:off x="529955" y="2125715"/>
            <a:ext cx="291306" cy="201429"/>
          </a:xfrm>
          <a:custGeom>
            <a:avLst/>
            <a:gdLst>
              <a:gd name="connsiteX0" fmla="*/ 5869858 w 6694659"/>
              <a:gd name="connsiteY0" fmla="*/ 2392532 h 4629150"/>
              <a:gd name="connsiteX1" fmla="*/ 6694437 w 6694659"/>
              <a:gd name="connsiteY1" fmla="*/ -53 h 4629150"/>
              <a:gd name="connsiteX2" fmla="*/ 3484512 w 6694659"/>
              <a:gd name="connsiteY2" fmla="*/ 181684 h 4629150"/>
              <a:gd name="connsiteX3" fmla="*/ 3484512 w 6694659"/>
              <a:gd name="connsiteY3" fmla="*/ 183303 h 4629150"/>
              <a:gd name="connsiteX4" fmla="*/ 969341 w 6694659"/>
              <a:gd name="connsiteY4" fmla="*/ 1277535 h 4629150"/>
              <a:gd name="connsiteX5" fmla="*/ 155429 w 6694659"/>
              <a:gd name="connsiteY5" fmla="*/ 4629097 h 4629150"/>
              <a:gd name="connsiteX6" fmla="*/ 5869858 w 6694659"/>
              <a:gd name="connsiteY6" fmla="*/ 2392532 h 462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94659" h="4629150">
                <a:moveTo>
                  <a:pt x="5869858" y="2392532"/>
                </a:moveTo>
                <a:cubicBezTo>
                  <a:pt x="6347728" y="1671299"/>
                  <a:pt x="6547276" y="904155"/>
                  <a:pt x="6694437" y="-53"/>
                </a:cubicBezTo>
                <a:cubicBezTo>
                  <a:pt x="5560962" y="147680"/>
                  <a:pt x="4554075" y="128820"/>
                  <a:pt x="3484512" y="181684"/>
                </a:cubicBezTo>
                <a:lnTo>
                  <a:pt x="3484512" y="183303"/>
                </a:lnTo>
                <a:cubicBezTo>
                  <a:pt x="2560587" y="214259"/>
                  <a:pt x="1649426" y="581448"/>
                  <a:pt x="969341" y="1277535"/>
                </a:cubicBezTo>
                <a:cubicBezTo>
                  <a:pt x="59608" y="2208890"/>
                  <a:pt x="-205568" y="3492955"/>
                  <a:pt x="155429" y="4629097"/>
                </a:cubicBezTo>
                <a:cubicBezTo>
                  <a:pt x="1796206" y="3608303"/>
                  <a:pt x="4711333" y="4223332"/>
                  <a:pt x="5869858" y="2392532"/>
                </a:cubicBezTo>
              </a:path>
            </a:pathLst>
          </a:custGeom>
          <a:solidFill>
            <a:srgbClr val="03CC54"/>
          </a:solidFill>
          <a:ln w="9525" cap="flat">
            <a:noFill/>
            <a:prstDash val="solid"/>
            <a:miter/>
          </a:ln>
        </p:spPr>
        <p:txBody>
          <a:bodyPr rtlCol="0" anchor="ctr"/>
          <a:lstStyle/>
          <a:p>
            <a:endParaRPr lang="en-US" dirty="0">
              <a:solidFill>
                <a:schemeClr val="accent2"/>
              </a:solidFill>
            </a:endParaRPr>
          </a:p>
        </p:txBody>
      </p:sp>
      <p:sp>
        <p:nvSpPr>
          <p:cNvPr id="2" name="Slide Number Placeholder 3">
            <a:extLst>
              <a:ext uri="{FF2B5EF4-FFF2-40B4-BE49-F238E27FC236}">
                <a16:creationId xmlns:a16="http://schemas.microsoft.com/office/drawing/2014/main" id="{0F659636-DBAD-A1BC-056B-EFB51B025794}"/>
              </a:ext>
            </a:extLst>
          </p:cNvPr>
          <p:cNvSpPr>
            <a:spLocks noGrp="1"/>
          </p:cNvSpPr>
          <p:nvPr>
            <p:ph type="sldNum" sz="quarter" idx="11"/>
          </p:nvPr>
        </p:nvSpPr>
        <p:spPr>
          <a:xfrm>
            <a:off x="11473199" y="6318000"/>
            <a:ext cx="359212" cy="180000"/>
          </a:xfrm>
        </p:spPr>
        <p:txBody>
          <a:bodyPr/>
          <a:lstStyle/>
          <a:p>
            <a:fld id="{38EC0547-4173-4FD2-B3AD-CE0209F6F09F}" type="slidenum">
              <a:rPr lang="en-US" altLang="en-US" smtClean="0"/>
              <a:pPr/>
              <a:t>14</a:t>
            </a:fld>
            <a:endParaRPr lang="en-US" altLang="en-US" dirty="0"/>
          </a:p>
        </p:txBody>
      </p:sp>
      <p:sp>
        <p:nvSpPr>
          <p:cNvPr id="3" name="Date Placeholder 4">
            <a:extLst>
              <a:ext uri="{FF2B5EF4-FFF2-40B4-BE49-F238E27FC236}">
                <a16:creationId xmlns:a16="http://schemas.microsoft.com/office/drawing/2014/main" id="{7F85F152-910A-2055-7184-E930808CB2FB}"/>
              </a:ext>
            </a:extLst>
          </p:cNvPr>
          <p:cNvSpPr txBox="1">
            <a:spLocks/>
          </p:cNvSpPr>
          <p:nvPr/>
        </p:nvSpPr>
        <p:spPr>
          <a:xfrm>
            <a:off x="9887592" y="6318000"/>
            <a:ext cx="1585607" cy="180000"/>
          </a:xfrm>
          <a:prstGeom prst="rect">
            <a:avLst/>
          </a:prstGeom>
        </p:spPr>
        <p:txBody>
          <a:bodyPr vert="horz" lIns="0" tIns="0" rIns="0" bIns="0" rtlCol="0" anchor="b" anchorCtr="0"/>
          <a:lstStyle>
            <a:defPPr>
              <a:defRPr lang="en-US"/>
            </a:defPPr>
            <a:lvl1pPr marL="0" algn="r" defTabSz="914400" rtl="0" eaLnBrk="1" latinLnBrk="0" hangingPunct="1">
              <a:defRPr lang="en-US" sz="800" kern="1200" cap="none" spc="0" baseline="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9" name="TextBox 8">
            <a:extLst>
              <a:ext uri="{FF2B5EF4-FFF2-40B4-BE49-F238E27FC236}">
                <a16:creationId xmlns:a16="http://schemas.microsoft.com/office/drawing/2014/main" id="{52C90E34-6271-2C2E-96E3-C9F0AD590AE6}"/>
              </a:ext>
            </a:extLst>
          </p:cNvPr>
          <p:cNvSpPr txBox="1"/>
          <p:nvPr/>
        </p:nvSpPr>
        <p:spPr>
          <a:xfrm>
            <a:off x="457200" y="1378039"/>
            <a:ext cx="7064062" cy="430887"/>
          </a:xfrm>
          <a:prstGeom prst="rect">
            <a:avLst/>
          </a:prstGeom>
          <a:noFill/>
        </p:spPr>
        <p:txBody>
          <a:bodyPr wrap="square" lIns="0" tIns="0" rIns="0" bIns="0" rtlCol="0">
            <a:spAutoFit/>
          </a:bodyPr>
          <a:lstStyle/>
          <a:p>
            <a:pPr marL="38100">
              <a:lnSpc>
                <a:spcPct val="100000"/>
              </a:lnSpc>
              <a:spcBef>
                <a:spcPts val="580"/>
              </a:spcBef>
            </a:pPr>
            <a:r>
              <a:rPr lang="en-US" sz="1400" spc="-30" dirty="0">
                <a:cs typeface="Arial"/>
              </a:rPr>
              <a:t>Through</a:t>
            </a:r>
            <a:r>
              <a:rPr lang="en-US" sz="1400" spc="-85" dirty="0">
                <a:cs typeface="Arial"/>
              </a:rPr>
              <a:t> </a:t>
            </a:r>
            <a:r>
              <a:rPr lang="en-US" sz="1400" spc="-20" dirty="0">
                <a:cs typeface="Arial"/>
              </a:rPr>
              <a:t>your</a:t>
            </a:r>
            <a:r>
              <a:rPr lang="en-US" sz="1400" spc="-90" dirty="0">
                <a:cs typeface="Arial"/>
              </a:rPr>
              <a:t> </a:t>
            </a:r>
            <a:r>
              <a:rPr lang="en-US" sz="1400" spc="-30" dirty="0">
                <a:cs typeface="Arial"/>
              </a:rPr>
              <a:t>Global</a:t>
            </a:r>
            <a:r>
              <a:rPr lang="en-US" sz="1400" spc="-80" dirty="0">
                <a:cs typeface="Arial"/>
              </a:rPr>
              <a:t> </a:t>
            </a:r>
            <a:r>
              <a:rPr lang="en-US" sz="1400" spc="-30" dirty="0">
                <a:cs typeface="Arial"/>
              </a:rPr>
              <a:t>Medical</a:t>
            </a:r>
            <a:r>
              <a:rPr lang="en-US" sz="1400" spc="-80" dirty="0">
                <a:cs typeface="Arial"/>
              </a:rPr>
              <a:t> </a:t>
            </a:r>
            <a:r>
              <a:rPr lang="en-US" sz="1400" spc="-25" dirty="0">
                <a:cs typeface="Arial"/>
              </a:rPr>
              <a:t>Plan</a:t>
            </a:r>
            <a:r>
              <a:rPr lang="en-US" sz="1400" spc="-90" dirty="0">
                <a:cs typeface="Arial"/>
              </a:rPr>
              <a:t> </a:t>
            </a:r>
            <a:r>
              <a:rPr lang="en-US" sz="1400" spc="-20" dirty="0">
                <a:cs typeface="Arial"/>
              </a:rPr>
              <a:t>you</a:t>
            </a:r>
            <a:r>
              <a:rPr lang="en-US" sz="1400" spc="-80" dirty="0">
                <a:cs typeface="Arial"/>
              </a:rPr>
              <a:t> </a:t>
            </a:r>
            <a:r>
              <a:rPr lang="en-US" sz="1400" spc="-20" dirty="0">
                <a:cs typeface="Arial"/>
              </a:rPr>
              <a:t>have</a:t>
            </a:r>
            <a:r>
              <a:rPr lang="en-US" sz="1400" spc="-80" dirty="0">
                <a:cs typeface="Arial"/>
              </a:rPr>
              <a:t> </a:t>
            </a:r>
            <a:r>
              <a:rPr lang="en-US" sz="1400" spc="-30" dirty="0">
                <a:cs typeface="Arial"/>
              </a:rPr>
              <a:t>access</a:t>
            </a:r>
            <a:r>
              <a:rPr lang="en-US" sz="1400" spc="-80" dirty="0">
                <a:cs typeface="Arial"/>
              </a:rPr>
              <a:t> </a:t>
            </a:r>
            <a:r>
              <a:rPr lang="en-US" sz="1400" dirty="0">
                <a:cs typeface="Arial"/>
              </a:rPr>
              <a:t>to</a:t>
            </a:r>
            <a:r>
              <a:rPr lang="en-US" sz="1400" spc="-65" dirty="0">
                <a:cs typeface="Arial"/>
              </a:rPr>
              <a:t> </a:t>
            </a:r>
            <a:r>
              <a:rPr lang="en-US" sz="1400" spc="-35" dirty="0">
                <a:cs typeface="Arial"/>
              </a:rPr>
              <a:t>the Cigna Healthcare </a:t>
            </a:r>
            <a:r>
              <a:rPr lang="en-US" sz="1400" spc="-80" dirty="0">
                <a:cs typeface="Arial"/>
              </a:rPr>
              <a:t> </a:t>
            </a:r>
            <a:r>
              <a:rPr lang="en-US" sz="1400" spc="-30" dirty="0">
                <a:cs typeface="Arial"/>
              </a:rPr>
              <a:t>network</a:t>
            </a:r>
            <a:r>
              <a:rPr lang="en-US" sz="1400" spc="-60" dirty="0">
                <a:cs typeface="Arial"/>
              </a:rPr>
              <a:t> </a:t>
            </a:r>
            <a:r>
              <a:rPr lang="en-US" sz="1400" dirty="0">
                <a:cs typeface="Arial"/>
              </a:rPr>
              <a:t>of</a:t>
            </a:r>
            <a:r>
              <a:rPr lang="en-US" sz="1400" spc="-65" dirty="0">
                <a:cs typeface="Arial"/>
              </a:rPr>
              <a:t> </a:t>
            </a:r>
            <a:r>
              <a:rPr lang="en-US" sz="1400" spc="-10" dirty="0">
                <a:cs typeface="Arial"/>
              </a:rPr>
              <a:t>over</a:t>
            </a:r>
            <a:r>
              <a:rPr lang="en-US" sz="1400" spc="-50" dirty="0">
                <a:cs typeface="Arial"/>
              </a:rPr>
              <a:t> </a:t>
            </a:r>
            <a:r>
              <a:rPr lang="en-US" sz="1400" b="1" dirty="0">
                <a:cs typeface="Arial Black"/>
              </a:rPr>
              <a:t>1.7</a:t>
            </a:r>
            <a:r>
              <a:rPr lang="en-US" sz="1400" b="1" spc="-70" dirty="0">
                <a:cs typeface="Arial Black"/>
              </a:rPr>
              <a:t> </a:t>
            </a:r>
            <a:r>
              <a:rPr lang="en-US" sz="1400" b="1" spc="-25" dirty="0">
                <a:cs typeface="Arial Black"/>
              </a:rPr>
              <a:t>million</a:t>
            </a:r>
            <a:r>
              <a:rPr lang="en-US" sz="1400" b="1" spc="-60" dirty="0">
                <a:cs typeface="Arial Black"/>
              </a:rPr>
              <a:t> </a:t>
            </a:r>
            <a:r>
              <a:rPr lang="en-US" sz="1400" spc="-35" dirty="0">
                <a:cs typeface="Arial"/>
              </a:rPr>
              <a:t>providers</a:t>
            </a:r>
            <a:r>
              <a:rPr lang="en-US" sz="1400" spc="-75" dirty="0">
                <a:cs typeface="Arial"/>
              </a:rPr>
              <a:t> </a:t>
            </a:r>
            <a:r>
              <a:rPr lang="en-US" sz="1400" spc="-20" dirty="0">
                <a:cs typeface="Arial"/>
              </a:rPr>
              <a:t>with</a:t>
            </a:r>
            <a:r>
              <a:rPr lang="en-US" sz="1400" spc="-60" dirty="0">
                <a:cs typeface="Arial"/>
              </a:rPr>
              <a:t> </a:t>
            </a:r>
            <a:r>
              <a:rPr lang="en-US" sz="1400" b="1" spc="-40" dirty="0">
                <a:cs typeface="Arial Black"/>
              </a:rPr>
              <a:t>400,000</a:t>
            </a:r>
            <a:r>
              <a:rPr lang="en-US" sz="1400" spc="-185" dirty="0">
                <a:cs typeface="Arial Black"/>
              </a:rPr>
              <a:t> </a:t>
            </a:r>
            <a:r>
              <a:rPr lang="en-US" sz="1400" spc="-30" dirty="0">
                <a:cs typeface="Arial"/>
              </a:rPr>
              <a:t>outside</a:t>
            </a:r>
            <a:r>
              <a:rPr lang="en-US" sz="1400" spc="-80" dirty="0">
                <a:cs typeface="Arial"/>
              </a:rPr>
              <a:t> </a:t>
            </a:r>
            <a:r>
              <a:rPr lang="en-US" sz="1400" spc="-10" dirty="0">
                <a:cs typeface="Arial"/>
              </a:rPr>
              <a:t>the</a:t>
            </a:r>
            <a:r>
              <a:rPr lang="en-US" sz="1400" spc="-65" dirty="0">
                <a:cs typeface="Arial"/>
              </a:rPr>
              <a:t> </a:t>
            </a:r>
            <a:r>
              <a:rPr lang="en-US" sz="1400" spc="-10" dirty="0">
                <a:cs typeface="Arial"/>
              </a:rPr>
              <a:t>U.S.</a:t>
            </a:r>
            <a:r>
              <a:rPr lang="en-US" sz="1400" spc="-15" baseline="26455" dirty="0">
                <a:cs typeface="Arial"/>
              </a:rPr>
              <a:t>1</a:t>
            </a:r>
            <a:endParaRPr lang="en-US" sz="1400" baseline="26455" dirty="0">
              <a:cs typeface="Arial"/>
            </a:endParaRPr>
          </a:p>
        </p:txBody>
      </p:sp>
      <p:grpSp>
        <p:nvGrpSpPr>
          <p:cNvPr id="10" name="object 4">
            <a:extLst>
              <a:ext uri="{FF2B5EF4-FFF2-40B4-BE49-F238E27FC236}">
                <a16:creationId xmlns:a16="http://schemas.microsoft.com/office/drawing/2014/main" id="{1A9F3057-42E5-F0B3-BCDE-08835D4150F6}"/>
              </a:ext>
            </a:extLst>
          </p:cNvPr>
          <p:cNvGrpSpPr/>
          <p:nvPr/>
        </p:nvGrpSpPr>
        <p:grpSpPr>
          <a:xfrm>
            <a:off x="364518" y="4390700"/>
            <a:ext cx="4090617" cy="1402958"/>
            <a:chOff x="289560" y="3822191"/>
            <a:chExt cx="5518785" cy="2281555"/>
          </a:xfrm>
        </p:grpSpPr>
        <p:pic>
          <p:nvPicPr>
            <p:cNvPr id="13" name="object 5">
              <a:extLst>
                <a:ext uri="{FF2B5EF4-FFF2-40B4-BE49-F238E27FC236}">
                  <a16:creationId xmlns:a16="http://schemas.microsoft.com/office/drawing/2014/main" id="{8D5597CE-4A4E-6B53-DC73-DAA1FDCA0D8C}"/>
                </a:ext>
              </a:extLst>
            </p:cNvPr>
            <p:cNvPicPr/>
            <p:nvPr/>
          </p:nvPicPr>
          <p:blipFill>
            <a:blip r:embed="rId5" cstate="print"/>
            <a:stretch>
              <a:fillRect/>
            </a:stretch>
          </p:blipFill>
          <p:spPr>
            <a:xfrm>
              <a:off x="289560" y="3822191"/>
              <a:ext cx="5518403" cy="2281428"/>
            </a:xfrm>
            <a:prstGeom prst="rect">
              <a:avLst/>
            </a:prstGeom>
          </p:spPr>
        </p:pic>
        <p:pic>
          <p:nvPicPr>
            <p:cNvPr id="14" name="object 6">
              <a:extLst>
                <a:ext uri="{FF2B5EF4-FFF2-40B4-BE49-F238E27FC236}">
                  <a16:creationId xmlns:a16="http://schemas.microsoft.com/office/drawing/2014/main" id="{3D07BA8F-0477-852E-C98E-C6CC404DF33A}"/>
                </a:ext>
              </a:extLst>
            </p:cNvPr>
            <p:cNvPicPr/>
            <p:nvPr/>
          </p:nvPicPr>
          <p:blipFill>
            <a:blip r:embed="rId6" cstate="screen">
              <a:extLst>
                <a:ext uri="{28A0092B-C50C-407E-A947-70E740481C1C}">
                  <a14:useLocalDpi xmlns:a14="http://schemas.microsoft.com/office/drawing/2010/main"/>
                </a:ext>
              </a:extLst>
            </a:blip>
            <a:stretch>
              <a:fillRect/>
            </a:stretch>
          </p:blipFill>
          <p:spPr>
            <a:xfrm>
              <a:off x="393192" y="3910584"/>
              <a:ext cx="5183124" cy="1946148"/>
            </a:xfrm>
            <a:prstGeom prst="rect">
              <a:avLst/>
            </a:prstGeom>
          </p:spPr>
        </p:pic>
      </p:grpSp>
      <p:grpSp>
        <p:nvGrpSpPr>
          <p:cNvPr id="15" name="object 7">
            <a:extLst>
              <a:ext uri="{FF2B5EF4-FFF2-40B4-BE49-F238E27FC236}">
                <a16:creationId xmlns:a16="http://schemas.microsoft.com/office/drawing/2014/main" id="{FC2C1403-77B8-58DE-992E-B0938982804E}"/>
              </a:ext>
            </a:extLst>
          </p:cNvPr>
          <p:cNvGrpSpPr/>
          <p:nvPr/>
        </p:nvGrpSpPr>
        <p:grpSpPr>
          <a:xfrm>
            <a:off x="4572396" y="4613666"/>
            <a:ext cx="2699510" cy="1309083"/>
            <a:chOff x="6384035" y="3922775"/>
            <a:chExt cx="3767327" cy="2132075"/>
          </a:xfrm>
        </p:grpSpPr>
        <p:pic>
          <p:nvPicPr>
            <p:cNvPr id="16" name="object 8">
              <a:extLst>
                <a:ext uri="{FF2B5EF4-FFF2-40B4-BE49-F238E27FC236}">
                  <a16:creationId xmlns:a16="http://schemas.microsoft.com/office/drawing/2014/main" id="{FAB315F5-77AA-9B73-FB67-A5EE62328FA9}"/>
                </a:ext>
              </a:extLst>
            </p:cNvPr>
            <p:cNvPicPr/>
            <p:nvPr/>
          </p:nvPicPr>
          <p:blipFill>
            <a:blip r:embed="rId7" cstate="print"/>
            <a:stretch>
              <a:fillRect/>
            </a:stretch>
          </p:blipFill>
          <p:spPr>
            <a:xfrm>
              <a:off x="6384035" y="3922775"/>
              <a:ext cx="3767327" cy="2132075"/>
            </a:xfrm>
            <a:prstGeom prst="rect">
              <a:avLst/>
            </a:prstGeom>
          </p:spPr>
        </p:pic>
        <p:pic>
          <p:nvPicPr>
            <p:cNvPr id="18" name="object 9">
              <a:extLst>
                <a:ext uri="{FF2B5EF4-FFF2-40B4-BE49-F238E27FC236}">
                  <a16:creationId xmlns:a16="http://schemas.microsoft.com/office/drawing/2014/main" id="{B4384CD5-1982-76C9-DD1D-B1EAA4480EBF}"/>
                </a:ext>
              </a:extLst>
            </p:cNvPr>
            <p:cNvPicPr/>
            <p:nvPr/>
          </p:nvPicPr>
          <p:blipFill>
            <a:blip r:embed="rId8" cstate="screen">
              <a:extLst>
                <a:ext uri="{28A0092B-C50C-407E-A947-70E740481C1C}">
                  <a14:useLocalDpi xmlns:a14="http://schemas.microsoft.com/office/drawing/2010/main"/>
                </a:ext>
              </a:extLst>
            </a:blip>
            <a:stretch>
              <a:fillRect/>
            </a:stretch>
          </p:blipFill>
          <p:spPr>
            <a:xfrm>
              <a:off x="6487668" y="4011168"/>
              <a:ext cx="3432047" cy="1796795"/>
            </a:xfrm>
            <a:prstGeom prst="rect">
              <a:avLst/>
            </a:prstGeom>
          </p:spPr>
        </p:pic>
      </p:grpSp>
      <p:sp>
        <p:nvSpPr>
          <p:cNvPr id="22" name="TextBox 21">
            <a:extLst>
              <a:ext uri="{FF2B5EF4-FFF2-40B4-BE49-F238E27FC236}">
                <a16:creationId xmlns:a16="http://schemas.microsoft.com/office/drawing/2014/main" id="{60275AF1-954F-B666-01F3-11DD1B7CC14D}"/>
              </a:ext>
            </a:extLst>
          </p:cNvPr>
          <p:cNvSpPr txBox="1"/>
          <p:nvPr/>
        </p:nvSpPr>
        <p:spPr>
          <a:xfrm>
            <a:off x="7105917" y="4667244"/>
            <a:ext cx="1728990" cy="941796"/>
          </a:xfrm>
          <a:prstGeom prst="rect">
            <a:avLst/>
          </a:prstGeom>
          <a:noFill/>
        </p:spPr>
        <p:txBody>
          <a:bodyPr wrap="square">
            <a:spAutoFit/>
          </a:bodyPr>
          <a:lstStyle/>
          <a:p>
            <a:pPr marL="90805" marR="372745">
              <a:lnSpc>
                <a:spcPct val="102499"/>
              </a:lnSpc>
            </a:pPr>
            <a:r>
              <a:rPr lang="en-US" sz="1100" dirty="0">
                <a:cs typeface="Arial"/>
              </a:rPr>
              <a:t>You</a:t>
            </a:r>
            <a:r>
              <a:rPr lang="en-US" sz="1100" spc="-15" dirty="0">
                <a:cs typeface="Arial"/>
              </a:rPr>
              <a:t> </a:t>
            </a:r>
            <a:r>
              <a:rPr lang="en-US" sz="1100" dirty="0">
                <a:cs typeface="Arial"/>
              </a:rPr>
              <a:t>may</a:t>
            </a:r>
            <a:r>
              <a:rPr lang="en-US" sz="1100" spc="-10" dirty="0">
                <a:cs typeface="Arial"/>
              </a:rPr>
              <a:t> </a:t>
            </a:r>
            <a:r>
              <a:rPr lang="en-US" sz="1100" spc="-20" dirty="0">
                <a:cs typeface="Arial"/>
              </a:rPr>
              <a:t>also </a:t>
            </a:r>
            <a:r>
              <a:rPr lang="en-US" sz="1100" dirty="0">
                <a:cs typeface="Arial"/>
              </a:rPr>
              <a:t>contact</a:t>
            </a:r>
            <a:r>
              <a:rPr lang="en-US" sz="1100" spc="60" dirty="0">
                <a:cs typeface="Arial"/>
              </a:rPr>
              <a:t> </a:t>
            </a:r>
            <a:r>
              <a:rPr lang="en-US" sz="1100" dirty="0">
                <a:cs typeface="Arial"/>
              </a:rPr>
              <a:t>Cigna</a:t>
            </a:r>
            <a:r>
              <a:rPr lang="en-US" sz="1100" spc="65" dirty="0">
                <a:cs typeface="Arial"/>
              </a:rPr>
              <a:t> Healthcare </a:t>
            </a:r>
            <a:r>
              <a:rPr lang="en-US" sz="1100" spc="-25" dirty="0">
                <a:cs typeface="Arial"/>
              </a:rPr>
              <a:t>at </a:t>
            </a:r>
            <a:r>
              <a:rPr lang="en-US" sz="1100" dirty="0">
                <a:cs typeface="Arial"/>
              </a:rPr>
              <a:t>any</a:t>
            </a:r>
            <a:r>
              <a:rPr lang="en-US" sz="1100" spc="25" dirty="0">
                <a:cs typeface="Arial"/>
              </a:rPr>
              <a:t> </a:t>
            </a:r>
            <a:r>
              <a:rPr lang="en-US" sz="1100" dirty="0">
                <a:cs typeface="Arial"/>
              </a:rPr>
              <a:t>time</a:t>
            </a:r>
            <a:r>
              <a:rPr lang="en-US" sz="1100" spc="70" dirty="0">
                <a:cs typeface="Arial"/>
              </a:rPr>
              <a:t> </a:t>
            </a:r>
            <a:r>
              <a:rPr lang="en-US" sz="1100" spc="-25" dirty="0">
                <a:cs typeface="Arial"/>
              </a:rPr>
              <a:t>for </a:t>
            </a:r>
            <a:r>
              <a:rPr lang="en-US" sz="1100" spc="-10" dirty="0">
                <a:cs typeface="Arial"/>
              </a:rPr>
              <a:t>assistance.</a:t>
            </a:r>
            <a:endParaRPr lang="en-US" sz="1100" dirty="0">
              <a:cs typeface="Arial"/>
            </a:endParaRPr>
          </a:p>
        </p:txBody>
      </p:sp>
      <p:sp>
        <p:nvSpPr>
          <p:cNvPr id="23" name="TextBox 22">
            <a:extLst>
              <a:ext uri="{FF2B5EF4-FFF2-40B4-BE49-F238E27FC236}">
                <a16:creationId xmlns:a16="http://schemas.microsoft.com/office/drawing/2014/main" id="{900597DC-A0B0-D9BA-9329-7B05BFBAF436}"/>
              </a:ext>
            </a:extLst>
          </p:cNvPr>
          <p:cNvSpPr txBox="1"/>
          <p:nvPr/>
        </p:nvSpPr>
        <p:spPr>
          <a:xfrm>
            <a:off x="2181079" y="6432605"/>
            <a:ext cx="6418635" cy="180001"/>
          </a:xfrm>
          <a:prstGeom prst="rect">
            <a:avLst/>
          </a:prstGeom>
          <a:noFill/>
        </p:spPr>
        <p:txBody>
          <a:bodyPr wrap="square" lIns="0" tIns="0" rIns="0" bIns="0" rtlCol="0" anchor="b" anchorCtr="0">
            <a:noAutofit/>
          </a:bodyPr>
          <a:lstStyle/>
          <a:p>
            <a:pPr marL="12700">
              <a:lnSpc>
                <a:spcPct val="100000"/>
              </a:lnSpc>
              <a:spcBef>
                <a:spcPts val="95"/>
              </a:spcBef>
            </a:pPr>
            <a:r>
              <a:rPr lang="en-US" sz="900" dirty="0">
                <a:solidFill>
                  <a:srgbClr val="A6A6A6"/>
                </a:solidFill>
                <a:latin typeface="Arial Narrow"/>
                <a:cs typeface="Arial Narrow"/>
              </a:rPr>
              <a:t>1. Data from GHB Network analysis for full year 2022. Subject to change. </a:t>
            </a:r>
          </a:p>
        </p:txBody>
      </p:sp>
    </p:spTree>
    <p:extLst>
      <p:ext uri="{BB962C8B-B14F-4D97-AF65-F5344CB8AC3E}">
        <p14:creationId xmlns:p14="http://schemas.microsoft.com/office/powerpoint/2010/main" val="7271846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BC975-2B08-E031-E967-9BD7E22F13CE}"/>
              </a:ext>
            </a:extLst>
          </p:cNvPr>
          <p:cNvSpPr>
            <a:spLocks noGrp="1"/>
          </p:cNvSpPr>
          <p:nvPr>
            <p:ph type="title"/>
          </p:nvPr>
        </p:nvSpPr>
        <p:spPr/>
        <p:txBody>
          <a:bodyPr/>
          <a:lstStyle/>
          <a:p>
            <a:r>
              <a:rPr lang="en-US" dirty="0"/>
              <a:t>Digital tools</a:t>
            </a:r>
          </a:p>
        </p:txBody>
      </p:sp>
      <p:sp>
        <p:nvSpPr>
          <p:cNvPr id="3" name="Slide Number Placeholder 2">
            <a:extLst>
              <a:ext uri="{FF2B5EF4-FFF2-40B4-BE49-F238E27FC236}">
                <a16:creationId xmlns:a16="http://schemas.microsoft.com/office/drawing/2014/main" id="{D0F83546-724A-FE12-4CBE-D233714476CA}"/>
              </a:ext>
            </a:extLst>
          </p:cNvPr>
          <p:cNvSpPr>
            <a:spLocks noGrp="1"/>
          </p:cNvSpPr>
          <p:nvPr>
            <p:ph type="sldNum" sz="quarter" idx="12"/>
          </p:nvPr>
        </p:nvSpPr>
        <p:spPr/>
        <p:txBody>
          <a:bodyPr/>
          <a:lstStyle/>
          <a:p>
            <a:fld id="{23AA811B-2EBD-4900-905E-5BE206449611}" type="slidenum">
              <a:rPr lang="en-US" smtClean="0"/>
              <a:pPr/>
              <a:t>15</a:t>
            </a:fld>
            <a:endParaRPr lang="en-US" dirty="0"/>
          </a:p>
        </p:txBody>
      </p:sp>
    </p:spTree>
    <p:extLst>
      <p:ext uri="{BB962C8B-B14F-4D97-AF65-F5344CB8AC3E}">
        <p14:creationId xmlns:p14="http://schemas.microsoft.com/office/powerpoint/2010/main" val="14941414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 Single Corner Rectangle 1">
            <a:extLst>
              <a:ext uri="{FF2B5EF4-FFF2-40B4-BE49-F238E27FC236}">
                <a16:creationId xmlns:a16="http://schemas.microsoft.com/office/drawing/2014/main" id="{26CBAEEA-9B2F-CC54-690E-2F2AC910E961}"/>
              </a:ext>
            </a:extLst>
          </p:cNvPr>
          <p:cNvSpPr/>
          <p:nvPr/>
        </p:nvSpPr>
        <p:spPr>
          <a:xfrm flipV="1">
            <a:off x="1533999" y="1408681"/>
            <a:ext cx="3300619" cy="608082"/>
          </a:xfrm>
          <a:prstGeom prst="round1Rect">
            <a:avLst>
              <a:gd name="adj" fmla="val 41412"/>
            </a:avLst>
          </a:prstGeom>
          <a:solidFill>
            <a:srgbClr val="FAD6BD"/>
          </a:solidFill>
        </p:spPr>
        <p:txBody>
          <a:bodyPr wrap="square" lIns="91415" tIns="45707" rIns="91415" bIns="45707" anchor="ctr">
            <a:noAutofit/>
          </a:bodyPr>
          <a:lstStyle/>
          <a:p>
            <a:pPr algn="ctr" defTabSz="914058">
              <a:defRPr/>
            </a:pPr>
            <a:endParaRPr lang="en-US" sz="3000" b="1" kern="0" dirty="0">
              <a:solidFill>
                <a:srgbClr val="0033FF"/>
              </a:solidFill>
              <a:latin typeface="Verdana" panose="020B0604030504040204" pitchFamily="34" charset="0"/>
              <a:ea typeface="Verdana" panose="020B0604030504040204" pitchFamily="34" charset="0"/>
              <a:cs typeface="Verdana" panose="020B0604030504040204" pitchFamily="34" charset="0"/>
            </a:endParaRPr>
          </a:p>
        </p:txBody>
      </p:sp>
      <p:pic>
        <p:nvPicPr>
          <p:cNvPr id="8" name="Picture Placeholder 7" descr="Young woman using a tablet">
            <a:extLst>
              <a:ext uri="{FF2B5EF4-FFF2-40B4-BE49-F238E27FC236}">
                <a16:creationId xmlns:a16="http://schemas.microsoft.com/office/drawing/2014/main" id="{247428D7-8946-92C6-6EC0-C2E15D8EED28}"/>
              </a:ext>
            </a:extLst>
          </p:cNvPr>
          <p:cNvPicPr>
            <a:picLocks noGrp="1" noChangeAspect="1"/>
          </p:cNvPicPr>
          <p:nvPr>
            <p:ph type="pic" sz="quarter" idx="16"/>
          </p:nvPr>
        </p:nvPicPr>
        <p:blipFill rotWithShape="1">
          <a:blip r:embed="rId2" cstate="screen">
            <a:extLst>
              <a:ext uri="{BEBA8EAE-BF5A-486C-A8C5-ECC9F3942E4B}">
                <a14:imgProps xmlns:a14="http://schemas.microsoft.com/office/drawing/2010/main">
                  <a14:imgLayer r:embed="rId3">
                    <a14:imgEffect>
                      <a14:brightnessContrast bright="10000"/>
                    </a14:imgEffect>
                  </a14:imgLayer>
                </a14:imgProps>
              </a:ext>
              <a:ext uri="{28A0092B-C50C-407E-A947-70E740481C1C}">
                <a14:useLocalDpi xmlns:a14="http://schemas.microsoft.com/office/drawing/2010/main"/>
              </a:ext>
            </a:extLst>
          </a:blip>
          <a:srcRect/>
          <a:stretch/>
        </p:blipFill>
        <p:spPr/>
      </p:pic>
      <p:sp>
        <p:nvSpPr>
          <p:cNvPr id="3" name="Title 2">
            <a:extLst>
              <a:ext uri="{FF2B5EF4-FFF2-40B4-BE49-F238E27FC236}">
                <a16:creationId xmlns:a16="http://schemas.microsoft.com/office/drawing/2014/main" id="{C07154D3-7E8D-E9B9-6D04-710096598233}"/>
              </a:ext>
            </a:extLst>
          </p:cNvPr>
          <p:cNvSpPr>
            <a:spLocks noGrp="1"/>
          </p:cNvSpPr>
          <p:nvPr>
            <p:ph type="title"/>
          </p:nvPr>
        </p:nvSpPr>
        <p:spPr>
          <a:xfrm>
            <a:off x="361495" y="360000"/>
            <a:ext cx="5645629" cy="397582"/>
          </a:xfrm>
        </p:spPr>
        <p:txBody>
          <a:bodyPr/>
          <a:lstStyle/>
          <a:p>
            <a:r>
              <a:rPr lang="en-US" dirty="0"/>
              <a:t>Simple self-service</a:t>
            </a:r>
            <a:endParaRPr lang="en-US" dirty="0">
              <a:solidFill>
                <a:srgbClr val="0033FF"/>
              </a:solidFill>
            </a:endParaRPr>
          </a:p>
        </p:txBody>
      </p:sp>
      <p:sp>
        <p:nvSpPr>
          <p:cNvPr id="5" name="Slide Number Placeholder 4">
            <a:extLst>
              <a:ext uri="{FF2B5EF4-FFF2-40B4-BE49-F238E27FC236}">
                <a16:creationId xmlns:a16="http://schemas.microsoft.com/office/drawing/2014/main" id="{49C45AAD-B1B6-B093-DA5D-0570C112C7CE}"/>
              </a:ext>
            </a:extLst>
          </p:cNvPr>
          <p:cNvSpPr>
            <a:spLocks noGrp="1"/>
          </p:cNvSpPr>
          <p:nvPr>
            <p:ph type="sldNum" sz="quarter" idx="11"/>
          </p:nvPr>
        </p:nvSpPr>
        <p:spPr/>
        <p:txBody>
          <a:bodyPr/>
          <a:lstStyle/>
          <a:p>
            <a:fld id="{23AA811B-2EBD-4900-905E-5BE206449611}" type="slidenum">
              <a:rPr lang="en-US" smtClean="0"/>
              <a:pPr/>
              <a:t>16</a:t>
            </a:fld>
            <a:endParaRPr lang="en-US" dirty="0"/>
          </a:p>
        </p:txBody>
      </p:sp>
      <p:grpSp>
        <p:nvGrpSpPr>
          <p:cNvPr id="9" name="Group 8">
            <a:extLst>
              <a:ext uri="{FF2B5EF4-FFF2-40B4-BE49-F238E27FC236}">
                <a16:creationId xmlns:a16="http://schemas.microsoft.com/office/drawing/2014/main" id="{3554BD83-E3DF-A011-42E9-99363B922CDA}"/>
              </a:ext>
            </a:extLst>
          </p:cNvPr>
          <p:cNvGrpSpPr/>
          <p:nvPr/>
        </p:nvGrpSpPr>
        <p:grpSpPr>
          <a:xfrm>
            <a:off x="1515016" y="1408681"/>
            <a:ext cx="4947836" cy="4809706"/>
            <a:chOff x="689035" y="1037099"/>
            <a:chExt cx="4947836" cy="4809706"/>
          </a:xfrm>
        </p:grpSpPr>
        <p:sp>
          <p:nvSpPr>
            <p:cNvPr id="4" name="Content Placeholder 2">
              <a:extLst>
                <a:ext uri="{FF2B5EF4-FFF2-40B4-BE49-F238E27FC236}">
                  <a16:creationId xmlns:a16="http://schemas.microsoft.com/office/drawing/2014/main" id="{E9A6E5FC-44A8-132B-B8E6-9E4258B06E92}"/>
                </a:ext>
              </a:extLst>
            </p:cNvPr>
            <p:cNvSpPr txBox="1"/>
            <p:nvPr/>
          </p:nvSpPr>
          <p:spPr>
            <a:xfrm>
              <a:off x="689036" y="1888436"/>
              <a:ext cx="4947835" cy="3958369"/>
            </a:xfrm>
            <a:prstGeom prst="rect">
              <a:avLst/>
            </a:prstGeom>
          </p:spPr>
          <p:txBody>
            <a:bodyPr vert="horz" lIns="91415" tIns="45707" rIns="91415" bIns="45707" rtlCol="0">
              <a:normAutofit/>
            </a:bodyPr>
            <a:lstStyle>
              <a:lvl1pPr marL="228600" indent="-228600" algn="l" defTabSz="914400" rtl="0" eaLnBrk="1" latinLnBrk="0" hangingPunct="1">
                <a:lnSpc>
                  <a:spcPct val="90000"/>
                </a:lnSpc>
                <a:spcBef>
                  <a:spcPts val="1000"/>
                </a:spcBef>
                <a:buFont typeface="Arial"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a:lstStyle>
            <a:p>
              <a:pPr marL="0" indent="0">
                <a:lnSpc>
                  <a:spcPct val="110000"/>
                </a:lnSpc>
                <a:spcBef>
                  <a:spcPct val="0"/>
                </a:spcBef>
                <a:spcAft>
                  <a:spcPts val="1200"/>
                </a:spcAft>
                <a:buNone/>
              </a:pPr>
              <a:r>
                <a:rPr lang="en-US" sz="1800" b="1" dirty="0">
                  <a:solidFill>
                    <a:srgbClr val="110081"/>
                  </a:solidFill>
                </a:rPr>
                <a:t>Your digital portal to:</a:t>
              </a:r>
              <a:br>
                <a:rPr lang="en-US" sz="1866" b="1" dirty="0">
                  <a:solidFill>
                    <a:srgbClr val="110081"/>
                  </a:solidFill>
                </a:rPr>
              </a:br>
              <a:r>
                <a:rPr lang="en-US" sz="1800" i="1" dirty="0"/>
                <a:t>(one experience via web or app)</a:t>
              </a:r>
            </a:p>
            <a:p>
              <a:pPr marL="514350">
                <a:lnSpc>
                  <a:spcPct val="110000"/>
                </a:lnSpc>
                <a:spcBef>
                  <a:spcPct val="0"/>
                </a:spcBef>
                <a:spcAft>
                  <a:spcPts val="1000"/>
                </a:spcAft>
                <a:buClr>
                  <a:srgbClr val="FAA163"/>
                </a:buClr>
              </a:pPr>
              <a:r>
                <a:rPr lang="en-US" sz="1800" dirty="0"/>
                <a:t>Review plan information</a:t>
              </a:r>
            </a:p>
            <a:p>
              <a:pPr marL="514350">
                <a:lnSpc>
                  <a:spcPct val="110000"/>
                </a:lnSpc>
                <a:spcBef>
                  <a:spcPct val="0"/>
                </a:spcBef>
                <a:spcAft>
                  <a:spcPts val="1000"/>
                </a:spcAft>
                <a:buClr>
                  <a:srgbClr val="FAA163"/>
                </a:buClr>
              </a:pPr>
              <a:r>
                <a:rPr lang="en-US" sz="1800" dirty="0"/>
                <a:t>Find a provider</a:t>
              </a:r>
            </a:p>
            <a:p>
              <a:pPr marL="514350">
                <a:lnSpc>
                  <a:spcPct val="110000"/>
                </a:lnSpc>
                <a:spcBef>
                  <a:spcPct val="0"/>
                </a:spcBef>
                <a:spcAft>
                  <a:spcPts val="1000"/>
                </a:spcAft>
                <a:buClr>
                  <a:srgbClr val="FAA163"/>
                </a:buClr>
              </a:pPr>
              <a:r>
                <a:rPr lang="en-US" sz="1800" dirty="0"/>
                <a:t>Submit claims</a:t>
              </a:r>
            </a:p>
            <a:p>
              <a:pPr marL="514350">
                <a:lnSpc>
                  <a:spcPct val="110000"/>
                </a:lnSpc>
                <a:spcBef>
                  <a:spcPct val="0"/>
                </a:spcBef>
                <a:spcAft>
                  <a:spcPts val="1000"/>
                </a:spcAft>
                <a:buClr>
                  <a:srgbClr val="FAA163"/>
                </a:buClr>
              </a:pPr>
              <a:r>
                <a:rPr lang="en-US" sz="1800" dirty="0"/>
                <a:t>Manage pharmacy needs</a:t>
              </a:r>
            </a:p>
            <a:p>
              <a:pPr marL="514350">
                <a:lnSpc>
                  <a:spcPct val="110000"/>
                </a:lnSpc>
                <a:spcBef>
                  <a:spcPct val="0"/>
                </a:spcBef>
                <a:spcAft>
                  <a:spcPts val="1000"/>
                </a:spcAft>
                <a:buClr>
                  <a:srgbClr val="FAA163"/>
                </a:buClr>
              </a:pPr>
              <a:r>
                <a:rPr lang="en-US" sz="1800" dirty="0"/>
                <a:t>Access digital toolkit </a:t>
              </a:r>
              <a:br>
                <a:rPr lang="en-US" sz="1866" dirty="0"/>
              </a:br>
              <a:r>
                <a:rPr lang="en-US" sz="1400" dirty="0"/>
                <a:t>(ID cards, booklets, country guides, and more)</a:t>
              </a:r>
            </a:p>
            <a:p>
              <a:pPr marL="514350">
                <a:lnSpc>
                  <a:spcPct val="110000"/>
                </a:lnSpc>
                <a:spcBef>
                  <a:spcPct val="0"/>
                </a:spcBef>
                <a:spcAft>
                  <a:spcPts val="1000"/>
                </a:spcAft>
                <a:buClr>
                  <a:srgbClr val="FAA163"/>
                </a:buClr>
              </a:pPr>
              <a:r>
                <a:rPr lang="en-US" sz="1800" dirty="0"/>
                <a:t>Multi-lingual</a:t>
              </a:r>
              <a:r>
                <a:rPr lang="en-US" sz="1866" dirty="0"/>
                <a:t> </a:t>
              </a:r>
            </a:p>
          </p:txBody>
        </p:sp>
        <p:sp>
          <p:nvSpPr>
            <p:cNvPr id="7" name="Rectangle 6">
              <a:extLst>
                <a:ext uri="{FF2B5EF4-FFF2-40B4-BE49-F238E27FC236}">
                  <a16:creationId xmlns:a16="http://schemas.microsoft.com/office/drawing/2014/main" id="{7E279A03-ABB4-4B81-4663-46603719945F}"/>
                </a:ext>
              </a:extLst>
            </p:cNvPr>
            <p:cNvSpPr/>
            <p:nvPr/>
          </p:nvSpPr>
          <p:spPr>
            <a:xfrm>
              <a:off x="689035" y="1037099"/>
              <a:ext cx="3300619" cy="608082"/>
            </a:xfrm>
            <a:prstGeom prst="rect">
              <a:avLst/>
            </a:prstGeom>
            <a:noFill/>
          </p:spPr>
          <p:txBody>
            <a:bodyPr wrap="square" lIns="91415" tIns="45707" rIns="91415" bIns="45707" anchor="ctr">
              <a:noAutofit/>
            </a:bodyPr>
            <a:lstStyle/>
            <a:p>
              <a:pPr algn="ctr" defTabSz="914058">
                <a:defRPr/>
              </a:pPr>
              <a:r>
                <a:rPr lang="en-GB" sz="3000" b="1" kern="0" dirty="0">
                  <a:solidFill>
                    <a:srgbClr val="0033FF"/>
                  </a:solidFill>
                  <a:latin typeface="Verdana" panose="020B0604030504040204" pitchFamily="34" charset="0"/>
                  <a:ea typeface="Verdana" panose="020B0604030504040204" pitchFamily="34" charset="0"/>
                  <a:cs typeface="Verdana" panose="020B0604030504040204" pitchFamily="34" charset="0"/>
                </a:rPr>
                <a:t>Cigna Envoy</a:t>
              </a:r>
              <a:r>
                <a:rPr lang="en-GB" sz="2000" b="1" kern="0" baseline="60000" dirty="0">
                  <a:solidFill>
                    <a:srgbClr val="0033FF"/>
                  </a:solidFill>
                  <a:latin typeface="Verdana" panose="020B0604030504040204" pitchFamily="34" charset="0"/>
                  <a:ea typeface="Verdana" panose="020B0604030504040204" pitchFamily="34" charset="0"/>
                  <a:cs typeface="Verdana" panose="020B0604030504040204" pitchFamily="34" charset="0"/>
                </a:rPr>
                <a:t>®</a:t>
              </a:r>
              <a:endParaRPr lang="en-US" sz="2000" b="1" kern="0" baseline="60000" dirty="0">
                <a:solidFill>
                  <a:srgbClr val="0033FF"/>
                </a:solidFill>
                <a:latin typeface="Verdana" panose="020B0604030504040204" pitchFamily="34" charset="0"/>
                <a:ea typeface="Verdana" panose="020B0604030504040204" pitchFamily="34" charset="0"/>
                <a:cs typeface="Verdana" panose="020B0604030504040204" pitchFamily="34" charset="0"/>
              </a:endParaRPr>
            </a:p>
          </p:txBody>
        </p:sp>
      </p:grpSp>
    </p:spTree>
    <p:extLst>
      <p:ext uri="{BB962C8B-B14F-4D97-AF65-F5344CB8AC3E}">
        <p14:creationId xmlns:p14="http://schemas.microsoft.com/office/powerpoint/2010/main" val="14715374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EC893F9-E204-1B7B-E6AB-E36CF15A304E}"/>
              </a:ext>
            </a:extLst>
          </p:cNvPr>
          <p:cNvSpPr/>
          <p:nvPr/>
        </p:nvSpPr>
        <p:spPr>
          <a:xfrm>
            <a:off x="6268640" y="0"/>
            <a:ext cx="5923360" cy="6680199"/>
          </a:xfrm>
          <a:custGeom>
            <a:avLst/>
            <a:gdLst>
              <a:gd name="connsiteX0" fmla="*/ 291768 w 5923360"/>
              <a:gd name="connsiteY0" fmla="*/ 0 h 6680199"/>
              <a:gd name="connsiteX1" fmla="*/ 5923360 w 5923360"/>
              <a:gd name="connsiteY1" fmla="*/ 0 h 6680199"/>
              <a:gd name="connsiteX2" fmla="*/ 5923360 w 5923360"/>
              <a:gd name="connsiteY2" fmla="*/ 6680199 h 6680199"/>
              <a:gd name="connsiteX3" fmla="*/ 1136825 w 5923360"/>
              <a:gd name="connsiteY3" fmla="*/ 6680199 h 6680199"/>
              <a:gd name="connsiteX4" fmla="*/ 1061919 w 5923360"/>
              <a:gd name="connsiteY4" fmla="*/ 6545887 h 6680199"/>
              <a:gd name="connsiteX5" fmla="*/ 19 w 5923360"/>
              <a:gd name="connsiteY5" fmla="*/ 2269461 h 6680199"/>
              <a:gd name="connsiteX6" fmla="*/ 287539 w 5923360"/>
              <a:gd name="connsiteY6" fmla="*/ 15073 h 6680199"/>
              <a:gd name="connsiteX7" fmla="*/ 291768 w 5923360"/>
              <a:gd name="connsiteY7" fmla="*/ 0 h 668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23360" h="6680199">
                <a:moveTo>
                  <a:pt x="291768" y="0"/>
                </a:moveTo>
                <a:lnTo>
                  <a:pt x="5923360" y="0"/>
                </a:lnTo>
                <a:lnTo>
                  <a:pt x="5923360" y="6680199"/>
                </a:lnTo>
                <a:lnTo>
                  <a:pt x="1136825" y="6680199"/>
                </a:lnTo>
                <a:lnTo>
                  <a:pt x="1061919" y="6545887"/>
                </a:lnTo>
                <a:cubicBezTo>
                  <a:pt x="381793" y="5271817"/>
                  <a:pt x="-3136" y="3816065"/>
                  <a:pt x="19" y="2269461"/>
                </a:cubicBezTo>
                <a:cubicBezTo>
                  <a:pt x="1605" y="1490752"/>
                  <a:pt x="101401" y="735437"/>
                  <a:pt x="287539" y="15073"/>
                </a:cubicBezTo>
                <a:lnTo>
                  <a:pt x="291768"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ctr">
            <a:noAutofit/>
          </a:bodyPr>
          <a:lstStyle/>
          <a:p>
            <a:pPr algn="ctr"/>
            <a:endParaRPr lang="en-US" sz="1600" noProof="0" dirty="0" err="1"/>
          </a:p>
        </p:txBody>
      </p:sp>
      <p:sp>
        <p:nvSpPr>
          <p:cNvPr id="24" name="TextBox 23">
            <a:extLst>
              <a:ext uri="{FF2B5EF4-FFF2-40B4-BE49-F238E27FC236}">
                <a16:creationId xmlns:a16="http://schemas.microsoft.com/office/drawing/2014/main" id="{E76050B0-5C93-F945-9AEF-85E11391ED75}"/>
              </a:ext>
            </a:extLst>
          </p:cNvPr>
          <p:cNvSpPr txBox="1"/>
          <p:nvPr/>
        </p:nvSpPr>
        <p:spPr>
          <a:xfrm>
            <a:off x="16919575" y="4516582"/>
            <a:ext cx="0" cy="0"/>
          </a:xfrm>
          <a:prstGeom prst="rect">
            <a:avLst/>
          </a:prstGeom>
          <a:noFill/>
          <a:ln w="28575">
            <a:noFill/>
          </a:ln>
        </p:spPr>
        <p:txBody>
          <a:bodyPr vert="horz" wrap="none" lIns="182880" tIns="182880" rIns="182880" bIns="182880" rtlCol="0" anchor="ctr">
            <a:noAutofit/>
          </a:bodyPr>
          <a:lstStyle/>
          <a:p>
            <a:endParaRPr lang="en-US" sz="1100" dirty="0"/>
          </a:p>
        </p:txBody>
      </p:sp>
      <p:sp>
        <p:nvSpPr>
          <p:cNvPr id="21" name="TextBox 20">
            <a:extLst>
              <a:ext uri="{FF2B5EF4-FFF2-40B4-BE49-F238E27FC236}">
                <a16:creationId xmlns:a16="http://schemas.microsoft.com/office/drawing/2014/main" id="{30896F5A-2E83-1C47-BD5A-094769437EAF}"/>
              </a:ext>
            </a:extLst>
          </p:cNvPr>
          <p:cNvSpPr txBox="1"/>
          <p:nvPr/>
        </p:nvSpPr>
        <p:spPr>
          <a:xfrm>
            <a:off x="360000" y="2450318"/>
            <a:ext cx="5825859" cy="1497057"/>
          </a:xfrm>
          <a:prstGeom prst="rect">
            <a:avLst/>
          </a:prstGeom>
          <a:noFill/>
        </p:spPr>
        <p:txBody>
          <a:bodyPr wrap="square" rtlCol="0">
            <a:noAutofit/>
          </a:bodyPr>
          <a:lstStyle/>
          <a:p>
            <a:pPr marL="30480" marR="483234">
              <a:lnSpc>
                <a:spcPct val="112700"/>
              </a:lnSpc>
              <a:spcBef>
                <a:spcPts val="1200"/>
              </a:spcBef>
            </a:pPr>
            <a:r>
              <a:rPr lang="en-US" sz="1300" dirty="0">
                <a:solidFill>
                  <a:srgbClr val="0D0D0D"/>
                </a:solidFill>
                <a:cs typeface="Arial"/>
              </a:rPr>
              <a:t>With</a:t>
            </a:r>
            <a:r>
              <a:rPr lang="en-US" sz="1300" spc="10" dirty="0">
                <a:solidFill>
                  <a:srgbClr val="0D0D0D"/>
                </a:solidFill>
                <a:cs typeface="Arial"/>
              </a:rPr>
              <a:t> </a:t>
            </a:r>
            <a:r>
              <a:rPr lang="en-US" sz="1300" dirty="0">
                <a:solidFill>
                  <a:srgbClr val="0D0D0D"/>
                </a:solidFill>
                <a:cs typeface="Arial"/>
              </a:rPr>
              <a:t>your</a:t>
            </a:r>
            <a:r>
              <a:rPr lang="en-US" sz="1300" spc="40" dirty="0">
                <a:solidFill>
                  <a:srgbClr val="0D0D0D"/>
                </a:solidFill>
                <a:cs typeface="Arial"/>
              </a:rPr>
              <a:t> </a:t>
            </a:r>
            <a:r>
              <a:rPr lang="en-US" sz="1300" dirty="0">
                <a:solidFill>
                  <a:srgbClr val="0D0D0D"/>
                </a:solidFill>
                <a:cs typeface="Arial"/>
              </a:rPr>
              <a:t>Cigna</a:t>
            </a:r>
            <a:r>
              <a:rPr lang="en-US" sz="1300" spc="-5" dirty="0">
                <a:solidFill>
                  <a:srgbClr val="0D0D0D"/>
                </a:solidFill>
                <a:cs typeface="Arial"/>
              </a:rPr>
              <a:t> Healthcare </a:t>
            </a:r>
            <a:r>
              <a:rPr lang="en-US" sz="1300" dirty="0">
                <a:solidFill>
                  <a:srgbClr val="0D0D0D"/>
                </a:solidFill>
                <a:cs typeface="Arial"/>
              </a:rPr>
              <a:t>ID</a:t>
            </a:r>
            <a:r>
              <a:rPr lang="en-US" sz="1300" spc="25" dirty="0">
                <a:solidFill>
                  <a:srgbClr val="0D0D0D"/>
                </a:solidFill>
                <a:cs typeface="Arial"/>
              </a:rPr>
              <a:t> </a:t>
            </a:r>
            <a:r>
              <a:rPr lang="en-US" sz="1300" dirty="0">
                <a:solidFill>
                  <a:srgbClr val="0D0D0D"/>
                </a:solidFill>
                <a:cs typeface="Arial"/>
              </a:rPr>
              <a:t>number </a:t>
            </a:r>
            <a:r>
              <a:rPr lang="en-US" sz="1300" spc="-10" dirty="0">
                <a:solidFill>
                  <a:srgbClr val="0D0D0D"/>
                </a:solidFill>
                <a:cs typeface="Arial"/>
              </a:rPr>
              <a:t>found </a:t>
            </a:r>
            <a:r>
              <a:rPr lang="en-US" sz="1300" dirty="0">
                <a:solidFill>
                  <a:srgbClr val="0D0D0D"/>
                </a:solidFill>
                <a:cs typeface="Arial"/>
              </a:rPr>
              <a:t>on</a:t>
            </a:r>
            <a:r>
              <a:rPr lang="en-US" sz="1300" spc="15" dirty="0">
                <a:solidFill>
                  <a:srgbClr val="0D0D0D"/>
                </a:solidFill>
                <a:cs typeface="Arial"/>
              </a:rPr>
              <a:t> </a:t>
            </a:r>
            <a:r>
              <a:rPr lang="en-US" sz="1300" dirty="0">
                <a:solidFill>
                  <a:srgbClr val="0D0D0D"/>
                </a:solidFill>
                <a:cs typeface="Arial"/>
              </a:rPr>
              <a:t>your</a:t>
            </a:r>
            <a:r>
              <a:rPr lang="en-US" sz="1300" spc="10" dirty="0">
                <a:solidFill>
                  <a:srgbClr val="0D0D0D"/>
                </a:solidFill>
                <a:cs typeface="Arial"/>
              </a:rPr>
              <a:t> </a:t>
            </a:r>
            <a:r>
              <a:rPr lang="en-US" sz="1300" dirty="0">
                <a:solidFill>
                  <a:srgbClr val="0D0D0D"/>
                </a:solidFill>
                <a:cs typeface="Arial"/>
              </a:rPr>
              <a:t>(</a:t>
            </a:r>
            <a:r>
              <a:rPr lang="en-US" sz="1300" dirty="0">
                <a:solidFill>
                  <a:srgbClr val="FF0000"/>
                </a:solidFill>
                <a:cs typeface="Arial"/>
              </a:rPr>
              <a:t>ID</a:t>
            </a:r>
            <a:r>
              <a:rPr lang="en-US" sz="1300" spc="15" dirty="0">
                <a:solidFill>
                  <a:srgbClr val="FF0000"/>
                </a:solidFill>
                <a:cs typeface="Arial"/>
              </a:rPr>
              <a:t> </a:t>
            </a:r>
            <a:r>
              <a:rPr lang="en-US" sz="1300" dirty="0">
                <a:solidFill>
                  <a:srgbClr val="FF0000"/>
                </a:solidFill>
                <a:cs typeface="Arial"/>
              </a:rPr>
              <a:t>card</a:t>
            </a:r>
            <a:r>
              <a:rPr lang="en-US" sz="1300" spc="15" dirty="0">
                <a:solidFill>
                  <a:srgbClr val="FF0000"/>
                </a:solidFill>
                <a:cs typeface="Arial"/>
              </a:rPr>
              <a:t> </a:t>
            </a:r>
            <a:r>
              <a:rPr lang="en-US" sz="1300" dirty="0">
                <a:solidFill>
                  <a:srgbClr val="FF0000"/>
                </a:solidFill>
                <a:cs typeface="Arial"/>
              </a:rPr>
              <a:t>or</a:t>
            </a:r>
            <a:r>
              <a:rPr lang="en-US" sz="1300" spc="30" dirty="0">
                <a:solidFill>
                  <a:srgbClr val="FF0000"/>
                </a:solidFill>
                <a:cs typeface="Arial"/>
              </a:rPr>
              <a:t> </a:t>
            </a:r>
            <a:r>
              <a:rPr lang="en-US" sz="1300" dirty="0">
                <a:solidFill>
                  <a:srgbClr val="FF0000"/>
                </a:solidFill>
                <a:cs typeface="Arial"/>
              </a:rPr>
              <a:t>welcome</a:t>
            </a:r>
            <a:r>
              <a:rPr lang="en-US" sz="1300" spc="5" dirty="0">
                <a:solidFill>
                  <a:srgbClr val="FF0000"/>
                </a:solidFill>
                <a:cs typeface="Arial"/>
              </a:rPr>
              <a:t> </a:t>
            </a:r>
            <a:r>
              <a:rPr lang="en-US" sz="1300" spc="-10" dirty="0">
                <a:solidFill>
                  <a:srgbClr val="FF0000"/>
                </a:solidFill>
                <a:cs typeface="Arial"/>
              </a:rPr>
              <a:t>email</a:t>
            </a:r>
            <a:r>
              <a:rPr lang="en-US" sz="1300" spc="-10" dirty="0">
                <a:solidFill>
                  <a:srgbClr val="0D0D0D"/>
                </a:solidFill>
                <a:cs typeface="Arial"/>
              </a:rPr>
              <a:t>) </a:t>
            </a:r>
            <a:r>
              <a:rPr lang="en-US" sz="1300" dirty="0">
                <a:solidFill>
                  <a:srgbClr val="0D0D0D"/>
                </a:solidFill>
                <a:cs typeface="Arial"/>
              </a:rPr>
              <a:t>you</a:t>
            </a:r>
            <a:r>
              <a:rPr lang="en-US" sz="1300" spc="35" dirty="0">
                <a:solidFill>
                  <a:srgbClr val="0D0D0D"/>
                </a:solidFill>
                <a:cs typeface="Arial"/>
              </a:rPr>
              <a:t> </a:t>
            </a:r>
            <a:r>
              <a:rPr lang="en-US" sz="1300" dirty="0">
                <a:solidFill>
                  <a:srgbClr val="0D0D0D"/>
                </a:solidFill>
                <a:cs typeface="Arial"/>
              </a:rPr>
              <a:t>can</a:t>
            </a:r>
            <a:r>
              <a:rPr lang="en-US" sz="1300" spc="15" dirty="0">
                <a:solidFill>
                  <a:srgbClr val="0D0D0D"/>
                </a:solidFill>
                <a:cs typeface="Arial"/>
              </a:rPr>
              <a:t> </a:t>
            </a:r>
            <a:r>
              <a:rPr lang="en-US" sz="1300" dirty="0">
                <a:solidFill>
                  <a:srgbClr val="0D0D0D"/>
                </a:solidFill>
                <a:cs typeface="Arial"/>
              </a:rPr>
              <a:t>register</a:t>
            </a:r>
            <a:r>
              <a:rPr lang="en-US" sz="1300" spc="5" dirty="0">
                <a:solidFill>
                  <a:srgbClr val="0D0D0D"/>
                </a:solidFill>
                <a:cs typeface="Arial"/>
              </a:rPr>
              <a:t> </a:t>
            </a:r>
            <a:r>
              <a:rPr lang="en-US" sz="1300" dirty="0">
                <a:solidFill>
                  <a:srgbClr val="0D0D0D"/>
                </a:solidFill>
                <a:cs typeface="Arial"/>
              </a:rPr>
              <a:t>for</a:t>
            </a:r>
            <a:r>
              <a:rPr lang="en-US" sz="1300" spc="25" dirty="0">
                <a:solidFill>
                  <a:srgbClr val="0D0D0D"/>
                </a:solidFill>
                <a:cs typeface="Arial"/>
              </a:rPr>
              <a:t> </a:t>
            </a:r>
            <a:r>
              <a:rPr lang="en-US" sz="1300" dirty="0">
                <a:solidFill>
                  <a:srgbClr val="0D0D0D"/>
                </a:solidFill>
                <a:cs typeface="Arial"/>
              </a:rPr>
              <a:t>Cigna</a:t>
            </a:r>
            <a:r>
              <a:rPr lang="en-US" sz="1300" spc="-5" dirty="0">
                <a:solidFill>
                  <a:srgbClr val="0D0D0D"/>
                </a:solidFill>
                <a:cs typeface="Arial"/>
              </a:rPr>
              <a:t> </a:t>
            </a:r>
            <a:r>
              <a:rPr lang="en-US" sz="1300" spc="-10" dirty="0">
                <a:solidFill>
                  <a:srgbClr val="0D0D0D"/>
                </a:solidFill>
                <a:cs typeface="Arial"/>
              </a:rPr>
              <a:t>Envoy.</a:t>
            </a:r>
            <a:endParaRPr lang="en-US" sz="1300" dirty="0">
              <a:cs typeface="Arial"/>
            </a:endParaRPr>
          </a:p>
          <a:p>
            <a:pPr marL="12700" marR="5080">
              <a:lnSpc>
                <a:spcPct val="100899"/>
              </a:lnSpc>
              <a:spcBef>
                <a:spcPts val="1200"/>
              </a:spcBef>
            </a:pPr>
            <a:r>
              <a:rPr lang="en-US" sz="1300" spc="-70" dirty="0">
                <a:cs typeface="Arial"/>
              </a:rPr>
              <a:t>To</a:t>
            </a:r>
            <a:r>
              <a:rPr lang="en-US" sz="1300" spc="10" dirty="0">
                <a:cs typeface="Arial"/>
              </a:rPr>
              <a:t> </a:t>
            </a:r>
            <a:r>
              <a:rPr lang="en-US" sz="1300" dirty="0">
                <a:cs typeface="Arial"/>
              </a:rPr>
              <a:t>register</a:t>
            </a:r>
            <a:r>
              <a:rPr lang="en-US" sz="1300" spc="-10" dirty="0">
                <a:cs typeface="Arial"/>
              </a:rPr>
              <a:t> </a:t>
            </a:r>
            <a:r>
              <a:rPr lang="en-US" sz="1300" dirty="0">
                <a:cs typeface="Arial"/>
              </a:rPr>
              <a:t>for</a:t>
            </a:r>
            <a:r>
              <a:rPr lang="en-US" sz="1300" spc="15" dirty="0">
                <a:cs typeface="Arial"/>
              </a:rPr>
              <a:t> </a:t>
            </a:r>
            <a:r>
              <a:rPr lang="en-US" sz="1300" dirty="0">
                <a:cs typeface="Arial"/>
              </a:rPr>
              <a:t>the</a:t>
            </a:r>
            <a:r>
              <a:rPr lang="en-US" sz="1300" spc="5" dirty="0">
                <a:cs typeface="Arial"/>
              </a:rPr>
              <a:t> </a:t>
            </a:r>
            <a:r>
              <a:rPr lang="en-US" sz="1300" dirty="0">
                <a:cs typeface="Arial"/>
              </a:rPr>
              <a:t>Cigna</a:t>
            </a:r>
            <a:r>
              <a:rPr lang="en-US" sz="1300" spc="-10" dirty="0">
                <a:cs typeface="Arial"/>
              </a:rPr>
              <a:t> </a:t>
            </a:r>
            <a:r>
              <a:rPr lang="en-US" sz="1300" dirty="0">
                <a:cs typeface="Arial"/>
              </a:rPr>
              <a:t>Envoy </a:t>
            </a:r>
            <a:r>
              <a:rPr lang="en-US" sz="1300" spc="-10" dirty="0">
                <a:cs typeface="Arial"/>
              </a:rPr>
              <a:t>website, </a:t>
            </a:r>
            <a:r>
              <a:rPr lang="en-US" sz="1300" dirty="0">
                <a:cs typeface="Arial"/>
              </a:rPr>
              <a:t>from</a:t>
            </a:r>
            <a:r>
              <a:rPr lang="en-US" sz="1300" spc="5" dirty="0">
                <a:cs typeface="Arial"/>
              </a:rPr>
              <a:t> </a:t>
            </a:r>
            <a:r>
              <a:rPr lang="en-US" sz="1300" dirty="0">
                <a:cs typeface="Arial"/>
              </a:rPr>
              <a:t>your</a:t>
            </a:r>
            <a:r>
              <a:rPr lang="en-US" sz="1300" spc="40" dirty="0">
                <a:cs typeface="Arial"/>
              </a:rPr>
              <a:t> </a:t>
            </a:r>
            <a:r>
              <a:rPr lang="en-US" sz="1300" dirty="0">
                <a:cs typeface="Arial"/>
              </a:rPr>
              <a:t>web</a:t>
            </a:r>
            <a:r>
              <a:rPr lang="en-US" sz="1300" spc="40" dirty="0">
                <a:cs typeface="Arial"/>
              </a:rPr>
              <a:t> </a:t>
            </a:r>
            <a:r>
              <a:rPr lang="en-US" sz="1300" dirty="0">
                <a:cs typeface="Arial"/>
              </a:rPr>
              <a:t>browser</a:t>
            </a:r>
            <a:r>
              <a:rPr lang="en-US" sz="1300" spc="35" dirty="0">
                <a:cs typeface="Arial"/>
              </a:rPr>
              <a:t> </a:t>
            </a:r>
            <a:r>
              <a:rPr lang="en-US" sz="1300" dirty="0">
                <a:cs typeface="Arial"/>
              </a:rPr>
              <a:t>navigate</a:t>
            </a:r>
            <a:r>
              <a:rPr lang="en-US" sz="1300" spc="-10" dirty="0">
                <a:cs typeface="Arial"/>
              </a:rPr>
              <a:t> </a:t>
            </a:r>
            <a:r>
              <a:rPr lang="en-US" sz="1300" spc="-25" dirty="0">
                <a:cs typeface="Arial"/>
              </a:rPr>
              <a:t>to </a:t>
            </a:r>
            <a:r>
              <a:rPr lang="en-US" sz="1300" u="sng" spc="-10" dirty="0">
                <a:solidFill>
                  <a:srgbClr val="959595"/>
                </a:solidFill>
                <a:uFill>
                  <a:solidFill>
                    <a:srgbClr val="959595"/>
                  </a:solidFill>
                </a:uFill>
                <a:cs typeface="Arial"/>
                <a:hlinkClick r:id="rId3"/>
              </a:rPr>
              <a:t>www.CignaEnvoy.com</a:t>
            </a:r>
            <a:r>
              <a:rPr lang="en-US" sz="1300" spc="25" dirty="0">
                <a:solidFill>
                  <a:srgbClr val="959595"/>
                </a:solidFill>
                <a:cs typeface="Arial"/>
              </a:rPr>
              <a:t> </a:t>
            </a:r>
            <a:r>
              <a:rPr lang="en-US" sz="1300" dirty="0">
                <a:cs typeface="Arial"/>
              </a:rPr>
              <a:t>and,</a:t>
            </a:r>
            <a:r>
              <a:rPr lang="en-US" sz="1300" spc="-5" dirty="0">
                <a:cs typeface="Arial"/>
              </a:rPr>
              <a:t> </a:t>
            </a:r>
            <a:r>
              <a:rPr lang="en-US" sz="1300" dirty="0">
                <a:cs typeface="Arial"/>
              </a:rPr>
              <a:t>within</a:t>
            </a:r>
            <a:r>
              <a:rPr lang="en-US" sz="1300" spc="10" dirty="0">
                <a:cs typeface="Arial"/>
              </a:rPr>
              <a:t> </a:t>
            </a:r>
            <a:r>
              <a:rPr lang="en-US" sz="1300" spc="-25" dirty="0">
                <a:cs typeface="Arial"/>
              </a:rPr>
              <a:t>the </a:t>
            </a:r>
            <a:r>
              <a:rPr lang="en-US" sz="1300" dirty="0">
                <a:cs typeface="Arial"/>
              </a:rPr>
              <a:t>“</a:t>
            </a:r>
            <a:r>
              <a:rPr lang="en-US" sz="1300" b="1" dirty="0">
                <a:cs typeface="Arial"/>
              </a:rPr>
              <a:t>Customers</a:t>
            </a:r>
            <a:r>
              <a:rPr lang="en-US" sz="1300" dirty="0">
                <a:cs typeface="Arial"/>
              </a:rPr>
              <a:t>”</a:t>
            </a:r>
            <a:r>
              <a:rPr lang="en-US" sz="1300" spc="25" dirty="0">
                <a:cs typeface="Arial"/>
              </a:rPr>
              <a:t> </a:t>
            </a:r>
            <a:r>
              <a:rPr lang="en-US" sz="1300" dirty="0">
                <a:cs typeface="Arial"/>
              </a:rPr>
              <a:t>section,</a:t>
            </a:r>
            <a:r>
              <a:rPr lang="en-US" sz="1300" spc="25" dirty="0">
                <a:cs typeface="Arial"/>
              </a:rPr>
              <a:t> </a:t>
            </a:r>
            <a:r>
              <a:rPr lang="en-US" sz="1300" dirty="0">
                <a:cs typeface="Arial"/>
              </a:rPr>
              <a:t>select</a:t>
            </a:r>
            <a:r>
              <a:rPr lang="en-US" sz="1300" spc="30" dirty="0">
                <a:cs typeface="Arial"/>
              </a:rPr>
              <a:t> </a:t>
            </a:r>
            <a:r>
              <a:rPr lang="en-US" sz="1300" spc="-10" dirty="0">
                <a:cs typeface="Arial"/>
              </a:rPr>
              <a:t>“</a:t>
            </a:r>
            <a:r>
              <a:rPr lang="en-US" sz="1300" b="1" spc="-10" dirty="0">
                <a:cs typeface="Arial"/>
              </a:rPr>
              <a:t>Register</a:t>
            </a:r>
            <a:r>
              <a:rPr lang="en-US" sz="1300" spc="-10" dirty="0">
                <a:cs typeface="Arial"/>
              </a:rPr>
              <a:t>”.</a:t>
            </a:r>
            <a:endParaRPr lang="en-US" sz="1300" dirty="0">
              <a:cs typeface="Arial"/>
            </a:endParaRPr>
          </a:p>
        </p:txBody>
      </p:sp>
      <p:sp>
        <p:nvSpPr>
          <p:cNvPr id="8" name="Title 7">
            <a:extLst>
              <a:ext uri="{FF2B5EF4-FFF2-40B4-BE49-F238E27FC236}">
                <a16:creationId xmlns:a16="http://schemas.microsoft.com/office/drawing/2014/main" id="{0E1F0DAC-48D6-5265-C68C-D884564EEB51}"/>
              </a:ext>
            </a:extLst>
          </p:cNvPr>
          <p:cNvSpPr>
            <a:spLocks noGrp="1"/>
          </p:cNvSpPr>
          <p:nvPr>
            <p:ph type="title"/>
          </p:nvPr>
        </p:nvSpPr>
        <p:spPr>
          <a:xfrm>
            <a:off x="360000" y="359999"/>
            <a:ext cx="5686631" cy="873377"/>
          </a:xfrm>
        </p:spPr>
        <p:txBody>
          <a:bodyPr/>
          <a:lstStyle/>
          <a:p>
            <a:r>
              <a:rPr lang="en-US" dirty="0"/>
              <a:t>Registration</a:t>
            </a:r>
          </a:p>
        </p:txBody>
      </p:sp>
      <p:sp>
        <p:nvSpPr>
          <p:cNvPr id="9" name="Slide Number Placeholder 3">
            <a:extLst>
              <a:ext uri="{FF2B5EF4-FFF2-40B4-BE49-F238E27FC236}">
                <a16:creationId xmlns:a16="http://schemas.microsoft.com/office/drawing/2014/main" id="{753C78C2-7045-F3F9-1A25-01581B8AF438}"/>
              </a:ext>
            </a:extLst>
          </p:cNvPr>
          <p:cNvSpPr>
            <a:spLocks noGrp="1"/>
          </p:cNvSpPr>
          <p:nvPr>
            <p:ph type="sldNum" sz="quarter" idx="11"/>
          </p:nvPr>
        </p:nvSpPr>
        <p:spPr>
          <a:xfrm>
            <a:off x="11473199" y="6318000"/>
            <a:ext cx="359212" cy="180000"/>
          </a:xfrm>
        </p:spPr>
        <p:txBody>
          <a:bodyPr/>
          <a:lstStyle/>
          <a:p>
            <a:fld id="{38EC0547-4173-4FD2-B3AD-CE0209F6F09F}" type="slidenum">
              <a:rPr lang="en-US" altLang="en-US" smtClean="0">
                <a:solidFill>
                  <a:schemeClr val="bg1"/>
                </a:solidFill>
              </a:rPr>
              <a:pPr/>
              <a:t>17</a:t>
            </a:fld>
            <a:endParaRPr lang="en-US" altLang="en-US" dirty="0">
              <a:solidFill>
                <a:schemeClr val="bg1"/>
              </a:solidFill>
            </a:endParaRPr>
          </a:p>
        </p:txBody>
      </p:sp>
      <p:grpSp>
        <p:nvGrpSpPr>
          <p:cNvPr id="2" name="object 5">
            <a:extLst>
              <a:ext uri="{FF2B5EF4-FFF2-40B4-BE49-F238E27FC236}">
                <a16:creationId xmlns:a16="http://schemas.microsoft.com/office/drawing/2014/main" id="{A4D809B7-FBD1-A121-E9A1-6D9978CDB249}"/>
              </a:ext>
            </a:extLst>
          </p:cNvPr>
          <p:cNvGrpSpPr/>
          <p:nvPr/>
        </p:nvGrpSpPr>
        <p:grpSpPr>
          <a:xfrm>
            <a:off x="5415716" y="736260"/>
            <a:ext cx="6839710" cy="4023359"/>
            <a:chOff x="5055107" y="915923"/>
            <a:chExt cx="6839710" cy="4023359"/>
          </a:xfrm>
        </p:grpSpPr>
        <p:pic>
          <p:nvPicPr>
            <p:cNvPr id="7" name="object 7">
              <a:extLst>
                <a:ext uri="{FF2B5EF4-FFF2-40B4-BE49-F238E27FC236}">
                  <a16:creationId xmlns:a16="http://schemas.microsoft.com/office/drawing/2014/main" id="{4FBEFAF6-47C4-3D0E-2F4D-73775AE8CC95}"/>
                </a:ext>
              </a:extLst>
            </p:cNvPr>
            <p:cNvPicPr/>
            <p:nvPr/>
          </p:nvPicPr>
          <p:blipFill>
            <a:blip r:embed="rId4" cstate="print"/>
            <a:stretch>
              <a:fillRect/>
            </a:stretch>
          </p:blipFill>
          <p:spPr>
            <a:xfrm>
              <a:off x="6281927" y="2193048"/>
              <a:ext cx="5612890" cy="2746234"/>
            </a:xfrm>
            <a:prstGeom prst="rect">
              <a:avLst/>
            </a:prstGeom>
          </p:spPr>
        </p:pic>
        <p:pic>
          <p:nvPicPr>
            <p:cNvPr id="10" name="object 8">
              <a:extLst>
                <a:ext uri="{FF2B5EF4-FFF2-40B4-BE49-F238E27FC236}">
                  <a16:creationId xmlns:a16="http://schemas.microsoft.com/office/drawing/2014/main" id="{D824A3FA-A666-C006-B444-B251C371C1F4}"/>
                </a:ext>
              </a:extLst>
            </p:cNvPr>
            <p:cNvPicPr/>
            <p:nvPr/>
          </p:nvPicPr>
          <p:blipFill>
            <a:blip r:embed="rId5" cstate="screen">
              <a:extLst>
                <a:ext uri="{28A0092B-C50C-407E-A947-70E740481C1C}">
                  <a14:useLocalDpi xmlns:a14="http://schemas.microsoft.com/office/drawing/2010/main"/>
                </a:ext>
              </a:extLst>
            </a:blip>
            <a:stretch>
              <a:fillRect/>
            </a:stretch>
          </p:blipFill>
          <p:spPr>
            <a:xfrm>
              <a:off x="6385560" y="2281428"/>
              <a:ext cx="5277611" cy="2410967"/>
            </a:xfrm>
            <a:prstGeom prst="rect">
              <a:avLst/>
            </a:prstGeom>
          </p:spPr>
        </p:pic>
        <p:pic>
          <p:nvPicPr>
            <p:cNvPr id="11" name="object 9">
              <a:extLst>
                <a:ext uri="{FF2B5EF4-FFF2-40B4-BE49-F238E27FC236}">
                  <a16:creationId xmlns:a16="http://schemas.microsoft.com/office/drawing/2014/main" id="{5DC6FBA6-87AA-B0BA-6449-75B0F23F6112}"/>
                </a:ext>
              </a:extLst>
            </p:cNvPr>
            <p:cNvPicPr/>
            <p:nvPr/>
          </p:nvPicPr>
          <p:blipFill>
            <a:blip r:embed="rId6" cstate="print"/>
            <a:stretch>
              <a:fillRect/>
            </a:stretch>
          </p:blipFill>
          <p:spPr>
            <a:xfrm>
              <a:off x="5061203" y="917447"/>
              <a:ext cx="2103119" cy="664463"/>
            </a:xfrm>
            <a:prstGeom prst="rect">
              <a:avLst/>
            </a:prstGeom>
          </p:spPr>
        </p:pic>
        <p:pic>
          <p:nvPicPr>
            <p:cNvPr id="12" name="object 10">
              <a:extLst>
                <a:ext uri="{FF2B5EF4-FFF2-40B4-BE49-F238E27FC236}">
                  <a16:creationId xmlns:a16="http://schemas.microsoft.com/office/drawing/2014/main" id="{42F4B911-BE2D-33E5-B804-73C5C4BE675F}"/>
                </a:ext>
              </a:extLst>
            </p:cNvPr>
            <p:cNvPicPr/>
            <p:nvPr/>
          </p:nvPicPr>
          <p:blipFill>
            <a:blip r:embed="rId7" cstate="print"/>
            <a:stretch>
              <a:fillRect/>
            </a:stretch>
          </p:blipFill>
          <p:spPr>
            <a:xfrm>
              <a:off x="5055107" y="915923"/>
              <a:ext cx="2130551" cy="723899"/>
            </a:xfrm>
            <a:prstGeom prst="rect">
              <a:avLst/>
            </a:prstGeom>
          </p:spPr>
        </p:pic>
        <p:sp>
          <p:nvSpPr>
            <p:cNvPr id="13" name="object 11">
              <a:extLst>
                <a:ext uri="{FF2B5EF4-FFF2-40B4-BE49-F238E27FC236}">
                  <a16:creationId xmlns:a16="http://schemas.microsoft.com/office/drawing/2014/main" id="{DD687982-617C-AE71-50A3-DB317E148322}"/>
                </a:ext>
              </a:extLst>
            </p:cNvPr>
            <p:cNvSpPr/>
            <p:nvPr/>
          </p:nvSpPr>
          <p:spPr>
            <a:xfrm>
              <a:off x="5164836" y="1005840"/>
              <a:ext cx="1767839" cy="329565"/>
            </a:xfrm>
            <a:custGeom>
              <a:avLst/>
              <a:gdLst/>
              <a:ahLst/>
              <a:cxnLst/>
              <a:rect l="l" t="t" r="r" b="b"/>
              <a:pathLst>
                <a:path w="1767840" h="329565">
                  <a:moveTo>
                    <a:pt x="1767839" y="0"/>
                  </a:moveTo>
                  <a:lnTo>
                    <a:pt x="0" y="0"/>
                  </a:lnTo>
                  <a:lnTo>
                    <a:pt x="0" y="329184"/>
                  </a:lnTo>
                  <a:lnTo>
                    <a:pt x="1767839" y="329184"/>
                  </a:lnTo>
                  <a:lnTo>
                    <a:pt x="1767839" y="0"/>
                  </a:lnTo>
                  <a:close/>
                </a:path>
              </a:pathLst>
            </a:custGeom>
            <a:solidFill>
              <a:srgbClr val="EBF8FD"/>
            </a:solidFill>
          </p:spPr>
          <p:txBody>
            <a:bodyPr wrap="square" lIns="0" tIns="0" rIns="0" bIns="0" rtlCol="0"/>
            <a:lstStyle/>
            <a:p>
              <a:endParaRPr/>
            </a:p>
          </p:txBody>
        </p:sp>
      </p:grpSp>
      <p:sp>
        <p:nvSpPr>
          <p:cNvPr id="18" name="TextBox 17">
            <a:extLst>
              <a:ext uri="{FF2B5EF4-FFF2-40B4-BE49-F238E27FC236}">
                <a16:creationId xmlns:a16="http://schemas.microsoft.com/office/drawing/2014/main" id="{643520E7-E4FF-53F9-127F-832D8164DF1D}"/>
              </a:ext>
            </a:extLst>
          </p:cNvPr>
          <p:cNvSpPr txBox="1"/>
          <p:nvPr/>
        </p:nvSpPr>
        <p:spPr>
          <a:xfrm>
            <a:off x="5582992" y="841910"/>
            <a:ext cx="1648495" cy="246221"/>
          </a:xfrm>
          <a:prstGeom prst="rect">
            <a:avLst/>
          </a:prstGeom>
          <a:noFill/>
        </p:spPr>
        <p:txBody>
          <a:bodyPr wrap="square" lIns="0" tIns="0" rIns="0" bIns="0" rtlCol="0">
            <a:spAutoFit/>
          </a:bodyPr>
          <a:lstStyle/>
          <a:p>
            <a:pPr algn="l"/>
            <a:r>
              <a:rPr lang="en-US" sz="1600" dirty="0">
                <a:solidFill>
                  <a:schemeClr val="tx2"/>
                </a:solidFill>
              </a:rPr>
              <a:t>Click this option</a:t>
            </a:r>
          </a:p>
        </p:txBody>
      </p:sp>
      <p:cxnSp>
        <p:nvCxnSpPr>
          <p:cNvPr id="20" name="Connector: Elbow 19">
            <a:extLst>
              <a:ext uri="{FF2B5EF4-FFF2-40B4-BE49-F238E27FC236}">
                <a16:creationId xmlns:a16="http://schemas.microsoft.com/office/drawing/2014/main" id="{6CC1ABA4-6443-145C-00BC-D797E4AE7ABE}"/>
              </a:ext>
            </a:extLst>
          </p:cNvPr>
          <p:cNvCxnSpPr/>
          <p:nvPr/>
        </p:nvCxnSpPr>
        <p:spPr>
          <a:xfrm rot="16200000" flipH="1">
            <a:off x="5877527" y="1679014"/>
            <a:ext cx="2501858" cy="1455313"/>
          </a:xfrm>
          <a:prstGeom prst="bentConnector3">
            <a:avLst>
              <a:gd name="adj1" fmla="val 100190"/>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 name="Connector: Elbow 2">
            <a:extLst>
              <a:ext uri="{FF2B5EF4-FFF2-40B4-BE49-F238E27FC236}">
                <a16:creationId xmlns:a16="http://schemas.microsoft.com/office/drawing/2014/main" id="{C729FF9C-3C58-21A2-2862-83BE4CE1689A}"/>
              </a:ext>
            </a:extLst>
          </p:cNvPr>
          <p:cNvCxnSpPr>
            <a:cxnSpLocks/>
          </p:cNvCxnSpPr>
          <p:nvPr/>
        </p:nvCxnSpPr>
        <p:spPr>
          <a:xfrm rot="16200000" flipH="1">
            <a:off x="5312987" y="2243557"/>
            <a:ext cx="2513765" cy="338138"/>
          </a:xfrm>
          <a:prstGeom prst="bentConnector3">
            <a:avLst>
              <a:gd name="adj1" fmla="val 99638"/>
            </a:avLst>
          </a:prstGeom>
          <a:ln w="1905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31579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Picture Placeholder 39" descr="A person holding a cup and a cell phone&#10;&#10;Description automatically generated with low confidence">
            <a:extLst>
              <a:ext uri="{FF2B5EF4-FFF2-40B4-BE49-F238E27FC236}">
                <a16:creationId xmlns:a16="http://schemas.microsoft.com/office/drawing/2014/main" id="{5E2E925D-DA8E-FB67-7971-603EA8162AAF}"/>
              </a:ext>
            </a:extLst>
          </p:cNvPr>
          <p:cNvPicPr>
            <a:picLocks noGrp="1" noChangeAspect="1"/>
          </p:cNvPicPr>
          <p:nvPr>
            <p:ph type="pic" sz="quarter" idx="16"/>
          </p:nvPr>
        </p:nvPicPr>
        <p:blipFill rotWithShape="1">
          <a:blip r:embed="rId2" cstate="screen">
            <a:extLst>
              <a:ext uri="{28A0092B-C50C-407E-A947-70E740481C1C}">
                <a14:useLocalDpi xmlns:a14="http://schemas.microsoft.com/office/drawing/2010/main"/>
              </a:ext>
            </a:extLst>
          </a:blip>
          <a:srcRect/>
          <a:stretch/>
        </p:blipFill>
        <p:spPr>
          <a:xfrm>
            <a:off x="6918795" y="10"/>
            <a:ext cx="5273207" cy="6677990"/>
          </a:xfrm>
          <a:noFill/>
        </p:spPr>
      </p:pic>
      <p:sp>
        <p:nvSpPr>
          <p:cNvPr id="4" name="Title 3">
            <a:extLst>
              <a:ext uri="{FF2B5EF4-FFF2-40B4-BE49-F238E27FC236}">
                <a16:creationId xmlns:a16="http://schemas.microsoft.com/office/drawing/2014/main" id="{C3DDEC7B-C9A0-445A-905A-BEAE027B1B5E}"/>
              </a:ext>
            </a:extLst>
          </p:cNvPr>
          <p:cNvSpPr>
            <a:spLocks noGrp="1"/>
          </p:cNvSpPr>
          <p:nvPr>
            <p:ph type="title"/>
          </p:nvPr>
        </p:nvSpPr>
        <p:spPr>
          <a:xfrm>
            <a:off x="360000" y="360000"/>
            <a:ext cx="6749138" cy="572400"/>
          </a:xfrm>
        </p:spPr>
        <p:txBody>
          <a:bodyPr vert="horz" lIns="0" tIns="0" rIns="0" bIns="0" rtlCol="0" anchor="t" anchorCtr="0">
            <a:normAutofit/>
          </a:bodyPr>
          <a:lstStyle/>
          <a:p>
            <a:r>
              <a:rPr lang="en-US" b="1" kern="1200" dirty="0">
                <a:latin typeface="+mj-lt"/>
                <a:ea typeface="+mj-ea"/>
                <a:cs typeface="+mj-cs"/>
              </a:rPr>
              <a:t>Registering for Cigna Envoy</a:t>
            </a:r>
          </a:p>
        </p:txBody>
      </p:sp>
      <p:sp>
        <p:nvSpPr>
          <p:cNvPr id="30" name="TextBox 29">
            <a:extLst>
              <a:ext uri="{FF2B5EF4-FFF2-40B4-BE49-F238E27FC236}">
                <a16:creationId xmlns:a16="http://schemas.microsoft.com/office/drawing/2014/main" id="{5BBFCEB6-5956-76B2-2C87-D24EF4BA290E}"/>
              </a:ext>
            </a:extLst>
          </p:cNvPr>
          <p:cNvSpPr txBox="1"/>
          <p:nvPr/>
        </p:nvSpPr>
        <p:spPr>
          <a:xfrm>
            <a:off x="360000" y="1548000"/>
            <a:ext cx="5647100" cy="4377600"/>
          </a:xfrm>
          <a:prstGeom prst="rect">
            <a:avLst/>
          </a:prstGeom>
        </p:spPr>
        <p:txBody>
          <a:bodyPr vert="horz" lIns="0" tIns="0" rIns="0" bIns="0" rtlCol="0">
            <a:normAutofit/>
          </a:bodyPr>
          <a:lstStyle/>
          <a:p>
            <a:pPr marL="241300" indent="-228600">
              <a:lnSpc>
                <a:spcPct val="90000"/>
              </a:lnSpc>
              <a:spcBef>
                <a:spcPts val="1200"/>
              </a:spcBef>
              <a:buFont typeface="+mj-lt"/>
              <a:buAutoNum type="arabicPeriod"/>
            </a:pPr>
            <a:r>
              <a:rPr lang="en-US" sz="1200" dirty="0"/>
              <a:t>Download the mobile app OR go to CignaEnvoy.com and, within the ‘</a:t>
            </a:r>
            <a:r>
              <a:rPr lang="en-US" sz="1200" b="1" spc="-10" dirty="0"/>
              <a:t>Customers’</a:t>
            </a:r>
            <a:r>
              <a:rPr lang="en-US" sz="1200" spc="-40" dirty="0"/>
              <a:t> </a:t>
            </a:r>
            <a:r>
              <a:rPr lang="en-US" sz="1200" dirty="0"/>
              <a:t>section,</a:t>
            </a:r>
            <a:r>
              <a:rPr lang="en-US" sz="1200" spc="-10" dirty="0"/>
              <a:t> </a:t>
            </a:r>
            <a:r>
              <a:rPr lang="en-US" sz="1200" dirty="0"/>
              <a:t>select</a:t>
            </a:r>
            <a:r>
              <a:rPr lang="en-US" sz="1200" spc="-5" dirty="0"/>
              <a:t> </a:t>
            </a:r>
            <a:r>
              <a:rPr lang="en-US" sz="1200" spc="-10" dirty="0"/>
              <a:t>‘</a:t>
            </a:r>
            <a:r>
              <a:rPr lang="en-US" sz="1200" b="1" spc="-10" dirty="0"/>
              <a:t>Register</a:t>
            </a:r>
            <a:r>
              <a:rPr lang="en-US" sz="1200" spc="-10" dirty="0"/>
              <a:t>’.</a:t>
            </a:r>
          </a:p>
          <a:p>
            <a:pPr marL="241300" indent="-228600">
              <a:lnSpc>
                <a:spcPct val="90000"/>
              </a:lnSpc>
              <a:spcBef>
                <a:spcPts val="1200"/>
              </a:spcBef>
              <a:buFont typeface="+mj-lt"/>
              <a:buAutoNum type="arabicPeriod"/>
            </a:pPr>
            <a:r>
              <a:rPr lang="en-US" sz="1200" dirty="0"/>
              <a:t>Enter your Cigna Healthcare membership number into the ‘</a:t>
            </a:r>
            <a:r>
              <a:rPr lang="en-US" sz="1200" b="1" dirty="0"/>
              <a:t>Cigna Healthcare ID</a:t>
            </a:r>
            <a:r>
              <a:rPr lang="en-US" sz="1200" dirty="0"/>
              <a:t>’ field.</a:t>
            </a:r>
          </a:p>
          <a:p>
            <a:pPr marL="241300" indent="-228600">
              <a:lnSpc>
                <a:spcPct val="90000"/>
              </a:lnSpc>
              <a:spcBef>
                <a:spcPts val="1200"/>
              </a:spcBef>
              <a:buFont typeface="+mj-lt"/>
              <a:buAutoNum type="arabicPeriod"/>
            </a:pPr>
            <a:r>
              <a:rPr lang="en-US" sz="1200" dirty="0"/>
              <a:t>Enter</a:t>
            </a:r>
            <a:r>
              <a:rPr lang="en-US" sz="1200" spc="-40" dirty="0"/>
              <a:t> </a:t>
            </a:r>
            <a:r>
              <a:rPr lang="en-US" sz="1200" dirty="0"/>
              <a:t>your</a:t>
            </a:r>
            <a:r>
              <a:rPr lang="en-US" sz="1200" spc="-40" dirty="0"/>
              <a:t> </a:t>
            </a:r>
            <a:r>
              <a:rPr lang="en-US" sz="1200" dirty="0"/>
              <a:t>personal</a:t>
            </a:r>
            <a:r>
              <a:rPr lang="en-US" sz="1200" spc="-25" dirty="0"/>
              <a:t> </a:t>
            </a:r>
            <a:r>
              <a:rPr lang="en-US" sz="1200" dirty="0"/>
              <a:t>information</a:t>
            </a:r>
            <a:r>
              <a:rPr lang="en-US" sz="1200" spc="-20" dirty="0"/>
              <a:t> </a:t>
            </a:r>
            <a:r>
              <a:rPr lang="en-US" sz="1200" dirty="0"/>
              <a:t>from</a:t>
            </a:r>
            <a:r>
              <a:rPr lang="en-US" sz="1200" spc="-35" dirty="0"/>
              <a:t> </a:t>
            </a:r>
            <a:r>
              <a:rPr lang="en-US" sz="1200" dirty="0"/>
              <a:t>your</a:t>
            </a:r>
            <a:r>
              <a:rPr lang="en-US" sz="1200" spc="-40" dirty="0"/>
              <a:t> </a:t>
            </a:r>
            <a:r>
              <a:rPr lang="en-US" sz="1200" dirty="0"/>
              <a:t>membership</a:t>
            </a:r>
            <a:r>
              <a:rPr lang="en-US" sz="1200" spc="-5" dirty="0"/>
              <a:t> </a:t>
            </a:r>
            <a:r>
              <a:rPr lang="en-US" sz="1200" spc="-10" dirty="0"/>
              <a:t>card. </a:t>
            </a:r>
            <a:r>
              <a:rPr lang="en-US" sz="1200" dirty="0"/>
              <a:t>Once</a:t>
            </a:r>
            <a:r>
              <a:rPr lang="en-US" sz="1200" spc="-15" dirty="0"/>
              <a:t> </a:t>
            </a:r>
            <a:r>
              <a:rPr lang="en-US" sz="1200" dirty="0"/>
              <a:t>all</a:t>
            </a:r>
            <a:r>
              <a:rPr lang="en-US" sz="1200" spc="-30" dirty="0"/>
              <a:t> </a:t>
            </a:r>
            <a:r>
              <a:rPr lang="en-US" sz="1200" dirty="0"/>
              <a:t>information</a:t>
            </a:r>
            <a:r>
              <a:rPr lang="en-US" sz="1200" spc="10" dirty="0"/>
              <a:t> </a:t>
            </a:r>
            <a:r>
              <a:rPr lang="en-US" sz="1200" dirty="0"/>
              <a:t>is</a:t>
            </a:r>
            <a:r>
              <a:rPr lang="en-US" sz="1200" spc="-30" dirty="0"/>
              <a:t> </a:t>
            </a:r>
            <a:r>
              <a:rPr lang="en-US" sz="1200" dirty="0"/>
              <a:t>entered click</a:t>
            </a:r>
            <a:r>
              <a:rPr lang="en-US" sz="1200" spc="-20" dirty="0"/>
              <a:t> </a:t>
            </a:r>
            <a:r>
              <a:rPr lang="en-US" sz="1200" dirty="0"/>
              <a:t>the</a:t>
            </a:r>
            <a:r>
              <a:rPr lang="en-US" sz="1200" spc="-20" dirty="0"/>
              <a:t> </a:t>
            </a:r>
            <a:r>
              <a:rPr lang="en-US" sz="1200" spc="-10" dirty="0"/>
              <a:t>‘</a:t>
            </a:r>
            <a:r>
              <a:rPr lang="en-US" sz="1200" b="1" spc="-10" dirty="0"/>
              <a:t>Register</a:t>
            </a:r>
            <a:r>
              <a:rPr lang="en-US" sz="1200" spc="-10" dirty="0"/>
              <a:t>’</a:t>
            </a:r>
            <a:r>
              <a:rPr lang="en-US" sz="1200" spc="-45" dirty="0"/>
              <a:t> </a:t>
            </a:r>
            <a:r>
              <a:rPr lang="en-US" sz="1200" dirty="0"/>
              <a:t>button</a:t>
            </a:r>
            <a:r>
              <a:rPr lang="en-US" sz="1200" spc="-10" dirty="0"/>
              <a:t> </a:t>
            </a:r>
            <a:r>
              <a:rPr lang="en-US" sz="1200" dirty="0"/>
              <a:t>to</a:t>
            </a:r>
            <a:r>
              <a:rPr lang="en-US" sz="1200" spc="-20" dirty="0"/>
              <a:t> </a:t>
            </a:r>
            <a:r>
              <a:rPr lang="en-US" sz="1200" spc="-10" dirty="0"/>
              <a:t>proceed.</a:t>
            </a:r>
            <a:endParaRPr lang="en-US" sz="1200" dirty="0"/>
          </a:p>
          <a:p>
            <a:pPr marL="241300" marR="308610" indent="-228600">
              <a:lnSpc>
                <a:spcPct val="90000"/>
              </a:lnSpc>
              <a:spcBef>
                <a:spcPts val="1200"/>
              </a:spcBef>
              <a:buFont typeface="+mj-lt"/>
              <a:buAutoNum type="arabicPeriod"/>
            </a:pPr>
            <a:r>
              <a:rPr lang="en-US" sz="1200" spc="-35" dirty="0"/>
              <a:t>You</a:t>
            </a:r>
            <a:r>
              <a:rPr lang="en-US" sz="1200" spc="-25" dirty="0"/>
              <a:t> </a:t>
            </a:r>
            <a:r>
              <a:rPr lang="en-US" sz="1200" dirty="0"/>
              <a:t>will</a:t>
            </a:r>
            <a:r>
              <a:rPr lang="en-US" sz="1200" spc="-35" dirty="0"/>
              <a:t> </a:t>
            </a:r>
            <a:r>
              <a:rPr lang="en-US" sz="1200" dirty="0"/>
              <a:t>receive</a:t>
            </a:r>
            <a:r>
              <a:rPr lang="en-US" sz="1200" spc="-15" dirty="0"/>
              <a:t> </a:t>
            </a:r>
            <a:r>
              <a:rPr lang="en-US" sz="1200" dirty="0"/>
              <a:t>an</a:t>
            </a:r>
            <a:r>
              <a:rPr lang="en-US" sz="1200" spc="-35" dirty="0"/>
              <a:t> </a:t>
            </a:r>
            <a:r>
              <a:rPr lang="en-US" sz="1200" dirty="0"/>
              <a:t>activation email.</a:t>
            </a:r>
            <a:r>
              <a:rPr lang="en-US" sz="1200" spc="-25" dirty="0"/>
              <a:t> </a:t>
            </a:r>
            <a:r>
              <a:rPr lang="en-US" sz="1200" dirty="0"/>
              <a:t>Click</a:t>
            </a:r>
            <a:r>
              <a:rPr lang="en-US" sz="1200" spc="-45" dirty="0"/>
              <a:t> </a:t>
            </a:r>
            <a:r>
              <a:rPr lang="en-US" sz="1200" dirty="0"/>
              <a:t>on</a:t>
            </a:r>
            <a:r>
              <a:rPr lang="en-US" sz="1200" spc="-35" dirty="0"/>
              <a:t> </a:t>
            </a:r>
            <a:r>
              <a:rPr lang="en-US" sz="1200" dirty="0"/>
              <a:t>the</a:t>
            </a:r>
            <a:r>
              <a:rPr lang="en-US" sz="1200" spc="-25" dirty="0"/>
              <a:t> </a:t>
            </a:r>
            <a:r>
              <a:rPr lang="en-US" sz="1200" dirty="0"/>
              <a:t>link</a:t>
            </a:r>
            <a:r>
              <a:rPr lang="en-US" sz="1200" spc="-45" dirty="0"/>
              <a:t> </a:t>
            </a:r>
            <a:r>
              <a:rPr lang="en-US" sz="1200" dirty="0"/>
              <a:t>in</a:t>
            </a:r>
            <a:r>
              <a:rPr lang="en-US" sz="1200" spc="-35" dirty="0"/>
              <a:t> </a:t>
            </a:r>
            <a:r>
              <a:rPr lang="en-US" sz="1200" dirty="0"/>
              <a:t>the</a:t>
            </a:r>
            <a:r>
              <a:rPr lang="en-US" sz="1200" spc="-30" dirty="0"/>
              <a:t> </a:t>
            </a:r>
            <a:r>
              <a:rPr lang="en-US" sz="1200" dirty="0"/>
              <a:t>email</a:t>
            </a:r>
            <a:r>
              <a:rPr lang="en-US" sz="1200" spc="-25" dirty="0"/>
              <a:t> to </a:t>
            </a:r>
            <a:r>
              <a:rPr lang="en-US" sz="1200" dirty="0"/>
              <a:t>proceed</a:t>
            </a:r>
            <a:r>
              <a:rPr lang="en-US" sz="1200" spc="-25" dirty="0"/>
              <a:t> </a:t>
            </a:r>
            <a:r>
              <a:rPr lang="en-US" sz="1200" dirty="0"/>
              <a:t>with</a:t>
            </a:r>
            <a:r>
              <a:rPr lang="en-US" sz="1200" spc="-35" dirty="0"/>
              <a:t> </a:t>
            </a:r>
            <a:r>
              <a:rPr lang="en-US" sz="1200" spc="-10" dirty="0"/>
              <a:t>registration.</a:t>
            </a:r>
            <a:endParaRPr lang="en-US" sz="1200" dirty="0"/>
          </a:p>
          <a:p>
            <a:pPr marL="241300" indent="-228600">
              <a:lnSpc>
                <a:spcPct val="90000"/>
              </a:lnSpc>
              <a:spcBef>
                <a:spcPts val="1200"/>
              </a:spcBef>
              <a:buFont typeface="+mj-lt"/>
              <a:buAutoNum type="arabicPeriod"/>
            </a:pPr>
            <a:r>
              <a:rPr lang="en-US" sz="1200" spc="-35" dirty="0"/>
              <a:t>You</a:t>
            </a:r>
            <a:r>
              <a:rPr lang="en-US" sz="1200" spc="-20" dirty="0"/>
              <a:t> </a:t>
            </a:r>
            <a:r>
              <a:rPr lang="en-US" sz="1200" dirty="0"/>
              <a:t>are</a:t>
            </a:r>
            <a:r>
              <a:rPr lang="en-US" sz="1200" spc="-35" dirty="0"/>
              <a:t> </a:t>
            </a:r>
            <a:r>
              <a:rPr lang="en-US" sz="1200" dirty="0"/>
              <a:t>now</a:t>
            </a:r>
            <a:r>
              <a:rPr lang="en-US" sz="1200" spc="-20" dirty="0"/>
              <a:t> </a:t>
            </a:r>
            <a:r>
              <a:rPr lang="en-US" sz="1200" dirty="0"/>
              <a:t>asked</a:t>
            </a:r>
            <a:r>
              <a:rPr lang="en-US" sz="1200" spc="-35" dirty="0"/>
              <a:t> </a:t>
            </a:r>
            <a:r>
              <a:rPr lang="en-US" sz="1200" dirty="0"/>
              <a:t>to</a:t>
            </a:r>
            <a:r>
              <a:rPr lang="en-US" sz="1200" spc="-35" dirty="0"/>
              <a:t> </a:t>
            </a:r>
            <a:r>
              <a:rPr lang="en-US" sz="1200" dirty="0"/>
              <a:t>choose</a:t>
            </a:r>
            <a:r>
              <a:rPr lang="en-US" sz="1200" spc="-15" dirty="0"/>
              <a:t> </a:t>
            </a:r>
            <a:r>
              <a:rPr lang="en-US" sz="1200" dirty="0"/>
              <a:t>a</a:t>
            </a:r>
            <a:r>
              <a:rPr lang="en-US" sz="1200" spc="-35" dirty="0"/>
              <a:t> </a:t>
            </a:r>
            <a:r>
              <a:rPr lang="en-US" sz="1200" dirty="0"/>
              <a:t>security</a:t>
            </a:r>
            <a:r>
              <a:rPr lang="en-US" sz="1200" spc="-20" dirty="0"/>
              <a:t> </a:t>
            </a:r>
            <a:r>
              <a:rPr lang="en-US" sz="1200" dirty="0"/>
              <a:t>question</a:t>
            </a:r>
            <a:r>
              <a:rPr lang="en-US" sz="1200" spc="-10" dirty="0"/>
              <a:t> </a:t>
            </a:r>
            <a:r>
              <a:rPr lang="en-US" sz="1200" dirty="0"/>
              <a:t>for</a:t>
            </a:r>
            <a:r>
              <a:rPr lang="en-US" sz="1200" spc="-30" dirty="0"/>
              <a:t> </a:t>
            </a:r>
            <a:r>
              <a:rPr lang="en-US" sz="1200" dirty="0"/>
              <a:t>your</a:t>
            </a:r>
            <a:r>
              <a:rPr lang="en-US" sz="1200" spc="-5" dirty="0"/>
              <a:t> </a:t>
            </a:r>
            <a:r>
              <a:rPr lang="en-US" sz="1200" spc="-10" dirty="0"/>
              <a:t>account. </a:t>
            </a:r>
            <a:r>
              <a:rPr lang="en-US" sz="1200" dirty="0"/>
              <a:t>If</a:t>
            </a:r>
            <a:r>
              <a:rPr lang="en-US" sz="1200" spc="-35" dirty="0"/>
              <a:t> </a:t>
            </a:r>
            <a:r>
              <a:rPr lang="en-US" sz="1200" dirty="0"/>
              <a:t>ever</a:t>
            </a:r>
            <a:r>
              <a:rPr lang="en-US" sz="1200" spc="-25" dirty="0"/>
              <a:t> </a:t>
            </a:r>
            <a:r>
              <a:rPr lang="en-US" sz="1200" dirty="0"/>
              <a:t>you</a:t>
            </a:r>
            <a:r>
              <a:rPr lang="en-US" sz="1200" spc="-20" dirty="0"/>
              <a:t> </a:t>
            </a:r>
            <a:r>
              <a:rPr lang="en-US" sz="1200" dirty="0"/>
              <a:t>forget</a:t>
            </a:r>
            <a:r>
              <a:rPr lang="en-US" sz="1200" spc="-25" dirty="0"/>
              <a:t> </a:t>
            </a:r>
            <a:r>
              <a:rPr lang="en-US" sz="1200" dirty="0"/>
              <a:t>your</a:t>
            </a:r>
            <a:r>
              <a:rPr lang="en-US" sz="1200" spc="-10" dirty="0"/>
              <a:t> </a:t>
            </a:r>
            <a:r>
              <a:rPr lang="en-US" sz="1200" dirty="0"/>
              <a:t>password,</a:t>
            </a:r>
            <a:r>
              <a:rPr lang="en-US" sz="1200" spc="-5" dirty="0"/>
              <a:t> </a:t>
            </a:r>
            <a:r>
              <a:rPr lang="en-US" sz="1200" dirty="0"/>
              <a:t>you</a:t>
            </a:r>
            <a:r>
              <a:rPr lang="en-US" sz="1200" spc="-25" dirty="0"/>
              <a:t> </a:t>
            </a:r>
            <a:r>
              <a:rPr lang="en-US" sz="1200" dirty="0"/>
              <a:t>can</a:t>
            </a:r>
            <a:r>
              <a:rPr lang="en-US" sz="1200" spc="-30" dirty="0"/>
              <a:t> </a:t>
            </a:r>
            <a:r>
              <a:rPr lang="en-US" sz="1200" dirty="0"/>
              <a:t>answer</a:t>
            </a:r>
            <a:r>
              <a:rPr lang="en-US" sz="1200" spc="-15" dirty="0"/>
              <a:t> </a:t>
            </a:r>
            <a:r>
              <a:rPr lang="en-US" sz="1200" dirty="0"/>
              <a:t>this</a:t>
            </a:r>
            <a:r>
              <a:rPr lang="en-US" sz="1200" spc="-35" dirty="0"/>
              <a:t> </a:t>
            </a:r>
            <a:r>
              <a:rPr lang="en-US" sz="1200" dirty="0"/>
              <a:t>question</a:t>
            </a:r>
            <a:r>
              <a:rPr lang="en-US" sz="1200" spc="-15" dirty="0"/>
              <a:t> </a:t>
            </a:r>
            <a:r>
              <a:rPr lang="en-US" sz="1200" dirty="0"/>
              <a:t>to</a:t>
            </a:r>
            <a:r>
              <a:rPr lang="en-US" sz="1200" spc="-35" dirty="0"/>
              <a:t> </a:t>
            </a:r>
            <a:r>
              <a:rPr lang="en-US" sz="1200" spc="-20" dirty="0"/>
              <a:t>gain </a:t>
            </a:r>
            <a:r>
              <a:rPr lang="en-US" sz="1200" dirty="0"/>
              <a:t>access</a:t>
            </a:r>
            <a:r>
              <a:rPr lang="en-US" sz="1200" spc="-20" dirty="0"/>
              <a:t> </a:t>
            </a:r>
            <a:r>
              <a:rPr lang="en-US" sz="1200" dirty="0"/>
              <a:t>to</a:t>
            </a:r>
            <a:r>
              <a:rPr lang="en-US" sz="1200" spc="-30" dirty="0"/>
              <a:t> </a:t>
            </a:r>
            <a:r>
              <a:rPr lang="en-US" sz="1200" dirty="0"/>
              <a:t>the</a:t>
            </a:r>
            <a:r>
              <a:rPr lang="en-US" sz="1200" spc="-25" dirty="0"/>
              <a:t> </a:t>
            </a:r>
            <a:r>
              <a:rPr lang="en-US" sz="1200" dirty="0"/>
              <a:t>site.</a:t>
            </a:r>
            <a:r>
              <a:rPr lang="en-US" sz="1200" spc="-30" dirty="0"/>
              <a:t> </a:t>
            </a:r>
            <a:r>
              <a:rPr lang="en-US" sz="1200" dirty="0"/>
              <a:t>Once</a:t>
            </a:r>
            <a:r>
              <a:rPr lang="en-US" sz="1200" spc="-15" dirty="0"/>
              <a:t> </a:t>
            </a:r>
            <a:r>
              <a:rPr lang="en-US" sz="1200" dirty="0"/>
              <a:t>all</a:t>
            </a:r>
            <a:r>
              <a:rPr lang="en-US" sz="1200" spc="-45" dirty="0"/>
              <a:t> </a:t>
            </a:r>
            <a:r>
              <a:rPr lang="en-US" sz="1200" dirty="0"/>
              <a:t>information</a:t>
            </a:r>
            <a:r>
              <a:rPr lang="en-US" sz="1200" spc="5" dirty="0"/>
              <a:t> </a:t>
            </a:r>
            <a:r>
              <a:rPr lang="en-US" sz="1200" dirty="0"/>
              <a:t>is</a:t>
            </a:r>
            <a:r>
              <a:rPr lang="en-US" sz="1200" spc="-40" dirty="0"/>
              <a:t> </a:t>
            </a:r>
            <a:r>
              <a:rPr lang="en-US" sz="1200" dirty="0"/>
              <a:t>entered,</a:t>
            </a:r>
            <a:r>
              <a:rPr lang="en-US" sz="1200" spc="-10" dirty="0"/>
              <a:t> </a:t>
            </a:r>
            <a:r>
              <a:rPr lang="en-US" sz="1200" dirty="0"/>
              <a:t>click</a:t>
            </a:r>
            <a:r>
              <a:rPr lang="en-US" sz="1200" spc="-25" dirty="0"/>
              <a:t> </a:t>
            </a:r>
            <a:r>
              <a:rPr lang="en-US" sz="1200" spc="-10" dirty="0"/>
              <a:t>‘</a:t>
            </a:r>
            <a:r>
              <a:rPr lang="en-US" sz="1200" b="1" spc="-10" dirty="0"/>
              <a:t>Continue</a:t>
            </a:r>
            <a:r>
              <a:rPr lang="en-US" sz="1200" spc="-10" dirty="0"/>
              <a:t>’ </a:t>
            </a:r>
            <a:r>
              <a:rPr lang="en-US" sz="1200" dirty="0"/>
              <a:t>to</a:t>
            </a:r>
            <a:r>
              <a:rPr lang="en-US" sz="1200" spc="-10" dirty="0"/>
              <a:t> proceed.</a:t>
            </a:r>
            <a:endParaRPr lang="en-US" sz="1200" dirty="0"/>
          </a:p>
          <a:p>
            <a:pPr marL="241300" marR="706120" indent="-228600">
              <a:lnSpc>
                <a:spcPct val="90000"/>
              </a:lnSpc>
              <a:spcBef>
                <a:spcPts val="1200"/>
              </a:spcBef>
              <a:buFont typeface="+mj-lt"/>
              <a:buAutoNum type="arabicPeriod"/>
            </a:pPr>
            <a:r>
              <a:rPr lang="en-US" sz="1200" spc="-35" dirty="0"/>
              <a:t>You</a:t>
            </a:r>
            <a:r>
              <a:rPr lang="en-US" sz="1200" spc="-30" dirty="0"/>
              <a:t> </a:t>
            </a:r>
            <a:r>
              <a:rPr lang="en-US" sz="1200" dirty="0"/>
              <a:t>can</a:t>
            </a:r>
            <a:r>
              <a:rPr lang="en-US" sz="1200" spc="-35" dirty="0"/>
              <a:t> </a:t>
            </a:r>
            <a:r>
              <a:rPr lang="en-US" sz="1200" dirty="0"/>
              <a:t>now</a:t>
            </a:r>
            <a:r>
              <a:rPr lang="en-US" sz="1200" spc="-35" dirty="0"/>
              <a:t> </a:t>
            </a:r>
            <a:r>
              <a:rPr lang="en-US" sz="1200" dirty="0"/>
              <a:t>create</a:t>
            </a:r>
            <a:r>
              <a:rPr lang="en-US" sz="1200" spc="-15" dirty="0"/>
              <a:t> </a:t>
            </a:r>
            <a:r>
              <a:rPr lang="en-US" sz="1200" dirty="0"/>
              <a:t>your</a:t>
            </a:r>
            <a:r>
              <a:rPr lang="en-US" sz="1200" spc="-25" dirty="0"/>
              <a:t> </a:t>
            </a:r>
            <a:r>
              <a:rPr lang="en-US" sz="1200" dirty="0"/>
              <a:t>own</a:t>
            </a:r>
            <a:r>
              <a:rPr lang="en-US" sz="1200" spc="-30" dirty="0"/>
              <a:t> </a:t>
            </a:r>
            <a:r>
              <a:rPr lang="en-US" sz="1200" dirty="0"/>
              <a:t>password.</a:t>
            </a:r>
            <a:r>
              <a:rPr lang="en-US" sz="1200" spc="-5" dirty="0"/>
              <a:t> </a:t>
            </a:r>
            <a:r>
              <a:rPr lang="en-US" sz="1200" dirty="0"/>
              <a:t>Once</a:t>
            </a:r>
            <a:r>
              <a:rPr lang="en-US" sz="1200" spc="-25" dirty="0"/>
              <a:t> </a:t>
            </a:r>
            <a:r>
              <a:rPr lang="en-US" sz="1200" dirty="0"/>
              <a:t>all</a:t>
            </a:r>
            <a:r>
              <a:rPr lang="en-US" sz="1200" spc="-35" dirty="0"/>
              <a:t> </a:t>
            </a:r>
            <a:r>
              <a:rPr lang="en-US" sz="1200" spc="-10" dirty="0"/>
              <a:t>information </a:t>
            </a:r>
            <a:r>
              <a:rPr lang="en-US" sz="1200" dirty="0"/>
              <a:t>is</a:t>
            </a:r>
            <a:r>
              <a:rPr lang="en-US" sz="1200" spc="-35" dirty="0"/>
              <a:t> </a:t>
            </a:r>
            <a:r>
              <a:rPr lang="en-US" sz="1200" dirty="0"/>
              <a:t>entered</a:t>
            </a:r>
            <a:r>
              <a:rPr lang="en-US" sz="1200" spc="-5" dirty="0"/>
              <a:t> </a:t>
            </a:r>
            <a:r>
              <a:rPr lang="en-US" sz="1200" spc="-10" dirty="0"/>
              <a:t>correctly,</a:t>
            </a:r>
            <a:r>
              <a:rPr lang="en-US" sz="1200" spc="15" dirty="0"/>
              <a:t> </a:t>
            </a:r>
            <a:r>
              <a:rPr lang="en-US" sz="1200" dirty="0"/>
              <a:t>click</a:t>
            </a:r>
            <a:r>
              <a:rPr lang="en-US" sz="1200" spc="-20" dirty="0"/>
              <a:t> </a:t>
            </a:r>
            <a:r>
              <a:rPr lang="en-US" sz="1200" spc="-10" dirty="0"/>
              <a:t>‘</a:t>
            </a:r>
            <a:r>
              <a:rPr lang="en-US" sz="1200" b="1" spc="-10" dirty="0"/>
              <a:t>Continue</a:t>
            </a:r>
            <a:r>
              <a:rPr lang="en-US" sz="1200" spc="-10" dirty="0"/>
              <a:t>’</a:t>
            </a:r>
            <a:r>
              <a:rPr lang="en-US" sz="1200" spc="-35" dirty="0"/>
              <a:t> </a:t>
            </a:r>
            <a:r>
              <a:rPr lang="en-US" sz="1200" dirty="0"/>
              <a:t>to</a:t>
            </a:r>
            <a:r>
              <a:rPr lang="en-US" sz="1200" spc="-20" dirty="0"/>
              <a:t> </a:t>
            </a:r>
            <a:r>
              <a:rPr lang="en-US" sz="1200" spc="-10" dirty="0"/>
              <a:t>proceed.</a:t>
            </a:r>
            <a:endParaRPr lang="en-US" sz="1200" dirty="0"/>
          </a:p>
          <a:p>
            <a:pPr marL="241300" marR="796290" indent="-228600">
              <a:lnSpc>
                <a:spcPct val="90000"/>
              </a:lnSpc>
              <a:spcBef>
                <a:spcPts val="1200"/>
              </a:spcBef>
              <a:buFont typeface="+mj-lt"/>
              <a:buAutoNum type="arabicPeriod"/>
            </a:pPr>
            <a:r>
              <a:rPr lang="en-US" sz="1200" spc="-35" dirty="0"/>
              <a:t>You</a:t>
            </a:r>
            <a:r>
              <a:rPr lang="en-US" sz="1200" spc="-25" dirty="0"/>
              <a:t> </a:t>
            </a:r>
            <a:r>
              <a:rPr lang="en-US" sz="1200" dirty="0"/>
              <a:t>can</a:t>
            </a:r>
            <a:r>
              <a:rPr lang="en-US" sz="1200" spc="-35" dirty="0"/>
              <a:t> </a:t>
            </a:r>
            <a:r>
              <a:rPr lang="en-US" sz="1200" dirty="0"/>
              <a:t>choose</a:t>
            </a:r>
            <a:r>
              <a:rPr lang="en-US" sz="1200" spc="-20" dirty="0"/>
              <a:t> </a:t>
            </a:r>
            <a:r>
              <a:rPr lang="en-US" sz="1200" dirty="0"/>
              <a:t>to</a:t>
            </a:r>
            <a:r>
              <a:rPr lang="en-US" sz="1200" spc="-35" dirty="0"/>
              <a:t> </a:t>
            </a:r>
            <a:r>
              <a:rPr lang="en-US" sz="1200" dirty="0"/>
              <a:t>set</a:t>
            </a:r>
            <a:r>
              <a:rPr lang="en-US" sz="1200" spc="-30" dirty="0"/>
              <a:t> </a:t>
            </a:r>
            <a:r>
              <a:rPr lang="en-US" sz="1200" dirty="0"/>
              <a:t>up</a:t>
            </a:r>
            <a:r>
              <a:rPr lang="en-US" sz="1200" spc="-35" dirty="0"/>
              <a:t> </a:t>
            </a:r>
            <a:r>
              <a:rPr lang="en-US" sz="1200" dirty="0"/>
              <a:t>two</a:t>
            </a:r>
            <a:r>
              <a:rPr lang="en-US" sz="1200" spc="-25" dirty="0"/>
              <a:t> </a:t>
            </a:r>
            <a:r>
              <a:rPr lang="en-US" sz="1200" dirty="0"/>
              <a:t>factor</a:t>
            </a:r>
            <a:r>
              <a:rPr lang="en-US" sz="1200" spc="-25" dirty="0"/>
              <a:t> </a:t>
            </a:r>
            <a:r>
              <a:rPr lang="en-US" sz="1200" dirty="0"/>
              <a:t>authentication</a:t>
            </a:r>
            <a:r>
              <a:rPr lang="en-US" sz="1200" spc="10" dirty="0"/>
              <a:t> </a:t>
            </a:r>
            <a:r>
              <a:rPr lang="en-US" sz="1200" dirty="0"/>
              <a:t>via</a:t>
            </a:r>
            <a:r>
              <a:rPr lang="en-US" sz="1200" spc="-35" dirty="0"/>
              <a:t> </a:t>
            </a:r>
            <a:r>
              <a:rPr lang="en-US" sz="1200" spc="-10" dirty="0"/>
              <a:t>email </a:t>
            </a:r>
            <a:r>
              <a:rPr lang="en-US" sz="1200" dirty="0"/>
              <a:t>or</a:t>
            </a:r>
            <a:r>
              <a:rPr lang="en-US" sz="1200" spc="-25" dirty="0"/>
              <a:t> </a:t>
            </a:r>
            <a:r>
              <a:rPr lang="en-US" sz="1200" dirty="0"/>
              <a:t>text</a:t>
            </a:r>
            <a:r>
              <a:rPr lang="en-US" sz="1200" spc="-10" dirty="0"/>
              <a:t> message.</a:t>
            </a:r>
            <a:endParaRPr lang="en-US" sz="1200" dirty="0"/>
          </a:p>
          <a:p>
            <a:pPr marL="241300" indent="-228600">
              <a:lnSpc>
                <a:spcPct val="90000"/>
              </a:lnSpc>
              <a:spcBef>
                <a:spcPts val="1200"/>
              </a:spcBef>
              <a:buFont typeface="+mj-lt"/>
              <a:buAutoNum type="arabicPeriod"/>
            </a:pPr>
            <a:r>
              <a:rPr lang="en-US" sz="1200" dirty="0"/>
              <a:t>You</a:t>
            </a:r>
            <a:r>
              <a:rPr lang="en-US" sz="1200" spc="-25" dirty="0"/>
              <a:t> </a:t>
            </a:r>
            <a:r>
              <a:rPr lang="en-US" sz="1200" spc="-20" dirty="0"/>
              <a:t>will </a:t>
            </a:r>
            <a:r>
              <a:rPr lang="en-US" sz="1200" dirty="0"/>
              <a:t>be</a:t>
            </a:r>
            <a:r>
              <a:rPr lang="en-US" sz="1200" spc="-40" dirty="0"/>
              <a:t> </a:t>
            </a:r>
            <a:r>
              <a:rPr lang="en-US" sz="1200" dirty="0"/>
              <a:t>prompted to</a:t>
            </a:r>
            <a:r>
              <a:rPr lang="en-US" sz="1200" spc="-45" dirty="0"/>
              <a:t> </a:t>
            </a:r>
            <a:r>
              <a:rPr lang="en-US" sz="1200" dirty="0"/>
              <a:t>enter</a:t>
            </a:r>
            <a:r>
              <a:rPr lang="en-US" sz="1200" spc="-10" dirty="0"/>
              <a:t> </a:t>
            </a:r>
            <a:r>
              <a:rPr lang="en-US" sz="1200" dirty="0"/>
              <a:t>your</a:t>
            </a:r>
            <a:r>
              <a:rPr lang="en-US" sz="1200" spc="-25" dirty="0"/>
              <a:t> </a:t>
            </a:r>
            <a:r>
              <a:rPr lang="en-US" sz="1200" dirty="0"/>
              <a:t>verification code</a:t>
            </a:r>
            <a:r>
              <a:rPr lang="en-US" sz="1200" spc="-20" dirty="0"/>
              <a:t> </a:t>
            </a:r>
            <a:r>
              <a:rPr lang="en-US" sz="1200" dirty="0"/>
              <a:t>sent</a:t>
            </a:r>
            <a:r>
              <a:rPr lang="en-US" sz="1200" spc="-35" dirty="0"/>
              <a:t> </a:t>
            </a:r>
            <a:r>
              <a:rPr lang="en-US" sz="1200" dirty="0"/>
              <a:t>via</a:t>
            </a:r>
            <a:r>
              <a:rPr lang="en-US" sz="1200" spc="-20" dirty="0"/>
              <a:t> </a:t>
            </a:r>
            <a:r>
              <a:rPr lang="en-US" sz="1200" dirty="0"/>
              <a:t>text</a:t>
            </a:r>
            <a:r>
              <a:rPr lang="en-US" sz="1200" spc="-25" dirty="0"/>
              <a:t> </a:t>
            </a:r>
            <a:r>
              <a:rPr lang="en-US" sz="1200" dirty="0"/>
              <a:t>or</a:t>
            </a:r>
            <a:r>
              <a:rPr lang="en-US" sz="1200" dirty="0">
                <a:effectLst/>
                <a:latin typeface="Times New Roman" panose="02020603050405020304" pitchFamily="18" charset="0"/>
                <a:ea typeface="Calibri" panose="020F0502020204030204" pitchFamily="34" charset="0"/>
              </a:rPr>
              <a:t> </a:t>
            </a:r>
            <a:r>
              <a:rPr lang="en-US" sz="1200" spc="-10" dirty="0"/>
              <a:t>email.</a:t>
            </a:r>
            <a:endParaRPr lang="en-US" sz="1200" dirty="0"/>
          </a:p>
          <a:p>
            <a:pPr>
              <a:lnSpc>
                <a:spcPct val="90000"/>
              </a:lnSpc>
            </a:pPr>
            <a:endParaRPr lang="en-US" sz="1200" dirty="0">
              <a:solidFill>
                <a:schemeClr val="tx2"/>
              </a:solidFill>
            </a:endParaRPr>
          </a:p>
        </p:txBody>
      </p:sp>
      <p:sp>
        <p:nvSpPr>
          <p:cNvPr id="2" name="Slide Number Placeholder 1">
            <a:extLst>
              <a:ext uri="{FF2B5EF4-FFF2-40B4-BE49-F238E27FC236}">
                <a16:creationId xmlns:a16="http://schemas.microsoft.com/office/drawing/2014/main" id="{C44BA7DF-AF8E-3ADE-4D42-D1BA36D94B88}"/>
              </a:ext>
            </a:extLst>
          </p:cNvPr>
          <p:cNvSpPr>
            <a:spLocks noGrp="1"/>
          </p:cNvSpPr>
          <p:nvPr>
            <p:ph type="sldNum" sz="quarter" idx="11"/>
          </p:nvPr>
        </p:nvSpPr>
        <p:spPr>
          <a:xfrm>
            <a:off x="11473199" y="6318000"/>
            <a:ext cx="359212" cy="180000"/>
          </a:xfrm>
        </p:spPr>
        <p:txBody>
          <a:bodyPr vert="horz" lIns="0" tIns="0" rIns="0" bIns="0" rtlCol="0" anchor="b" anchorCtr="0">
            <a:normAutofit/>
          </a:bodyPr>
          <a:lstStyle/>
          <a:p>
            <a:pPr>
              <a:spcAft>
                <a:spcPts val="600"/>
              </a:spcAft>
            </a:pPr>
            <a:fld id="{23AA811B-2EBD-4900-905E-5BE206449611}" type="slidenum">
              <a:rPr lang="en-US" smtClean="0"/>
              <a:pPr>
                <a:spcAft>
                  <a:spcPts val="600"/>
                </a:spcAft>
              </a:pPr>
              <a:t>18</a:t>
            </a:fld>
            <a:endParaRPr lang="en-US"/>
          </a:p>
        </p:txBody>
      </p:sp>
      <p:sp>
        <p:nvSpPr>
          <p:cNvPr id="7" name="Text Placeholder 3">
            <a:extLst>
              <a:ext uri="{FF2B5EF4-FFF2-40B4-BE49-F238E27FC236}">
                <a16:creationId xmlns:a16="http://schemas.microsoft.com/office/drawing/2014/main" id="{D3FE020B-29AD-80A0-2794-2C57DE0E65AB}"/>
              </a:ext>
            </a:extLst>
          </p:cNvPr>
          <p:cNvSpPr txBox="1">
            <a:spLocks/>
          </p:cNvSpPr>
          <p:nvPr/>
        </p:nvSpPr>
        <p:spPr>
          <a:xfrm>
            <a:off x="360000" y="1065067"/>
            <a:ext cx="5647100" cy="350265"/>
          </a:xfrm>
          <a:prstGeom prst="rect">
            <a:avLst/>
          </a:prstGeom>
        </p:spPr>
        <p:txBody>
          <a:bodyPr vert="horz" lIns="0" tIns="0" rIns="0" bIns="0" rtlCol="0" anchor="t" anchorCtr="0">
            <a:normAutofit/>
          </a:bodyPr>
          <a:lstStyle>
            <a:defPPr>
              <a:defRPr lang="en-US"/>
            </a:defPPr>
            <a:lvl1pPr marL="0" algn="r" defTabSz="914400" rtl="0" eaLnBrk="1" latinLnBrk="0" hangingPunct="1">
              <a:defRPr sz="800"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spcAft>
                <a:spcPts val="600"/>
              </a:spcAft>
              <a:buFont typeface="Arial" panose="020B0604020202020204" pitchFamily="34" charset="0"/>
              <a:buChar char="​"/>
            </a:pPr>
            <a:r>
              <a:rPr lang="en-US" sz="1700" b="1" kern="1200" dirty="0">
                <a:solidFill>
                  <a:schemeClr val="tx2"/>
                </a:solidFill>
                <a:latin typeface="+mn-lt"/>
                <a:ea typeface="+mn-ea"/>
                <a:cs typeface="+mn-cs"/>
              </a:rPr>
              <a:t>Registration is easy</a:t>
            </a:r>
          </a:p>
        </p:txBody>
      </p:sp>
    </p:spTree>
    <p:extLst>
      <p:ext uri="{BB962C8B-B14F-4D97-AF65-F5344CB8AC3E}">
        <p14:creationId xmlns:p14="http://schemas.microsoft.com/office/powerpoint/2010/main" val="13517619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EF3511B-1389-3FCE-9A06-5B05FBFE7815}"/>
              </a:ext>
            </a:extLst>
          </p:cNvPr>
          <p:cNvSpPr/>
          <p:nvPr/>
        </p:nvSpPr>
        <p:spPr>
          <a:xfrm>
            <a:off x="0" y="1101144"/>
            <a:ext cx="12192000" cy="558841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F43E32-7573-6CFE-205E-0EB90F9F7274}"/>
              </a:ext>
            </a:extLst>
          </p:cNvPr>
          <p:cNvSpPr>
            <a:spLocks noGrp="1"/>
          </p:cNvSpPr>
          <p:nvPr>
            <p:ph type="title"/>
          </p:nvPr>
        </p:nvSpPr>
        <p:spPr>
          <a:xfrm>
            <a:off x="360000" y="359880"/>
            <a:ext cx="11473200" cy="1188000"/>
          </a:xfrm>
        </p:spPr>
        <p:txBody>
          <a:bodyPr/>
          <a:lstStyle/>
          <a:p>
            <a:r>
              <a:rPr lang="en-US" dirty="0"/>
              <a:t>Cigna Envoy: Homepage</a:t>
            </a:r>
          </a:p>
        </p:txBody>
      </p:sp>
      <p:sp>
        <p:nvSpPr>
          <p:cNvPr id="5" name="Slide Number Placeholder 4">
            <a:extLst>
              <a:ext uri="{FF2B5EF4-FFF2-40B4-BE49-F238E27FC236}">
                <a16:creationId xmlns:a16="http://schemas.microsoft.com/office/drawing/2014/main" id="{670B75CF-CC4D-6E0F-AA0B-B5F7EB0977BC}"/>
              </a:ext>
            </a:extLst>
          </p:cNvPr>
          <p:cNvSpPr>
            <a:spLocks noGrp="1"/>
          </p:cNvSpPr>
          <p:nvPr>
            <p:ph type="sldNum" sz="quarter" idx="16"/>
          </p:nvPr>
        </p:nvSpPr>
        <p:spPr/>
        <p:txBody>
          <a:bodyPr/>
          <a:lstStyle/>
          <a:p>
            <a:fld id="{23AA811B-2EBD-4900-905E-5BE206449611}" type="slidenum">
              <a:rPr lang="en-US" smtClean="0"/>
              <a:pPr/>
              <a:t>19</a:t>
            </a:fld>
            <a:endParaRPr lang="en-US" dirty="0"/>
          </a:p>
        </p:txBody>
      </p:sp>
      <p:pic>
        <p:nvPicPr>
          <p:cNvPr id="29" name="Logo">
            <a:extLst>
              <a:ext uri="{FF2B5EF4-FFF2-40B4-BE49-F238E27FC236}">
                <a16:creationId xmlns:a16="http://schemas.microsoft.com/office/drawing/2014/main" id="{CCCEA2E2-C627-9416-E4CD-DDF7153850FA}"/>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360000" y="6067943"/>
            <a:ext cx="792000" cy="430177"/>
          </a:xfrm>
          <a:prstGeom prst="rect">
            <a:avLst/>
          </a:prstGeom>
        </p:spPr>
      </p:pic>
      <p:sp>
        <p:nvSpPr>
          <p:cNvPr id="4" name="Content Placeholder 3">
            <a:extLst>
              <a:ext uri="{FF2B5EF4-FFF2-40B4-BE49-F238E27FC236}">
                <a16:creationId xmlns:a16="http://schemas.microsoft.com/office/drawing/2014/main" id="{1659B200-CD79-5D3D-70E8-CBE63FE2CC19}"/>
              </a:ext>
            </a:extLst>
          </p:cNvPr>
          <p:cNvSpPr>
            <a:spLocks noGrp="1"/>
          </p:cNvSpPr>
          <p:nvPr>
            <p:ph idx="1"/>
          </p:nvPr>
        </p:nvSpPr>
        <p:spPr/>
        <p:txBody>
          <a:bodyPr/>
          <a:lstStyle/>
          <a:p>
            <a:r>
              <a:rPr lang="en-US" b="1" dirty="0"/>
              <a:t>Cigna Envoy is available in:</a:t>
            </a:r>
          </a:p>
          <a:p>
            <a:pPr marL="461963" lvl="1" indent="-179388">
              <a:spcAft>
                <a:spcPts val="1000"/>
              </a:spcAft>
              <a:buSzPct val="120000"/>
              <a:buFont typeface="Verdana" panose="020B0604030504040204" pitchFamily="34" charset="0"/>
              <a:buChar char="›"/>
            </a:pPr>
            <a:r>
              <a:rPr lang="en-US" dirty="0">
                <a:solidFill>
                  <a:schemeClr val="tx1"/>
                </a:solidFill>
              </a:rPr>
              <a:t>Arabic</a:t>
            </a:r>
          </a:p>
          <a:p>
            <a:pPr marL="461963" lvl="1" indent="-179388">
              <a:spcAft>
                <a:spcPts val="1000"/>
              </a:spcAft>
              <a:buSzPct val="120000"/>
              <a:buFont typeface="Verdana" panose="020B0604030504040204" pitchFamily="34" charset="0"/>
              <a:buChar char="›"/>
            </a:pPr>
            <a:r>
              <a:rPr lang="en-US" dirty="0">
                <a:solidFill>
                  <a:schemeClr val="tx1"/>
                </a:solidFill>
              </a:rPr>
              <a:t>Chinese</a:t>
            </a:r>
          </a:p>
          <a:p>
            <a:pPr marL="461963" lvl="1" indent="-179388">
              <a:spcAft>
                <a:spcPts val="1000"/>
              </a:spcAft>
              <a:buSzPct val="120000"/>
              <a:buFont typeface="Verdana" panose="020B0604030504040204" pitchFamily="34" charset="0"/>
              <a:buChar char="›"/>
            </a:pPr>
            <a:r>
              <a:rPr lang="en-US" dirty="0">
                <a:solidFill>
                  <a:schemeClr val="tx1"/>
                </a:solidFill>
              </a:rPr>
              <a:t>Dutch</a:t>
            </a:r>
          </a:p>
          <a:p>
            <a:pPr marL="461963" lvl="1" indent="-179388">
              <a:spcAft>
                <a:spcPts val="1000"/>
              </a:spcAft>
              <a:buSzPct val="120000"/>
              <a:buFont typeface="Verdana" panose="020B0604030504040204" pitchFamily="34" charset="0"/>
              <a:buChar char="›"/>
            </a:pPr>
            <a:r>
              <a:rPr lang="en-US" dirty="0">
                <a:solidFill>
                  <a:schemeClr val="tx1"/>
                </a:solidFill>
              </a:rPr>
              <a:t>English</a:t>
            </a:r>
          </a:p>
          <a:p>
            <a:pPr marL="461963" lvl="1" indent="-179388">
              <a:spcAft>
                <a:spcPts val="1000"/>
              </a:spcAft>
              <a:buSzPct val="120000"/>
              <a:buFont typeface="Verdana" panose="020B0604030504040204" pitchFamily="34" charset="0"/>
              <a:buChar char="›"/>
            </a:pPr>
            <a:r>
              <a:rPr lang="en-US" dirty="0">
                <a:solidFill>
                  <a:schemeClr val="tx1"/>
                </a:solidFill>
              </a:rPr>
              <a:t>French</a:t>
            </a:r>
          </a:p>
          <a:p>
            <a:pPr marL="461963" lvl="1" indent="-179388">
              <a:spcAft>
                <a:spcPts val="1000"/>
              </a:spcAft>
              <a:buSzPct val="120000"/>
              <a:buFont typeface="Verdana" panose="020B0604030504040204" pitchFamily="34" charset="0"/>
              <a:buChar char="›"/>
            </a:pPr>
            <a:r>
              <a:rPr lang="en-US" dirty="0">
                <a:solidFill>
                  <a:schemeClr val="tx1"/>
                </a:solidFill>
              </a:rPr>
              <a:t>German</a:t>
            </a:r>
          </a:p>
          <a:p>
            <a:pPr marL="461963" lvl="1" indent="-179388">
              <a:spcAft>
                <a:spcPts val="1000"/>
              </a:spcAft>
              <a:buSzPct val="120000"/>
              <a:buFont typeface="Verdana" panose="020B0604030504040204" pitchFamily="34" charset="0"/>
              <a:buChar char="›"/>
            </a:pPr>
            <a:r>
              <a:rPr lang="en-US" dirty="0">
                <a:solidFill>
                  <a:schemeClr val="tx1"/>
                </a:solidFill>
              </a:rPr>
              <a:t>Japanese </a:t>
            </a:r>
          </a:p>
          <a:p>
            <a:pPr marL="461963" lvl="1" indent="-179388">
              <a:spcAft>
                <a:spcPts val="1000"/>
              </a:spcAft>
              <a:buSzPct val="120000"/>
              <a:buFont typeface="Verdana" panose="020B0604030504040204" pitchFamily="34" charset="0"/>
              <a:buChar char="›"/>
            </a:pPr>
            <a:r>
              <a:rPr lang="en-US" dirty="0">
                <a:solidFill>
                  <a:schemeClr val="tx1"/>
                </a:solidFill>
              </a:rPr>
              <a:t>Portuguese</a:t>
            </a:r>
          </a:p>
          <a:p>
            <a:pPr marL="461963" lvl="1" indent="-179388">
              <a:spcAft>
                <a:spcPts val="1000"/>
              </a:spcAft>
              <a:buSzPct val="120000"/>
              <a:buFont typeface="Verdana" panose="020B0604030504040204" pitchFamily="34" charset="0"/>
              <a:buChar char="›"/>
            </a:pPr>
            <a:r>
              <a:rPr lang="en-US" dirty="0">
                <a:solidFill>
                  <a:schemeClr val="tx1"/>
                </a:solidFill>
              </a:rPr>
              <a:t>Latin America Spanish </a:t>
            </a:r>
          </a:p>
          <a:p>
            <a:pPr marL="461963" lvl="1" indent="-179388">
              <a:spcAft>
                <a:spcPts val="1000"/>
              </a:spcAft>
              <a:buSzPct val="120000"/>
              <a:buFont typeface="Verdana" panose="020B0604030504040204" pitchFamily="34" charset="0"/>
              <a:buChar char="›"/>
            </a:pPr>
            <a:r>
              <a:rPr lang="en-US" dirty="0">
                <a:solidFill>
                  <a:schemeClr val="tx1"/>
                </a:solidFill>
              </a:rPr>
              <a:t>Spain Spanish</a:t>
            </a:r>
          </a:p>
        </p:txBody>
      </p:sp>
      <p:pic>
        <p:nvPicPr>
          <p:cNvPr id="33" name="Picture 32" descr="Graphical user interface, text, application, email&#10;&#10;Description automatically generated">
            <a:extLst>
              <a:ext uri="{FF2B5EF4-FFF2-40B4-BE49-F238E27FC236}">
                <a16:creationId xmlns:a16="http://schemas.microsoft.com/office/drawing/2014/main" id="{08D824F5-6EE1-D7E5-C07F-DE06B512B19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121777" y="1547880"/>
            <a:ext cx="7654046" cy="3771095"/>
          </a:xfrm>
          <a:prstGeom prst="rect">
            <a:avLst/>
          </a:prstGeom>
        </p:spPr>
      </p:pic>
    </p:spTree>
    <p:extLst>
      <p:ext uri="{BB962C8B-B14F-4D97-AF65-F5344CB8AC3E}">
        <p14:creationId xmlns:p14="http://schemas.microsoft.com/office/powerpoint/2010/main" val="34729380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EF3511B-1389-3FCE-9A06-5B05FBFE7815}"/>
              </a:ext>
            </a:extLst>
          </p:cNvPr>
          <p:cNvSpPr/>
          <p:nvPr/>
        </p:nvSpPr>
        <p:spPr>
          <a:xfrm>
            <a:off x="0" y="1101144"/>
            <a:ext cx="12192000" cy="558841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F43E32-7573-6CFE-205E-0EB90F9F7274}"/>
              </a:ext>
            </a:extLst>
          </p:cNvPr>
          <p:cNvSpPr>
            <a:spLocks noGrp="1"/>
          </p:cNvSpPr>
          <p:nvPr>
            <p:ph type="title"/>
          </p:nvPr>
        </p:nvSpPr>
        <p:spPr>
          <a:xfrm>
            <a:off x="360000" y="359880"/>
            <a:ext cx="11473200" cy="1188000"/>
          </a:xfrm>
        </p:spPr>
        <p:txBody>
          <a:bodyPr/>
          <a:lstStyle/>
          <a:p>
            <a:r>
              <a:rPr lang="en-US" dirty="0"/>
              <a:t>Certificates of Coverage</a:t>
            </a:r>
          </a:p>
        </p:txBody>
      </p:sp>
      <p:sp>
        <p:nvSpPr>
          <p:cNvPr id="5" name="Slide Number Placeholder 4">
            <a:extLst>
              <a:ext uri="{FF2B5EF4-FFF2-40B4-BE49-F238E27FC236}">
                <a16:creationId xmlns:a16="http://schemas.microsoft.com/office/drawing/2014/main" id="{670B75CF-CC4D-6E0F-AA0B-B5F7EB0977BC}"/>
              </a:ext>
            </a:extLst>
          </p:cNvPr>
          <p:cNvSpPr>
            <a:spLocks noGrp="1"/>
          </p:cNvSpPr>
          <p:nvPr>
            <p:ph type="sldNum" sz="quarter" idx="16"/>
          </p:nvPr>
        </p:nvSpPr>
        <p:spPr/>
        <p:txBody>
          <a:bodyPr/>
          <a:lstStyle/>
          <a:p>
            <a:fld id="{23AA811B-2EBD-4900-905E-5BE206449611}" type="slidenum">
              <a:rPr lang="en-US" smtClean="0"/>
              <a:pPr/>
              <a:t>20</a:t>
            </a:fld>
            <a:endParaRPr lang="en-US" dirty="0"/>
          </a:p>
        </p:txBody>
      </p:sp>
      <p:pic>
        <p:nvPicPr>
          <p:cNvPr id="29" name="Logo">
            <a:extLst>
              <a:ext uri="{FF2B5EF4-FFF2-40B4-BE49-F238E27FC236}">
                <a16:creationId xmlns:a16="http://schemas.microsoft.com/office/drawing/2014/main" id="{CCCEA2E2-C627-9416-E4CD-DDF7153850FA}"/>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360000" y="6067943"/>
            <a:ext cx="792000" cy="430177"/>
          </a:xfrm>
          <a:prstGeom prst="rect">
            <a:avLst/>
          </a:prstGeom>
        </p:spPr>
      </p:pic>
      <p:sp>
        <p:nvSpPr>
          <p:cNvPr id="4" name="Content Placeholder 3">
            <a:extLst>
              <a:ext uri="{FF2B5EF4-FFF2-40B4-BE49-F238E27FC236}">
                <a16:creationId xmlns:a16="http://schemas.microsoft.com/office/drawing/2014/main" id="{1659B200-CD79-5D3D-70E8-CBE63FE2CC19}"/>
              </a:ext>
            </a:extLst>
          </p:cNvPr>
          <p:cNvSpPr>
            <a:spLocks noGrp="1"/>
          </p:cNvSpPr>
          <p:nvPr>
            <p:ph idx="1"/>
          </p:nvPr>
        </p:nvSpPr>
        <p:spPr>
          <a:xfrm>
            <a:off x="360000" y="1548000"/>
            <a:ext cx="5879814" cy="1684597"/>
          </a:xfrm>
        </p:spPr>
        <p:txBody>
          <a:bodyPr/>
          <a:lstStyle/>
          <a:p>
            <a:pPr marL="0" indent="0">
              <a:buNone/>
            </a:pPr>
            <a:r>
              <a:rPr lang="en-US" dirty="0">
                <a:solidFill>
                  <a:schemeClr val="tx1"/>
                </a:solidFill>
              </a:rPr>
              <a:t>What is a </a:t>
            </a:r>
            <a:r>
              <a:rPr lang="en-US" b="1" dirty="0"/>
              <a:t>Certificate of Coverage</a:t>
            </a:r>
          </a:p>
          <a:p>
            <a:pPr>
              <a:buClr>
                <a:srgbClr val="000000"/>
              </a:buClr>
            </a:pPr>
            <a:r>
              <a:rPr lang="en-US" b="1" dirty="0"/>
              <a:t>Certificate of Coverage </a:t>
            </a:r>
            <a:r>
              <a:rPr lang="en-US" dirty="0">
                <a:solidFill>
                  <a:schemeClr val="tx1"/>
                </a:solidFill>
              </a:rPr>
              <a:t>provides evidence of health coverage and is often needed for a visa application. Customers can log onto Cigna Envoy and obtain a copy</a:t>
            </a:r>
            <a:r>
              <a:rPr lang="en-US" sz="1800" dirty="0">
                <a:effectLst/>
                <a:latin typeface="Times New Roman" panose="02020603050405020304" pitchFamily="18" charset="0"/>
                <a:ea typeface="Calibri" panose="020F0502020204030204" pitchFamily="34" charset="0"/>
              </a:rPr>
              <a:t> </a:t>
            </a:r>
            <a:r>
              <a:rPr lang="en-US" dirty="0">
                <a:solidFill>
                  <a:schemeClr val="tx1"/>
                </a:solidFill>
              </a:rPr>
              <a:t>of their certificate of coverage under the ‘Toolkit’ section*</a:t>
            </a:r>
          </a:p>
          <a:p>
            <a:pPr marL="0" indent="0">
              <a:buNone/>
            </a:pPr>
            <a:endParaRPr lang="en-US" b="1" dirty="0">
              <a:solidFill>
                <a:schemeClr val="tx1"/>
              </a:solidFill>
            </a:endParaRPr>
          </a:p>
        </p:txBody>
      </p:sp>
      <p:sp>
        <p:nvSpPr>
          <p:cNvPr id="3" name="Content Placeholder 3">
            <a:extLst>
              <a:ext uri="{FF2B5EF4-FFF2-40B4-BE49-F238E27FC236}">
                <a16:creationId xmlns:a16="http://schemas.microsoft.com/office/drawing/2014/main" id="{F5633B67-4A13-5334-6CD7-37F80501590E}"/>
              </a:ext>
            </a:extLst>
          </p:cNvPr>
          <p:cNvSpPr txBox="1">
            <a:spLocks/>
          </p:cNvSpPr>
          <p:nvPr/>
        </p:nvSpPr>
        <p:spPr>
          <a:xfrm>
            <a:off x="360000" y="3558043"/>
            <a:ext cx="5879814" cy="1684597"/>
          </a:xfrm>
          <a:prstGeom prst="rect">
            <a:avLst/>
          </a:prstGeom>
        </p:spPr>
        <p:txBody>
          <a:bodyPr vert="horz" lIns="0" tIns="0" rIns="0" bIns="0" rtlCol="0">
            <a:noAutofit/>
          </a:bodyPr>
          <a:lstStyle>
            <a:lvl1pPr marL="180000" indent="-180000" algn="l" defTabSz="914400" rtl="0" eaLnBrk="1" latinLnBrk="0" hangingPunct="1">
              <a:lnSpc>
                <a:spcPct val="100000"/>
              </a:lnSpc>
              <a:spcBef>
                <a:spcPts val="0"/>
              </a:spcBef>
              <a:spcAft>
                <a:spcPts val="600"/>
              </a:spcAft>
              <a:buFont typeface="Verdana" panose="020B0604030504040204" pitchFamily="34" charset="0"/>
              <a:buChar char="•"/>
              <a:defRPr sz="1600" kern="1200">
                <a:solidFill>
                  <a:schemeClr val="tx2"/>
                </a:solidFill>
                <a:latin typeface="+mn-lt"/>
                <a:ea typeface="+mn-ea"/>
                <a:cs typeface="+mn-cs"/>
              </a:defRPr>
            </a:lvl1pPr>
            <a:lvl2pPr marL="360000" indent="-180000" algn="l" defTabSz="914400" rtl="0" eaLnBrk="1" latinLnBrk="0" hangingPunct="1">
              <a:lnSpc>
                <a:spcPct val="100000"/>
              </a:lnSpc>
              <a:spcBef>
                <a:spcPts val="0"/>
              </a:spcBef>
              <a:spcAft>
                <a:spcPts val="600"/>
              </a:spcAft>
              <a:buSzPct val="80000"/>
              <a:buFont typeface="Verdana" panose="020B0604030504040204" pitchFamily="34" charset="0"/>
              <a:buChar char="&gt;"/>
              <a:defRPr sz="1600" kern="1200">
                <a:solidFill>
                  <a:schemeClr val="tx2"/>
                </a:solidFill>
                <a:latin typeface="+mn-lt"/>
                <a:ea typeface="+mn-ea"/>
                <a:cs typeface="+mn-cs"/>
              </a:defRPr>
            </a:lvl2pPr>
            <a:lvl3pPr marL="540000" indent="-180000" algn="l" defTabSz="914400" rtl="0" eaLnBrk="1" latinLnBrk="0" hangingPunct="1">
              <a:lnSpc>
                <a:spcPct val="100000"/>
              </a:lnSpc>
              <a:spcBef>
                <a:spcPts val="0"/>
              </a:spcBef>
              <a:spcAft>
                <a:spcPts val="600"/>
              </a:spcAft>
              <a:buSzPct val="80000"/>
              <a:buFont typeface="Verdana" panose="020B0604030504040204" pitchFamily="34" charset="0"/>
              <a:buChar char="-"/>
              <a:defRPr sz="1600" kern="1200">
                <a:solidFill>
                  <a:schemeClr val="tx2"/>
                </a:solidFill>
                <a:latin typeface="+mn-lt"/>
                <a:ea typeface="+mn-ea"/>
                <a:cs typeface="+mn-cs"/>
              </a:defRPr>
            </a:lvl3pPr>
            <a:lvl4pPr marL="0" indent="0" algn="l" defTabSz="914400" rtl="0" eaLnBrk="1" latinLnBrk="0" hangingPunct="1">
              <a:lnSpc>
                <a:spcPct val="100000"/>
              </a:lnSpc>
              <a:spcBef>
                <a:spcPts val="0"/>
              </a:spcBef>
              <a:spcAft>
                <a:spcPts val="1200"/>
              </a:spcAft>
              <a:buFont typeface="Verdana" panose="020B0604030504040204" pitchFamily="34" charset="0"/>
              <a:buChar char="​"/>
              <a:defRPr sz="1600" b="1" kern="1200">
                <a:solidFill>
                  <a:schemeClr val="tx2"/>
                </a:solidFill>
                <a:latin typeface="+mn-lt"/>
                <a:ea typeface="+mn-ea"/>
                <a:cs typeface="+mn-cs"/>
              </a:defRPr>
            </a:lvl4pPr>
            <a:lvl5pPr marL="0" indent="0" algn="l" defTabSz="914400" rtl="0" eaLnBrk="1" latinLnBrk="0" hangingPunct="1">
              <a:lnSpc>
                <a:spcPct val="100000"/>
              </a:lnSpc>
              <a:spcBef>
                <a:spcPts val="0"/>
              </a:spcBef>
              <a:spcAft>
                <a:spcPts val="1200"/>
              </a:spcAft>
              <a:buFont typeface="Verdana" panose="020B0604030504040204" pitchFamily="34" charset="0"/>
              <a:buChar char="​"/>
              <a:tabLst/>
              <a:defRPr sz="1600" kern="1200">
                <a:solidFill>
                  <a:schemeClr val="tx2"/>
                </a:solidFill>
                <a:latin typeface="+mn-lt"/>
                <a:ea typeface="+mn-ea"/>
                <a:cs typeface="+mn-cs"/>
              </a:defRPr>
            </a:lvl5pPr>
            <a:lvl6pPr marL="90000" indent="-90000" algn="l" defTabSz="914400" rtl="0" eaLnBrk="1" latinLnBrk="0" hangingPunct="1">
              <a:lnSpc>
                <a:spcPct val="120000"/>
              </a:lnSpc>
              <a:spcBef>
                <a:spcPts val="0"/>
              </a:spcBef>
              <a:spcAft>
                <a:spcPts val="600"/>
              </a:spcAft>
              <a:buFont typeface="Arial" panose="020B0604020202020204" pitchFamily="34" charset="0"/>
              <a:buChar char="•"/>
              <a:defRPr sz="1000" kern="1200">
                <a:solidFill>
                  <a:schemeClr val="tx2"/>
                </a:solidFill>
                <a:latin typeface="+mn-lt"/>
                <a:ea typeface="+mn-ea"/>
                <a:cs typeface="+mn-cs"/>
              </a:defRPr>
            </a:lvl6pPr>
            <a:lvl7pPr marL="0" indent="0" algn="l" defTabSz="914400" rtl="0" eaLnBrk="1" latinLnBrk="0" hangingPunct="1">
              <a:lnSpc>
                <a:spcPct val="120000"/>
              </a:lnSpc>
              <a:spcBef>
                <a:spcPts val="0"/>
              </a:spcBef>
              <a:spcAft>
                <a:spcPts val="600"/>
              </a:spcAft>
              <a:buFont typeface="Verdana" panose="020B060403050404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20000"/>
              </a:lnSpc>
              <a:spcBef>
                <a:spcPts val="0"/>
              </a:spcBef>
              <a:spcAft>
                <a:spcPts val="600"/>
              </a:spcAft>
              <a:buFont typeface="Verdana" panose="020B0604030504040204" pitchFamily="34" charset="0"/>
              <a:buChar char="​"/>
              <a:defRPr sz="1000" kern="1200">
                <a:solidFill>
                  <a:schemeClr val="tx2"/>
                </a:solidFill>
                <a:latin typeface="+mn-lt"/>
                <a:ea typeface="+mn-ea"/>
                <a:cs typeface="+mn-cs"/>
              </a:defRPr>
            </a:lvl8pPr>
            <a:lvl9pPr marL="0" indent="0" algn="l" defTabSz="914400" rtl="0" eaLnBrk="1" latinLnBrk="0" hangingPunct="1">
              <a:lnSpc>
                <a:spcPct val="90000"/>
              </a:lnSpc>
              <a:spcBef>
                <a:spcPts val="1200"/>
              </a:spcBef>
              <a:spcAft>
                <a:spcPts val="0"/>
              </a:spcAft>
              <a:buFont typeface="Verdana" panose="020B0604030504040204" pitchFamily="34" charset="0"/>
              <a:buChar char="​"/>
              <a:defRPr sz="4400" b="1" kern="1200" spc="-150" baseline="0">
                <a:solidFill>
                  <a:schemeClr val="accent1"/>
                </a:solidFill>
                <a:latin typeface="+mj-lt"/>
                <a:ea typeface="+mn-ea"/>
                <a:cs typeface="+mn-cs"/>
              </a:defRPr>
            </a:lvl9pPr>
          </a:lstStyle>
          <a:p>
            <a:pPr marL="0" indent="0">
              <a:buNone/>
            </a:pPr>
            <a:r>
              <a:rPr lang="en-US" dirty="0">
                <a:solidFill>
                  <a:schemeClr val="tx1"/>
                </a:solidFill>
              </a:rPr>
              <a:t>The </a:t>
            </a:r>
            <a:r>
              <a:rPr lang="en-US" b="1" dirty="0"/>
              <a:t>Certificate of Coverage </a:t>
            </a:r>
            <a:r>
              <a:rPr lang="en-US" dirty="0">
                <a:solidFill>
                  <a:schemeClr val="tx1"/>
                </a:solidFill>
              </a:rPr>
              <a:t>will:</a:t>
            </a:r>
          </a:p>
          <a:p>
            <a:r>
              <a:rPr lang="en-US" dirty="0">
                <a:solidFill>
                  <a:schemeClr val="tx1"/>
                </a:solidFill>
              </a:rPr>
              <a:t>Auto-generate based on reported work location</a:t>
            </a:r>
          </a:p>
          <a:p>
            <a:r>
              <a:rPr lang="en-US" dirty="0">
                <a:solidFill>
                  <a:schemeClr val="tx1"/>
                </a:solidFill>
              </a:rPr>
              <a:t>Include employee and dependent information (if applicable)</a:t>
            </a:r>
          </a:p>
          <a:p>
            <a:pPr marL="0" indent="0">
              <a:buFont typeface="Verdana" panose="020B0604030504040204" pitchFamily="34" charset="0"/>
              <a:buNone/>
            </a:pPr>
            <a:endParaRPr lang="en-US" b="1" dirty="0">
              <a:solidFill>
                <a:schemeClr val="tx1"/>
              </a:solidFill>
            </a:endParaRPr>
          </a:p>
        </p:txBody>
      </p:sp>
      <p:pic>
        <p:nvPicPr>
          <p:cNvPr id="8" name="Picture 7" descr="Graphical user interface, text, application, email&#10;&#10;Description automatically generated">
            <a:extLst>
              <a:ext uri="{FF2B5EF4-FFF2-40B4-BE49-F238E27FC236}">
                <a16:creationId xmlns:a16="http://schemas.microsoft.com/office/drawing/2014/main" id="{58FF6D10-B008-FDCB-0311-E61A593C9F30}"/>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6311084" y="1615360"/>
            <a:ext cx="5569677" cy="3627280"/>
          </a:xfrm>
          <a:prstGeom prst="rect">
            <a:avLst/>
          </a:prstGeom>
        </p:spPr>
      </p:pic>
      <p:sp>
        <p:nvSpPr>
          <p:cNvPr id="9" name="Rectangle 8">
            <a:extLst>
              <a:ext uri="{FF2B5EF4-FFF2-40B4-BE49-F238E27FC236}">
                <a16:creationId xmlns:a16="http://schemas.microsoft.com/office/drawing/2014/main" id="{C70E1604-042C-4459-1FE4-09058BDB18C5}"/>
              </a:ext>
            </a:extLst>
          </p:cNvPr>
          <p:cNvSpPr/>
          <p:nvPr/>
        </p:nvSpPr>
        <p:spPr>
          <a:xfrm>
            <a:off x="2138446" y="6131001"/>
            <a:ext cx="8029423" cy="553998"/>
          </a:xfrm>
          <a:prstGeom prst="rect">
            <a:avLst/>
          </a:prstGeom>
        </p:spPr>
        <p:txBody>
          <a:bodyPr wrap="square">
            <a:spAutoFit/>
          </a:bodyPr>
          <a:lstStyle/>
          <a:p>
            <a:r>
              <a:rPr lang="en-US" sz="1000" dirty="0">
                <a:solidFill>
                  <a:schemeClr val="tx1">
                    <a:lumMod val="50000"/>
                    <a:lumOff val="50000"/>
                  </a:schemeClr>
                </a:solidFill>
                <a:latin typeface="Arial Narrow" panose="020B0604020202020204" pitchFamily="34" charset="0"/>
                <a:cs typeface="Arial Narrow" panose="020B0604020202020204" pitchFamily="34" charset="0"/>
              </a:rPr>
              <a:t>*Online Certificates of Coverage will not generate for customers with no reported nationality and/or work location. Online Certificates of Coverage will not be available for customers with a reported nationality and/or work location in Iran, Syria, Ukraine, Cuba, North Sudan, or North Korea . Certificates of Coverage for expats in Germany, Russia, Turkey, Czech Republic, Switzerland, and Australia should continue to be requested through our Customer Service Team and will not be available online.</a:t>
            </a:r>
          </a:p>
        </p:txBody>
      </p:sp>
    </p:spTree>
    <p:extLst>
      <p:ext uri="{BB962C8B-B14F-4D97-AF65-F5344CB8AC3E}">
        <p14:creationId xmlns:p14="http://schemas.microsoft.com/office/powerpoint/2010/main" val="11930001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EF3511B-1389-3FCE-9A06-5B05FBFE7815}"/>
              </a:ext>
            </a:extLst>
          </p:cNvPr>
          <p:cNvSpPr/>
          <p:nvPr/>
        </p:nvSpPr>
        <p:spPr>
          <a:xfrm>
            <a:off x="0" y="1101144"/>
            <a:ext cx="12192000" cy="558841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F43E32-7573-6CFE-205E-0EB90F9F7274}"/>
              </a:ext>
            </a:extLst>
          </p:cNvPr>
          <p:cNvSpPr>
            <a:spLocks noGrp="1"/>
          </p:cNvSpPr>
          <p:nvPr>
            <p:ph type="title"/>
          </p:nvPr>
        </p:nvSpPr>
        <p:spPr>
          <a:xfrm>
            <a:off x="360000" y="359880"/>
            <a:ext cx="11473200" cy="1188000"/>
          </a:xfrm>
        </p:spPr>
        <p:txBody>
          <a:bodyPr/>
          <a:lstStyle/>
          <a:p>
            <a:r>
              <a:rPr lang="en-US" dirty="0"/>
              <a:t>Cigna Envoy: Mobile app</a:t>
            </a:r>
          </a:p>
        </p:txBody>
      </p:sp>
      <p:sp>
        <p:nvSpPr>
          <p:cNvPr id="5" name="Slide Number Placeholder 4">
            <a:extLst>
              <a:ext uri="{FF2B5EF4-FFF2-40B4-BE49-F238E27FC236}">
                <a16:creationId xmlns:a16="http://schemas.microsoft.com/office/drawing/2014/main" id="{670B75CF-CC4D-6E0F-AA0B-B5F7EB0977BC}"/>
              </a:ext>
            </a:extLst>
          </p:cNvPr>
          <p:cNvSpPr>
            <a:spLocks noGrp="1"/>
          </p:cNvSpPr>
          <p:nvPr>
            <p:ph type="sldNum" sz="quarter" idx="16"/>
          </p:nvPr>
        </p:nvSpPr>
        <p:spPr/>
        <p:txBody>
          <a:bodyPr/>
          <a:lstStyle/>
          <a:p>
            <a:fld id="{23AA811B-2EBD-4900-905E-5BE206449611}" type="slidenum">
              <a:rPr lang="en-US" smtClean="0"/>
              <a:pPr/>
              <a:t>21</a:t>
            </a:fld>
            <a:endParaRPr lang="en-US" dirty="0"/>
          </a:p>
        </p:txBody>
      </p:sp>
      <p:pic>
        <p:nvPicPr>
          <p:cNvPr id="29" name="Logo">
            <a:extLst>
              <a:ext uri="{FF2B5EF4-FFF2-40B4-BE49-F238E27FC236}">
                <a16:creationId xmlns:a16="http://schemas.microsoft.com/office/drawing/2014/main" id="{CCCEA2E2-C627-9416-E4CD-DDF7153850FA}"/>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360000" y="6067943"/>
            <a:ext cx="792000" cy="430177"/>
          </a:xfrm>
          <a:prstGeom prst="rect">
            <a:avLst/>
          </a:prstGeom>
        </p:spPr>
      </p:pic>
      <p:sp>
        <p:nvSpPr>
          <p:cNvPr id="4" name="Content Placeholder 3">
            <a:extLst>
              <a:ext uri="{FF2B5EF4-FFF2-40B4-BE49-F238E27FC236}">
                <a16:creationId xmlns:a16="http://schemas.microsoft.com/office/drawing/2014/main" id="{1659B200-CD79-5D3D-70E8-CBE63FE2CC19}"/>
              </a:ext>
            </a:extLst>
          </p:cNvPr>
          <p:cNvSpPr>
            <a:spLocks noGrp="1"/>
          </p:cNvSpPr>
          <p:nvPr>
            <p:ph idx="1"/>
          </p:nvPr>
        </p:nvSpPr>
        <p:spPr>
          <a:xfrm>
            <a:off x="360000" y="1548000"/>
            <a:ext cx="5596480" cy="4377600"/>
          </a:xfrm>
        </p:spPr>
        <p:txBody>
          <a:bodyPr/>
          <a:lstStyle/>
          <a:p>
            <a:pPr>
              <a:spcBef>
                <a:spcPts val="1200"/>
              </a:spcBef>
              <a:spcAft>
                <a:spcPts val="200"/>
              </a:spcAft>
            </a:pPr>
            <a:r>
              <a:rPr lang="en-US" dirty="0">
                <a:solidFill>
                  <a:schemeClr val="tx1"/>
                </a:solidFill>
              </a:rPr>
              <a:t>At Cigna Healthcare, we are dedicated to making sure you have quick and easy access to your Cigna Healthcare benefits and services anytime and anywhere you need them.</a:t>
            </a:r>
          </a:p>
          <a:p>
            <a:pPr>
              <a:spcBef>
                <a:spcPts val="1200"/>
              </a:spcBef>
              <a:spcAft>
                <a:spcPts val="200"/>
              </a:spcAft>
            </a:pPr>
            <a:r>
              <a:rPr lang="en-US" dirty="0">
                <a:solidFill>
                  <a:schemeClr val="tx1"/>
                </a:solidFill>
              </a:rPr>
              <a:t>That is why we created the Cigna Envoy mobile app. Cigna Envoy is the online source for your benefit needs and you can access it right on your smartphone.</a:t>
            </a:r>
          </a:p>
          <a:p>
            <a:pPr>
              <a:spcBef>
                <a:spcPts val="1200"/>
              </a:spcBef>
              <a:spcAft>
                <a:spcPts val="200"/>
              </a:spcAft>
            </a:pPr>
            <a:r>
              <a:rPr lang="en-US" dirty="0">
                <a:solidFill>
                  <a:schemeClr val="tx1"/>
                </a:solidFill>
              </a:rPr>
              <a:t>Navigate the mobile app by:</a:t>
            </a:r>
          </a:p>
          <a:p>
            <a:pPr lvl="1">
              <a:spcBef>
                <a:spcPts val="300"/>
              </a:spcBef>
              <a:buSzPct val="120000"/>
              <a:buFont typeface="Verdana" panose="020B0604030504040204" pitchFamily="34" charset="0"/>
              <a:buChar char="›"/>
            </a:pPr>
            <a:r>
              <a:rPr lang="en-US" dirty="0">
                <a:solidFill>
                  <a:schemeClr val="tx1"/>
                </a:solidFill>
              </a:rPr>
              <a:t>Using the Home screen options</a:t>
            </a:r>
          </a:p>
          <a:p>
            <a:pPr lvl="1">
              <a:spcBef>
                <a:spcPts val="300"/>
              </a:spcBef>
              <a:buSzPct val="120000"/>
              <a:buFont typeface="Verdana" panose="020B0604030504040204" pitchFamily="34" charset="0"/>
              <a:buChar char="›"/>
            </a:pPr>
            <a:r>
              <a:rPr lang="en-US" dirty="0">
                <a:solidFill>
                  <a:schemeClr val="tx1"/>
                </a:solidFill>
              </a:rPr>
              <a:t>For more options, access the Menu, in the top right corner.</a:t>
            </a:r>
          </a:p>
        </p:txBody>
      </p:sp>
      <p:grpSp>
        <p:nvGrpSpPr>
          <p:cNvPr id="3" name="object 20">
            <a:extLst>
              <a:ext uri="{FF2B5EF4-FFF2-40B4-BE49-F238E27FC236}">
                <a16:creationId xmlns:a16="http://schemas.microsoft.com/office/drawing/2014/main" id="{64ECEA75-776B-1C51-742B-AF5045305E12}"/>
              </a:ext>
            </a:extLst>
          </p:cNvPr>
          <p:cNvGrpSpPr/>
          <p:nvPr/>
        </p:nvGrpSpPr>
        <p:grpSpPr>
          <a:xfrm>
            <a:off x="6529094" y="525445"/>
            <a:ext cx="5187696" cy="5972555"/>
            <a:chOff x="6838187" y="579120"/>
            <a:chExt cx="5187696" cy="5972555"/>
          </a:xfrm>
        </p:grpSpPr>
        <p:pic>
          <p:nvPicPr>
            <p:cNvPr id="6" name="object 23">
              <a:extLst>
                <a:ext uri="{FF2B5EF4-FFF2-40B4-BE49-F238E27FC236}">
                  <a16:creationId xmlns:a16="http://schemas.microsoft.com/office/drawing/2014/main" id="{A86B13F8-D854-E518-231A-97BB95E3F5D2}"/>
                </a:ext>
              </a:extLst>
            </p:cNvPr>
            <p:cNvPicPr/>
            <p:nvPr/>
          </p:nvPicPr>
          <p:blipFill>
            <a:blip r:embed="rId4" cstate="print"/>
            <a:stretch>
              <a:fillRect/>
            </a:stretch>
          </p:blipFill>
          <p:spPr>
            <a:xfrm>
              <a:off x="8788907" y="1481328"/>
              <a:ext cx="3236976" cy="4631435"/>
            </a:xfrm>
            <a:prstGeom prst="rect">
              <a:avLst/>
            </a:prstGeom>
          </p:spPr>
        </p:pic>
        <p:pic>
          <p:nvPicPr>
            <p:cNvPr id="7" name="object 24">
              <a:extLst>
                <a:ext uri="{FF2B5EF4-FFF2-40B4-BE49-F238E27FC236}">
                  <a16:creationId xmlns:a16="http://schemas.microsoft.com/office/drawing/2014/main" id="{62689878-0AE6-D248-C3E5-FA3F85A91266}"/>
                </a:ext>
              </a:extLst>
            </p:cNvPr>
            <p:cNvPicPr/>
            <p:nvPr/>
          </p:nvPicPr>
          <p:blipFill>
            <a:blip r:embed="rId5" cstate="print"/>
            <a:stretch>
              <a:fillRect/>
            </a:stretch>
          </p:blipFill>
          <p:spPr>
            <a:xfrm>
              <a:off x="8892540" y="1569720"/>
              <a:ext cx="2901695" cy="4296155"/>
            </a:xfrm>
            <a:prstGeom prst="rect">
              <a:avLst/>
            </a:prstGeom>
          </p:spPr>
        </p:pic>
        <p:pic>
          <p:nvPicPr>
            <p:cNvPr id="8" name="object 25">
              <a:extLst>
                <a:ext uri="{FF2B5EF4-FFF2-40B4-BE49-F238E27FC236}">
                  <a16:creationId xmlns:a16="http://schemas.microsoft.com/office/drawing/2014/main" id="{0D4359F3-B525-0499-AD38-FF86D6D75EC3}"/>
                </a:ext>
              </a:extLst>
            </p:cNvPr>
            <p:cNvPicPr/>
            <p:nvPr/>
          </p:nvPicPr>
          <p:blipFill>
            <a:blip r:embed="rId6" cstate="print"/>
            <a:stretch>
              <a:fillRect/>
            </a:stretch>
          </p:blipFill>
          <p:spPr>
            <a:xfrm>
              <a:off x="6838187" y="579120"/>
              <a:ext cx="2031491" cy="5972555"/>
            </a:xfrm>
            <a:prstGeom prst="rect">
              <a:avLst/>
            </a:prstGeom>
          </p:spPr>
        </p:pic>
        <p:pic>
          <p:nvPicPr>
            <p:cNvPr id="9" name="object 26">
              <a:extLst>
                <a:ext uri="{FF2B5EF4-FFF2-40B4-BE49-F238E27FC236}">
                  <a16:creationId xmlns:a16="http://schemas.microsoft.com/office/drawing/2014/main" id="{08BDB287-7463-0965-83F7-B017E7957246}"/>
                </a:ext>
              </a:extLst>
            </p:cNvPr>
            <p:cNvPicPr/>
            <p:nvPr/>
          </p:nvPicPr>
          <p:blipFill>
            <a:blip r:embed="rId7" cstate="screen">
              <a:extLst>
                <a:ext uri="{28A0092B-C50C-407E-A947-70E740481C1C}">
                  <a14:useLocalDpi xmlns:a14="http://schemas.microsoft.com/office/drawing/2010/main"/>
                </a:ext>
              </a:extLst>
            </a:blip>
            <a:stretch>
              <a:fillRect/>
            </a:stretch>
          </p:blipFill>
          <p:spPr>
            <a:xfrm>
              <a:off x="6941820" y="667511"/>
              <a:ext cx="1696211" cy="5634235"/>
            </a:xfrm>
            <a:prstGeom prst="rect">
              <a:avLst/>
            </a:prstGeom>
          </p:spPr>
        </p:pic>
        <p:sp>
          <p:nvSpPr>
            <p:cNvPr id="11" name="object 27">
              <a:extLst>
                <a:ext uri="{FF2B5EF4-FFF2-40B4-BE49-F238E27FC236}">
                  <a16:creationId xmlns:a16="http://schemas.microsoft.com/office/drawing/2014/main" id="{098F7F83-217C-CEAE-374C-7B5E25753C09}"/>
                </a:ext>
              </a:extLst>
            </p:cNvPr>
            <p:cNvSpPr/>
            <p:nvPr/>
          </p:nvSpPr>
          <p:spPr>
            <a:xfrm>
              <a:off x="8087105" y="692657"/>
              <a:ext cx="551815" cy="314325"/>
            </a:xfrm>
            <a:custGeom>
              <a:avLst/>
              <a:gdLst/>
              <a:ahLst/>
              <a:cxnLst/>
              <a:rect l="l" t="t" r="r" b="b"/>
              <a:pathLst>
                <a:path w="551815" h="314325">
                  <a:moveTo>
                    <a:pt x="0" y="0"/>
                  </a:moveTo>
                  <a:lnTo>
                    <a:pt x="551688" y="0"/>
                  </a:lnTo>
                  <a:lnTo>
                    <a:pt x="551688" y="313943"/>
                  </a:lnTo>
                  <a:lnTo>
                    <a:pt x="0" y="313943"/>
                  </a:lnTo>
                  <a:lnTo>
                    <a:pt x="0" y="0"/>
                  </a:lnTo>
                  <a:close/>
                </a:path>
              </a:pathLst>
            </a:custGeom>
            <a:ln w="19812">
              <a:solidFill>
                <a:srgbClr val="E25203"/>
              </a:solidFill>
            </a:ln>
          </p:spPr>
          <p:txBody>
            <a:bodyPr wrap="square" lIns="0" tIns="0" rIns="0" bIns="0" rtlCol="0"/>
            <a:lstStyle/>
            <a:p>
              <a:endParaRPr/>
            </a:p>
          </p:txBody>
        </p:sp>
        <p:sp>
          <p:nvSpPr>
            <p:cNvPr id="12" name="object 28">
              <a:extLst>
                <a:ext uri="{FF2B5EF4-FFF2-40B4-BE49-F238E27FC236}">
                  <a16:creationId xmlns:a16="http://schemas.microsoft.com/office/drawing/2014/main" id="{439478F5-F97B-8287-D14E-5DEEB7B30F73}"/>
                </a:ext>
              </a:extLst>
            </p:cNvPr>
            <p:cNvSpPr/>
            <p:nvPr/>
          </p:nvSpPr>
          <p:spPr>
            <a:xfrm>
              <a:off x="8638793" y="849629"/>
              <a:ext cx="1706245" cy="657225"/>
            </a:xfrm>
            <a:custGeom>
              <a:avLst/>
              <a:gdLst/>
              <a:ahLst/>
              <a:cxnLst/>
              <a:rect l="l" t="t" r="r" b="b"/>
              <a:pathLst>
                <a:path w="1706245" h="657225">
                  <a:moveTo>
                    <a:pt x="0" y="0"/>
                  </a:moveTo>
                  <a:lnTo>
                    <a:pt x="1706156" y="0"/>
                  </a:lnTo>
                  <a:lnTo>
                    <a:pt x="1706156" y="656958"/>
                  </a:lnTo>
                </a:path>
              </a:pathLst>
            </a:custGeom>
            <a:ln w="19812">
              <a:solidFill>
                <a:srgbClr val="E25203"/>
              </a:solidFill>
              <a:prstDash val="sysDash"/>
            </a:ln>
          </p:spPr>
          <p:txBody>
            <a:bodyPr wrap="square" lIns="0" tIns="0" rIns="0" bIns="0" rtlCol="0"/>
            <a:lstStyle/>
            <a:p>
              <a:endParaRPr/>
            </a:p>
          </p:txBody>
        </p:sp>
        <p:sp>
          <p:nvSpPr>
            <p:cNvPr id="13" name="object 29">
              <a:extLst>
                <a:ext uri="{FF2B5EF4-FFF2-40B4-BE49-F238E27FC236}">
                  <a16:creationId xmlns:a16="http://schemas.microsoft.com/office/drawing/2014/main" id="{8A1F93E9-6682-0FD3-E509-98B9BD054725}"/>
                </a:ext>
              </a:extLst>
            </p:cNvPr>
            <p:cNvSpPr/>
            <p:nvPr/>
          </p:nvSpPr>
          <p:spPr>
            <a:xfrm>
              <a:off x="10306843" y="1493881"/>
              <a:ext cx="76200" cy="76200"/>
            </a:xfrm>
            <a:custGeom>
              <a:avLst/>
              <a:gdLst/>
              <a:ahLst/>
              <a:cxnLst/>
              <a:rect l="l" t="t" r="r" b="b"/>
              <a:pathLst>
                <a:path w="76200" h="76200">
                  <a:moveTo>
                    <a:pt x="76200" y="0"/>
                  </a:moveTo>
                  <a:lnTo>
                    <a:pt x="0" y="0"/>
                  </a:lnTo>
                  <a:lnTo>
                    <a:pt x="38100" y="76200"/>
                  </a:lnTo>
                  <a:lnTo>
                    <a:pt x="76200" y="0"/>
                  </a:lnTo>
                  <a:close/>
                </a:path>
              </a:pathLst>
            </a:custGeom>
            <a:solidFill>
              <a:srgbClr val="E25203"/>
            </a:solidFill>
          </p:spPr>
          <p:txBody>
            <a:bodyPr wrap="square" lIns="0" tIns="0" rIns="0" bIns="0" rtlCol="0"/>
            <a:lstStyle/>
            <a:p>
              <a:endParaRPr/>
            </a:p>
          </p:txBody>
        </p:sp>
      </p:grpSp>
    </p:spTree>
    <p:extLst>
      <p:ext uri="{BB962C8B-B14F-4D97-AF65-F5344CB8AC3E}">
        <p14:creationId xmlns:p14="http://schemas.microsoft.com/office/powerpoint/2010/main" val="24769946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A70CB-B9D7-8D0C-FF16-B22C9523A559}"/>
              </a:ext>
            </a:extLst>
          </p:cNvPr>
          <p:cNvSpPr>
            <a:spLocks noGrp="1"/>
          </p:cNvSpPr>
          <p:nvPr>
            <p:ph type="title"/>
          </p:nvPr>
        </p:nvSpPr>
        <p:spPr/>
        <p:txBody>
          <a:bodyPr/>
          <a:lstStyle/>
          <a:p>
            <a:r>
              <a:rPr lang="en-US" dirty="0"/>
              <a:t>Health and wellbeing support</a:t>
            </a:r>
          </a:p>
        </p:txBody>
      </p:sp>
      <p:sp>
        <p:nvSpPr>
          <p:cNvPr id="3" name="Slide Number Placeholder 2">
            <a:extLst>
              <a:ext uri="{FF2B5EF4-FFF2-40B4-BE49-F238E27FC236}">
                <a16:creationId xmlns:a16="http://schemas.microsoft.com/office/drawing/2014/main" id="{AA8AE9A7-0A90-23BB-1696-B50580D20103}"/>
              </a:ext>
            </a:extLst>
          </p:cNvPr>
          <p:cNvSpPr>
            <a:spLocks noGrp="1"/>
          </p:cNvSpPr>
          <p:nvPr>
            <p:ph type="sldNum" sz="quarter" idx="12"/>
          </p:nvPr>
        </p:nvSpPr>
        <p:spPr/>
        <p:txBody>
          <a:bodyPr/>
          <a:lstStyle/>
          <a:p>
            <a:fld id="{23AA811B-2EBD-4900-905E-5BE206449611}" type="slidenum">
              <a:rPr lang="en-US" smtClean="0"/>
              <a:pPr/>
              <a:t>22</a:t>
            </a:fld>
            <a:endParaRPr lang="en-US" dirty="0"/>
          </a:p>
        </p:txBody>
      </p:sp>
    </p:spTree>
    <p:extLst>
      <p:ext uri="{BB962C8B-B14F-4D97-AF65-F5344CB8AC3E}">
        <p14:creationId xmlns:p14="http://schemas.microsoft.com/office/powerpoint/2010/main" val="27693876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reeform 17">
            <a:extLst>
              <a:ext uri="{FF2B5EF4-FFF2-40B4-BE49-F238E27FC236}">
                <a16:creationId xmlns:a16="http://schemas.microsoft.com/office/drawing/2014/main" id="{2D57C6C0-CDAD-8F9B-F5CE-9E08FF17205B}"/>
              </a:ext>
            </a:extLst>
          </p:cNvPr>
          <p:cNvSpPr/>
          <p:nvPr/>
        </p:nvSpPr>
        <p:spPr>
          <a:xfrm>
            <a:off x="5731057" y="1"/>
            <a:ext cx="6459357" cy="6682095"/>
          </a:xfrm>
          <a:custGeom>
            <a:avLst/>
            <a:gdLst>
              <a:gd name="connsiteX0" fmla="*/ 299533 w 6629399"/>
              <a:gd name="connsiteY0" fmla="*/ 0 h 6858000"/>
              <a:gd name="connsiteX1" fmla="*/ 6629399 w 6629399"/>
              <a:gd name="connsiteY1" fmla="*/ 0 h 6858000"/>
              <a:gd name="connsiteX2" fmla="*/ 6629399 w 6629399"/>
              <a:gd name="connsiteY2" fmla="*/ 6858000 h 6858000"/>
              <a:gd name="connsiteX3" fmla="*/ 1167083 w 6629399"/>
              <a:gd name="connsiteY3" fmla="*/ 6858000 h 6858000"/>
              <a:gd name="connsiteX4" fmla="*/ 1090183 w 6629399"/>
              <a:gd name="connsiteY4" fmla="*/ 6720113 h 6858000"/>
              <a:gd name="connsiteX5" fmla="*/ 19 w 6629399"/>
              <a:gd name="connsiteY5" fmla="*/ 2329865 h 6858000"/>
              <a:gd name="connsiteX6" fmla="*/ 295192 w 6629399"/>
              <a:gd name="connsiteY6" fmla="*/ 1547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29399" h="6858000">
                <a:moveTo>
                  <a:pt x="299533" y="0"/>
                </a:moveTo>
                <a:lnTo>
                  <a:pt x="6629399" y="0"/>
                </a:lnTo>
                <a:lnTo>
                  <a:pt x="6629399" y="6858000"/>
                </a:lnTo>
                <a:lnTo>
                  <a:pt x="1167083" y="6858000"/>
                </a:lnTo>
                <a:lnTo>
                  <a:pt x="1090183" y="6720113"/>
                </a:lnTo>
                <a:cubicBezTo>
                  <a:pt x="391955" y="5412132"/>
                  <a:pt x="-3220" y="3917634"/>
                  <a:pt x="19" y="2329865"/>
                </a:cubicBezTo>
                <a:cubicBezTo>
                  <a:pt x="1647" y="1530430"/>
                  <a:pt x="104100" y="755011"/>
                  <a:pt x="295192" y="15474"/>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ctr">
            <a:noAutofit/>
          </a:bodyPr>
          <a:lstStyle/>
          <a:p>
            <a:pPr algn="ctr"/>
            <a:endParaRPr lang="en-US" sz="1600" dirty="0" err="1"/>
          </a:p>
        </p:txBody>
      </p:sp>
      <p:sp>
        <p:nvSpPr>
          <p:cNvPr id="19" name="Title 2">
            <a:extLst>
              <a:ext uri="{FF2B5EF4-FFF2-40B4-BE49-F238E27FC236}">
                <a16:creationId xmlns:a16="http://schemas.microsoft.com/office/drawing/2014/main" id="{742CA583-D1FE-9DAF-3B4D-469F2BC24E72}"/>
              </a:ext>
            </a:extLst>
          </p:cNvPr>
          <p:cNvSpPr txBox="1">
            <a:spLocks/>
          </p:cNvSpPr>
          <p:nvPr/>
        </p:nvSpPr>
        <p:spPr>
          <a:xfrm>
            <a:off x="361495" y="359999"/>
            <a:ext cx="5645629" cy="890451"/>
          </a:xfrm>
          <a:prstGeom prst="rect">
            <a:avLst/>
          </a:prstGeom>
        </p:spPr>
        <p:txBody>
          <a:bodyPr/>
          <a:lstStyle>
            <a:lvl1pPr algn="l" defTabSz="914126" rtl="0" eaLnBrk="1" latinLnBrk="0" hangingPunct="1">
              <a:lnSpc>
                <a:spcPct val="90000"/>
              </a:lnSpc>
              <a:spcBef>
                <a:spcPct val="0"/>
              </a:spcBef>
              <a:buNone/>
              <a:defRPr sz="3199" b="1" kern="1200">
                <a:solidFill>
                  <a:schemeClr val="accent1"/>
                </a:solidFill>
                <a:latin typeface="+mj-lt"/>
                <a:ea typeface="+mj-ea"/>
                <a:cs typeface="+mj-cs"/>
              </a:defRPr>
            </a:lvl1pPr>
          </a:lstStyle>
          <a:p>
            <a:r>
              <a:rPr lang="en-US" dirty="0"/>
              <a:t>Access care through global telehealth</a:t>
            </a:r>
            <a:endParaRPr lang="en-US" dirty="0">
              <a:solidFill>
                <a:srgbClr val="0033FF"/>
              </a:solidFill>
            </a:endParaRPr>
          </a:p>
        </p:txBody>
      </p:sp>
      <p:sp>
        <p:nvSpPr>
          <p:cNvPr id="20" name="Rectangle 19">
            <a:extLst>
              <a:ext uri="{FF2B5EF4-FFF2-40B4-BE49-F238E27FC236}">
                <a16:creationId xmlns:a16="http://schemas.microsoft.com/office/drawing/2014/main" id="{63EC6629-BF29-8253-A7C6-DDCCD50AA5E0}"/>
              </a:ext>
            </a:extLst>
          </p:cNvPr>
          <p:cNvSpPr/>
          <p:nvPr/>
        </p:nvSpPr>
        <p:spPr>
          <a:xfrm>
            <a:off x="6824420" y="836938"/>
            <a:ext cx="5365993" cy="413513"/>
          </a:xfrm>
          <a:prstGeom prst="rect">
            <a:avLst/>
          </a:prstGeom>
          <a:solidFill>
            <a:srgbClr val="A1F7A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defTabSz="342797"/>
            <a:r>
              <a:rPr lang="en-US" sz="1500" b="1" dirty="0">
                <a:solidFill>
                  <a:srgbClr val="110081"/>
                </a:solidFill>
                <a:latin typeface="Verdana" panose="020B0604030504040204" pitchFamily="34" charset="0"/>
                <a:ea typeface="Verdana" panose="020B0604030504040204" pitchFamily="34" charset="0"/>
                <a:cs typeface="Verdana" panose="020B0604030504040204" pitchFamily="34" charset="0"/>
              </a:rPr>
              <a:t>How can I use global telehealth?</a:t>
            </a:r>
          </a:p>
        </p:txBody>
      </p:sp>
      <p:sp>
        <p:nvSpPr>
          <p:cNvPr id="21" name="Rectangle 20">
            <a:extLst>
              <a:ext uri="{FF2B5EF4-FFF2-40B4-BE49-F238E27FC236}">
                <a16:creationId xmlns:a16="http://schemas.microsoft.com/office/drawing/2014/main" id="{795A4DA3-4C6A-6915-258C-533101CAE0D0}"/>
              </a:ext>
            </a:extLst>
          </p:cNvPr>
          <p:cNvSpPr/>
          <p:nvPr/>
        </p:nvSpPr>
        <p:spPr>
          <a:xfrm>
            <a:off x="2073530" y="6181176"/>
            <a:ext cx="4475659" cy="497025"/>
          </a:xfrm>
          <a:prstGeom prst="rect">
            <a:avLst/>
          </a:prstGeom>
        </p:spPr>
        <p:txBody>
          <a:bodyPr wrap="square" lIns="121886" tIns="60943" rIns="121886" bIns="60943">
            <a:spAutoFit/>
          </a:bodyPr>
          <a:lstStyle/>
          <a:p>
            <a:pPr marL="6349">
              <a:lnSpc>
                <a:spcPct val="90000"/>
              </a:lnSpc>
              <a:spcBef>
                <a:spcPts val="300"/>
              </a:spcBef>
              <a:buClr>
                <a:prstClr val="black">
                  <a:lumMod val="50000"/>
                  <a:lumOff val="50000"/>
                </a:prstClr>
              </a:buClr>
              <a:defRPr/>
            </a:pPr>
            <a:r>
              <a:rPr lang="en-US" sz="900" dirty="0">
                <a:solidFill>
                  <a:schemeClr val="bg1">
                    <a:lumMod val="50000"/>
                  </a:schemeClr>
                </a:solidFill>
                <a:latin typeface="Arial Narrow" panose="020B0604020202020204" pitchFamily="34" charset="0"/>
                <a:cs typeface="Arial Narrow" panose="020B0604020202020204" pitchFamily="34" charset="0"/>
              </a:rPr>
              <a:t>Global telehealth is provided by Teladoc, an independent company. Some  countries prohibit or limit the usage of telehealth. Telehealth may not be available  in all areas or jurisdictions. Terms and conditions may apply.</a:t>
            </a:r>
          </a:p>
        </p:txBody>
      </p:sp>
      <p:sp>
        <p:nvSpPr>
          <p:cNvPr id="22" name="Content Placeholder 7">
            <a:extLst>
              <a:ext uri="{FF2B5EF4-FFF2-40B4-BE49-F238E27FC236}">
                <a16:creationId xmlns:a16="http://schemas.microsoft.com/office/drawing/2014/main" id="{4E1D5E94-F2D2-D6AB-89A9-58416E3BA318}"/>
              </a:ext>
            </a:extLst>
          </p:cNvPr>
          <p:cNvSpPr txBox="1"/>
          <p:nvPr/>
        </p:nvSpPr>
        <p:spPr>
          <a:xfrm>
            <a:off x="6950312" y="1430173"/>
            <a:ext cx="5177523" cy="1272143"/>
          </a:xfrm>
          <a:prstGeom prst="rect">
            <a:avLst/>
          </a:prstGeom>
        </p:spPr>
        <p:txBody>
          <a:bodyPr wrap="square">
            <a:spAutoFit/>
          </a:bodyPr>
          <a:lstStyle>
            <a:lvl1pPr marL="233363" marR="0" indent="-233363" algn="l" defTabSz="1219170" rtl="0" eaLnBrk="1" fontAlgn="auto" latinLnBrk="0" hangingPunct="1">
              <a:lnSpc>
                <a:spcPct val="90000"/>
              </a:lnSpc>
              <a:spcBef>
                <a:spcPts val="1800"/>
              </a:spcBef>
              <a:spcAft>
                <a:spcPct val="0"/>
              </a:spcAft>
              <a:buClr>
                <a:srgbClr val="585859"/>
              </a:buClr>
              <a:buSzPct val="120000"/>
              <a:buFont typeface="Arial" pitchFamily="34" charset="0"/>
              <a:buChar char="›"/>
              <a:defRPr lang="en-US" sz="2400" b="0" kern="1200">
                <a:solidFill>
                  <a:schemeClr val="tx1"/>
                </a:solidFill>
                <a:latin typeface="+mn-lt"/>
                <a:ea typeface="+mn-ea"/>
                <a:cs typeface="+mn-cs"/>
              </a:defRPr>
            </a:lvl1pPr>
            <a:lvl2pPr marL="625475" indent="-225425" algn="l" defTabSz="1219170" rtl="0" eaLnBrk="1" latinLnBrk="0" hangingPunct="1">
              <a:lnSpc>
                <a:spcPct val="90000"/>
              </a:lnSpc>
              <a:spcBef>
                <a:spcPts val="1000"/>
              </a:spcBef>
              <a:buClr>
                <a:srgbClr val="585859"/>
              </a:buClr>
              <a:buSzTx/>
              <a:buFont typeface="Arial" pitchFamily="34" charset="0"/>
              <a:buChar char="•"/>
              <a:defRPr lang="en-US" sz="2400" kern="1200" baseline="0">
                <a:solidFill>
                  <a:schemeClr val="tx1"/>
                </a:solidFill>
                <a:latin typeface="+mn-lt"/>
                <a:ea typeface="+mn-ea"/>
                <a:cs typeface="+mn-cs"/>
              </a:defRPr>
            </a:lvl2pPr>
            <a:lvl3pPr marL="1027113" indent="-225425" algn="l" defTabSz="1219170" rtl="0" eaLnBrk="1" latinLnBrk="0" hangingPunct="1">
              <a:lnSpc>
                <a:spcPct val="90000"/>
              </a:lnSpc>
              <a:spcBef>
                <a:spcPts val="800"/>
              </a:spcBef>
              <a:buFont typeface="Arial" pitchFamily="34" charset="0"/>
              <a:buChar char="–"/>
              <a:defRPr lang="en-US" sz="2400" kern="1200">
                <a:solidFill>
                  <a:schemeClr val="tx1"/>
                </a:solidFill>
                <a:latin typeface="+mn-lt"/>
                <a:ea typeface="+mn-ea"/>
                <a:cs typeface="+mn-cs"/>
              </a:defRPr>
            </a:lvl3pPr>
            <a:lvl4pPr marL="1427163" indent="-212725" algn="l" defTabSz="1219170" rtl="0" eaLnBrk="1" latinLnBrk="0" hangingPunct="1">
              <a:lnSpc>
                <a:spcPct val="90000"/>
              </a:lnSpc>
              <a:spcBef>
                <a:spcPts val="800"/>
              </a:spcBef>
              <a:buFont typeface="Arial" pitchFamily="34" charset="0"/>
              <a:buChar char="▪"/>
              <a:defRPr lang="en-US" sz="2400" kern="1200">
                <a:solidFill>
                  <a:schemeClr val="tx1"/>
                </a:solidFill>
                <a:latin typeface="+mn-lt"/>
                <a:ea typeface="+mn-ea"/>
                <a:cs typeface="+mn-cs"/>
              </a:defRPr>
            </a:lvl4pPr>
            <a:lvl5pPr marL="1773238" indent="-192088" algn="l" defTabSz="1219170" rtl="0" eaLnBrk="1" latinLnBrk="0" hangingPunct="1">
              <a:lnSpc>
                <a:spcPct val="90000"/>
              </a:lnSpc>
              <a:spcBef>
                <a:spcPts val="800"/>
              </a:spcBef>
              <a:buFont typeface="Wingdings" panose="05000000000000000000" pitchFamily="2" charset="2"/>
              <a:buChar char=""/>
              <a:defRPr lang="en-US" sz="2400" kern="1200">
                <a:solidFill>
                  <a:schemeClr val="tx1"/>
                </a:solidFill>
                <a:latin typeface="+mn-lt"/>
                <a:ea typeface="+mn-ea"/>
                <a:cs typeface="+mn-cs"/>
              </a:defRPr>
            </a:lvl5pPr>
            <a:lvl6pPr marL="1941513" indent="-247650" algn="l" defTabSz="1219170" rtl="0" eaLnBrk="1" latinLnBrk="0" hangingPunct="1">
              <a:lnSpc>
                <a:spcPct val="90000"/>
              </a:lnSpc>
              <a:spcBef>
                <a:spcPts val="667"/>
              </a:spcBef>
              <a:buSzPct val="80000"/>
              <a:buFont typeface="Wingdings" panose="05000000000000000000" pitchFamily="2" charset="2"/>
              <a:buChar char="§"/>
              <a:defRPr lang="en-US"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itchFamily="34" charset="0"/>
              <a:buChar char="•"/>
              <a:defRPr sz="2400" kern="1200">
                <a:solidFill>
                  <a:schemeClr val="tx1"/>
                </a:solidFill>
                <a:latin typeface="+mn-lt"/>
                <a:ea typeface="+mn-ea"/>
                <a:cs typeface="+mn-cs"/>
              </a:defRPr>
            </a:lvl9pPr>
          </a:lstStyle>
          <a:p>
            <a:pPr marL="152362" indent="-152362">
              <a:lnSpc>
                <a:spcPct val="100000"/>
              </a:lnSpc>
              <a:spcBef>
                <a:spcPts val="800"/>
              </a:spcBef>
              <a:buClr>
                <a:srgbClr val="FFFFFF"/>
              </a:buClr>
              <a:buFont typeface="Arial" pitchFamily="34" charset="0"/>
              <a:buChar char="•"/>
            </a:pPr>
            <a:r>
              <a:rPr lang="en-US" sz="1400" dirty="0">
                <a:solidFill>
                  <a:srgbClr val="FFFFFF"/>
                </a:solidFill>
                <a:latin typeface="Verdana" panose="020B0604030504040204" pitchFamily="34" charset="0"/>
                <a:ea typeface="Verdana" panose="020B0604030504040204" pitchFamily="34" charset="0"/>
                <a:cs typeface="Verdana" panose="020B0604030504040204" pitchFamily="34" charset="0"/>
              </a:rPr>
              <a:t>Diagnosis for non-emergency health issues – ranging from acute conditions to complex chronic conditions and pediatric care</a:t>
            </a:r>
          </a:p>
          <a:p>
            <a:pPr marL="152362" indent="-152362">
              <a:lnSpc>
                <a:spcPct val="100000"/>
              </a:lnSpc>
              <a:spcBef>
                <a:spcPts val="800"/>
              </a:spcBef>
              <a:buClr>
                <a:srgbClr val="FFFFFF"/>
              </a:buClr>
              <a:buFont typeface="Arial" pitchFamily="34" charset="0"/>
              <a:buChar char="•"/>
            </a:pPr>
            <a:r>
              <a:rPr lang="en-US" sz="1400" dirty="0">
                <a:solidFill>
                  <a:srgbClr val="FFFFFF"/>
                </a:solidFill>
                <a:latin typeface="Verdana" panose="020B0604030504040204" pitchFamily="34" charset="0"/>
                <a:ea typeface="Verdana" panose="020B0604030504040204" pitchFamily="34" charset="0"/>
                <a:cs typeface="Verdana" panose="020B0604030504040204" pitchFamily="34" charset="0"/>
              </a:rPr>
              <a:t>Prescriptions on common health issues – when clinically necessary</a:t>
            </a:r>
          </a:p>
        </p:txBody>
      </p:sp>
      <p:sp>
        <p:nvSpPr>
          <p:cNvPr id="3" name="Slide Number Placeholder 4">
            <a:extLst>
              <a:ext uri="{FF2B5EF4-FFF2-40B4-BE49-F238E27FC236}">
                <a16:creationId xmlns:a16="http://schemas.microsoft.com/office/drawing/2014/main" id="{D6CC4258-27CE-B57D-C739-AF821BAC19AC}"/>
              </a:ext>
            </a:extLst>
          </p:cNvPr>
          <p:cNvSpPr txBox="1">
            <a:spLocks/>
          </p:cNvSpPr>
          <p:nvPr/>
        </p:nvSpPr>
        <p:spPr>
          <a:xfrm>
            <a:off x="11471799" y="6318000"/>
            <a:ext cx="359118" cy="180000"/>
          </a:xfrm>
          <a:custGeom>
            <a:avLst/>
            <a:gdLst>
              <a:gd name="connsiteX0" fmla="*/ 5932920 w 5932920"/>
              <a:gd name="connsiteY0" fmla="*/ 0 h 4272912"/>
              <a:gd name="connsiteX1" fmla="*/ 5202012 w 5932920"/>
              <a:gd name="connsiteY1" fmla="*/ 2208236 h 4272912"/>
              <a:gd name="connsiteX2" fmla="*/ 137840 w 5932920"/>
              <a:gd name="connsiteY2" fmla="*/ 4272912 h 4272912"/>
              <a:gd name="connsiteX3" fmla="*/ 859409 w 5932920"/>
              <a:gd name="connsiteY3" fmla="*/ 1179309 h 4272912"/>
              <a:gd name="connsiteX4" fmla="*/ 3088392 w 5932920"/>
              <a:gd name="connsiteY4" fmla="*/ 169213 h 4272912"/>
              <a:gd name="connsiteX5" fmla="*/ 5932920 w 5932920"/>
              <a:gd name="connsiteY5" fmla="*/ 0 h 4272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32920" h="4272912">
                <a:moveTo>
                  <a:pt x="5932920" y="0"/>
                </a:moveTo>
                <a:cubicBezTo>
                  <a:pt x="5802450" y="834331"/>
                  <a:pt x="5625560" y="1542572"/>
                  <a:pt x="5202012" y="2208236"/>
                </a:cubicBezTo>
                <a:cubicBezTo>
                  <a:pt x="4175279" y="3898187"/>
                  <a:pt x="1591966" y="3330503"/>
                  <a:pt x="137840" y="4272912"/>
                </a:cubicBezTo>
                <a:cubicBezTo>
                  <a:pt x="-181881" y="3223789"/>
                  <a:pt x="52965" y="2038749"/>
                  <a:pt x="859409" y="1179309"/>
                </a:cubicBezTo>
                <a:cubicBezTo>
                  <a:pt x="1462045" y="536843"/>
                  <a:pt x="2269588" y="197871"/>
                  <a:pt x="3088392" y="169213"/>
                </a:cubicBezTo>
                <a:cubicBezTo>
                  <a:pt x="3088392" y="169213"/>
                  <a:pt x="4928711" y="136190"/>
                  <a:pt x="5932920" y="0"/>
                </a:cubicBezTo>
                <a:close/>
              </a:path>
            </a:pathLst>
          </a:custGeom>
        </p:spPr>
        <p:txBody>
          <a:bodyPr vert="horz" wrap="square" lIns="0" tIns="0" rIns="0" bIns="0" rtlCol="0">
            <a:noAutofit/>
          </a:bodyPr>
          <a:lstStyle>
            <a:lvl1pPr marL="179946" indent="-179946" algn="l" defTabSz="914126" rtl="0" eaLnBrk="1" latinLnBrk="0" hangingPunct="1">
              <a:lnSpc>
                <a:spcPct val="100000"/>
              </a:lnSpc>
              <a:spcBef>
                <a:spcPts val="0"/>
              </a:spcBef>
              <a:spcAft>
                <a:spcPts val="600"/>
              </a:spcAft>
              <a:buFont typeface="Verdana" panose="020B0604030504040204" pitchFamily="34" charset="0"/>
              <a:buChar char="•"/>
              <a:defRPr sz="1000" kern="1200">
                <a:solidFill>
                  <a:schemeClr val="tx2"/>
                </a:solidFill>
                <a:latin typeface="+mn-lt"/>
                <a:ea typeface="+mn-ea"/>
                <a:cs typeface="+mn-cs"/>
              </a:defRPr>
            </a:lvl1pPr>
            <a:lvl2pPr marL="359892" indent="-179946" algn="l" defTabSz="914126" rtl="0" eaLnBrk="1" latinLnBrk="0" hangingPunct="1">
              <a:lnSpc>
                <a:spcPct val="100000"/>
              </a:lnSpc>
              <a:spcBef>
                <a:spcPts val="0"/>
              </a:spcBef>
              <a:spcAft>
                <a:spcPts val="600"/>
              </a:spcAft>
              <a:buSzPct val="80000"/>
              <a:buFont typeface="Verdana" panose="020B0604030504040204" pitchFamily="34" charset="0"/>
              <a:buChar char="&gt;"/>
              <a:defRPr sz="1600" kern="1200">
                <a:solidFill>
                  <a:schemeClr val="tx2"/>
                </a:solidFill>
                <a:latin typeface="+mn-lt"/>
                <a:ea typeface="+mn-ea"/>
                <a:cs typeface="+mn-cs"/>
              </a:defRPr>
            </a:lvl2pPr>
            <a:lvl3pPr marL="539838" indent="-179946" algn="l" defTabSz="914126" rtl="0" eaLnBrk="1" latinLnBrk="0" hangingPunct="1">
              <a:lnSpc>
                <a:spcPct val="100000"/>
              </a:lnSpc>
              <a:spcBef>
                <a:spcPts val="0"/>
              </a:spcBef>
              <a:spcAft>
                <a:spcPts val="600"/>
              </a:spcAft>
              <a:buSzPct val="80000"/>
              <a:buFont typeface="Verdana" panose="020B0604030504040204" pitchFamily="34" charset="0"/>
              <a:buChar char="-"/>
              <a:defRPr sz="1600" kern="1200">
                <a:solidFill>
                  <a:schemeClr val="tx2"/>
                </a:solidFill>
                <a:latin typeface="+mn-lt"/>
                <a:ea typeface="+mn-ea"/>
                <a:cs typeface="+mn-cs"/>
              </a:defRPr>
            </a:lvl3pPr>
            <a:lvl4pPr marL="0" indent="0" algn="l" defTabSz="914126" rtl="0" eaLnBrk="1" latinLnBrk="0" hangingPunct="1">
              <a:lnSpc>
                <a:spcPct val="100000"/>
              </a:lnSpc>
              <a:spcBef>
                <a:spcPts val="0"/>
              </a:spcBef>
              <a:spcAft>
                <a:spcPts val="1200"/>
              </a:spcAft>
              <a:buFont typeface="Verdana" panose="020B0604030504040204" pitchFamily="34" charset="0"/>
              <a:buChar char="​"/>
              <a:defRPr sz="1600" b="1" kern="1200">
                <a:solidFill>
                  <a:schemeClr val="tx2"/>
                </a:solidFill>
                <a:latin typeface="+mn-lt"/>
                <a:ea typeface="+mn-ea"/>
                <a:cs typeface="+mn-cs"/>
              </a:defRPr>
            </a:lvl4pPr>
            <a:lvl5pPr marL="0" indent="0" algn="l" defTabSz="914126" rtl="0" eaLnBrk="1" latinLnBrk="0" hangingPunct="1">
              <a:lnSpc>
                <a:spcPct val="100000"/>
              </a:lnSpc>
              <a:spcBef>
                <a:spcPts val="0"/>
              </a:spcBef>
              <a:spcAft>
                <a:spcPts val="1200"/>
              </a:spcAft>
              <a:buFont typeface="Verdana" panose="020B0604030504040204" pitchFamily="34" charset="0"/>
              <a:buChar char="​"/>
              <a:tabLst/>
              <a:defRPr sz="1600" kern="1200">
                <a:solidFill>
                  <a:schemeClr val="tx2"/>
                </a:solidFill>
                <a:latin typeface="+mn-lt"/>
                <a:ea typeface="+mn-ea"/>
                <a:cs typeface="+mn-cs"/>
              </a:defRPr>
            </a:lvl5pPr>
            <a:lvl6pPr marL="89973" indent="-89973" algn="l" defTabSz="914126" rtl="0" eaLnBrk="1" latinLnBrk="0" hangingPunct="1">
              <a:lnSpc>
                <a:spcPct val="120000"/>
              </a:lnSpc>
              <a:spcBef>
                <a:spcPts val="0"/>
              </a:spcBef>
              <a:spcAft>
                <a:spcPts val="600"/>
              </a:spcAft>
              <a:buFont typeface="Arial" panose="020B0604020202020204" pitchFamily="34" charset="0"/>
              <a:buChar char="•"/>
              <a:defRPr sz="1000" kern="1200">
                <a:solidFill>
                  <a:schemeClr val="tx2"/>
                </a:solidFill>
                <a:latin typeface="+mn-lt"/>
                <a:ea typeface="+mn-ea"/>
                <a:cs typeface="+mn-cs"/>
              </a:defRPr>
            </a:lvl6pPr>
            <a:lvl7pPr marL="0" indent="0" algn="l" defTabSz="914126" rtl="0" eaLnBrk="1" latinLnBrk="0" hangingPunct="1">
              <a:lnSpc>
                <a:spcPct val="120000"/>
              </a:lnSpc>
              <a:spcBef>
                <a:spcPts val="0"/>
              </a:spcBef>
              <a:spcAft>
                <a:spcPts val="600"/>
              </a:spcAft>
              <a:buFont typeface="Verdana" panose="020B0604030504040204" pitchFamily="34" charset="0"/>
              <a:buChar char="​"/>
              <a:defRPr sz="1000" b="1" kern="1200" baseline="0">
                <a:solidFill>
                  <a:schemeClr val="tx2"/>
                </a:solidFill>
                <a:latin typeface="+mn-lt"/>
                <a:ea typeface="+mn-ea"/>
                <a:cs typeface="+mn-cs"/>
              </a:defRPr>
            </a:lvl7pPr>
            <a:lvl8pPr marL="0" indent="0" algn="l" defTabSz="914126" rtl="0" eaLnBrk="1" latinLnBrk="0" hangingPunct="1">
              <a:lnSpc>
                <a:spcPct val="120000"/>
              </a:lnSpc>
              <a:spcBef>
                <a:spcPts val="0"/>
              </a:spcBef>
              <a:spcAft>
                <a:spcPts val="600"/>
              </a:spcAft>
              <a:buFont typeface="Verdana" panose="020B0604030504040204" pitchFamily="34" charset="0"/>
              <a:buChar char="​"/>
              <a:defRPr sz="1000" kern="1200">
                <a:solidFill>
                  <a:schemeClr val="tx2"/>
                </a:solidFill>
                <a:latin typeface="+mn-lt"/>
                <a:ea typeface="+mn-ea"/>
                <a:cs typeface="+mn-cs"/>
              </a:defRPr>
            </a:lvl8pPr>
            <a:lvl9pPr marL="0" indent="0" algn="l" defTabSz="914126" rtl="0" eaLnBrk="1" latinLnBrk="0" hangingPunct="1">
              <a:lnSpc>
                <a:spcPct val="90000"/>
              </a:lnSpc>
              <a:spcBef>
                <a:spcPts val="1200"/>
              </a:spcBef>
              <a:spcAft>
                <a:spcPts val="0"/>
              </a:spcAft>
              <a:buFont typeface="Verdana" panose="020B0604030504040204" pitchFamily="34" charset="0"/>
              <a:buChar char="​"/>
              <a:defRPr sz="4399" b="1" kern="1200" spc="-150" baseline="0">
                <a:solidFill>
                  <a:schemeClr val="accent1"/>
                </a:solidFill>
                <a:latin typeface="+mj-lt"/>
                <a:ea typeface="+mn-ea"/>
                <a:cs typeface="+mn-cs"/>
              </a:defRPr>
            </a:lvl9pPr>
          </a:lstStyle>
          <a:p>
            <a:pPr marL="0" indent="0" algn="r">
              <a:buNone/>
            </a:pPr>
            <a:fld id="{23AA811B-2EBD-4900-905E-5BE206449611}" type="slidenum">
              <a:rPr lang="en-US" sz="800" b="1">
                <a:solidFill>
                  <a:schemeClr val="bg1"/>
                </a:solidFill>
              </a:rPr>
              <a:pPr marL="0" indent="0" algn="r">
                <a:buNone/>
              </a:pPr>
              <a:t>23</a:t>
            </a:fld>
            <a:endParaRPr lang="en-US" sz="800" b="1" dirty="0">
              <a:solidFill>
                <a:schemeClr val="bg1"/>
              </a:solidFill>
            </a:endParaRPr>
          </a:p>
        </p:txBody>
      </p:sp>
      <p:pic>
        <p:nvPicPr>
          <p:cNvPr id="2" name="object 5">
            <a:extLst>
              <a:ext uri="{FF2B5EF4-FFF2-40B4-BE49-F238E27FC236}">
                <a16:creationId xmlns:a16="http://schemas.microsoft.com/office/drawing/2014/main" id="{E3E5DEC6-ABE9-E1C0-11C3-174B32B99130}"/>
              </a:ext>
            </a:extLst>
          </p:cNvPr>
          <p:cNvPicPr/>
          <p:nvPr/>
        </p:nvPicPr>
        <p:blipFill>
          <a:blip r:embed="rId2" cstate="print"/>
          <a:stretch>
            <a:fillRect/>
          </a:stretch>
        </p:blipFill>
        <p:spPr>
          <a:xfrm>
            <a:off x="4833477" y="1527013"/>
            <a:ext cx="2116835" cy="3954779"/>
          </a:xfrm>
          <a:prstGeom prst="rect">
            <a:avLst/>
          </a:prstGeom>
        </p:spPr>
      </p:pic>
      <p:pic>
        <p:nvPicPr>
          <p:cNvPr id="4" name="object 6">
            <a:extLst>
              <a:ext uri="{FF2B5EF4-FFF2-40B4-BE49-F238E27FC236}">
                <a16:creationId xmlns:a16="http://schemas.microsoft.com/office/drawing/2014/main" id="{61929E18-0838-2C6E-E74A-6F07B9BED946}"/>
              </a:ext>
            </a:extLst>
          </p:cNvPr>
          <p:cNvPicPr/>
          <p:nvPr/>
        </p:nvPicPr>
        <p:blipFill>
          <a:blip r:embed="rId3" cstate="print"/>
          <a:stretch>
            <a:fillRect/>
          </a:stretch>
        </p:blipFill>
        <p:spPr>
          <a:xfrm>
            <a:off x="4937109" y="1615406"/>
            <a:ext cx="1781555" cy="3619499"/>
          </a:xfrm>
          <a:prstGeom prst="rect">
            <a:avLst/>
          </a:prstGeom>
        </p:spPr>
      </p:pic>
      <p:pic>
        <p:nvPicPr>
          <p:cNvPr id="5" name="object 7">
            <a:extLst>
              <a:ext uri="{FF2B5EF4-FFF2-40B4-BE49-F238E27FC236}">
                <a16:creationId xmlns:a16="http://schemas.microsoft.com/office/drawing/2014/main" id="{D3C4DF52-AD95-FEE1-8BEA-428E8B9972F7}"/>
              </a:ext>
            </a:extLst>
          </p:cNvPr>
          <p:cNvPicPr/>
          <p:nvPr/>
        </p:nvPicPr>
        <p:blipFill>
          <a:blip r:embed="rId4" cstate="print"/>
          <a:stretch>
            <a:fillRect/>
          </a:stretch>
        </p:blipFill>
        <p:spPr>
          <a:xfrm>
            <a:off x="5017882" y="1996406"/>
            <a:ext cx="1626234" cy="2916935"/>
          </a:xfrm>
          <a:prstGeom prst="rect">
            <a:avLst/>
          </a:prstGeom>
        </p:spPr>
      </p:pic>
      <p:sp>
        <p:nvSpPr>
          <p:cNvPr id="6" name="Content Placeholder 3">
            <a:extLst>
              <a:ext uri="{FF2B5EF4-FFF2-40B4-BE49-F238E27FC236}">
                <a16:creationId xmlns:a16="http://schemas.microsoft.com/office/drawing/2014/main" id="{CBF8FD5B-D87F-F4A0-9EE6-30BFBF03D054}"/>
              </a:ext>
            </a:extLst>
          </p:cNvPr>
          <p:cNvSpPr txBox="1">
            <a:spLocks/>
          </p:cNvSpPr>
          <p:nvPr/>
        </p:nvSpPr>
        <p:spPr>
          <a:xfrm>
            <a:off x="379390" y="1527013"/>
            <a:ext cx="4596599" cy="4377600"/>
          </a:xfrm>
          <a:prstGeom prst="rect">
            <a:avLst/>
          </a:prstGeom>
        </p:spPr>
        <p:txBody>
          <a:bodyPr/>
          <a:lstStyle>
            <a:lvl1pPr marL="180000" indent="-180000" algn="l" defTabSz="914400" rtl="0" eaLnBrk="1" latinLnBrk="0" hangingPunct="1">
              <a:lnSpc>
                <a:spcPct val="100000"/>
              </a:lnSpc>
              <a:spcBef>
                <a:spcPts val="0"/>
              </a:spcBef>
              <a:spcAft>
                <a:spcPts val="600"/>
              </a:spcAft>
              <a:buFont typeface="Verdana" panose="020B0604030504040204" pitchFamily="34" charset="0"/>
              <a:buChar char="•"/>
              <a:defRPr sz="1600" kern="1200">
                <a:solidFill>
                  <a:schemeClr val="tx2"/>
                </a:solidFill>
                <a:latin typeface="+mn-lt"/>
                <a:ea typeface="+mn-ea"/>
                <a:cs typeface="+mn-cs"/>
              </a:defRPr>
            </a:lvl1pPr>
            <a:lvl2pPr marL="360000" indent="-180000" algn="l" defTabSz="914400" rtl="0" eaLnBrk="1" latinLnBrk="0" hangingPunct="1">
              <a:lnSpc>
                <a:spcPct val="100000"/>
              </a:lnSpc>
              <a:spcBef>
                <a:spcPts val="0"/>
              </a:spcBef>
              <a:spcAft>
                <a:spcPts val="600"/>
              </a:spcAft>
              <a:buSzPct val="80000"/>
              <a:buFont typeface="Verdana" panose="020B0604030504040204" pitchFamily="34" charset="0"/>
              <a:buChar char="&gt;"/>
              <a:defRPr sz="1600" kern="1200">
                <a:solidFill>
                  <a:schemeClr val="tx2"/>
                </a:solidFill>
                <a:latin typeface="+mn-lt"/>
                <a:ea typeface="+mn-ea"/>
                <a:cs typeface="+mn-cs"/>
              </a:defRPr>
            </a:lvl2pPr>
            <a:lvl3pPr marL="540000" indent="-180000" algn="l" defTabSz="914400" rtl="0" eaLnBrk="1" latinLnBrk="0" hangingPunct="1">
              <a:lnSpc>
                <a:spcPct val="100000"/>
              </a:lnSpc>
              <a:spcBef>
                <a:spcPts val="0"/>
              </a:spcBef>
              <a:spcAft>
                <a:spcPts val="600"/>
              </a:spcAft>
              <a:buSzPct val="80000"/>
              <a:buFont typeface="Verdana" panose="020B0604030504040204" pitchFamily="34" charset="0"/>
              <a:buChar char="-"/>
              <a:defRPr sz="1600" kern="1200">
                <a:solidFill>
                  <a:schemeClr val="tx2"/>
                </a:solidFill>
                <a:latin typeface="+mn-lt"/>
                <a:ea typeface="+mn-ea"/>
                <a:cs typeface="+mn-cs"/>
              </a:defRPr>
            </a:lvl3pPr>
            <a:lvl4pPr marL="0" indent="0" algn="l" defTabSz="914400" rtl="0" eaLnBrk="1" latinLnBrk="0" hangingPunct="1">
              <a:lnSpc>
                <a:spcPct val="100000"/>
              </a:lnSpc>
              <a:spcBef>
                <a:spcPts val="0"/>
              </a:spcBef>
              <a:spcAft>
                <a:spcPts val="1200"/>
              </a:spcAft>
              <a:buFont typeface="Verdana" panose="020B0604030504040204" pitchFamily="34" charset="0"/>
              <a:buChar char="​"/>
              <a:defRPr sz="1600" b="1" kern="1200">
                <a:solidFill>
                  <a:schemeClr val="tx2"/>
                </a:solidFill>
                <a:latin typeface="+mn-lt"/>
                <a:ea typeface="+mn-ea"/>
                <a:cs typeface="+mn-cs"/>
              </a:defRPr>
            </a:lvl4pPr>
            <a:lvl5pPr marL="0" indent="0" algn="l" defTabSz="914400" rtl="0" eaLnBrk="1" latinLnBrk="0" hangingPunct="1">
              <a:lnSpc>
                <a:spcPct val="100000"/>
              </a:lnSpc>
              <a:spcBef>
                <a:spcPts val="0"/>
              </a:spcBef>
              <a:spcAft>
                <a:spcPts val="1200"/>
              </a:spcAft>
              <a:buFont typeface="Verdana" panose="020B0604030504040204" pitchFamily="34" charset="0"/>
              <a:buChar char="​"/>
              <a:tabLst/>
              <a:defRPr sz="1600" kern="1200">
                <a:solidFill>
                  <a:schemeClr val="tx2"/>
                </a:solidFill>
                <a:latin typeface="+mn-lt"/>
                <a:ea typeface="+mn-ea"/>
                <a:cs typeface="+mn-cs"/>
              </a:defRPr>
            </a:lvl5pPr>
            <a:lvl6pPr marL="90000" indent="-90000" algn="l" defTabSz="914400" rtl="0" eaLnBrk="1" latinLnBrk="0" hangingPunct="1">
              <a:lnSpc>
                <a:spcPct val="120000"/>
              </a:lnSpc>
              <a:spcBef>
                <a:spcPts val="0"/>
              </a:spcBef>
              <a:spcAft>
                <a:spcPts val="600"/>
              </a:spcAft>
              <a:buFont typeface="Arial" panose="020B0604020202020204" pitchFamily="34" charset="0"/>
              <a:buChar char="•"/>
              <a:defRPr sz="1000" kern="1200">
                <a:solidFill>
                  <a:schemeClr val="tx2"/>
                </a:solidFill>
                <a:latin typeface="+mn-lt"/>
                <a:ea typeface="+mn-ea"/>
                <a:cs typeface="+mn-cs"/>
              </a:defRPr>
            </a:lvl6pPr>
            <a:lvl7pPr marL="0" indent="0" algn="l" defTabSz="914400" rtl="0" eaLnBrk="1" latinLnBrk="0" hangingPunct="1">
              <a:lnSpc>
                <a:spcPct val="120000"/>
              </a:lnSpc>
              <a:spcBef>
                <a:spcPts val="0"/>
              </a:spcBef>
              <a:spcAft>
                <a:spcPts val="600"/>
              </a:spcAft>
              <a:buFont typeface="Verdana" panose="020B060403050404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20000"/>
              </a:lnSpc>
              <a:spcBef>
                <a:spcPts val="0"/>
              </a:spcBef>
              <a:spcAft>
                <a:spcPts val="600"/>
              </a:spcAft>
              <a:buFont typeface="Verdana" panose="020B0604030504040204" pitchFamily="34" charset="0"/>
              <a:buChar char="​"/>
              <a:defRPr sz="1000" kern="1200">
                <a:solidFill>
                  <a:schemeClr val="tx2"/>
                </a:solidFill>
                <a:latin typeface="+mn-lt"/>
                <a:ea typeface="+mn-ea"/>
                <a:cs typeface="+mn-cs"/>
              </a:defRPr>
            </a:lvl8pPr>
            <a:lvl9pPr marL="0" indent="0" algn="l" defTabSz="914400" rtl="0" eaLnBrk="1" latinLnBrk="0" hangingPunct="1">
              <a:lnSpc>
                <a:spcPct val="90000"/>
              </a:lnSpc>
              <a:spcBef>
                <a:spcPts val="1200"/>
              </a:spcBef>
              <a:spcAft>
                <a:spcPts val="0"/>
              </a:spcAft>
              <a:buFont typeface="Verdana" panose="020B0604030504040204" pitchFamily="34" charset="0"/>
              <a:buChar char="​"/>
              <a:defRPr sz="4400" b="1" kern="1200" spc="-150" baseline="0">
                <a:solidFill>
                  <a:schemeClr val="accent1"/>
                </a:solidFill>
                <a:latin typeface="+mj-lt"/>
                <a:ea typeface="+mn-ea"/>
                <a:cs typeface="+mn-cs"/>
              </a:defRPr>
            </a:lvl9pPr>
          </a:lstStyle>
          <a:p>
            <a:pPr marL="0" indent="0">
              <a:buNone/>
            </a:pPr>
            <a:r>
              <a:rPr lang="en-US" b="1" dirty="0">
                <a:solidFill>
                  <a:schemeClr val="tx1"/>
                </a:solidFill>
              </a:rPr>
              <a:t>What is global telehealth?</a:t>
            </a:r>
          </a:p>
          <a:p>
            <a:r>
              <a:rPr lang="en-US" sz="1200" dirty="0">
                <a:solidFill>
                  <a:schemeClr val="tx1"/>
                </a:solidFill>
              </a:rPr>
              <a:t>Cigna Healthcare customers can see a licensed doctor with private, online and live appointments via a secure video or phone conversation. </a:t>
            </a:r>
            <a:r>
              <a:rPr lang="en-US" sz="1200" b="1" dirty="0">
                <a:solidFill>
                  <a:schemeClr val="tx1"/>
                </a:solidFill>
              </a:rPr>
              <a:t>Global telehealth </a:t>
            </a:r>
            <a:r>
              <a:rPr lang="en-US" sz="1200" dirty="0">
                <a:solidFill>
                  <a:schemeClr val="tx1"/>
                </a:solidFill>
              </a:rPr>
              <a:t>provides:</a:t>
            </a:r>
          </a:p>
          <a:p>
            <a:pPr lvl="1">
              <a:spcAft>
                <a:spcPts val="800"/>
              </a:spcAft>
              <a:buSzPct val="120000"/>
              <a:buFont typeface="Verdana" panose="020B0604030504040204" pitchFamily="34" charset="0"/>
              <a:buChar char="›"/>
            </a:pPr>
            <a:r>
              <a:rPr lang="en-US" sz="1200" dirty="0">
                <a:solidFill>
                  <a:schemeClr val="tx1"/>
                </a:solidFill>
              </a:rPr>
              <a:t>24/7/365 access to a doctor within 24-72 hours available globally in multiple languages</a:t>
            </a:r>
          </a:p>
          <a:p>
            <a:pPr lvl="1">
              <a:spcAft>
                <a:spcPts val="400"/>
              </a:spcAft>
              <a:buSzPct val="120000"/>
              <a:buFont typeface="Verdana" panose="020B0604030504040204" pitchFamily="34" charset="0"/>
              <a:buChar char="›"/>
            </a:pPr>
            <a:r>
              <a:rPr lang="en-US" sz="1200" dirty="0">
                <a:solidFill>
                  <a:schemeClr val="tx1"/>
                </a:solidFill>
              </a:rPr>
              <a:t>Access to board certified doctors - internal medicine, gastroenterology, orthopedics, mental health specialists and pediatricians</a:t>
            </a:r>
          </a:p>
          <a:p>
            <a:pPr lvl="1">
              <a:spcAft>
                <a:spcPts val="800"/>
              </a:spcAft>
              <a:buSzPct val="120000"/>
              <a:buFont typeface="Verdana" panose="020B0604030504040204" pitchFamily="34" charset="0"/>
              <a:buChar char="›"/>
            </a:pPr>
            <a:r>
              <a:rPr lang="en-US" sz="1200" dirty="0">
                <a:solidFill>
                  <a:schemeClr val="tx1"/>
                </a:solidFill>
              </a:rPr>
              <a:t>Affordable and convenient alternative to doctor or clinic visits – with no deductibles or coinsurance, and no need to leave the house</a:t>
            </a:r>
          </a:p>
          <a:p>
            <a:pPr lvl="1">
              <a:spcAft>
                <a:spcPts val="800"/>
              </a:spcAft>
              <a:buSzPct val="120000"/>
              <a:buFont typeface="Verdana" panose="020B0604030504040204" pitchFamily="34" charset="0"/>
              <a:buChar char="›"/>
            </a:pPr>
            <a:r>
              <a:rPr lang="en-US" sz="1200" dirty="0">
                <a:solidFill>
                  <a:schemeClr val="tx1"/>
                </a:solidFill>
              </a:rPr>
              <a:t>Mobile app access to real-time scheduling</a:t>
            </a:r>
          </a:p>
        </p:txBody>
      </p:sp>
    </p:spTree>
    <p:extLst>
      <p:ext uri="{BB962C8B-B14F-4D97-AF65-F5344CB8AC3E}">
        <p14:creationId xmlns:p14="http://schemas.microsoft.com/office/powerpoint/2010/main" val="8519422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reeform 17">
            <a:extLst>
              <a:ext uri="{FF2B5EF4-FFF2-40B4-BE49-F238E27FC236}">
                <a16:creationId xmlns:a16="http://schemas.microsoft.com/office/drawing/2014/main" id="{2D57C6C0-CDAD-8F9B-F5CE-9E08FF17205B}"/>
              </a:ext>
            </a:extLst>
          </p:cNvPr>
          <p:cNvSpPr/>
          <p:nvPr/>
        </p:nvSpPr>
        <p:spPr>
          <a:xfrm>
            <a:off x="5731057" y="1"/>
            <a:ext cx="6459357" cy="6682095"/>
          </a:xfrm>
          <a:custGeom>
            <a:avLst/>
            <a:gdLst>
              <a:gd name="connsiteX0" fmla="*/ 299533 w 6629399"/>
              <a:gd name="connsiteY0" fmla="*/ 0 h 6858000"/>
              <a:gd name="connsiteX1" fmla="*/ 6629399 w 6629399"/>
              <a:gd name="connsiteY1" fmla="*/ 0 h 6858000"/>
              <a:gd name="connsiteX2" fmla="*/ 6629399 w 6629399"/>
              <a:gd name="connsiteY2" fmla="*/ 6858000 h 6858000"/>
              <a:gd name="connsiteX3" fmla="*/ 1167083 w 6629399"/>
              <a:gd name="connsiteY3" fmla="*/ 6858000 h 6858000"/>
              <a:gd name="connsiteX4" fmla="*/ 1090183 w 6629399"/>
              <a:gd name="connsiteY4" fmla="*/ 6720113 h 6858000"/>
              <a:gd name="connsiteX5" fmla="*/ 19 w 6629399"/>
              <a:gd name="connsiteY5" fmla="*/ 2329865 h 6858000"/>
              <a:gd name="connsiteX6" fmla="*/ 295192 w 6629399"/>
              <a:gd name="connsiteY6" fmla="*/ 1547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29399" h="6858000">
                <a:moveTo>
                  <a:pt x="299533" y="0"/>
                </a:moveTo>
                <a:lnTo>
                  <a:pt x="6629399" y="0"/>
                </a:lnTo>
                <a:lnTo>
                  <a:pt x="6629399" y="6858000"/>
                </a:lnTo>
                <a:lnTo>
                  <a:pt x="1167083" y="6858000"/>
                </a:lnTo>
                <a:lnTo>
                  <a:pt x="1090183" y="6720113"/>
                </a:lnTo>
                <a:cubicBezTo>
                  <a:pt x="391955" y="5412132"/>
                  <a:pt x="-3220" y="3917634"/>
                  <a:pt x="19" y="2329865"/>
                </a:cubicBezTo>
                <a:cubicBezTo>
                  <a:pt x="1647" y="1530430"/>
                  <a:pt x="104100" y="755011"/>
                  <a:pt x="295192" y="15474"/>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ctr">
            <a:noAutofit/>
          </a:bodyPr>
          <a:lstStyle/>
          <a:p>
            <a:pPr algn="ctr"/>
            <a:endParaRPr lang="en-US" sz="1600" dirty="0" err="1"/>
          </a:p>
        </p:txBody>
      </p:sp>
      <p:sp>
        <p:nvSpPr>
          <p:cNvPr id="19" name="Title 2">
            <a:extLst>
              <a:ext uri="{FF2B5EF4-FFF2-40B4-BE49-F238E27FC236}">
                <a16:creationId xmlns:a16="http://schemas.microsoft.com/office/drawing/2014/main" id="{742CA583-D1FE-9DAF-3B4D-469F2BC24E72}"/>
              </a:ext>
            </a:extLst>
          </p:cNvPr>
          <p:cNvSpPr txBox="1">
            <a:spLocks/>
          </p:cNvSpPr>
          <p:nvPr/>
        </p:nvSpPr>
        <p:spPr>
          <a:xfrm>
            <a:off x="361495" y="359999"/>
            <a:ext cx="5645629" cy="890451"/>
          </a:xfrm>
          <a:prstGeom prst="rect">
            <a:avLst/>
          </a:prstGeom>
        </p:spPr>
        <p:txBody>
          <a:bodyPr/>
          <a:lstStyle>
            <a:lvl1pPr algn="l" defTabSz="914126" rtl="0" eaLnBrk="1" latinLnBrk="0" hangingPunct="1">
              <a:lnSpc>
                <a:spcPct val="90000"/>
              </a:lnSpc>
              <a:spcBef>
                <a:spcPct val="0"/>
              </a:spcBef>
              <a:buNone/>
              <a:defRPr sz="3199" b="1" kern="1200">
                <a:solidFill>
                  <a:schemeClr val="accent1"/>
                </a:solidFill>
                <a:latin typeface="+mj-lt"/>
                <a:ea typeface="+mj-ea"/>
                <a:cs typeface="+mj-cs"/>
              </a:defRPr>
            </a:lvl1pPr>
          </a:lstStyle>
          <a:p>
            <a:r>
              <a:rPr lang="en-US" dirty="0"/>
              <a:t>Guided Health Advisor</a:t>
            </a:r>
            <a:endParaRPr lang="en-US" dirty="0">
              <a:solidFill>
                <a:srgbClr val="0033FF"/>
              </a:solidFill>
            </a:endParaRPr>
          </a:p>
        </p:txBody>
      </p:sp>
      <p:sp>
        <p:nvSpPr>
          <p:cNvPr id="20" name="Rectangle 19">
            <a:extLst>
              <a:ext uri="{FF2B5EF4-FFF2-40B4-BE49-F238E27FC236}">
                <a16:creationId xmlns:a16="http://schemas.microsoft.com/office/drawing/2014/main" id="{63EC6629-BF29-8253-A7C6-DDCCD50AA5E0}"/>
              </a:ext>
            </a:extLst>
          </p:cNvPr>
          <p:cNvSpPr/>
          <p:nvPr/>
        </p:nvSpPr>
        <p:spPr>
          <a:xfrm>
            <a:off x="6606862" y="360000"/>
            <a:ext cx="5583551" cy="890452"/>
          </a:xfrm>
          <a:prstGeom prst="rect">
            <a:avLst/>
          </a:prstGeom>
          <a:solidFill>
            <a:srgbClr val="A1F7A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defTabSz="342797"/>
            <a:r>
              <a:rPr lang="en-US" sz="1500" b="1" dirty="0">
                <a:solidFill>
                  <a:srgbClr val="110081"/>
                </a:solidFill>
                <a:latin typeface="Verdana" panose="020B0604030504040204" pitchFamily="34" charset="0"/>
                <a:ea typeface="Verdana" panose="020B0604030504040204" pitchFamily="34" charset="0"/>
                <a:cs typeface="Verdana" panose="020B0604030504040204" pitchFamily="34" charset="0"/>
              </a:rPr>
              <a:t>There are two ways to access the questionnaire, depending on whether you have received your Cigna Healthcare ID card</a:t>
            </a:r>
          </a:p>
        </p:txBody>
      </p:sp>
      <p:sp>
        <p:nvSpPr>
          <p:cNvPr id="21" name="Rectangle 20">
            <a:extLst>
              <a:ext uri="{FF2B5EF4-FFF2-40B4-BE49-F238E27FC236}">
                <a16:creationId xmlns:a16="http://schemas.microsoft.com/office/drawing/2014/main" id="{795A4DA3-4C6A-6915-258C-533101CAE0D0}"/>
              </a:ext>
            </a:extLst>
          </p:cNvPr>
          <p:cNvSpPr/>
          <p:nvPr/>
        </p:nvSpPr>
        <p:spPr>
          <a:xfrm>
            <a:off x="2022014" y="6434370"/>
            <a:ext cx="4750890" cy="247726"/>
          </a:xfrm>
          <a:prstGeom prst="rect">
            <a:avLst/>
          </a:prstGeom>
        </p:spPr>
        <p:txBody>
          <a:bodyPr wrap="square" lIns="121886" tIns="60943" rIns="121886" bIns="60943">
            <a:spAutoFit/>
          </a:bodyPr>
          <a:lstStyle/>
          <a:p>
            <a:pPr marL="6349">
              <a:lnSpc>
                <a:spcPct val="90000"/>
              </a:lnSpc>
              <a:spcBef>
                <a:spcPts val="300"/>
              </a:spcBef>
              <a:buClr>
                <a:prstClr val="black">
                  <a:lumMod val="50000"/>
                  <a:lumOff val="50000"/>
                </a:prstClr>
              </a:buClr>
              <a:defRPr/>
            </a:pPr>
            <a:r>
              <a:rPr lang="en-US" sz="900" dirty="0">
                <a:solidFill>
                  <a:schemeClr val="bg1">
                    <a:lumMod val="50000"/>
                  </a:schemeClr>
                </a:solidFill>
                <a:latin typeface="Arial Narrow" panose="020B0604020202020204" pitchFamily="34" charset="0"/>
                <a:cs typeface="Arial Narrow" panose="020B0604020202020204" pitchFamily="34" charset="0"/>
              </a:rPr>
              <a:t>*You must select “yes” to the consent box in order to be contacted by the Cigna Healthcare Clinical Team</a:t>
            </a:r>
          </a:p>
        </p:txBody>
      </p:sp>
      <p:sp>
        <p:nvSpPr>
          <p:cNvPr id="22" name="Content Placeholder 7">
            <a:extLst>
              <a:ext uri="{FF2B5EF4-FFF2-40B4-BE49-F238E27FC236}">
                <a16:creationId xmlns:a16="http://schemas.microsoft.com/office/drawing/2014/main" id="{4E1D5E94-F2D2-D6AB-89A9-58416E3BA318}"/>
              </a:ext>
            </a:extLst>
          </p:cNvPr>
          <p:cNvSpPr txBox="1"/>
          <p:nvPr/>
        </p:nvSpPr>
        <p:spPr>
          <a:xfrm>
            <a:off x="6918654" y="1372217"/>
            <a:ext cx="5177523" cy="4447371"/>
          </a:xfrm>
          <a:prstGeom prst="rect">
            <a:avLst/>
          </a:prstGeom>
        </p:spPr>
        <p:txBody>
          <a:bodyPr wrap="square">
            <a:spAutoFit/>
          </a:bodyPr>
          <a:lstStyle>
            <a:lvl1pPr marL="233363" marR="0" indent="-233363" algn="l" defTabSz="1219170" rtl="0" eaLnBrk="1" fontAlgn="auto" latinLnBrk="0" hangingPunct="1">
              <a:lnSpc>
                <a:spcPct val="90000"/>
              </a:lnSpc>
              <a:spcBef>
                <a:spcPts val="1800"/>
              </a:spcBef>
              <a:spcAft>
                <a:spcPct val="0"/>
              </a:spcAft>
              <a:buClr>
                <a:srgbClr val="585859"/>
              </a:buClr>
              <a:buSzPct val="120000"/>
              <a:buFont typeface="Arial" pitchFamily="34" charset="0"/>
              <a:buChar char="›"/>
              <a:defRPr lang="en-US" sz="2400" b="0" kern="1200">
                <a:solidFill>
                  <a:schemeClr val="tx1"/>
                </a:solidFill>
                <a:latin typeface="+mn-lt"/>
                <a:ea typeface="+mn-ea"/>
                <a:cs typeface="+mn-cs"/>
              </a:defRPr>
            </a:lvl1pPr>
            <a:lvl2pPr marL="625475" indent="-225425" algn="l" defTabSz="1219170" rtl="0" eaLnBrk="1" latinLnBrk="0" hangingPunct="1">
              <a:lnSpc>
                <a:spcPct val="90000"/>
              </a:lnSpc>
              <a:spcBef>
                <a:spcPts val="1000"/>
              </a:spcBef>
              <a:buClr>
                <a:srgbClr val="585859"/>
              </a:buClr>
              <a:buSzTx/>
              <a:buFont typeface="Arial" pitchFamily="34" charset="0"/>
              <a:buChar char="•"/>
              <a:defRPr lang="en-US" sz="2400" kern="1200" baseline="0">
                <a:solidFill>
                  <a:schemeClr val="tx1"/>
                </a:solidFill>
                <a:latin typeface="+mn-lt"/>
                <a:ea typeface="+mn-ea"/>
                <a:cs typeface="+mn-cs"/>
              </a:defRPr>
            </a:lvl2pPr>
            <a:lvl3pPr marL="1027113" indent="-225425" algn="l" defTabSz="1219170" rtl="0" eaLnBrk="1" latinLnBrk="0" hangingPunct="1">
              <a:lnSpc>
                <a:spcPct val="90000"/>
              </a:lnSpc>
              <a:spcBef>
                <a:spcPts val="800"/>
              </a:spcBef>
              <a:buFont typeface="Arial" pitchFamily="34" charset="0"/>
              <a:buChar char="–"/>
              <a:defRPr lang="en-US" sz="2400" kern="1200">
                <a:solidFill>
                  <a:schemeClr val="tx1"/>
                </a:solidFill>
                <a:latin typeface="+mn-lt"/>
                <a:ea typeface="+mn-ea"/>
                <a:cs typeface="+mn-cs"/>
              </a:defRPr>
            </a:lvl3pPr>
            <a:lvl4pPr marL="1427163" indent="-212725" algn="l" defTabSz="1219170" rtl="0" eaLnBrk="1" latinLnBrk="0" hangingPunct="1">
              <a:lnSpc>
                <a:spcPct val="90000"/>
              </a:lnSpc>
              <a:spcBef>
                <a:spcPts val="800"/>
              </a:spcBef>
              <a:buFont typeface="Arial" pitchFamily="34" charset="0"/>
              <a:buChar char="▪"/>
              <a:defRPr lang="en-US" sz="2400" kern="1200">
                <a:solidFill>
                  <a:schemeClr val="tx1"/>
                </a:solidFill>
                <a:latin typeface="+mn-lt"/>
                <a:ea typeface="+mn-ea"/>
                <a:cs typeface="+mn-cs"/>
              </a:defRPr>
            </a:lvl4pPr>
            <a:lvl5pPr marL="1773238" indent="-192088" algn="l" defTabSz="1219170" rtl="0" eaLnBrk="1" latinLnBrk="0" hangingPunct="1">
              <a:lnSpc>
                <a:spcPct val="90000"/>
              </a:lnSpc>
              <a:spcBef>
                <a:spcPts val="800"/>
              </a:spcBef>
              <a:buFont typeface="Wingdings" panose="05000000000000000000" pitchFamily="2" charset="2"/>
              <a:buChar char=""/>
              <a:defRPr lang="en-US" sz="2400" kern="1200">
                <a:solidFill>
                  <a:schemeClr val="tx1"/>
                </a:solidFill>
                <a:latin typeface="+mn-lt"/>
                <a:ea typeface="+mn-ea"/>
                <a:cs typeface="+mn-cs"/>
              </a:defRPr>
            </a:lvl5pPr>
            <a:lvl6pPr marL="1941513" indent="-247650" algn="l" defTabSz="1219170" rtl="0" eaLnBrk="1" latinLnBrk="0" hangingPunct="1">
              <a:lnSpc>
                <a:spcPct val="90000"/>
              </a:lnSpc>
              <a:spcBef>
                <a:spcPts val="667"/>
              </a:spcBef>
              <a:buSzPct val="80000"/>
              <a:buFont typeface="Wingdings" panose="05000000000000000000" pitchFamily="2" charset="2"/>
              <a:buChar char="§"/>
              <a:defRPr lang="en-US"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itchFamily="34" charset="0"/>
              <a:buChar char="•"/>
              <a:defRPr sz="2400" kern="1200">
                <a:solidFill>
                  <a:schemeClr val="tx1"/>
                </a:solidFill>
                <a:latin typeface="+mn-lt"/>
                <a:ea typeface="+mn-ea"/>
                <a:cs typeface="+mn-cs"/>
              </a:defRPr>
            </a:lvl9pPr>
          </a:lstStyle>
          <a:p>
            <a:pPr marL="0" indent="0">
              <a:lnSpc>
                <a:spcPct val="100000"/>
              </a:lnSpc>
              <a:spcBef>
                <a:spcPts val="800"/>
              </a:spcBef>
              <a:buClr>
                <a:srgbClr val="FFFFFF"/>
              </a:buClr>
              <a:buNone/>
            </a:pPr>
            <a:r>
              <a:rPr lang="en-US" sz="1600" b="1" dirty="0">
                <a:solidFill>
                  <a:srgbClr val="FFFFFF"/>
                </a:solidFill>
                <a:latin typeface="Verdana" panose="020B0604030504040204" pitchFamily="34" charset="0"/>
                <a:ea typeface="Verdana" panose="020B0604030504040204" pitchFamily="34" charset="0"/>
                <a:cs typeface="Verdana" panose="020B0604030504040204" pitchFamily="34" charset="0"/>
              </a:rPr>
              <a:t>With ID card</a:t>
            </a:r>
          </a:p>
          <a:p>
            <a:pPr marL="152362" indent="-152362">
              <a:lnSpc>
                <a:spcPct val="100000"/>
              </a:lnSpc>
              <a:spcBef>
                <a:spcPts val="800"/>
              </a:spcBef>
              <a:buClr>
                <a:srgbClr val="FFFFFF"/>
              </a:buClr>
              <a:buFont typeface="Arial" pitchFamily="34" charset="0"/>
              <a:buChar char="•"/>
            </a:pPr>
            <a:r>
              <a:rPr lang="en-US" sz="1400" dirty="0">
                <a:solidFill>
                  <a:srgbClr val="FFFFFF"/>
                </a:solidFill>
                <a:latin typeface="Verdana" panose="020B0604030504040204" pitchFamily="34" charset="0"/>
                <a:ea typeface="Verdana" panose="020B0604030504040204" pitchFamily="34" charset="0"/>
                <a:cs typeface="Verdana" panose="020B0604030504040204" pitchFamily="34" charset="0"/>
              </a:rPr>
              <a:t>Visit </a:t>
            </a:r>
            <a:r>
              <a:rPr lang="en-US" sz="1400" b="1" dirty="0">
                <a:solidFill>
                  <a:schemeClr val="bg1"/>
                </a:solidFill>
                <a:latin typeface="Verdana" panose="020B0604030504040204" pitchFamily="34" charset="0"/>
                <a:ea typeface="Verdana" panose="020B0604030504040204" pitchFamily="34" charset="0"/>
                <a:cs typeface="Verdana" panose="020B0604030504040204" pitchFamily="34" charset="0"/>
                <a:hlinkClick r:id="rId2">
                  <a:extLst>
                    <a:ext uri="{A12FA001-AC4F-418D-AE19-62706E023703}">
                      <ahyp:hlinkClr xmlns:ahyp="http://schemas.microsoft.com/office/drawing/2018/hyperlinkcolor" val="tx"/>
                    </a:ext>
                  </a:extLst>
                </a:hlinkClick>
              </a:rPr>
              <a:t>CignaEnvoy.com </a:t>
            </a:r>
            <a:r>
              <a:rPr lang="en-US" sz="1400" dirty="0">
                <a:solidFill>
                  <a:srgbClr val="FFFFFF"/>
                </a:solidFill>
                <a:latin typeface="Verdana" panose="020B0604030504040204" pitchFamily="34" charset="0"/>
                <a:ea typeface="Verdana" panose="020B0604030504040204" pitchFamily="34" charset="0"/>
                <a:cs typeface="Verdana" panose="020B0604030504040204" pitchFamily="34" charset="0"/>
              </a:rPr>
              <a:t>and select ‘</a:t>
            </a:r>
            <a:r>
              <a:rPr lang="en-US" sz="1400" b="1" dirty="0">
                <a:solidFill>
                  <a:srgbClr val="FFFFFF"/>
                </a:solidFill>
                <a:latin typeface="Verdana" panose="020B0604030504040204" pitchFamily="34" charset="0"/>
                <a:ea typeface="Verdana" panose="020B0604030504040204" pitchFamily="34" charset="0"/>
                <a:cs typeface="Verdana" panose="020B0604030504040204" pitchFamily="34" charset="0"/>
              </a:rPr>
              <a:t>I have an existing login</a:t>
            </a:r>
            <a:r>
              <a:rPr lang="en-US" sz="1400" dirty="0">
                <a:solidFill>
                  <a:srgbClr val="FFFFFF"/>
                </a:solidFill>
                <a:latin typeface="Verdana" panose="020B0604030504040204" pitchFamily="34" charset="0"/>
                <a:ea typeface="Verdana" panose="020B0604030504040204" pitchFamily="34" charset="0"/>
                <a:cs typeface="Verdana" panose="020B0604030504040204" pitchFamily="34" charset="0"/>
              </a:rPr>
              <a:t>’. If you have not yet registered for Cigna Envoy, select ‘</a:t>
            </a:r>
            <a:r>
              <a:rPr lang="en-US" sz="1400" b="1" dirty="0">
                <a:solidFill>
                  <a:srgbClr val="FFFFFF"/>
                </a:solidFill>
                <a:latin typeface="Verdana" panose="020B0604030504040204" pitchFamily="34" charset="0"/>
                <a:ea typeface="Verdana" panose="020B0604030504040204" pitchFamily="34" charset="0"/>
                <a:cs typeface="Verdana" panose="020B0604030504040204" pitchFamily="34" charset="0"/>
              </a:rPr>
              <a:t>I have not registered yet</a:t>
            </a:r>
            <a:r>
              <a:rPr lang="en-US" sz="1400" dirty="0">
                <a:solidFill>
                  <a:srgbClr val="FFFFFF"/>
                </a:solidFill>
                <a:latin typeface="Verdana" panose="020B0604030504040204" pitchFamily="34" charset="0"/>
                <a:ea typeface="Verdana" panose="020B0604030504040204" pitchFamily="34" charset="0"/>
                <a:cs typeface="Verdana" panose="020B0604030504040204" pitchFamily="34" charset="0"/>
              </a:rPr>
              <a:t>’ and follow the prompts.</a:t>
            </a:r>
          </a:p>
          <a:p>
            <a:pPr marL="152362" indent="-152362">
              <a:lnSpc>
                <a:spcPct val="100000"/>
              </a:lnSpc>
              <a:spcBef>
                <a:spcPts val="800"/>
              </a:spcBef>
              <a:buClr>
                <a:srgbClr val="FFFFFF"/>
              </a:buClr>
              <a:buFont typeface="Arial" pitchFamily="34" charset="0"/>
              <a:buChar char="•"/>
            </a:pPr>
            <a:r>
              <a:rPr lang="en-US" sz="1400" dirty="0">
                <a:solidFill>
                  <a:srgbClr val="FFFFFF"/>
                </a:solidFill>
                <a:latin typeface="Verdana" panose="020B0604030504040204" pitchFamily="34" charset="0"/>
                <a:ea typeface="Verdana" panose="020B0604030504040204" pitchFamily="34" charset="0"/>
                <a:cs typeface="Verdana" panose="020B0604030504040204" pitchFamily="34" charset="0"/>
              </a:rPr>
              <a:t>Select ‘</a:t>
            </a:r>
            <a:r>
              <a:rPr lang="en-US" sz="1400" b="1" dirty="0">
                <a:solidFill>
                  <a:srgbClr val="FFFFFF"/>
                </a:solidFill>
                <a:latin typeface="Verdana" panose="020B0604030504040204" pitchFamily="34" charset="0"/>
                <a:ea typeface="Verdana" panose="020B0604030504040204" pitchFamily="34" charset="0"/>
                <a:cs typeface="Verdana" panose="020B0604030504040204" pitchFamily="34" charset="0"/>
              </a:rPr>
              <a:t>Health and Wellbeing</a:t>
            </a:r>
            <a:r>
              <a:rPr lang="en-US" sz="1400" dirty="0">
                <a:solidFill>
                  <a:srgbClr val="FFFFFF"/>
                </a:solidFill>
                <a:latin typeface="Verdana" panose="020B0604030504040204" pitchFamily="34" charset="0"/>
                <a:ea typeface="Verdana" panose="020B0604030504040204" pitchFamily="34" charset="0"/>
                <a:cs typeface="Verdana" panose="020B0604030504040204" pitchFamily="34" charset="0"/>
              </a:rPr>
              <a:t>’ then ‘</a:t>
            </a:r>
            <a:r>
              <a:rPr lang="en-US" sz="1400" b="1" dirty="0">
                <a:solidFill>
                  <a:srgbClr val="FFFFFF"/>
                </a:solidFill>
                <a:latin typeface="Verdana" panose="020B0604030504040204" pitchFamily="34" charset="0"/>
                <a:ea typeface="Verdana" panose="020B0604030504040204" pitchFamily="34" charset="0"/>
                <a:cs typeface="Verdana" panose="020B0604030504040204" pitchFamily="34" charset="0"/>
              </a:rPr>
              <a:t>What to Know When Travelling &amp; Relocating</a:t>
            </a:r>
            <a:r>
              <a:rPr lang="en-US" sz="1400" dirty="0">
                <a:solidFill>
                  <a:srgbClr val="FFFFFF"/>
                </a:solidFill>
                <a:latin typeface="Verdana" panose="020B0604030504040204" pitchFamily="34" charset="0"/>
                <a:ea typeface="Verdana" panose="020B0604030504040204" pitchFamily="34" charset="0"/>
                <a:cs typeface="Verdana" panose="020B0604030504040204" pitchFamily="34" charset="0"/>
              </a:rPr>
              <a:t>’. The pre-departure medical assessment will be the first option.</a:t>
            </a:r>
          </a:p>
          <a:p>
            <a:pPr marL="0" indent="0">
              <a:lnSpc>
                <a:spcPct val="100000"/>
              </a:lnSpc>
              <a:buClr>
                <a:srgbClr val="FFFFFF"/>
              </a:buClr>
              <a:buNone/>
            </a:pPr>
            <a:r>
              <a:rPr lang="en-US" sz="1600" b="1" dirty="0">
                <a:solidFill>
                  <a:srgbClr val="FFFFFF"/>
                </a:solidFill>
                <a:latin typeface="Verdana" panose="020B0604030504040204" pitchFamily="34" charset="0"/>
                <a:ea typeface="Verdana" panose="020B0604030504040204" pitchFamily="34" charset="0"/>
                <a:cs typeface="Verdana" panose="020B0604030504040204" pitchFamily="34" charset="0"/>
              </a:rPr>
              <a:t>Without ID card</a:t>
            </a:r>
          </a:p>
          <a:p>
            <a:pPr marL="152362" indent="-152362">
              <a:lnSpc>
                <a:spcPct val="100000"/>
              </a:lnSpc>
              <a:spcBef>
                <a:spcPts val="800"/>
              </a:spcBef>
              <a:buClr>
                <a:srgbClr val="FFFFFF"/>
              </a:buClr>
              <a:buFont typeface="Arial" pitchFamily="34" charset="0"/>
              <a:buChar char="•"/>
            </a:pPr>
            <a:r>
              <a:rPr lang="en-US" sz="1400" dirty="0">
                <a:solidFill>
                  <a:srgbClr val="FFFFFF"/>
                </a:solidFill>
                <a:latin typeface="Verdana" panose="020B0604030504040204" pitchFamily="34" charset="0"/>
                <a:ea typeface="Verdana" panose="020B0604030504040204" pitchFamily="34" charset="0"/>
                <a:cs typeface="Verdana" panose="020B0604030504040204" pitchFamily="34" charset="0"/>
              </a:rPr>
              <a:t>Visit </a:t>
            </a:r>
            <a:r>
              <a:rPr lang="en-US" sz="1400" dirty="0">
                <a:solidFill>
                  <a:schemeClr val="bg1"/>
                </a:solidFill>
                <a:latin typeface="Verdana" panose="020B0604030504040204" pitchFamily="34" charset="0"/>
                <a:ea typeface="Verdana" panose="020B0604030504040204" pitchFamily="34" charset="0"/>
                <a:cs typeface="Verdana" panose="020B0604030504040204" pitchFamily="34" charset="0"/>
                <a:hlinkClick r:id="rId2">
                  <a:extLst>
                    <a:ext uri="{A12FA001-AC4F-418D-AE19-62706E023703}">
                      <ahyp:hlinkClr xmlns:ahyp="http://schemas.microsoft.com/office/drawing/2018/hyperlinkcolor" val="tx"/>
                    </a:ext>
                  </a:extLst>
                </a:hlinkClick>
              </a:rPr>
              <a:t>CignaEnvoy.com</a:t>
            </a:r>
            <a:r>
              <a:rPr lang="en-US" sz="1400" dirty="0">
                <a:solidFill>
                  <a:srgbClr val="FFFFFF"/>
                </a:solidFill>
                <a:latin typeface="Verdana" panose="020B0604030504040204" pitchFamily="34" charset="0"/>
                <a:ea typeface="Verdana" panose="020B0604030504040204" pitchFamily="34" charset="0"/>
                <a:cs typeface="Verdana" panose="020B0604030504040204" pitchFamily="34" charset="0"/>
              </a:rPr>
              <a:t> and select ‘I do not have a ‘</a:t>
            </a:r>
            <a:r>
              <a:rPr lang="en-US" sz="1400" b="1" dirty="0">
                <a:solidFill>
                  <a:srgbClr val="FFFFFF"/>
                </a:solidFill>
                <a:latin typeface="Verdana" panose="020B0604030504040204" pitchFamily="34" charset="0"/>
                <a:ea typeface="Verdana" panose="020B0604030504040204" pitchFamily="34" charset="0"/>
                <a:cs typeface="Verdana" panose="020B0604030504040204" pitchFamily="34" charset="0"/>
              </a:rPr>
              <a:t>Cigna Healthcare ID/Pre-assignment tools</a:t>
            </a:r>
            <a:r>
              <a:rPr lang="en-US" sz="1400" dirty="0">
                <a:solidFill>
                  <a:srgbClr val="FFFFFF"/>
                </a:solidFill>
                <a:latin typeface="Verdana" panose="020B0604030504040204" pitchFamily="34" charset="0"/>
                <a:ea typeface="Verdana" panose="020B0604030504040204" pitchFamily="34" charset="0"/>
                <a:cs typeface="Verdana" panose="020B0604030504040204" pitchFamily="34" charset="0"/>
              </a:rPr>
              <a:t>’. Log in with your client ID number and password below:</a:t>
            </a:r>
          </a:p>
          <a:p>
            <a:pPr marL="544474" lvl="1" indent="-152362">
              <a:lnSpc>
                <a:spcPct val="100000"/>
              </a:lnSpc>
              <a:spcBef>
                <a:spcPts val="800"/>
              </a:spcBef>
              <a:buClr>
                <a:srgbClr val="FFFFFF"/>
              </a:buClr>
            </a:pPr>
            <a:r>
              <a:rPr lang="en-US" sz="1400" dirty="0">
                <a:solidFill>
                  <a:srgbClr val="FFFFFF"/>
                </a:solidFill>
                <a:latin typeface="Verdana" panose="020B0604030504040204" pitchFamily="34" charset="0"/>
                <a:ea typeface="Verdana" panose="020B0604030504040204" pitchFamily="34" charset="0"/>
                <a:cs typeface="Verdana" panose="020B0604030504040204" pitchFamily="34" charset="0"/>
              </a:rPr>
              <a:t>User ID: PAR10123A</a:t>
            </a:r>
            <a:endParaRPr lang="en-US" sz="1400" dirty="0">
              <a:solidFill>
                <a:srgbClr val="FF0000"/>
              </a:solidFill>
              <a:latin typeface="Verdana" panose="020B0604030504040204" pitchFamily="34" charset="0"/>
              <a:ea typeface="Verdana" panose="020B0604030504040204" pitchFamily="34" charset="0"/>
              <a:cs typeface="Verdana" panose="020B0604030504040204" pitchFamily="34" charset="0"/>
            </a:endParaRPr>
          </a:p>
          <a:p>
            <a:pPr marL="544474" lvl="1" indent="-152362">
              <a:lnSpc>
                <a:spcPct val="100000"/>
              </a:lnSpc>
              <a:spcBef>
                <a:spcPts val="800"/>
              </a:spcBef>
              <a:buClr>
                <a:srgbClr val="FFFFFF"/>
              </a:buClr>
            </a:pPr>
            <a:r>
              <a:rPr lang="en-US" sz="1400" dirty="0">
                <a:solidFill>
                  <a:srgbClr val="FFFFFF"/>
                </a:solidFill>
                <a:latin typeface="Verdana" panose="020B0604030504040204" pitchFamily="34" charset="0"/>
                <a:ea typeface="Verdana" panose="020B0604030504040204" pitchFamily="34" charset="0"/>
                <a:cs typeface="Verdana" panose="020B0604030504040204" pitchFamily="34" charset="0"/>
              </a:rPr>
              <a:t>Password: 10123APAR (password is case sensitive)</a:t>
            </a:r>
          </a:p>
          <a:p>
            <a:pPr marL="152362" indent="-152362">
              <a:lnSpc>
                <a:spcPct val="100000"/>
              </a:lnSpc>
              <a:spcBef>
                <a:spcPts val="800"/>
              </a:spcBef>
              <a:buClr>
                <a:srgbClr val="FFFFFF"/>
              </a:buClr>
              <a:buFont typeface="Arial" pitchFamily="34" charset="0"/>
              <a:buChar char="•"/>
            </a:pPr>
            <a:endParaRPr lang="en-US" sz="1400" dirty="0">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sp>
        <p:nvSpPr>
          <p:cNvPr id="3" name="Slide Number Placeholder 4">
            <a:extLst>
              <a:ext uri="{FF2B5EF4-FFF2-40B4-BE49-F238E27FC236}">
                <a16:creationId xmlns:a16="http://schemas.microsoft.com/office/drawing/2014/main" id="{D6CC4258-27CE-B57D-C739-AF821BAC19AC}"/>
              </a:ext>
            </a:extLst>
          </p:cNvPr>
          <p:cNvSpPr txBox="1">
            <a:spLocks/>
          </p:cNvSpPr>
          <p:nvPr/>
        </p:nvSpPr>
        <p:spPr>
          <a:xfrm>
            <a:off x="11471799" y="6318000"/>
            <a:ext cx="359118" cy="180000"/>
          </a:xfrm>
          <a:custGeom>
            <a:avLst/>
            <a:gdLst>
              <a:gd name="connsiteX0" fmla="*/ 5932920 w 5932920"/>
              <a:gd name="connsiteY0" fmla="*/ 0 h 4272912"/>
              <a:gd name="connsiteX1" fmla="*/ 5202012 w 5932920"/>
              <a:gd name="connsiteY1" fmla="*/ 2208236 h 4272912"/>
              <a:gd name="connsiteX2" fmla="*/ 137840 w 5932920"/>
              <a:gd name="connsiteY2" fmla="*/ 4272912 h 4272912"/>
              <a:gd name="connsiteX3" fmla="*/ 859409 w 5932920"/>
              <a:gd name="connsiteY3" fmla="*/ 1179309 h 4272912"/>
              <a:gd name="connsiteX4" fmla="*/ 3088392 w 5932920"/>
              <a:gd name="connsiteY4" fmla="*/ 169213 h 4272912"/>
              <a:gd name="connsiteX5" fmla="*/ 5932920 w 5932920"/>
              <a:gd name="connsiteY5" fmla="*/ 0 h 4272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32920" h="4272912">
                <a:moveTo>
                  <a:pt x="5932920" y="0"/>
                </a:moveTo>
                <a:cubicBezTo>
                  <a:pt x="5802450" y="834331"/>
                  <a:pt x="5625560" y="1542572"/>
                  <a:pt x="5202012" y="2208236"/>
                </a:cubicBezTo>
                <a:cubicBezTo>
                  <a:pt x="4175279" y="3898187"/>
                  <a:pt x="1591966" y="3330503"/>
                  <a:pt x="137840" y="4272912"/>
                </a:cubicBezTo>
                <a:cubicBezTo>
                  <a:pt x="-181881" y="3223789"/>
                  <a:pt x="52965" y="2038749"/>
                  <a:pt x="859409" y="1179309"/>
                </a:cubicBezTo>
                <a:cubicBezTo>
                  <a:pt x="1462045" y="536843"/>
                  <a:pt x="2269588" y="197871"/>
                  <a:pt x="3088392" y="169213"/>
                </a:cubicBezTo>
                <a:cubicBezTo>
                  <a:pt x="3088392" y="169213"/>
                  <a:pt x="4928711" y="136190"/>
                  <a:pt x="5932920" y="0"/>
                </a:cubicBezTo>
                <a:close/>
              </a:path>
            </a:pathLst>
          </a:custGeom>
        </p:spPr>
        <p:txBody>
          <a:bodyPr vert="horz" wrap="square" lIns="0" tIns="0" rIns="0" bIns="0" rtlCol="0">
            <a:noAutofit/>
          </a:bodyPr>
          <a:lstStyle>
            <a:lvl1pPr marL="179946" indent="-179946" algn="l" defTabSz="914126" rtl="0" eaLnBrk="1" latinLnBrk="0" hangingPunct="1">
              <a:lnSpc>
                <a:spcPct val="100000"/>
              </a:lnSpc>
              <a:spcBef>
                <a:spcPts val="0"/>
              </a:spcBef>
              <a:spcAft>
                <a:spcPts val="600"/>
              </a:spcAft>
              <a:buFont typeface="Verdana" panose="020B0604030504040204" pitchFamily="34" charset="0"/>
              <a:buChar char="•"/>
              <a:defRPr sz="1000" kern="1200">
                <a:solidFill>
                  <a:schemeClr val="tx2"/>
                </a:solidFill>
                <a:latin typeface="+mn-lt"/>
                <a:ea typeface="+mn-ea"/>
                <a:cs typeface="+mn-cs"/>
              </a:defRPr>
            </a:lvl1pPr>
            <a:lvl2pPr marL="359892" indent="-179946" algn="l" defTabSz="914126" rtl="0" eaLnBrk="1" latinLnBrk="0" hangingPunct="1">
              <a:lnSpc>
                <a:spcPct val="100000"/>
              </a:lnSpc>
              <a:spcBef>
                <a:spcPts val="0"/>
              </a:spcBef>
              <a:spcAft>
                <a:spcPts val="600"/>
              </a:spcAft>
              <a:buSzPct val="80000"/>
              <a:buFont typeface="Verdana" panose="020B0604030504040204" pitchFamily="34" charset="0"/>
              <a:buChar char="&gt;"/>
              <a:defRPr sz="1600" kern="1200">
                <a:solidFill>
                  <a:schemeClr val="tx2"/>
                </a:solidFill>
                <a:latin typeface="+mn-lt"/>
                <a:ea typeface="+mn-ea"/>
                <a:cs typeface="+mn-cs"/>
              </a:defRPr>
            </a:lvl2pPr>
            <a:lvl3pPr marL="539838" indent="-179946" algn="l" defTabSz="914126" rtl="0" eaLnBrk="1" latinLnBrk="0" hangingPunct="1">
              <a:lnSpc>
                <a:spcPct val="100000"/>
              </a:lnSpc>
              <a:spcBef>
                <a:spcPts val="0"/>
              </a:spcBef>
              <a:spcAft>
                <a:spcPts val="600"/>
              </a:spcAft>
              <a:buSzPct val="80000"/>
              <a:buFont typeface="Verdana" panose="020B0604030504040204" pitchFamily="34" charset="0"/>
              <a:buChar char="-"/>
              <a:defRPr sz="1600" kern="1200">
                <a:solidFill>
                  <a:schemeClr val="tx2"/>
                </a:solidFill>
                <a:latin typeface="+mn-lt"/>
                <a:ea typeface="+mn-ea"/>
                <a:cs typeface="+mn-cs"/>
              </a:defRPr>
            </a:lvl3pPr>
            <a:lvl4pPr marL="0" indent="0" algn="l" defTabSz="914126" rtl="0" eaLnBrk="1" latinLnBrk="0" hangingPunct="1">
              <a:lnSpc>
                <a:spcPct val="100000"/>
              </a:lnSpc>
              <a:spcBef>
                <a:spcPts val="0"/>
              </a:spcBef>
              <a:spcAft>
                <a:spcPts val="1200"/>
              </a:spcAft>
              <a:buFont typeface="Verdana" panose="020B0604030504040204" pitchFamily="34" charset="0"/>
              <a:buChar char="​"/>
              <a:defRPr sz="1600" b="1" kern="1200">
                <a:solidFill>
                  <a:schemeClr val="tx2"/>
                </a:solidFill>
                <a:latin typeface="+mn-lt"/>
                <a:ea typeface="+mn-ea"/>
                <a:cs typeface="+mn-cs"/>
              </a:defRPr>
            </a:lvl4pPr>
            <a:lvl5pPr marL="0" indent="0" algn="l" defTabSz="914126" rtl="0" eaLnBrk="1" latinLnBrk="0" hangingPunct="1">
              <a:lnSpc>
                <a:spcPct val="100000"/>
              </a:lnSpc>
              <a:spcBef>
                <a:spcPts val="0"/>
              </a:spcBef>
              <a:spcAft>
                <a:spcPts val="1200"/>
              </a:spcAft>
              <a:buFont typeface="Verdana" panose="020B0604030504040204" pitchFamily="34" charset="0"/>
              <a:buChar char="​"/>
              <a:tabLst/>
              <a:defRPr sz="1600" kern="1200">
                <a:solidFill>
                  <a:schemeClr val="tx2"/>
                </a:solidFill>
                <a:latin typeface="+mn-lt"/>
                <a:ea typeface="+mn-ea"/>
                <a:cs typeface="+mn-cs"/>
              </a:defRPr>
            </a:lvl5pPr>
            <a:lvl6pPr marL="89973" indent="-89973" algn="l" defTabSz="914126" rtl="0" eaLnBrk="1" latinLnBrk="0" hangingPunct="1">
              <a:lnSpc>
                <a:spcPct val="120000"/>
              </a:lnSpc>
              <a:spcBef>
                <a:spcPts val="0"/>
              </a:spcBef>
              <a:spcAft>
                <a:spcPts val="600"/>
              </a:spcAft>
              <a:buFont typeface="Arial" panose="020B0604020202020204" pitchFamily="34" charset="0"/>
              <a:buChar char="•"/>
              <a:defRPr sz="1000" kern="1200">
                <a:solidFill>
                  <a:schemeClr val="tx2"/>
                </a:solidFill>
                <a:latin typeface="+mn-lt"/>
                <a:ea typeface="+mn-ea"/>
                <a:cs typeface="+mn-cs"/>
              </a:defRPr>
            </a:lvl6pPr>
            <a:lvl7pPr marL="0" indent="0" algn="l" defTabSz="914126" rtl="0" eaLnBrk="1" latinLnBrk="0" hangingPunct="1">
              <a:lnSpc>
                <a:spcPct val="120000"/>
              </a:lnSpc>
              <a:spcBef>
                <a:spcPts val="0"/>
              </a:spcBef>
              <a:spcAft>
                <a:spcPts val="600"/>
              </a:spcAft>
              <a:buFont typeface="Verdana" panose="020B0604030504040204" pitchFamily="34" charset="0"/>
              <a:buChar char="​"/>
              <a:defRPr sz="1000" b="1" kern="1200" baseline="0">
                <a:solidFill>
                  <a:schemeClr val="tx2"/>
                </a:solidFill>
                <a:latin typeface="+mn-lt"/>
                <a:ea typeface="+mn-ea"/>
                <a:cs typeface="+mn-cs"/>
              </a:defRPr>
            </a:lvl7pPr>
            <a:lvl8pPr marL="0" indent="0" algn="l" defTabSz="914126" rtl="0" eaLnBrk="1" latinLnBrk="0" hangingPunct="1">
              <a:lnSpc>
                <a:spcPct val="120000"/>
              </a:lnSpc>
              <a:spcBef>
                <a:spcPts val="0"/>
              </a:spcBef>
              <a:spcAft>
                <a:spcPts val="600"/>
              </a:spcAft>
              <a:buFont typeface="Verdana" panose="020B0604030504040204" pitchFamily="34" charset="0"/>
              <a:buChar char="​"/>
              <a:defRPr sz="1000" kern="1200">
                <a:solidFill>
                  <a:schemeClr val="tx2"/>
                </a:solidFill>
                <a:latin typeface="+mn-lt"/>
                <a:ea typeface="+mn-ea"/>
                <a:cs typeface="+mn-cs"/>
              </a:defRPr>
            </a:lvl8pPr>
            <a:lvl9pPr marL="0" indent="0" algn="l" defTabSz="914126" rtl="0" eaLnBrk="1" latinLnBrk="0" hangingPunct="1">
              <a:lnSpc>
                <a:spcPct val="90000"/>
              </a:lnSpc>
              <a:spcBef>
                <a:spcPts val="1200"/>
              </a:spcBef>
              <a:spcAft>
                <a:spcPts val="0"/>
              </a:spcAft>
              <a:buFont typeface="Verdana" panose="020B0604030504040204" pitchFamily="34" charset="0"/>
              <a:buChar char="​"/>
              <a:defRPr sz="4399" b="1" kern="1200" spc="-150" baseline="0">
                <a:solidFill>
                  <a:schemeClr val="accent1"/>
                </a:solidFill>
                <a:latin typeface="+mj-lt"/>
                <a:ea typeface="+mn-ea"/>
                <a:cs typeface="+mn-cs"/>
              </a:defRPr>
            </a:lvl9pPr>
          </a:lstStyle>
          <a:p>
            <a:pPr marL="0" indent="0" algn="r">
              <a:buNone/>
            </a:pPr>
            <a:fld id="{23AA811B-2EBD-4900-905E-5BE206449611}" type="slidenum">
              <a:rPr lang="en-US" sz="800" b="1">
                <a:solidFill>
                  <a:schemeClr val="bg1"/>
                </a:solidFill>
              </a:rPr>
              <a:pPr marL="0" indent="0" algn="r">
                <a:buNone/>
              </a:pPr>
              <a:t>24</a:t>
            </a:fld>
            <a:endParaRPr lang="en-US" sz="800" b="1" dirty="0">
              <a:solidFill>
                <a:schemeClr val="bg1"/>
              </a:solidFill>
            </a:endParaRPr>
          </a:p>
        </p:txBody>
      </p:sp>
      <p:sp>
        <p:nvSpPr>
          <p:cNvPr id="6" name="Content Placeholder 3">
            <a:extLst>
              <a:ext uri="{FF2B5EF4-FFF2-40B4-BE49-F238E27FC236}">
                <a16:creationId xmlns:a16="http://schemas.microsoft.com/office/drawing/2014/main" id="{CBF8FD5B-D87F-F4A0-9EE6-30BFBF03D054}"/>
              </a:ext>
            </a:extLst>
          </p:cNvPr>
          <p:cNvSpPr txBox="1">
            <a:spLocks/>
          </p:cNvSpPr>
          <p:nvPr/>
        </p:nvSpPr>
        <p:spPr>
          <a:xfrm>
            <a:off x="379390" y="1527013"/>
            <a:ext cx="4596599" cy="4377600"/>
          </a:xfrm>
          <a:prstGeom prst="rect">
            <a:avLst/>
          </a:prstGeom>
        </p:spPr>
        <p:txBody>
          <a:bodyPr/>
          <a:lstStyle>
            <a:lvl1pPr marL="180000" indent="-180000" algn="l" defTabSz="914400" rtl="0" eaLnBrk="1" latinLnBrk="0" hangingPunct="1">
              <a:lnSpc>
                <a:spcPct val="100000"/>
              </a:lnSpc>
              <a:spcBef>
                <a:spcPts val="0"/>
              </a:spcBef>
              <a:spcAft>
                <a:spcPts val="600"/>
              </a:spcAft>
              <a:buFont typeface="Verdana" panose="020B0604030504040204" pitchFamily="34" charset="0"/>
              <a:buChar char="•"/>
              <a:defRPr sz="1600" kern="1200">
                <a:solidFill>
                  <a:schemeClr val="tx2"/>
                </a:solidFill>
                <a:latin typeface="+mn-lt"/>
                <a:ea typeface="+mn-ea"/>
                <a:cs typeface="+mn-cs"/>
              </a:defRPr>
            </a:lvl1pPr>
            <a:lvl2pPr marL="360000" indent="-180000" algn="l" defTabSz="914400" rtl="0" eaLnBrk="1" latinLnBrk="0" hangingPunct="1">
              <a:lnSpc>
                <a:spcPct val="100000"/>
              </a:lnSpc>
              <a:spcBef>
                <a:spcPts val="0"/>
              </a:spcBef>
              <a:spcAft>
                <a:spcPts val="600"/>
              </a:spcAft>
              <a:buSzPct val="80000"/>
              <a:buFont typeface="Verdana" panose="020B0604030504040204" pitchFamily="34" charset="0"/>
              <a:buChar char="&gt;"/>
              <a:defRPr sz="1600" kern="1200">
                <a:solidFill>
                  <a:schemeClr val="tx2"/>
                </a:solidFill>
                <a:latin typeface="+mn-lt"/>
                <a:ea typeface="+mn-ea"/>
                <a:cs typeface="+mn-cs"/>
              </a:defRPr>
            </a:lvl2pPr>
            <a:lvl3pPr marL="540000" indent="-180000" algn="l" defTabSz="914400" rtl="0" eaLnBrk="1" latinLnBrk="0" hangingPunct="1">
              <a:lnSpc>
                <a:spcPct val="100000"/>
              </a:lnSpc>
              <a:spcBef>
                <a:spcPts val="0"/>
              </a:spcBef>
              <a:spcAft>
                <a:spcPts val="600"/>
              </a:spcAft>
              <a:buSzPct val="80000"/>
              <a:buFont typeface="Verdana" panose="020B0604030504040204" pitchFamily="34" charset="0"/>
              <a:buChar char="-"/>
              <a:defRPr sz="1600" kern="1200">
                <a:solidFill>
                  <a:schemeClr val="tx2"/>
                </a:solidFill>
                <a:latin typeface="+mn-lt"/>
                <a:ea typeface="+mn-ea"/>
                <a:cs typeface="+mn-cs"/>
              </a:defRPr>
            </a:lvl3pPr>
            <a:lvl4pPr marL="0" indent="0" algn="l" defTabSz="914400" rtl="0" eaLnBrk="1" latinLnBrk="0" hangingPunct="1">
              <a:lnSpc>
                <a:spcPct val="100000"/>
              </a:lnSpc>
              <a:spcBef>
                <a:spcPts val="0"/>
              </a:spcBef>
              <a:spcAft>
                <a:spcPts val="1200"/>
              </a:spcAft>
              <a:buFont typeface="Verdana" panose="020B0604030504040204" pitchFamily="34" charset="0"/>
              <a:buChar char="​"/>
              <a:defRPr sz="1600" b="1" kern="1200">
                <a:solidFill>
                  <a:schemeClr val="tx2"/>
                </a:solidFill>
                <a:latin typeface="+mn-lt"/>
                <a:ea typeface="+mn-ea"/>
                <a:cs typeface="+mn-cs"/>
              </a:defRPr>
            </a:lvl4pPr>
            <a:lvl5pPr marL="0" indent="0" algn="l" defTabSz="914400" rtl="0" eaLnBrk="1" latinLnBrk="0" hangingPunct="1">
              <a:lnSpc>
                <a:spcPct val="100000"/>
              </a:lnSpc>
              <a:spcBef>
                <a:spcPts val="0"/>
              </a:spcBef>
              <a:spcAft>
                <a:spcPts val="1200"/>
              </a:spcAft>
              <a:buFont typeface="Verdana" panose="020B0604030504040204" pitchFamily="34" charset="0"/>
              <a:buChar char="​"/>
              <a:tabLst/>
              <a:defRPr sz="1600" kern="1200">
                <a:solidFill>
                  <a:schemeClr val="tx2"/>
                </a:solidFill>
                <a:latin typeface="+mn-lt"/>
                <a:ea typeface="+mn-ea"/>
                <a:cs typeface="+mn-cs"/>
              </a:defRPr>
            </a:lvl5pPr>
            <a:lvl6pPr marL="90000" indent="-90000" algn="l" defTabSz="914400" rtl="0" eaLnBrk="1" latinLnBrk="0" hangingPunct="1">
              <a:lnSpc>
                <a:spcPct val="120000"/>
              </a:lnSpc>
              <a:spcBef>
                <a:spcPts val="0"/>
              </a:spcBef>
              <a:spcAft>
                <a:spcPts val="600"/>
              </a:spcAft>
              <a:buFont typeface="Arial" panose="020B0604020202020204" pitchFamily="34" charset="0"/>
              <a:buChar char="•"/>
              <a:defRPr sz="1000" kern="1200">
                <a:solidFill>
                  <a:schemeClr val="tx2"/>
                </a:solidFill>
                <a:latin typeface="+mn-lt"/>
                <a:ea typeface="+mn-ea"/>
                <a:cs typeface="+mn-cs"/>
              </a:defRPr>
            </a:lvl6pPr>
            <a:lvl7pPr marL="0" indent="0" algn="l" defTabSz="914400" rtl="0" eaLnBrk="1" latinLnBrk="0" hangingPunct="1">
              <a:lnSpc>
                <a:spcPct val="120000"/>
              </a:lnSpc>
              <a:spcBef>
                <a:spcPts val="0"/>
              </a:spcBef>
              <a:spcAft>
                <a:spcPts val="600"/>
              </a:spcAft>
              <a:buFont typeface="Verdana" panose="020B060403050404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20000"/>
              </a:lnSpc>
              <a:spcBef>
                <a:spcPts val="0"/>
              </a:spcBef>
              <a:spcAft>
                <a:spcPts val="600"/>
              </a:spcAft>
              <a:buFont typeface="Verdana" panose="020B0604030504040204" pitchFamily="34" charset="0"/>
              <a:buChar char="​"/>
              <a:defRPr sz="1000" kern="1200">
                <a:solidFill>
                  <a:schemeClr val="tx2"/>
                </a:solidFill>
                <a:latin typeface="+mn-lt"/>
                <a:ea typeface="+mn-ea"/>
                <a:cs typeface="+mn-cs"/>
              </a:defRPr>
            </a:lvl8pPr>
            <a:lvl9pPr marL="0" indent="0" algn="l" defTabSz="914400" rtl="0" eaLnBrk="1" latinLnBrk="0" hangingPunct="1">
              <a:lnSpc>
                <a:spcPct val="90000"/>
              </a:lnSpc>
              <a:spcBef>
                <a:spcPts val="1200"/>
              </a:spcBef>
              <a:spcAft>
                <a:spcPts val="0"/>
              </a:spcAft>
              <a:buFont typeface="Verdana" panose="020B0604030504040204" pitchFamily="34" charset="0"/>
              <a:buChar char="​"/>
              <a:defRPr sz="4400" b="1" kern="1200" spc="-150" baseline="0">
                <a:solidFill>
                  <a:schemeClr val="accent1"/>
                </a:solidFill>
                <a:latin typeface="+mj-lt"/>
                <a:ea typeface="+mn-ea"/>
                <a:cs typeface="+mn-cs"/>
              </a:defRPr>
            </a:lvl9pPr>
          </a:lstStyle>
          <a:p>
            <a:pPr>
              <a:spcBef>
                <a:spcPts val="200"/>
              </a:spcBef>
              <a:spcAft>
                <a:spcPts val="1000"/>
              </a:spcAft>
            </a:pPr>
            <a:r>
              <a:rPr lang="en-US" sz="1200" dirty="0">
                <a:solidFill>
                  <a:schemeClr val="tx1"/>
                </a:solidFill>
              </a:rPr>
              <a:t>Simple yet comprehensive online questionnaire that takes 10 minutes to complete</a:t>
            </a:r>
          </a:p>
          <a:p>
            <a:pPr>
              <a:spcBef>
                <a:spcPts val="200"/>
              </a:spcBef>
              <a:spcAft>
                <a:spcPts val="1000"/>
              </a:spcAft>
            </a:pPr>
            <a:r>
              <a:rPr lang="en-US" sz="1200" dirty="0">
                <a:solidFill>
                  <a:schemeClr val="tx1"/>
                </a:solidFill>
                <a:cs typeface="Arial"/>
              </a:rPr>
              <a:t>Fill</a:t>
            </a:r>
            <a:r>
              <a:rPr lang="en-US" sz="1200" spc="10" dirty="0">
                <a:solidFill>
                  <a:schemeClr val="tx1"/>
                </a:solidFill>
                <a:cs typeface="Arial"/>
              </a:rPr>
              <a:t> </a:t>
            </a:r>
            <a:r>
              <a:rPr lang="en-US" sz="1200" dirty="0">
                <a:solidFill>
                  <a:schemeClr val="tx1"/>
                </a:solidFill>
                <a:cs typeface="Arial"/>
              </a:rPr>
              <a:t>out</a:t>
            </a:r>
            <a:r>
              <a:rPr lang="en-US" sz="1200" spc="5" dirty="0">
                <a:solidFill>
                  <a:schemeClr val="tx1"/>
                </a:solidFill>
                <a:cs typeface="Arial"/>
              </a:rPr>
              <a:t> </a:t>
            </a:r>
            <a:r>
              <a:rPr lang="en-US" sz="1200" dirty="0">
                <a:solidFill>
                  <a:schemeClr val="tx1"/>
                </a:solidFill>
                <a:cs typeface="Arial"/>
              </a:rPr>
              <a:t>the</a:t>
            </a:r>
            <a:r>
              <a:rPr lang="en-US" sz="1200" spc="10" dirty="0">
                <a:solidFill>
                  <a:schemeClr val="tx1"/>
                </a:solidFill>
                <a:cs typeface="Arial"/>
              </a:rPr>
              <a:t> </a:t>
            </a:r>
            <a:r>
              <a:rPr lang="en-US" sz="1200" dirty="0">
                <a:solidFill>
                  <a:schemeClr val="tx1"/>
                </a:solidFill>
                <a:cs typeface="Arial"/>
              </a:rPr>
              <a:t>questionnaire</a:t>
            </a:r>
            <a:r>
              <a:rPr lang="en-US" sz="1200" spc="-15" dirty="0">
                <a:solidFill>
                  <a:schemeClr val="tx1"/>
                </a:solidFill>
                <a:cs typeface="Arial"/>
              </a:rPr>
              <a:t> </a:t>
            </a:r>
            <a:r>
              <a:rPr lang="en-US" sz="1200" dirty="0">
                <a:solidFill>
                  <a:schemeClr val="tx1"/>
                </a:solidFill>
                <a:cs typeface="Arial"/>
              </a:rPr>
              <a:t>for</a:t>
            </a:r>
            <a:r>
              <a:rPr lang="en-US" sz="1200" spc="25" dirty="0">
                <a:solidFill>
                  <a:schemeClr val="tx1"/>
                </a:solidFill>
                <a:cs typeface="Arial"/>
              </a:rPr>
              <a:t> </a:t>
            </a:r>
            <a:r>
              <a:rPr lang="en-US" sz="1200" spc="-10" dirty="0">
                <a:solidFill>
                  <a:schemeClr val="tx1"/>
                </a:solidFill>
                <a:cs typeface="Arial"/>
              </a:rPr>
              <a:t>yourself </a:t>
            </a:r>
            <a:r>
              <a:rPr lang="en-US" sz="1200" dirty="0">
                <a:solidFill>
                  <a:schemeClr val="tx1"/>
                </a:solidFill>
                <a:cs typeface="Arial"/>
              </a:rPr>
              <a:t>and</a:t>
            </a:r>
            <a:r>
              <a:rPr lang="en-US" sz="1200" spc="5" dirty="0">
                <a:solidFill>
                  <a:schemeClr val="tx1"/>
                </a:solidFill>
                <a:cs typeface="Arial"/>
              </a:rPr>
              <a:t> </a:t>
            </a:r>
            <a:r>
              <a:rPr lang="en-US" sz="1200" dirty="0">
                <a:solidFill>
                  <a:schemeClr val="tx1"/>
                </a:solidFill>
                <a:cs typeface="Arial"/>
              </a:rPr>
              <a:t>any</a:t>
            </a:r>
            <a:r>
              <a:rPr lang="en-US" sz="1200" spc="20" dirty="0">
                <a:solidFill>
                  <a:schemeClr val="tx1"/>
                </a:solidFill>
                <a:cs typeface="Arial"/>
              </a:rPr>
              <a:t> </a:t>
            </a:r>
            <a:r>
              <a:rPr lang="en-US" sz="1200" dirty="0">
                <a:solidFill>
                  <a:schemeClr val="tx1"/>
                </a:solidFill>
                <a:cs typeface="Arial"/>
              </a:rPr>
              <a:t>dependents</a:t>
            </a:r>
            <a:r>
              <a:rPr lang="en-US" sz="1200" spc="-5" dirty="0">
                <a:solidFill>
                  <a:schemeClr val="tx1"/>
                </a:solidFill>
                <a:cs typeface="Arial"/>
              </a:rPr>
              <a:t> </a:t>
            </a:r>
            <a:r>
              <a:rPr lang="en-US" sz="1200" dirty="0">
                <a:solidFill>
                  <a:schemeClr val="tx1"/>
                </a:solidFill>
                <a:cs typeface="Arial"/>
              </a:rPr>
              <a:t>who</a:t>
            </a:r>
            <a:r>
              <a:rPr lang="en-US" sz="1200" spc="35" dirty="0">
                <a:solidFill>
                  <a:schemeClr val="tx1"/>
                </a:solidFill>
                <a:cs typeface="Arial"/>
              </a:rPr>
              <a:t> </a:t>
            </a:r>
            <a:r>
              <a:rPr lang="en-US" sz="1200" dirty="0">
                <a:solidFill>
                  <a:schemeClr val="tx1"/>
                </a:solidFill>
                <a:cs typeface="Arial"/>
              </a:rPr>
              <a:t>will</a:t>
            </a:r>
            <a:r>
              <a:rPr lang="en-US" sz="1200" spc="35" dirty="0">
                <a:solidFill>
                  <a:schemeClr val="tx1"/>
                </a:solidFill>
                <a:cs typeface="Arial"/>
              </a:rPr>
              <a:t> </a:t>
            </a:r>
            <a:r>
              <a:rPr lang="en-US" sz="1200" spc="-35" dirty="0">
                <a:solidFill>
                  <a:schemeClr val="tx1"/>
                </a:solidFill>
                <a:cs typeface="Arial"/>
              </a:rPr>
              <a:t>be </a:t>
            </a:r>
            <a:r>
              <a:rPr lang="en-US" sz="1200" dirty="0">
                <a:solidFill>
                  <a:schemeClr val="tx1"/>
                </a:solidFill>
                <a:cs typeface="Arial"/>
              </a:rPr>
              <a:t>covered</a:t>
            </a:r>
            <a:r>
              <a:rPr lang="en-US" sz="1200" spc="-10" dirty="0">
                <a:solidFill>
                  <a:schemeClr val="tx1"/>
                </a:solidFill>
                <a:cs typeface="Arial"/>
              </a:rPr>
              <a:t> </a:t>
            </a:r>
            <a:r>
              <a:rPr lang="en-US" sz="1200" dirty="0">
                <a:solidFill>
                  <a:schemeClr val="tx1"/>
                </a:solidFill>
                <a:cs typeface="Arial"/>
              </a:rPr>
              <a:t>with</a:t>
            </a:r>
            <a:r>
              <a:rPr lang="en-US" sz="1200" spc="35" dirty="0">
                <a:solidFill>
                  <a:schemeClr val="tx1"/>
                </a:solidFill>
                <a:cs typeface="Arial"/>
              </a:rPr>
              <a:t> </a:t>
            </a:r>
            <a:r>
              <a:rPr lang="en-US" sz="1200" dirty="0">
                <a:solidFill>
                  <a:schemeClr val="tx1"/>
                </a:solidFill>
                <a:cs typeface="Arial"/>
              </a:rPr>
              <a:t>you</a:t>
            </a:r>
            <a:r>
              <a:rPr lang="en-US" sz="1200" spc="15" dirty="0">
                <a:solidFill>
                  <a:schemeClr val="tx1"/>
                </a:solidFill>
                <a:cs typeface="Arial"/>
              </a:rPr>
              <a:t> </a:t>
            </a:r>
            <a:r>
              <a:rPr lang="en-US" sz="1200" dirty="0">
                <a:solidFill>
                  <a:schemeClr val="tx1"/>
                </a:solidFill>
                <a:cs typeface="Arial"/>
              </a:rPr>
              <a:t>on</a:t>
            </a:r>
            <a:r>
              <a:rPr lang="en-US" sz="1200" spc="20" dirty="0">
                <a:solidFill>
                  <a:schemeClr val="tx1"/>
                </a:solidFill>
                <a:cs typeface="Arial"/>
              </a:rPr>
              <a:t> </a:t>
            </a:r>
            <a:r>
              <a:rPr lang="en-US" sz="1200" dirty="0">
                <a:solidFill>
                  <a:schemeClr val="tx1"/>
                </a:solidFill>
                <a:cs typeface="Arial"/>
              </a:rPr>
              <a:t>your</a:t>
            </a:r>
            <a:r>
              <a:rPr lang="en-US" sz="1200" spc="30" dirty="0">
                <a:solidFill>
                  <a:schemeClr val="tx1"/>
                </a:solidFill>
                <a:cs typeface="Arial"/>
              </a:rPr>
              <a:t> </a:t>
            </a:r>
            <a:r>
              <a:rPr lang="en-US" sz="1200" spc="-10" dirty="0">
                <a:solidFill>
                  <a:schemeClr val="tx1"/>
                </a:solidFill>
                <a:cs typeface="Arial"/>
              </a:rPr>
              <a:t>assignment</a:t>
            </a:r>
            <a:endParaRPr lang="en-US" sz="1200" dirty="0">
              <a:solidFill>
                <a:schemeClr val="tx1"/>
              </a:solidFill>
              <a:cs typeface="Arial"/>
            </a:endParaRPr>
          </a:p>
          <a:p>
            <a:pPr>
              <a:spcBef>
                <a:spcPts val="200"/>
              </a:spcBef>
              <a:spcAft>
                <a:spcPts val="1000"/>
              </a:spcAft>
            </a:pPr>
            <a:r>
              <a:rPr lang="en-US" sz="1200" dirty="0">
                <a:solidFill>
                  <a:schemeClr val="tx1"/>
                </a:solidFill>
              </a:rPr>
              <a:t>Identifies existing medical conditions</a:t>
            </a:r>
          </a:p>
          <a:p>
            <a:pPr>
              <a:spcBef>
                <a:spcPts val="200"/>
              </a:spcBef>
              <a:spcAft>
                <a:spcPts val="1000"/>
              </a:spcAft>
            </a:pPr>
            <a:r>
              <a:rPr lang="en-US" sz="1200" dirty="0">
                <a:solidFill>
                  <a:schemeClr val="tx1"/>
                </a:solidFill>
              </a:rPr>
              <a:t>Learn how to manage or maintain your health while on assignment</a:t>
            </a:r>
          </a:p>
          <a:p>
            <a:pPr>
              <a:spcBef>
                <a:spcPts val="200"/>
              </a:spcBef>
              <a:spcAft>
                <a:spcPts val="1000"/>
              </a:spcAft>
            </a:pPr>
            <a:r>
              <a:rPr lang="en-US" sz="1200" dirty="0">
                <a:solidFill>
                  <a:schemeClr val="tx1"/>
                </a:solidFill>
              </a:rPr>
              <a:t>Outreach from Cigna Healthcare* to help with current and/or potential issues</a:t>
            </a:r>
          </a:p>
        </p:txBody>
      </p:sp>
    </p:spTree>
    <p:extLst>
      <p:ext uri="{BB962C8B-B14F-4D97-AF65-F5344CB8AC3E}">
        <p14:creationId xmlns:p14="http://schemas.microsoft.com/office/powerpoint/2010/main" val="20584249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Picture Placeholder 39">
            <a:extLst>
              <a:ext uri="{FF2B5EF4-FFF2-40B4-BE49-F238E27FC236}">
                <a16:creationId xmlns:a16="http://schemas.microsoft.com/office/drawing/2014/main" id="{5E2E925D-DA8E-FB67-7971-603EA8162AAF}"/>
              </a:ext>
            </a:extLst>
          </p:cNvPr>
          <p:cNvPicPr>
            <a:picLocks noGrp="1" noChangeAspect="1"/>
          </p:cNvPicPr>
          <p:nvPr>
            <p:ph type="pic" sz="quarter" idx="16"/>
          </p:nvPr>
        </p:nvPicPr>
        <p:blipFill>
          <a:blip r:embed="rId2" cstate="screen">
            <a:extLst>
              <a:ext uri="{28A0092B-C50C-407E-A947-70E740481C1C}">
                <a14:useLocalDpi xmlns:a14="http://schemas.microsoft.com/office/drawing/2010/main"/>
              </a:ext>
            </a:extLst>
          </a:blip>
          <a:srcRect/>
          <a:stretch/>
        </p:blipFill>
        <p:spPr>
          <a:xfrm>
            <a:off x="6918795" y="10"/>
            <a:ext cx="5273207" cy="6677990"/>
          </a:xfrm>
          <a:noFill/>
        </p:spPr>
      </p:pic>
      <p:sp>
        <p:nvSpPr>
          <p:cNvPr id="4" name="Title 3">
            <a:extLst>
              <a:ext uri="{FF2B5EF4-FFF2-40B4-BE49-F238E27FC236}">
                <a16:creationId xmlns:a16="http://schemas.microsoft.com/office/drawing/2014/main" id="{C3DDEC7B-C9A0-445A-905A-BEAE027B1B5E}"/>
              </a:ext>
            </a:extLst>
          </p:cNvPr>
          <p:cNvSpPr>
            <a:spLocks noGrp="1"/>
          </p:cNvSpPr>
          <p:nvPr>
            <p:ph type="title"/>
          </p:nvPr>
        </p:nvSpPr>
        <p:spPr>
          <a:xfrm>
            <a:off x="360000" y="360000"/>
            <a:ext cx="6749138" cy="572400"/>
          </a:xfrm>
        </p:spPr>
        <p:txBody>
          <a:bodyPr vert="horz" lIns="0" tIns="0" rIns="0" bIns="0" rtlCol="0" anchor="t" anchorCtr="0">
            <a:normAutofit fontScale="90000"/>
          </a:bodyPr>
          <a:lstStyle/>
          <a:p>
            <a:r>
              <a:rPr lang="en-US" sz="3200" dirty="0"/>
              <a:t>What</a:t>
            </a:r>
            <a:r>
              <a:rPr lang="en-US" sz="3200" spc="-10" dirty="0"/>
              <a:t> </a:t>
            </a:r>
            <a:r>
              <a:rPr lang="en-US" sz="3200" dirty="0"/>
              <a:t>to</a:t>
            </a:r>
            <a:r>
              <a:rPr lang="en-US" sz="3200" spc="5" dirty="0"/>
              <a:t> </a:t>
            </a:r>
            <a:r>
              <a:rPr lang="en-US" sz="3200" dirty="0"/>
              <a:t>do</a:t>
            </a:r>
            <a:r>
              <a:rPr lang="en-US" sz="3200" spc="5" dirty="0"/>
              <a:t> </a:t>
            </a:r>
            <a:r>
              <a:rPr lang="en-US" sz="3200" dirty="0"/>
              <a:t>if </a:t>
            </a:r>
            <a:r>
              <a:rPr lang="en-US" sz="3200" spc="-25" dirty="0"/>
              <a:t>you </a:t>
            </a:r>
            <a:r>
              <a:rPr lang="en-US" sz="3200" dirty="0"/>
              <a:t>become</a:t>
            </a:r>
            <a:r>
              <a:rPr lang="en-US" sz="3200" spc="-20" dirty="0"/>
              <a:t> </a:t>
            </a:r>
            <a:r>
              <a:rPr lang="en-US" sz="3200" dirty="0"/>
              <a:t>sick</a:t>
            </a:r>
            <a:r>
              <a:rPr lang="en-US" sz="3200" spc="-5" dirty="0"/>
              <a:t> </a:t>
            </a:r>
            <a:r>
              <a:rPr lang="en-US" sz="3200" dirty="0"/>
              <a:t>or</a:t>
            </a:r>
            <a:r>
              <a:rPr lang="en-US" sz="3200" spc="5" dirty="0"/>
              <a:t> </a:t>
            </a:r>
            <a:r>
              <a:rPr lang="en-US" sz="3200" spc="-10" dirty="0"/>
              <a:t>injured</a:t>
            </a:r>
            <a:endParaRPr lang="en-US" b="1" kern="1200" dirty="0">
              <a:latin typeface="+mj-lt"/>
              <a:ea typeface="+mj-ea"/>
              <a:cs typeface="+mj-cs"/>
            </a:endParaRPr>
          </a:p>
        </p:txBody>
      </p:sp>
      <p:sp>
        <p:nvSpPr>
          <p:cNvPr id="30" name="TextBox 29">
            <a:extLst>
              <a:ext uri="{FF2B5EF4-FFF2-40B4-BE49-F238E27FC236}">
                <a16:creationId xmlns:a16="http://schemas.microsoft.com/office/drawing/2014/main" id="{5BBFCEB6-5956-76B2-2C87-D24EF4BA290E}"/>
              </a:ext>
            </a:extLst>
          </p:cNvPr>
          <p:cNvSpPr txBox="1"/>
          <p:nvPr/>
        </p:nvSpPr>
        <p:spPr>
          <a:xfrm>
            <a:off x="360000" y="1548000"/>
            <a:ext cx="5647100" cy="4377600"/>
          </a:xfrm>
          <a:prstGeom prst="rect">
            <a:avLst/>
          </a:prstGeom>
        </p:spPr>
        <p:txBody>
          <a:bodyPr vert="horz" lIns="0" tIns="0" rIns="0" bIns="0" rtlCol="0">
            <a:normAutofit/>
          </a:bodyPr>
          <a:lstStyle/>
          <a:p>
            <a:pPr marL="12700">
              <a:lnSpc>
                <a:spcPct val="90000"/>
              </a:lnSpc>
              <a:spcBef>
                <a:spcPts val="1200"/>
              </a:spcBef>
              <a:spcAft>
                <a:spcPts val="600"/>
              </a:spcAft>
            </a:pPr>
            <a:r>
              <a:rPr lang="en-US" sz="1200" b="1" dirty="0">
                <a:solidFill>
                  <a:srgbClr val="00B0F0"/>
                </a:solidFill>
              </a:rPr>
              <a:t>IF YOU BECOME ILL OR NEED TO SEEK CARE:</a:t>
            </a:r>
            <a:endParaRPr lang="en-US" sz="1200" dirty="0"/>
          </a:p>
          <a:p>
            <a:pPr marL="12700">
              <a:lnSpc>
                <a:spcPct val="90000"/>
              </a:lnSpc>
              <a:spcBef>
                <a:spcPts val="95"/>
              </a:spcBef>
            </a:pPr>
            <a:r>
              <a:rPr lang="en-US" sz="1200" b="1" dirty="0"/>
              <a:t>Locate a health care provider (HCP)</a:t>
            </a:r>
            <a:endParaRPr lang="en-US" sz="1200" dirty="0"/>
          </a:p>
          <a:p>
            <a:pPr marL="184150" indent="-171450">
              <a:lnSpc>
                <a:spcPct val="90000"/>
              </a:lnSpc>
              <a:spcBef>
                <a:spcPts val="200"/>
              </a:spcBef>
              <a:spcAft>
                <a:spcPts val="1000"/>
              </a:spcAft>
              <a:buFont typeface="Arial" panose="020B0604020202020204" pitchFamily="34" charset="0"/>
              <a:buChar char="•"/>
            </a:pPr>
            <a:r>
              <a:rPr lang="en-US" sz="1200" dirty="0"/>
              <a:t>View our provider directory on CignaEnvoy.com OR contact Cigna Healthcare global customer service using the phone numbers on the back of your ID card to assist with a provider referral.</a:t>
            </a:r>
          </a:p>
          <a:p>
            <a:pPr marL="184150" indent="-171450">
              <a:lnSpc>
                <a:spcPct val="90000"/>
              </a:lnSpc>
              <a:spcBef>
                <a:spcPts val="200"/>
              </a:spcBef>
              <a:spcAft>
                <a:spcPts val="1000"/>
              </a:spcAft>
              <a:buFont typeface="Arial" panose="020B0604020202020204" pitchFamily="34" charset="0"/>
              <a:buChar char="•"/>
            </a:pPr>
            <a:r>
              <a:rPr lang="en-US" sz="1200" dirty="0"/>
              <a:t>If you are in a </a:t>
            </a:r>
            <a:r>
              <a:rPr lang="en-US" sz="1200" dirty="0" err="1"/>
              <a:t>Cigna</a:t>
            </a:r>
            <a:r>
              <a:rPr lang="en-US" sz="1200" i="1" dirty="0" err="1"/>
              <a:t>Links</a:t>
            </a:r>
            <a:r>
              <a:rPr lang="en-US" sz="1200" dirty="0"/>
              <a:t> location, the provider directory will alert you to network providers first.</a:t>
            </a:r>
          </a:p>
          <a:p>
            <a:pPr marL="12700">
              <a:lnSpc>
                <a:spcPct val="90000"/>
              </a:lnSpc>
              <a:spcBef>
                <a:spcPts val="1200"/>
              </a:spcBef>
              <a:spcAft>
                <a:spcPts val="600"/>
              </a:spcAft>
            </a:pPr>
            <a:r>
              <a:rPr lang="en-US" sz="1200" b="1" dirty="0">
                <a:solidFill>
                  <a:srgbClr val="00B0F0"/>
                </a:solidFill>
              </a:rPr>
              <a:t>WHEN YOU SEEK CARE:</a:t>
            </a:r>
          </a:p>
          <a:p>
            <a:pPr marL="12700">
              <a:lnSpc>
                <a:spcPct val="90000"/>
              </a:lnSpc>
              <a:spcBef>
                <a:spcPts val="95"/>
              </a:spcBef>
            </a:pPr>
            <a:r>
              <a:rPr lang="en-US" sz="1200" b="1" dirty="0"/>
              <a:t>Present your Cigna Healthcare ID card or </a:t>
            </a:r>
            <a:r>
              <a:rPr lang="en-US" sz="1200" b="1" dirty="0" err="1"/>
              <a:t>Cigna</a:t>
            </a:r>
            <a:r>
              <a:rPr lang="en-US" sz="1200" b="1" i="1" dirty="0" err="1"/>
              <a:t>Links</a:t>
            </a:r>
            <a:r>
              <a:rPr lang="en-US" sz="1200" b="1" dirty="0"/>
              <a:t> ID card where applicable. </a:t>
            </a:r>
            <a:r>
              <a:rPr lang="en-US" sz="1200" dirty="0"/>
              <a:t>If the provider is not part of our direct pay network ask for them to contact us directly so we can issue a Guarantee of Payment (GOP).</a:t>
            </a:r>
          </a:p>
          <a:p>
            <a:pPr marL="12700">
              <a:lnSpc>
                <a:spcPct val="90000"/>
              </a:lnSpc>
              <a:spcBef>
                <a:spcPts val="95"/>
              </a:spcBef>
            </a:pPr>
            <a:endParaRPr lang="en-US" sz="1200" dirty="0"/>
          </a:p>
          <a:p>
            <a:pPr>
              <a:lnSpc>
                <a:spcPct val="90000"/>
              </a:lnSpc>
            </a:pPr>
            <a:endParaRPr lang="en-US" sz="1200" dirty="0">
              <a:solidFill>
                <a:schemeClr val="tx2"/>
              </a:solidFill>
            </a:endParaRPr>
          </a:p>
        </p:txBody>
      </p:sp>
      <p:sp>
        <p:nvSpPr>
          <p:cNvPr id="2" name="Slide Number Placeholder 1">
            <a:extLst>
              <a:ext uri="{FF2B5EF4-FFF2-40B4-BE49-F238E27FC236}">
                <a16:creationId xmlns:a16="http://schemas.microsoft.com/office/drawing/2014/main" id="{C44BA7DF-AF8E-3ADE-4D42-D1BA36D94B88}"/>
              </a:ext>
            </a:extLst>
          </p:cNvPr>
          <p:cNvSpPr>
            <a:spLocks noGrp="1"/>
          </p:cNvSpPr>
          <p:nvPr>
            <p:ph type="sldNum" sz="quarter" idx="11"/>
          </p:nvPr>
        </p:nvSpPr>
        <p:spPr>
          <a:xfrm>
            <a:off x="11473199" y="6318000"/>
            <a:ext cx="359212" cy="180000"/>
          </a:xfrm>
        </p:spPr>
        <p:txBody>
          <a:bodyPr vert="horz" lIns="0" tIns="0" rIns="0" bIns="0" rtlCol="0" anchor="b" anchorCtr="0">
            <a:normAutofit/>
          </a:bodyPr>
          <a:lstStyle/>
          <a:p>
            <a:pPr>
              <a:spcAft>
                <a:spcPts val="600"/>
              </a:spcAft>
            </a:pPr>
            <a:fld id="{23AA811B-2EBD-4900-905E-5BE206449611}" type="slidenum">
              <a:rPr lang="en-US" smtClean="0"/>
              <a:pPr>
                <a:spcAft>
                  <a:spcPts val="600"/>
                </a:spcAft>
              </a:pPr>
              <a:t>25</a:t>
            </a:fld>
            <a:endParaRPr lang="en-US"/>
          </a:p>
        </p:txBody>
      </p:sp>
      <p:sp>
        <p:nvSpPr>
          <p:cNvPr id="3" name="Rectangle 2">
            <a:extLst>
              <a:ext uri="{FF2B5EF4-FFF2-40B4-BE49-F238E27FC236}">
                <a16:creationId xmlns:a16="http://schemas.microsoft.com/office/drawing/2014/main" id="{2FA4D4B1-6BC8-57CF-7D7A-1D126159F59D}"/>
              </a:ext>
            </a:extLst>
          </p:cNvPr>
          <p:cNvSpPr/>
          <p:nvPr/>
        </p:nvSpPr>
        <p:spPr>
          <a:xfrm>
            <a:off x="6918793" y="3960254"/>
            <a:ext cx="5273207" cy="2050572"/>
          </a:xfrm>
          <a:prstGeom prst="rect">
            <a:avLst/>
          </a:prstGeom>
          <a:solidFill>
            <a:srgbClr val="A1F7A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defTabSz="342797">
              <a:spcBef>
                <a:spcPts val="1200"/>
              </a:spcBef>
              <a:spcAft>
                <a:spcPts val="600"/>
              </a:spcAft>
            </a:pPr>
            <a:r>
              <a:rPr lang="en-US" sz="1400" b="1" dirty="0">
                <a:solidFill>
                  <a:srgbClr val="110081"/>
                </a:solidFill>
                <a:latin typeface="Verdana" panose="020B0604030504040204" pitchFamily="34" charset="0"/>
                <a:ea typeface="Verdana" panose="020B0604030504040204" pitchFamily="34" charset="0"/>
                <a:cs typeface="Verdana" panose="020B0604030504040204" pitchFamily="34" charset="0"/>
              </a:rPr>
              <a:t>IF YOU ARE SERIOUSLY INJURED OR BELIEVE YOUR ILLNESS IS LIFE THREATENING:</a:t>
            </a:r>
          </a:p>
          <a:p>
            <a:pPr defTabSz="342797">
              <a:spcBef>
                <a:spcPts val="1000"/>
              </a:spcBef>
              <a:spcAft>
                <a:spcPts val="200"/>
              </a:spcAft>
            </a:pPr>
            <a:r>
              <a:rPr lang="en-US" sz="1400" b="1" dirty="0">
                <a:solidFill>
                  <a:srgbClr val="110081"/>
                </a:solidFill>
                <a:latin typeface="Verdana" panose="020B0604030504040204" pitchFamily="34" charset="0"/>
                <a:ea typeface="Verdana" panose="020B0604030504040204" pitchFamily="34" charset="0"/>
                <a:cs typeface="Verdana" panose="020B0604030504040204" pitchFamily="34" charset="0"/>
              </a:rPr>
              <a:t>Seek immediate help</a:t>
            </a:r>
          </a:p>
          <a:p>
            <a:pPr defTabSz="342797">
              <a:spcBef>
                <a:spcPts val="200"/>
              </a:spcBef>
              <a:spcAft>
                <a:spcPts val="600"/>
              </a:spcAft>
            </a:pPr>
            <a:r>
              <a:rPr lang="en-US" sz="1400" dirty="0">
                <a:solidFill>
                  <a:srgbClr val="110081"/>
                </a:solidFill>
                <a:latin typeface="Verdana" panose="020B0604030504040204" pitchFamily="34" charset="0"/>
                <a:ea typeface="Verdana" panose="020B0604030504040204" pitchFamily="34" charset="0"/>
                <a:cs typeface="Verdana" panose="020B0604030504040204" pitchFamily="34" charset="0"/>
              </a:rPr>
              <a:t>Contact Cigna Healthcare global customer service as soon as possible so we can determine if the facility you are located at can properly handle your medical condition and/or facilitate a GOP if necessary.</a:t>
            </a:r>
          </a:p>
        </p:txBody>
      </p:sp>
    </p:spTree>
    <p:extLst>
      <p:ext uri="{BB962C8B-B14F-4D97-AF65-F5344CB8AC3E}">
        <p14:creationId xmlns:p14="http://schemas.microsoft.com/office/powerpoint/2010/main" val="19633297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69AF2-F098-BC58-1B02-D3B8A0734716}"/>
              </a:ext>
            </a:extLst>
          </p:cNvPr>
          <p:cNvSpPr>
            <a:spLocks noGrp="1"/>
          </p:cNvSpPr>
          <p:nvPr>
            <p:ph type="title"/>
          </p:nvPr>
        </p:nvSpPr>
        <p:spPr/>
        <p:txBody>
          <a:bodyPr/>
          <a:lstStyle/>
          <a:p>
            <a:r>
              <a:rPr lang="en-US" dirty="0"/>
              <a:t>Payment options, claim submissions, reimbursements</a:t>
            </a:r>
          </a:p>
        </p:txBody>
      </p:sp>
      <p:sp>
        <p:nvSpPr>
          <p:cNvPr id="3" name="Slide Number Placeholder 2">
            <a:extLst>
              <a:ext uri="{FF2B5EF4-FFF2-40B4-BE49-F238E27FC236}">
                <a16:creationId xmlns:a16="http://schemas.microsoft.com/office/drawing/2014/main" id="{EC1E3B42-97C4-6952-B693-A5220321996A}"/>
              </a:ext>
            </a:extLst>
          </p:cNvPr>
          <p:cNvSpPr>
            <a:spLocks noGrp="1"/>
          </p:cNvSpPr>
          <p:nvPr>
            <p:ph type="sldNum" sz="quarter" idx="12"/>
          </p:nvPr>
        </p:nvSpPr>
        <p:spPr/>
        <p:txBody>
          <a:bodyPr/>
          <a:lstStyle/>
          <a:p>
            <a:fld id="{23AA811B-2EBD-4900-905E-5BE206449611}" type="slidenum">
              <a:rPr lang="en-US" smtClean="0"/>
              <a:pPr/>
              <a:t>26</a:t>
            </a:fld>
            <a:endParaRPr lang="en-US" dirty="0"/>
          </a:p>
        </p:txBody>
      </p:sp>
    </p:spTree>
    <p:extLst>
      <p:ext uri="{BB962C8B-B14F-4D97-AF65-F5344CB8AC3E}">
        <p14:creationId xmlns:p14="http://schemas.microsoft.com/office/powerpoint/2010/main" val="14481203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a:extLst>
              <a:ext uri="{FF2B5EF4-FFF2-40B4-BE49-F238E27FC236}">
                <a16:creationId xmlns:a16="http://schemas.microsoft.com/office/drawing/2014/main" id="{9B2E16D8-01C2-D154-DBF1-1F5A1E0FB369}"/>
              </a:ext>
            </a:extLst>
          </p:cNvPr>
          <p:cNvSpPr txBox="1"/>
          <p:nvPr/>
        </p:nvSpPr>
        <p:spPr>
          <a:xfrm>
            <a:off x="8171817" y="1944697"/>
            <a:ext cx="3315550" cy="3821341"/>
          </a:xfrm>
          <a:prstGeom prst="round2DiagRect">
            <a:avLst>
              <a:gd name="adj1" fmla="val 7740"/>
              <a:gd name="adj2" fmla="val 2679"/>
            </a:avLst>
          </a:prstGeom>
          <a:solidFill>
            <a:schemeClr val="bg1">
              <a:lumMod val="95000"/>
            </a:schemeClr>
          </a:solidFill>
        </p:spPr>
        <p:txBody>
          <a:bodyPr wrap="square" lIns="182880" tIns="457200" rIns="182880" bIns="182880" rtlCol="0">
            <a:noAutofit/>
          </a:bodyPr>
          <a:lstStyle/>
          <a:p>
            <a:pPr marL="12065" marR="5080">
              <a:lnSpc>
                <a:spcPct val="101400"/>
              </a:lnSpc>
              <a:spcBef>
                <a:spcPts val="790"/>
              </a:spcBef>
              <a:tabLst>
                <a:tab pos="240665" algn="l"/>
                <a:tab pos="241300" algn="l"/>
              </a:tabLst>
            </a:pPr>
            <a:r>
              <a:rPr lang="en-US" sz="1200" dirty="0">
                <a:cs typeface="Arial"/>
              </a:rPr>
              <a:t>You also have the option of paying for services up front and submitting the claim to Cigna Healthcare for reimbursement. You can take advantage of our simple claims submission process through </a:t>
            </a:r>
            <a:r>
              <a:rPr lang="en-US" sz="1200" b="1" dirty="0">
                <a:cs typeface="Arial"/>
              </a:rPr>
              <a:t>Cigna Envoy</a:t>
            </a:r>
            <a:r>
              <a:rPr lang="en-US" sz="1200" dirty="0">
                <a:cs typeface="Arial"/>
              </a:rPr>
              <a:t>, the Cigna Envoy Mobile App, via toll-free fax or standard mail. Claim reimbursements are available in more than 135 currencies.</a:t>
            </a:r>
            <a:r>
              <a:rPr lang="en-US" sz="1200" baseline="30000" dirty="0">
                <a:cs typeface="Arial"/>
              </a:rPr>
              <a:t>2</a:t>
            </a:r>
          </a:p>
        </p:txBody>
      </p:sp>
      <p:sp>
        <p:nvSpPr>
          <p:cNvPr id="32" name="TextBox 31">
            <a:extLst>
              <a:ext uri="{FF2B5EF4-FFF2-40B4-BE49-F238E27FC236}">
                <a16:creationId xmlns:a16="http://schemas.microsoft.com/office/drawing/2014/main" id="{9992C98C-64AA-4B13-7A71-D45D431F43C4}"/>
              </a:ext>
            </a:extLst>
          </p:cNvPr>
          <p:cNvSpPr txBox="1"/>
          <p:nvPr/>
        </p:nvSpPr>
        <p:spPr>
          <a:xfrm>
            <a:off x="4266748" y="1930860"/>
            <a:ext cx="3315550" cy="3821341"/>
          </a:xfrm>
          <a:prstGeom prst="round2DiagRect">
            <a:avLst>
              <a:gd name="adj1" fmla="val 7740"/>
              <a:gd name="adj2" fmla="val 2679"/>
            </a:avLst>
          </a:prstGeom>
          <a:solidFill>
            <a:schemeClr val="bg1">
              <a:lumMod val="95000"/>
            </a:schemeClr>
          </a:solidFill>
        </p:spPr>
        <p:txBody>
          <a:bodyPr wrap="square" lIns="182880" tIns="457200" rIns="182880" bIns="182880" rtlCol="0">
            <a:noAutofit/>
          </a:bodyPr>
          <a:lstStyle/>
          <a:p>
            <a:pPr marL="12065" marR="5080">
              <a:lnSpc>
                <a:spcPct val="101400"/>
              </a:lnSpc>
              <a:spcBef>
                <a:spcPts val="790"/>
              </a:spcBef>
              <a:tabLst>
                <a:tab pos="240665" algn="l"/>
                <a:tab pos="241300" algn="l"/>
              </a:tabLst>
            </a:pPr>
            <a:r>
              <a:rPr lang="en-US" sz="1200" dirty="0">
                <a:cs typeface="Arial"/>
              </a:rPr>
              <a:t>If you receive care outside of our direct payment network, we have nearly a </a:t>
            </a:r>
            <a:r>
              <a:rPr lang="en-US" sz="1200" b="1" dirty="0">
                <a:cs typeface="Arial"/>
              </a:rPr>
              <a:t>100 percent success rate</a:t>
            </a:r>
            <a:r>
              <a:rPr lang="en-US" sz="1200" dirty="0">
                <a:cs typeface="Arial"/>
              </a:rPr>
              <a:t> in establishing a guarantee of payment.</a:t>
            </a:r>
          </a:p>
        </p:txBody>
      </p:sp>
      <p:sp>
        <p:nvSpPr>
          <p:cNvPr id="17" name="Title 4">
            <a:extLst>
              <a:ext uri="{FF2B5EF4-FFF2-40B4-BE49-F238E27FC236}">
                <a16:creationId xmlns:a16="http://schemas.microsoft.com/office/drawing/2014/main" id="{CAB3647D-4120-1C45-A8C4-CB99BEF8FA9D}"/>
              </a:ext>
            </a:extLst>
          </p:cNvPr>
          <p:cNvSpPr>
            <a:spLocks noGrp="1"/>
          </p:cNvSpPr>
          <p:nvPr>
            <p:ph type="title"/>
          </p:nvPr>
        </p:nvSpPr>
        <p:spPr>
          <a:xfrm>
            <a:off x="359999" y="360000"/>
            <a:ext cx="11040397" cy="470688"/>
          </a:xfrm>
        </p:spPr>
        <p:txBody>
          <a:bodyPr>
            <a:noAutofit/>
          </a:bodyPr>
          <a:lstStyle/>
          <a:p>
            <a:r>
              <a:rPr lang="en-US" sz="3200" dirty="0"/>
              <a:t>Fast and flexible: Claim submission</a:t>
            </a:r>
            <a:endParaRPr lang="en-US" sz="2000" baseline="70000" dirty="0"/>
          </a:p>
        </p:txBody>
      </p:sp>
      <p:sp>
        <p:nvSpPr>
          <p:cNvPr id="54" name="Subtitle 53">
            <a:extLst>
              <a:ext uri="{FF2B5EF4-FFF2-40B4-BE49-F238E27FC236}">
                <a16:creationId xmlns:a16="http://schemas.microsoft.com/office/drawing/2014/main" id="{5244BA65-95B6-1BBC-6E3D-9D07A38C5474}"/>
              </a:ext>
            </a:extLst>
          </p:cNvPr>
          <p:cNvSpPr>
            <a:spLocks noGrp="1"/>
          </p:cNvSpPr>
          <p:nvPr>
            <p:ph type="subTitle" idx="1"/>
          </p:nvPr>
        </p:nvSpPr>
        <p:spPr>
          <a:xfrm>
            <a:off x="359998" y="914400"/>
            <a:ext cx="5647100" cy="379927"/>
          </a:xfrm>
        </p:spPr>
        <p:txBody>
          <a:bodyPr/>
          <a:lstStyle/>
          <a:p>
            <a:r>
              <a:rPr lang="en-US" dirty="0"/>
              <a:t>Multiple options, same great service</a:t>
            </a:r>
          </a:p>
          <a:p>
            <a:endParaRPr lang="en-US" dirty="0"/>
          </a:p>
          <a:p>
            <a:endParaRPr lang="en-US" dirty="0"/>
          </a:p>
        </p:txBody>
      </p:sp>
      <p:sp>
        <p:nvSpPr>
          <p:cNvPr id="24" name="TextBox 23">
            <a:extLst>
              <a:ext uri="{FF2B5EF4-FFF2-40B4-BE49-F238E27FC236}">
                <a16:creationId xmlns:a16="http://schemas.microsoft.com/office/drawing/2014/main" id="{E76050B0-5C93-F945-9AEF-85E11391ED75}"/>
              </a:ext>
            </a:extLst>
          </p:cNvPr>
          <p:cNvSpPr txBox="1"/>
          <p:nvPr/>
        </p:nvSpPr>
        <p:spPr>
          <a:xfrm>
            <a:off x="16919575" y="4516582"/>
            <a:ext cx="0" cy="0"/>
          </a:xfrm>
          <a:prstGeom prst="rect">
            <a:avLst/>
          </a:prstGeom>
          <a:noFill/>
          <a:ln w="28575">
            <a:noFill/>
          </a:ln>
        </p:spPr>
        <p:txBody>
          <a:bodyPr vert="horz" wrap="none" lIns="182880" tIns="182880" rIns="182880" bIns="182880" rtlCol="0" anchor="ctr">
            <a:noAutofit/>
          </a:bodyPr>
          <a:lstStyle/>
          <a:p>
            <a:endParaRPr lang="en-US" sz="1100" dirty="0"/>
          </a:p>
        </p:txBody>
      </p:sp>
      <p:sp>
        <p:nvSpPr>
          <p:cNvPr id="7" name="TextBox 6">
            <a:extLst>
              <a:ext uri="{FF2B5EF4-FFF2-40B4-BE49-F238E27FC236}">
                <a16:creationId xmlns:a16="http://schemas.microsoft.com/office/drawing/2014/main" id="{AFFBD4D3-C11A-224A-A25C-1E0273690B87}"/>
              </a:ext>
            </a:extLst>
          </p:cNvPr>
          <p:cNvSpPr txBox="1"/>
          <p:nvPr/>
        </p:nvSpPr>
        <p:spPr>
          <a:xfrm>
            <a:off x="7765675" y="8013469"/>
            <a:ext cx="0" cy="0"/>
          </a:xfrm>
          <a:prstGeom prst="rect">
            <a:avLst/>
          </a:prstGeom>
          <a:noFill/>
          <a:ln w="28575">
            <a:noFill/>
          </a:ln>
        </p:spPr>
        <p:txBody>
          <a:bodyPr vert="horz" wrap="none" lIns="182880" tIns="182880" rIns="182880" bIns="182880" rtlCol="0" anchor="ctr">
            <a:noAutofit/>
          </a:bodyPr>
          <a:lstStyle/>
          <a:p>
            <a:endParaRPr lang="en-US" sz="1100" dirty="0"/>
          </a:p>
        </p:txBody>
      </p:sp>
      <p:sp>
        <p:nvSpPr>
          <p:cNvPr id="4" name="TextBox 3">
            <a:extLst>
              <a:ext uri="{FF2B5EF4-FFF2-40B4-BE49-F238E27FC236}">
                <a16:creationId xmlns:a16="http://schemas.microsoft.com/office/drawing/2014/main" id="{88F6424F-AB31-4F84-2191-2D04B5AA6BA9}"/>
              </a:ext>
            </a:extLst>
          </p:cNvPr>
          <p:cNvSpPr txBox="1"/>
          <p:nvPr/>
        </p:nvSpPr>
        <p:spPr>
          <a:xfrm>
            <a:off x="360001" y="1944697"/>
            <a:ext cx="3315550" cy="3821341"/>
          </a:xfrm>
          <a:prstGeom prst="round2DiagRect">
            <a:avLst>
              <a:gd name="adj1" fmla="val 7740"/>
              <a:gd name="adj2" fmla="val 2679"/>
            </a:avLst>
          </a:prstGeom>
          <a:solidFill>
            <a:schemeClr val="bg1">
              <a:lumMod val="95000"/>
            </a:schemeClr>
          </a:solidFill>
        </p:spPr>
        <p:txBody>
          <a:bodyPr wrap="square" lIns="182880" tIns="457200" rIns="182880" bIns="182880" rtlCol="0">
            <a:noAutofit/>
          </a:bodyPr>
          <a:lstStyle/>
          <a:p>
            <a:pPr marL="12065" marR="5080">
              <a:lnSpc>
                <a:spcPct val="101400"/>
              </a:lnSpc>
              <a:spcBef>
                <a:spcPts val="790"/>
              </a:spcBef>
              <a:tabLst>
                <a:tab pos="240665" algn="l"/>
                <a:tab pos="241300" algn="l"/>
              </a:tabLst>
            </a:pPr>
            <a:r>
              <a:rPr lang="en-US" sz="1200" dirty="0">
                <a:cs typeface="Arial"/>
              </a:rPr>
              <a:t>We have a robust provider network – with more than one million health care providers worldwide</a:t>
            </a:r>
            <a:r>
              <a:rPr lang="en-US" sz="1200" baseline="30000" dirty="0">
                <a:cs typeface="Arial"/>
              </a:rPr>
              <a:t>1</a:t>
            </a:r>
            <a:r>
              <a:rPr lang="en-US" sz="1200" dirty="0">
                <a:cs typeface="Arial"/>
              </a:rPr>
              <a:t> – and we regularly make direct payments to doctors and hospitals willing to accept this arrangement. You can simply present your </a:t>
            </a:r>
            <a:r>
              <a:rPr lang="en-US" sz="1200" b="1" dirty="0">
                <a:cs typeface="Arial"/>
              </a:rPr>
              <a:t>Cigna Healthcare ID card</a:t>
            </a:r>
            <a:r>
              <a:rPr lang="en-US" sz="1200" dirty="0">
                <a:cs typeface="Arial"/>
              </a:rPr>
              <a:t>, and the doctor or hospital will bill Cigna Healthcare directly.</a:t>
            </a:r>
          </a:p>
          <a:p>
            <a:pPr marL="12065" marR="5080">
              <a:lnSpc>
                <a:spcPct val="101400"/>
              </a:lnSpc>
              <a:spcBef>
                <a:spcPts val="790"/>
              </a:spcBef>
              <a:tabLst>
                <a:tab pos="240665" algn="l"/>
                <a:tab pos="241300" algn="l"/>
              </a:tabLst>
            </a:pPr>
            <a:r>
              <a:rPr lang="en-US" sz="1200" b="1" dirty="0">
                <a:cs typeface="Arial"/>
              </a:rPr>
              <a:t>Please note: </a:t>
            </a:r>
            <a:r>
              <a:rPr lang="en-US" sz="1200" dirty="0">
                <a:cs typeface="Arial"/>
              </a:rPr>
              <a:t>some direct pay providers may still require a GOP from Cigna Healthcare.</a:t>
            </a:r>
          </a:p>
        </p:txBody>
      </p:sp>
      <p:sp>
        <p:nvSpPr>
          <p:cNvPr id="5" name="Rectangle 4">
            <a:extLst>
              <a:ext uri="{FF2B5EF4-FFF2-40B4-BE49-F238E27FC236}">
                <a16:creationId xmlns:a16="http://schemas.microsoft.com/office/drawing/2014/main" id="{83A63265-860D-D163-4CF5-8370124636DD}"/>
              </a:ext>
            </a:extLst>
          </p:cNvPr>
          <p:cNvSpPr/>
          <p:nvPr/>
        </p:nvSpPr>
        <p:spPr>
          <a:xfrm>
            <a:off x="359998" y="1944697"/>
            <a:ext cx="3315551" cy="4227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548640" rtlCol="0" anchor="ctr"/>
          <a:lstStyle/>
          <a:p>
            <a:pPr>
              <a:lnSpc>
                <a:spcPct val="100000"/>
              </a:lnSpc>
              <a:spcBef>
                <a:spcPts val="114"/>
              </a:spcBef>
            </a:pPr>
            <a:r>
              <a:rPr lang="en-US" sz="1400" b="1" dirty="0">
                <a:solidFill>
                  <a:srgbClr val="FFFFFF"/>
                </a:solidFill>
                <a:cs typeface="Arial Black"/>
              </a:rPr>
              <a:t>Direct payment</a:t>
            </a:r>
            <a:endParaRPr lang="en-US" sz="1400" b="1" dirty="0">
              <a:cs typeface="Arial Black"/>
            </a:endParaRPr>
          </a:p>
        </p:txBody>
      </p:sp>
      <p:sp>
        <p:nvSpPr>
          <p:cNvPr id="8" name="Rectangle 7">
            <a:extLst>
              <a:ext uri="{FF2B5EF4-FFF2-40B4-BE49-F238E27FC236}">
                <a16:creationId xmlns:a16="http://schemas.microsoft.com/office/drawing/2014/main" id="{E8FC9CDC-17BB-4FDE-FE7F-CAE0920A8D20}"/>
              </a:ext>
            </a:extLst>
          </p:cNvPr>
          <p:cNvSpPr/>
          <p:nvPr/>
        </p:nvSpPr>
        <p:spPr>
          <a:xfrm>
            <a:off x="4266753" y="1944696"/>
            <a:ext cx="3316729" cy="4227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lIns="548640" rtlCol="0" anchor="ctr"/>
          <a:lstStyle/>
          <a:p>
            <a:pPr>
              <a:lnSpc>
                <a:spcPct val="100000"/>
              </a:lnSpc>
              <a:spcBef>
                <a:spcPts val="114"/>
              </a:spcBef>
            </a:pPr>
            <a:r>
              <a:rPr lang="en-US" sz="1400" b="1" dirty="0">
                <a:solidFill>
                  <a:srgbClr val="FFFFFF"/>
                </a:solidFill>
                <a:cs typeface="Arial Black"/>
              </a:rPr>
              <a:t>Guarantee of payment</a:t>
            </a:r>
            <a:endParaRPr lang="en-US" sz="1400" b="1" dirty="0">
              <a:cs typeface="Arial Black"/>
            </a:endParaRPr>
          </a:p>
        </p:txBody>
      </p:sp>
      <p:sp>
        <p:nvSpPr>
          <p:cNvPr id="11" name="Graphic 18">
            <a:extLst>
              <a:ext uri="{FF2B5EF4-FFF2-40B4-BE49-F238E27FC236}">
                <a16:creationId xmlns:a16="http://schemas.microsoft.com/office/drawing/2014/main" id="{16E48723-33F9-1C07-1FF8-0F8E77464F1B}"/>
              </a:ext>
            </a:extLst>
          </p:cNvPr>
          <p:cNvSpPr>
            <a:spLocks/>
          </p:cNvSpPr>
          <p:nvPr/>
        </p:nvSpPr>
        <p:spPr>
          <a:xfrm>
            <a:off x="4428245" y="2051662"/>
            <a:ext cx="291306" cy="201429"/>
          </a:xfrm>
          <a:custGeom>
            <a:avLst/>
            <a:gdLst>
              <a:gd name="connsiteX0" fmla="*/ 5869858 w 6694659"/>
              <a:gd name="connsiteY0" fmla="*/ 2392532 h 4629150"/>
              <a:gd name="connsiteX1" fmla="*/ 6694437 w 6694659"/>
              <a:gd name="connsiteY1" fmla="*/ -53 h 4629150"/>
              <a:gd name="connsiteX2" fmla="*/ 3484512 w 6694659"/>
              <a:gd name="connsiteY2" fmla="*/ 181684 h 4629150"/>
              <a:gd name="connsiteX3" fmla="*/ 3484512 w 6694659"/>
              <a:gd name="connsiteY3" fmla="*/ 183303 h 4629150"/>
              <a:gd name="connsiteX4" fmla="*/ 969341 w 6694659"/>
              <a:gd name="connsiteY4" fmla="*/ 1277535 h 4629150"/>
              <a:gd name="connsiteX5" fmla="*/ 155429 w 6694659"/>
              <a:gd name="connsiteY5" fmla="*/ 4629097 h 4629150"/>
              <a:gd name="connsiteX6" fmla="*/ 5869858 w 6694659"/>
              <a:gd name="connsiteY6" fmla="*/ 2392532 h 462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94659" h="4629150">
                <a:moveTo>
                  <a:pt x="5869858" y="2392532"/>
                </a:moveTo>
                <a:cubicBezTo>
                  <a:pt x="6347728" y="1671299"/>
                  <a:pt x="6547276" y="904155"/>
                  <a:pt x="6694437" y="-53"/>
                </a:cubicBezTo>
                <a:cubicBezTo>
                  <a:pt x="5560962" y="147680"/>
                  <a:pt x="4554075" y="128820"/>
                  <a:pt x="3484512" y="181684"/>
                </a:cubicBezTo>
                <a:lnTo>
                  <a:pt x="3484512" y="183303"/>
                </a:lnTo>
                <a:cubicBezTo>
                  <a:pt x="2560587" y="214259"/>
                  <a:pt x="1649426" y="581448"/>
                  <a:pt x="969341" y="1277535"/>
                </a:cubicBezTo>
                <a:cubicBezTo>
                  <a:pt x="59608" y="2208890"/>
                  <a:pt x="-205568" y="3492955"/>
                  <a:pt x="155429" y="4629097"/>
                </a:cubicBezTo>
                <a:cubicBezTo>
                  <a:pt x="1796206" y="3608303"/>
                  <a:pt x="4711333" y="4223332"/>
                  <a:pt x="5869858" y="2392532"/>
                </a:cubicBezTo>
              </a:path>
            </a:pathLst>
          </a:custGeom>
          <a:solidFill>
            <a:srgbClr val="03CC54"/>
          </a:solidFill>
          <a:ln w="9525" cap="flat">
            <a:noFill/>
            <a:prstDash val="solid"/>
            <a:miter/>
          </a:ln>
        </p:spPr>
        <p:txBody>
          <a:bodyPr rtlCol="0" anchor="ctr"/>
          <a:lstStyle/>
          <a:p>
            <a:endParaRPr lang="en-US" dirty="0">
              <a:solidFill>
                <a:schemeClr val="accent2"/>
              </a:solidFill>
            </a:endParaRPr>
          </a:p>
        </p:txBody>
      </p:sp>
      <p:sp>
        <p:nvSpPr>
          <p:cNvPr id="12" name="Graphic 18">
            <a:extLst>
              <a:ext uri="{FF2B5EF4-FFF2-40B4-BE49-F238E27FC236}">
                <a16:creationId xmlns:a16="http://schemas.microsoft.com/office/drawing/2014/main" id="{0BD55D85-53FA-4E8B-CA17-272DA4F5716B}"/>
              </a:ext>
            </a:extLst>
          </p:cNvPr>
          <p:cNvSpPr>
            <a:spLocks/>
          </p:cNvSpPr>
          <p:nvPr/>
        </p:nvSpPr>
        <p:spPr>
          <a:xfrm>
            <a:off x="508304" y="2055332"/>
            <a:ext cx="291306" cy="201429"/>
          </a:xfrm>
          <a:custGeom>
            <a:avLst/>
            <a:gdLst>
              <a:gd name="connsiteX0" fmla="*/ 5869858 w 6694659"/>
              <a:gd name="connsiteY0" fmla="*/ 2392532 h 4629150"/>
              <a:gd name="connsiteX1" fmla="*/ 6694437 w 6694659"/>
              <a:gd name="connsiteY1" fmla="*/ -53 h 4629150"/>
              <a:gd name="connsiteX2" fmla="*/ 3484512 w 6694659"/>
              <a:gd name="connsiteY2" fmla="*/ 181684 h 4629150"/>
              <a:gd name="connsiteX3" fmla="*/ 3484512 w 6694659"/>
              <a:gd name="connsiteY3" fmla="*/ 183303 h 4629150"/>
              <a:gd name="connsiteX4" fmla="*/ 969341 w 6694659"/>
              <a:gd name="connsiteY4" fmla="*/ 1277535 h 4629150"/>
              <a:gd name="connsiteX5" fmla="*/ 155429 w 6694659"/>
              <a:gd name="connsiteY5" fmla="*/ 4629097 h 4629150"/>
              <a:gd name="connsiteX6" fmla="*/ 5869858 w 6694659"/>
              <a:gd name="connsiteY6" fmla="*/ 2392532 h 462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94659" h="4629150">
                <a:moveTo>
                  <a:pt x="5869858" y="2392532"/>
                </a:moveTo>
                <a:cubicBezTo>
                  <a:pt x="6347728" y="1671299"/>
                  <a:pt x="6547276" y="904155"/>
                  <a:pt x="6694437" y="-53"/>
                </a:cubicBezTo>
                <a:cubicBezTo>
                  <a:pt x="5560962" y="147680"/>
                  <a:pt x="4554075" y="128820"/>
                  <a:pt x="3484512" y="181684"/>
                </a:cubicBezTo>
                <a:lnTo>
                  <a:pt x="3484512" y="183303"/>
                </a:lnTo>
                <a:cubicBezTo>
                  <a:pt x="2560587" y="214259"/>
                  <a:pt x="1649426" y="581448"/>
                  <a:pt x="969341" y="1277535"/>
                </a:cubicBezTo>
                <a:cubicBezTo>
                  <a:pt x="59608" y="2208890"/>
                  <a:pt x="-205568" y="3492955"/>
                  <a:pt x="155429" y="4629097"/>
                </a:cubicBezTo>
                <a:cubicBezTo>
                  <a:pt x="1796206" y="3608303"/>
                  <a:pt x="4711333" y="4223332"/>
                  <a:pt x="5869858" y="2392532"/>
                </a:cubicBezTo>
              </a:path>
            </a:pathLst>
          </a:custGeom>
          <a:solidFill>
            <a:srgbClr val="03CC54"/>
          </a:solidFill>
          <a:ln w="9525" cap="flat">
            <a:noFill/>
            <a:prstDash val="solid"/>
            <a:miter/>
          </a:ln>
        </p:spPr>
        <p:txBody>
          <a:bodyPr rtlCol="0" anchor="ctr"/>
          <a:lstStyle/>
          <a:p>
            <a:endParaRPr lang="en-US" dirty="0">
              <a:solidFill>
                <a:schemeClr val="accent2"/>
              </a:solidFill>
            </a:endParaRPr>
          </a:p>
        </p:txBody>
      </p:sp>
      <p:sp>
        <p:nvSpPr>
          <p:cNvPr id="9" name="TextBox 8">
            <a:extLst>
              <a:ext uri="{FF2B5EF4-FFF2-40B4-BE49-F238E27FC236}">
                <a16:creationId xmlns:a16="http://schemas.microsoft.com/office/drawing/2014/main" id="{52C90E34-6271-2C2E-96E3-C9F0AD590AE6}"/>
              </a:ext>
            </a:extLst>
          </p:cNvPr>
          <p:cNvSpPr txBox="1"/>
          <p:nvPr/>
        </p:nvSpPr>
        <p:spPr>
          <a:xfrm>
            <a:off x="457200" y="1378039"/>
            <a:ext cx="11034210" cy="430887"/>
          </a:xfrm>
          <a:prstGeom prst="rect">
            <a:avLst/>
          </a:prstGeom>
          <a:noFill/>
        </p:spPr>
        <p:txBody>
          <a:bodyPr wrap="square" lIns="0" tIns="0" rIns="0" bIns="0" rtlCol="0">
            <a:spAutoFit/>
          </a:bodyPr>
          <a:lstStyle/>
          <a:p>
            <a:pPr marL="38100">
              <a:lnSpc>
                <a:spcPct val="100000"/>
              </a:lnSpc>
              <a:spcBef>
                <a:spcPts val="580"/>
              </a:spcBef>
            </a:pPr>
            <a:r>
              <a:rPr lang="en-US" sz="1400" spc="-30" dirty="0">
                <a:cs typeface="Arial"/>
              </a:rPr>
              <a:t>While we regularly make payments directly to the health care providers, our claims process is flexible. Medical, dental, vision, and prescription claims can be processed through:</a:t>
            </a:r>
          </a:p>
        </p:txBody>
      </p:sp>
      <p:sp>
        <p:nvSpPr>
          <p:cNvPr id="23" name="TextBox 22">
            <a:extLst>
              <a:ext uri="{FF2B5EF4-FFF2-40B4-BE49-F238E27FC236}">
                <a16:creationId xmlns:a16="http://schemas.microsoft.com/office/drawing/2014/main" id="{900597DC-A0B0-D9BA-9329-7B05BFBAF436}"/>
              </a:ext>
            </a:extLst>
          </p:cNvPr>
          <p:cNvSpPr txBox="1"/>
          <p:nvPr/>
        </p:nvSpPr>
        <p:spPr>
          <a:xfrm>
            <a:off x="2181079" y="6282389"/>
            <a:ext cx="6418635" cy="330218"/>
          </a:xfrm>
          <a:prstGeom prst="rect">
            <a:avLst/>
          </a:prstGeom>
          <a:noFill/>
        </p:spPr>
        <p:txBody>
          <a:bodyPr wrap="square" lIns="0" tIns="0" rIns="0" bIns="0" rtlCol="0" anchor="b" anchorCtr="0">
            <a:noAutofit/>
          </a:bodyPr>
          <a:lstStyle/>
          <a:p>
            <a:pPr marL="12700">
              <a:lnSpc>
                <a:spcPct val="100000"/>
              </a:lnSpc>
              <a:spcBef>
                <a:spcPts val="95"/>
              </a:spcBef>
            </a:pPr>
            <a:r>
              <a:rPr lang="en-US" sz="900" dirty="0">
                <a:solidFill>
                  <a:srgbClr val="A6A6A6"/>
                </a:solidFill>
                <a:latin typeface="Arial Narrow"/>
                <a:cs typeface="Arial Narrow"/>
              </a:rPr>
              <a:t>Data from GHB Network analysis for full year 2022. Subject to change.</a:t>
            </a:r>
          </a:p>
          <a:p>
            <a:pPr marL="12700">
              <a:lnSpc>
                <a:spcPct val="100000"/>
              </a:lnSpc>
              <a:spcBef>
                <a:spcPts val="95"/>
              </a:spcBef>
            </a:pPr>
            <a:r>
              <a:rPr lang="en-US" sz="900" dirty="0">
                <a:solidFill>
                  <a:srgbClr val="A6A6A6"/>
                </a:solidFill>
                <a:latin typeface="Arial Narrow"/>
                <a:cs typeface="Arial Narrow"/>
              </a:rPr>
              <a:t>Data from GHB claims internal analysis as of February 2023. Subject to change</a:t>
            </a:r>
          </a:p>
        </p:txBody>
      </p:sp>
      <p:sp>
        <p:nvSpPr>
          <p:cNvPr id="25" name="Rectangle 24">
            <a:extLst>
              <a:ext uri="{FF2B5EF4-FFF2-40B4-BE49-F238E27FC236}">
                <a16:creationId xmlns:a16="http://schemas.microsoft.com/office/drawing/2014/main" id="{18F9CF56-5A67-4C2B-380D-EADF8E9D956E}"/>
              </a:ext>
            </a:extLst>
          </p:cNvPr>
          <p:cNvSpPr/>
          <p:nvPr/>
        </p:nvSpPr>
        <p:spPr>
          <a:xfrm>
            <a:off x="8174681" y="1944696"/>
            <a:ext cx="3316729" cy="4227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lIns="548640" rtlCol="0" anchor="ctr"/>
          <a:lstStyle/>
          <a:p>
            <a:pPr>
              <a:lnSpc>
                <a:spcPct val="100000"/>
              </a:lnSpc>
              <a:spcBef>
                <a:spcPts val="114"/>
              </a:spcBef>
            </a:pPr>
            <a:r>
              <a:rPr lang="en-US" sz="1400" b="1" dirty="0">
                <a:solidFill>
                  <a:srgbClr val="FFFFFF"/>
                </a:solidFill>
                <a:cs typeface="Arial Black"/>
              </a:rPr>
              <a:t>Pay and claim</a:t>
            </a:r>
            <a:endParaRPr lang="en-US" sz="1400" b="1" dirty="0">
              <a:cs typeface="Arial Black"/>
            </a:endParaRPr>
          </a:p>
        </p:txBody>
      </p:sp>
      <p:sp>
        <p:nvSpPr>
          <p:cNvPr id="26" name="Graphic 18">
            <a:extLst>
              <a:ext uri="{FF2B5EF4-FFF2-40B4-BE49-F238E27FC236}">
                <a16:creationId xmlns:a16="http://schemas.microsoft.com/office/drawing/2014/main" id="{8BF3C548-7F62-6CF5-0602-EABE125F7237}"/>
              </a:ext>
            </a:extLst>
          </p:cNvPr>
          <p:cNvSpPr>
            <a:spLocks/>
          </p:cNvSpPr>
          <p:nvPr/>
        </p:nvSpPr>
        <p:spPr>
          <a:xfrm>
            <a:off x="8333475" y="2051662"/>
            <a:ext cx="291306" cy="201429"/>
          </a:xfrm>
          <a:custGeom>
            <a:avLst/>
            <a:gdLst>
              <a:gd name="connsiteX0" fmla="*/ 5869858 w 6694659"/>
              <a:gd name="connsiteY0" fmla="*/ 2392532 h 4629150"/>
              <a:gd name="connsiteX1" fmla="*/ 6694437 w 6694659"/>
              <a:gd name="connsiteY1" fmla="*/ -53 h 4629150"/>
              <a:gd name="connsiteX2" fmla="*/ 3484512 w 6694659"/>
              <a:gd name="connsiteY2" fmla="*/ 181684 h 4629150"/>
              <a:gd name="connsiteX3" fmla="*/ 3484512 w 6694659"/>
              <a:gd name="connsiteY3" fmla="*/ 183303 h 4629150"/>
              <a:gd name="connsiteX4" fmla="*/ 969341 w 6694659"/>
              <a:gd name="connsiteY4" fmla="*/ 1277535 h 4629150"/>
              <a:gd name="connsiteX5" fmla="*/ 155429 w 6694659"/>
              <a:gd name="connsiteY5" fmla="*/ 4629097 h 4629150"/>
              <a:gd name="connsiteX6" fmla="*/ 5869858 w 6694659"/>
              <a:gd name="connsiteY6" fmla="*/ 2392532 h 462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94659" h="4629150">
                <a:moveTo>
                  <a:pt x="5869858" y="2392532"/>
                </a:moveTo>
                <a:cubicBezTo>
                  <a:pt x="6347728" y="1671299"/>
                  <a:pt x="6547276" y="904155"/>
                  <a:pt x="6694437" y="-53"/>
                </a:cubicBezTo>
                <a:cubicBezTo>
                  <a:pt x="5560962" y="147680"/>
                  <a:pt x="4554075" y="128820"/>
                  <a:pt x="3484512" y="181684"/>
                </a:cubicBezTo>
                <a:lnTo>
                  <a:pt x="3484512" y="183303"/>
                </a:lnTo>
                <a:cubicBezTo>
                  <a:pt x="2560587" y="214259"/>
                  <a:pt x="1649426" y="581448"/>
                  <a:pt x="969341" y="1277535"/>
                </a:cubicBezTo>
                <a:cubicBezTo>
                  <a:pt x="59608" y="2208890"/>
                  <a:pt x="-205568" y="3492955"/>
                  <a:pt x="155429" y="4629097"/>
                </a:cubicBezTo>
                <a:cubicBezTo>
                  <a:pt x="1796206" y="3608303"/>
                  <a:pt x="4711333" y="4223332"/>
                  <a:pt x="5869858" y="2392532"/>
                </a:cubicBezTo>
              </a:path>
            </a:pathLst>
          </a:custGeom>
          <a:solidFill>
            <a:srgbClr val="03CC54"/>
          </a:solidFill>
          <a:ln w="9525" cap="flat">
            <a:noFill/>
            <a:prstDash val="solid"/>
            <a:miter/>
          </a:ln>
        </p:spPr>
        <p:txBody>
          <a:bodyPr rtlCol="0" anchor="ctr"/>
          <a:lstStyle/>
          <a:p>
            <a:endParaRPr lang="en-US" dirty="0">
              <a:solidFill>
                <a:schemeClr val="accent2"/>
              </a:solidFill>
            </a:endParaRPr>
          </a:p>
        </p:txBody>
      </p:sp>
    </p:spTree>
    <p:extLst>
      <p:ext uri="{BB962C8B-B14F-4D97-AF65-F5344CB8AC3E}">
        <p14:creationId xmlns:p14="http://schemas.microsoft.com/office/powerpoint/2010/main" val="22694269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Picture Placeholder 39" descr="Nurse in uniform in hospital">
            <a:extLst>
              <a:ext uri="{FF2B5EF4-FFF2-40B4-BE49-F238E27FC236}">
                <a16:creationId xmlns:a16="http://schemas.microsoft.com/office/drawing/2014/main" id="{5E2E925D-DA8E-FB67-7971-603EA8162AAF}"/>
              </a:ext>
            </a:extLst>
          </p:cNvPr>
          <p:cNvPicPr>
            <a:picLocks noGrp="1" noChangeAspect="1"/>
          </p:cNvPicPr>
          <p:nvPr>
            <p:ph type="pic" sz="quarter" idx="16"/>
          </p:nvPr>
        </p:nvPicPr>
        <p:blipFill>
          <a:blip r:embed="rId2" cstate="screen">
            <a:extLst>
              <a:ext uri="{28A0092B-C50C-407E-A947-70E740481C1C}">
                <a14:useLocalDpi xmlns:a14="http://schemas.microsoft.com/office/drawing/2010/main"/>
              </a:ext>
            </a:extLst>
          </a:blip>
          <a:srcRect/>
          <a:stretch/>
        </p:blipFill>
        <p:spPr>
          <a:xfrm>
            <a:off x="6918795" y="10"/>
            <a:ext cx="5273207" cy="6677990"/>
          </a:xfrm>
          <a:noFill/>
        </p:spPr>
      </p:pic>
      <p:sp>
        <p:nvSpPr>
          <p:cNvPr id="4" name="Title 3">
            <a:extLst>
              <a:ext uri="{FF2B5EF4-FFF2-40B4-BE49-F238E27FC236}">
                <a16:creationId xmlns:a16="http://schemas.microsoft.com/office/drawing/2014/main" id="{C3DDEC7B-C9A0-445A-905A-BEAE027B1B5E}"/>
              </a:ext>
            </a:extLst>
          </p:cNvPr>
          <p:cNvSpPr>
            <a:spLocks noGrp="1"/>
          </p:cNvSpPr>
          <p:nvPr>
            <p:ph type="title"/>
          </p:nvPr>
        </p:nvSpPr>
        <p:spPr>
          <a:xfrm>
            <a:off x="360000" y="360000"/>
            <a:ext cx="6472242" cy="831296"/>
          </a:xfrm>
        </p:spPr>
        <p:txBody>
          <a:bodyPr vert="horz" lIns="0" tIns="0" rIns="0" bIns="0" rtlCol="0" anchor="t" anchorCtr="0">
            <a:normAutofit fontScale="90000"/>
          </a:bodyPr>
          <a:lstStyle/>
          <a:p>
            <a:r>
              <a:rPr lang="en-US" sz="3200" dirty="0"/>
              <a:t>Requesting a guarantee of payment (GOP)</a:t>
            </a:r>
            <a:endParaRPr lang="en-US" b="1" kern="1200" dirty="0">
              <a:latin typeface="+mj-lt"/>
              <a:ea typeface="+mj-ea"/>
              <a:cs typeface="+mj-cs"/>
            </a:endParaRPr>
          </a:p>
        </p:txBody>
      </p:sp>
      <p:sp>
        <p:nvSpPr>
          <p:cNvPr id="30" name="TextBox 29">
            <a:extLst>
              <a:ext uri="{FF2B5EF4-FFF2-40B4-BE49-F238E27FC236}">
                <a16:creationId xmlns:a16="http://schemas.microsoft.com/office/drawing/2014/main" id="{5BBFCEB6-5956-76B2-2C87-D24EF4BA290E}"/>
              </a:ext>
            </a:extLst>
          </p:cNvPr>
          <p:cNvSpPr txBox="1"/>
          <p:nvPr/>
        </p:nvSpPr>
        <p:spPr>
          <a:xfrm>
            <a:off x="360000" y="1548000"/>
            <a:ext cx="6472242" cy="4653177"/>
          </a:xfrm>
          <a:prstGeom prst="rect">
            <a:avLst/>
          </a:prstGeom>
        </p:spPr>
        <p:txBody>
          <a:bodyPr vert="horz" lIns="0" tIns="0" rIns="0" bIns="0" rtlCol="0">
            <a:normAutofit/>
          </a:bodyPr>
          <a:lstStyle/>
          <a:p>
            <a:pPr marL="12700">
              <a:lnSpc>
                <a:spcPct val="90000"/>
              </a:lnSpc>
              <a:spcBef>
                <a:spcPts val="1200"/>
              </a:spcBef>
              <a:spcAft>
                <a:spcPts val="200"/>
              </a:spcAft>
            </a:pPr>
            <a:r>
              <a:rPr lang="en-US" sz="1200" b="1" dirty="0">
                <a:solidFill>
                  <a:srgbClr val="00B0F0"/>
                </a:solidFill>
              </a:rPr>
              <a:t>What is a guarantee of payment?</a:t>
            </a:r>
          </a:p>
          <a:p>
            <a:pPr marL="12700">
              <a:lnSpc>
                <a:spcPct val="90000"/>
              </a:lnSpc>
              <a:spcBef>
                <a:spcPts val="200"/>
              </a:spcBef>
              <a:spcAft>
                <a:spcPts val="600"/>
              </a:spcAft>
            </a:pPr>
            <a:r>
              <a:rPr lang="en-US" sz="1200" dirty="0"/>
              <a:t>A Guarantee of Payment (GOP) allows doctors that may not participate in our network to verify eligibility and confirm benefits before you receive care.</a:t>
            </a:r>
          </a:p>
          <a:p>
            <a:pPr marL="12700">
              <a:lnSpc>
                <a:spcPct val="90000"/>
              </a:lnSpc>
              <a:spcBef>
                <a:spcPts val="200"/>
              </a:spcBef>
              <a:spcAft>
                <a:spcPts val="600"/>
              </a:spcAft>
            </a:pPr>
            <a:r>
              <a:rPr lang="en-US" sz="1200" dirty="0"/>
              <a:t>Using a GOP increases your access to care around the world, reduces out-of-pocket expenses and enables the hospital to invoice Cigna Healthcare directly. GOPs can be requested by the customer or the provider.</a:t>
            </a:r>
          </a:p>
          <a:p>
            <a:pPr marL="12700">
              <a:lnSpc>
                <a:spcPct val="90000"/>
              </a:lnSpc>
              <a:spcBef>
                <a:spcPts val="1200"/>
              </a:spcBef>
              <a:spcAft>
                <a:spcPts val="200"/>
              </a:spcAft>
            </a:pPr>
            <a:r>
              <a:rPr lang="en-US" sz="1200" b="1" dirty="0">
                <a:solidFill>
                  <a:srgbClr val="00B0F0"/>
                </a:solidFill>
              </a:rPr>
              <a:t>Information Cigna Healthcare requires for a GOP</a:t>
            </a:r>
          </a:p>
          <a:p>
            <a:pPr marL="184150" indent="-171450">
              <a:lnSpc>
                <a:spcPct val="90000"/>
              </a:lnSpc>
              <a:spcBef>
                <a:spcPts val="200"/>
              </a:spcBef>
              <a:spcAft>
                <a:spcPts val="600"/>
              </a:spcAft>
              <a:buFont typeface="Arial" panose="020B0604020202020204" pitchFamily="34" charset="0"/>
              <a:buChar char="•"/>
            </a:pPr>
            <a:r>
              <a:rPr lang="en-US" sz="1200" dirty="0"/>
              <a:t>Patient name</a:t>
            </a:r>
          </a:p>
          <a:p>
            <a:pPr marL="184150" indent="-171450">
              <a:lnSpc>
                <a:spcPct val="90000"/>
              </a:lnSpc>
              <a:spcBef>
                <a:spcPts val="200"/>
              </a:spcBef>
              <a:spcAft>
                <a:spcPts val="600"/>
              </a:spcAft>
              <a:buFont typeface="Arial" panose="020B0604020202020204" pitchFamily="34" charset="0"/>
              <a:buChar char="•"/>
            </a:pPr>
            <a:r>
              <a:rPr lang="en-US" sz="1200" dirty="0"/>
              <a:t>Cigna Healthcare customer’s name and ID</a:t>
            </a:r>
          </a:p>
          <a:p>
            <a:pPr marL="184150" indent="-171450">
              <a:lnSpc>
                <a:spcPct val="90000"/>
              </a:lnSpc>
              <a:spcBef>
                <a:spcPts val="200"/>
              </a:spcBef>
              <a:spcAft>
                <a:spcPts val="600"/>
              </a:spcAft>
              <a:buFont typeface="Arial" panose="020B0604020202020204" pitchFamily="34" charset="0"/>
              <a:buChar char="•"/>
            </a:pPr>
            <a:r>
              <a:rPr lang="en-US" sz="1200" dirty="0"/>
              <a:t>Hospital, phone, email and fax</a:t>
            </a:r>
          </a:p>
          <a:p>
            <a:pPr marL="184150" indent="-171450">
              <a:lnSpc>
                <a:spcPct val="90000"/>
              </a:lnSpc>
              <a:spcBef>
                <a:spcPts val="200"/>
              </a:spcBef>
              <a:spcAft>
                <a:spcPts val="600"/>
              </a:spcAft>
              <a:buFont typeface="Arial" panose="020B0604020202020204" pitchFamily="34" charset="0"/>
              <a:buChar char="•"/>
            </a:pPr>
            <a:r>
              <a:rPr lang="en-US" sz="1200" dirty="0"/>
              <a:t>Hospital contact name, address and country</a:t>
            </a:r>
          </a:p>
          <a:p>
            <a:pPr marL="184150" indent="-171450">
              <a:lnSpc>
                <a:spcPct val="90000"/>
              </a:lnSpc>
              <a:spcBef>
                <a:spcPts val="200"/>
              </a:spcBef>
              <a:spcAft>
                <a:spcPts val="600"/>
              </a:spcAft>
              <a:buFont typeface="Arial" panose="020B0604020202020204" pitchFamily="34" charset="0"/>
              <a:buChar char="•"/>
            </a:pPr>
            <a:r>
              <a:rPr lang="en-US" sz="1200" dirty="0"/>
              <a:t>Diagnosis</a:t>
            </a:r>
          </a:p>
          <a:p>
            <a:pPr marL="184150" indent="-171450">
              <a:lnSpc>
                <a:spcPct val="90000"/>
              </a:lnSpc>
              <a:spcBef>
                <a:spcPts val="200"/>
              </a:spcBef>
              <a:spcAft>
                <a:spcPts val="600"/>
              </a:spcAft>
              <a:buFont typeface="Arial" panose="020B0604020202020204" pitchFamily="34" charset="0"/>
              <a:buChar char="•"/>
            </a:pPr>
            <a:r>
              <a:rPr lang="en-US" sz="1200" dirty="0"/>
              <a:t>Requested medical procedure</a:t>
            </a:r>
          </a:p>
          <a:p>
            <a:pPr marL="184150" indent="-171450">
              <a:lnSpc>
                <a:spcPct val="90000"/>
              </a:lnSpc>
              <a:spcBef>
                <a:spcPts val="200"/>
              </a:spcBef>
              <a:spcAft>
                <a:spcPts val="600"/>
              </a:spcAft>
              <a:buFont typeface="Arial" panose="020B0604020202020204" pitchFamily="34" charset="0"/>
              <a:buChar char="•"/>
            </a:pPr>
            <a:r>
              <a:rPr lang="en-US" sz="1200" dirty="0"/>
              <a:t>Admitting counselor/doctor</a:t>
            </a:r>
          </a:p>
          <a:p>
            <a:pPr marL="184150" indent="-171450">
              <a:lnSpc>
                <a:spcPct val="90000"/>
              </a:lnSpc>
              <a:spcBef>
                <a:spcPts val="200"/>
              </a:spcBef>
              <a:spcAft>
                <a:spcPts val="600"/>
              </a:spcAft>
              <a:buFont typeface="Arial" panose="020B0604020202020204" pitchFamily="34" charset="0"/>
              <a:buChar char="•"/>
            </a:pPr>
            <a:r>
              <a:rPr lang="en-US" sz="1200" dirty="0"/>
              <a:t>Cost Estimate (If a cost estimate is not received, a Verification of Benefits (VOB) may be issued instead of a GOP, which means no GOP is issued and only benefit coverage is confirmed). </a:t>
            </a:r>
          </a:p>
          <a:p>
            <a:pPr marL="184150" indent="-171450">
              <a:lnSpc>
                <a:spcPct val="90000"/>
              </a:lnSpc>
              <a:spcBef>
                <a:spcPts val="200"/>
              </a:spcBef>
              <a:spcAft>
                <a:spcPts val="600"/>
              </a:spcAft>
              <a:buFont typeface="Arial" panose="020B0604020202020204" pitchFamily="34" charset="0"/>
              <a:buChar char="•"/>
            </a:pPr>
            <a:r>
              <a:rPr lang="en-US" sz="1200" dirty="0"/>
              <a:t>Date of service (admission and discharge data)</a:t>
            </a:r>
          </a:p>
        </p:txBody>
      </p:sp>
      <p:sp>
        <p:nvSpPr>
          <p:cNvPr id="2" name="Slide Number Placeholder 1">
            <a:extLst>
              <a:ext uri="{FF2B5EF4-FFF2-40B4-BE49-F238E27FC236}">
                <a16:creationId xmlns:a16="http://schemas.microsoft.com/office/drawing/2014/main" id="{C44BA7DF-AF8E-3ADE-4D42-D1BA36D94B88}"/>
              </a:ext>
            </a:extLst>
          </p:cNvPr>
          <p:cNvSpPr>
            <a:spLocks noGrp="1"/>
          </p:cNvSpPr>
          <p:nvPr>
            <p:ph type="sldNum" sz="quarter" idx="11"/>
          </p:nvPr>
        </p:nvSpPr>
        <p:spPr>
          <a:xfrm>
            <a:off x="11473199" y="6318000"/>
            <a:ext cx="359212" cy="180000"/>
          </a:xfrm>
        </p:spPr>
        <p:txBody>
          <a:bodyPr vert="horz" lIns="0" tIns="0" rIns="0" bIns="0" rtlCol="0" anchor="b" anchorCtr="0">
            <a:normAutofit/>
          </a:bodyPr>
          <a:lstStyle/>
          <a:p>
            <a:pPr>
              <a:spcAft>
                <a:spcPts val="600"/>
              </a:spcAft>
            </a:pPr>
            <a:fld id="{23AA811B-2EBD-4900-905E-5BE206449611}" type="slidenum">
              <a:rPr lang="en-US" smtClean="0"/>
              <a:pPr>
                <a:spcAft>
                  <a:spcPts val="600"/>
                </a:spcAft>
              </a:pPr>
              <a:t>28</a:t>
            </a:fld>
            <a:endParaRPr lang="en-US"/>
          </a:p>
        </p:txBody>
      </p:sp>
      <p:sp>
        <p:nvSpPr>
          <p:cNvPr id="3" name="Rectangle 2">
            <a:extLst>
              <a:ext uri="{FF2B5EF4-FFF2-40B4-BE49-F238E27FC236}">
                <a16:creationId xmlns:a16="http://schemas.microsoft.com/office/drawing/2014/main" id="{2FA4D4B1-6BC8-57CF-7D7A-1D126159F59D}"/>
              </a:ext>
            </a:extLst>
          </p:cNvPr>
          <p:cNvSpPr/>
          <p:nvPr/>
        </p:nvSpPr>
        <p:spPr>
          <a:xfrm>
            <a:off x="6918793" y="4617076"/>
            <a:ext cx="5273207" cy="1393750"/>
          </a:xfrm>
          <a:prstGeom prst="rect">
            <a:avLst/>
          </a:prstGeom>
          <a:solidFill>
            <a:srgbClr val="A1F7A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defTabSz="342797">
              <a:spcBef>
                <a:spcPts val="800"/>
              </a:spcBef>
              <a:spcAft>
                <a:spcPts val="200"/>
              </a:spcAft>
            </a:pPr>
            <a:r>
              <a:rPr lang="en-US" sz="1400" dirty="0">
                <a:solidFill>
                  <a:srgbClr val="110081"/>
                </a:solidFill>
                <a:latin typeface="Verdana" panose="020B0604030504040204" pitchFamily="34" charset="0"/>
                <a:ea typeface="Verdana" panose="020B0604030504040204" pitchFamily="34" charset="0"/>
                <a:cs typeface="Verdana" panose="020B0604030504040204" pitchFamily="34" charset="0"/>
              </a:rPr>
              <a:t>If you are seriously injured or believe your illness is life threatening, </a:t>
            </a:r>
            <a:r>
              <a:rPr lang="en-US" sz="1400" b="1" dirty="0">
                <a:solidFill>
                  <a:srgbClr val="110081"/>
                </a:solidFill>
                <a:latin typeface="Verdana" panose="020B0604030504040204" pitchFamily="34" charset="0"/>
                <a:ea typeface="Verdana" panose="020B0604030504040204" pitchFamily="34" charset="0"/>
                <a:cs typeface="Verdana" panose="020B0604030504040204" pitchFamily="34" charset="0"/>
              </a:rPr>
              <a:t>please seek immediate care.</a:t>
            </a:r>
            <a:endParaRPr lang="en-US" sz="1400" dirty="0">
              <a:solidFill>
                <a:srgbClr val="110081"/>
              </a:solidFill>
              <a:latin typeface="Verdana" panose="020B0604030504040204" pitchFamily="34" charset="0"/>
              <a:ea typeface="Verdana" panose="020B0604030504040204" pitchFamily="34" charset="0"/>
              <a:cs typeface="Verdana" panose="020B0604030504040204" pitchFamily="34" charset="0"/>
            </a:endParaRPr>
          </a:p>
          <a:p>
            <a:pPr defTabSz="342797">
              <a:spcBef>
                <a:spcPts val="800"/>
              </a:spcBef>
              <a:spcAft>
                <a:spcPts val="200"/>
              </a:spcAft>
            </a:pPr>
            <a:r>
              <a:rPr lang="en-US" sz="1400" dirty="0">
                <a:solidFill>
                  <a:srgbClr val="110081"/>
                </a:solidFill>
                <a:latin typeface="Verdana" panose="020B0604030504040204" pitchFamily="34" charset="0"/>
                <a:ea typeface="Verdana" panose="020B0604030504040204" pitchFamily="34" charset="0"/>
                <a:cs typeface="Verdana" panose="020B0604030504040204" pitchFamily="34" charset="0"/>
              </a:rPr>
              <a:t>Then contact Cigna Healthcare  +1-800-441-2668 so Cigna Healthcare can facilitate a GOP.</a:t>
            </a:r>
          </a:p>
        </p:txBody>
      </p:sp>
    </p:spTree>
    <p:extLst>
      <p:ext uri="{BB962C8B-B14F-4D97-AF65-F5344CB8AC3E}">
        <p14:creationId xmlns:p14="http://schemas.microsoft.com/office/powerpoint/2010/main" val="25261334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a:extLst>
              <a:ext uri="{FF2B5EF4-FFF2-40B4-BE49-F238E27FC236}">
                <a16:creationId xmlns:a16="http://schemas.microsoft.com/office/drawing/2014/main" id="{9B2E16D8-01C2-D154-DBF1-1F5A1E0FB369}"/>
              </a:ext>
            </a:extLst>
          </p:cNvPr>
          <p:cNvSpPr txBox="1"/>
          <p:nvPr/>
        </p:nvSpPr>
        <p:spPr>
          <a:xfrm>
            <a:off x="8171817" y="1944698"/>
            <a:ext cx="3315550" cy="2545908"/>
          </a:xfrm>
          <a:prstGeom prst="round2DiagRect">
            <a:avLst>
              <a:gd name="adj1" fmla="val 7740"/>
              <a:gd name="adj2" fmla="val 2679"/>
            </a:avLst>
          </a:prstGeom>
          <a:solidFill>
            <a:schemeClr val="bg1">
              <a:lumMod val="95000"/>
            </a:schemeClr>
          </a:solidFill>
        </p:spPr>
        <p:txBody>
          <a:bodyPr wrap="square" lIns="182880" tIns="548640" rIns="182880" bIns="182880" rtlCol="0">
            <a:noAutofit/>
          </a:bodyPr>
          <a:lstStyle/>
          <a:p>
            <a:pPr marL="12065" marR="5080">
              <a:lnSpc>
                <a:spcPct val="101400"/>
              </a:lnSpc>
              <a:spcBef>
                <a:spcPts val="790"/>
              </a:spcBef>
              <a:tabLst>
                <a:tab pos="240665" algn="l"/>
                <a:tab pos="241300" algn="l"/>
              </a:tabLst>
            </a:pPr>
            <a:r>
              <a:rPr lang="en-US" sz="1200" b="1" dirty="0">
                <a:cs typeface="Arial"/>
              </a:rPr>
              <a:t>Mail delivery:</a:t>
            </a:r>
          </a:p>
          <a:p>
            <a:pPr marL="12065" marR="5080">
              <a:lnSpc>
                <a:spcPct val="101400"/>
              </a:lnSpc>
              <a:spcBef>
                <a:spcPts val="790"/>
              </a:spcBef>
              <a:tabLst>
                <a:tab pos="240665" algn="l"/>
                <a:tab pos="241300" algn="l"/>
              </a:tabLst>
            </a:pPr>
            <a:r>
              <a:rPr lang="en-US" sz="1200" dirty="0">
                <a:cs typeface="Arial"/>
              </a:rPr>
              <a:t>Cigna Healthcare Customer Service Center</a:t>
            </a:r>
          </a:p>
          <a:p>
            <a:pPr marL="12065" marR="5080">
              <a:lnSpc>
                <a:spcPct val="101400"/>
              </a:lnSpc>
              <a:spcBef>
                <a:spcPts val="790"/>
              </a:spcBef>
              <a:tabLst>
                <a:tab pos="240665" algn="l"/>
                <a:tab pos="241300" algn="l"/>
              </a:tabLst>
            </a:pPr>
            <a:r>
              <a:rPr lang="en-US" sz="1200" dirty="0">
                <a:cs typeface="Arial"/>
              </a:rPr>
              <a:t>P.O. Box 15050</a:t>
            </a:r>
          </a:p>
          <a:p>
            <a:pPr marL="12065" marR="5080">
              <a:lnSpc>
                <a:spcPct val="101400"/>
              </a:lnSpc>
              <a:spcBef>
                <a:spcPts val="790"/>
              </a:spcBef>
              <a:tabLst>
                <a:tab pos="240665" algn="l"/>
                <a:tab pos="241300" algn="l"/>
              </a:tabLst>
            </a:pPr>
            <a:r>
              <a:rPr lang="en-US" sz="1200" dirty="0">
                <a:cs typeface="Arial"/>
              </a:rPr>
              <a:t>Wilmington, Delaware 19850</a:t>
            </a:r>
          </a:p>
          <a:p>
            <a:pPr marL="12065" marR="5080">
              <a:lnSpc>
                <a:spcPct val="101400"/>
              </a:lnSpc>
              <a:spcBef>
                <a:spcPts val="790"/>
              </a:spcBef>
              <a:tabLst>
                <a:tab pos="240665" algn="l"/>
                <a:tab pos="241300" algn="l"/>
              </a:tabLst>
            </a:pPr>
            <a:r>
              <a:rPr lang="en-US" sz="1200" b="1" dirty="0">
                <a:cs typeface="Arial"/>
              </a:rPr>
              <a:t>Fax: </a:t>
            </a:r>
            <a:r>
              <a:rPr lang="en-US" sz="1200" dirty="0">
                <a:cs typeface="Arial"/>
              </a:rPr>
              <a:t>1.800.243.6998</a:t>
            </a:r>
          </a:p>
        </p:txBody>
      </p:sp>
      <p:sp>
        <p:nvSpPr>
          <p:cNvPr id="32" name="TextBox 31">
            <a:extLst>
              <a:ext uri="{FF2B5EF4-FFF2-40B4-BE49-F238E27FC236}">
                <a16:creationId xmlns:a16="http://schemas.microsoft.com/office/drawing/2014/main" id="{9992C98C-64AA-4B13-7A71-D45D431F43C4}"/>
              </a:ext>
            </a:extLst>
          </p:cNvPr>
          <p:cNvSpPr txBox="1"/>
          <p:nvPr/>
        </p:nvSpPr>
        <p:spPr>
          <a:xfrm>
            <a:off x="4266748" y="1930860"/>
            <a:ext cx="3315550" cy="2559745"/>
          </a:xfrm>
          <a:prstGeom prst="round2DiagRect">
            <a:avLst>
              <a:gd name="adj1" fmla="val 7740"/>
              <a:gd name="adj2" fmla="val 2679"/>
            </a:avLst>
          </a:prstGeom>
          <a:solidFill>
            <a:schemeClr val="bg1">
              <a:lumMod val="95000"/>
            </a:schemeClr>
          </a:solidFill>
        </p:spPr>
        <p:txBody>
          <a:bodyPr wrap="square" lIns="182880" tIns="548640" rIns="182880" bIns="182880" rtlCol="0">
            <a:noAutofit/>
          </a:bodyPr>
          <a:lstStyle/>
          <a:p>
            <a:pPr marL="12065" marR="5080">
              <a:lnSpc>
                <a:spcPct val="101400"/>
              </a:lnSpc>
              <a:spcBef>
                <a:spcPts val="790"/>
              </a:spcBef>
              <a:tabLst>
                <a:tab pos="240665" algn="l"/>
                <a:tab pos="241300" algn="l"/>
              </a:tabLst>
            </a:pPr>
            <a:r>
              <a:rPr lang="en-US" sz="1200" dirty="0">
                <a:cs typeface="Arial"/>
              </a:rPr>
              <a:t>Submit using the photo claim submission tool through the Cigna Envoy mobile app.</a:t>
            </a:r>
          </a:p>
        </p:txBody>
      </p:sp>
      <p:sp>
        <p:nvSpPr>
          <p:cNvPr id="17" name="Title 4">
            <a:extLst>
              <a:ext uri="{FF2B5EF4-FFF2-40B4-BE49-F238E27FC236}">
                <a16:creationId xmlns:a16="http://schemas.microsoft.com/office/drawing/2014/main" id="{CAB3647D-4120-1C45-A8C4-CB99BEF8FA9D}"/>
              </a:ext>
            </a:extLst>
          </p:cNvPr>
          <p:cNvSpPr>
            <a:spLocks noGrp="1"/>
          </p:cNvSpPr>
          <p:nvPr>
            <p:ph type="title"/>
          </p:nvPr>
        </p:nvSpPr>
        <p:spPr>
          <a:xfrm>
            <a:off x="359999" y="360000"/>
            <a:ext cx="11040397" cy="470688"/>
          </a:xfrm>
        </p:spPr>
        <p:txBody>
          <a:bodyPr>
            <a:noAutofit/>
          </a:bodyPr>
          <a:lstStyle/>
          <a:p>
            <a:r>
              <a:rPr lang="en-US" sz="3200" dirty="0"/>
              <a:t>If you need to pay and submit a claim</a:t>
            </a:r>
            <a:endParaRPr lang="en-US" sz="2000" baseline="70000" dirty="0"/>
          </a:p>
        </p:txBody>
      </p:sp>
      <p:sp>
        <p:nvSpPr>
          <p:cNvPr id="24" name="TextBox 23">
            <a:extLst>
              <a:ext uri="{FF2B5EF4-FFF2-40B4-BE49-F238E27FC236}">
                <a16:creationId xmlns:a16="http://schemas.microsoft.com/office/drawing/2014/main" id="{E76050B0-5C93-F945-9AEF-85E11391ED75}"/>
              </a:ext>
            </a:extLst>
          </p:cNvPr>
          <p:cNvSpPr txBox="1"/>
          <p:nvPr/>
        </p:nvSpPr>
        <p:spPr>
          <a:xfrm>
            <a:off x="16919575" y="4516582"/>
            <a:ext cx="0" cy="0"/>
          </a:xfrm>
          <a:prstGeom prst="rect">
            <a:avLst/>
          </a:prstGeom>
          <a:noFill/>
          <a:ln w="28575">
            <a:noFill/>
          </a:ln>
        </p:spPr>
        <p:txBody>
          <a:bodyPr vert="horz" wrap="none" lIns="182880" tIns="182880" rIns="182880" bIns="182880" rtlCol="0" anchor="ctr">
            <a:noAutofit/>
          </a:bodyPr>
          <a:lstStyle/>
          <a:p>
            <a:endParaRPr lang="en-US" sz="1100" dirty="0"/>
          </a:p>
        </p:txBody>
      </p:sp>
      <p:sp>
        <p:nvSpPr>
          <p:cNvPr id="7" name="TextBox 6">
            <a:extLst>
              <a:ext uri="{FF2B5EF4-FFF2-40B4-BE49-F238E27FC236}">
                <a16:creationId xmlns:a16="http://schemas.microsoft.com/office/drawing/2014/main" id="{AFFBD4D3-C11A-224A-A25C-1E0273690B87}"/>
              </a:ext>
            </a:extLst>
          </p:cNvPr>
          <p:cNvSpPr txBox="1"/>
          <p:nvPr/>
        </p:nvSpPr>
        <p:spPr>
          <a:xfrm>
            <a:off x="7765675" y="8013469"/>
            <a:ext cx="0" cy="0"/>
          </a:xfrm>
          <a:prstGeom prst="rect">
            <a:avLst/>
          </a:prstGeom>
          <a:noFill/>
          <a:ln w="28575">
            <a:noFill/>
          </a:ln>
        </p:spPr>
        <p:txBody>
          <a:bodyPr vert="horz" wrap="none" lIns="182880" tIns="182880" rIns="182880" bIns="182880" rtlCol="0" anchor="ctr">
            <a:noAutofit/>
          </a:bodyPr>
          <a:lstStyle/>
          <a:p>
            <a:endParaRPr lang="en-US" sz="1100" dirty="0"/>
          </a:p>
        </p:txBody>
      </p:sp>
      <p:sp>
        <p:nvSpPr>
          <p:cNvPr id="4" name="TextBox 3">
            <a:extLst>
              <a:ext uri="{FF2B5EF4-FFF2-40B4-BE49-F238E27FC236}">
                <a16:creationId xmlns:a16="http://schemas.microsoft.com/office/drawing/2014/main" id="{88F6424F-AB31-4F84-2191-2D04B5AA6BA9}"/>
              </a:ext>
            </a:extLst>
          </p:cNvPr>
          <p:cNvSpPr txBox="1"/>
          <p:nvPr/>
        </p:nvSpPr>
        <p:spPr>
          <a:xfrm>
            <a:off x="360001" y="1944697"/>
            <a:ext cx="3315550" cy="2545907"/>
          </a:xfrm>
          <a:prstGeom prst="round2DiagRect">
            <a:avLst>
              <a:gd name="adj1" fmla="val 7740"/>
              <a:gd name="adj2" fmla="val 2679"/>
            </a:avLst>
          </a:prstGeom>
          <a:solidFill>
            <a:schemeClr val="bg1">
              <a:lumMod val="95000"/>
            </a:schemeClr>
          </a:solidFill>
        </p:spPr>
        <p:txBody>
          <a:bodyPr wrap="square" lIns="182880" tIns="548640" rIns="182880" bIns="182880" rtlCol="0">
            <a:noAutofit/>
          </a:bodyPr>
          <a:lstStyle/>
          <a:p>
            <a:pPr marL="12065" marR="5080">
              <a:lnSpc>
                <a:spcPct val="101400"/>
              </a:lnSpc>
              <a:spcBef>
                <a:spcPts val="790"/>
              </a:spcBef>
              <a:tabLst>
                <a:tab pos="240665" algn="l"/>
                <a:tab pos="241300" algn="l"/>
              </a:tabLst>
            </a:pPr>
            <a:r>
              <a:rPr lang="en-US" sz="1200" dirty="0">
                <a:cs typeface="Arial"/>
              </a:rPr>
              <a:t>All registered users of our website, CignaEnvoy.com, are able to submit and view previous claims electronically using an easy-to-follow process.</a:t>
            </a:r>
          </a:p>
        </p:txBody>
      </p:sp>
      <p:sp>
        <p:nvSpPr>
          <p:cNvPr id="5" name="Rectangle 4">
            <a:extLst>
              <a:ext uri="{FF2B5EF4-FFF2-40B4-BE49-F238E27FC236}">
                <a16:creationId xmlns:a16="http://schemas.microsoft.com/office/drawing/2014/main" id="{83A63265-860D-D163-4CF5-8370124636DD}"/>
              </a:ext>
            </a:extLst>
          </p:cNvPr>
          <p:cNvSpPr/>
          <p:nvPr/>
        </p:nvSpPr>
        <p:spPr>
          <a:xfrm>
            <a:off x="359998" y="1944697"/>
            <a:ext cx="3315551" cy="4227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548640" rtlCol="0" anchor="ctr"/>
          <a:lstStyle/>
          <a:p>
            <a:pPr>
              <a:lnSpc>
                <a:spcPct val="100000"/>
              </a:lnSpc>
              <a:spcBef>
                <a:spcPts val="114"/>
              </a:spcBef>
            </a:pPr>
            <a:r>
              <a:rPr lang="en-US" sz="1400" b="1" dirty="0">
                <a:solidFill>
                  <a:srgbClr val="FFFFFF"/>
                </a:solidFill>
                <a:cs typeface="Arial Black"/>
              </a:rPr>
              <a:t>CignaEnvoy.com</a:t>
            </a:r>
          </a:p>
        </p:txBody>
      </p:sp>
      <p:sp>
        <p:nvSpPr>
          <p:cNvPr id="8" name="Rectangle 7">
            <a:extLst>
              <a:ext uri="{FF2B5EF4-FFF2-40B4-BE49-F238E27FC236}">
                <a16:creationId xmlns:a16="http://schemas.microsoft.com/office/drawing/2014/main" id="{E8FC9CDC-17BB-4FDE-FE7F-CAE0920A8D20}"/>
              </a:ext>
            </a:extLst>
          </p:cNvPr>
          <p:cNvSpPr/>
          <p:nvPr/>
        </p:nvSpPr>
        <p:spPr>
          <a:xfrm>
            <a:off x="4266753" y="1944696"/>
            <a:ext cx="3316729" cy="4227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lIns="548640" rtlCol="0" anchor="ctr"/>
          <a:lstStyle/>
          <a:p>
            <a:pPr>
              <a:lnSpc>
                <a:spcPct val="100000"/>
              </a:lnSpc>
              <a:spcBef>
                <a:spcPts val="114"/>
              </a:spcBef>
            </a:pPr>
            <a:r>
              <a:rPr lang="en-US" sz="1400" b="1" dirty="0">
                <a:solidFill>
                  <a:srgbClr val="FFFFFF"/>
                </a:solidFill>
                <a:cs typeface="Arial Black"/>
              </a:rPr>
              <a:t>Cigna Envoy mobile App</a:t>
            </a:r>
          </a:p>
        </p:txBody>
      </p:sp>
      <p:sp>
        <p:nvSpPr>
          <p:cNvPr id="11" name="Graphic 18">
            <a:extLst>
              <a:ext uri="{FF2B5EF4-FFF2-40B4-BE49-F238E27FC236}">
                <a16:creationId xmlns:a16="http://schemas.microsoft.com/office/drawing/2014/main" id="{16E48723-33F9-1C07-1FF8-0F8E77464F1B}"/>
              </a:ext>
            </a:extLst>
          </p:cNvPr>
          <p:cNvSpPr>
            <a:spLocks/>
          </p:cNvSpPr>
          <p:nvPr/>
        </p:nvSpPr>
        <p:spPr>
          <a:xfrm>
            <a:off x="4408149" y="2051662"/>
            <a:ext cx="291306" cy="201429"/>
          </a:xfrm>
          <a:custGeom>
            <a:avLst/>
            <a:gdLst>
              <a:gd name="connsiteX0" fmla="*/ 5869858 w 6694659"/>
              <a:gd name="connsiteY0" fmla="*/ 2392532 h 4629150"/>
              <a:gd name="connsiteX1" fmla="*/ 6694437 w 6694659"/>
              <a:gd name="connsiteY1" fmla="*/ -53 h 4629150"/>
              <a:gd name="connsiteX2" fmla="*/ 3484512 w 6694659"/>
              <a:gd name="connsiteY2" fmla="*/ 181684 h 4629150"/>
              <a:gd name="connsiteX3" fmla="*/ 3484512 w 6694659"/>
              <a:gd name="connsiteY3" fmla="*/ 183303 h 4629150"/>
              <a:gd name="connsiteX4" fmla="*/ 969341 w 6694659"/>
              <a:gd name="connsiteY4" fmla="*/ 1277535 h 4629150"/>
              <a:gd name="connsiteX5" fmla="*/ 155429 w 6694659"/>
              <a:gd name="connsiteY5" fmla="*/ 4629097 h 4629150"/>
              <a:gd name="connsiteX6" fmla="*/ 5869858 w 6694659"/>
              <a:gd name="connsiteY6" fmla="*/ 2392532 h 462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94659" h="4629150">
                <a:moveTo>
                  <a:pt x="5869858" y="2392532"/>
                </a:moveTo>
                <a:cubicBezTo>
                  <a:pt x="6347728" y="1671299"/>
                  <a:pt x="6547276" y="904155"/>
                  <a:pt x="6694437" y="-53"/>
                </a:cubicBezTo>
                <a:cubicBezTo>
                  <a:pt x="5560962" y="147680"/>
                  <a:pt x="4554075" y="128820"/>
                  <a:pt x="3484512" y="181684"/>
                </a:cubicBezTo>
                <a:lnTo>
                  <a:pt x="3484512" y="183303"/>
                </a:lnTo>
                <a:cubicBezTo>
                  <a:pt x="2560587" y="214259"/>
                  <a:pt x="1649426" y="581448"/>
                  <a:pt x="969341" y="1277535"/>
                </a:cubicBezTo>
                <a:cubicBezTo>
                  <a:pt x="59608" y="2208890"/>
                  <a:pt x="-205568" y="3492955"/>
                  <a:pt x="155429" y="4629097"/>
                </a:cubicBezTo>
                <a:cubicBezTo>
                  <a:pt x="1796206" y="3608303"/>
                  <a:pt x="4711333" y="4223332"/>
                  <a:pt x="5869858" y="2392532"/>
                </a:cubicBezTo>
              </a:path>
            </a:pathLst>
          </a:custGeom>
          <a:solidFill>
            <a:srgbClr val="03CC54"/>
          </a:solidFill>
          <a:ln w="9525" cap="flat">
            <a:noFill/>
            <a:prstDash val="solid"/>
            <a:miter/>
          </a:ln>
        </p:spPr>
        <p:txBody>
          <a:bodyPr rtlCol="0" anchor="ctr"/>
          <a:lstStyle/>
          <a:p>
            <a:endParaRPr lang="en-US" dirty="0">
              <a:solidFill>
                <a:schemeClr val="accent2"/>
              </a:solidFill>
            </a:endParaRPr>
          </a:p>
        </p:txBody>
      </p:sp>
      <p:sp>
        <p:nvSpPr>
          <p:cNvPr id="12" name="Graphic 18">
            <a:extLst>
              <a:ext uri="{FF2B5EF4-FFF2-40B4-BE49-F238E27FC236}">
                <a16:creationId xmlns:a16="http://schemas.microsoft.com/office/drawing/2014/main" id="{0BD55D85-53FA-4E8B-CA17-272DA4F5716B}"/>
              </a:ext>
            </a:extLst>
          </p:cNvPr>
          <p:cNvSpPr>
            <a:spLocks/>
          </p:cNvSpPr>
          <p:nvPr/>
        </p:nvSpPr>
        <p:spPr>
          <a:xfrm>
            <a:off x="498256" y="2055332"/>
            <a:ext cx="291306" cy="201429"/>
          </a:xfrm>
          <a:custGeom>
            <a:avLst/>
            <a:gdLst>
              <a:gd name="connsiteX0" fmla="*/ 5869858 w 6694659"/>
              <a:gd name="connsiteY0" fmla="*/ 2392532 h 4629150"/>
              <a:gd name="connsiteX1" fmla="*/ 6694437 w 6694659"/>
              <a:gd name="connsiteY1" fmla="*/ -53 h 4629150"/>
              <a:gd name="connsiteX2" fmla="*/ 3484512 w 6694659"/>
              <a:gd name="connsiteY2" fmla="*/ 181684 h 4629150"/>
              <a:gd name="connsiteX3" fmla="*/ 3484512 w 6694659"/>
              <a:gd name="connsiteY3" fmla="*/ 183303 h 4629150"/>
              <a:gd name="connsiteX4" fmla="*/ 969341 w 6694659"/>
              <a:gd name="connsiteY4" fmla="*/ 1277535 h 4629150"/>
              <a:gd name="connsiteX5" fmla="*/ 155429 w 6694659"/>
              <a:gd name="connsiteY5" fmla="*/ 4629097 h 4629150"/>
              <a:gd name="connsiteX6" fmla="*/ 5869858 w 6694659"/>
              <a:gd name="connsiteY6" fmla="*/ 2392532 h 462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94659" h="4629150">
                <a:moveTo>
                  <a:pt x="5869858" y="2392532"/>
                </a:moveTo>
                <a:cubicBezTo>
                  <a:pt x="6347728" y="1671299"/>
                  <a:pt x="6547276" y="904155"/>
                  <a:pt x="6694437" y="-53"/>
                </a:cubicBezTo>
                <a:cubicBezTo>
                  <a:pt x="5560962" y="147680"/>
                  <a:pt x="4554075" y="128820"/>
                  <a:pt x="3484512" y="181684"/>
                </a:cubicBezTo>
                <a:lnTo>
                  <a:pt x="3484512" y="183303"/>
                </a:lnTo>
                <a:cubicBezTo>
                  <a:pt x="2560587" y="214259"/>
                  <a:pt x="1649426" y="581448"/>
                  <a:pt x="969341" y="1277535"/>
                </a:cubicBezTo>
                <a:cubicBezTo>
                  <a:pt x="59608" y="2208890"/>
                  <a:pt x="-205568" y="3492955"/>
                  <a:pt x="155429" y="4629097"/>
                </a:cubicBezTo>
                <a:cubicBezTo>
                  <a:pt x="1796206" y="3608303"/>
                  <a:pt x="4711333" y="4223332"/>
                  <a:pt x="5869858" y="2392532"/>
                </a:cubicBezTo>
              </a:path>
            </a:pathLst>
          </a:custGeom>
          <a:solidFill>
            <a:srgbClr val="03CC54"/>
          </a:solidFill>
          <a:ln w="9525" cap="flat">
            <a:noFill/>
            <a:prstDash val="solid"/>
            <a:miter/>
          </a:ln>
        </p:spPr>
        <p:txBody>
          <a:bodyPr rtlCol="0" anchor="ctr"/>
          <a:lstStyle/>
          <a:p>
            <a:endParaRPr lang="en-US" dirty="0">
              <a:solidFill>
                <a:schemeClr val="accent2"/>
              </a:solidFill>
            </a:endParaRPr>
          </a:p>
        </p:txBody>
      </p:sp>
      <p:sp>
        <p:nvSpPr>
          <p:cNvPr id="25" name="Rectangle 24">
            <a:extLst>
              <a:ext uri="{FF2B5EF4-FFF2-40B4-BE49-F238E27FC236}">
                <a16:creationId xmlns:a16="http://schemas.microsoft.com/office/drawing/2014/main" id="{18F9CF56-5A67-4C2B-380D-EADF8E9D956E}"/>
              </a:ext>
            </a:extLst>
          </p:cNvPr>
          <p:cNvSpPr/>
          <p:nvPr/>
        </p:nvSpPr>
        <p:spPr>
          <a:xfrm>
            <a:off x="8174681" y="1944696"/>
            <a:ext cx="3316729" cy="4227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lIns="548640" rtlCol="0" anchor="ctr"/>
          <a:lstStyle/>
          <a:p>
            <a:pPr>
              <a:lnSpc>
                <a:spcPct val="100000"/>
              </a:lnSpc>
              <a:spcBef>
                <a:spcPts val="114"/>
              </a:spcBef>
            </a:pPr>
            <a:r>
              <a:rPr lang="en-US" sz="1400" b="1" dirty="0">
                <a:solidFill>
                  <a:srgbClr val="FFFFFF"/>
                </a:solidFill>
                <a:cs typeface="Arial Black"/>
              </a:rPr>
              <a:t>Mail or fax</a:t>
            </a:r>
          </a:p>
        </p:txBody>
      </p:sp>
      <p:sp>
        <p:nvSpPr>
          <p:cNvPr id="26" name="Graphic 18">
            <a:extLst>
              <a:ext uri="{FF2B5EF4-FFF2-40B4-BE49-F238E27FC236}">
                <a16:creationId xmlns:a16="http://schemas.microsoft.com/office/drawing/2014/main" id="{8BF3C548-7F62-6CF5-0602-EABE125F7237}"/>
              </a:ext>
            </a:extLst>
          </p:cNvPr>
          <p:cNvSpPr>
            <a:spLocks/>
          </p:cNvSpPr>
          <p:nvPr/>
        </p:nvSpPr>
        <p:spPr>
          <a:xfrm>
            <a:off x="8323427" y="2051662"/>
            <a:ext cx="291306" cy="201429"/>
          </a:xfrm>
          <a:custGeom>
            <a:avLst/>
            <a:gdLst>
              <a:gd name="connsiteX0" fmla="*/ 5869858 w 6694659"/>
              <a:gd name="connsiteY0" fmla="*/ 2392532 h 4629150"/>
              <a:gd name="connsiteX1" fmla="*/ 6694437 w 6694659"/>
              <a:gd name="connsiteY1" fmla="*/ -53 h 4629150"/>
              <a:gd name="connsiteX2" fmla="*/ 3484512 w 6694659"/>
              <a:gd name="connsiteY2" fmla="*/ 181684 h 4629150"/>
              <a:gd name="connsiteX3" fmla="*/ 3484512 w 6694659"/>
              <a:gd name="connsiteY3" fmla="*/ 183303 h 4629150"/>
              <a:gd name="connsiteX4" fmla="*/ 969341 w 6694659"/>
              <a:gd name="connsiteY4" fmla="*/ 1277535 h 4629150"/>
              <a:gd name="connsiteX5" fmla="*/ 155429 w 6694659"/>
              <a:gd name="connsiteY5" fmla="*/ 4629097 h 4629150"/>
              <a:gd name="connsiteX6" fmla="*/ 5869858 w 6694659"/>
              <a:gd name="connsiteY6" fmla="*/ 2392532 h 462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94659" h="4629150">
                <a:moveTo>
                  <a:pt x="5869858" y="2392532"/>
                </a:moveTo>
                <a:cubicBezTo>
                  <a:pt x="6347728" y="1671299"/>
                  <a:pt x="6547276" y="904155"/>
                  <a:pt x="6694437" y="-53"/>
                </a:cubicBezTo>
                <a:cubicBezTo>
                  <a:pt x="5560962" y="147680"/>
                  <a:pt x="4554075" y="128820"/>
                  <a:pt x="3484512" y="181684"/>
                </a:cubicBezTo>
                <a:lnTo>
                  <a:pt x="3484512" y="183303"/>
                </a:lnTo>
                <a:cubicBezTo>
                  <a:pt x="2560587" y="214259"/>
                  <a:pt x="1649426" y="581448"/>
                  <a:pt x="969341" y="1277535"/>
                </a:cubicBezTo>
                <a:cubicBezTo>
                  <a:pt x="59608" y="2208890"/>
                  <a:pt x="-205568" y="3492955"/>
                  <a:pt x="155429" y="4629097"/>
                </a:cubicBezTo>
                <a:cubicBezTo>
                  <a:pt x="1796206" y="3608303"/>
                  <a:pt x="4711333" y="4223332"/>
                  <a:pt x="5869858" y="2392532"/>
                </a:cubicBezTo>
              </a:path>
            </a:pathLst>
          </a:custGeom>
          <a:solidFill>
            <a:srgbClr val="03CC54"/>
          </a:solidFill>
          <a:ln w="9525" cap="flat">
            <a:noFill/>
            <a:prstDash val="solid"/>
            <a:miter/>
          </a:ln>
        </p:spPr>
        <p:txBody>
          <a:bodyPr rtlCol="0" anchor="ctr"/>
          <a:lstStyle/>
          <a:p>
            <a:endParaRPr lang="en-US" dirty="0">
              <a:solidFill>
                <a:schemeClr val="accent2"/>
              </a:solidFill>
            </a:endParaRPr>
          </a:p>
        </p:txBody>
      </p:sp>
      <p:sp>
        <p:nvSpPr>
          <p:cNvPr id="6" name="TextBox 5">
            <a:extLst>
              <a:ext uri="{FF2B5EF4-FFF2-40B4-BE49-F238E27FC236}">
                <a16:creationId xmlns:a16="http://schemas.microsoft.com/office/drawing/2014/main" id="{6D04ECAB-DBE7-2726-33B0-5A48000BAF18}"/>
              </a:ext>
            </a:extLst>
          </p:cNvPr>
          <p:cNvSpPr txBox="1"/>
          <p:nvPr/>
        </p:nvSpPr>
        <p:spPr>
          <a:xfrm>
            <a:off x="0" y="1378039"/>
            <a:ext cx="12192000" cy="477054"/>
          </a:xfrm>
          <a:prstGeom prst="rect">
            <a:avLst/>
          </a:prstGeom>
          <a:solidFill>
            <a:schemeClr val="accent1"/>
          </a:solidFill>
        </p:spPr>
        <p:txBody>
          <a:bodyPr wrap="square" lIns="0" tIns="0" rIns="0" bIns="0" rtlCol="0">
            <a:spAutoFit/>
          </a:bodyPr>
          <a:lstStyle/>
          <a:p>
            <a:pPr marL="38100" algn="ctr">
              <a:lnSpc>
                <a:spcPct val="100000"/>
              </a:lnSpc>
              <a:spcBef>
                <a:spcPts val="580"/>
              </a:spcBef>
            </a:pPr>
            <a:r>
              <a:rPr lang="en-US" sz="1300" b="1" spc="-30" dirty="0">
                <a:solidFill>
                  <a:schemeClr val="bg1"/>
                </a:solidFill>
                <a:cs typeface="Arial"/>
              </a:rPr>
              <a:t>Our medical and dental claims forms are available in 16 languages</a:t>
            </a:r>
          </a:p>
          <a:p>
            <a:pPr marL="38100" algn="ctr">
              <a:lnSpc>
                <a:spcPct val="100000"/>
              </a:lnSpc>
              <a:spcBef>
                <a:spcPts val="580"/>
              </a:spcBef>
            </a:pPr>
            <a:r>
              <a:rPr lang="en-US" sz="1300" spc="-30" dirty="0">
                <a:solidFill>
                  <a:schemeClr val="bg1"/>
                </a:solidFill>
                <a:cs typeface="Arial"/>
              </a:rPr>
              <a:t>Arabic | Chinese | Czech | Dutch | English | French | German | Hindi | Italian | Japanese | Korean | Portuguese | Russian | Spanish | Swedish | Thai</a:t>
            </a:r>
          </a:p>
        </p:txBody>
      </p:sp>
    </p:spTree>
    <p:extLst>
      <p:ext uri="{BB962C8B-B14F-4D97-AF65-F5344CB8AC3E}">
        <p14:creationId xmlns:p14="http://schemas.microsoft.com/office/powerpoint/2010/main" val="30353988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Picture Placeholder 39" descr="Entrepreneur using laptop in store">
            <a:extLst>
              <a:ext uri="{FF2B5EF4-FFF2-40B4-BE49-F238E27FC236}">
                <a16:creationId xmlns:a16="http://schemas.microsoft.com/office/drawing/2014/main" id="{5E2E925D-DA8E-FB67-7971-603EA8162AAF}"/>
              </a:ext>
            </a:extLst>
          </p:cNvPr>
          <p:cNvPicPr>
            <a:picLocks noGrp="1" noChangeAspect="1"/>
          </p:cNvPicPr>
          <p:nvPr>
            <p:ph type="pic" sz="quarter" idx="16"/>
          </p:nvPr>
        </p:nvPicPr>
        <p:blipFill rotWithShape="1">
          <a:blip r:embed="rId2" cstate="screen">
            <a:extLst>
              <a:ext uri="{28A0092B-C50C-407E-A947-70E740481C1C}">
                <a14:useLocalDpi xmlns:a14="http://schemas.microsoft.com/office/drawing/2010/main"/>
              </a:ext>
            </a:extLst>
          </a:blip>
          <a:srcRect/>
          <a:stretch/>
        </p:blipFill>
        <p:spPr>
          <a:xfrm>
            <a:off x="6918795" y="10"/>
            <a:ext cx="5273207" cy="6677990"/>
          </a:xfrm>
          <a:noFill/>
        </p:spPr>
      </p:pic>
      <p:sp>
        <p:nvSpPr>
          <p:cNvPr id="4" name="Title 3">
            <a:extLst>
              <a:ext uri="{FF2B5EF4-FFF2-40B4-BE49-F238E27FC236}">
                <a16:creationId xmlns:a16="http://schemas.microsoft.com/office/drawing/2014/main" id="{C3DDEC7B-C9A0-445A-905A-BEAE027B1B5E}"/>
              </a:ext>
            </a:extLst>
          </p:cNvPr>
          <p:cNvSpPr>
            <a:spLocks noGrp="1"/>
          </p:cNvSpPr>
          <p:nvPr>
            <p:ph type="title"/>
          </p:nvPr>
        </p:nvSpPr>
        <p:spPr>
          <a:xfrm>
            <a:off x="360000" y="360000"/>
            <a:ext cx="7322248" cy="831296"/>
          </a:xfrm>
        </p:spPr>
        <p:txBody>
          <a:bodyPr vert="horz" lIns="0" tIns="0" rIns="0" bIns="0" rtlCol="0" anchor="t" anchorCtr="0">
            <a:normAutofit fontScale="90000"/>
          </a:bodyPr>
          <a:lstStyle/>
          <a:p>
            <a:r>
              <a:rPr lang="en-US" sz="3200" dirty="0"/>
              <a:t>In the event you have to pay and claim</a:t>
            </a:r>
            <a:endParaRPr lang="en-US" b="1" kern="1200" dirty="0">
              <a:latin typeface="+mj-lt"/>
              <a:ea typeface="+mj-ea"/>
              <a:cs typeface="+mj-cs"/>
            </a:endParaRPr>
          </a:p>
        </p:txBody>
      </p:sp>
      <p:sp>
        <p:nvSpPr>
          <p:cNvPr id="30" name="TextBox 29">
            <a:extLst>
              <a:ext uri="{FF2B5EF4-FFF2-40B4-BE49-F238E27FC236}">
                <a16:creationId xmlns:a16="http://schemas.microsoft.com/office/drawing/2014/main" id="{5BBFCEB6-5956-76B2-2C87-D24EF4BA290E}"/>
              </a:ext>
            </a:extLst>
          </p:cNvPr>
          <p:cNvSpPr txBox="1"/>
          <p:nvPr/>
        </p:nvSpPr>
        <p:spPr>
          <a:xfrm>
            <a:off x="360000" y="1548000"/>
            <a:ext cx="6472242" cy="4653177"/>
          </a:xfrm>
          <a:prstGeom prst="rect">
            <a:avLst/>
          </a:prstGeom>
        </p:spPr>
        <p:txBody>
          <a:bodyPr vert="horz" lIns="0" tIns="0" rIns="0" bIns="0" rtlCol="0">
            <a:normAutofit/>
          </a:bodyPr>
          <a:lstStyle/>
          <a:p>
            <a:pPr marL="12700">
              <a:spcBef>
                <a:spcPts val="1200"/>
              </a:spcBef>
              <a:spcAft>
                <a:spcPts val="400"/>
              </a:spcAft>
            </a:pPr>
            <a:r>
              <a:rPr lang="en-US" sz="1200" b="1" dirty="0">
                <a:solidFill>
                  <a:srgbClr val="00B0F0"/>
                </a:solidFill>
              </a:rPr>
              <a:t>Submit your claim through CignaEnvoy.com or the Cigna Envoy mobile app. This is the fastest and easiest way to get your claims to Cigna Healthcare.</a:t>
            </a:r>
            <a:endParaRPr lang="en-US" sz="1200" dirty="0"/>
          </a:p>
          <a:p>
            <a:pPr marL="184150" indent="-171450">
              <a:lnSpc>
                <a:spcPct val="90000"/>
              </a:lnSpc>
              <a:spcBef>
                <a:spcPts val="200"/>
              </a:spcBef>
              <a:spcAft>
                <a:spcPts val="600"/>
              </a:spcAft>
              <a:buFont typeface="Arial" panose="020B0604020202020204" pitchFamily="34" charset="0"/>
              <a:buChar char="•"/>
            </a:pPr>
            <a:r>
              <a:rPr lang="en-US" sz="1200" dirty="0"/>
              <a:t>All out-of-network claims should be sent directly to Cigna Healthcare.</a:t>
            </a:r>
          </a:p>
          <a:p>
            <a:pPr marL="184150" indent="-171450">
              <a:lnSpc>
                <a:spcPct val="90000"/>
              </a:lnSpc>
              <a:spcBef>
                <a:spcPts val="200"/>
              </a:spcBef>
              <a:spcAft>
                <a:spcPts val="600"/>
              </a:spcAft>
              <a:buFont typeface="Arial" panose="020B0604020202020204" pitchFamily="34" charset="0"/>
              <a:buChar char="•"/>
            </a:pPr>
            <a:r>
              <a:rPr lang="en-US" sz="1200" dirty="0"/>
              <a:t>If you choose to mail or fax your claim(s), make sure your claim form is filled out completely, and don’t forget to sign it!</a:t>
            </a:r>
          </a:p>
          <a:p>
            <a:pPr marL="184150" indent="-171450">
              <a:lnSpc>
                <a:spcPct val="90000"/>
              </a:lnSpc>
              <a:spcBef>
                <a:spcPts val="200"/>
              </a:spcBef>
              <a:spcAft>
                <a:spcPts val="600"/>
              </a:spcAft>
              <a:buFont typeface="Arial" panose="020B0604020202020204" pitchFamily="34" charset="0"/>
              <a:buChar char="•"/>
            </a:pPr>
            <a:r>
              <a:rPr lang="en-US" sz="1200" dirty="0"/>
              <a:t>Fill out a separate form for each doctor or hospital visit.</a:t>
            </a:r>
          </a:p>
          <a:p>
            <a:pPr marL="184150" indent="-171450">
              <a:lnSpc>
                <a:spcPct val="90000"/>
              </a:lnSpc>
              <a:spcBef>
                <a:spcPts val="200"/>
              </a:spcBef>
              <a:spcAft>
                <a:spcPts val="600"/>
              </a:spcAft>
              <a:buFont typeface="Arial" panose="020B0604020202020204" pitchFamily="34" charset="0"/>
              <a:buChar char="•"/>
            </a:pPr>
            <a:r>
              <a:rPr lang="en-US" sz="1200" dirty="0"/>
              <a:t>Be sure to add a diagnosis, type of treatment or explanation of treatment.</a:t>
            </a:r>
          </a:p>
          <a:p>
            <a:pPr marL="184150" indent="-171450">
              <a:lnSpc>
                <a:spcPct val="90000"/>
              </a:lnSpc>
              <a:spcBef>
                <a:spcPts val="200"/>
              </a:spcBef>
              <a:spcAft>
                <a:spcPts val="600"/>
              </a:spcAft>
              <a:buFont typeface="Arial" panose="020B0604020202020204" pitchFamily="34" charset="0"/>
              <a:buChar char="•"/>
            </a:pPr>
            <a:r>
              <a:rPr lang="en-US" sz="1200" dirty="0"/>
              <a:t>Provide a detailed list of fees for each service rendered along with the date it was performed.</a:t>
            </a:r>
          </a:p>
          <a:p>
            <a:pPr marL="184150" indent="-171450">
              <a:lnSpc>
                <a:spcPct val="90000"/>
              </a:lnSpc>
              <a:spcBef>
                <a:spcPts val="200"/>
              </a:spcBef>
              <a:spcAft>
                <a:spcPts val="600"/>
              </a:spcAft>
              <a:buFont typeface="Arial" panose="020B0604020202020204" pitchFamily="34" charset="0"/>
              <a:buChar char="•"/>
            </a:pPr>
            <a:r>
              <a:rPr lang="en-US" sz="1200" dirty="0"/>
              <a:t>Make and keep handy copies of your bills, receipts and claim forms.</a:t>
            </a:r>
          </a:p>
          <a:p>
            <a:pPr marL="184150" indent="-171450">
              <a:lnSpc>
                <a:spcPct val="90000"/>
              </a:lnSpc>
              <a:spcBef>
                <a:spcPts val="200"/>
              </a:spcBef>
              <a:spcAft>
                <a:spcPts val="600"/>
              </a:spcAft>
              <a:buFont typeface="Arial" panose="020B0604020202020204" pitchFamily="34" charset="0"/>
              <a:buChar char="•"/>
            </a:pPr>
            <a:r>
              <a:rPr lang="en-US" sz="1200" dirty="0"/>
              <a:t>Clearly state how you would like to be reimbursed.</a:t>
            </a:r>
          </a:p>
        </p:txBody>
      </p:sp>
      <p:sp>
        <p:nvSpPr>
          <p:cNvPr id="2" name="Slide Number Placeholder 1">
            <a:extLst>
              <a:ext uri="{FF2B5EF4-FFF2-40B4-BE49-F238E27FC236}">
                <a16:creationId xmlns:a16="http://schemas.microsoft.com/office/drawing/2014/main" id="{C44BA7DF-AF8E-3ADE-4D42-D1BA36D94B88}"/>
              </a:ext>
            </a:extLst>
          </p:cNvPr>
          <p:cNvSpPr>
            <a:spLocks noGrp="1"/>
          </p:cNvSpPr>
          <p:nvPr>
            <p:ph type="sldNum" sz="quarter" idx="11"/>
          </p:nvPr>
        </p:nvSpPr>
        <p:spPr>
          <a:xfrm>
            <a:off x="11473199" y="6318000"/>
            <a:ext cx="359212" cy="180000"/>
          </a:xfrm>
        </p:spPr>
        <p:txBody>
          <a:bodyPr vert="horz" lIns="0" tIns="0" rIns="0" bIns="0" rtlCol="0" anchor="b" anchorCtr="0">
            <a:normAutofit/>
          </a:bodyPr>
          <a:lstStyle/>
          <a:p>
            <a:pPr>
              <a:spcAft>
                <a:spcPts val="600"/>
              </a:spcAft>
            </a:pPr>
            <a:fld id="{23AA811B-2EBD-4900-905E-5BE206449611}" type="slidenum">
              <a:rPr lang="en-US" smtClean="0"/>
              <a:pPr>
                <a:spcAft>
                  <a:spcPts val="600"/>
                </a:spcAft>
              </a:pPr>
              <a:t>30</a:t>
            </a:fld>
            <a:endParaRPr lang="en-US"/>
          </a:p>
        </p:txBody>
      </p:sp>
      <p:sp>
        <p:nvSpPr>
          <p:cNvPr id="3" name="Rectangle 2">
            <a:extLst>
              <a:ext uri="{FF2B5EF4-FFF2-40B4-BE49-F238E27FC236}">
                <a16:creationId xmlns:a16="http://schemas.microsoft.com/office/drawing/2014/main" id="{2FA4D4B1-6BC8-57CF-7D7A-1D126159F59D}"/>
              </a:ext>
            </a:extLst>
          </p:cNvPr>
          <p:cNvSpPr/>
          <p:nvPr/>
        </p:nvSpPr>
        <p:spPr>
          <a:xfrm>
            <a:off x="6918793" y="5428444"/>
            <a:ext cx="5273207" cy="582381"/>
          </a:xfrm>
          <a:prstGeom prst="rect">
            <a:avLst/>
          </a:prstGeom>
          <a:solidFill>
            <a:srgbClr val="A1F7A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defTabSz="342797"/>
            <a:r>
              <a:rPr lang="en-US" sz="1400" b="1" dirty="0">
                <a:solidFill>
                  <a:srgbClr val="110081"/>
                </a:solidFill>
                <a:latin typeface="Verdana" panose="020B0604030504040204" pitchFamily="34" charset="0"/>
                <a:ea typeface="Verdana" panose="020B0604030504040204" pitchFamily="34" charset="0"/>
                <a:cs typeface="Verdana" panose="020B0604030504040204" pitchFamily="34" charset="0"/>
              </a:rPr>
              <a:t>Remember: </a:t>
            </a:r>
            <a:r>
              <a:rPr lang="en-US" sz="1400" dirty="0">
                <a:solidFill>
                  <a:srgbClr val="110081"/>
                </a:solidFill>
                <a:latin typeface="Verdana" panose="020B0604030504040204" pitchFamily="34" charset="0"/>
                <a:ea typeface="Verdana" panose="020B0604030504040204" pitchFamily="34" charset="0"/>
                <a:cs typeface="Verdana" panose="020B0604030504040204" pitchFamily="34" charset="0"/>
              </a:rPr>
              <a:t>If you can’t submit your claim online or via the app, faxes are faster than regular mail.</a:t>
            </a:r>
          </a:p>
        </p:txBody>
      </p:sp>
    </p:spTree>
    <p:extLst>
      <p:ext uri="{BB962C8B-B14F-4D97-AF65-F5344CB8AC3E}">
        <p14:creationId xmlns:p14="http://schemas.microsoft.com/office/powerpoint/2010/main" val="11135745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Picture Placeholder 39">
            <a:extLst>
              <a:ext uri="{FF2B5EF4-FFF2-40B4-BE49-F238E27FC236}">
                <a16:creationId xmlns:a16="http://schemas.microsoft.com/office/drawing/2014/main" id="{5E2E925D-DA8E-FB67-7971-603EA8162AAF}"/>
              </a:ext>
            </a:extLst>
          </p:cNvPr>
          <p:cNvPicPr>
            <a:picLocks noGrp="1" noChangeAspect="1"/>
          </p:cNvPicPr>
          <p:nvPr>
            <p:ph type="pic" sz="quarter" idx="16"/>
          </p:nvPr>
        </p:nvPicPr>
        <p:blipFill rotWithShape="1">
          <a:blip r:embed="rId2" cstate="screen">
            <a:extLst>
              <a:ext uri="{28A0092B-C50C-407E-A947-70E740481C1C}">
                <a14:useLocalDpi xmlns:a14="http://schemas.microsoft.com/office/drawing/2010/main"/>
              </a:ext>
            </a:extLst>
          </a:blip>
          <a:srcRect/>
          <a:stretch/>
        </p:blipFill>
        <p:spPr>
          <a:xfrm>
            <a:off x="6918795" y="10"/>
            <a:ext cx="5273207" cy="6677990"/>
          </a:xfrm>
          <a:noFill/>
        </p:spPr>
      </p:pic>
      <p:sp>
        <p:nvSpPr>
          <p:cNvPr id="4" name="Title 3">
            <a:extLst>
              <a:ext uri="{FF2B5EF4-FFF2-40B4-BE49-F238E27FC236}">
                <a16:creationId xmlns:a16="http://schemas.microsoft.com/office/drawing/2014/main" id="{C3DDEC7B-C9A0-445A-905A-BEAE027B1B5E}"/>
              </a:ext>
            </a:extLst>
          </p:cNvPr>
          <p:cNvSpPr>
            <a:spLocks noGrp="1"/>
          </p:cNvSpPr>
          <p:nvPr>
            <p:ph type="title"/>
          </p:nvPr>
        </p:nvSpPr>
        <p:spPr>
          <a:xfrm>
            <a:off x="360000" y="360000"/>
            <a:ext cx="6749138" cy="572400"/>
          </a:xfrm>
        </p:spPr>
        <p:txBody>
          <a:bodyPr vert="horz" lIns="0" tIns="0" rIns="0" bIns="0" rtlCol="0" anchor="t" anchorCtr="0">
            <a:normAutofit/>
          </a:bodyPr>
          <a:lstStyle/>
          <a:p>
            <a:r>
              <a:rPr lang="en-US" sz="3200" dirty="0"/>
              <a:t>Claim reimbursement options</a:t>
            </a:r>
            <a:endParaRPr lang="en-US" b="1" kern="1200" dirty="0">
              <a:latin typeface="+mj-lt"/>
              <a:ea typeface="+mj-ea"/>
              <a:cs typeface="+mj-cs"/>
            </a:endParaRPr>
          </a:p>
        </p:txBody>
      </p:sp>
      <p:sp>
        <p:nvSpPr>
          <p:cNvPr id="30" name="TextBox 29">
            <a:extLst>
              <a:ext uri="{FF2B5EF4-FFF2-40B4-BE49-F238E27FC236}">
                <a16:creationId xmlns:a16="http://schemas.microsoft.com/office/drawing/2014/main" id="{5BBFCEB6-5956-76B2-2C87-D24EF4BA290E}"/>
              </a:ext>
            </a:extLst>
          </p:cNvPr>
          <p:cNvSpPr txBox="1"/>
          <p:nvPr/>
        </p:nvSpPr>
        <p:spPr>
          <a:xfrm>
            <a:off x="360000" y="1548000"/>
            <a:ext cx="5647100" cy="4377600"/>
          </a:xfrm>
          <a:prstGeom prst="rect">
            <a:avLst/>
          </a:prstGeom>
        </p:spPr>
        <p:txBody>
          <a:bodyPr vert="horz" lIns="0" tIns="0" rIns="0" bIns="0" rtlCol="0">
            <a:normAutofit/>
          </a:bodyPr>
          <a:lstStyle/>
          <a:p>
            <a:pPr marL="173038" indent="-160338">
              <a:lnSpc>
                <a:spcPct val="90000"/>
              </a:lnSpc>
              <a:spcBef>
                <a:spcPts val="1200"/>
              </a:spcBef>
              <a:spcAft>
                <a:spcPts val="400"/>
              </a:spcAft>
              <a:buFont typeface="Arial" panose="020B0604020202020204" pitchFamily="34" charset="0"/>
              <a:buChar char="•"/>
            </a:pPr>
            <a:r>
              <a:rPr lang="en-US" sz="1400" b="1" dirty="0"/>
              <a:t>Wire transfers</a:t>
            </a:r>
            <a:r>
              <a:rPr lang="en-US" sz="1400" baseline="30000" dirty="0"/>
              <a:t>1</a:t>
            </a:r>
            <a:r>
              <a:rPr lang="en-US" sz="1400" dirty="0"/>
              <a:t> to bank accounts around the world.</a:t>
            </a:r>
          </a:p>
          <a:p>
            <a:pPr marL="173038" indent="-160338">
              <a:lnSpc>
                <a:spcPct val="90000"/>
              </a:lnSpc>
              <a:spcBef>
                <a:spcPts val="1200"/>
              </a:spcBef>
              <a:spcAft>
                <a:spcPts val="400"/>
              </a:spcAft>
              <a:buFont typeface="Arial" panose="020B0604020202020204" pitchFamily="34" charset="0"/>
              <a:buChar char="•"/>
            </a:pPr>
            <a:r>
              <a:rPr lang="en-US" sz="1400" b="1" dirty="0"/>
              <a:t>Direct payment </a:t>
            </a:r>
            <a:r>
              <a:rPr lang="en-US" sz="1400" dirty="0"/>
              <a:t>to a U.S. or Canadian bank.</a:t>
            </a:r>
            <a:endParaRPr lang="en-US" sz="1400" b="1" dirty="0"/>
          </a:p>
          <a:p>
            <a:pPr marL="173038" indent="-160338">
              <a:lnSpc>
                <a:spcPct val="90000"/>
              </a:lnSpc>
              <a:spcBef>
                <a:spcPts val="1200"/>
              </a:spcBef>
              <a:spcAft>
                <a:spcPts val="400"/>
              </a:spcAft>
              <a:buFont typeface="Arial" panose="020B0604020202020204" pitchFamily="34" charset="0"/>
              <a:buChar char="•"/>
            </a:pPr>
            <a:r>
              <a:rPr lang="en-US" sz="1400" b="1" dirty="0"/>
              <a:t>Electronic Funds Transfers (EFT).</a:t>
            </a:r>
          </a:p>
          <a:p>
            <a:pPr marL="173038" indent="-160338">
              <a:lnSpc>
                <a:spcPct val="90000"/>
              </a:lnSpc>
              <a:spcBef>
                <a:spcPts val="1200"/>
              </a:spcBef>
              <a:spcAft>
                <a:spcPts val="400"/>
              </a:spcAft>
              <a:buFont typeface="Arial" panose="020B0604020202020204" pitchFamily="34" charset="0"/>
              <a:buChar char="•"/>
            </a:pPr>
            <a:r>
              <a:rPr lang="en-US" sz="1400" b="1" dirty="0" err="1"/>
              <a:t>ePayment</a:t>
            </a:r>
            <a:r>
              <a:rPr lang="en-US" sz="1400" b="1" dirty="0"/>
              <a:t> Plus</a:t>
            </a:r>
            <a:r>
              <a:rPr lang="en-US" sz="1400" baseline="30000" dirty="0"/>
              <a:t>®</a:t>
            </a:r>
            <a:r>
              <a:rPr lang="en-US" sz="1400" dirty="0"/>
              <a:t> is an automated online payment system. With </a:t>
            </a:r>
            <a:r>
              <a:rPr lang="en-US" sz="1400" dirty="0" err="1"/>
              <a:t>ePayment</a:t>
            </a:r>
            <a:r>
              <a:rPr lang="en-US" sz="1400" dirty="0"/>
              <a:t> Plus, your reimbursement money is deposited directly into your bank account in one of the following countries:</a:t>
            </a:r>
          </a:p>
          <a:p>
            <a:pPr marL="461963" lvl="1" indent="-212725">
              <a:lnSpc>
                <a:spcPct val="90000"/>
              </a:lnSpc>
              <a:spcAft>
                <a:spcPts val="800"/>
              </a:spcAft>
              <a:buClr>
                <a:srgbClr val="000000"/>
              </a:buClr>
              <a:buSzPct val="120000"/>
              <a:buFont typeface="Verdana" panose="020B0604030504040204" pitchFamily="34" charset="0"/>
              <a:buChar char="›"/>
            </a:pPr>
            <a:r>
              <a:rPr lang="en-US" sz="1400" dirty="0">
                <a:solidFill>
                  <a:srgbClr val="00B0F0"/>
                </a:solidFill>
              </a:rPr>
              <a:t>Australia · Canada · Denmark · Hong Kong</a:t>
            </a:r>
          </a:p>
          <a:p>
            <a:pPr marL="461963" lvl="1" indent="-212725">
              <a:lnSpc>
                <a:spcPct val="90000"/>
              </a:lnSpc>
              <a:spcAft>
                <a:spcPts val="800"/>
              </a:spcAft>
              <a:buClr>
                <a:srgbClr val="000000"/>
              </a:buClr>
              <a:buSzPct val="120000"/>
              <a:buFont typeface="Verdana" panose="020B0604030504040204" pitchFamily="34" charset="0"/>
              <a:buChar char="›"/>
            </a:pPr>
            <a:r>
              <a:rPr lang="en-US" sz="1400" dirty="0">
                <a:solidFill>
                  <a:srgbClr val="00B0F0"/>
                </a:solidFill>
              </a:rPr>
              <a:t>New Zealand · Norway · Singapore · Sweden · UK</a:t>
            </a:r>
          </a:p>
          <a:p>
            <a:pPr marL="461963" lvl="1" indent="-212725">
              <a:lnSpc>
                <a:spcPct val="90000"/>
              </a:lnSpc>
              <a:spcAft>
                <a:spcPts val="800"/>
              </a:spcAft>
              <a:buSzPct val="120000"/>
              <a:buFont typeface="Verdana" panose="020B0604030504040204" pitchFamily="34" charset="0"/>
              <a:buChar char="›"/>
            </a:pPr>
            <a:r>
              <a:rPr lang="en-US" sz="1400" dirty="0"/>
              <a:t>To sign up, go to CignaEnvoy.com.</a:t>
            </a:r>
          </a:p>
          <a:p>
            <a:pPr marL="173038" indent="-160338">
              <a:lnSpc>
                <a:spcPct val="90000"/>
              </a:lnSpc>
              <a:spcBef>
                <a:spcPts val="400"/>
              </a:spcBef>
              <a:spcAft>
                <a:spcPts val="400"/>
              </a:spcAft>
              <a:buFont typeface="Arial" panose="020B0604020202020204" pitchFamily="34" charset="0"/>
              <a:buChar char="•"/>
            </a:pPr>
            <a:r>
              <a:rPr lang="en-US" sz="1400" b="1" dirty="0"/>
              <a:t>Paper checks </a:t>
            </a:r>
            <a:r>
              <a:rPr lang="en-US" sz="1400" dirty="0"/>
              <a:t>can be issued to you in over 135 currencies.</a:t>
            </a:r>
            <a:r>
              <a:rPr lang="en-US" sz="1400" baseline="30000" dirty="0"/>
              <a:t>2</a:t>
            </a:r>
          </a:p>
          <a:p>
            <a:pPr marL="12700">
              <a:lnSpc>
                <a:spcPct val="90000"/>
              </a:lnSpc>
              <a:spcBef>
                <a:spcPts val="95"/>
              </a:spcBef>
            </a:pPr>
            <a:endParaRPr lang="en-US" sz="1200" dirty="0"/>
          </a:p>
          <a:p>
            <a:pPr>
              <a:lnSpc>
                <a:spcPct val="90000"/>
              </a:lnSpc>
            </a:pPr>
            <a:endParaRPr lang="en-US" sz="1200" dirty="0">
              <a:solidFill>
                <a:schemeClr val="tx2"/>
              </a:solidFill>
            </a:endParaRPr>
          </a:p>
        </p:txBody>
      </p:sp>
      <p:sp>
        <p:nvSpPr>
          <p:cNvPr id="2" name="Slide Number Placeholder 1">
            <a:extLst>
              <a:ext uri="{FF2B5EF4-FFF2-40B4-BE49-F238E27FC236}">
                <a16:creationId xmlns:a16="http://schemas.microsoft.com/office/drawing/2014/main" id="{C44BA7DF-AF8E-3ADE-4D42-D1BA36D94B88}"/>
              </a:ext>
            </a:extLst>
          </p:cNvPr>
          <p:cNvSpPr>
            <a:spLocks noGrp="1"/>
          </p:cNvSpPr>
          <p:nvPr>
            <p:ph type="sldNum" sz="quarter" idx="11"/>
          </p:nvPr>
        </p:nvSpPr>
        <p:spPr>
          <a:xfrm>
            <a:off x="11473199" y="6318000"/>
            <a:ext cx="359212" cy="180000"/>
          </a:xfrm>
        </p:spPr>
        <p:txBody>
          <a:bodyPr vert="horz" lIns="0" tIns="0" rIns="0" bIns="0" rtlCol="0" anchor="b" anchorCtr="0">
            <a:normAutofit/>
          </a:bodyPr>
          <a:lstStyle/>
          <a:p>
            <a:pPr>
              <a:spcAft>
                <a:spcPts val="600"/>
              </a:spcAft>
            </a:pPr>
            <a:fld id="{23AA811B-2EBD-4900-905E-5BE206449611}" type="slidenum">
              <a:rPr lang="en-US" smtClean="0"/>
              <a:pPr>
                <a:spcAft>
                  <a:spcPts val="600"/>
                </a:spcAft>
              </a:pPr>
              <a:t>31</a:t>
            </a:fld>
            <a:endParaRPr lang="en-US"/>
          </a:p>
        </p:txBody>
      </p:sp>
      <p:sp>
        <p:nvSpPr>
          <p:cNvPr id="5" name="TextBox 4">
            <a:extLst>
              <a:ext uri="{FF2B5EF4-FFF2-40B4-BE49-F238E27FC236}">
                <a16:creationId xmlns:a16="http://schemas.microsoft.com/office/drawing/2014/main" id="{9AACEF27-CA8D-9C5E-7CE1-34983D409AFA}"/>
              </a:ext>
            </a:extLst>
          </p:cNvPr>
          <p:cNvSpPr txBox="1"/>
          <p:nvPr/>
        </p:nvSpPr>
        <p:spPr>
          <a:xfrm>
            <a:off x="2181080" y="6136783"/>
            <a:ext cx="4737716" cy="475824"/>
          </a:xfrm>
          <a:prstGeom prst="rect">
            <a:avLst/>
          </a:prstGeom>
          <a:noFill/>
        </p:spPr>
        <p:txBody>
          <a:bodyPr wrap="square" lIns="0" tIns="0" rIns="0" bIns="0" rtlCol="0" anchor="b" anchorCtr="0">
            <a:noAutofit/>
          </a:bodyPr>
          <a:lstStyle/>
          <a:p>
            <a:pPr marL="12700">
              <a:lnSpc>
                <a:spcPct val="100000"/>
              </a:lnSpc>
              <a:spcBef>
                <a:spcPts val="95"/>
              </a:spcBef>
            </a:pPr>
            <a:r>
              <a:rPr lang="en-US" sz="900" dirty="0">
                <a:solidFill>
                  <a:srgbClr val="A6A6A6"/>
                </a:solidFill>
                <a:latin typeface="Arial Narrow"/>
                <a:cs typeface="Arial Narrow"/>
              </a:rPr>
              <a:t>1. Your bank, or intermediary banks, may apply a fee for the receipt of wire transfers. Cigna can only reimburse where legally permitted.</a:t>
            </a:r>
          </a:p>
          <a:p>
            <a:pPr marL="12700">
              <a:lnSpc>
                <a:spcPct val="100000"/>
              </a:lnSpc>
              <a:spcBef>
                <a:spcPts val="95"/>
              </a:spcBef>
            </a:pPr>
            <a:r>
              <a:rPr lang="en-US" sz="900" dirty="0">
                <a:solidFill>
                  <a:srgbClr val="A6A6A6"/>
                </a:solidFill>
                <a:latin typeface="Arial Narrow"/>
                <a:cs typeface="Arial Narrow"/>
              </a:rPr>
              <a:t>2. Data from GHB claims internal analysis as of February 2023. Subject to change. </a:t>
            </a:r>
          </a:p>
        </p:txBody>
      </p:sp>
    </p:spTree>
    <p:extLst>
      <p:ext uri="{BB962C8B-B14F-4D97-AF65-F5344CB8AC3E}">
        <p14:creationId xmlns:p14="http://schemas.microsoft.com/office/powerpoint/2010/main" val="16733687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0AA7B-A0A0-1650-25D2-416DD34315F7}"/>
              </a:ext>
            </a:extLst>
          </p:cNvPr>
          <p:cNvSpPr>
            <a:spLocks noGrp="1"/>
          </p:cNvSpPr>
          <p:nvPr>
            <p:ph type="title"/>
          </p:nvPr>
        </p:nvSpPr>
        <p:spPr>
          <a:xfrm>
            <a:off x="360000" y="360000"/>
            <a:ext cx="11473200" cy="512474"/>
          </a:xfrm>
        </p:spPr>
        <p:txBody>
          <a:bodyPr/>
          <a:lstStyle/>
          <a:p>
            <a:r>
              <a:rPr lang="en-US" dirty="0"/>
              <a:t>Cigna Healthcare contact information</a:t>
            </a:r>
          </a:p>
        </p:txBody>
      </p:sp>
      <p:sp>
        <p:nvSpPr>
          <p:cNvPr id="4" name="Slide Number Placeholder 3">
            <a:extLst>
              <a:ext uri="{FF2B5EF4-FFF2-40B4-BE49-F238E27FC236}">
                <a16:creationId xmlns:a16="http://schemas.microsoft.com/office/drawing/2014/main" id="{9159CF1C-8DD9-BAA7-F494-F0A9D3DB9ABA}"/>
              </a:ext>
            </a:extLst>
          </p:cNvPr>
          <p:cNvSpPr>
            <a:spLocks noGrp="1"/>
          </p:cNvSpPr>
          <p:nvPr>
            <p:ph type="sldNum" sz="quarter" idx="11"/>
          </p:nvPr>
        </p:nvSpPr>
        <p:spPr/>
        <p:txBody>
          <a:bodyPr/>
          <a:lstStyle/>
          <a:p>
            <a:fld id="{23AA811B-2EBD-4900-905E-5BE206449611}" type="slidenum">
              <a:rPr lang="en-US" smtClean="0"/>
              <a:pPr/>
              <a:t>32</a:t>
            </a:fld>
            <a:endParaRPr lang="en-US" dirty="0"/>
          </a:p>
        </p:txBody>
      </p:sp>
      <p:graphicFrame>
        <p:nvGraphicFramePr>
          <p:cNvPr id="5" name="object 6">
            <a:extLst>
              <a:ext uri="{FF2B5EF4-FFF2-40B4-BE49-F238E27FC236}">
                <a16:creationId xmlns:a16="http://schemas.microsoft.com/office/drawing/2014/main" id="{EC0670DB-AC47-885A-BDDE-FBAD6A90FB9D}"/>
              </a:ext>
            </a:extLst>
          </p:cNvPr>
          <p:cNvGraphicFramePr>
            <a:graphicFrameLocks noGrp="1"/>
          </p:cNvGraphicFramePr>
          <p:nvPr>
            <p:extLst>
              <p:ext uri="{D42A27DB-BD31-4B8C-83A1-F6EECF244321}">
                <p14:modId xmlns:p14="http://schemas.microsoft.com/office/powerpoint/2010/main" val="939366258"/>
              </p:ext>
            </p:extLst>
          </p:nvPr>
        </p:nvGraphicFramePr>
        <p:xfrm>
          <a:off x="1765300" y="1547813"/>
          <a:ext cx="8661400" cy="3052552"/>
        </p:xfrm>
        <a:graphic>
          <a:graphicData uri="http://schemas.openxmlformats.org/drawingml/2006/table">
            <a:tbl>
              <a:tblPr firstRow="1" bandRow="1">
                <a:tableStyleId>{2D5ABB26-0587-4C30-8999-92F81FD0307C}</a:tableStyleId>
              </a:tblPr>
              <a:tblGrid>
                <a:gridCol w="4354830">
                  <a:extLst>
                    <a:ext uri="{9D8B030D-6E8A-4147-A177-3AD203B41FA5}">
                      <a16:colId xmlns:a16="http://schemas.microsoft.com/office/drawing/2014/main" val="20000"/>
                    </a:ext>
                  </a:extLst>
                </a:gridCol>
                <a:gridCol w="4306570">
                  <a:extLst>
                    <a:ext uri="{9D8B030D-6E8A-4147-A177-3AD203B41FA5}">
                      <a16:colId xmlns:a16="http://schemas.microsoft.com/office/drawing/2014/main" val="20001"/>
                    </a:ext>
                  </a:extLst>
                </a:gridCol>
              </a:tblGrid>
              <a:tr h="328332">
                <a:tc gridSpan="2">
                  <a:txBody>
                    <a:bodyPr/>
                    <a:lstStyle/>
                    <a:p>
                      <a:pPr algn="ctr">
                        <a:lnSpc>
                          <a:spcPct val="100000"/>
                        </a:lnSpc>
                        <a:spcBef>
                          <a:spcPts val="1280"/>
                        </a:spcBef>
                      </a:pPr>
                      <a:r>
                        <a:rPr sz="1600" b="1" dirty="0">
                          <a:solidFill>
                            <a:srgbClr val="FFFFFF"/>
                          </a:solidFill>
                          <a:latin typeface="+mn-lt"/>
                          <a:cs typeface="Arial Black"/>
                        </a:rPr>
                        <a:t>We</a:t>
                      </a:r>
                      <a:r>
                        <a:rPr sz="1600" b="1" spc="-35" dirty="0">
                          <a:solidFill>
                            <a:srgbClr val="FFFFFF"/>
                          </a:solidFill>
                          <a:latin typeface="+mn-lt"/>
                          <a:cs typeface="Arial Black"/>
                        </a:rPr>
                        <a:t> </a:t>
                      </a:r>
                      <a:r>
                        <a:rPr sz="1600" b="1" dirty="0">
                          <a:solidFill>
                            <a:srgbClr val="FFFFFF"/>
                          </a:solidFill>
                          <a:latin typeface="+mn-lt"/>
                          <a:cs typeface="Arial Black"/>
                        </a:rPr>
                        <a:t>want</a:t>
                      </a:r>
                      <a:r>
                        <a:rPr sz="1600" b="1" spc="-25" dirty="0">
                          <a:solidFill>
                            <a:srgbClr val="FFFFFF"/>
                          </a:solidFill>
                          <a:latin typeface="+mn-lt"/>
                          <a:cs typeface="Arial Black"/>
                        </a:rPr>
                        <a:t> </a:t>
                      </a:r>
                      <a:r>
                        <a:rPr sz="1600" b="1" dirty="0">
                          <a:solidFill>
                            <a:srgbClr val="FFFFFF"/>
                          </a:solidFill>
                          <a:latin typeface="+mn-lt"/>
                          <a:cs typeface="Arial Black"/>
                        </a:rPr>
                        <a:t>to</a:t>
                      </a:r>
                      <a:r>
                        <a:rPr sz="1600" b="1" spc="-20" dirty="0">
                          <a:solidFill>
                            <a:srgbClr val="FFFFFF"/>
                          </a:solidFill>
                          <a:latin typeface="+mn-lt"/>
                          <a:cs typeface="Arial Black"/>
                        </a:rPr>
                        <a:t> </a:t>
                      </a:r>
                      <a:r>
                        <a:rPr sz="1600" b="1" dirty="0">
                          <a:solidFill>
                            <a:srgbClr val="FFFFFF"/>
                          </a:solidFill>
                          <a:latin typeface="+mn-lt"/>
                          <a:cs typeface="Arial Black"/>
                        </a:rPr>
                        <a:t>hear</a:t>
                      </a:r>
                      <a:r>
                        <a:rPr sz="1600" b="1" spc="-10" dirty="0">
                          <a:solidFill>
                            <a:srgbClr val="FFFFFF"/>
                          </a:solidFill>
                          <a:latin typeface="+mn-lt"/>
                          <a:cs typeface="Arial Black"/>
                        </a:rPr>
                        <a:t> </a:t>
                      </a:r>
                      <a:r>
                        <a:rPr sz="1600" b="1" dirty="0">
                          <a:solidFill>
                            <a:srgbClr val="FFFFFF"/>
                          </a:solidFill>
                          <a:latin typeface="+mn-lt"/>
                          <a:cs typeface="Arial Black"/>
                        </a:rPr>
                        <a:t>from</a:t>
                      </a:r>
                      <a:r>
                        <a:rPr sz="1600" b="1" spc="-15" dirty="0">
                          <a:solidFill>
                            <a:srgbClr val="FFFFFF"/>
                          </a:solidFill>
                          <a:latin typeface="+mn-lt"/>
                          <a:cs typeface="Arial Black"/>
                        </a:rPr>
                        <a:t> </a:t>
                      </a:r>
                      <a:r>
                        <a:rPr sz="1600" b="1" spc="-20" dirty="0">
                          <a:solidFill>
                            <a:srgbClr val="FFFFFF"/>
                          </a:solidFill>
                          <a:latin typeface="+mn-lt"/>
                          <a:cs typeface="Arial Black"/>
                        </a:rPr>
                        <a:t>you!</a:t>
                      </a:r>
                      <a:endParaRPr sz="1600" b="1" dirty="0">
                        <a:latin typeface="+mn-lt"/>
                        <a:cs typeface="Arial Black"/>
                      </a:endParaRPr>
                    </a:p>
                  </a:txBody>
                  <a:tcPr marL="0" marR="0" marT="0" marB="0" anchor="ctr">
                    <a:lnR w="28575" cap="flat" cmpd="sng" algn="ctr">
                      <a:noFill/>
                      <a:prstDash val="solid"/>
                      <a:round/>
                      <a:headEnd type="none" w="med" len="med"/>
                      <a:tailEnd type="none" w="med" len="med"/>
                    </a:lnR>
                    <a:solidFill>
                      <a:srgbClr val="110081"/>
                    </a:solidFill>
                  </a:tcPr>
                </a:tc>
                <a:tc hMerge="1">
                  <a:txBody>
                    <a:bodyPr/>
                    <a:lstStyle/>
                    <a:p>
                      <a:endParaRPr/>
                    </a:p>
                  </a:txBody>
                  <a:tcPr marL="0" marR="0" marT="0" marB="0"/>
                </a:tc>
                <a:extLst>
                  <a:ext uri="{0D108BD9-81ED-4DB2-BD59-A6C34878D82A}">
                    <a16:rowId xmlns:a16="http://schemas.microsoft.com/office/drawing/2014/main" val="10000"/>
                  </a:ext>
                </a:extLst>
              </a:tr>
              <a:tr h="979959">
                <a:tc>
                  <a:txBody>
                    <a:bodyPr/>
                    <a:lstStyle/>
                    <a:p>
                      <a:pPr>
                        <a:lnSpc>
                          <a:spcPct val="100000"/>
                        </a:lnSpc>
                      </a:pPr>
                      <a:endParaRPr sz="1400" dirty="0">
                        <a:latin typeface="+mn-lt"/>
                        <a:cs typeface="Times New Roman"/>
                      </a:endParaRPr>
                    </a:p>
                    <a:p>
                      <a:pPr marL="200660">
                        <a:lnSpc>
                          <a:spcPct val="100000"/>
                        </a:lnSpc>
                        <a:spcBef>
                          <a:spcPts val="1550"/>
                        </a:spcBef>
                      </a:pPr>
                      <a:r>
                        <a:rPr sz="1400" b="1" spc="-45" dirty="0">
                          <a:latin typeface="+mn-lt"/>
                          <a:cs typeface="Arial"/>
                        </a:rPr>
                        <a:t>Toll-</a:t>
                      </a:r>
                      <a:r>
                        <a:rPr sz="1400" b="1" dirty="0">
                          <a:latin typeface="+mn-lt"/>
                          <a:cs typeface="Arial"/>
                        </a:rPr>
                        <a:t>free</a:t>
                      </a:r>
                      <a:r>
                        <a:rPr sz="1400" b="1" spc="-25" dirty="0">
                          <a:latin typeface="+mn-lt"/>
                          <a:cs typeface="Arial"/>
                        </a:rPr>
                        <a:t> </a:t>
                      </a:r>
                      <a:r>
                        <a:rPr sz="1400" b="1" dirty="0">
                          <a:latin typeface="+mn-lt"/>
                          <a:cs typeface="Arial"/>
                        </a:rPr>
                        <a:t>telephone</a:t>
                      </a:r>
                      <a:r>
                        <a:rPr sz="1400" b="1" spc="-20" dirty="0">
                          <a:latin typeface="+mn-lt"/>
                          <a:cs typeface="Arial"/>
                        </a:rPr>
                        <a:t> </a:t>
                      </a:r>
                      <a:r>
                        <a:rPr sz="1400" b="1" spc="-10" dirty="0">
                          <a:latin typeface="+mn-lt"/>
                          <a:cs typeface="Arial"/>
                        </a:rPr>
                        <a:t>number</a:t>
                      </a:r>
                      <a:endParaRPr sz="1400" dirty="0">
                        <a:latin typeface="+mn-lt"/>
                        <a:cs typeface="Arial"/>
                      </a:endParaRPr>
                    </a:p>
                  </a:txBody>
                  <a:tcPr marL="0" marR="0" marT="0" marB="0">
                    <a:lnR w="76200">
                      <a:solidFill>
                        <a:srgbClr val="FFFFFF"/>
                      </a:solidFill>
                      <a:prstDash val="solid"/>
                    </a:lnR>
                    <a:lnB w="6350" cap="flat" cmpd="sng" algn="ctr">
                      <a:solidFill>
                        <a:srgbClr val="110081"/>
                      </a:solidFill>
                      <a:prstDash val="solid"/>
                      <a:round/>
                      <a:headEnd type="none" w="med" len="med"/>
                      <a:tailEnd type="none" w="med" len="med"/>
                    </a:lnB>
                    <a:noFill/>
                  </a:tcPr>
                </a:tc>
                <a:tc>
                  <a:txBody>
                    <a:bodyPr/>
                    <a:lstStyle/>
                    <a:p>
                      <a:pPr marL="200660" algn="ctr">
                        <a:lnSpc>
                          <a:spcPct val="100000"/>
                        </a:lnSpc>
                      </a:pPr>
                      <a:r>
                        <a:rPr sz="1400" b="1" dirty="0">
                          <a:latin typeface="+mn-lt"/>
                          <a:cs typeface="Arial"/>
                        </a:rPr>
                        <a:t>+01</a:t>
                      </a:r>
                      <a:r>
                        <a:rPr sz="1400" b="1" spc="-15" dirty="0">
                          <a:latin typeface="+mn-lt"/>
                          <a:cs typeface="Arial"/>
                        </a:rPr>
                        <a:t> </a:t>
                      </a:r>
                      <a:r>
                        <a:rPr sz="1400" b="1" spc="-10" dirty="0">
                          <a:latin typeface="+mn-lt"/>
                          <a:cs typeface="Arial"/>
                        </a:rPr>
                        <a:t>800.441.2668</a:t>
                      </a:r>
                      <a:endParaRPr sz="1400" dirty="0">
                        <a:latin typeface="+mn-lt"/>
                        <a:cs typeface="Arial"/>
                      </a:endParaRPr>
                    </a:p>
                  </a:txBody>
                  <a:tcPr marL="0" marR="0" marT="0" marB="0" anchor="ctr">
                    <a:lnL w="76200">
                      <a:solidFill>
                        <a:srgbClr val="FFFFFF"/>
                      </a:solidFill>
                      <a:prstDash val="solid"/>
                    </a:lnL>
                    <a:lnR w="28575" cap="flat" cmpd="sng" algn="ctr">
                      <a:noFill/>
                      <a:prstDash val="solid"/>
                      <a:round/>
                      <a:headEnd type="none" w="med" len="med"/>
                      <a:tailEnd type="none" w="med" len="med"/>
                    </a:lnR>
                    <a:lnB w="6350" cap="flat" cmpd="sng" algn="ctr">
                      <a:solidFill>
                        <a:srgbClr val="110081"/>
                      </a:solidFill>
                      <a:prstDash val="solid"/>
                      <a:round/>
                      <a:headEnd type="none" w="med" len="med"/>
                      <a:tailEnd type="none" w="med" len="med"/>
                    </a:lnB>
                    <a:solidFill>
                      <a:srgbClr val="E7E5F2"/>
                    </a:solidFill>
                  </a:tcPr>
                </a:tc>
                <a:extLst>
                  <a:ext uri="{0D108BD9-81ED-4DB2-BD59-A6C34878D82A}">
                    <a16:rowId xmlns:a16="http://schemas.microsoft.com/office/drawing/2014/main" val="10001"/>
                  </a:ext>
                </a:extLst>
              </a:tr>
              <a:tr h="980434">
                <a:tc>
                  <a:txBody>
                    <a:bodyPr/>
                    <a:lstStyle/>
                    <a:p>
                      <a:pPr>
                        <a:lnSpc>
                          <a:spcPct val="100000"/>
                        </a:lnSpc>
                        <a:spcBef>
                          <a:spcPts val="10"/>
                        </a:spcBef>
                      </a:pPr>
                      <a:endParaRPr sz="1400" dirty="0">
                        <a:latin typeface="+mn-lt"/>
                        <a:cs typeface="Times New Roman"/>
                      </a:endParaRPr>
                    </a:p>
                    <a:p>
                      <a:pPr marL="200660">
                        <a:lnSpc>
                          <a:spcPct val="100000"/>
                        </a:lnSpc>
                      </a:pPr>
                      <a:r>
                        <a:rPr sz="1400" b="1" dirty="0">
                          <a:latin typeface="+mn-lt"/>
                          <a:cs typeface="Arial"/>
                        </a:rPr>
                        <a:t>Direct</a:t>
                      </a:r>
                      <a:r>
                        <a:rPr sz="1400" b="1" spc="-50" dirty="0">
                          <a:latin typeface="+mn-lt"/>
                          <a:cs typeface="Arial"/>
                        </a:rPr>
                        <a:t> </a:t>
                      </a:r>
                      <a:r>
                        <a:rPr sz="1400" b="1" dirty="0">
                          <a:latin typeface="+mn-lt"/>
                          <a:cs typeface="Arial"/>
                        </a:rPr>
                        <a:t>telephone</a:t>
                      </a:r>
                      <a:r>
                        <a:rPr sz="1400" b="1" spc="-55" dirty="0">
                          <a:latin typeface="+mn-lt"/>
                          <a:cs typeface="Arial"/>
                        </a:rPr>
                        <a:t> </a:t>
                      </a:r>
                      <a:r>
                        <a:rPr sz="1400" b="1" spc="-10" dirty="0">
                          <a:latin typeface="+mn-lt"/>
                          <a:cs typeface="Arial"/>
                        </a:rPr>
                        <a:t>number</a:t>
                      </a:r>
                      <a:endParaRPr sz="1400" dirty="0">
                        <a:latin typeface="+mn-lt"/>
                        <a:cs typeface="Arial"/>
                      </a:endParaRPr>
                    </a:p>
                    <a:p>
                      <a:pPr marL="200660">
                        <a:lnSpc>
                          <a:spcPct val="100000"/>
                        </a:lnSpc>
                      </a:pPr>
                      <a:r>
                        <a:rPr sz="1400" dirty="0">
                          <a:latin typeface="+mn-lt"/>
                          <a:cs typeface="Arial"/>
                        </a:rPr>
                        <a:t>(reverse</a:t>
                      </a:r>
                      <a:r>
                        <a:rPr sz="1400" spc="-50" dirty="0">
                          <a:latin typeface="+mn-lt"/>
                          <a:cs typeface="Arial"/>
                        </a:rPr>
                        <a:t> </a:t>
                      </a:r>
                      <a:r>
                        <a:rPr sz="1400" dirty="0">
                          <a:latin typeface="+mn-lt"/>
                          <a:cs typeface="Arial"/>
                        </a:rPr>
                        <a:t>charges</a:t>
                      </a:r>
                      <a:r>
                        <a:rPr sz="1400" spc="-50" dirty="0">
                          <a:latin typeface="+mn-lt"/>
                          <a:cs typeface="Arial"/>
                        </a:rPr>
                        <a:t> </a:t>
                      </a:r>
                      <a:r>
                        <a:rPr sz="1400" spc="-10" dirty="0">
                          <a:latin typeface="+mn-lt"/>
                          <a:cs typeface="Arial"/>
                        </a:rPr>
                        <a:t>accepted)</a:t>
                      </a:r>
                      <a:endParaRPr sz="1400" dirty="0">
                        <a:latin typeface="+mn-lt"/>
                        <a:cs typeface="Arial"/>
                      </a:endParaRPr>
                    </a:p>
                  </a:txBody>
                  <a:tcPr marL="0" marR="0" marT="1270" marB="0">
                    <a:lnR w="76200">
                      <a:solidFill>
                        <a:srgbClr val="FFFFFF"/>
                      </a:solidFill>
                      <a:prstDash val="solid"/>
                    </a:lnR>
                    <a:lnT w="6350" cap="flat" cmpd="sng" algn="ctr">
                      <a:solidFill>
                        <a:srgbClr val="110081"/>
                      </a:solidFill>
                      <a:prstDash val="solid"/>
                      <a:round/>
                      <a:headEnd type="none" w="med" len="med"/>
                      <a:tailEnd type="none" w="med" len="med"/>
                    </a:lnT>
                    <a:lnB w="6350" cap="flat" cmpd="sng" algn="ctr">
                      <a:solidFill>
                        <a:srgbClr val="110081"/>
                      </a:solidFill>
                      <a:prstDash val="solid"/>
                      <a:round/>
                      <a:headEnd type="none" w="med" len="med"/>
                      <a:tailEnd type="none" w="med" len="med"/>
                    </a:lnB>
                    <a:noFill/>
                  </a:tcPr>
                </a:tc>
                <a:tc>
                  <a:txBody>
                    <a:bodyPr/>
                    <a:lstStyle/>
                    <a:p>
                      <a:pPr marL="200660" algn="ctr">
                        <a:lnSpc>
                          <a:spcPct val="100000"/>
                        </a:lnSpc>
                      </a:pPr>
                      <a:r>
                        <a:rPr sz="1400" b="1" dirty="0">
                          <a:latin typeface="+mn-lt"/>
                          <a:cs typeface="Arial"/>
                        </a:rPr>
                        <a:t>+01</a:t>
                      </a:r>
                      <a:r>
                        <a:rPr sz="1400" b="1" spc="-15" dirty="0">
                          <a:latin typeface="+mn-lt"/>
                          <a:cs typeface="Arial"/>
                        </a:rPr>
                        <a:t> </a:t>
                      </a:r>
                      <a:r>
                        <a:rPr sz="1400" b="1" spc="-10" dirty="0">
                          <a:latin typeface="+mn-lt"/>
                          <a:cs typeface="Arial"/>
                        </a:rPr>
                        <a:t>302.797.3100</a:t>
                      </a:r>
                      <a:endParaRPr sz="1400" dirty="0">
                        <a:latin typeface="+mn-lt"/>
                        <a:cs typeface="Arial"/>
                      </a:endParaRPr>
                    </a:p>
                  </a:txBody>
                  <a:tcPr marL="0" marR="0" marT="0" marB="0" anchor="ctr">
                    <a:lnL w="76200">
                      <a:solidFill>
                        <a:srgbClr val="FFFFFF"/>
                      </a:solidFill>
                      <a:prstDash val="solid"/>
                    </a:lnL>
                    <a:lnR w="28575" cap="flat" cmpd="sng" algn="ctr">
                      <a:noFill/>
                      <a:prstDash val="solid"/>
                      <a:round/>
                      <a:headEnd type="none" w="med" len="med"/>
                      <a:tailEnd type="none" w="med" len="med"/>
                    </a:lnR>
                    <a:lnT w="6350" cap="flat" cmpd="sng" algn="ctr">
                      <a:solidFill>
                        <a:srgbClr val="110081"/>
                      </a:solidFill>
                      <a:prstDash val="solid"/>
                      <a:round/>
                      <a:headEnd type="none" w="med" len="med"/>
                      <a:tailEnd type="none" w="med" len="med"/>
                    </a:lnT>
                    <a:lnB w="6350" cap="flat" cmpd="sng" algn="ctr">
                      <a:solidFill>
                        <a:srgbClr val="110081"/>
                      </a:solidFill>
                      <a:prstDash val="solid"/>
                      <a:round/>
                      <a:headEnd type="none" w="med" len="med"/>
                      <a:tailEnd type="none" w="med" len="med"/>
                    </a:lnB>
                    <a:solidFill>
                      <a:srgbClr val="E7E5F2"/>
                    </a:solidFill>
                  </a:tcPr>
                </a:tc>
                <a:extLst>
                  <a:ext uri="{0D108BD9-81ED-4DB2-BD59-A6C34878D82A}">
                    <a16:rowId xmlns:a16="http://schemas.microsoft.com/office/drawing/2014/main" val="10002"/>
                  </a:ext>
                </a:extLst>
              </a:tr>
              <a:tr h="763827">
                <a:tc>
                  <a:txBody>
                    <a:bodyPr/>
                    <a:lstStyle/>
                    <a:p>
                      <a:pPr>
                        <a:lnSpc>
                          <a:spcPct val="100000"/>
                        </a:lnSpc>
                        <a:spcBef>
                          <a:spcPts val="10"/>
                        </a:spcBef>
                      </a:pPr>
                      <a:endParaRPr sz="1400" dirty="0">
                        <a:latin typeface="+mn-lt"/>
                        <a:cs typeface="Times New Roman"/>
                      </a:endParaRPr>
                    </a:p>
                    <a:p>
                      <a:pPr marL="200660">
                        <a:lnSpc>
                          <a:spcPct val="100000"/>
                        </a:lnSpc>
                        <a:spcBef>
                          <a:spcPts val="5"/>
                        </a:spcBef>
                      </a:pPr>
                      <a:r>
                        <a:rPr sz="1400" b="1" dirty="0">
                          <a:latin typeface="+mn-lt"/>
                          <a:cs typeface="Arial"/>
                        </a:rPr>
                        <a:t>Secure</a:t>
                      </a:r>
                      <a:r>
                        <a:rPr sz="1400" b="1" spc="-50" dirty="0">
                          <a:latin typeface="+mn-lt"/>
                          <a:cs typeface="Arial"/>
                        </a:rPr>
                        <a:t> </a:t>
                      </a:r>
                      <a:r>
                        <a:rPr sz="1400" b="1" spc="-20" dirty="0">
                          <a:latin typeface="+mn-lt"/>
                          <a:cs typeface="Arial"/>
                        </a:rPr>
                        <a:t>Email</a:t>
                      </a:r>
                      <a:endParaRPr sz="1400" dirty="0">
                        <a:latin typeface="+mn-lt"/>
                        <a:cs typeface="Arial"/>
                      </a:endParaRPr>
                    </a:p>
                  </a:txBody>
                  <a:tcPr marL="0" marR="0" marT="0" marB="0">
                    <a:lnR w="76200">
                      <a:solidFill>
                        <a:srgbClr val="FFFFFF"/>
                      </a:solidFill>
                      <a:prstDash val="solid"/>
                    </a:lnR>
                    <a:lnT w="6350" cap="flat" cmpd="sng" algn="ctr">
                      <a:solidFill>
                        <a:srgbClr val="110081"/>
                      </a:solidFill>
                      <a:prstDash val="solid"/>
                      <a:round/>
                      <a:headEnd type="none" w="med" len="med"/>
                      <a:tailEnd type="none" w="med" len="med"/>
                    </a:lnT>
                    <a:lnB w="28575" cap="flat" cmpd="sng" algn="ctr">
                      <a:solidFill>
                        <a:srgbClr val="110081"/>
                      </a:solidFill>
                      <a:prstDash val="solid"/>
                      <a:round/>
                      <a:headEnd type="none" w="med" len="med"/>
                      <a:tailEnd type="none" w="med" len="med"/>
                    </a:lnB>
                    <a:noFill/>
                  </a:tcPr>
                </a:tc>
                <a:tc>
                  <a:txBody>
                    <a:bodyPr/>
                    <a:lstStyle/>
                    <a:p>
                      <a:pPr marL="200660" algn="ctr">
                        <a:lnSpc>
                          <a:spcPct val="100000"/>
                        </a:lnSpc>
                        <a:spcBef>
                          <a:spcPts val="5"/>
                        </a:spcBef>
                      </a:pPr>
                      <a:r>
                        <a:rPr sz="1400" b="1" u="sng" spc="-10" dirty="0">
                          <a:solidFill>
                            <a:srgbClr val="959595"/>
                          </a:solidFill>
                          <a:uFill>
                            <a:solidFill>
                              <a:srgbClr val="959595"/>
                            </a:solidFill>
                          </a:uFill>
                          <a:latin typeface="+mn-lt"/>
                          <a:cs typeface="Arial"/>
                          <a:hlinkClick r:id="rId2"/>
                        </a:rPr>
                        <a:t>www.CignaEnvoy.com</a:t>
                      </a:r>
                      <a:endParaRPr sz="1400" dirty="0">
                        <a:latin typeface="+mn-lt"/>
                        <a:cs typeface="Arial"/>
                      </a:endParaRPr>
                    </a:p>
                  </a:txBody>
                  <a:tcPr marL="0" marR="0" marT="0" marB="0" anchor="ctr">
                    <a:lnL w="76200">
                      <a:solidFill>
                        <a:srgbClr val="FFFFFF"/>
                      </a:solidFill>
                      <a:prstDash val="solid"/>
                    </a:lnL>
                    <a:lnR w="28575" cap="flat" cmpd="sng" algn="ctr">
                      <a:noFill/>
                      <a:prstDash val="solid"/>
                      <a:round/>
                      <a:headEnd type="none" w="med" len="med"/>
                      <a:tailEnd type="none" w="med" len="med"/>
                    </a:lnR>
                    <a:lnT w="6350" cap="flat" cmpd="sng" algn="ctr">
                      <a:solidFill>
                        <a:srgbClr val="110081"/>
                      </a:solidFill>
                      <a:prstDash val="solid"/>
                      <a:round/>
                      <a:headEnd type="none" w="med" len="med"/>
                      <a:tailEnd type="none" w="med" len="med"/>
                    </a:lnT>
                    <a:lnB w="28575" cap="flat" cmpd="sng" algn="ctr">
                      <a:solidFill>
                        <a:srgbClr val="110081"/>
                      </a:solidFill>
                      <a:prstDash val="solid"/>
                      <a:round/>
                      <a:headEnd type="none" w="med" len="med"/>
                      <a:tailEnd type="none" w="med" len="med"/>
                    </a:lnB>
                    <a:solidFill>
                      <a:srgbClr val="E7E5F2"/>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5465213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37D84-3A96-BFA5-6B84-F05179E4B87E}"/>
              </a:ext>
            </a:extLst>
          </p:cNvPr>
          <p:cNvSpPr>
            <a:spLocks noGrp="1"/>
          </p:cNvSpPr>
          <p:nvPr>
            <p:ph type="title"/>
          </p:nvPr>
        </p:nvSpPr>
        <p:spPr/>
        <p:txBody>
          <a:bodyPr/>
          <a:lstStyle/>
          <a:p>
            <a:r>
              <a:rPr lang="en-US" dirty="0"/>
              <a:t>Questions</a:t>
            </a:r>
          </a:p>
        </p:txBody>
      </p:sp>
      <p:sp>
        <p:nvSpPr>
          <p:cNvPr id="3" name="Slide Number Placeholder 2">
            <a:extLst>
              <a:ext uri="{FF2B5EF4-FFF2-40B4-BE49-F238E27FC236}">
                <a16:creationId xmlns:a16="http://schemas.microsoft.com/office/drawing/2014/main" id="{A9D3FCEC-B6B2-895E-7890-59525046C1E6}"/>
              </a:ext>
            </a:extLst>
          </p:cNvPr>
          <p:cNvSpPr>
            <a:spLocks noGrp="1"/>
          </p:cNvSpPr>
          <p:nvPr>
            <p:ph type="sldNum" sz="quarter" idx="12"/>
          </p:nvPr>
        </p:nvSpPr>
        <p:spPr/>
        <p:txBody>
          <a:bodyPr/>
          <a:lstStyle/>
          <a:p>
            <a:fld id="{23AA811B-2EBD-4900-905E-5BE206449611}" type="slidenum">
              <a:rPr lang="en-US" smtClean="0"/>
              <a:pPr/>
              <a:t>33</a:t>
            </a:fld>
            <a:endParaRPr lang="en-US" dirty="0"/>
          </a:p>
        </p:txBody>
      </p:sp>
    </p:spTree>
    <p:extLst>
      <p:ext uri="{BB962C8B-B14F-4D97-AF65-F5344CB8AC3E}">
        <p14:creationId xmlns:p14="http://schemas.microsoft.com/office/powerpoint/2010/main" val="19080120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A7A5CF7-92E6-B816-58AC-44A50B5362B3}"/>
              </a:ext>
            </a:extLst>
          </p:cNvPr>
          <p:cNvSpPr>
            <a:spLocks noGrp="1"/>
          </p:cNvSpPr>
          <p:nvPr>
            <p:ph type="sldNum" sz="quarter" idx="12"/>
          </p:nvPr>
        </p:nvSpPr>
        <p:spPr/>
        <p:txBody>
          <a:bodyPr/>
          <a:lstStyle/>
          <a:p>
            <a:fld id="{23AA811B-2EBD-4900-905E-5BE206449611}" type="slidenum">
              <a:rPr lang="en-US" smtClean="0"/>
              <a:pPr/>
              <a:t>34</a:t>
            </a:fld>
            <a:endParaRPr lang="en-US" dirty="0"/>
          </a:p>
        </p:txBody>
      </p:sp>
      <p:sp>
        <p:nvSpPr>
          <p:cNvPr id="7" name="Text Placeholder 8">
            <a:extLst>
              <a:ext uri="{FF2B5EF4-FFF2-40B4-BE49-F238E27FC236}">
                <a16:creationId xmlns:a16="http://schemas.microsoft.com/office/drawing/2014/main" id="{524FC642-336D-52F5-1805-E2890DAED040}"/>
              </a:ext>
            </a:extLst>
          </p:cNvPr>
          <p:cNvSpPr txBox="1">
            <a:spLocks/>
          </p:cNvSpPr>
          <p:nvPr/>
        </p:nvSpPr>
        <p:spPr>
          <a:xfrm>
            <a:off x="457200" y="2339164"/>
            <a:ext cx="6156251" cy="2509283"/>
          </a:xfrm>
          <a:prstGeom prst="rect">
            <a:avLst/>
          </a:prstGeom>
        </p:spPr>
        <p:txBody>
          <a:bodyPr vert="horz" lIns="0" tIns="0" rIns="0" bIns="0" rtlCol="0">
            <a:noAutofit/>
          </a:bodyPr>
          <a:lstStyle>
            <a:lvl1pPr marL="180000" indent="-180000" algn="l" defTabSz="914400" rtl="0" eaLnBrk="1" latinLnBrk="0" hangingPunct="1">
              <a:lnSpc>
                <a:spcPct val="100000"/>
              </a:lnSpc>
              <a:spcBef>
                <a:spcPts val="0"/>
              </a:spcBef>
              <a:spcAft>
                <a:spcPts val="600"/>
              </a:spcAft>
              <a:buFont typeface="Verdana" panose="020B0604030504040204" pitchFamily="34" charset="0"/>
              <a:buChar char="•"/>
              <a:defRPr sz="1600" kern="1200">
                <a:solidFill>
                  <a:schemeClr val="tx2"/>
                </a:solidFill>
                <a:latin typeface="+mn-lt"/>
                <a:ea typeface="+mn-ea"/>
                <a:cs typeface="+mn-cs"/>
              </a:defRPr>
            </a:lvl1pPr>
            <a:lvl2pPr marL="360000" indent="-180000" algn="l" defTabSz="914400" rtl="0" eaLnBrk="1" latinLnBrk="0" hangingPunct="1">
              <a:lnSpc>
                <a:spcPct val="100000"/>
              </a:lnSpc>
              <a:spcBef>
                <a:spcPts val="0"/>
              </a:spcBef>
              <a:spcAft>
                <a:spcPts val="600"/>
              </a:spcAft>
              <a:buSzPct val="80000"/>
              <a:buFont typeface="Verdana" panose="020B0604030504040204" pitchFamily="34" charset="0"/>
              <a:buChar char="&gt;"/>
              <a:defRPr sz="1600" kern="1200">
                <a:solidFill>
                  <a:schemeClr val="tx2"/>
                </a:solidFill>
                <a:latin typeface="+mn-lt"/>
                <a:ea typeface="+mn-ea"/>
                <a:cs typeface="+mn-cs"/>
              </a:defRPr>
            </a:lvl2pPr>
            <a:lvl3pPr marL="540000" indent="-180000" algn="l" defTabSz="914400" rtl="0" eaLnBrk="1" latinLnBrk="0" hangingPunct="1">
              <a:lnSpc>
                <a:spcPct val="100000"/>
              </a:lnSpc>
              <a:spcBef>
                <a:spcPts val="0"/>
              </a:spcBef>
              <a:spcAft>
                <a:spcPts val="600"/>
              </a:spcAft>
              <a:buSzPct val="80000"/>
              <a:buFont typeface="Verdana" panose="020B0604030504040204" pitchFamily="34" charset="0"/>
              <a:buChar char="-"/>
              <a:defRPr sz="1600" kern="1200">
                <a:solidFill>
                  <a:schemeClr val="tx2"/>
                </a:solidFill>
                <a:latin typeface="+mn-lt"/>
                <a:ea typeface="+mn-ea"/>
                <a:cs typeface="+mn-cs"/>
              </a:defRPr>
            </a:lvl3pPr>
            <a:lvl4pPr marL="0" indent="0" algn="l" defTabSz="914400" rtl="0" eaLnBrk="1" latinLnBrk="0" hangingPunct="1">
              <a:lnSpc>
                <a:spcPct val="100000"/>
              </a:lnSpc>
              <a:spcBef>
                <a:spcPts val="0"/>
              </a:spcBef>
              <a:spcAft>
                <a:spcPts val="1200"/>
              </a:spcAft>
              <a:buFont typeface="Verdana" panose="020B0604030504040204" pitchFamily="34" charset="0"/>
              <a:buChar char="​"/>
              <a:defRPr sz="1600" b="1" kern="1200">
                <a:solidFill>
                  <a:schemeClr val="tx2"/>
                </a:solidFill>
                <a:latin typeface="+mn-lt"/>
                <a:ea typeface="+mn-ea"/>
                <a:cs typeface="+mn-cs"/>
              </a:defRPr>
            </a:lvl4pPr>
            <a:lvl5pPr marL="0" indent="0" algn="l" defTabSz="914400" rtl="0" eaLnBrk="1" latinLnBrk="0" hangingPunct="1">
              <a:lnSpc>
                <a:spcPct val="100000"/>
              </a:lnSpc>
              <a:spcBef>
                <a:spcPts val="0"/>
              </a:spcBef>
              <a:spcAft>
                <a:spcPts val="1200"/>
              </a:spcAft>
              <a:buFont typeface="Verdana" panose="020B0604030504040204" pitchFamily="34" charset="0"/>
              <a:buChar char="​"/>
              <a:tabLst/>
              <a:defRPr sz="1600" kern="1200">
                <a:solidFill>
                  <a:schemeClr val="tx2"/>
                </a:solidFill>
                <a:latin typeface="+mn-lt"/>
                <a:ea typeface="+mn-ea"/>
                <a:cs typeface="+mn-cs"/>
              </a:defRPr>
            </a:lvl5pPr>
            <a:lvl6pPr marL="90000" indent="-90000" algn="l" defTabSz="914400" rtl="0" eaLnBrk="1" latinLnBrk="0" hangingPunct="1">
              <a:lnSpc>
                <a:spcPct val="120000"/>
              </a:lnSpc>
              <a:spcBef>
                <a:spcPts val="0"/>
              </a:spcBef>
              <a:spcAft>
                <a:spcPts val="600"/>
              </a:spcAft>
              <a:buFont typeface="Arial" panose="020B0604020202020204" pitchFamily="34" charset="0"/>
              <a:buChar char="•"/>
              <a:defRPr sz="1000" kern="1200">
                <a:solidFill>
                  <a:schemeClr val="tx2"/>
                </a:solidFill>
                <a:latin typeface="+mn-lt"/>
                <a:ea typeface="+mn-ea"/>
                <a:cs typeface="+mn-cs"/>
              </a:defRPr>
            </a:lvl6pPr>
            <a:lvl7pPr marL="0" indent="0" algn="l" defTabSz="914400" rtl="0" eaLnBrk="1" latinLnBrk="0" hangingPunct="1">
              <a:lnSpc>
                <a:spcPct val="120000"/>
              </a:lnSpc>
              <a:spcBef>
                <a:spcPts val="0"/>
              </a:spcBef>
              <a:spcAft>
                <a:spcPts val="600"/>
              </a:spcAft>
              <a:buFont typeface="Verdana" panose="020B0604030504040204" pitchFamily="34" charset="0"/>
              <a:buChar char="​"/>
              <a:defRPr sz="1000" b="1" kern="1200" baseline="0">
                <a:solidFill>
                  <a:schemeClr val="tx2"/>
                </a:solidFill>
                <a:latin typeface="+mn-lt"/>
                <a:ea typeface="+mn-ea"/>
                <a:cs typeface="+mn-cs"/>
              </a:defRPr>
            </a:lvl7pPr>
            <a:lvl8pPr marL="0" indent="0" algn="l" defTabSz="914400" rtl="0" eaLnBrk="1" latinLnBrk="0" hangingPunct="1">
              <a:lnSpc>
                <a:spcPct val="120000"/>
              </a:lnSpc>
              <a:spcBef>
                <a:spcPts val="0"/>
              </a:spcBef>
              <a:spcAft>
                <a:spcPts val="600"/>
              </a:spcAft>
              <a:buFont typeface="Verdana" panose="020B0604030504040204" pitchFamily="34" charset="0"/>
              <a:buChar char="​"/>
              <a:defRPr sz="1000" kern="1200">
                <a:solidFill>
                  <a:schemeClr val="tx2"/>
                </a:solidFill>
                <a:latin typeface="+mn-lt"/>
                <a:ea typeface="+mn-ea"/>
                <a:cs typeface="+mn-cs"/>
              </a:defRPr>
            </a:lvl8pPr>
            <a:lvl9pPr marL="0" indent="0" algn="l" defTabSz="914400" rtl="0" eaLnBrk="1" latinLnBrk="0" hangingPunct="1">
              <a:lnSpc>
                <a:spcPct val="90000"/>
              </a:lnSpc>
              <a:spcBef>
                <a:spcPts val="1200"/>
              </a:spcBef>
              <a:spcAft>
                <a:spcPts val="0"/>
              </a:spcAft>
              <a:buFont typeface="Verdana" panose="020B0604030504040204" pitchFamily="34" charset="0"/>
              <a:buChar char="​"/>
              <a:defRPr sz="4400" b="1" kern="1200" spc="-150" baseline="0">
                <a:solidFill>
                  <a:schemeClr val="accent1"/>
                </a:solidFill>
                <a:latin typeface="+mj-lt"/>
                <a:ea typeface="+mn-ea"/>
                <a:cs typeface="+mn-cs"/>
              </a:defRPr>
            </a:lvl9pPr>
          </a:lstStyle>
          <a:p>
            <a:pPr marL="0" indent="0">
              <a:buFont typeface="Verdana" panose="020B0604030504040204" pitchFamily="34" charset="0"/>
              <a:buNone/>
            </a:pPr>
            <a:r>
              <a:rPr lang="en-US" sz="1200" dirty="0">
                <a:solidFill>
                  <a:schemeClr val="tx1"/>
                </a:solidFill>
              </a:rPr>
              <a:t>Product availability may vary by location and plan type and is subject to change. Products may not be available in all jurisdictions and are excluded where prohibited by law. All group health insurance policies and health benefit plans contain exclusions and limitations. For costs and details of coverage, review your plan documents or contact a Cigna Healthcare representative.</a:t>
            </a:r>
          </a:p>
          <a:p>
            <a:pPr marL="0" indent="0">
              <a:buFont typeface="Verdana" panose="020B0604030504040204" pitchFamily="34" charset="0"/>
              <a:buNone/>
            </a:pPr>
            <a:r>
              <a:rPr lang="en-US" sz="1200" dirty="0">
                <a:solidFill>
                  <a:schemeClr val="tx1"/>
                </a:solidFill>
              </a:rPr>
              <a:t>Cigna Healthcare products and services are provided exclusively by or through operating subsidiaries of The Cigna Group, including Cigna Health and Life Insurance Company, Cigna Life Insurance Company of Canada, Cigna Global Insurance Company Limited, </a:t>
            </a:r>
            <a:r>
              <a:rPr lang="en-US" sz="1200" dirty="0" err="1">
                <a:solidFill>
                  <a:schemeClr val="tx1"/>
                </a:solidFill>
              </a:rPr>
              <a:t>Evernorth</a:t>
            </a:r>
            <a:r>
              <a:rPr lang="en-US" sz="1200" dirty="0">
                <a:solidFill>
                  <a:schemeClr val="tx1"/>
                </a:solidFill>
              </a:rPr>
              <a:t> Care Solutions, Inc., and </a:t>
            </a:r>
            <a:r>
              <a:rPr lang="en-US" sz="1200" dirty="0" err="1">
                <a:solidFill>
                  <a:schemeClr val="tx1"/>
                </a:solidFill>
              </a:rPr>
              <a:t>Evernorth</a:t>
            </a:r>
            <a:r>
              <a:rPr lang="en-US" sz="1200" dirty="0">
                <a:solidFill>
                  <a:schemeClr val="tx1"/>
                </a:solidFill>
              </a:rPr>
              <a:t> Behavioral Health, Inc. The Cigna Healthcare name, logo, and other Cigna marks are owned by Cigna Intellectual Property, Inc., licensed for use by The Cigna Group and its operating subsidiaries. “Cigna Healthcare” refers to The Cigna Group and/or its subsidiaries and affiliates.</a:t>
            </a:r>
          </a:p>
        </p:txBody>
      </p:sp>
    </p:spTree>
    <p:extLst>
      <p:ext uri="{BB962C8B-B14F-4D97-AF65-F5344CB8AC3E}">
        <p14:creationId xmlns:p14="http://schemas.microsoft.com/office/powerpoint/2010/main" val="99461989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UBGRID]" val="[SubGrid]"/>
</p:tagLst>
</file>

<file path=ppt/tags/tag2.xml><?xml version="1.0" encoding="utf-8"?>
<p:tagLst xmlns:a="http://schemas.openxmlformats.org/drawingml/2006/main" xmlns:r="http://schemas.openxmlformats.org/officeDocument/2006/relationships" xmlns:p="http://schemas.openxmlformats.org/presentationml/2006/main">
  <p:tag name="[SUBGRID]" val="[SubGrid]"/>
</p:tagLst>
</file>

<file path=ppt/tags/tag3.xml><?xml version="1.0" encoding="utf-8"?>
<p:tagLst xmlns:a="http://schemas.openxmlformats.org/drawingml/2006/main" xmlns:r="http://schemas.openxmlformats.org/officeDocument/2006/relationships" xmlns:p="http://schemas.openxmlformats.org/presentationml/2006/main">
  <p:tag name="[SUBGRID]" val="[SubGrid]"/>
</p:tagLst>
</file>

<file path=ppt/tags/tag4.xml><?xml version="1.0" encoding="utf-8"?>
<p:tagLst xmlns:a="http://schemas.openxmlformats.org/drawingml/2006/main" xmlns:r="http://schemas.openxmlformats.org/officeDocument/2006/relationships" xmlns:p="http://schemas.openxmlformats.org/presentationml/2006/main">
  <p:tag name="[SUBGRID]" val="[SubGrid]"/>
</p:tagLst>
</file>

<file path=ppt/tags/tag5.xml><?xml version="1.0" encoding="utf-8"?>
<p:tagLst xmlns:a="http://schemas.openxmlformats.org/drawingml/2006/main" xmlns:r="http://schemas.openxmlformats.org/officeDocument/2006/relationships" xmlns:p="http://schemas.openxmlformats.org/presentationml/2006/main">
  <p:tag name="[SUBGRID]" val="[SubGrid]"/>
</p:tagLst>
</file>

<file path=ppt/tags/tag6.xml><?xml version="1.0" encoding="utf-8"?>
<p:tagLst xmlns:a="http://schemas.openxmlformats.org/drawingml/2006/main" xmlns:r="http://schemas.openxmlformats.org/officeDocument/2006/relationships" xmlns:p="http://schemas.openxmlformats.org/presentationml/2006/main">
  <p:tag name="[SUBGRID]" val="[SubGrid]"/>
</p:tagLst>
</file>

<file path=ppt/tags/tag7.xml><?xml version="1.0" encoding="utf-8"?>
<p:tagLst xmlns:a="http://schemas.openxmlformats.org/drawingml/2006/main" xmlns:r="http://schemas.openxmlformats.org/officeDocument/2006/relationships" xmlns:p="http://schemas.openxmlformats.org/presentationml/2006/main">
  <p:tag name="[SUBGRID]" val="[SubGrid]"/>
</p:tagLst>
</file>

<file path=ppt/tags/tag8.xml><?xml version="1.0" encoding="utf-8"?>
<p:tagLst xmlns:a="http://schemas.openxmlformats.org/drawingml/2006/main" xmlns:r="http://schemas.openxmlformats.org/officeDocument/2006/relationships" xmlns:p="http://schemas.openxmlformats.org/presentationml/2006/main">
  <p:tag name="[SUBGRID]" val="[SubGrid]"/>
</p:tagLst>
</file>

<file path=ppt/tags/tag9.xml><?xml version="1.0" encoding="utf-8"?>
<p:tagLst xmlns:a="http://schemas.openxmlformats.org/drawingml/2006/main" xmlns:r="http://schemas.openxmlformats.org/officeDocument/2006/relationships" xmlns:p="http://schemas.openxmlformats.org/presentationml/2006/main">
  <p:tag name="[SUBGRID]" val="[SubGrid]"/>
</p:tagLst>
</file>

<file path=ppt/tags/tag10.xml><?xml version="1.0" encoding="utf-8"?>
<p:tagLst xmlns:a="http://schemas.openxmlformats.org/drawingml/2006/main" xmlns:r="http://schemas.openxmlformats.org/officeDocument/2006/relationships" xmlns:p="http://schemas.openxmlformats.org/presentationml/2006/main">
  <p:tag name="[SUBGRID]" val="[SubGrid]"/>
</p:tagLst>
</file>

<file path=ppt/tags/tag11.xml><?xml version="1.0" encoding="utf-8"?>
<p:tagLst xmlns:a="http://schemas.openxmlformats.org/drawingml/2006/main" xmlns:r="http://schemas.openxmlformats.org/officeDocument/2006/relationships" xmlns:p="http://schemas.openxmlformats.org/presentationml/2006/main">
  <p:tag name="[SUBGRID]" val="[SubGrid]"/>
</p:tagLst>
</file>

<file path=ppt/tags/tag12.xml><?xml version="1.0" encoding="utf-8"?>
<p:tagLst xmlns:a="http://schemas.openxmlformats.org/drawingml/2006/main" xmlns:r="http://schemas.openxmlformats.org/officeDocument/2006/relationships" xmlns:p="http://schemas.openxmlformats.org/presentationml/2006/main">
  <p:tag name="[SUBGRID]" val="[SubGrid]"/>
</p:tagLst>
</file>

<file path=ppt/tags/tag13.xml><?xml version="1.0" encoding="utf-8"?>
<p:tagLst xmlns:a="http://schemas.openxmlformats.org/drawingml/2006/main" xmlns:r="http://schemas.openxmlformats.org/officeDocument/2006/relationships" xmlns:p="http://schemas.openxmlformats.org/presentationml/2006/main">
  <p:tag name="[SUBGRID]" val="[SubGrid]"/>
</p:tagLst>
</file>

<file path=ppt/tags/tag14.xml><?xml version="1.0" encoding="utf-8"?>
<p:tagLst xmlns:a="http://schemas.openxmlformats.org/drawingml/2006/main" xmlns:r="http://schemas.openxmlformats.org/officeDocument/2006/relationships" xmlns:p="http://schemas.openxmlformats.org/presentationml/2006/main">
  <p:tag name="[SUBGRID]" val="[SubGrid]"/>
</p:tagLst>
</file>

<file path=ppt/tags/tag15.xml><?xml version="1.0" encoding="utf-8"?>
<p:tagLst xmlns:a="http://schemas.openxmlformats.org/drawingml/2006/main" xmlns:r="http://schemas.openxmlformats.org/officeDocument/2006/relationships" xmlns:p="http://schemas.openxmlformats.org/presentationml/2006/main">
  <p:tag name="[SUBGRID]" val="[SubGrid]"/>
</p:tagLst>
</file>

<file path=ppt/tags/tag16.xml><?xml version="1.0" encoding="utf-8"?>
<p:tagLst xmlns:a="http://schemas.openxmlformats.org/drawingml/2006/main" xmlns:r="http://schemas.openxmlformats.org/officeDocument/2006/relationships" xmlns:p="http://schemas.openxmlformats.org/presentationml/2006/main">
  <p:tag name="[SUBGRID]" val="[SubGrid]"/>
</p:tagLst>
</file>

<file path=ppt/tags/tag17.xml><?xml version="1.0" encoding="utf-8"?>
<p:tagLst xmlns:a="http://schemas.openxmlformats.org/drawingml/2006/main" xmlns:r="http://schemas.openxmlformats.org/officeDocument/2006/relationships" xmlns:p="http://schemas.openxmlformats.org/presentationml/2006/main">
  <p:tag name="[SUBGRID]" val="[SubGrid]"/>
</p:tagLst>
</file>

<file path=ppt/tags/tag18.xml><?xml version="1.0" encoding="utf-8"?>
<p:tagLst xmlns:a="http://schemas.openxmlformats.org/drawingml/2006/main" xmlns:r="http://schemas.openxmlformats.org/officeDocument/2006/relationships" xmlns:p="http://schemas.openxmlformats.org/presentationml/2006/main">
  <p:tag name="[SUBGRID]" val="[SubGrid]"/>
</p:tagLst>
</file>

<file path=ppt/tags/tag19.xml><?xml version="1.0" encoding="utf-8"?>
<p:tagLst xmlns:a="http://schemas.openxmlformats.org/drawingml/2006/main" xmlns:r="http://schemas.openxmlformats.org/officeDocument/2006/relationships" xmlns:p="http://schemas.openxmlformats.org/presentationml/2006/main">
  <p:tag name="[SUBGRID]" val="[SubGrid]"/>
</p:tagLst>
</file>

<file path=ppt/tags/tag20.xml><?xml version="1.0" encoding="utf-8"?>
<p:tagLst xmlns:a="http://schemas.openxmlformats.org/drawingml/2006/main" xmlns:r="http://schemas.openxmlformats.org/officeDocument/2006/relationships" xmlns:p="http://schemas.openxmlformats.org/presentationml/2006/main">
  <p:tag name="[SUBGRID]" val="[SubGrid]"/>
</p:tagLst>
</file>

<file path=ppt/tags/tag21.xml><?xml version="1.0" encoding="utf-8"?>
<p:tagLst xmlns:a="http://schemas.openxmlformats.org/drawingml/2006/main" xmlns:r="http://schemas.openxmlformats.org/officeDocument/2006/relationships" xmlns:p="http://schemas.openxmlformats.org/presentationml/2006/main">
  <p:tag name="[SUBGRID]" val="[SubGrid]"/>
</p:tagLst>
</file>

<file path=ppt/tags/tag22.xml><?xml version="1.0" encoding="utf-8"?>
<p:tagLst xmlns:a="http://schemas.openxmlformats.org/drawingml/2006/main" xmlns:r="http://schemas.openxmlformats.org/officeDocument/2006/relationships" xmlns:p="http://schemas.openxmlformats.org/presentationml/2006/main">
  <p:tag name="[SUBGRID]" val="[SubGrid]"/>
</p:tagLst>
</file>

<file path=ppt/tags/tag23.xml><?xml version="1.0" encoding="utf-8"?>
<p:tagLst xmlns:a="http://schemas.openxmlformats.org/drawingml/2006/main" xmlns:r="http://schemas.openxmlformats.org/officeDocument/2006/relationships" xmlns:p="http://schemas.openxmlformats.org/presentationml/2006/main">
  <p:tag name="[SUBGRID]" val="[SubGrid]"/>
</p:tagLst>
</file>

<file path=ppt/theme/theme1.xml><?xml version="1.0" encoding="utf-8"?>
<a:theme xmlns:a="http://schemas.openxmlformats.org/drawingml/2006/main" name="Cigna Healthcare">
  <a:themeElements>
    <a:clrScheme name="Cigna Healthcare 2023">
      <a:dk1>
        <a:srgbClr val="000000"/>
      </a:dk1>
      <a:lt1>
        <a:srgbClr val="FFFFFF"/>
      </a:lt1>
      <a:dk2>
        <a:srgbClr val="0033FF"/>
      </a:dk2>
      <a:lt2>
        <a:srgbClr val="110081"/>
      </a:lt2>
      <a:accent1>
        <a:srgbClr val="0033FF"/>
      </a:accent1>
      <a:accent2>
        <a:srgbClr val="00874D"/>
      </a:accent2>
      <a:accent3>
        <a:srgbClr val="FF4D00"/>
      </a:accent3>
      <a:accent4>
        <a:srgbClr val="110081"/>
      </a:accent4>
      <a:accent5>
        <a:srgbClr val="03CC54"/>
      </a:accent5>
      <a:accent6>
        <a:srgbClr val="FAA163"/>
      </a:accent6>
      <a:hlink>
        <a:srgbClr val="0033FF"/>
      </a:hlink>
      <a:folHlink>
        <a:srgbClr val="A1F7A1"/>
      </a:folHlink>
    </a:clrScheme>
    <a:fontScheme name="Cigna Healthcare">
      <a:majorFont>
        <a:latin typeface="Georgi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lIns="72000" tIns="36000" rIns="72000" bIns="36000" rtlCol="0" anchor="ctr"/>
      <a:lstStyle>
        <a:defPPr algn="ctr">
          <a:defRPr sz="1600" noProof="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600" dirty="0" err="1" smtClean="0">
            <a:solidFill>
              <a:schemeClr val="tx2"/>
            </a:solidFill>
          </a:defRPr>
        </a:defPPr>
      </a:lstStyle>
    </a:txDef>
  </a:objectDefaults>
  <a:extraClrSchemeLst/>
  <a:custClrLst>
    <a:custClr name="Action Blue">
      <a:srgbClr val="0033FF"/>
    </a:custClr>
    <a:custClr name="Dark Leaf Green">
      <a:srgbClr val="00874D"/>
    </a:custClr>
    <a:custClr name="Dark Orange">
      <a:srgbClr val="FF4D00"/>
    </a:custClr>
    <a:custClr name="Navy">
      <a:srgbClr val="110081"/>
    </a:custClr>
    <a:custClr name="Leaf Green">
      <a:srgbClr val="03CC54"/>
    </a:custClr>
    <a:custClr name="Orange">
      <a:srgbClr val="FAA163"/>
    </a:custClr>
    <a:custClr name="Light Leaf Green">
      <a:srgbClr val="A1F7A1"/>
    </a:custClr>
    <a:custClr name="Light Orange">
      <a:srgbClr val="FAD6BD"/>
    </a:custClr>
    <a:custClr name="Cool Gray">
      <a:srgbClr val="F4F4F4"/>
    </a:custClr>
  </a:custClrLst>
  <a:extLst>
    <a:ext uri="{05A4C25C-085E-4340-85A3-A5531E510DB2}">
      <thm15:themeFamily xmlns:thm15="http://schemas.microsoft.com/office/thememl/2012/main" name="Evernorth.potx" id="{CF99AB89-BA1D-443F-B964-59F6B3F98DD3}" vid="{9B147206-36C6-4C9B-A1BE-3863A2B43C27}"/>
    </a:ext>
  </a:extLst>
</a:theme>
</file>

<file path=ppt/theme/theme2.xml><?xml version="1.0" encoding="utf-8"?>
<a:theme xmlns:a="http://schemas.openxmlformats.org/drawingml/2006/main" name="Office-tema">
  <a:themeElements>
    <a:clrScheme name="Cigna Healthcare 2023">
      <a:dk1>
        <a:srgbClr val="000000"/>
      </a:dk1>
      <a:lt1>
        <a:srgbClr val="FFFFFF"/>
      </a:lt1>
      <a:dk2>
        <a:srgbClr val="0033FF"/>
      </a:dk2>
      <a:lt2>
        <a:srgbClr val="110081"/>
      </a:lt2>
      <a:accent1>
        <a:srgbClr val="0033FF"/>
      </a:accent1>
      <a:accent2>
        <a:srgbClr val="00874D"/>
      </a:accent2>
      <a:accent3>
        <a:srgbClr val="FF4D00"/>
      </a:accent3>
      <a:accent4>
        <a:srgbClr val="110081"/>
      </a:accent4>
      <a:accent5>
        <a:srgbClr val="03CC54"/>
      </a:accent5>
      <a:accent6>
        <a:srgbClr val="FAA163"/>
      </a:accent6>
      <a:hlink>
        <a:srgbClr val="0033FF"/>
      </a:hlink>
      <a:folHlink>
        <a:srgbClr val="A1F7A1"/>
      </a:folHlink>
    </a:clrScheme>
    <a:fontScheme name="Cigna Healthcare">
      <a:majorFont>
        <a:latin typeface="Georgia"/>
        <a:ea typeface=""/>
        <a:cs typeface=""/>
      </a:majorFont>
      <a:minorFont>
        <a:latin typeface="Verdana"/>
        <a:ea typeface=""/>
        <a:cs typeface=""/>
      </a:minorFont>
    </a:fontScheme>
    <a:fmtScheme name="Kont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Action Blue">
      <a:srgbClr val="0033FF"/>
    </a:custClr>
    <a:custClr name="Dark Leaf Green">
      <a:srgbClr val="00874D"/>
    </a:custClr>
    <a:custClr name="Dark Orange">
      <a:srgbClr val="FF4D00"/>
    </a:custClr>
    <a:custClr name="Navy">
      <a:srgbClr val="110081"/>
    </a:custClr>
    <a:custClr name="Leaf Green">
      <a:srgbClr val="03CC54"/>
    </a:custClr>
    <a:custClr name="Orange">
      <a:srgbClr val="FAA163"/>
    </a:custClr>
    <a:custClr name="Light Leaf Green">
      <a:srgbClr val="A1F7A1"/>
    </a:custClr>
    <a:custClr name="Light Orange">
      <a:srgbClr val="FAD6BD"/>
    </a:custClr>
    <a:custClr name="Cool Gray">
      <a:srgbClr val="F4F4F4"/>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Cigna Healthcare 2023">
      <a:dk1>
        <a:srgbClr val="000000"/>
      </a:dk1>
      <a:lt1>
        <a:srgbClr val="FFFFFF"/>
      </a:lt1>
      <a:dk2>
        <a:srgbClr val="0033FF"/>
      </a:dk2>
      <a:lt2>
        <a:srgbClr val="110081"/>
      </a:lt2>
      <a:accent1>
        <a:srgbClr val="0033FF"/>
      </a:accent1>
      <a:accent2>
        <a:srgbClr val="00874D"/>
      </a:accent2>
      <a:accent3>
        <a:srgbClr val="FF4D00"/>
      </a:accent3>
      <a:accent4>
        <a:srgbClr val="110081"/>
      </a:accent4>
      <a:accent5>
        <a:srgbClr val="03CC54"/>
      </a:accent5>
      <a:accent6>
        <a:srgbClr val="FAA163"/>
      </a:accent6>
      <a:hlink>
        <a:srgbClr val="0033FF"/>
      </a:hlink>
      <a:folHlink>
        <a:srgbClr val="A1F7A1"/>
      </a:folHlink>
    </a:clrScheme>
    <a:fontScheme name="Cigna Healthcare">
      <a:majorFont>
        <a:latin typeface="Georgi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Action Blue">
      <a:srgbClr val="0033FF"/>
    </a:custClr>
    <a:custClr name="Dark Leaf Green">
      <a:srgbClr val="00874D"/>
    </a:custClr>
    <a:custClr name="Dark Orange">
      <a:srgbClr val="FF4D00"/>
    </a:custClr>
    <a:custClr name="Navy">
      <a:srgbClr val="110081"/>
    </a:custClr>
    <a:custClr name="Leaf Green">
      <a:srgbClr val="03CC54"/>
    </a:custClr>
    <a:custClr name="Orange">
      <a:srgbClr val="FAA163"/>
    </a:custClr>
    <a:custClr name="Light Leaf Green">
      <a:srgbClr val="A1F7A1"/>
    </a:custClr>
    <a:custClr name="Light Orange">
      <a:srgbClr val="FAD6BD"/>
    </a:custClr>
    <a:custClr name="Cool Gray">
      <a:srgbClr val="F4F4F4"/>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TemplafyFormConfiguration><![CDATA[{"formFields":[{"dataSource":"Confidentiality","displayColumn":"cigna_confidentiality","defaultValue":"2","hideIfNoUserInteractionRequired":false,"distinct":true,"required":false,"autoSelectFirstOption":false,"helpTexts":{"prefix":"","postfix":""},"spacing":{},"type":"dropDown","name":"Cigna_Confidentiality","label":"Internal Stamp Only","fullyQualifiedName":"Cigna_Confidentiality"}],"formDataEntries":[{"name":"Cigna_Confidentiality","value":"aKBTu2fPbzfKbYCIYAfo4Q=="}]}]]></TemplafyFormConfiguration>
</file>

<file path=customXml/item2.xml><?xml version="1.0" encoding="utf-8"?>
<TemplafyTemplateConfiguration><![CDATA[{"elementsMetadata":[{"type":"shape","id":"a0528cb3-dc5a-4567-919c-140d6bfe71fe","elementConfiguration":{"binding":"Form.Cigna_Confidentiality.CignahealthcareConfidentiality","visibility":{"action":"hide","operator":"equals","compareValue":""},"disableUpdates":false,"type":"text"}},{"type":"shape","id":"518c53a5-e2ff-4c6a-8c76-2d174e86cdc7","elementConfiguration":{"binding":"Form.Cigna_Confidentiality.Cigna_healthcareConfidentiality","visibility":{"action":"hide","operator":"equals","compareValue":""},"disableUpdates":false,"type":"text"}},{"type":"shape","id":"0d80eeb9-2c97-4d84-8faf-0e7b5c7f90d5","elementConfiguration":{"binding":"Form.Cigna_Confidentiality.CignahealthcareConfidentiality","visibility":{"action":"hide","operator":"equals","compareValue":""},"disableUpdates":false,"type":"text"}},{"type":"shape","id":"973a933c-730e-4c78-ad54-98c8d17d0580","elementConfiguration":{"binding":"Form.Cigna_Confidentiality.Cigna_healthcareConfidentiality","visibility":{"action":"hide","operator":"equals","compareValue":""},"disableUpdates":false,"type":"text"}},{"type":"shape","id":"2e5de602-e7ae-43dc-843a-35a889b5f2ba","elementConfiguration":{"binding":"Form.Cigna_Confidentiality.CignahealthcareConfidentiality","visibility":{"action":"hide","operator":"equals","compareValue":""},"disableUpdates":false,"type":"text"}},{"type":"shape","id":"92b074dc-6bdc-4d52-be8c-8b77d35a73f5","elementConfiguration":{"binding":"Form.Cigna_Confidentiality.Cigna_healthcareConfidentiality","visibility":{"action":"hide","operator":"equals","compareValue":""},"disableUpdates":false,"type":"text"}},{"type":"shape","id":"eef7a73c-dd29-40d6-ba55-5bcec5f3b15c","elementConfiguration":{"binding":"Form.Cigna_Confidentiality.CignahealthcareConfidentiality","visibility":{"action":"hide","operator":"equals","compareValue":""},"disableUpdates":false,"type":"text"}},{"type":"shape","id":"b51924bb-8821-4153-a4dc-9d99295a8a53","elementConfiguration":{"binding":"Form.Cigna_Confidentiality.Cigna_healthcareConfidentiality","visibility":{"action":"hide","operator":"equals","compareValue":""},"disableUpdates":false,"type":"text"}},{"type":"shape","id":"47568057-489f-466c-aafc-67456865cd3e","elementConfiguration":{"binding":"Form.Cigna_Confidentiality.CignahealthcareConfidentiality","visibility":{"action":"hide","operator":"equals","compareValue":""},"disableUpdates":false,"type":"text"}},{"type":"shape","id":"e9dbd221-7cab-4689-98f3-8c573d7a66c5","elementConfiguration":{"binding":"Form.Cigna_Confidentiality.Cigna_healthcareConfidentiality","visibility":{"action":"hide","operator":"equals","compareValue":""},"disableUpdates":false,"type":"text"}},{"type":"shape","id":"454680f0-8308-4769-a5b0-00b413929754","elementConfiguration":{"binding":"Form.Cigna_Confidentiality.CignahealthcareConfidentiality","visibility":{"action":"hide","operator":"equals","compareValue":""},"disableUpdates":false,"type":"text"}},{"type":"shape","id":"27c4ef0a-c87d-41d2-90e8-53efe7300b5f","elementConfiguration":{"binding":"Form.Cigna_Confidentiality.Cigna_healthcareConfidentiality","visibility":{"action":"hide","operator":"equals","compareValue":""},"disableUpdates":false,"type":"text"}},{"type":"shape","id":"f47625a9-035b-4768-957c-7fb6ca10c89e","elementConfiguration":{"binding":"Form.Cigna_Confidentiality.CignahealthcareConfidentiality","visibility":{"action":"hide","operator":"equals","compareValue":""},"disableUpdates":false,"type":"text"}},{"type":"shape","id":"02d11edf-49e6-44ec-909c-563a5db05d53","elementConfiguration":{"binding":"Form.Cigna_Confidentiality.Cigna_healthcareConfidentiality","visibility":{"action":"hide","operator":"equals","compareValue":""},"disableUpdates":false,"type":"text"}},{"type":"shape","id":"cb01e670-ea34-483a-b5ce-a3c3f5a46304","elementConfiguration":{"binding":"Form.Cigna_Confidentiality.CignahealthcareConfidentiality","visibility":{"action":"hide","operator":"equals","compareValue":""},"disableUpdates":false,"type":"text"}},{"type":"shape","id":"993a7d17-02be-4db1-9c98-85dddc52b4ad","elementConfiguration":{"binding":"Form.Cigna_Confidentiality.Cigna_healthcareConfidentiality","visibility":{"action":"hide","operator":"equals","compareValue":""},"disableUpdates":false,"type":"text"}},{"type":"shape","id":"5aa8001c-9ab8-4b22-8e10-b3c4ea27ed88","elementConfiguration":{"binding":"Form.Cigna_Confidentiality.CignahealthcareConfidentiality","visibility":{"action":"hide","operator":"equals","compareValue":""},"disableUpdates":false,"type":"text"}},{"type":"shape","id":"1f3599c2-15b6-47b5-ae52-10b490341662","elementConfiguration":{"binding":"Form.Cigna_Confidentiality.Cigna_healthcareConfidentiality","visibility":{"action":"hide","operator":"equals","compareValue":""},"disableUpdates":false,"type":"text"}},{"type":"shape","id":"25865ba3-40bd-4203-ae96-d0e7f7e9c3b2","elementConfiguration":{"binding":"Form.Cigna_Confidentiality.CignahealthcareConfidentiality","disableUpdates":false,"type":"text"}},{"type":"shape","id":"a296beac-09a0-42ef-9adb-60e25562f32d","elementConfiguration":{"binding":"Form.Cigna_Confidentiality.Cigna_healthcareConfidentiality","visibility":{"action":"hide","operator":"equals","compareValue":""},"disableUpdates":false,"type":"text"}},{"type":"shape","id":"ce7f7468-79cc-4f85-abf2-b957d5d86177","elementConfiguration":{"binding":"Form.Cigna_Confidentiality.CignahealthcareConfidentiality","visibility":{"action":"hide","operator":"equals","compareValue":""},"disableUpdates":false,"type":"text"}},{"type":"shape","id":"3d214620-bd94-422b-a2c9-68fe0196369c","elementConfiguration":{"binding":"Form.Cigna_Confidentiality.Cigna_healthcareConfidentiality","visibility":{"action":"hide","operator":"equals","compareValue":""},"disableUpdates":false,"type":"text"}},{"type":"shape","id":"88427e14-1256-4c93-bed9-5c7842bd8248","elementConfiguration":{"binding":"Form.Cigna_Confidentiality.CignahealthcareConfidentiality","visibility":{"action":"hide","operator":"equals","compareValue":""},"disableUpdates":false,"type":"text"}},{"type":"shape","id":"f4b13d49-7f21-4f11-a8a2-4d56e4618647","elementConfiguration":{"binding":"Form.Cigna_Confidentiality.Cigna_healthcareConfidentiality","visibility":{"action":"hide","operator":"equals","compareValue":""},"disableUpdates":false,"type":"text"}},{"type":"shape","id":"5d0de54e-5f77-4954-9501-65e828e160e9","elementConfiguration":{"binding":"Form.Cigna_Confidentiality.CignahealthcareConfidentiality","visibility":{"action":"hide","operator":"equals","compareValue":""},"disableUpdates":false,"type":"text"}},{"type":"shape","id":"73bf044b-b657-4230-aa4f-1abefa914cdd","elementConfiguration":{"binding":"Form.Cigna_Confidentiality.Cigna_healthcareConfidentiality","visibility":{"action":"hide","operator":"equals","compareValue":""},"disableUpdates":false,"type":"text"}},{"type":"shape","id":"c23a9cc8-6ede-4b2f-9e18-847b6f9d390a","elementConfiguration":{"binding":"Form.Cigna_Confidentiality.CignahealthcareConfidentiality","visibility":{"action":"hide","operator":"equals","compareValue":""},"disableUpdates":false,"type":"text"}},{"type":"shape","id":"2a50d6a8-b0b2-411b-879e-d6c0fb908e0d","elementConfiguration":{"binding":"Form.Cigna_Confidentiality.Cigna_healthcareConfidentiality","visibility":{"action":"hide","operator":"equals","compareValue":""},"disableUpdates":false,"type":"text"}},{"type":"shape","id":"d54c4ca6-ffa5-42e8-9a24-da340785b56d","elementConfiguration":{"binding":"Form.Cigna_Confidentiality.CignahealthcareConfidentiality","visibility":{"action":"hide","operator":"equals","compareValue":""},"disableUpdates":false,"type":"text"}},{"type":"shape","id":"7e143ab6-3092-4393-8aee-485ec8cd1359","elementConfiguration":{"binding":"Form.Cigna_Confidentiality.Cigna_healthcareConfidentiality","visibility":{"action":"hide","operator":"equals","compareValue":""},"disableUpdates":false,"type":"text"}},{"type":"shape","id":"bf42e751-e1ee-499d-a1e0-24c8867e2531","elementConfiguration":{"binding":"Form.Cigna_Confidentiality.CignahealthcareConfidentiality","visibility":{"action":"hide","operator":"equals","compareValue":""},"disableUpdates":false,"type":"text"}},{"type":"shape","id":"c400d1b2-9689-46de-b71b-7f26a17df63c","elementConfiguration":{"binding":"Form.Cigna_Confidentiality.Cigna_healthcareConfidentiality","visibility":{"action":"hide","operator":"equals","compareValue":""},"disableUpdates":false,"type":"text"}},{"type":"shape","id":"98455e10-ddb7-40a5-837c-bafbdfcec71d","elementConfiguration":{"binding":"Form.Cigna_Confidentiality.CignahealthcareConfidentiality","visibility":{"action":"hide","operator":"equals","compareValue":""},"disableUpdates":false,"type":"text"}},{"type":"shape","id":"5580522d-6bd8-4e52-bd80-cd78bbcb48eb","elementConfiguration":{"binding":"Form.Cigna_Confidentiality.Cigna_healthcareConfidentiality","visibility":{"action":"hide","operator":"equals","compareValue":""},"disableUpdates":false,"type":"text"}},{"type":"shape","id":"542eccdf-4c67-4de3-8557-06c0fe2edb89","elementConfiguration":{"binding":"Form.Cigna_Confidentiality.CignahealthcareConfidentiality","visibility":{"action":"hide","operator":"equals","compareValue":""},"disableUpdates":false,"type":"text"}},{"type":"shape","id":"296ca0ae-980f-4229-b4df-ed9922eabbab","elementConfiguration":{"binding":"Form.Cigna_Confidentiality.Cigna_healthcareConfidentiality","visibility":{"action":"hide","operator":"equals","compareValue":""},"disableUpdates":false,"type":"text"}},{"type":"shape","id":"61bf9c3f-290d-4eb4-900c-9142547c83ed","elementConfiguration":{"binding":"Form.Cigna_Confidentiality.CignahealthcareConfidentiality","visibility":{"action":"hide","operator":"equals","compareValue":""},"disableUpdates":false,"type":"text"}},{"type":"shape","id":"05d7207c-a9f2-4cf7-9103-5af4963bcccd","elementConfiguration":{"binding":"Form.Cigna_Confidentiality.Cigna_healthcareConfidentiality","visibility":{"action":"hide","operator":"equals","compareValue":""},"disableUpdates":false,"type":"text"}},{"type":"shape","id":"cf99d8c5-ac31-4306-87c4-edb9f4aea414","elementConfiguration":{"binding":"Form.Cigna_Confidentiality.CignahealthcareConfidentiality","visibility":{"action":"hide","operator":"equals","compareValue":""},"disableUpdates":false,"type":"text"}},{"type":"shape","id":"1edfff70-1b50-4dc4-b05c-7e5a8e8dab9d","elementConfiguration":{"binding":"Form.Cigna_Confidentiality.Cigna_healthcareConfidentiality","visibility":{"action":"hide","operator":"equals","compareValue":""},"disableUpdates":false,"type":"text"}},{"type":"shape","id":"cbefb6bb-f52b-41cf-a03b-0b5968e9e7d4","elementConfiguration":{"binding":"Form.Cigna_Confidentiality.CignahealthcareConfidentiality","visibility":{"action":"hide","operator":"equals","compareValue":""},"disableUpdates":false,"type":"text"}},{"type":"shape","id":"ba4fcbd9-3886-4db8-87b3-a8d292923e4d","elementConfiguration":{"binding":"Form.Cigna_Confidentiality.Cigna_healthcareConfidentiality","visibility":{"action":"hide","operator":"equals","compareValue":""},"disableUpdates":false,"type":"text"}},{"type":"shape","id":"9bd9a0b1-a2aa-4a39-8565-01cf0174656f","elementConfiguration":{"binding":"Form.Cigna_Confidentiality.CignahealthcareConfidentiality","visibility":{"action":"hide","operator":"equals","compareValue":""},"disableUpdates":false,"type":"text"}},{"type":"shape","id":"fc674c1e-06d6-47de-ae6a-95fc66bfec36","elementConfiguration":{"binding":"Form.Cigna_Confidentiality.Cigna_healthcareConfidentiality","visibility":{"action":"hide","operator":"equals","compareValue":""},"disableUpdates":false,"type":"text"}},{"type":"shape","id":"9f181743-ad2f-4c9d-b7f0-160b827337ab","elementConfiguration":{"binding":"Form.Cigna_Confidentiality.CignahealthcareConfidentiality","visibility":{"action":"hide","operator":"equals","compareValue":""},"disableUpdates":false,"type":"text"}},{"type":"shape","id":"c3a685b7-9706-4229-9e3a-b22d188dea82","elementConfiguration":{"binding":"Form.Cigna_Confidentiality.Cigna_healthcareConfidentiality","visibility":{"action":"hide","operator":"equals","compareValue":""},"disableUpdates":false,"type":"text"}},{"type":"shape","id":"89347a67-3bdd-4e06-ba90-be417a4a31c9","elementConfiguration":{"binding":"Form.Cigna_Confidentiality.CignahealthcareConfidentiality","visibility":{"action":"hide","operator":"equals","compareValue":""},"disableUpdates":false,"type":"text"}},{"type":"shape","id":"82e7895b-9139-4ea6-9e52-b03ee68f5f52","elementConfiguration":{"binding":"Form.Cigna_Confidentiality.Cigna_healthcareConfidentiality","visibility":{"action":"hide","operator":"equals","compareValue":""},"disableUpdates":false,"type":"text"}},{"type":"shape","id":"00114741-ef46-4a39-aa7f-af9451597728","elementConfiguration":{"binding":"Form.Cigna_Confidentiality.CignahealthcareConfidentiality","visibility":{"action":"hide","operator":"equals","compareValue":""},"disableUpdates":false,"type":"text"}},{"type":"shape","id":"55618df3-b570-420e-aa4d-0bc6fcbf0b47","elementConfiguration":{"binding":"Form.Cigna_Confidentiality.Cigna_healthcareConfidentiality","visibility":{"action":"hide","operator":"equals","compareValue":""},"disableUpdates":false,"type":"text"}},{"type":"shape","id":"e3b4e52a-e618-483f-b964-cf5c66b34d50","elementConfiguration":{"binding":"Form.Cigna_Confidentiality.CignahealthcareConfidentiality","visibility":{"action":"hide","operator":"equals","compareValue":""},"disableUpdates":false,"type":"text"}},{"type":"shape","id":"6a944907-279d-4e8f-92fc-50a4669a0fdc","elementConfiguration":{"binding":"Form.Cigna_Confidentiality.Cigna_healthcareConfidentiality","visibility":{"action":"hide","operator":"equals","compareValue":""},"disableUpdates":false,"type":"text"}}],"transformationConfigurations":[{"language":"{{DocumentLanguage}}","disableUpdates":false,"type":"proofingLanguage"}],"templateName":"","templateDescription":"","enableDocumentContentUpdater":true,"version":"1.12"}]]></TemplafyTemplateConfiguration>
</file>

<file path=customXml/item3.xml><?xml version="1.0" encoding="utf-8"?>
<ct:contentTypeSchema xmlns:ct="http://schemas.microsoft.com/office/2006/metadata/contentType" xmlns:ma="http://schemas.microsoft.com/office/2006/metadata/properties/metaAttributes" ct:_="" ma:_="" ma:contentTypeName="Document" ma:contentTypeID="0x0101003206C8355D678A459F2EF8957171B231" ma:contentTypeVersion="18" ma:contentTypeDescription="Create a new document." ma:contentTypeScope="" ma:versionID="efd9b4af885478ed0a3e84c6362c6fb3">
  <xsd:schema xmlns:xsd="http://www.w3.org/2001/XMLSchema" xmlns:xs="http://www.w3.org/2001/XMLSchema" xmlns:p="http://schemas.microsoft.com/office/2006/metadata/properties" xmlns:ns2="f2466082-b6bf-4153-98c3-3c41e85fda18" xmlns:ns3="dc808d36-874f-4b27-aec2-2fd649817929" targetNamespace="http://schemas.microsoft.com/office/2006/metadata/properties" ma:root="true" ma:fieldsID="3b6abc503e38a49174dd9e5072c65339" ns2:_="" ns3:_="">
    <xsd:import namespace="f2466082-b6bf-4153-98c3-3c41e85fda18"/>
    <xsd:import namespace="dc808d36-874f-4b27-aec2-2fd64981792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Location" minOccurs="0"/>
                <xsd:element ref="ns2:lcf76f155ced4ddcb4097134ff3c332f" minOccurs="0"/>
                <xsd:element ref="ns3:TaxCatchAll"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466082-b6bf-4153-98c3-3c41e85fda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1e634b9-0c0d-402e-b683-49cec2011975"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c808d36-874f-4b27-aec2-2fd649817929"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4796171e-60a5-48ad-9b94-11b7e9399efd}" ma:internalName="TaxCatchAll" ma:showField="CatchAllData" ma:web="dc808d36-874f-4b27-aec2-2fd64981792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5.xml><?xml version="1.0" encoding="utf-8"?>
<p:properties xmlns:p="http://schemas.microsoft.com/office/2006/metadata/properties" xmlns:xsi="http://www.w3.org/2001/XMLSchema-instance" xmlns:pc="http://schemas.microsoft.com/office/infopath/2007/PartnerControls">
  <documentManagement>
    <lcf76f155ced4ddcb4097134ff3c332f xmlns="f2466082-b6bf-4153-98c3-3c41e85fda18">
      <Terms xmlns="http://schemas.microsoft.com/office/infopath/2007/PartnerControls"/>
    </lcf76f155ced4ddcb4097134ff3c332f>
    <TaxCatchAll xmlns="dc808d36-874f-4b27-aec2-2fd649817929" xsi:nil="true"/>
  </documentManagement>
</p:properties>
</file>

<file path=customXml/itemProps1.xml><?xml version="1.0" encoding="utf-8"?>
<ds:datastoreItem xmlns:ds="http://schemas.openxmlformats.org/officeDocument/2006/customXml" ds:itemID="{180E6B4A-02B3-49EE-B6F9-C0FE6F86CE81}">
  <ds:schemaRefs/>
</ds:datastoreItem>
</file>

<file path=customXml/itemProps2.xml><?xml version="1.0" encoding="utf-8"?>
<ds:datastoreItem xmlns:ds="http://schemas.openxmlformats.org/officeDocument/2006/customXml" ds:itemID="{9E4D2E6F-FE49-4FFB-A5F2-EDA5AAB1D111}">
  <ds:schemaRefs/>
</ds:datastoreItem>
</file>

<file path=customXml/itemProps3.xml><?xml version="1.0" encoding="utf-8"?>
<ds:datastoreItem xmlns:ds="http://schemas.openxmlformats.org/officeDocument/2006/customXml" ds:itemID="{569D7D19-9F86-4BB9-B8C1-33F3D1E93431}"/>
</file>

<file path=customXml/itemProps4.xml><?xml version="1.0" encoding="utf-8"?>
<ds:datastoreItem xmlns:ds="http://schemas.openxmlformats.org/officeDocument/2006/customXml" ds:itemID="{888B2ED6-730E-4197-9308-9AFB8D1794F4}"/>
</file>

<file path=customXml/itemProps5.xml><?xml version="1.0" encoding="utf-8"?>
<ds:datastoreItem xmlns:ds="http://schemas.openxmlformats.org/officeDocument/2006/customXml" ds:itemID="{916EBF1E-9776-4F5C-A555-B3AEFA70EFC3}"/>
</file>

<file path=docProps/app.xml><?xml version="1.0" encoding="utf-8"?>
<Properties xmlns="http://schemas.openxmlformats.org/officeDocument/2006/extended-properties" xmlns:vt="http://schemas.openxmlformats.org/officeDocument/2006/docPropsVTypes">
  <Template/>
  <TotalTime>0</TotalTime>
  <Words>3837</Words>
  <Application>Microsoft Office PowerPoint</Application>
  <PresentationFormat>Widescreen</PresentationFormat>
  <Paragraphs>463</Paragraphs>
  <Slides>34</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Arial</vt:lpstr>
      <vt:lpstr>Arial Black</vt:lpstr>
      <vt:lpstr>Arial Narrow</vt:lpstr>
      <vt:lpstr>Georgia</vt:lpstr>
      <vt:lpstr>Times New Roman</vt:lpstr>
      <vt:lpstr>Verdana</vt:lpstr>
      <vt:lpstr>Cigna Healthcare</vt:lpstr>
      <vt:lpstr>People Serving People</vt:lpstr>
      <vt:lpstr>Welcome to  Cigna Healthcare</vt:lpstr>
      <vt:lpstr>Putting you first</vt:lpstr>
      <vt:lpstr>You can’t have global without local.</vt:lpstr>
      <vt:lpstr>Comprehensive health and wellbeing approach</vt:lpstr>
      <vt:lpstr>Unrivaled access to high-quality, affordable care</vt:lpstr>
      <vt:lpstr>Benefit plans</vt:lpstr>
      <vt:lpstr>Medical</vt:lpstr>
      <vt:lpstr>Dental</vt:lpstr>
      <vt:lpstr>Vision</vt:lpstr>
      <vt:lpstr>IEAP &amp; Evac</vt:lpstr>
      <vt:lpstr>Life, and AD&amp;D</vt:lpstr>
      <vt:lpstr>Network capabilities</vt:lpstr>
      <vt:lpstr>Accessing care</vt:lpstr>
      <vt:lpstr>Digital tools</vt:lpstr>
      <vt:lpstr>Simple self-service</vt:lpstr>
      <vt:lpstr>Registration</vt:lpstr>
      <vt:lpstr>Registering for Cigna Envoy</vt:lpstr>
      <vt:lpstr>Cigna Envoy: Homepage</vt:lpstr>
      <vt:lpstr>Certificates of Coverage</vt:lpstr>
      <vt:lpstr>Cigna Envoy: Mobile app</vt:lpstr>
      <vt:lpstr>Health and wellbeing support</vt:lpstr>
      <vt:lpstr>PowerPoint Presentation</vt:lpstr>
      <vt:lpstr>PowerPoint Presentation</vt:lpstr>
      <vt:lpstr>What to do if you become sick or injured</vt:lpstr>
      <vt:lpstr>Payment options, claim submissions, reimbursements</vt:lpstr>
      <vt:lpstr>Fast and flexible: Claim submission</vt:lpstr>
      <vt:lpstr>Requesting a guarantee of payment (GOP)</vt:lpstr>
      <vt:lpstr>If you need to pay and submit a claim</vt:lpstr>
      <vt:lpstr>In the event you have to pay and claim</vt:lpstr>
      <vt:lpstr>Claim reimbursement options</vt:lpstr>
      <vt:lpstr>Cigna Healthcare contact information</vt:lpstr>
      <vt:lpstr>Questions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2021-07-08T09:02:18Z</dcterms:created>
  <dcterms:modified xsi:type="dcterms:W3CDTF">2024-04-26T18:15:38Z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by:">
    <vt:lpwstr>omnidocs.com</vt:lpwstr>
  </property>
  <property fmtid="{D5CDD505-2E9C-101B-9397-08002B2CF9AE}" pid="3" name="TemplafyTenantId">
    <vt:lpwstr>cigna</vt:lpwstr>
  </property>
  <property fmtid="{D5CDD505-2E9C-101B-9397-08002B2CF9AE}" pid="4" name="TemplafyTemplateId">
    <vt:lpwstr>638102491023888301</vt:lpwstr>
  </property>
  <property fmtid="{D5CDD505-2E9C-101B-9397-08002B2CF9AE}" pid="5" name="TemplafyUserProfileId">
    <vt:lpwstr>637533952665251120</vt:lpwstr>
  </property>
  <property fmtid="{D5CDD505-2E9C-101B-9397-08002B2CF9AE}" pid="6" name="TemplafyLanguageCode">
    <vt:lpwstr>en-US</vt:lpwstr>
  </property>
  <property fmtid="{D5CDD505-2E9C-101B-9397-08002B2CF9AE}" pid="7" name="ContentTypeId">
    <vt:lpwstr>0x0101003206C8355D678A459F2EF8957171B231</vt:lpwstr>
  </property>
</Properties>
</file>