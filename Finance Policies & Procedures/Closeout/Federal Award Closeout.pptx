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4" r:id="rId5"/>
    <p:sldMasterId id="2147483671" r:id="rId6"/>
  </p:sldMasterIdLst>
  <p:notesMasterIdLst>
    <p:notesMasterId r:id="rId29"/>
  </p:notesMasterIdLst>
  <p:sldIdLst>
    <p:sldId id="257" r:id="rId7"/>
    <p:sldId id="259" r:id="rId8"/>
    <p:sldId id="318" r:id="rId9"/>
    <p:sldId id="290" r:id="rId10"/>
    <p:sldId id="270" r:id="rId11"/>
    <p:sldId id="307" r:id="rId12"/>
    <p:sldId id="319" r:id="rId13"/>
    <p:sldId id="310" r:id="rId14"/>
    <p:sldId id="309" r:id="rId15"/>
    <p:sldId id="311" r:id="rId16"/>
    <p:sldId id="265" r:id="rId17"/>
    <p:sldId id="312" r:id="rId18"/>
    <p:sldId id="266" r:id="rId19"/>
    <p:sldId id="314" r:id="rId20"/>
    <p:sldId id="263" r:id="rId21"/>
    <p:sldId id="315" r:id="rId22"/>
    <p:sldId id="306" r:id="rId23"/>
    <p:sldId id="316" r:id="rId24"/>
    <p:sldId id="273" r:id="rId25"/>
    <p:sldId id="313" r:id="rId26"/>
    <p:sldId id="317" r:id="rId27"/>
    <p:sldId id="283" r:id="rId2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925D"/>
    <a:srgbClr val="4D3031"/>
    <a:srgbClr val="553435"/>
    <a:srgbClr val="4A3F27"/>
    <a:srgbClr val="7D3F76"/>
    <a:srgbClr val="BD8282"/>
    <a:srgbClr val="CC9CBF"/>
    <a:srgbClr val="B9789C"/>
    <a:srgbClr val="AA7BD9"/>
    <a:srgbClr val="FF8C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D273AC-3909-0E79-363C-B54B2131273A}" v="1" dt="2024-01-24T21:16:41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1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Martin" userId="04f63225-1d27-46ab-9c7c-1c8b513bed32" providerId="ADAL" clId="{5CC05FC7-5807-47B8-B6FB-3C2B5D1ACFFE}"/>
    <pc:docChg chg="undo redo custSel addSld modSld sldOrd">
      <pc:chgData name="Danielle Martin" userId="04f63225-1d27-46ab-9c7c-1c8b513bed32" providerId="ADAL" clId="{5CC05FC7-5807-47B8-B6FB-3C2B5D1ACFFE}" dt="2023-01-12T19:45:28.184" v="982" actId="20577"/>
      <pc:docMkLst>
        <pc:docMk/>
      </pc:docMkLst>
      <pc:sldChg chg="modSp mod modNotesTx">
        <pc:chgData name="Danielle Martin" userId="04f63225-1d27-46ab-9c7c-1c8b513bed32" providerId="ADAL" clId="{5CC05FC7-5807-47B8-B6FB-3C2B5D1ACFFE}" dt="2023-01-12T19:44:54.652" v="976" actId="20577"/>
        <pc:sldMkLst>
          <pc:docMk/>
          <pc:sldMk cId="2429378618" sldId="265"/>
        </pc:sldMkLst>
        <pc:spChg chg="mod">
          <ac:chgData name="Danielle Martin" userId="04f63225-1d27-46ab-9c7c-1c8b513bed32" providerId="ADAL" clId="{5CC05FC7-5807-47B8-B6FB-3C2B5D1ACFFE}" dt="2023-01-12T16:50:03.519" v="973" actId="404"/>
          <ac:spMkLst>
            <pc:docMk/>
            <pc:sldMk cId="2429378618" sldId="265"/>
            <ac:spMk id="67" creationId="{00000000-0000-0000-0000-000000000000}"/>
          </ac:spMkLst>
        </pc:spChg>
      </pc:sldChg>
      <pc:sldChg chg="modNotesTx">
        <pc:chgData name="Danielle Martin" userId="04f63225-1d27-46ab-9c7c-1c8b513bed32" providerId="ADAL" clId="{5CC05FC7-5807-47B8-B6FB-3C2B5D1ACFFE}" dt="2023-01-12T19:45:02.691" v="978" actId="20577"/>
        <pc:sldMkLst>
          <pc:docMk/>
          <pc:sldMk cId="3368432275" sldId="266"/>
        </pc:sldMkLst>
      </pc:sldChg>
      <pc:sldChg chg="modSp mod">
        <pc:chgData name="Danielle Martin" userId="04f63225-1d27-46ab-9c7c-1c8b513bed32" providerId="ADAL" clId="{5CC05FC7-5807-47B8-B6FB-3C2B5D1ACFFE}" dt="2023-01-12T16:40:58.395" v="701" actId="20577"/>
        <pc:sldMkLst>
          <pc:docMk/>
          <pc:sldMk cId="1764266274" sldId="270"/>
        </pc:sldMkLst>
        <pc:spChg chg="mod">
          <ac:chgData name="Danielle Martin" userId="04f63225-1d27-46ab-9c7c-1c8b513bed32" providerId="ADAL" clId="{5CC05FC7-5807-47B8-B6FB-3C2B5D1ACFFE}" dt="2023-01-12T16:40:58.395" v="701" actId="20577"/>
          <ac:spMkLst>
            <pc:docMk/>
            <pc:sldMk cId="1764266274" sldId="270"/>
            <ac:spMk id="95" creationId="{00000000-0000-0000-0000-000000000000}"/>
          </ac:spMkLst>
        </pc:spChg>
      </pc:sldChg>
      <pc:sldChg chg="modNotesTx">
        <pc:chgData name="Danielle Martin" userId="04f63225-1d27-46ab-9c7c-1c8b513bed32" providerId="ADAL" clId="{5CC05FC7-5807-47B8-B6FB-3C2B5D1ACFFE}" dt="2023-01-12T19:45:16.955" v="980" actId="20577"/>
        <pc:sldMkLst>
          <pc:docMk/>
          <pc:sldMk cId="1771842136" sldId="273"/>
        </pc:sldMkLst>
      </pc:sldChg>
      <pc:sldChg chg="modSp mod">
        <pc:chgData name="Danielle Martin" userId="04f63225-1d27-46ab-9c7c-1c8b513bed32" providerId="ADAL" clId="{5CC05FC7-5807-47B8-B6FB-3C2B5D1ACFFE}" dt="2023-01-12T16:08:50.582" v="582" actId="20577"/>
        <pc:sldMkLst>
          <pc:docMk/>
          <pc:sldMk cId="3696477027" sldId="306"/>
        </pc:sldMkLst>
        <pc:spChg chg="mod">
          <ac:chgData name="Danielle Martin" userId="04f63225-1d27-46ab-9c7c-1c8b513bed32" providerId="ADAL" clId="{5CC05FC7-5807-47B8-B6FB-3C2B5D1ACFFE}" dt="2023-01-12T15:46:01.822" v="157" actId="1076"/>
          <ac:spMkLst>
            <pc:docMk/>
            <pc:sldMk cId="3696477027" sldId="306"/>
            <ac:spMk id="5" creationId="{00000000-0000-0000-0000-000000000000}"/>
          </ac:spMkLst>
        </pc:spChg>
        <pc:spChg chg="mod">
          <ac:chgData name="Danielle Martin" userId="04f63225-1d27-46ab-9c7c-1c8b513bed32" providerId="ADAL" clId="{5CC05FC7-5807-47B8-B6FB-3C2B5D1ACFFE}" dt="2023-01-12T15:46:04.887" v="158" actId="1076"/>
          <ac:spMkLst>
            <pc:docMk/>
            <pc:sldMk cId="3696477027" sldId="306"/>
            <ac:spMk id="65" creationId="{00000000-0000-0000-0000-000000000000}"/>
          </ac:spMkLst>
        </pc:spChg>
        <pc:spChg chg="mod">
          <ac:chgData name="Danielle Martin" userId="04f63225-1d27-46ab-9c7c-1c8b513bed32" providerId="ADAL" clId="{5CC05FC7-5807-47B8-B6FB-3C2B5D1ACFFE}" dt="2023-01-12T16:08:50.582" v="582" actId="20577"/>
          <ac:spMkLst>
            <pc:docMk/>
            <pc:sldMk cId="3696477027" sldId="306"/>
            <ac:spMk id="67" creationId="{00000000-0000-0000-0000-000000000000}"/>
          </ac:spMkLst>
        </pc:spChg>
      </pc:sldChg>
      <pc:sldChg chg="modSp mod">
        <pc:chgData name="Danielle Martin" userId="04f63225-1d27-46ab-9c7c-1c8b513bed32" providerId="ADAL" clId="{5CC05FC7-5807-47B8-B6FB-3C2B5D1ACFFE}" dt="2023-01-12T16:37:47.185" v="629" actId="15"/>
        <pc:sldMkLst>
          <pc:docMk/>
          <pc:sldMk cId="1838638568" sldId="307"/>
        </pc:sldMkLst>
        <pc:spChg chg="mod">
          <ac:chgData name="Danielle Martin" userId="04f63225-1d27-46ab-9c7c-1c8b513bed32" providerId="ADAL" clId="{5CC05FC7-5807-47B8-B6FB-3C2B5D1ACFFE}" dt="2023-01-12T16:37:47.185" v="629" actId="15"/>
          <ac:spMkLst>
            <pc:docMk/>
            <pc:sldMk cId="1838638568" sldId="307"/>
            <ac:spMk id="67" creationId="{00000000-0000-0000-0000-000000000000}"/>
          </ac:spMkLst>
        </pc:spChg>
      </pc:sldChg>
      <pc:sldChg chg="modSp mod modNotesTx">
        <pc:chgData name="Danielle Martin" userId="04f63225-1d27-46ab-9c7c-1c8b513bed32" providerId="ADAL" clId="{5CC05FC7-5807-47B8-B6FB-3C2B5D1ACFFE}" dt="2023-01-12T19:44:44.264" v="974" actId="20577"/>
        <pc:sldMkLst>
          <pc:docMk/>
          <pc:sldMk cId="1545851320" sldId="310"/>
        </pc:sldMkLst>
        <pc:spChg chg="mod">
          <ac:chgData name="Danielle Martin" userId="04f63225-1d27-46ab-9c7c-1c8b513bed32" providerId="ADAL" clId="{5CC05FC7-5807-47B8-B6FB-3C2B5D1ACFFE}" dt="2023-01-12T16:03:29.814" v="531" actId="1076"/>
          <ac:spMkLst>
            <pc:docMk/>
            <pc:sldMk cId="1545851320" sldId="310"/>
            <ac:spMk id="5" creationId="{00000000-0000-0000-0000-000000000000}"/>
          </ac:spMkLst>
        </pc:spChg>
        <pc:spChg chg="mod">
          <ac:chgData name="Danielle Martin" userId="04f63225-1d27-46ab-9c7c-1c8b513bed32" providerId="ADAL" clId="{5CC05FC7-5807-47B8-B6FB-3C2B5D1ACFFE}" dt="2023-01-12T16:03:32.220" v="532" actId="1076"/>
          <ac:spMkLst>
            <pc:docMk/>
            <pc:sldMk cId="1545851320" sldId="310"/>
            <ac:spMk id="7" creationId="{00000000-0000-0000-0000-000000000000}"/>
          </ac:spMkLst>
        </pc:spChg>
        <pc:spChg chg="mod">
          <ac:chgData name="Danielle Martin" userId="04f63225-1d27-46ab-9c7c-1c8b513bed32" providerId="ADAL" clId="{5CC05FC7-5807-47B8-B6FB-3C2B5D1ACFFE}" dt="2023-01-12T16:42:15.787" v="842" actId="20577"/>
          <ac:spMkLst>
            <pc:docMk/>
            <pc:sldMk cId="1545851320" sldId="310"/>
            <ac:spMk id="95" creationId="{00000000-0000-0000-0000-000000000000}"/>
          </ac:spMkLst>
        </pc:spChg>
      </pc:sldChg>
      <pc:sldChg chg="modSp mod">
        <pc:chgData name="Danielle Martin" userId="04f63225-1d27-46ab-9c7c-1c8b513bed32" providerId="ADAL" clId="{5CC05FC7-5807-47B8-B6FB-3C2B5D1ACFFE}" dt="2023-01-12T16:25:56.099" v="586" actId="14100"/>
        <pc:sldMkLst>
          <pc:docMk/>
          <pc:sldMk cId="3698985889" sldId="311"/>
        </pc:sldMkLst>
        <pc:spChg chg="mod">
          <ac:chgData name="Danielle Martin" userId="04f63225-1d27-46ab-9c7c-1c8b513bed32" providerId="ADAL" clId="{5CC05FC7-5807-47B8-B6FB-3C2B5D1ACFFE}" dt="2023-01-12T16:25:56.099" v="586" actId="14100"/>
          <ac:spMkLst>
            <pc:docMk/>
            <pc:sldMk cId="3698985889" sldId="311"/>
            <ac:spMk id="67" creationId="{00000000-0000-0000-0000-000000000000}"/>
          </ac:spMkLst>
        </pc:spChg>
      </pc:sldChg>
      <pc:sldChg chg="modNotesTx">
        <pc:chgData name="Danielle Martin" userId="04f63225-1d27-46ab-9c7c-1c8b513bed32" providerId="ADAL" clId="{5CC05FC7-5807-47B8-B6FB-3C2B5D1ACFFE}" dt="2023-01-12T19:44:58.572" v="977" actId="20577"/>
        <pc:sldMkLst>
          <pc:docMk/>
          <pc:sldMk cId="4180521767" sldId="312"/>
        </pc:sldMkLst>
      </pc:sldChg>
      <pc:sldChg chg="modNotesTx">
        <pc:chgData name="Danielle Martin" userId="04f63225-1d27-46ab-9c7c-1c8b513bed32" providerId="ADAL" clId="{5CC05FC7-5807-47B8-B6FB-3C2B5D1ACFFE}" dt="2023-01-12T19:45:25.321" v="981" actId="20577"/>
        <pc:sldMkLst>
          <pc:docMk/>
          <pc:sldMk cId="4290166576" sldId="313"/>
        </pc:sldMkLst>
      </pc:sldChg>
      <pc:sldChg chg="modNotesTx">
        <pc:chgData name="Danielle Martin" userId="04f63225-1d27-46ab-9c7c-1c8b513bed32" providerId="ADAL" clId="{5CC05FC7-5807-47B8-B6FB-3C2B5D1ACFFE}" dt="2023-01-12T19:45:05.483" v="979" actId="20577"/>
        <pc:sldMkLst>
          <pc:docMk/>
          <pc:sldMk cId="32494596" sldId="314"/>
        </pc:sldMkLst>
      </pc:sldChg>
      <pc:sldChg chg="modSp mod ord">
        <pc:chgData name="Danielle Martin" userId="04f63225-1d27-46ab-9c7c-1c8b513bed32" providerId="ADAL" clId="{5CC05FC7-5807-47B8-B6FB-3C2B5D1ACFFE}" dt="2023-01-12T16:47:57.660" v="896" actId="1076"/>
        <pc:sldMkLst>
          <pc:docMk/>
          <pc:sldMk cId="3131148039" sldId="315"/>
        </pc:sldMkLst>
        <pc:spChg chg="mod">
          <ac:chgData name="Danielle Martin" userId="04f63225-1d27-46ab-9c7c-1c8b513bed32" providerId="ADAL" clId="{5CC05FC7-5807-47B8-B6FB-3C2B5D1ACFFE}" dt="2023-01-12T16:47:54.132" v="895" actId="1076"/>
          <ac:spMkLst>
            <pc:docMk/>
            <pc:sldMk cId="3131148039" sldId="315"/>
            <ac:spMk id="5" creationId="{00000000-0000-0000-0000-000000000000}"/>
          </ac:spMkLst>
        </pc:spChg>
        <pc:spChg chg="mod">
          <ac:chgData name="Danielle Martin" userId="04f63225-1d27-46ab-9c7c-1c8b513bed32" providerId="ADAL" clId="{5CC05FC7-5807-47B8-B6FB-3C2B5D1ACFFE}" dt="2023-01-12T16:47:57.660" v="896" actId="1076"/>
          <ac:spMkLst>
            <pc:docMk/>
            <pc:sldMk cId="3131148039" sldId="315"/>
            <ac:spMk id="65" creationId="{00000000-0000-0000-0000-000000000000}"/>
          </ac:spMkLst>
        </pc:spChg>
        <pc:spChg chg="mod">
          <ac:chgData name="Danielle Martin" userId="04f63225-1d27-46ab-9c7c-1c8b513bed32" providerId="ADAL" clId="{5CC05FC7-5807-47B8-B6FB-3C2B5D1ACFFE}" dt="2023-01-12T16:47:52.758" v="894" actId="1076"/>
          <ac:spMkLst>
            <pc:docMk/>
            <pc:sldMk cId="3131148039" sldId="315"/>
            <ac:spMk id="67" creationId="{00000000-0000-0000-0000-000000000000}"/>
          </ac:spMkLst>
        </pc:spChg>
      </pc:sldChg>
      <pc:sldChg chg="modNotesTx">
        <pc:chgData name="Danielle Martin" userId="04f63225-1d27-46ab-9c7c-1c8b513bed32" providerId="ADAL" clId="{5CC05FC7-5807-47B8-B6FB-3C2B5D1ACFFE}" dt="2023-01-12T19:45:28.184" v="982" actId="20577"/>
        <pc:sldMkLst>
          <pc:docMk/>
          <pc:sldMk cId="2557503649" sldId="317"/>
        </pc:sldMkLst>
      </pc:sldChg>
      <pc:sldChg chg="modSp add mod modNotesTx">
        <pc:chgData name="Danielle Martin" userId="04f63225-1d27-46ab-9c7c-1c8b513bed32" providerId="ADAL" clId="{5CC05FC7-5807-47B8-B6FB-3C2B5D1ACFFE}" dt="2023-01-12T19:44:47.714" v="975" actId="20577"/>
        <pc:sldMkLst>
          <pc:docMk/>
          <pc:sldMk cId="822166675" sldId="319"/>
        </pc:sldMkLst>
        <pc:spChg chg="mod">
          <ac:chgData name="Danielle Martin" userId="04f63225-1d27-46ab-9c7c-1c8b513bed32" providerId="ADAL" clId="{5CC05FC7-5807-47B8-B6FB-3C2B5D1ACFFE}" dt="2023-01-12T16:03:50.778" v="538" actId="1076"/>
          <ac:spMkLst>
            <pc:docMk/>
            <pc:sldMk cId="822166675" sldId="319"/>
            <ac:spMk id="5" creationId="{00000000-0000-0000-0000-000000000000}"/>
          </ac:spMkLst>
        </pc:spChg>
        <pc:spChg chg="mod">
          <ac:chgData name="Danielle Martin" userId="04f63225-1d27-46ab-9c7c-1c8b513bed32" providerId="ADAL" clId="{5CC05FC7-5807-47B8-B6FB-3C2B5D1ACFFE}" dt="2023-01-12T16:03:47.141" v="537" actId="1076"/>
          <ac:spMkLst>
            <pc:docMk/>
            <pc:sldMk cId="822166675" sldId="319"/>
            <ac:spMk id="7" creationId="{00000000-0000-0000-0000-000000000000}"/>
          </ac:spMkLst>
        </pc:spChg>
        <pc:spChg chg="mod">
          <ac:chgData name="Danielle Martin" userId="04f63225-1d27-46ab-9c7c-1c8b513bed32" providerId="ADAL" clId="{5CC05FC7-5807-47B8-B6FB-3C2B5D1ACFFE}" dt="2023-01-12T16:44:27.771" v="889" actId="14100"/>
          <ac:spMkLst>
            <pc:docMk/>
            <pc:sldMk cId="822166675" sldId="319"/>
            <ac:spMk id="95" creationId="{00000000-0000-0000-0000-000000000000}"/>
          </ac:spMkLst>
        </pc:spChg>
      </pc:sldChg>
    </pc:docChg>
  </pc:docChgLst>
  <pc:docChgLst>
    <pc:chgData name="Lesly Rubio" userId="S::lrubio@partners.net::f43e34a7-c652-437f-87b9-9930516f9ba7" providerId="AD" clId="Web-{79D273AC-3909-0E79-363C-B54B2131273A}"/>
    <pc:docChg chg="sldOrd">
      <pc:chgData name="Lesly Rubio" userId="S::lrubio@partners.net::f43e34a7-c652-437f-87b9-9930516f9ba7" providerId="AD" clId="Web-{79D273AC-3909-0E79-363C-B54B2131273A}" dt="2024-01-24T21:16:41.953" v="0"/>
      <pc:docMkLst>
        <pc:docMk/>
      </pc:docMkLst>
      <pc:sldChg chg="ord">
        <pc:chgData name="Lesly Rubio" userId="S::lrubio@partners.net::f43e34a7-c652-437f-87b9-9930516f9ba7" providerId="AD" clId="Web-{79D273AC-3909-0E79-363C-B54B2131273A}" dt="2024-01-24T21:16:41.953" v="0"/>
        <pc:sldMkLst>
          <pc:docMk/>
          <pc:sldMk cId="1838638568" sldId="307"/>
        </pc:sldMkLst>
      </pc:sldChg>
    </pc:docChg>
  </pc:docChgLst>
  <pc:docChgLst>
    <pc:chgData name="Stephanie Verganza" userId="ffc5f8f4-b46c-4eb7-ad0a-4bc869c58a2c" providerId="ADAL" clId="{99841CA2-5F4A-416C-8EB8-3F4B7D8AEDF0}"/>
    <pc:docChg chg="undo redo custSel addSld delSld modSld sldOrd">
      <pc:chgData name="Stephanie Verganza" userId="ffc5f8f4-b46c-4eb7-ad0a-4bc869c58a2c" providerId="ADAL" clId="{99841CA2-5F4A-416C-8EB8-3F4B7D8AEDF0}" dt="2022-12-29T02:24:42.716" v="7269" actId="20577"/>
      <pc:docMkLst>
        <pc:docMk/>
      </pc:docMkLst>
      <pc:sldChg chg="modSp mod setBg">
        <pc:chgData name="Stephanie Verganza" userId="ffc5f8f4-b46c-4eb7-ad0a-4bc869c58a2c" providerId="ADAL" clId="{99841CA2-5F4A-416C-8EB8-3F4B7D8AEDF0}" dt="2022-12-29T02:20:18.910" v="7267"/>
        <pc:sldMkLst>
          <pc:docMk/>
          <pc:sldMk cId="1637460772" sldId="259"/>
        </pc:sldMkLst>
        <pc:spChg chg="mod">
          <ac:chgData name="Stephanie Verganza" userId="ffc5f8f4-b46c-4eb7-ad0a-4bc869c58a2c" providerId="ADAL" clId="{99841CA2-5F4A-416C-8EB8-3F4B7D8AEDF0}" dt="2022-12-29T01:04:34.203" v="5348" actId="12"/>
          <ac:spMkLst>
            <pc:docMk/>
            <pc:sldMk cId="1637460772" sldId="259"/>
            <ac:spMk id="67" creationId="{00000000-0000-0000-0000-000000000000}"/>
          </ac:spMkLst>
        </pc:spChg>
      </pc:sldChg>
      <pc:sldChg chg="modSp mod ord setBg">
        <pc:chgData name="Stephanie Verganza" userId="ffc5f8f4-b46c-4eb7-ad0a-4bc869c58a2c" providerId="ADAL" clId="{99841CA2-5F4A-416C-8EB8-3F4B7D8AEDF0}" dt="2022-12-29T01:06:47.268" v="5427" actId="20577"/>
        <pc:sldMkLst>
          <pc:docMk/>
          <pc:sldMk cId="1244445394" sldId="263"/>
        </pc:sldMkLst>
        <pc:spChg chg="mod">
          <ac:chgData name="Stephanie Verganza" userId="ffc5f8f4-b46c-4eb7-ad0a-4bc869c58a2c" providerId="ADAL" clId="{99841CA2-5F4A-416C-8EB8-3F4B7D8AEDF0}" dt="2022-12-29T01:06:47.268" v="5427" actId="20577"/>
          <ac:spMkLst>
            <pc:docMk/>
            <pc:sldMk cId="1244445394" sldId="263"/>
            <ac:spMk id="101" creationId="{00000000-0000-0000-0000-000000000000}"/>
          </ac:spMkLst>
        </pc:spChg>
      </pc:sldChg>
      <pc:sldChg chg="del">
        <pc:chgData name="Stephanie Verganza" userId="ffc5f8f4-b46c-4eb7-ad0a-4bc869c58a2c" providerId="ADAL" clId="{99841CA2-5F4A-416C-8EB8-3F4B7D8AEDF0}" dt="2022-12-29T01:00:53.579" v="5252" actId="47"/>
        <pc:sldMkLst>
          <pc:docMk/>
          <pc:sldMk cId="4292549403" sldId="264"/>
        </pc:sldMkLst>
      </pc:sldChg>
      <pc:sldChg chg="modSp mod ord">
        <pc:chgData name="Stephanie Verganza" userId="ffc5f8f4-b46c-4eb7-ad0a-4bc869c58a2c" providerId="ADAL" clId="{99841CA2-5F4A-416C-8EB8-3F4B7D8AEDF0}" dt="2022-12-29T00:36:04.542" v="5004" actId="20577"/>
        <pc:sldMkLst>
          <pc:docMk/>
          <pc:sldMk cId="2429378618" sldId="265"/>
        </pc:sldMkLst>
        <pc:spChg chg="mod">
          <ac:chgData name="Stephanie Verganza" userId="ffc5f8f4-b46c-4eb7-ad0a-4bc869c58a2c" providerId="ADAL" clId="{99841CA2-5F4A-416C-8EB8-3F4B7D8AEDF0}" dt="2022-12-28T23:45:44.888" v="2529" actId="20577"/>
          <ac:spMkLst>
            <pc:docMk/>
            <pc:sldMk cId="2429378618" sldId="265"/>
            <ac:spMk id="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8T23:45:29.742" v="2513" actId="20577"/>
          <ac:spMkLst>
            <pc:docMk/>
            <pc:sldMk cId="2429378618" sldId="265"/>
            <ac:spMk id="6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0:36:04.542" v="5004" actId="20577"/>
          <ac:spMkLst>
            <pc:docMk/>
            <pc:sldMk cId="2429378618" sldId="265"/>
            <ac:spMk id="67" creationId="{00000000-0000-0000-0000-000000000000}"/>
          </ac:spMkLst>
        </pc:spChg>
      </pc:sldChg>
      <pc:sldChg chg="modSp mod ord setBg">
        <pc:chgData name="Stephanie Verganza" userId="ffc5f8f4-b46c-4eb7-ad0a-4bc869c58a2c" providerId="ADAL" clId="{99841CA2-5F4A-416C-8EB8-3F4B7D8AEDF0}" dt="2022-12-29T01:25:27.900" v="5568" actId="207"/>
        <pc:sldMkLst>
          <pc:docMk/>
          <pc:sldMk cId="3368432275" sldId="266"/>
        </pc:sldMkLst>
        <pc:spChg chg="mod">
          <ac:chgData name="Stephanie Verganza" userId="ffc5f8f4-b46c-4eb7-ad0a-4bc869c58a2c" providerId="ADAL" clId="{99841CA2-5F4A-416C-8EB8-3F4B7D8AEDF0}" dt="2022-12-29T01:25:19.790" v="5567" actId="207"/>
          <ac:spMkLst>
            <pc:docMk/>
            <pc:sldMk cId="3368432275" sldId="266"/>
            <ac:spMk id="6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0:08:28.890" v="3602" actId="20577"/>
          <ac:spMkLst>
            <pc:docMk/>
            <pc:sldMk cId="3368432275" sldId="266"/>
            <ac:spMk id="199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1:25:27.900" v="5568" actId="207"/>
          <ac:spMkLst>
            <pc:docMk/>
            <pc:sldMk cId="3368432275" sldId="266"/>
            <ac:spMk id="200" creationId="{00000000-0000-0000-0000-000000000000}"/>
          </ac:spMkLst>
        </pc:spChg>
      </pc:sldChg>
      <pc:sldChg chg="del">
        <pc:chgData name="Stephanie Verganza" userId="ffc5f8f4-b46c-4eb7-ad0a-4bc869c58a2c" providerId="ADAL" clId="{99841CA2-5F4A-416C-8EB8-3F4B7D8AEDF0}" dt="2022-12-29T01:00:53.579" v="5252" actId="47"/>
        <pc:sldMkLst>
          <pc:docMk/>
          <pc:sldMk cId="2502525383" sldId="267"/>
        </pc:sldMkLst>
      </pc:sldChg>
      <pc:sldChg chg="del">
        <pc:chgData name="Stephanie Verganza" userId="ffc5f8f4-b46c-4eb7-ad0a-4bc869c58a2c" providerId="ADAL" clId="{99841CA2-5F4A-416C-8EB8-3F4B7D8AEDF0}" dt="2022-12-29T01:00:53.579" v="5252" actId="47"/>
        <pc:sldMkLst>
          <pc:docMk/>
          <pc:sldMk cId="973098032" sldId="268"/>
        </pc:sldMkLst>
      </pc:sldChg>
      <pc:sldChg chg="del">
        <pc:chgData name="Stephanie Verganza" userId="ffc5f8f4-b46c-4eb7-ad0a-4bc869c58a2c" providerId="ADAL" clId="{99841CA2-5F4A-416C-8EB8-3F4B7D8AEDF0}" dt="2022-12-29T01:00:53.579" v="5252" actId="47"/>
        <pc:sldMkLst>
          <pc:docMk/>
          <pc:sldMk cId="64403297" sldId="269"/>
        </pc:sldMkLst>
      </pc:sldChg>
      <pc:sldChg chg="modSp mod ord">
        <pc:chgData name="Stephanie Verganza" userId="ffc5f8f4-b46c-4eb7-ad0a-4bc869c58a2c" providerId="ADAL" clId="{99841CA2-5F4A-416C-8EB8-3F4B7D8AEDF0}" dt="2022-12-29T00:07:02.111" v="3569"/>
        <pc:sldMkLst>
          <pc:docMk/>
          <pc:sldMk cId="1764266274" sldId="270"/>
        </pc:sldMkLst>
        <pc:spChg chg="mod">
          <ac:chgData name="Stephanie Verganza" userId="ffc5f8f4-b46c-4eb7-ad0a-4bc869c58a2c" providerId="ADAL" clId="{99841CA2-5F4A-416C-8EB8-3F4B7D8AEDF0}" dt="2022-12-29T00:07:02.111" v="3569"/>
          <ac:spMkLst>
            <pc:docMk/>
            <pc:sldMk cId="1764266274" sldId="270"/>
            <ac:spMk id="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8T23:31:36.304" v="1451" actId="113"/>
          <ac:spMkLst>
            <pc:docMk/>
            <pc:sldMk cId="1764266274" sldId="270"/>
            <ac:spMk id="7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8T23:30:56.144" v="1447"/>
          <ac:spMkLst>
            <pc:docMk/>
            <pc:sldMk cId="1764266274" sldId="270"/>
            <ac:spMk id="95" creationId="{00000000-0000-0000-0000-000000000000}"/>
          </ac:spMkLst>
        </pc:spChg>
      </pc:sldChg>
      <pc:sldChg chg="del">
        <pc:chgData name="Stephanie Verganza" userId="ffc5f8f4-b46c-4eb7-ad0a-4bc869c58a2c" providerId="ADAL" clId="{99841CA2-5F4A-416C-8EB8-3F4B7D8AEDF0}" dt="2022-12-29T01:00:53.579" v="5252" actId="47"/>
        <pc:sldMkLst>
          <pc:docMk/>
          <pc:sldMk cId="3597516244" sldId="272"/>
        </pc:sldMkLst>
      </pc:sldChg>
      <pc:sldChg chg="modSp mod ord">
        <pc:chgData name="Stephanie Verganza" userId="ffc5f8f4-b46c-4eb7-ad0a-4bc869c58a2c" providerId="ADAL" clId="{99841CA2-5F4A-416C-8EB8-3F4B7D8AEDF0}" dt="2022-12-29T00:39:38.121" v="5067" actId="20577"/>
        <pc:sldMkLst>
          <pc:docMk/>
          <pc:sldMk cId="1771842136" sldId="273"/>
        </pc:sldMkLst>
        <pc:spChg chg="mod">
          <ac:chgData name="Stephanie Verganza" userId="ffc5f8f4-b46c-4eb7-ad0a-4bc869c58a2c" providerId="ADAL" clId="{99841CA2-5F4A-416C-8EB8-3F4B7D8AEDF0}" dt="2022-12-29T00:39:38.121" v="5067" actId="20577"/>
          <ac:spMkLst>
            <pc:docMk/>
            <pc:sldMk cId="1771842136" sldId="273"/>
            <ac:spMk id="88" creationId="{00000000-0000-0000-0000-000000000000}"/>
          </ac:spMkLst>
        </pc:spChg>
      </pc:sldChg>
      <pc:sldChg chg="del">
        <pc:chgData name="Stephanie Verganza" userId="ffc5f8f4-b46c-4eb7-ad0a-4bc869c58a2c" providerId="ADAL" clId="{99841CA2-5F4A-416C-8EB8-3F4B7D8AEDF0}" dt="2022-12-29T01:00:53.579" v="5252" actId="47"/>
        <pc:sldMkLst>
          <pc:docMk/>
          <pc:sldMk cId="4150192465" sldId="274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2858251979" sldId="275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2934135243" sldId="276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910019463" sldId="279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4164642956" sldId="284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798250953" sldId="285"/>
        </pc:sldMkLst>
      </pc:sldChg>
      <pc:sldChg chg="del">
        <pc:chgData name="Stephanie Verganza" userId="ffc5f8f4-b46c-4eb7-ad0a-4bc869c58a2c" providerId="ADAL" clId="{99841CA2-5F4A-416C-8EB8-3F4B7D8AEDF0}" dt="2022-12-29T01:00:53.579" v="5252" actId="47"/>
        <pc:sldMkLst>
          <pc:docMk/>
          <pc:sldMk cId="1922730267" sldId="287"/>
        </pc:sldMkLst>
      </pc:sldChg>
      <pc:sldChg chg="del">
        <pc:chgData name="Stephanie Verganza" userId="ffc5f8f4-b46c-4eb7-ad0a-4bc869c58a2c" providerId="ADAL" clId="{99841CA2-5F4A-416C-8EB8-3F4B7D8AEDF0}" dt="2022-12-29T01:00:53.579" v="5252" actId="47"/>
        <pc:sldMkLst>
          <pc:docMk/>
          <pc:sldMk cId="3085414058" sldId="288"/>
        </pc:sldMkLst>
      </pc:sldChg>
      <pc:sldChg chg="modSp mod">
        <pc:chgData name="Stephanie Verganza" userId="ffc5f8f4-b46c-4eb7-ad0a-4bc869c58a2c" providerId="ADAL" clId="{99841CA2-5F4A-416C-8EB8-3F4B7D8AEDF0}" dt="2022-12-29T00:29:55.950" v="4865" actId="20577"/>
        <pc:sldMkLst>
          <pc:docMk/>
          <pc:sldMk cId="1487187997" sldId="290"/>
        </pc:sldMkLst>
        <pc:spChg chg="mod">
          <ac:chgData name="Stephanie Verganza" userId="ffc5f8f4-b46c-4eb7-ad0a-4bc869c58a2c" providerId="ADAL" clId="{99841CA2-5F4A-416C-8EB8-3F4B7D8AEDF0}" dt="2022-12-29T00:29:55.950" v="4865" actId="20577"/>
          <ac:spMkLst>
            <pc:docMk/>
            <pc:sldMk cId="1487187997" sldId="290"/>
            <ac:spMk id="6" creationId="{00000000-0000-0000-0000-000000000000}"/>
          </ac:spMkLst>
        </pc:spChg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2540148509" sldId="292"/>
        </pc:sldMkLst>
      </pc:sldChg>
      <pc:sldChg chg="del">
        <pc:chgData name="Stephanie Verganza" userId="ffc5f8f4-b46c-4eb7-ad0a-4bc869c58a2c" providerId="ADAL" clId="{99841CA2-5F4A-416C-8EB8-3F4B7D8AEDF0}" dt="2022-12-29T01:00:53.579" v="5252" actId="47"/>
        <pc:sldMkLst>
          <pc:docMk/>
          <pc:sldMk cId="241458670" sldId="293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3381497375" sldId="295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394311324" sldId="296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2743023188" sldId="297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1208532956" sldId="299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2472928703" sldId="300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789832549" sldId="302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1512586690" sldId="303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1841640217" sldId="304"/>
        </pc:sldMkLst>
      </pc:sldChg>
      <pc:sldChg chg="del">
        <pc:chgData name="Stephanie Verganza" userId="ffc5f8f4-b46c-4eb7-ad0a-4bc869c58a2c" providerId="ADAL" clId="{99841CA2-5F4A-416C-8EB8-3F4B7D8AEDF0}" dt="2022-12-29T01:01:08.162" v="5253" actId="47"/>
        <pc:sldMkLst>
          <pc:docMk/>
          <pc:sldMk cId="1068241505" sldId="305"/>
        </pc:sldMkLst>
      </pc:sldChg>
      <pc:sldChg chg="modSp mod ord setBg">
        <pc:chgData name="Stephanie Verganza" userId="ffc5f8f4-b46c-4eb7-ad0a-4bc869c58a2c" providerId="ADAL" clId="{99841CA2-5F4A-416C-8EB8-3F4B7D8AEDF0}" dt="2022-12-29T01:54:44.180" v="6175" actId="108"/>
        <pc:sldMkLst>
          <pc:docMk/>
          <pc:sldMk cId="3696477027" sldId="306"/>
        </pc:sldMkLst>
        <pc:spChg chg="mod">
          <ac:chgData name="Stephanie Verganza" userId="ffc5f8f4-b46c-4eb7-ad0a-4bc869c58a2c" providerId="ADAL" clId="{99841CA2-5F4A-416C-8EB8-3F4B7D8AEDF0}" dt="2022-12-29T01:23:05.367" v="5453" actId="207"/>
          <ac:spMkLst>
            <pc:docMk/>
            <pc:sldMk cId="3696477027" sldId="306"/>
            <ac:spMk id="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1:18:37.793" v="5443" actId="20577"/>
          <ac:spMkLst>
            <pc:docMk/>
            <pc:sldMk cId="3696477027" sldId="306"/>
            <ac:spMk id="6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1:54:44.180" v="6175" actId="108"/>
          <ac:spMkLst>
            <pc:docMk/>
            <pc:sldMk cId="3696477027" sldId="306"/>
            <ac:spMk id="67" creationId="{00000000-0000-0000-0000-000000000000}"/>
          </ac:spMkLst>
        </pc:spChg>
      </pc:sldChg>
      <pc:sldChg chg="modSp add mod">
        <pc:chgData name="Stephanie Verganza" userId="ffc5f8f4-b46c-4eb7-ad0a-4bc869c58a2c" providerId="ADAL" clId="{99841CA2-5F4A-416C-8EB8-3F4B7D8AEDF0}" dt="2022-12-29T00:29:37.935" v="4852" actId="20577"/>
        <pc:sldMkLst>
          <pc:docMk/>
          <pc:sldMk cId="1838638568" sldId="307"/>
        </pc:sldMkLst>
        <pc:spChg chg="mod">
          <ac:chgData name="Stephanie Verganza" userId="ffc5f8f4-b46c-4eb7-ad0a-4bc869c58a2c" providerId="ADAL" clId="{99841CA2-5F4A-416C-8EB8-3F4B7D8AEDF0}" dt="2022-12-29T00:29:37.935" v="4852" actId="20577"/>
          <ac:spMkLst>
            <pc:docMk/>
            <pc:sldMk cId="1838638568" sldId="307"/>
            <ac:spMk id="6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8T23:26:14.679" v="1363" actId="12"/>
          <ac:spMkLst>
            <pc:docMk/>
            <pc:sldMk cId="1838638568" sldId="307"/>
            <ac:spMk id="67" creationId="{00000000-0000-0000-0000-000000000000}"/>
          </ac:spMkLst>
        </pc:spChg>
      </pc:sldChg>
      <pc:sldChg chg="modSp add del mod ord">
        <pc:chgData name="Stephanie Verganza" userId="ffc5f8f4-b46c-4eb7-ad0a-4bc869c58a2c" providerId="ADAL" clId="{99841CA2-5F4A-416C-8EB8-3F4B7D8AEDF0}" dt="2022-12-28T23:32:24.242" v="1458" actId="47"/>
        <pc:sldMkLst>
          <pc:docMk/>
          <pc:sldMk cId="2375703556" sldId="308"/>
        </pc:sldMkLst>
        <pc:spChg chg="mod">
          <ac:chgData name="Stephanie Verganza" userId="ffc5f8f4-b46c-4eb7-ad0a-4bc869c58a2c" providerId="ADAL" clId="{99841CA2-5F4A-416C-8EB8-3F4B7D8AEDF0}" dt="2022-12-28T23:22:18.632" v="1325" actId="20577"/>
          <ac:spMkLst>
            <pc:docMk/>
            <pc:sldMk cId="2375703556" sldId="308"/>
            <ac:spMk id="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8T23:22:13.620" v="1315" actId="20577"/>
          <ac:spMkLst>
            <pc:docMk/>
            <pc:sldMk cId="2375703556" sldId="308"/>
            <ac:spMk id="6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8T23:21:18.111" v="1269" actId="14100"/>
          <ac:spMkLst>
            <pc:docMk/>
            <pc:sldMk cId="2375703556" sldId="308"/>
            <ac:spMk id="67" creationId="{00000000-0000-0000-0000-000000000000}"/>
          </ac:spMkLst>
        </pc:spChg>
      </pc:sldChg>
      <pc:sldChg chg="modSp add mod ord setBg">
        <pc:chgData name="Stephanie Verganza" userId="ffc5f8f4-b46c-4eb7-ad0a-4bc869c58a2c" providerId="ADAL" clId="{99841CA2-5F4A-416C-8EB8-3F4B7D8AEDF0}" dt="2022-12-29T02:24:42.716" v="7269" actId="20577"/>
        <pc:sldMkLst>
          <pc:docMk/>
          <pc:sldMk cId="2226813859" sldId="309"/>
        </pc:sldMkLst>
        <pc:spChg chg="mod">
          <ac:chgData name="Stephanie Verganza" userId="ffc5f8f4-b46c-4eb7-ad0a-4bc869c58a2c" providerId="ADAL" clId="{99841CA2-5F4A-416C-8EB8-3F4B7D8AEDF0}" dt="2022-12-29T00:06:47.046" v="3556" actId="255"/>
          <ac:spMkLst>
            <pc:docMk/>
            <pc:sldMk cId="2226813859" sldId="309"/>
            <ac:spMk id="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8T23:33:00.129" v="1474" actId="20577"/>
          <ac:spMkLst>
            <pc:docMk/>
            <pc:sldMk cId="2226813859" sldId="309"/>
            <ac:spMk id="6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2:24:42.716" v="7269" actId="20577"/>
          <ac:spMkLst>
            <pc:docMk/>
            <pc:sldMk cId="2226813859" sldId="309"/>
            <ac:spMk id="67" creationId="{00000000-0000-0000-0000-000000000000}"/>
          </ac:spMkLst>
        </pc:spChg>
      </pc:sldChg>
      <pc:sldChg chg="modSp add mod">
        <pc:chgData name="Stephanie Verganza" userId="ffc5f8f4-b46c-4eb7-ad0a-4bc869c58a2c" providerId="ADAL" clId="{99841CA2-5F4A-416C-8EB8-3F4B7D8AEDF0}" dt="2022-12-29T00:08:02.128" v="3577" actId="14100"/>
        <pc:sldMkLst>
          <pc:docMk/>
          <pc:sldMk cId="1545851320" sldId="310"/>
        </pc:sldMkLst>
        <pc:spChg chg="mod">
          <ac:chgData name="Stephanie Verganza" userId="ffc5f8f4-b46c-4eb7-ad0a-4bc869c58a2c" providerId="ADAL" clId="{99841CA2-5F4A-416C-8EB8-3F4B7D8AEDF0}" dt="2022-12-29T00:07:13.317" v="3573" actId="20577"/>
          <ac:spMkLst>
            <pc:docMk/>
            <pc:sldMk cId="1545851320" sldId="310"/>
            <ac:spMk id="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0:08:02.128" v="3577" actId="14100"/>
          <ac:spMkLst>
            <pc:docMk/>
            <pc:sldMk cId="1545851320" sldId="310"/>
            <ac:spMk id="95" creationId="{00000000-0000-0000-0000-000000000000}"/>
          </ac:spMkLst>
        </pc:spChg>
      </pc:sldChg>
      <pc:sldChg chg="modSp add mod">
        <pc:chgData name="Stephanie Verganza" userId="ffc5f8f4-b46c-4eb7-ad0a-4bc869c58a2c" providerId="ADAL" clId="{99841CA2-5F4A-416C-8EB8-3F4B7D8AEDF0}" dt="2022-12-29T00:36:21.148" v="5011" actId="20577"/>
        <pc:sldMkLst>
          <pc:docMk/>
          <pc:sldMk cId="3698985889" sldId="311"/>
        </pc:sldMkLst>
        <pc:spChg chg="mod">
          <ac:chgData name="Stephanie Verganza" userId="ffc5f8f4-b46c-4eb7-ad0a-4bc869c58a2c" providerId="ADAL" clId="{99841CA2-5F4A-416C-8EB8-3F4B7D8AEDF0}" dt="2022-12-29T00:06:34.672" v="3545" actId="255"/>
          <ac:spMkLst>
            <pc:docMk/>
            <pc:sldMk cId="3698985889" sldId="311"/>
            <ac:spMk id="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0:36:21.148" v="5011" actId="20577"/>
          <ac:spMkLst>
            <pc:docMk/>
            <pc:sldMk cId="3698985889" sldId="311"/>
            <ac:spMk id="67" creationId="{00000000-0000-0000-0000-000000000000}"/>
          </ac:spMkLst>
        </pc:spChg>
      </pc:sldChg>
      <pc:sldChg chg="modSp add mod">
        <pc:chgData name="Stephanie Verganza" userId="ffc5f8f4-b46c-4eb7-ad0a-4bc869c58a2c" providerId="ADAL" clId="{99841CA2-5F4A-416C-8EB8-3F4B7D8AEDF0}" dt="2022-12-29T00:06:16.033" v="3534" actId="20577"/>
        <pc:sldMkLst>
          <pc:docMk/>
          <pc:sldMk cId="4180521767" sldId="312"/>
        </pc:sldMkLst>
        <pc:spChg chg="mod">
          <ac:chgData name="Stephanie Verganza" userId="ffc5f8f4-b46c-4eb7-ad0a-4bc869c58a2c" providerId="ADAL" clId="{99841CA2-5F4A-416C-8EB8-3F4B7D8AEDF0}" dt="2022-12-29T00:06:16.033" v="3534" actId="20577"/>
          <ac:spMkLst>
            <pc:docMk/>
            <pc:sldMk cId="4180521767" sldId="312"/>
            <ac:spMk id="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0:05:47.638" v="3528" actId="255"/>
          <ac:spMkLst>
            <pc:docMk/>
            <pc:sldMk cId="4180521767" sldId="312"/>
            <ac:spMk id="67" creationId="{00000000-0000-0000-0000-000000000000}"/>
          </ac:spMkLst>
        </pc:spChg>
      </pc:sldChg>
      <pc:sldChg chg="add del">
        <pc:chgData name="Stephanie Verganza" userId="ffc5f8f4-b46c-4eb7-ad0a-4bc869c58a2c" providerId="ADAL" clId="{99841CA2-5F4A-416C-8EB8-3F4B7D8AEDF0}" dt="2022-12-29T00:21:38.058" v="4265" actId="47"/>
        <pc:sldMkLst>
          <pc:docMk/>
          <pc:sldMk cId="3809338409" sldId="313"/>
        </pc:sldMkLst>
      </pc:sldChg>
      <pc:sldChg chg="modSp add mod ord">
        <pc:chgData name="Stephanie Verganza" userId="ffc5f8f4-b46c-4eb7-ad0a-4bc869c58a2c" providerId="ADAL" clId="{99841CA2-5F4A-416C-8EB8-3F4B7D8AEDF0}" dt="2022-12-29T02:05:46.949" v="7200" actId="20577"/>
        <pc:sldMkLst>
          <pc:docMk/>
          <pc:sldMk cId="4290166576" sldId="313"/>
        </pc:sldMkLst>
        <pc:spChg chg="mod">
          <ac:chgData name="Stephanie Verganza" userId="ffc5f8f4-b46c-4eb7-ad0a-4bc869c58a2c" providerId="ADAL" clId="{99841CA2-5F4A-416C-8EB8-3F4B7D8AEDF0}" dt="2022-12-29T00:39:11.688" v="5036" actId="20577"/>
          <ac:spMkLst>
            <pc:docMk/>
            <pc:sldMk cId="4290166576" sldId="313"/>
            <ac:spMk id="6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0:38:38.100" v="5023" actId="20577"/>
          <ac:spMkLst>
            <pc:docMk/>
            <pc:sldMk cId="4290166576" sldId="313"/>
            <ac:spMk id="199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2:05:46.949" v="7200" actId="20577"/>
          <ac:spMkLst>
            <pc:docMk/>
            <pc:sldMk cId="4290166576" sldId="313"/>
            <ac:spMk id="200" creationId="{00000000-0000-0000-0000-000000000000}"/>
          </ac:spMkLst>
        </pc:spChg>
      </pc:sldChg>
      <pc:sldChg chg="modSp add mod">
        <pc:chgData name="Stephanie Verganza" userId="ffc5f8f4-b46c-4eb7-ad0a-4bc869c58a2c" providerId="ADAL" clId="{99841CA2-5F4A-416C-8EB8-3F4B7D8AEDF0}" dt="2022-12-29T01:25:04.843" v="5566" actId="207"/>
        <pc:sldMkLst>
          <pc:docMk/>
          <pc:sldMk cId="32494596" sldId="314"/>
        </pc:sldMkLst>
        <pc:spChg chg="mod">
          <ac:chgData name="Stephanie Verganza" userId="ffc5f8f4-b46c-4eb7-ad0a-4bc869c58a2c" providerId="ADAL" clId="{99841CA2-5F4A-416C-8EB8-3F4B7D8AEDF0}" dt="2022-12-29T01:24:48.634" v="5565" actId="207"/>
          <ac:spMkLst>
            <pc:docMk/>
            <pc:sldMk cId="32494596" sldId="314"/>
            <ac:spMk id="6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1:25:04.843" v="5566" actId="207"/>
          <ac:spMkLst>
            <pc:docMk/>
            <pc:sldMk cId="32494596" sldId="314"/>
            <ac:spMk id="200" creationId="{00000000-0000-0000-0000-000000000000}"/>
          </ac:spMkLst>
        </pc:spChg>
      </pc:sldChg>
      <pc:sldChg chg="add del">
        <pc:chgData name="Stephanie Verganza" userId="ffc5f8f4-b46c-4eb7-ad0a-4bc869c58a2c" providerId="ADAL" clId="{99841CA2-5F4A-416C-8EB8-3F4B7D8AEDF0}" dt="2022-12-29T00:42:50.340" v="5159" actId="47"/>
        <pc:sldMkLst>
          <pc:docMk/>
          <pc:sldMk cId="3616214016" sldId="314"/>
        </pc:sldMkLst>
      </pc:sldChg>
      <pc:sldChg chg="modSp add del mod">
        <pc:chgData name="Stephanie Verganza" userId="ffc5f8f4-b46c-4eb7-ad0a-4bc869c58a2c" providerId="ADAL" clId="{99841CA2-5F4A-416C-8EB8-3F4B7D8AEDF0}" dt="2022-12-29T01:33:45.912" v="5744" actId="47"/>
        <pc:sldMkLst>
          <pc:docMk/>
          <pc:sldMk cId="464157076" sldId="315"/>
        </pc:sldMkLst>
        <pc:spChg chg="mod">
          <ac:chgData name="Stephanie Verganza" userId="ffc5f8f4-b46c-4eb7-ad0a-4bc869c58a2c" providerId="ADAL" clId="{99841CA2-5F4A-416C-8EB8-3F4B7D8AEDF0}" dt="2022-12-29T01:31:54.305" v="5697" actId="20577"/>
          <ac:spMkLst>
            <pc:docMk/>
            <pc:sldMk cId="464157076" sldId="315"/>
            <ac:spMk id="67" creationId="{00000000-0000-0000-0000-000000000000}"/>
          </ac:spMkLst>
        </pc:spChg>
      </pc:sldChg>
      <pc:sldChg chg="modSp add mod">
        <pc:chgData name="Stephanie Verganza" userId="ffc5f8f4-b46c-4eb7-ad0a-4bc869c58a2c" providerId="ADAL" clId="{99841CA2-5F4A-416C-8EB8-3F4B7D8AEDF0}" dt="2022-12-29T01:54:53.344" v="6176" actId="108"/>
        <pc:sldMkLst>
          <pc:docMk/>
          <pc:sldMk cId="3131148039" sldId="315"/>
        </pc:sldMkLst>
        <pc:spChg chg="mod">
          <ac:chgData name="Stephanie Verganza" userId="ffc5f8f4-b46c-4eb7-ad0a-4bc869c58a2c" providerId="ADAL" clId="{99841CA2-5F4A-416C-8EB8-3F4B7D8AEDF0}" dt="2022-12-29T01:41:46.210" v="5777" actId="207"/>
          <ac:spMkLst>
            <pc:docMk/>
            <pc:sldMk cId="3131148039" sldId="315"/>
            <ac:spMk id="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1:41:06.794" v="5776" actId="20577"/>
          <ac:spMkLst>
            <pc:docMk/>
            <pc:sldMk cId="3131148039" sldId="315"/>
            <ac:spMk id="6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1:54:53.344" v="6176" actId="108"/>
          <ac:spMkLst>
            <pc:docMk/>
            <pc:sldMk cId="3131148039" sldId="315"/>
            <ac:spMk id="67" creationId="{00000000-0000-0000-0000-000000000000}"/>
          </ac:spMkLst>
        </pc:spChg>
      </pc:sldChg>
      <pc:sldChg chg="modSp add mod">
        <pc:chgData name="Stephanie Verganza" userId="ffc5f8f4-b46c-4eb7-ad0a-4bc869c58a2c" providerId="ADAL" clId="{99841CA2-5F4A-416C-8EB8-3F4B7D8AEDF0}" dt="2022-12-29T01:57:43.404" v="6557" actId="14100"/>
        <pc:sldMkLst>
          <pc:docMk/>
          <pc:sldMk cId="3266452894" sldId="316"/>
        </pc:sldMkLst>
        <pc:spChg chg="mod">
          <ac:chgData name="Stephanie Verganza" userId="ffc5f8f4-b46c-4eb7-ad0a-4bc869c58a2c" providerId="ADAL" clId="{99841CA2-5F4A-416C-8EB8-3F4B7D8AEDF0}" dt="2022-12-29T01:54:14.523" v="6172" actId="3626"/>
          <ac:spMkLst>
            <pc:docMk/>
            <pc:sldMk cId="3266452894" sldId="316"/>
            <ac:spMk id="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1:50:58.091" v="6158" actId="20577"/>
          <ac:spMkLst>
            <pc:docMk/>
            <pc:sldMk cId="3266452894" sldId="316"/>
            <ac:spMk id="65" creationId="{00000000-0000-0000-0000-000000000000}"/>
          </ac:spMkLst>
        </pc:spChg>
        <pc:spChg chg="mod">
          <ac:chgData name="Stephanie Verganza" userId="ffc5f8f4-b46c-4eb7-ad0a-4bc869c58a2c" providerId="ADAL" clId="{99841CA2-5F4A-416C-8EB8-3F4B7D8AEDF0}" dt="2022-12-29T01:57:43.404" v="6557" actId="14100"/>
          <ac:spMkLst>
            <pc:docMk/>
            <pc:sldMk cId="3266452894" sldId="316"/>
            <ac:spMk id="67" creationId="{00000000-0000-0000-0000-000000000000}"/>
          </ac:spMkLst>
        </pc:spChg>
      </pc:sldChg>
      <pc:sldChg chg="addSp delSp modSp add mod setBg">
        <pc:chgData name="Stephanie Verganza" userId="ffc5f8f4-b46c-4eb7-ad0a-4bc869c58a2c" providerId="ADAL" clId="{99841CA2-5F4A-416C-8EB8-3F4B7D8AEDF0}" dt="2022-12-29T02:17:42.475" v="7231" actId="1035"/>
        <pc:sldMkLst>
          <pc:docMk/>
          <pc:sldMk cId="2557503649" sldId="317"/>
        </pc:sldMkLst>
        <pc:spChg chg="del mod">
          <ac:chgData name="Stephanie Verganza" userId="ffc5f8f4-b46c-4eb7-ad0a-4bc869c58a2c" providerId="ADAL" clId="{99841CA2-5F4A-416C-8EB8-3F4B7D8AEDF0}" dt="2022-12-29T02:14:49.218" v="7206" actId="478"/>
          <ac:spMkLst>
            <pc:docMk/>
            <pc:sldMk cId="2557503649" sldId="317"/>
            <ac:spMk id="200" creationId="{00000000-0000-0000-0000-000000000000}"/>
          </ac:spMkLst>
        </pc:spChg>
        <pc:graphicFrameChg chg="add del mod">
          <ac:chgData name="Stephanie Verganza" userId="ffc5f8f4-b46c-4eb7-ad0a-4bc869c58a2c" providerId="ADAL" clId="{99841CA2-5F4A-416C-8EB8-3F4B7D8AEDF0}" dt="2022-12-29T02:14:44.787" v="7204"/>
          <ac:graphicFrameMkLst>
            <pc:docMk/>
            <pc:sldMk cId="2557503649" sldId="317"/>
            <ac:graphicFrameMk id="2" creationId="{F4390898-C6FD-B3A4-8083-44BBA8149BC8}"/>
          </ac:graphicFrameMkLst>
        </pc:graphicFrameChg>
        <pc:graphicFrameChg chg="add del mod">
          <ac:chgData name="Stephanie Verganza" userId="ffc5f8f4-b46c-4eb7-ad0a-4bc869c58a2c" providerId="ADAL" clId="{99841CA2-5F4A-416C-8EB8-3F4B7D8AEDF0}" dt="2022-12-29T02:16:00.396" v="7214"/>
          <ac:graphicFrameMkLst>
            <pc:docMk/>
            <pc:sldMk cId="2557503649" sldId="317"/>
            <ac:graphicFrameMk id="4" creationId="{FEB209FB-50C2-2FFE-D659-3326608550F1}"/>
          </ac:graphicFrameMkLst>
        </pc:graphicFrameChg>
        <pc:picChg chg="add del mod">
          <ac:chgData name="Stephanie Verganza" userId="ffc5f8f4-b46c-4eb7-ad0a-4bc869c58a2c" providerId="ADAL" clId="{99841CA2-5F4A-416C-8EB8-3F4B7D8AEDF0}" dt="2022-12-29T02:15:56.471" v="7212" actId="478"/>
          <ac:picMkLst>
            <pc:docMk/>
            <pc:sldMk cId="2557503649" sldId="317"/>
            <ac:picMk id="3" creationId="{CDA18974-F28D-0814-A129-32D84A86BAB4}"/>
          </ac:picMkLst>
        </pc:picChg>
        <pc:picChg chg="add mod modCrop">
          <ac:chgData name="Stephanie Verganza" userId="ffc5f8f4-b46c-4eb7-ad0a-4bc869c58a2c" providerId="ADAL" clId="{99841CA2-5F4A-416C-8EB8-3F4B7D8AEDF0}" dt="2022-12-29T02:17:42.475" v="7231" actId="1035"/>
          <ac:picMkLst>
            <pc:docMk/>
            <pc:sldMk cId="2557503649" sldId="317"/>
            <ac:picMk id="5" creationId="{9AC359E0-4B35-19C9-6F06-9D48EDBF1D15}"/>
          </ac:picMkLst>
        </pc:picChg>
      </pc:sldChg>
      <pc:sldChg chg="modSp add mod ord setBg">
        <pc:chgData name="Stephanie Verganza" userId="ffc5f8f4-b46c-4eb7-ad0a-4bc869c58a2c" providerId="ADAL" clId="{99841CA2-5F4A-416C-8EB8-3F4B7D8AEDF0}" dt="2022-12-29T02:20:07.263" v="7266"/>
        <pc:sldMkLst>
          <pc:docMk/>
          <pc:sldMk cId="3336417864" sldId="318"/>
        </pc:sldMkLst>
        <pc:spChg chg="mod">
          <ac:chgData name="Stephanie Verganza" userId="ffc5f8f4-b46c-4eb7-ad0a-4bc869c58a2c" providerId="ADAL" clId="{99841CA2-5F4A-416C-8EB8-3F4B7D8AEDF0}" dt="2022-12-29T02:19:49.164" v="7263" actId="20577"/>
          <ac:spMkLst>
            <pc:docMk/>
            <pc:sldMk cId="3336417864" sldId="318"/>
            <ac:spMk id="88" creationId="{00000000-0000-0000-0000-000000000000}"/>
          </ac:spMkLst>
        </pc:spChg>
      </pc:sldChg>
    </pc:docChg>
  </pc:docChgLst>
  <pc:docChgLst>
    <pc:chgData name="Stephanie Verganza" userId="S::sverganza@partners.net::ffc5f8f4-b46c-4eb7-ad0a-4bc869c58a2c" providerId="AD" clId="Web-{58655CF0-0DE3-2638-C920-F97315242117}"/>
    <pc:docChg chg="modSld">
      <pc:chgData name="Stephanie Verganza" userId="S::sverganza@partners.net::ffc5f8f4-b46c-4eb7-ad0a-4bc869c58a2c" providerId="AD" clId="Web-{58655CF0-0DE3-2638-C920-F97315242117}" dt="2023-01-12T03:24:55.688" v="76" actId="20577"/>
      <pc:docMkLst>
        <pc:docMk/>
      </pc:docMkLst>
      <pc:sldChg chg="modSp">
        <pc:chgData name="Stephanie Verganza" userId="S::sverganza@partners.net::ffc5f8f4-b46c-4eb7-ad0a-4bc869c58a2c" providerId="AD" clId="Web-{58655CF0-0DE3-2638-C920-F97315242117}" dt="2023-01-12T03:24:23.703" v="73" actId="20577"/>
        <pc:sldMkLst>
          <pc:docMk/>
          <pc:sldMk cId="3696477027" sldId="306"/>
        </pc:sldMkLst>
        <pc:spChg chg="mod">
          <ac:chgData name="Stephanie Verganza" userId="S::sverganza@partners.net::ffc5f8f4-b46c-4eb7-ad0a-4bc869c58a2c" providerId="AD" clId="Web-{58655CF0-0DE3-2638-C920-F97315242117}" dt="2023-01-12T03:09:53.597" v="0" actId="20577"/>
          <ac:spMkLst>
            <pc:docMk/>
            <pc:sldMk cId="3696477027" sldId="306"/>
            <ac:spMk id="5" creationId="{00000000-0000-0000-0000-000000000000}"/>
          </ac:spMkLst>
        </pc:spChg>
        <pc:spChg chg="mod">
          <ac:chgData name="Stephanie Verganza" userId="S::sverganza@partners.net::ffc5f8f4-b46c-4eb7-ad0a-4bc869c58a2c" providerId="AD" clId="Web-{58655CF0-0DE3-2638-C920-F97315242117}" dt="2023-01-12T03:24:23.703" v="73" actId="20577"/>
          <ac:spMkLst>
            <pc:docMk/>
            <pc:sldMk cId="3696477027" sldId="306"/>
            <ac:spMk id="67" creationId="{00000000-0000-0000-0000-000000000000}"/>
          </ac:spMkLst>
        </pc:spChg>
      </pc:sldChg>
      <pc:sldChg chg="modSp">
        <pc:chgData name="Stephanie Verganza" userId="S::sverganza@partners.net::ffc5f8f4-b46c-4eb7-ad0a-4bc869c58a2c" providerId="AD" clId="Web-{58655CF0-0DE3-2638-C920-F97315242117}" dt="2023-01-12T03:24:55.688" v="76" actId="20577"/>
        <pc:sldMkLst>
          <pc:docMk/>
          <pc:sldMk cId="32494596" sldId="314"/>
        </pc:sldMkLst>
        <pc:spChg chg="mod">
          <ac:chgData name="Stephanie Verganza" userId="S::sverganza@partners.net::ffc5f8f4-b46c-4eb7-ad0a-4bc869c58a2c" providerId="AD" clId="Web-{58655CF0-0DE3-2638-C920-F97315242117}" dt="2023-01-12T03:24:55.688" v="76" actId="20577"/>
          <ac:spMkLst>
            <pc:docMk/>
            <pc:sldMk cId="32494596" sldId="314"/>
            <ac:spMk id="200" creationId="{00000000-0000-0000-0000-000000000000}"/>
          </ac:spMkLst>
        </pc:spChg>
      </pc:sldChg>
    </pc:docChg>
  </pc:docChgLst>
  <pc:docChgLst>
    <pc:chgData name="Alexandra Lishansky" userId="S::alishansky@partners.net::043e359c-4bc8-4ecf-8dad-4bf46e5371f5" providerId="AD" clId="Web-{5C83961B-A575-303B-EFB1-FAD7A43FE13C}"/>
    <pc:docChg chg="sldOrd">
      <pc:chgData name="Alexandra Lishansky" userId="S::alishansky@partners.net::043e359c-4bc8-4ecf-8dad-4bf46e5371f5" providerId="AD" clId="Web-{5C83961B-A575-303B-EFB1-FAD7A43FE13C}" dt="2023-08-17T15:41:09.192" v="0"/>
      <pc:docMkLst>
        <pc:docMk/>
      </pc:docMkLst>
      <pc:sldChg chg="ord">
        <pc:chgData name="Alexandra Lishansky" userId="S::alishansky@partners.net::043e359c-4bc8-4ecf-8dad-4bf46e5371f5" providerId="AD" clId="Web-{5C83961B-A575-303B-EFB1-FAD7A43FE13C}" dt="2023-08-17T15:41:09.192" v="0"/>
        <pc:sldMkLst>
          <pc:docMk/>
          <pc:sldMk cId="1545851320" sldId="310"/>
        </pc:sldMkLst>
      </pc:sldChg>
    </pc:docChg>
  </pc:docChgLst>
  <pc:docChgLst>
    <pc:chgData name="Stephanie Verganza" userId="S::sverganza@partners.net::ffc5f8f4-b46c-4eb7-ad0a-4bc869c58a2c" providerId="AD" clId="Web-{E4CCC0AB-8A21-3850-CF17-76F4CF0CFC27}"/>
    <pc:docChg chg="modSld">
      <pc:chgData name="Stephanie Verganza" userId="S::sverganza@partners.net::ffc5f8f4-b46c-4eb7-ad0a-4bc869c58a2c" providerId="AD" clId="Web-{E4CCC0AB-8A21-3850-CF17-76F4CF0CFC27}" dt="2023-01-06T20:06:03.230" v="88" actId="20577"/>
      <pc:docMkLst>
        <pc:docMk/>
      </pc:docMkLst>
      <pc:sldChg chg="modSp">
        <pc:chgData name="Stephanie Verganza" userId="S::sverganza@partners.net::ffc5f8f4-b46c-4eb7-ad0a-4bc869c58a2c" providerId="AD" clId="Web-{E4CCC0AB-8A21-3850-CF17-76F4CF0CFC27}" dt="2023-01-06T20:06:03.230" v="88" actId="20577"/>
        <pc:sldMkLst>
          <pc:docMk/>
          <pc:sldMk cId="1487187997" sldId="290"/>
        </pc:sldMkLst>
        <pc:spChg chg="mod">
          <ac:chgData name="Stephanie Verganza" userId="S::sverganza@partners.net::ffc5f8f4-b46c-4eb7-ad0a-4bc869c58a2c" providerId="AD" clId="Web-{E4CCC0AB-8A21-3850-CF17-76F4CF0CFC27}" dt="2023-01-06T20:04:23.837" v="55" actId="20577"/>
          <ac:spMkLst>
            <pc:docMk/>
            <pc:sldMk cId="1487187997" sldId="290"/>
            <ac:spMk id="5" creationId="{00000000-0000-0000-0000-000000000000}"/>
          </ac:spMkLst>
        </pc:spChg>
        <pc:spChg chg="mod">
          <ac:chgData name="Stephanie Verganza" userId="S::sverganza@partners.net::ffc5f8f4-b46c-4eb7-ad0a-4bc869c58a2c" providerId="AD" clId="Web-{E4CCC0AB-8A21-3850-CF17-76F4CF0CFC27}" dt="2023-01-06T20:06:03.230" v="88" actId="20577"/>
          <ac:spMkLst>
            <pc:docMk/>
            <pc:sldMk cId="1487187997" sldId="290"/>
            <ac:spMk id="6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03F82-69B2-4E0B-BA84-A107AD31EA49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1F323-6A80-4D1A-89AA-49486A57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3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CFR 200, subpart 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14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Real property</a:t>
            </a:r>
            <a:r>
              <a:rPr lang="en-US" baseline="0"/>
              <a:t> may either be retained or sold and the federal agency must be compensated</a:t>
            </a:r>
          </a:p>
          <a:p>
            <a:r>
              <a:rPr lang="en-US" baseline="0"/>
              <a:t>(land, structures) does not include movable machinery and equipment</a:t>
            </a:r>
          </a:p>
          <a:p>
            <a:endParaRPr lang="en-US"/>
          </a:p>
          <a:p>
            <a:r>
              <a:rPr lang="en-US"/>
              <a:t>Equipment </a:t>
            </a:r>
            <a:r>
              <a:rPr lang="en-US" baseline="0"/>
              <a:t>usually stays with the non-fed entity, unless otherwise stated, if current market value is less than $5,000 (otherwise need to consult agency for further disposition instructions)</a:t>
            </a:r>
          </a:p>
          <a:p>
            <a:r>
              <a:rPr lang="en-US" baseline="0"/>
              <a:t>Must be included in inventory, property records kept, safeguard (insurance)</a:t>
            </a:r>
          </a:p>
          <a:p>
            <a:endParaRPr lang="en-US" baseline="0"/>
          </a:p>
          <a:p>
            <a:r>
              <a:rPr lang="en-US" baseline="0"/>
              <a:t>Intangibles—vest with recipient : “whoever creates it, owns it” but USG has right to obtain, reproduce, publish or otherwise use data produced under award and authorize others to for fed purposes</a:t>
            </a:r>
          </a:p>
          <a:p>
            <a:endParaRPr lang="en-US" baseline="0"/>
          </a:p>
          <a:p>
            <a:r>
              <a:rPr lang="en-US" baseline="0"/>
              <a:t>Inventory </a:t>
            </a:r>
            <a:r>
              <a:rPr lang="en-US"/>
              <a:t>of unused supplies exceeding $5,000 in total aggregate value upon termination or completion of the Federal program and not needed for any other Federal award</a:t>
            </a:r>
            <a:r>
              <a:rPr lang="en-US" baseline="0"/>
              <a:t>, recipient </a:t>
            </a:r>
            <a:r>
              <a:rPr lang="en-US"/>
              <a:t>must compensate the Federal government for its share.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87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5627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39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04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05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4906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>
              <a:latin typeface="Trade Gothic" panose="02000503020000020004" pitchFamily="2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51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3118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66486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186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00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4901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2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3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36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4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6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6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1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6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7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5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87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5" y="1"/>
            <a:ext cx="4095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208125" y="3287226"/>
            <a:ext cx="5250300" cy="1159801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7233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3293406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143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483350" y="836125"/>
            <a:ext cx="4177200" cy="34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2400" i="1">
                <a:solidFill>
                  <a:srgbClr val="FFFFFF"/>
                </a:solidFill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2400" i="1">
                <a:solidFill>
                  <a:srgbClr val="FFFFFF"/>
                </a:solidFill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 i="1">
                <a:solidFill>
                  <a:srgbClr val="FFFFFF"/>
                </a:solidFill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2400" i="1">
                <a:solidFill>
                  <a:srgbClr val="FFFFFF"/>
                </a:solidFill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24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283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3" y="0"/>
            <a:ext cx="4095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208125" y="3287225"/>
            <a:ext cx="5250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3976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483350" y="836125"/>
            <a:ext cx="4177200" cy="34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2400" i="1">
                <a:solidFill>
                  <a:srgbClr val="FFFFFF"/>
                </a:solidFill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2400" i="1">
                <a:solidFill>
                  <a:srgbClr val="FFFFFF"/>
                </a:solidFill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 i="1">
                <a:solidFill>
                  <a:srgbClr val="FFFFFF"/>
                </a:solidFill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2400" i="1">
                <a:solidFill>
                  <a:srgbClr val="FFFFFF"/>
                </a:solidFill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24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54332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×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42292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3293406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4682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89775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2415136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4340497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08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ircle" type="blank">
  <p:cSld name="Blank circ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1109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3" y="0"/>
            <a:ext cx="4095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208125" y="3287225"/>
            <a:ext cx="5250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5816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483350" y="836125"/>
            <a:ext cx="4177200" cy="34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2400" i="1">
                <a:solidFill>
                  <a:srgbClr val="FFFFFF"/>
                </a:solidFill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2400" i="1">
                <a:solidFill>
                  <a:srgbClr val="FFFFFF"/>
                </a:solidFill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 i="1">
                <a:solidFill>
                  <a:srgbClr val="FFFFFF"/>
                </a:solidFill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2400" i="1">
                <a:solidFill>
                  <a:srgbClr val="FFFFFF"/>
                </a:solidFill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24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05581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×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91259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3293406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23785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89775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2415136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4340497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97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ircle" type="blank">
  <p:cSld name="Blank circ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36214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ctangle">
  <p:cSld name="Blank rectang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 descr="paint_transparent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4297650" y="444797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solidFill>
                  <a:srgbClr val="999999"/>
                </a:solidFill>
              </a:defRPr>
            </a:lvl1pPr>
            <a:lvl2pPr lvl="1" algn="ctr" rtl="0">
              <a:buNone/>
              <a:defRPr>
                <a:solidFill>
                  <a:srgbClr val="999999"/>
                </a:solidFill>
              </a:defRPr>
            </a:lvl2pPr>
            <a:lvl3pPr lvl="2" algn="ctr" rtl="0">
              <a:buNone/>
              <a:defRPr>
                <a:solidFill>
                  <a:srgbClr val="999999"/>
                </a:solidFill>
              </a:defRPr>
            </a:lvl3pPr>
            <a:lvl4pPr lvl="3" algn="ctr" rtl="0">
              <a:buNone/>
              <a:defRPr>
                <a:solidFill>
                  <a:srgbClr val="999999"/>
                </a:solidFill>
              </a:defRPr>
            </a:lvl4pPr>
            <a:lvl5pPr lvl="4" algn="ctr" rtl="0">
              <a:buNone/>
              <a:defRPr>
                <a:solidFill>
                  <a:srgbClr val="999999"/>
                </a:solidFill>
              </a:defRPr>
            </a:lvl5pPr>
            <a:lvl6pPr lvl="5" algn="ctr" rtl="0">
              <a:buNone/>
              <a:defRPr>
                <a:solidFill>
                  <a:srgbClr val="999999"/>
                </a:solidFill>
              </a:defRPr>
            </a:lvl6pPr>
            <a:lvl7pPr lvl="6" algn="ctr" rtl="0">
              <a:buNone/>
              <a:defRPr>
                <a:solidFill>
                  <a:srgbClr val="999999"/>
                </a:solidFill>
              </a:defRPr>
            </a:lvl7pPr>
            <a:lvl8pPr lvl="7" algn="ctr" rtl="0">
              <a:buNone/>
              <a:defRPr>
                <a:solidFill>
                  <a:srgbClr val="999999"/>
                </a:solidFill>
              </a:defRPr>
            </a:lvl8pPr>
            <a:lvl9pPr lvl="8" algn="ctr" rtl="0">
              <a:buNone/>
              <a:defRPr>
                <a:solidFill>
                  <a:srgbClr val="999999"/>
                </a:solidFill>
              </a:defRPr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262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3C591-59DC-4018-8F9B-DC064D3F1B80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F2E89-3652-49D8-B08D-2B87096A2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3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79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●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34543645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●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953175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www.govinfo.gov/content/pkg/CFR-2014-title2-vol1/pdf/CFR-2014-title2-vol1-sec200-343.pdf" TargetMode="Externa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www.govinfo.gov/content/pkg/CFR-2014-title2-vol1/pdf/CFR-2014-title2-vol1-sec200-343.pdf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hyperlink" Target="http://dec.usaid.gov/" TargetMode="External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png"/><Relationship Id="rId4" Type="http://schemas.microsoft.com/office/2007/relationships/hdphoto" Target="../media/hdphoto4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www.ecfr.gov/current/title-2/subtitle-A/chapter-II/part-200/subpart-D/subject-group-ECFR8feb98c2e3e5ad2/section-200.311" TargetMode="Externa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://edocket.access.gpo.gov/cfr_2007/aprqtr/pdf/22cfr226.34.pdf" TargetMode="Externa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www.ecfr.gov/current/title-2/subtitle-A/chapter-II/part-200/subpart-D/subject-group-ECFR8feb98c2e3e5ad2/section-200.311" TargetMode="Externa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5.emf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2667456" y="1159329"/>
            <a:ext cx="6159173" cy="24353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Project Closeout:</a:t>
            </a:r>
            <a:br>
              <a:rPr lang="en-US" sz="4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endParaRPr/>
          </a:p>
        </p:txBody>
      </p:sp>
      <p:cxnSp>
        <p:nvCxnSpPr>
          <p:cNvPr id="4" name="Straight Connector 3"/>
          <p:cNvCxnSpPr/>
          <p:nvPr/>
        </p:nvCxnSpPr>
        <p:spPr>
          <a:xfrm>
            <a:off x="5854826" y="4262520"/>
            <a:ext cx="29718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952" y="4347705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>
            <a:spLocks noChangeAspect="1"/>
          </p:cNvSpPr>
          <p:nvPr/>
        </p:nvSpPr>
        <p:spPr>
          <a:xfrm>
            <a:off x="4498376" y="320006"/>
            <a:ext cx="3970254" cy="4113972"/>
          </a:xfrm>
          <a:prstGeom prst="rect">
            <a:avLst/>
          </a:prstGeom>
          <a:blipFill dpi="0"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959226" y="2971800"/>
            <a:ext cx="5867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Rules and Regulations Overview (2 CFR 200)</a:t>
            </a:r>
          </a:p>
        </p:txBody>
      </p:sp>
    </p:spTree>
    <p:extLst>
      <p:ext uri="{BB962C8B-B14F-4D97-AF65-F5344CB8AC3E}">
        <p14:creationId xmlns:p14="http://schemas.microsoft.com/office/powerpoint/2010/main" val="3963571660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39"/>
                    </a14:imgEffect>
                    <a14:imgEffect>
                      <a14:saturation sat="272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457200" y="285750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sz="3600">
                <a:latin typeface="Segoe UI" pitchFamily="34" charset="0"/>
                <a:ea typeface="Segoe UI" pitchFamily="34" charset="0"/>
                <a:cs typeface="Segoe UI" pitchFamily="34" charset="0"/>
              </a:rPr>
              <a:t>Agenda</a:t>
            </a:r>
            <a:endParaRPr sz="3600"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04800" y="1143000"/>
            <a:ext cx="5096776" cy="38258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Understanding Closeout Requirements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Key Items: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Disposition Plan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Inventory List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Closeout Letter</a:t>
            </a:r>
            <a:endParaRPr lang="en-US" sz="200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Planning for Closeout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Developing Close-out Plan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Creating a timeline 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en" sz="1400" b="1"/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46077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2406766" y="396825"/>
            <a:ext cx="4347714" cy="4505097"/>
          </a:xfrm>
          <a:prstGeom prst="rect">
            <a:avLst/>
          </a:prstGeom>
          <a:blipFill dpi="0" rotWithShape="1">
            <a:blip r:embed="rId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2483351" y="836125"/>
            <a:ext cx="4301763" cy="34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Closeout Requirements</a:t>
            </a:r>
            <a:endParaRPr sz="4000" i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41786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91440" y="1285875"/>
            <a:ext cx="6156960" cy="38183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700" b="1" u="sng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Definition:</a:t>
            </a:r>
            <a:r>
              <a:rPr lang="en-US" sz="1700" b="1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7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 process  by  which  the  Federal  awarding  agency  or  pass-  through  entity  determines  that  all  applicable  administrative  actions  and  all  required  work  of  the  Federal  award  have been completed:</a:t>
            </a:r>
            <a:endParaRPr lang="en-US" sz="80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spcAft>
                <a:spcPts val="400"/>
              </a:spcAft>
              <a:buClrTx/>
              <a:buFont typeface="Wingdings" panose="05000000000000000000" pitchFamily="2" charset="2"/>
              <a:buChar char="§"/>
            </a:pPr>
            <a:r>
              <a:rPr lang="en-US" sz="15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Closeout vendor, rental, consultancy, and employee contracts according to local laws </a:t>
            </a:r>
          </a:p>
          <a:p>
            <a:pPr lvl="1">
              <a:buClrTx/>
              <a:buFont typeface="Wingdings" panose="05000000000000000000" pitchFamily="2" charset="2"/>
              <a:buChar char="§"/>
            </a:pPr>
            <a:r>
              <a:rPr lang="en-US" sz="1500">
                <a:solidFill>
                  <a:schemeClr val="accent4">
                    <a:lumMod val="75000"/>
                  </a:schemeClr>
                </a:solidFill>
                <a:latin typeface="Segoe UI"/>
                <a:cs typeface="Segoe UI"/>
              </a:rPr>
              <a:t>Disposition plan for property and equipment over threshold, or useful life of +1yr (i.e. vehicle)</a:t>
            </a:r>
          </a:p>
          <a:p>
            <a:pPr lvl="1">
              <a:buClrTx/>
              <a:buFont typeface="Wingdings" panose="05000000000000000000" pitchFamily="2" charset="2"/>
              <a:buChar char="§"/>
            </a:pPr>
            <a:r>
              <a:rPr lang="en-US" sz="15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 programmatic and financial reporting as outlined in award</a:t>
            </a:r>
          </a:p>
          <a:p>
            <a:pPr lvl="1">
              <a:buClrTx/>
              <a:buFont typeface="Wingdings" panose="05000000000000000000" pitchFamily="2" charset="2"/>
              <a:buChar char="§"/>
            </a:pPr>
            <a:r>
              <a:rPr lang="en-US" sz="1500">
                <a:solidFill>
                  <a:schemeClr val="accent4">
                    <a:lumMod val="75000"/>
                  </a:schemeClr>
                </a:solidFill>
                <a:latin typeface="Segoe UI"/>
                <a:cs typeface="Segoe UI"/>
              </a:rPr>
              <a:t>Submit final inventory list</a:t>
            </a:r>
          </a:p>
          <a:p>
            <a:pPr>
              <a:buClrTx/>
              <a:buFont typeface="Wingdings" panose="05000000000000000000" pitchFamily="2" charset="2"/>
              <a:buChar char="§"/>
            </a:pPr>
            <a:r>
              <a:rPr lang="en-US" sz="1700">
                <a:solidFill>
                  <a:schemeClr val="tx1"/>
                </a:solidFill>
                <a:latin typeface="Segoe UI"/>
                <a:cs typeface="Segoe UI"/>
              </a:rPr>
              <a:t>Review your AWARD or COUNTRY MANUAL for exact requirements and deadlines! </a:t>
            </a:r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28600" y="925830"/>
            <a:ext cx="2362200" cy="428625"/>
          </a:xfrm>
          <a:prstGeom prst="rect">
            <a:avLst/>
          </a:prstGeom>
          <a:solidFill>
            <a:schemeClr val="accent4">
              <a:lumMod val="75000"/>
              <a:alpha val="8392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  </a:t>
            </a:r>
            <a:r>
              <a:rPr lang="en-US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CFR 200.343-4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  <p:sp>
        <p:nvSpPr>
          <p:cNvPr id="6" name="Google Shape;199;p30"/>
          <p:cNvSpPr txBox="1">
            <a:spLocks/>
          </p:cNvSpPr>
          <p:nvPr/>
        </p:nvSpPr>
        <p:spPr>
          <a:xfrm>
            <a:off x="155449" y="10287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Closeout Requirements</a:t>
            </a:r>
            <a:endParaRPr lang="en-US" sz="360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187997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91440" y="1289304"/>
            <a:ext cx="6324600" cy="3857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 year budget projections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Include budget for closeout activities 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Track accruals for final </a:t>
            </a:r>
            <a:r>
              <a:rPr lang="en-US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18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months of project</a:t>
            </a:r>
          </a:p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Closeout contracts with vendors, contractors, and sub-recipients 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Recommended to start process 2-3 months before your award end date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Review any require prior notices period required</a:t>
            </a:r>
            <a:endParaRPr lang="en-US" sz="1800">
              <a:solidFill>
                <a:schemeClr val="accent4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 final payments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Ensure all expenses have been reported</a:t>
            </a:r>
          </a:p>
          <a:p>
            <a:pPr lvl="0" algn="l" rtl="0">
              <a:spcBef>
                <a:spcPts val="12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</a:pPr>
            <a:endParaRPr lang="en-US" sz="1400"/>
          </a:p>
        </p:txBody>
      </p:sp>
      <p:pic>
        <p:nvPicPr>
          <p:cNvPr id="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rgbClr val="5FACB9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Pre-Award Ending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Google Shape;199;p30"/>
          <p:cNvSpPr txBox="1">
            <a:spLocks/>
          </p:cNvSpPr>
          <p:nvPr/>
        </p:nvSpPr>
        <p:spPr>
          <a:xfrm>
            <a:off x="155449" y="10287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Financial Closeout</a:t>
            </a:r>
            <a:endParaRPr lang="en-US" sz="320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26627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91439" y="1285875"/>
            <a:ext cx="6638915" cy="3559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lnSpc>
                <a:spcPct val="150000"/>
              </a:lnSpc>
              <a:spcAft>
                <a:spcPts val="400"/>
              </a:spcAft>
              <a:buClrTx/>
              <a:buNone/>
            </a:pPr>
            <a:r>
              <a:rPr lang="en-US" sz="28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Categories for Project closeout:</a:t>
            </a:r>
          </a:p>
          <a:p>
            <a:pPr lvl="1">
              <a:lnSpc>
                <a:spcPct val="150000"/>
              </a:lnSpc>
              <a:spcAft>
                <a:spcPts val="400"/>
              </a:spcAft>
              <a:buClrTx/>
              <a:buFont typeface="Wingdings" panose="05000000000000000000" pitchFamily="2" charset="2"/>
              <a:buChar char="Ø"/>
            </a:pPr>
            <a:r>
              <a:rPr lang="en-US" sz="28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Financial </a:t>
            </a:r>
          </a:p>
          <a:p>
            <a:pPr lvl="1">
              <a:lnSpc>
                <a:spcPct val="150000"/>
              </a:lnSpc>
              <a:spcAft>
                <a:spcPts val="400"/>
              </a:spcAft>
              <a:buClrTx/>
              <a:buFont typeface="Wingdings" panose="05000000000000000000" pitchFamily="2" charset="2"/>
              <a:buChar char="Ø"/>
            </a:pPr>
            <a:r>
              <a:rPr lang="en-US" sz="2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Administrative </a:t>
            </a:r>
          </a:p>
          <a:p>
            <a:pPr lvl="1">
              <a:lnSpc>
                <a:spcPct val="150000"/>
              </a:lnSpc>
              <a:spcAft>
                <a:spcPts val="400"/>
              </a:spcAft>
              <a:buClrTx/>
              <a:buFont typeface="Wingdings" panose="05000000000000000000" pitchFamily="2" charset="2"/>
              <a:buChar char="Ø"/>
            </a:pPr>
            <a:r>
              <a:rPr lang="en-US" sz="2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Human Resources</a:t>
            </a:r>
          </a:p>
          <a:p>
            <a:pPr lvl="1">
              <a:lnSpc>
                <a:spcPct val="150000"/>
              </a:lnSpc>
              <a:spcAft>
                <a:spcPts val="400"/>
              </a:spcAft>
              <a:buClrTx/>
              <a:buFont typeface="Wingdings" panose="05000000000000000000" pitchFamily="2" charset="2"/>
              <a:buChar char="Ø"/>
            </a:pPr>
            <a:r>
              <a:rPr lang="en-US" sz="2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Programmatic </a:t>
            </a:r>
            <a:endParaRPr lang="en-US" sz="2400">
              <a:solidFill>
                <a:schemeClr val="accent4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28600" y="925830"/>
            <a:ext cx="2362200" cy="428625"/>
          </a:xfrm>
          <a:prstGeom prst="rect">
            <a:avLst/>
          </a:prstGeom>
          <a:solidFill>
            <a:schemeClr val="accent4">
              <a:lumMod val="75000"/>
              <a:alpha val="8392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  <a:r>
              <a:rPr lang="en-US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CFR 200.343-4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Google Shape;199;p30"/>
          <p:cNvSpPr txBox="1">
            <a:spLocks/>
          </p:cNvSpPr>
          <p:nvPr/>
        </p:nvSpPr>
        <p:spPr>
          <a:xfrm>
            <a:off x="155449" y="10287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Closeout Requirements</a:t>
            </a:r>
            <a:endParaRPr lang="en-US" sz="360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63856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60871" y="1114976"/>
            <a:ext cx="6162311" cy="3857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Complete and submit SF-425 form (only for prime recipient)</a:t>
            </a:r>
          </a:p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Submit final VAT (value added foreign tax) report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Only include invoices relating to commodity purchases valued at USD 500 or more</a:t>
            </a:r>
          </a:p>
          <a:p>
            <a:pPr lvl="2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Commodities" include any materials, article, supply, goods, or equipment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Does not include services 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Only foreign taxes assessed by the foreign government in the country receiving U.S. assistance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Period covered October 1 – September 30</a:t>
            </a:r>
          </a:p>
          <a:p>
            <a:pPr marL="114300" lvl="0" indent="0" algn="l" rtl="0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lang="en-US" sz="1600"/>
          </a:p>
        </p:txBody>
      </p:sp>
      <p:pic>
        <p:nvPicPr>
          <p:cNvPr id="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38468" y="777717"/>
            <a:ext cx="2590800" cy="428625"/>
          </a:xfrm>
          <a:prstGeom prst="rect">
            <a:avLst/>
          </a:prstGeom>
          <a:solidFill>
            <a:srgbClr val="5FACB9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Post-Award Ending</a:t>
            </a:r>
          </a:p>
        </p:txBody>
      </p:sp>
      <p:sp>
        <p:nvSpPr>
          <p:cNvPr id="7" name="Google Shape;199;p30"/>
          <p:cNvSpPr txBox="1">
            <a:spLocks/>
          </p:cNvSpPr>
          <p:nvPr/>
        </p:nvSpPr>
        <p:spPr>
          <a:xfrm>
            <a:off x="139003" y="-50812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Financial Closeout</a:t>
            </a:r>
            <a:endParaRPr lang="en-US" sz="320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166675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91440" y="1104475"/>
            <a:ext cx="6118586" cy="3857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Finalize total expenditures</a:t>
            </a:r>
            <a:r>
              <a:rPr lang="en-US"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expenses must be incurred by the end date of the award, expense beyond the award end date are not permitted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award amount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obligations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Expenditures (including all final invoices and expenses from contractors, suppliers, and subrecipients)</a:t>
            </a:r>
          </a:p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Liquidate all obligations incurred as specified in the terms and conditions of the award</a:t>
            </a:r>
          </a:p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must return any advanced funds that are unspent by the end of the award</a:t>
            </a:r>
          </a:p>
        </p:txBody>
      </p:sp>
      <p:pic>
        <p:nvPicPr>
          <p:cNvPr id="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54310" y="784393"/>
            <a:ext cx="2590800" cy="428625"/>
          </a:xfrm>
          <a:prstGeom prst="rect">
            <a:avLst/>
          </a:prstGeom>
          <a:solidFill>
            <a:srgbClr val="5FACB9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Post-Award Ending</a:t>
            </a:r>
          </a:p>
        </p:txBody>
      </p:sp>
      <p:sp>
        <p:nvSpPr>
          <p:cNvPr id="7" name="Google Shape;199;p30"/>
          <p:cNvSpPr txBox="1">
            <a:spLocks/>
          </p:cNvSpPr>
          <p:nvPr/>
        </p:nvSpPr>
        <p:spPr>
          <a:xfrm>
            <a:off x="142292" y="-31077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Financial Closeout</a:t>
            </a:r>
            <a:endParaRPr lang="en-US" sz="320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85132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91439" y="1285874"/>
            <a:ext cx="6638915" cy="3754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Ensure compliance with USAID standards on the types of documents that need to be retained</a:t>
            </a:r>
          </a:p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 project-specific bank account </a:t>
            </a:r>
          </a:p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Terminate leases on rented office space, supply contracts, utilities, other service providers (phone plans, insurance, security, etc.)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Document vendor notice of termination(s)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Charges for services provided beyond project end date are not allowed</a:t>
            </a:r>
          </a:p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 and submit disposition plan to donor </a:t>
            </a:r>
          </a:p>
          <a:p>
            <a:pPr marL="127000" indent="0">
              <a:spcAft>
                <a:spcPts val="400"/>
              </a:spcAft>
              <a:buClrTx/>
              <a:buNone/>
            </a:pPr>
            <a:endParaRPr lang="en-US" sz="18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28600" y="925830"/>
            <a:ext cx="2362200" cy="428625"/>
          </a:xfrm>
          <a:prstGeom prst="rect">
            <a:avLst/>
          </a:prstGeom>
          <a:solidFill>
            <a:schemeClr val="accent6">
              <a:lumMod val="75000"/>
              <a:alpha val="8392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  </a:t>
            </a:r>
            <a:r>
              <a:rPr lang="en-US">
                <a:solidFill>
                  <a:schemeClr val="bg1"/>
                </a:solidFill>
              </a:rPr>
              <a:t>Pre-Award Ending</a:t>
            </a:r>
          </a:p>
        </p:txBody>
      </p:sp>
      <p:sp>
        <p:nvSpPr>
          <p:cNvPr id="6" name="Google Shape;199;p30"/>
          <p:cNvSpPr txBox="1">
            <a:spLocks/>
          </p:cNvSpPr>
          <p:nvPr/>
        </p:nvSpPr>
        <p:spPr>
          <a:xfrm>
            <a:off x="155449" y="10287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Administrative Closeout</a:t>
            </a:r>
            <a:endParaRPr lang="en-US" sz="320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813859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91440" y="1285874"/>
            <a:ext cx="6177792" cy="3754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Record Retention</a:t>
            </a:r>
          </a:p>
          <a:p>
            <a:pPr marL="914400" marR="0" lvl="1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Lato Light"/>
                <a:cs typeface="Segoe UI" panose="020B0502040204020203" pitchFamily="34" charset="0"/>
                <a:sym typeface="Lato Light"/>
              </a:rPr>
              <a:t>Maintain all project documents and accounting records in accordance with award terms and local laws </a:t>
            </a:r>
          </a:p>
          <a:p>
            <a:pPr marL="914400" marR="0" lvl="1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Minimum retention requirement of 3 years from the date of submission of the final expenditure report</a:t>
            </a:r>
          </a:p>
          <a:p>
            <a:pPr marL="914400" marR="0" lvl="1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Lato Light"/>
                <a:cs typeface="Segoe UI" panose="020B0502040204020203" pitchFamily="34" charset="0"/>
                <a:sym typeface="Lato Light"/>
              </a:rPr>
              <a:t>USAID re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serves right to audit your project/organization at any point within these 3 years</a:t>
            </a:r>
          </a:p>
          <a:p>
            <a:pPr marL="914400" marR="0" lvl="1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Lato Light"/>
                <a:cs typeface="Segoe UI" panose="020B0502040204020203" pitchFamily="34" charset="0"/>
                <a:sym typeface="Lato Light"/>
              </a:rPr>
              <a:t>Subrecipients must also abide by same record retention requirements, including local country laws</a:t>
            </a: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lang="en-US" sz="1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 Inventory List</a:t>
            </a: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Lato Light"/>
                <a:cs typeface="Segoe UI" panose="020B0502040204020203" pitchFamily="34" charset="0"/>
                <a:sym typeface="Lato Light"/>
              </a:rPr>
              <a:t>Signed Cl</a:t>
            </a:r>
            <a:r>
              <a:rPr lang="en-US" sz="1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oseout Letter 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Lato Light"/>
              <a:cs typeface="Segoe UI" panose="020B0502040204020203" pitchFamily="34" charset="0"/>
              <a:sym typeface="Lato Light"/>
            </a:endParaRPr>
          </a:p>
          <a:p>
            <a:pPr marL="584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ts val="1600"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Lato Light"/>
              <a:cs typeface="Segoe UI" panose="020B0502040204020203" pitchFamily="34" charset="0"/>
              <a:sym typeface="Lato Light"/>
            </a:endParaRPr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28600" y="925830"/>
            <a:ext cx="2362200" cy="428625"/>
          </a:xfrm>
          <a:prstGeom prst="rect">
            <a:avLst/>
          </a:prstGeom>
          <a:solidFill>
            <a:schemeClr val="accent6">
              <a:lumMod val="75000"/>
              <a:alpha val="8392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Post-Award Ending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Google Shape;199;p30"/>
          <p:cNvSpPr txBox="1">
            <a:spLocks/>
          </p:cNvSpPr>
          <p:nvPr/>
        </p:nvSpPr>
        <p:spPr>
          <a:xfrm>
            <a:off x="155449" y="10287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Administrative Closeout</a:t>
            </a:r>
            <a:endParaRPr lang="en-US" sz="320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98588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152400" y="102720"/>
            <a:ext cx="6553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Human Resource Closeout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152400" y="1357313"/>
            <a:ext cx="6239776" cy="3559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Develop staff transition plan</a:t>
            </a:r>
          </a:p>
          <a:p>
            <a:pPr>
              <a:spcBef>
                <a:spcPts val="0"/>
              </a:spcBef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Modify employee contracts to reflect the project closeout date </a:t>
            </a:r>
          </a:p>
          <a:p>
            <a:pPr lvl="1"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Follow any prior notices required by law</a:t>
            </a:r>
          </a:p>
          <a:p>
            <a:pPr>
              <a:spcBef>
                <a:spcPts val="0"/>
              </a:spcBef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Plan for proper termination of employee contracts/agreements: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Identify and understand local payment requirements related to severance and other benefits as defined by law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Understand organizational payment requirements</a:t>
            </a:r>
          </a:p>
          <a:p>
            <a:pPr lvl="1"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 any staff outstanding advances </a:t>
            </a:r>
          </a:p>
          <a:p>
            <a:pPr marL="0" indent="0">
              <a:spcBef>
                <a:spcPts val="400"/>
              </a:spcBef>
              <a:buClr>
                <a:schemeClr val="dk1"/>
              </a:buClr>
              <a:buSzPts val="1100"/>
              <a:buNone/>
            </a:pPr>
            <a:endParaRPr lang="en" sz="1200" b="1"/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31648" y="928688"/>
            <a:ext cx="2593848" cy="428625"/>
          </a:xfrm>
          <a:prstGeom prst="rect">
            <a:avLst/>
          </a:prstGeom>
          <a:solidFill>
            <a:srgbClr val="F8A15A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 </a:t>
            </a:r>
            <a:r>
              <a:rPr lang="en-US">
                <a:solidFill>
                  <a:schemeClr val="bg1"/>
                </a:solidFill>
              </a:rPr>
              <a:t>Pre-Award Ending</a:t>
            </a:r>
          </a:p>
        </p:txBody>
      </p:sp>
    </p:spTree>
    <p:extLst>
      <p:ext uri="{BB962C8B-B14F-4D97-AF65-F5344CB8AC3E}">
        <p14:creationId xmlns:p14="http://schemas.microsoft.com/office/powerpoint/2010/main" val="242937861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152400" y="102720"/>
            <a:ext cx="6553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Human Resource Closeout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152400" y="1357313"/>
            <a:ext cx="6239776" cy="3559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Document staff terminations and final salary and benefits payments</a:t>
            </a: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Securely maintain HR files related to each staff member</a:t>
            </a: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Collect and document company or project property returned by staff members</a:t>
            </a:r>
            <a:endParaRPr lang="en-US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80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 any sensitive employee information from laptops, cellphones, etc. </a:t>
            </a:r>
            <a:endParaRPr lang="en" sz="1800"/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31648" y="928688"/>
            <a:ext cx="2593848" cy="428625"/>
          </a:xfrm>
          <a:prstGeom prst="rect">
            <a:avLst/>
          </a:prstGeom>
          <a:solidFill>
            <a:srgbClr val="F8A15A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 </a:t>
            </a:r>
            <a:r>
              <a:rPr lang="en-US">
                <a:solidFill>
                  <a:schemeClr val="bg1"/>
                </a:solidFill>
              </a:rPr>
              <a:t>Post-Award Ending</a:t>
            </a:r>
          </a:p>
        </p:txBody>
      </p:sp>
    </p:spTree>
    <p:extLst>
      <p:ext uri="{BB962C8B-B14F-4D97-AF65-F5344CB8AC3E}">
        <p14:creationId xmlns:p14="http://schemas.microsoft.com/office/powerpoint/2010/main" val="4180521767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602311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Programmatic Closeout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354455"/>
            <a:ext cx="6019800" cy="35844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Begin impact assessments </a:t>
            </a:r>
          </a:p>
          <a:p>
            <a:pPr lvl="1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4D303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Recommended at least 3-6 months prior to award ending</a:t>
            </a:r>
          </a:p>
          <a:p>
            <a:pPr lvl="1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4D303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Compare LOP actuals vs targets</a:t>
            </a:r>
          </a:p>
          <a:p>
            <a:pPr lvl="1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4D303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Document lessons learned </a:t>
            </a:r>
            <a:endParaRPr lang="en-US" sz="1600">
              <a:solidFill>
                <a:srgbClr val="4D303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1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 and communicate closeout deliverables and requirements for subrecipients </a:t>
            </a: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1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Communicate project closeout with key stakeholders and partners </a:t>
            </a:r>
          </a:p>
          <a:p>
            <a:pPr marL="914400" marR="0" lvl="1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D3031"/>
                </a:solidFill>
                <a:effectLst/>
                <a:uLnTx/>
                <a:uFillTx/>
                <a:latin typeface="Segoe UI" panose="020B0502040204020203" pitchFamily="34" charset="0"/>
                <a:ea typeface="Lato Light"/>
                <a:cs typeface="Segoe UI" panose="020B0502040204020203" pitchFamily="34" charset="0"/>
                <a:sym typeface="Lato Light"/>
              </a:rPr>
              <a:t>Identify sustainability or continuity plans</a:t>
            </a:r>
            <a:endParaRPr lang="en-US" sz="1800">
              <a:solidFill>
                <a:srgbClr val="4D303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1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Scale down project activities</a:t>
            </a:r>
            <a:endParaRPr lang="en-US" sz="110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rgbClr val="4D3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r>
              <a:rPr lang="en-US">
                <a:solidFill>
                  <a:schemeClr val="bg1"/>
                </a:solidFill>
              </a:rPr>
              <a:t>Pre-Award Ending</a:t>
            </a:r>
          </a:p>
        </p:txBody>
      </p:sp>
    </p:spTree>
    <p:extLst>
      <p:ext uri="{BB962C8B-B14F-4D97-AF65-F5344CB8AC3E}">
        <p14:creationId xmlns:p14="http://schemas.microsoft.com/office/powerpoint/2010/main" val="3368432275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602311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Programmatic Closeout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354455"/>
            <a:ext cx="6019800" cy="35844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Final Project Reports</a:t>
            </a:r>
            <a:endParaRPr lang="en-US"/>
          </a:p>
          <a:p>
            <a:pPr lvl="1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553435"/>
                </a:solidFill>
                <a:latin typeface="Segoe UI"/>
                <a:cs typeface="Segoe UI"/>
              </a:rPr>
              <a:t>Typically due between 30-90 days after award ends*</a:t>
            </a:r>
          </a:p>
          <a:p>
            <a:pPr lvl="1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55343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Highlight project successes and lessons learned</a:t>
            </a: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1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 success stories and conduct outreach</a:t>
            </a: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1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Hold closeout meetings with key stakeholders</a:t>
            </a: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1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Securely archive project reports, key documents, and data</a:t>
            </a:r>
          </a:p>
          <a:p>
            <a:pPr lvl="1" indent="-33020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55343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Avoid later alterations of project documents</a:t>
            </a: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1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Submit final report to the </a:t>
            </a: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USAID DEC</a:t>
            </a:r>
            <a:endParaRPr lang="en-US" sz="18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endParaRPr lang="en-US" sz="18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None/>
              <a:tabLst/>
              <a:defRPr/>
            </a:pPr>
            <a:r>
              <a:rPr lang="en-US" sz="1600">
                <a:solidFill>
                  <a:srgbClr val="55343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*Review award terms and conditions 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rgbClr val="5534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r>
              <a:rPr lang="en-US">
                <a:solidFill>
                  <a:schemeClr val="bg1"/>
                </a:solidFill>
              </a:rPr>
              <a:t>Post-Award Ending</a:t>
            </a:r>
          </a:p>
        </p:txBody>
      </p:sp>
    </p:spTree>
    <p:extLst>
      <p:ext uri="{BB962C8B-B14F-4D97-AF65-F5344CB8AC3E}">
        <p14:creationId xmlns:p14="http://schemas.microsoft.com/office/powerpoint/2010/main" val="32494596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2406766" y="293314"/>
            <a:ext cx="4347714" cy="4505097"/>
          </a:xfrm>
          <a:prstGeom prst="rect">
            <a:avLst/>
          </a:prstGeom>
          <a:blipFill dpi="0" rotWithShape="1">
            <a:blip r:embed="rId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01" name="Google Shape;101;p19"/>
          <p:cNvSpPr txBox="1">
            <a:spLocks noGrp="1"/>
          </p:cNvSpPr>
          <p:nvPr>
            <p:ph type="ctrTitle" idx="4294967295"/>
          </p:nvPr>
        </p:nvSpPr>
        <p:spPr>
          <a:xfrm>
            <a:off x="2583059" y="1912324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Lato Light"/>
              </a:rPr>
              <a:t>Key Requirements</a:t>
            </a:r>
            <a:endParaRPr sz="400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244445394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126087" y="-82231"/>
            <a:ext cx="6553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Final Inventory Report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126087" y="1192853"/>
            <a:ext cx="6041180" cy="3643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Complete list of all equipment and supplies purchased with project funds*</a:t>
            </a:r>
          </a:p>
          <a:p>
            <a:pPr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Items to include in inventory:</a:t>
            </a: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AA92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equipment with a market value of USD $5,000 or more and with a useful life of one year or more at the end of project, </a:t>
            </a: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AA92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New/unused supplies with an aggregate current fair market value at the end of this award of $5,000 or more,​ and</a:t>
            </a: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AA92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 or intangible property, of any value</a:t>
            </a:r>
          </a:p>
          <a:p>
            <a:pPr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Report should cover:</a:t>
            </a:r>
            <a:endParaRPr lang="en-US" sz="12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AA92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Original cost and USAID share of cost (i.e., cost shared with another project)</a:t>
            </a: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AA92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fair market value</a:t>
            </a: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AA92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 location</a:t>
            </a: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AA92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Condition of the equipment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Lato Light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AA925D"/>
                </a:solidFill>
                <a:effectLst/>
                <a:uLnTx/>
                <a:uFillTx/>
                <a:latin typeface="Segoe UI" panose="020B0502040204020203" pitchFamily="34" charset="0"/>
                <a:ea typeface="Lato Light"/>
                <a:cs typeface="Segoe UI" panose="020B0502040204020203" pitchFamily="34" charset="0"/>
                <a:sym typeface="Lato Light"/>
              </a:rPr>
              <a:t>*See award and/or organizational policies for exact thresholds and requirements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>
                <a:srgbClr val="000000"/>
              </a:buClr>
              <a:buSzPts val="1100"/>
              <a:buNone/>
              <a:tabLst/>
              <a:defRPr/>
            </a:pPr>
            <a:endParaRPr lang="en-US" sz="12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endParaRPr lang="en-US" sz="12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Bef>
                <a:spcPts val="4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" sz="12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74408" y="729121"/>
            <a:ext cx="2593848" cy="428625"/>
          </a:xfrm>
          <a:prstGeom prst="rect">
            <a:avLst/>
          </a:prstGeom>
          <a:solidFill>
            <a:srgbClr val="AA9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   </a:t>
            </a:r>
            <a:r>
              <a:rPr lang="en-US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CFR 200.313​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148039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152400" y="-10942"/>
            <a:ext cx="6553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Disposition Plan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152400" y="1370470"/>
            <a:ext cx="6239776" cy="3559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Detailed plan of what/how you propose to dispose of equipment or unused supplies after the award ends</a:t>
            </a:r>
          </a:p>
          <a:p>
            <a:pPr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srgbClr val="000000"/>
                </a:solidFill>
                <a:latin typeface="Segoe UI"/>
                <a:cs typeface="Segoe UI"/>
              </a:rPr>
              <a:t>For items below $5,000 USD:</a:t>
            </a: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AA925D"/>
                </a:solidFill>
                <a:latin typeface="Segoe UI"/>
                <a:cs typeface="Segoe UI"/>
              </a:rPr>
              <a:t>Items with a current per unit fair market value of $5,000 or less may be retained, sold or otherwise disposed of with no further responsibility to the donor</a:t>
            </a:r>
          </a:p>
          <a:p>
            <a:pPr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latin typeface="Segoe UI"/>
                <a:cs typeface="Segoe UI"/>
              </a:rPr>
              <a:t>For items above $5,000 USD must request formal guidance, disposition may include:</a:t>
            </a: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AA925D"/>
                </a:solidFill>
                <a:latin typeface="Segoe UI"/>
                <a:cs typeface="Segoe UI"/>
              </a:rPr>
              <a:t>Retain title with no further obligation to the donor;</a:t>
            </a:r>
            <a:endParaRPr lang="en-US" sz="12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indent="-30480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AA925D"/>
                </a:solidFill>
                <a:latin typeface="Segoe UI"/>
                <a:cs typeface="Segoe UI"/>
              </a:rPr>
              <a:t>Retain the items and the title but compensate donor for the current fair market value of items;</a:t>
            </a:r>
            <a:endParaRPr lang="en-US" sz="12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indent="-30480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AA925D"/>
                </a:solidFill>
                <a:latin typeface="Segoe UI"/>
                <a:cs typeface="Segoe UI"/>
              </a:rPr>
              <a:t>Transfer the title of the items to donor or a third party</a:t>
            </a:r>
            <a:endParaRPr lang="en-US" sz="12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Submit Disposition Plan to donor for approval or further instructions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>
                <a:srgbClr val="000000"/>
              </a:buClr>
              <a:buSzPts val="1100"/>
              <a:buNone/>
              <a:tabLst/>
              <a:defRPr/>
            </a:pPr>
            <a:r>
              <a:rPr lang="en-US" sz="1050">
                <a:solidFill>
                  <a:srgbClr val="AA925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*See award and/or organizational policies for exact thresholds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AA925D"/>
              </a:solidFill>
              <a:effectLst/>
              <a:uLnTx/>
              <a:uFillTx/>
              <a:latin typeface="Segoe UI" panose="020B0502040204020203" pitchFamily="34" charset="0"/>
              <a:ea typeface="Lato Light"/>
              <a:cs typeface="Segoe UI" panose="020B0502040204020203" pitchFamily="34" charset="0"/>
              <a:sym typeface="Lato Light"/>
            </a:endParaRP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endParaRPr lang="en-US" sz="12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endParaRPr lang="en-US" sz="12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Bef>
                <a:spcPts val="4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" sz="12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34937" y="846458"/>
            <a:ext cx="2593848" cy="428625"/>
          </a:xfrm>
          <a:prstGeom prst="rect">
            <a:avLst/>
          </a:prstGeom>
          <a:solidFill>
            <a:srgbClr val="AA9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   </a:t>
            </a:r>
            <a:r>
              <a:rPr lang="en-US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CFR 226.34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77027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152400" y="102720"/>
            <a:ext cx="6553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Closeout Letter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152400" y="1357312"/>
            <a:ext cx="6327422" cy="3643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20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Once closeout requirements are complete, it is a best practice to obtain a signed letter by the donor or pass-through entity confirming all requirements were completed, including key items such as final invoice and, financial and narrative reports</a:t>
            </a:r>
          </a:p>
          <a:p>
            <a:pPr>
              <a:spcBef>
                <a:spcPts val="0"/>
              </a:spcBef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20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Keep letter on file as documentation</a:t>
            </a:r>
            <a:endParaRPr lang="en-US" sz="1800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indent="-304800" fontAlgn="base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endParaRPr lang="en-US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Bef>
                <a:spcPts val="4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">
              <a:solidFill>
                <a:srgbClr val="AA92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31648" y="928688"/>
            <a:ext cx="2593848" cy="428625"/>
          </a:xfrm>
          <a:prstGeom prst="rect">
            <a:avLst/>
          </a:prstGeom>
          <a:solidFill>
            <a:srgbClr val="AA9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   Best Practice</a:t>
            </a:r>
            <a:r>
              <a:rPr lang="en-US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​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452894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2406766" y="396825"/>
            <a:ext cx="4347714" cy="4505097"/>
          </a:xfrm>
          <a:prstGeom prst="rect">
            <a:avLst/>
          </a:prstGeom>
          <a:blipFill dpi="0" rotWithShape="1"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2483351" y="836125"/>
            <a:ext cx="4301763" cy="34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00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Planning for Closeout</a:t>
            </a:r>
            <a:endParaRPr sz="4000" i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842136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602311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Planning for Closeout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354455"/>
            <a:ext cx="6019800" cy="35844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Identify and list all closeout requirements, and assign dates each task is due as defined by award</a:t>
            </a:r>
          </a:p>
          <a:p>
            <a:pPr lvl="1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Assign each task to an appropriate staff member</a:t>
            </a:r>
          </a:p>
          <a:p>
            <a:pPr lvl="1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Include requirements and deadlines for closeout of subrecipients </a:t>
            </a:r>
            <a:endParaRPr lang="en-US" sz="180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tabLst/>
              <a:defRPr/>
            </a:pPr>
            <a:r>
              <a:rPr lang="en-US" sz="1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 a plan to track progress towards closeout tasks</a:t>
            </a:r>
          </a:p>
          <a:p>
            <a:pPr lvl="1" indent="-33020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tracking sheet can help avoid confusion, delays, or disruptions throughout closeout process</a:t>
            </a:r>
          </a:p>
          <a:p>
            <a:pPr lvl="1" indent="-33020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Especially important if there are staff transitions before tasks are completed</a:t>
            </a:r>
          </a:p>
          <a:p>
            <a:pPr lvl="1" indent="-33020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chemeClr val="accent6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6">
              <a:lumMod val="60000"/>
              <a:lumOff val="4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r>
              <a:rPr lang="en-US">
                <a:solidFill>
                  <a:schemeClr val="bg1"/>
                </a:solidFill>
              </a:rPr>
              <a:t>Closeout Plan</a:t>
            </a:r>
          </a:p>
        </p:txBody>
      </p:sp>
    </p:spTree>
    <p:extLst>
      <p:ext uri="{BB962C8B-B14F-4D97-AF65-F5344CB8AC3E}">
        <p14:creationId xmlns:p14="http://schemas.microsoft.com/office/powerpoint/2010/main" val="4290166576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8332" t="-7587" r="-633108" b="-25491"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602311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Planning for Closeout</a:t>
            </a:r>
            <a:endParaRPr sz="3600">
              <a:solidFill>
                <a:schemeClr val="tx1"/>
              </a:solidFill>
            </a:endParaRP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6">
              <a:lumMod val="60000"/>
              <a:lumOff val="4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r>
              <a:rPr lang="en-US">
                <a:solidFill>
                  <a:schemeClr val="bg1"/>
                </a:solidFill>
              </a:rPr>
              <a:t>Closeout 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359E0-4B35-19C9-6F06-9D48EDBF1D1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2178"/>
          <a:stretch/>
        </p:blipFill>
        <p:spPr>
          <a:xfrm>
            <a:off x="61775" y="1450623"/>
            <a:ext cx="9020451" cy="357871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7503649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spect="1"/>
          </p:cNvSpPr>
          <p:nvPr/>
        </p:nvSpPr>
        <p:spPr>
          <a:xfrm>
            <a:off x="2656932" y="632797"/>
            <a:ext cx="3590142" cy="3720102"/>
          </a:xfrm>
          <a:prstGeom prst="rect">
            <a:avLst/>
          </a:prstGeom>
          <a:blipFill dpi="0"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6930997" y="3495599"/>
            <a:ext cx="113397" cy="150888"/>
          </a:xfrm>
          <a:custGeom>
            <a:avLst/>
            <a:gdLst/>
            <a:ahLst/>
            <a:cxnLst/>
            <a:rect l="l" t="t" r="r" b="b"/>
            <a:pathLst>
              <a:path w="12289" h="16352" extrusionOk="0">
                <a:moveTo>
                  <a:pt x="6303" y="3991"/>
                </a:moveTo>
                <a:lnTo>
                  <a:pt x="6546" y="4015"/>
                </a:lnTo>
                <a:lnTo>
                  <a:pt x="6789" y="4064"/>
                </a:lnTo>
                <a:lnTo>
                  <a:pt x="7008" y="4137"/>
                </a:lnTo>
                <a:lnTo>
                  <a:pt x="7252" y="4234"/>
                </a:lnTo>
                <a:lnTo>
                  <a:pt x="7446" y="4356"/>
                </a:lnTo>
                <a:lnTo>
                  <a:pt x="7665" y="4502"/>
                </a:lnTo>
                <a:lnTo>
                  <a:pt x="7836" y="4672"/>
                </a:lnTo>
                <a:lnTo>
                  <a:pt x="8030" y="4842"/>
                </a:lnTo>
                <a:lnTo>
                  <a:pt x="8176" y="5037"/>
                </a:lnTo>
                <a:lnTo>
                  <a:pt x="8322" y="5256"/>
                </a:lnTo>
                <a:lnTo>
                  <a:pt x="8468" y="5475"/>
                </a:lnTo>
                <a:lnTo>
                  <a:pt x="8566" y="5718"/>
                </a:lnTo>
                <a:lnTo>
                  <a:pt x="8639" y="5986"/>
                </a:lnTo>
                <a:lnTo>
                  <a:pt x="8712" y="6229"/>
                </a:lnTo>
                <a:lnTo>
                  <a:pt x="8736" y="6473"/>
                </a:lnTo>
                <a:lnTo>
                  <a:pt x="8712" y="6716"/>
                </a:lnTo>
                <a:lnTo>
                  <a:pt x="8687" y="6959"/>
                </a:lnTo>
                <a:lnTo>
                  <a:pt x="8639" y="7178"/>
                </a:lnTo>
                <a:lnTo>
                  <a:pt x="8541" y="7397"/>
                </a:lnTo>
                <a:lnTo>
                  <a:pt x="8444" y="7592"/>
                </a:lnTo>
                <a:lnTo>
                  <a:pt x="8322" y="7787"/>
                </a:lnTo>
                <a:lnTo>
                  <a:pt x="8152" y="7981"/>
                </a:lnTo>
                <a:lnTo>
                  <a:pt x="7982" y="8152"/>
                </a:lnTo>
                <a:lnTo>
                  <a:pt x="7811" y="8298"/>
                </a:lnTo>
                <a:lnTo>
                  <a:pt x="7592" y="8419"/>
                </a:lnTo>
                <a:lnTo>
                  <a:pt x="7373" y="8517"/>
                </a:lnTo>
                <a:lnTo>
                  <a:pt x="7130" y="8614"/>
                </a:lnTo>
                <a:lnTo>
                  <a:pt x="6887" y="8687"/>
                </a:lnTo>
                <a:lnTo>
                  <a:pt x="6668" y="8711"/>
                </a:lnTo>
                <a:lnTo>
                  <a:pt x="6424" y="8736"/>
                </a:lnTo>
                <a:lnTo>
                  <a:pt x="6205" y="8736"/>
                </a:lnTo>
                <a:lnTo>
                  <a:pt x="5986" y="8711"/>
                </a:lnTo>
                <a:lnTo>
                  <a:pt x="5743" y="8663"/>
                </a:lnTo>
                <a:lnTo>
                  <a:pt x="5524" y="8614"/>
                </a:lnTo>
                <a:lnTo>
                  <a:pt x="5305" y="8541"/>
                </a:lnTo>
                <a:lnTo>
                  <a:pt x="5110" y="8444"/>
                </a:lnTo>
                <a:lnTo>
                  <a:pt x="4891" y="8346"/>
                </a:lnTo>
                <a:lnTo>
                  <a:pt x="4697" y="8225"/>
                </a:lnTo>
                <a:lnTo>
                  <a:pt x="4502" y="8103"/>
                </a:lnTo>
                <a:lnTo>
                  <a:pt x="4332" y="7957"/>
                </a:lnTo>
                <a:lnTo>
                  <a:pt x="4186" y="7787"/>
                </a:lnTo>
                <a:lnTo>
                  <a:pt x="4015" y="7616"/>
                </a:lnTo>
                <a:lnTo>
                  <a:pt x="3894" y="7446"/>
                </a:lnTo>
                <a:lnTo>
                  <a:pt x="3772" y="7251"/>
                </a:lnTo>
                <a:lnTo>
                  <a:pt x="3723" y="7105"/>
                </a:lnTo>
                <a:lnTo>
                  <a:pt x="3650" y="6935"/>
                </a:lnTo>
                <a:lnTo>
                  <a:pt x="3602" y="6643"/>
                </a:lnTo>
                <a:lnTo>
                  <a:pt x="3577" y="6327"/>
                </a:lnTo>
                <a:lnTo>
                  <a:pt x="3602" y="6010"/>
                </a:lnTo>
                <a:lnTo>
                  <a:pt x="3699" y="5718"/>
                </a:lnTo>
                <a:lnTo>
                  <a:pt x="3821" y="5426"/>
                </a:lnTo>
                <a:lnTo>
                  <a:pt x="3967" y="5134"/>
                </a:lnTo>
                <a:lnTo>
                  <a:pt x="4161" y="4891"/>
                </a:lnTo>
                <a:lnTo>
                  <a:pt x="4332" y="4696"/>
                </a:lnTo>
                <a:lnTo>
                  <a:pt x="4551" y="4502"/>
                </a:lnTo>
                <a:lnTo>
                  <a:pt x="4794" y="4356"/>
                </a:lnTo>
                <a:lnTo>
                  <a:pt x="5037" y="4210"/>
                </a:lnTo>
                <a:lnTo>
                  <a:pt x="5062" y="4210"/>
                </a:lnTo>
                <a:lnTo>
                  <a:pt x="5110" y="4234"/>
                </a:lnTo>
                <a:lnTo>
                  <a:pt x="5232" y="4234"/>
                </a:lnTo>
                <a:lnTo>
                  <a:pt x="5305" y="4210"/>
                </a:lnTo>
                <a:lnTo>
                  <a:pt x="5548" y="4112"/>
                </a:lnTo>
                <a:lnTo>
                  <a:pt x="5816" y="4039"/>
                </a:lnTo>
                <a:lnTo>
                  <a:pt x="6059" y="4015"/>
                </a:lnTo>
                <a:lnTo>
                  <a:pt x="6303" y="3991"/>
                </a:lnTo>
                <a:close/>
                <a:moveTo>
                  <a:pt x="6254" y="3480"/>
                </a:moveTo>
                <a:lnTo>
                  <a:pt x="5986" y="3504"/>
                </a:lnTo>
                <a:lnTo>
                  <a:pt x="5694" y="3553"/>
                </a:lnTo>
                <a:lnTo>
                  <a:pt x="5427" y="3626"/>
                </a:lnTo>
                <a:lnTo>
                  <a:pt x="5305" y="3650"/>
                </a:lnTo>
                <a:lnTo>
                  <a:pt x="5183" y="3699"/>
                </a:lnTo>
                <a:lnTo>
                  <a:pt x="4916" y="3796"/>
                </a:lnTo>
                <a:lnTo>
                  <a:pt x="4599" y="3966"/>
                </a:lnTo>
                <a:lnTo>
                  <a:pt x="4283" y="4161"/>
                </a:lnTo>
                <a:lnTo>
                  <a:pt x="3991" y="4404"/>
                </a:lnTo>
                <a:lnTo>
                  <a:pt x="3748" y="4672"/>
                </a:lnTo>
                <a:lnTo>
                  <a:pt x="3529" y="4940"/>
                </a:lnTo>
                <a:lnTo>
                  <a:pt x="3359" y="5232"/>
                </a:lnTo>
                <a:lnTo>
                  <a:pt x="3237" y="5572"/>
                </a:lnTo>
                <a:lnTo>
                  <a:pt x="3164" y="5889"/>
                </a:lnTo>
                <a:lnTo>
                  <a:pt x="3115" y="6229"/>
                </a:lnTo>
                <a:lnTo>
                  <a:pt x="3140" y="6570"/>
                </a:lnTo>
                <a:lnTo>
                  <a:pt x="3188" y="6911"/>
                </a:lnTo>
                <a:lnTo>
                  <a:pt x="3261" y="7251"/>
                </a:lnTo>
                <a:lnTo>
                  <a:pt x="3383" y="7495"/>
                </a:lnTo>
                <a:lnTo>
                  <a:pt x="3529" y="7762"/>
                </a:lnTo>
                <a:lnTo>
                  <a:pt x="3699" y="7981"/>
                </a:lnTo>
                <a:lnTo>
                  <a:pt x="3869" y="8200"/>
                </a:lnTo>
                <a:lnTo>
                  <a:pt x="4088" y="8371"/>
                </a:lnTo>
                <a:lnTo>
                  <a:pt x="4307" y="8541"/>
                </a:lnTo>
                <a:lnTo>
                  <a:pt x="4551" y="8711"/>
                </a:lnTo>
                <a:lnTo>
                  <a:pt x="4794" y="8833"/>
                </a:lnTo>
                <a:lnTo>
                  <a:pt x="5062" y="8930"/>
                </a:lnTo>
                <a:lnTo>
                  <a:pt x="5329" y="9028"/>
                </a:lnTo>
                <a:lnTo>
                  <a:pt x="5597" y="9101"/>
                </a:lnTo>
                <a:lnTo>
                  <a:pt x="5889" y="9149"/>
                </a:lnTo>
                <a:lnTo>
                  <a:pt x="6181" y="9174"/>
                </a:lnTo>
                <a:lnTo>
                  <a:pt x="6449" y="9198"/>
                </a:lnTo>
                <a:lnTo>
                  <a:pt x="6741" y="9174"/>
                </a:lnTo>
                <a:lnTo>
                  <a:pt x="7008" y="9149"/>
                </a:lnTo>
                <a:lnTo>
                  <a:pt x="7325" y="9076"/>
                </a:lnTo>
                <a:lnTo>
                  <a:pt x="7617" y="8979"/>
                </a:lnTo>
                <a:lnTo>
                  <a:pt x="7884" y="8833"/>
                </a:lnTo>
                <a:lnTo>
                  <a:pt x="8128" y="8687"/>
                </a:lnTo>
                <a:lnTo>
                  <a:pt x="8347" y="8492"/>
                </a:lnTo>
                <a:lnTo>
                  <a:pt x="8541" y="8273"/>
                </a:lnTo>
                <a:lnTo>
                  <a:pt x="8712" y="8054"/>
                </a:lnTo>
                <a:lnTo>
                  <a:pt x="8858" y="7787"/>
                </a:lnTo>
                <a:lnTo>
                  <a:pt x="8979" y="7543"/>
                </a:lnTo>
                <a:lnTo>
                  <a:pt x="9052" y="7251"/>
                </a:lnTo>
                <a:lnTo>
                  <a:pt x="9125" y="6959"/>
                </a:lnTo>
                <a:lnTo>
                  <a:pt x="9150" y="6667"/>
                </a:lnTo>
                <a:lnTo>
                  <a:pt x="9150" y="6375"/>
                </a:lnTo>
                <a:lnTo>
                  <a:pt x="9125" y="6083"/>
                </a:lnTo>
                <a:lnTo>
                  <a:pt x="9052" y="5791"/>
                </a:lnTo>
                <a:lnTo>
                  <a:pt x="8955" y="5499"/>
                </a:lnTo>
                <a:lnTo>
                  <a:pt x="8858" y="5232"/>
                </a:lnTo>
                <a:lnTo>
                  <a:pt x="8712" y="4988"/>
                </a:lnTo>
                <a:lnTo>
                  <a:pt x="8566" y="4769"/>
                </a:lnTo>
                <a:lnTo>
                  <a:pt x="8395" y="4550"/>
                </a:lnTo>
                <a:lnTo>
                  <a:pt x="8201" y="4356"/>
                </a:lnTo>
                <a:lnTo>
                  <a:pt x="7982" y="4161"/>
                </a:lnTo>
                <a:lnTo>
                  <a:pt x="7763" y="3991"/>
                </a:lnTo>
                <a:lnTo>
                  <a:pt x="7544" y="3845"/>
                </a:lnTo>
                <a:lnTo>
                  <a:pt x="7300" y="3723"/>
                </a:lnTo>
                <a:lnTo>
                  <a:pt x="7033" y="3626"/>
                </a:lnTo>
                <a:lnTo>
                  <a:pt x="6789" y="3553"/>
                </a:lnTo>
                <a:lnTo>
                  <a:pt x="6522" y="3504"/>
                </a:lnTo>
                <a:lnTo>
                  <a:pt x="6254" y="3480"/>
                </a:lnTo>
                <a:close/>
                <a:moveTo>
                  <a:pt x="6303" y="536"/>
                </a:moveTo>
                <a:lnTo>
                  <a:pt x="6668" y="560"/>
                </a:lnTo>
                <a:lnTo>
                  <a:pt x="7033" y="633"/>
                </a:lnTo>
                <a:lnTo>
                  <a:pt x="7422" y="706"/>
                </a:lnTo>
                <a:lnTo>
                  <a:pt x="7763" y="828"/>
                </a:lnTo>
                <a:lnTo>
                  <a:pt x="8128" y="949"/>
                </a:lnTo>
                <a:lnTo>
                  <a:pt x="8468" y="1095"/>
                </a:lnTo>
                <a:lnTo>
                  <a:pt x="8809" y="1266"/>
                </a:lnTo>
                <a:lnTo>
                  <a:pt x="9125" y="1460"/>
                </a:lnTo>
                <a:lnTo>
                  <a:pt x="9442" y="1679"/>
                </a:lnTo>
                <a:lnTo>
                  <a:pt x="9734" y="1898"/>
                </a:lnTo>
                <a:lnTo>
                  <a:pt x="10026" y="2166"/>
                </a:lnTo>
                <a:lnTo>
                  <a:pt x="10050" y="2287"/>
                </a:lnTo>
                <a:lnTo>
                  <a:pt x="10074" y="2409"/>
                </a:lnTo>
                <a:lnTo>
                  <a:pt x="10196" y="2798"/>
                </a:lnTo>
                <a:lnTo>
                  <a:pt x="10220" y="2847"/>
                </a:lnTo>
                <a:lnTo>
                  <a:pt x="10269" y="2871"/>
                </a:lnTo>
                <a:lnTo>
                  <a:pt x="10342" y="2896"/>
                </a:lnTo>
                <a:lnTo>
                  <a:pt x="10391" y="2896"/>
                </a:lnTo>
                <a:lnTo>
                  <a:pt x="10439" y="2871"/>
                </a:lnTo>
                <a:lnTo>
                  <a:pt x="10464" y="2847"/>
                </a:lnTo>
                <a:lnTo>
                  <a:pt x="10488" y="2798"/>
                </a:lnTo>
                <a:lnTo>
                  <a:pt x="10512" y="2677"/>
                </a:lnTo>
                <a:lnTo>
                  <a:pt x="10585" y="2774"/>
                </a:lnTo>
                <a:lnTo>
                  <a:pt x="10537" y="3090"/>
                </a:lnTo>
                <a:lnTo>
                  <a:pt x="10537" y="3261"/>
                </a:lnTo>
                <a:lnTo>
                  <a:pt x="10561" y="3334"/>
                </a:lnTo>
                <a:lnTo>
                  <a:pt x="10610" y="3382"/>
                </a:lnTo>
                <a:lnTo>
                  <a:pt x="10634" y="3431"/>
                </a:lnTo>
                <a:lnTo>
                  <a:pt x="10683" y="3407"/>
                </a:lnTo>
                <a:lnTo>
                  <a:pt x="10756" y="3382"/>
                </a:lnTo>
                <a:lnTo>
                  <a:pt x="10804" y="3309"/>
                </a:lnTo>
                <a:lnTo>
                  <a:pt x="10877" y="3163"/>
                </a:lnTo>
                <a:lnTo>
                  <a:pt x="10877" y="3188"/>
                </a:lnTo>
                <a:lnTo>
                  <a:pt x="10950" y="3285"/>
                </a:lnTo>
                <a:lnTo>
                  <a:pt x="10853" y="3553"/>
                </a:lnTo>
                <a:lnTo>
                  <a:pt x="10804" y="3674"/>
                </a:lnTo>
                <a:lnTo>
                  <a:pt x="10756" y="3796"/>
                </a:lnTo>
                <a:lnTo>
                  <a:pt x="10756" y="3893"/>
                </a:lnTo>
                <a:lnTo>
                  <a:pt x="10804" y="4015"/>
                </a:lnTo>
                <a:lnTo>
                  <a:pt x="10829" y="4088"/>
                </a:lnTo>
                <a:lnTo>
                  <a:pt x="10902" y="4112"/>
                </a:lnTo>
                <a:lnTo>
                  <a:pt x="10975" y="4112"/>
                </a:lnTo>
                <a:lnTo>
                  <a:pt x="11023" y="4088"/>
                </a:lnTo>
                <a:lnTo>
                  <a:pt x="11096" y="4039"/>
                </a:lnTo>
                <a:lnTo>
                  <a:pt x="11169" y="3966"/>
                </a:lnTo>
                <a:lnTo>
                  <a:pt x="11242" y="3820"/>
                </a:lnTo>
                <a:lnTo>
                  <a:pt x="11340" y="4039"/>
                </a:lnTo>
                <a:lnTo>
                  <a:pt x="11194" y="4307"/>
                </a:lnTo>
                <a:lnTo>
                  <a:pt x="11048" y="4575"/>
                </a:lnTo>
                <a:lnTo>
                  <a:pt x="11023" y="4696"/>
                </a:lnTo>
                <a:lnTo>
                  <a:pt x="11023" y="4794"/>
                </a:lnTo>
                <a:lnTo>
                  <a:pt x="11048" y="4867"/>
                </a:lnTo>
                <a:lnTo>
                  <a:pt x="11121" y="4915"/>
                </a:lnTo>
                <a:lnTo>
                  <a:pt x="11169" y="4915"/>
                </a:lnTo>
                <a:lnTo>
                  <a:pt x="11218" y="4891"/>
                </a:lnTo>
                <a:lnTo>
                  <a:pt x="11340" y="4794"/>
                </a:lnTo>
                <a:lnTo>
                  <a:pt x="11510" y="4575"/>
                </a:lnTo>
                <a:lnTo>
                  <a:pt x="11534" y="4550"/>
                </a:lnTo>
                <a:lnTo>
                  <a:pt x="11607" y="4818"/>
                </a:lnTo>
                <a:lnTo>
                  <a:pt x="11510" y="4940"/>
                </a:lnTo>
                <a:lnTo>
                  <a:pt x="11388" y="5061"/>
                </a:lnTo>
                <a:lnTo>
                  <a:pt x="11291" y="5183"/>
                </a:lnTo>
                <a:lnTo>
                  <a:pt x="11218" y="5280"/>
                </a:lnTo>
                <a:lnTo>
                  <a:pt x="11096" y="5524"/>
                </a:lnTo>
                <a:lnTo>
                  <a:pt x="11072" y="5548"/>
                </a:lnTo>
                <a:lnTo>
                  <a:pt x="11096" y="5572"/>
                </a:lnTo>
                <a:lnTo>
                  <a:pt x="11121" y="5597"/>
                </a:lnTo>
                <a:lnTo>
                  <a:pt x="11145" y="5572"/>
                </a:lnTo>
                <a:lnTo>
                  <a:pt x="11388" y="5475"/>
                </a:lnTo>
                <a:lnTo>
                  <a:pt x="11510" y="5402"/>
                </a:lnTo>
                <a:lnTo>
                  <a:pt x="11631" y="5305"/>
                </a:lnTo>
                <a:lnTo>
                  <a:pt x="11680" y="5256"/>
                </a:lnTo>
                <a:lnTo>
                  <a:pt x="11729" y="5499"/>
                </a:lnTo>
                <a:lnTo>
                  <a:pt x="11364" y="5840"/>
                </a:lnTo>
                <a:lnTo>
                  <a:pt x="11048" y="6229"/>
                </a:lnTo>
                <a:lnTo>
                  <a:pt x="11023" y="6278"/>
                </a:lnTo>
                <a:lnTo>
                  <a:pt x="11048" y="6327"/>
                </a:lnTo>
                <a:lnTo>
                  <a:pt x="11072" y="6351"/>
                </a:lnTo>
                <a:lnTo>
                  <a:pt x="11121" y="6351"/>
                </a:lnTo>
                <a:lnTo>
                  <a:pt x="11291" y="6254"/>
                </a:lnTo>
                <a:lnTo>
                  <a:pt x="11461" y="6156"/>
                </a:lnTo>
                <a:lnTo>
                  <a:pt x="11753" y="5913"/>
                </a:lnTo>
                <a:lnTo>
                  <a:pt x="11753" y="6302"/>
                </a:lnTo>
                <a:lnTo>
                  <a:pt x="11631" y="6424"/>
                </a:lnTo>
                <a:lnTo>
                  <a:pt x="11534" y="6546"/>
                </a:lnTo>
                <a:lnTo>
                  <a:pt x="11412" y="6692"/>
                </a:lnTo>
                <a:lnTo>
                  <a:pt x="11291" y="6789"/>
                </a:lnTo>
                <a:lnTo>
                  <a:pt x="11048" y="6935"/>
                </a:lnTo>
                <a:lnTo>
                  <a:pt x="10999" y="6984"/>
                </a:lnTo>
                <a:lnTo>
                  <a:pt x="10950" y="7032"/>
                </a:lnTo>
                <a:lnTo>
                  <a:pt x="10926" y="7105"/>
                </a:lnTo>
                <a:lnTo>
                  <a:pt x="10950" y="7154"/>
                </a:lnTo>
                <a:lnTo>
                  <a:pt x="11023" y="7203"/>
                </a:lnTo>
                <a:lnTo>
                  <a:pt x="11096" y="7251"/>
                </a:lnTo>
                <a:lnTo>
                  <a:pt x="11169" y="7251"/>
                </a:lnTo>
                <a:lnTo>
                  <a:pt x="11267" y="7227"/>
                </a:lnTo>
                <a:lnTo>
                  <a:pt x="11437" y="7178"/>
                </a:lnTo>
                <a:lnTo>
                  <a:pt x="11583" y="7081"/>
                </a:lnTo>
                <a:lnTo>
                  <a:pt x="11704" y="6984"/>
                </a:lnTo>
                <a:lnTo>
                  <a:pt x="11631" y="7470"/>
                </a:lnTo>
                <a:lnTo>
                  <a:pt x="11583" y="7470"/>
                </a:lnTo>
                <a:lnTo>
                  <a:pt x="11534" y="7495"/>
                </a:lnTo>
                <a:lnTo>
                  <a:pt x="11291" y="7665"/>
                </a:lnTo>
                <a:lnTo>
                  <a:pt x="11023" y="7811"/>
                </a:lnTo>
                <a:lnTo>
                  <a:pt x="10902" y="7884"/>
                </a:lnTo>
                <a:lnTo>
                  <a:pt x="10804" y="7957"/>
                </a:lnTo>
                <a:lnTo>
                  <a:pt x="10731" y="8054"/>
                </a:lnTo>
                <a:lnTo>
                  <a:pt x="10707" y="8103"/>
                </a:lnTo>
                <a:lnTo>
                  <a:pt x="10707" y="8176"/>
                </a:lnTo>
                <a:lnTo>
                  <a:pt x="10707" y="8200"/>
                </a:lnTo>
                <a:lnTo>
                  <a:pt x="10853" y="8200"/>
                </a:lnTo>
                <a:lnTo>
                  <a:pt x="10950" y="8176"/>
                </a:lnTo>
                <a:lnTo>
                  <a:pt x="11194" y="8079"/>
                </a:lnTo>
                <a:lnTo>
                  <a:pt x="11534" y="7933"/>
                </a:lnTo>
                <a:lnTo>
                  <a:pt x="11437" y="8273"/>
                </a:lnTo>
                <a:lnTo>
                  <a:pt x="11340" y="8298"/>
                </a:lnTo>
                <a:lnTo>
                  <a:pt x="11242" y="8322"/>
                </a:lnTo>
                <a:lnTo>
                  <a:pt x="11072" y="8419"/>
                </a:lnTo>
                <a:lnTo>
                  <a:pt x="10829" y="8541"/>
                </a:lnTo>
                <a:lnTo>
                  <a:pt x="10561" y="8614"/>
                </a:lnTo>
                <a:lnTo>
                  <a:pt x="10537" y="8638"/>
                </a:lnTo>
                <a:lnTo>
                  <a:pt x="10512" y="8663"/>
                </a:lnTo>
                <a:lnTo>
                  <a:pt x="10537" y="8687"/>
                </a:lnTo>
                <a:lnTo>
                  <a:pt x="10561" y="8711"/>
                </a:lnTo>
                <a:lnTo>
                  <a:pt x="10731" y="8736"/>
                </a:lnTo>
                <a:lnTo>
                  <a:pt x="10926" y="8736"/>
                </a:lnTo>
                <a:lnTo>
                  <a:pt x="11121" y="8711"/>
                </a:lnTo>
                <a:lnTo>
                  <a:pt x="11315" y="8663"/>
                </a:lnTo>
                <a:lnTo>
                  <a:pt x="11169" y="9028"/>
                </a:lnTo>
                <a:lnTo>
                  <a:pt x="10926" y="9028"/>
                </a:lnTo>
                <a:lnTo>
                  <a:pt x="10683" y="9052"/>
                </a:lnTo>
                <a:lnTo>
                  <a:pt x="10439" y="9125"/>
                </a:lnTo>
                <a:lnTo>
                  <a:pt x="10220" y="9198"/>
                </a:lnTo>
                <a:lnTo>
                  <a:pt x="10196" y="9222"/>
                </a:lnTo>
                <a:lnTo>
                  <a:pt x="10196" y="9247"/>
                </a:lnTo>
                <a:lnTo>
                  <a:pt x="10220" y="9271"/>
                </a:lnTo>
                <a:lnTo>
                  <a:pt x="10245" y="9295"/>
                </a:lnTo>
                <a:lnTo>
                  <a:pt x="10488" y="9295"/>
                </a:lnTo>
                <a:lnTo>
                  <a:pt x="10731" y="9320"/>
                </a:lnTo>
                <a:lnTo>
                  <a:pt x="11048" y="9368"/>
                </a:lnTo>
                <a:lnTo>
                  <a:pt x="10853" y="9757"/>
                </a:lnTo>
                <a:lnTo>
                  <a:pt x="10561" y="9733"/>
                </a:lnTo>
                <a:lnTo>
                  <a:pt x="10245" y="9709"/>
                </a:lnTo>
                <a:lnTo>
                  <a:pt x="10099" y="9709"/>
                </a:lnTo>
                <a:lnTo>
                  <a:pt x="9977" y="9733"/>
                </a:lnTo>
                <a:lnTo>
                  <a:pt x="9904" y="9782"/>
                </a:lnTo>
                <a:lnTo>
                  <a:pt x="9880" y="9806"/>
                </a:lnTo>
                <a:lnTo>
                  <a:pt x="9880" y="9830"/>
                </a:lnTo>
                <a:lnTo>
                  <a:pt x="9928" y="9928"/>
                </a:lnTo>
                <a:lnTo>
                  <a:pt x="9977" y="10001"/>
                </a:lnTo>
                <a:lnTo>
                  <a:pt x="10050" y="10074"/>
                </a:lnTo>
                <a:lnTo>
                  <a:pt x="10147" y="10122"/>
                </a:lnTo>
                <a:lnTo>
                  <a:pt x="10391" y="10171"/>
                </a:lnTo>
                <a:lnTo>
                  <a:pt x="10610" y="10220"/>
                </a:lnTo>
                <a:lnTo>
                  <a:pt x="10439" y="10512"/>
                </a:lnTo>
                <a:lnTo>
                  <a:pt x="10439" y="10439"/>
                </a:lnTo>
                <a:lnTo>
                  <a:pt x="10391" y="10390"/>
                </a:lnTo>
                <a:lnTo>
                  <a:pt x="10342" y="10341"/>
                </a:lnTo>
                <a:lnTo>
                  <a:pt x="10220" y="10293"/>
                </a:lnTo>
                <a:lnTo>
                  <a:pt x="9977" y="10268"/>
                </a:lnTo>
                <a:lnTo>
                  <a:pt x="9709" y="10220"/>
                </a:lnTo>
                <a:lnTo>
                  <a:pt x="9588" y="10220"/>
                </a:lnTo>
                <a:lnTo>
                  <a:pt x="9466" y="10244"/>
                </a:lnTo>
                <a:lnTo>
                  <a:pt x="9417" y="10268"/>
                </a:lnTo>
                <a:lnTo>
                  <a:pt x="9393" y="10317"/>
                </a:lnTo>
                <a:lnTo>
                  <a:pt x="9393" y="10366"/>
                </a:lnTo>
                <a:lnTo>
                  <a:pt x="9417" y="10414"/>
                </a:lnTo>
                <a:lnTo>
                  <a:pt x="9515" y="10487"/>
                </a:lnTo>
                <a:lnTo>
                  <a:pt x="9636" y="10560"/>
                </a:lnTo>
                <a:lnTo>
                  <a:pt x="9880" y="10633"/>
                </a:lnTo>
                <a:lnTo>
                  <a:pt x="10123" y="10682"/>
                </a:lnTo>
                <a:lnTo>
                  <a:pt x="10245" y="10682"/>
                </a:lnTo>
                <a:lnTo>
                  <a:pt x="10366" y="10633"/>
                </a:lnTo>
                <a:lnTo>
                  <a:pt x="10001" y="11242"/>
                </a:lnTo>
                <a:lnTo>
                  <a:pt x="9782" y="11169"/>
                </a:lnTo>
                <a:lnTo>
                  <a:pt x="9588" y="11144"/>
                </a:lnTo>
                <a:lnTo>
                  <a:pt x="9417" y="11096"/>
                </a:lnTo>
                <a:lnTo>
                  <a:pt x="9247" y="11071"/>
                </a:lnTo>
                <a:lnTo>
                  <a:pt x="9052" y="11047"/>
                </a:lnTo>
                <a:lnTo>
                  <a:pt x="8882" y="11096"/>
                </a:lnTo>
                <a:lnTo>
                  <a:pt x="8858" y="11120"/>
                </a:lnTo>
                <a:lnTo>
                  <a:pt x="8833" y="11169"/>
                </a:lnTo>
                <a:lnTo>
                  <a:pt x="8833" y="11193"/>
                </a:lnTo>
                <a:lnTo>
                  <a:pt x="8858" y="11242"/>
                </a:lnTo>
                <a:lnTo>
                  <a:pt x="9052" y="11315"/>
                </a:lnTo>
                <a:lnTo>
                  <a:pt x="9223" y="11363"/>
                </a:lnTo>
                <a:lnTo>
                  <a:pt x="9588" y="11485"/>
                </a:lnTo>
                <a:lnTo>
                  <a:pt x="9782" y="11558"/>
                </a:lnTo>
                <a:lnTo>
                  <a:pt x="9490" y="11996"/>
                </a:lnTo>
                <a:lnTo>
                  <a:pt x="9344" y="11923"/>
                </a:lnTo>
                <a:lnTo>
                  <a:pt x="9223" y="11874"/>
                </a:lnTo>
                <a:lnTo>
                  <a:pt x="8931" y="11801"/>
                </a:lnTo>
                <a:lnTo>
                  <a:pt x="8566" y="11704"/>
                </a:lnTo>
                <a:lnTo>
                  <a:pt x="8371" y="11655"/>
                </a:lnTo>
                <a:lnTo>
                  <a:pt x="8176" y="11655"/>
                </a:lnTo>
                <a:lnTo>
                  <a:pt x="8103" y="11680"/>
                </a:lnTo>
                <a:lnTo>
                  <a:pt x="8079" y="11728"/>
                </a:lnTo>
                <a:lnTo>
                  <a:pt x="8055" y="11801"/>
                </a:lnTo>
                <a:lnTo>
                  <a:pt x="8103" y="11850"/>
                </a:lnTo>
                <a:lnTo>
                  <a:pt x="8249" y="11947"/>
                </a:lnTo>
                <a:lnTo>
                  <a:pt x="8395" y="12045"/>
                </a:lnTo>
                <a:lnTo>
                  <a:pt x="8736" y="12166"/>
                </a:lnTo>
                <a:lnTo>
                  <a:pt x="8979" y="12239"/>
                </a:lnTo>
                <a:lnTo>
                  <a:pt x="9247" y="12312"/>
                </a:lnTo>
                <a:lnTo>
                  <a:pt x="9004" y="12629"/>
                </a:lnTo>
                <a:lnTo>
                  <a:pt x="8712" y="12580"/>
                </a:lnTo>
                <a:lnTo>
                  <a:pt x="8420" y="12531"/>
                </a:lnTo>
                <a:lnTo>
                  <a:pt x="8201" y="12458"/>
                </a:lnTo>
                <a:lnTo>
                  <a:pt x="8006" y="12361"/>
                </a:lnTo>
                <a:lnTo>
                  <a:pt x="7787" y="12239"/>
                </a:lnTo>
                <a:lnTo>
                  <a:pt x="7592" y="12142"/>
                </a:lnTo>
                <a:lnTo>
                  <a:pt x="7544" y="12142"/>
                </a:lnTo>
                <a:lnTo>
                  <a:pt x="7495" y="12166"/>
                </a:lnTo>
                <a:lnTo>
                  <a:pt x="7495" y="12215"/>
                </a:lnTo>
                <a:lnTo>
                  <a:pt x="7471" y="12264"/>
                </a:lnTo>
                <a:lnTo>
                  <a:pt x="7519" y="12385"/>
                </a:lnTo>
                <a:lnTo>
                  <a:pt x="7592" y="12507"/>
                </a:lnTo>
                <a:lnTo>
                  <a:pt x="7690" y="12604"/>
                </a:lnTo>
                <a:lnTo>
                  <a:pt x="7811" y="12677"/>
                </a:lnTo>
                <a:lnTo>
                  <a:pt x="8055" y="12823"/>
                </a:lnTo>
                <a:lnTo>
                  <a:pt x="8298" y="12921"/>
                </a:lnTo>
                <a:lnTo>
                  <a:pt x="8493" y="12994"/>
                </a:lnTo>
                <a:lnTo>
                  <a:pt x="8687" y="13018"/>
                </a:lnTo>
                <a:lnTo>
                  <a:pt x="8371" y="13407"/>
                </a:lnTo>
                <a:lnTo>
                  <a:pt x="8274" y="13310"/>
                </a:lnTo>
                <a:lnTo>
                  <a:pt x="8152" y="13261"/>
                </a:lnTo>
                <a:lnTo>
                  <a:pt x="7909" y="13188"/>
                </a:lnTo>
                <a:lnTo>
                  <a:pt x="7471" y="12994"/>
                </a:lnTo>
                <a:lnTo>
                  <a:pt x="7252" y="12921"/>
                </a:lnTo>
                <a:lnTo>
                  <a:pt x="7033" y="12896"/>
                </a:lnTo>
                <a:lnTo>
                  <a:pt x="7008" y="12896"/>
                </a:lnTo>
                <a:lnTo>
                  <a:pt x="7008" y="12945"/>
                </a:lnTo>
                <a:lnTo>
                  <a:pt x="7057" y="13042"/>
                </a:lnTo>
                <a:lnTo>
                  <a:pt x="7130" y="13115"/>
                </a:lnTo>
                <a:lnTo>
                  <a:pt x="7300" y="13261"/>
                </a:lnTo>
                <a:lnTo>
                  <a:pt x="7495" y="13359"/>
                </a:lnTo>
                <a:lnTo>
                  <a:pt x="7690" y="13456"/>
                </a:lnTo>
                <a:lnTo>
                  <a:pt x="7909" y="13578"/>
                </a:lnTo>
                <a:lnTo>
                  <a:pt x="8006" y="13626"/>
                </a:lnTo>
                <a:lnTo>
                  <a:pt x="8128" y="13675"/>
                </a:lnTo>
                <a:lnTo>
                  <a:pt x="7836" y="14016"/>
                </a:lnTo>
                <a:lnTo>
                  <a:pt x="7665" y="13967"/>
                </a:lnTo>
                <a:lnTo>
                  <a:pt x="7179" y="13724"/>
                </a:lnTo>
                <a:lnTo>
                  <a:pt x="6814" y="13553"/>
                </a:lnTo>
                <a:lnTo>
                  <a:pt x="6619" y="13480"/>
                </a:lnTo>
                <a:lnTo>
                  <a:pt x="6424" y="13480"/>
                </a:lnTo>
                <a:lnTo>
                  <a:pt x="6400" y="13505"/>
                </a:lnTo>
                <a:lnTo>
                  <a:pt x="6400" y="13553"/>
                </a:lnTo>
                <a:lnTo>
                  <a:pt x="6449" y="13651"/>
                </a:lnTo>
                <a:lnTo>
                  <a:pt x="6497" y="13724"/>
                </a:lnTo>
                <a:lnTo>
                  <a:pt x="6595" y="13821"/>
                </a:lnTo>
                <a:lnTo>
                  <a:pt x="6692" y="13894"/>
                </a:lnTo>
                <a:lnTo>
                  <a:pt x="6887" y="14016"/>
                </a:lnTo>
                <a:lnTo>
                  <a:pt x="7081" y="14137"/>
                </a:lnTo>
                <a:lnTo>
                  <a:pt x="7276" y="14235"/>
                </a:lnTo>
                <a:lnTo>
                  <a:pt x="7519" y="14381"/>
                </a:lnTo>
                <a:lnTo>
                  <a:pt x="7106" y="14843"/>
                </a:lnTo>
                <a:lnTo>
                  <a:pt x="6814" y="14697"/>
                </a:lnTo>
                <a:lnTo>
                  <a:pt x="6546" y="14527"/>
                </a:lnTo>
                <a:lnTo>
                  <a:pt x="6376" y="14405"/>
                </a:lnTo>
                <a:lnTo>
                  <a:pt x="6230" y="14259"/>
                </a:lnTo>
                <a:lnTo>
                  <a:pt x="6157" y="14162"/>
                </a:lnTo>
                <a:lnTo>
                  <a:pt x="6035" y="14064"/>
                </a:lnTo>
                <a:lnTo>
                  <a:pt x="5962" y="14064"/>
                </a:lnTo>
                <a:lnTo>
                  <a:pt x="5913" y="14089"/>
                </a:lnTo>
                <a:lnTo>
                  <a:pt x="5840" y="14186"/>
                </a:lnTo>
                <a:lnTo>
                  <a:pt x="5840" y="14283"/>
                </a:lnTo>
                <a:lnTo>
                  <a:pt x="5865" y="14381"/>
                </a:lnTo>
                <a:lnTo>
                  <a:pt x="5913" y="14478"/>
                </a:lnTo>
                <a:lnTo>
                  <a:pt x="6059" y="14673"/>
                </a:lnTo>
                <a:lnTo>
                  <a:pt x="6205" y="14794"/>
                </a:lnTo>
                <a:lnTo>
                  <a:pt x="6449" y="15013"/>
                </a:lnTo>
                <a:lnTo>
                  <a:pt x="6595" y="15135"/>
                </a:lnTo>
                <a:lnTo>
                  <a:pt x="6765" y="15208"/>
                </a:lnTo>
                <a:lnTo>
                  <a:pt x="6132" y="15816"/>
                </a:lnTo>
                <a:lnTo>
                  <a:pt x="5986" y="15573"/>
                </a:lnTo>
                <a:lnTo>
                  <a:pt x="5792" y="15354"/>
                </a:lnTo>
                <a:lnTo>
                  <a:pt x="5402" y="14916"/>
                </a:lnTo>
                <a:lnTo>
                  <a:pt x="5013" y="14527"/>
                </a:lnTo>
                <a:lnTo>
                  <a:pt x="4818" y="14332"/>
                </a:lnTo>
                <a:lnTo>
                  <a:pt x="4648" y="14113"/>
                </a:lnTo>
                <a:lnTo>
                  <a:pt x="4332" y="13724"/>
                </a:lnTo>
                <a:lnTo>
                  <a:pt x="3991" y="13359"/>
                </a:lnTo>
                <a:lnTo>
                  <a:pt x="3310" y="12629"/>
                </a:lnTo>
                <a:lnTo>
                  <a:pt x="2969" y="12264"/>
                </a:lnTo>
                <a:lnTo>
                  <a:pt x="2653" y="11874"/>
                </a:lnTo>
                <a:lnTo>
                  <a:pt x="2361" y="11485"/>
                </a:lnTo>
                <a:lnTo>
                  <a:pt x="2069" y="11071"/>
                </a:lnTo>
                <a:lnTo>
                  <a:pt x="1704" y="10439"/>
                </a:lnTo>
                <a:lnTo>
                  <a:pt x="1363" y="9757"/>
                </a:lnTo>
                <a:lnTo>
                  <a:pt x="1096" y="9052"/>
                </a:lnTo>
                <a:lnTo>
                  <a:pt x="974" y="8711"/>
                </a:lnTo>
                <a:lnTo>
                  <a:pt x="877" y="8346"/>
                </a:lnTo>
                <a:lnTo>
                  <a:pt x="779" y="7981"/>
                </a:lnTo>
                <a:lnTo>
                  <a:pt x="706" y="7616"/>
                </a:lnTo>
                <a:lnTo>
                  <a:pt x="633" y="7251"/>
                </a:lnTo>
                <a:lnTo>
                  <a:pt x="609" y="6862"/>
                </a:lnTo>
                <a:lnTo>
                  <a:pt x="585" y="6497"/>
                </a:lnTo>
                <a:lnTo>
                  <a:pt x="585" y="6132"/>
                </a:lnTo>
                <a:lnTo>
                  <a:pt x="585" y="5743"/>
                </a:lnTo>
                <a:lnTo>
                  <a:pt x="609" y="5378"/>
                </a:lnTo>
                <a:lnTo>
                  <a:pt x="682" y="4988"/>
                </a:lnTo>
                <a:lnTo>
                  <a:pt x="755" y="4599"/>
                </a:lnTo>
                <a:lnTo>
                  <a:pt x="877" y="4210"/>
                </a:lnTo>
                <a:lnTo>
                  <a:pt x="1023" y="3845"/>
                </a:lnTo>
                <a:lnTo>
                  <a:pt x="1193" y="3504"/>
                </a:lnTo>
                <a:lnTo>
                  <a:pt x="1363" y="3163"/>
                </a:lnTo>
                <a:lnTo>
                  <a:pt x="1582" y="2823"/>
                </a:lnTo>
                <a:lnTo>
                  <a:pt x="1826" y="2506"/>
                </a:lnTo>
                <a:lnTo>
                  <a:pt x="2093" y="2214"/>
                </a:lnTo>
                <a:lnTo>
                  <a:pt x="2361" y="1947"/>
                </a:lnTo>
                <a:lnTo>
                  <a:pt x="2653" y="1679"/>
                </a:lnTo>
                <a:lnTo>
                  <a:pt x="2969" y="1460"/>
                </a:lnTo>
                <a:lnTo>
                  <a:pt x="3310" y="1241"/>
                </a:lnTo>
                <a:lnTo>
                  <a:pt x="3650" y="1047"/>
                </a:lnTo>
                <a:lnTo>
                  <a:pt x="4015" y="901"/>
                </a:lnTo>
                <a:lnTo>
                  <a:pt x="4405" y="755"/>
                </a:lnTo>
                <a:lnTo>
                  <a:pt x="4770" y="657"/>
                </a:lnTo>
                <a:lnTo>
                  <a:pt x="5159" y="584"/>
                </a:lnTo>
                <a:lnTo>
                  <a:pt x="5524" y="536"/>
                </a:lnTo>
                <a:close/>
                <a:moveTo>
                  <a:pt x="5646" y="0"/>
                </a:moveTo>
                <a:lnTo>
                  <a:pt x="5256" y="49"/>
                </a:lnTo>
                <a:lnTo>
                  <a:pt x="4843" y="98"/>
                </a:lnTo>
                <a:lnTo>
                  <a:pt x="4453" y="195"/>
                </a:lnTo>
                <a:lnTo>
                  <a:pt x="4088" y="317"/>
                </a:lnTo>
                <a:lnTo>
                  <a:pt x="3723" y="438"/>
                </a:lnTo>
                <a:lnTo>
                  <a:pt x="3359" y="609"/>
                </a:lnTo>
                <a:lnTo>
                  <a:pt x="2994" y="803"/>
                </a:lnTo>
                <a:lnTo>
                  <a:pt x="2653" y="998"/>
                </a:lnTo>
                <a:lnTo>
                  <a:pt x="2337" y="1241"/>
                </a:lnTo>
                <a:lnTo>
                  <a:pt x="2020" y="1509"/>
                </a:lnTo>
                <a:lnTo>
                  <a:pt x="1728" y="1776"/>
                </a:lnTo>
                <a:lnTo>
                  <a:pt x="1461" y="2093"/>
                </a:lnTo>
                <a:lnTo>
                  <a:pt x="1193" y="2409"/>
                </a:lnTo>
                <a:lnTo>
                  <a:pt x="925" y="2798"/>
                </a:lnTo>
                <a:lnTo>
                  <a:pt x="682" y="3188"/>
                </a:lnTo>
                <a:lnTo>
                  <a:pt x="487" y="3601"/>
                </a:lnTo>
                <a:lnTo>
                  <a:pt x="341" y="4015"/>
                </a:lnTo>
                <a:lnTo>
                  <a:pt x="220" y="4453"/>
                </a:lnTo>
                <a:lnTo>
                  <a:pt x="122" y="4891"/>
                </a:lnTo>
                <a:lnTo>
                  <a:pt x="49" y="5329"/>
                </a:lnTo>
                <a:lnTo>
                  <a:pt x="25" y="5791"/>
                </a:lnTo>
                <a:lnTo>
                  <a:pt x="1" y="6254"/>
                </a:lnTo>
                <a:lnTo>
                  <a:pt x="25" y="6692"/>
                </a:lnTo>
                <a:lnTo>
                  <a:pt x="74" y="7154"/>
                </a:lnTo>
                <a:lnTo>
                  <a:pt x="122" y="7616"/>
                </a:lnTo>
                <a:lnTo>
                  <a:pt x="220" y="8054"/>
                </a:lnTo>
                <a:lnTo>
                  <a:pt x="317" y="8492"/>
                </a:lnTo>
                <a:lnTo>
                  <a:pt x="463" y="8930"/>
                </a:lnTo>
                <a:lnTo>
                  <a:pt x="609" y="9368"/>
                </a:lnTo>
                <a:lnTo>
                  <a:pt x="779" y="9806"/>
                </a:lnTo>
                <a:lnTo>
                  <a:pt x="974" y="10244"/>
                </a:lnTo>
                <a:lnTo>
                  <a:pt x="1193" y="10682"/>
                </a:lnTo>
                <a:lnTo>
                  <a:pt x="1412" y="11096"/>
                </a:lnTo>
                <a:lnTo>
                  <a:pt x="1680" y="11509"/>
                </a:lnTo>
                <a:lnTo>
                  <a:pt x="1947" y="11899"/>
                </a:lnTo>
                <a:lnTo>
                  <a:pt x="2239" y="12288"/>
                </a:lnTo>
                <a:lnTo>
                  <a:pt x="2531" y="12677"/>
                </a:lnTo>
                <a:lnTo>
                  <a:pt x="2969" y="13213"/>
                </a:lnTo>
                <a:lnTo>
                  <a:pt x="3407" y="13748"/>
                </a:lnTo>
                <a:lnTo>
                  <a:pt x="3626" y="14040"/>
                </a:lnTo>
                <a:lnTo>
                  <a:pt x="3869" y="14283"/>
                </a:lnTo>
                <a:lnTo>
                  <a:pt x="4113" y="14527"/>
                </a:lnTo>
                <a:lnTo>
                  <a:pt x="4380" y="14746"/>
                </a:lnTo>
                <a:lnTo>
                  <a:pt x="4502" y="14867"/>
                </a:lnTo>
                <a:lnTo>
                  <a:pt x="4697" y="15086"/>
                </a:lnTo>
                <a:lnTo>
                  <a:pt x="5159" y="15622"/>
                </a:lnTo>
                <a:lnTo>
                  <a:pt x="5621" y="16133"/>
                </a:lnTo>
                <a:lnTo>
                  <a:pt x="5792" y="16303"/>
                </a:lnTo>
                <a:lnTo>
                  <a:pt x="5865" y="16352"/>
                </a:lnTo>
                <a:lnTo>
                  <a:pt x="5913" y="16352"/>
                </a:lnTo>
                <a:lnTo>
                  <a:pt x="6084" y="16327"/>
                </a:lnTo>
                <a:lnTo>
                  <a:pt x="6230" y="16279"/>
                </a:lnTo>
                <a:lnTo>
                  <a:pt x="6351" y="16230"/>
                </a:lnTo>
                <a:lnTo>
                  <a:pt x="6473" y="16157"/>
                </a:lnTo>
                <a:lnTo>
                  <a:pt x="6716" y="15962"/>
                </a:lnTo>
                <a:lnTo>
                  <a:pt x="6911" y="15743"/>
                </a:lnTo>
                <a:lnTo>
                  <a:pt x="8176" y="14259"/>
                </a:lnTo>
                <a:lnTo>
                  <a:pt x="8833" y="13480"/>
                </a:lnTo>
                <a:lnTo>
                  <a:pt x="9466" y="12677"/>
                </a:lnTo>
                <a:lnTo>
                  <a:pt x="10074" y="11874"/>
                </a:lnTo>
                <a:lnTo>
                  <a:pt x="10634" y="11023"/>
                </a:lnTo>
                <a:lnTo>
                  <a:pt x="10877" y="10609"/>
                </a:lnTo>
                <a:lnTo>
                  <a:pt x="11121" y="10195"/>
                </a:lnTo>
                <a:lnTo>
                  <a:pt x="11340" y="9782"/>
                </a:lnTo>
                <a:lnTo>
                  <a:pt x="11534" y="9344"/>
                </a:lnTo>
                <a:lnTo>
                  <a:pt x="11704" y="8930"/>
                </a:lnTo>
                <a:lnTo>
                  <a:pt x="11875" y="8492"/>
                </a:lnTo>
                <a:lnTo>
                  <a:pt x="12021" y="8030"/>
                </a:lnTo>
                <a:lnTo>
                  <a:pt x="12118" y="7592"/>
                </a:lnTo>
                <a:lnTo>
                  <a:pt x="12215" y="7130"/>
                </a:lnTo>
                <a:lnTo>
                  <a:pt x="12264" y="6667"/>
                </a:lnTo>
                <a:lnTo>
                  <a:pt x="12288" y="6205"/>
                </a:lnTo>
                <a:lnTo>
                  <a:pt x="12288" y="5743"/>
                </a:lnTo>
                <a:lnTo>
                  <a:pt x="12240" y="5280"/>
                </a:lnTo>
                <a:lnTo>
                  <a:pt x="12167" y="4818"/>
                </a:lnTo>
                <a:lnTo>
                  <a:pt x="12045" y="4380"/>
                </a:lnTo>
                <a:lnTo>
                  <a:pt x="11899" y="3918"/>
                </a:lnTo>
                <a:lnTo>
                  <a:pt x="11729" y="3528"/>
                </a:lnTo>
                <a:lnTo>
                  <a:pt x="11534" y="3163"/>
                </a:lnTo>
                <a:lnTo>
                  <a:pt x="11315" y="2798"/>
                </a:lnTo>
                <a:lnTo>
                  <a:pt x="11096" y="2458"/>
                </a:lnTo>
                <a:lnTo>
                  <a:pt x="10829" y="2141"/>
                </a:lnTo>
                <a:lnTo>
                  <a:pt x="10537" y="1825"/>
                </a:lnTo>
                <a:lnTo>
                  <a:pt x="10245" y="1557"/>
                </a:lnTo>
                <a:lnTo>
                  <a:pt x="9928" y="1290"/>
                </a:lnTo>
                <a:lnTo>
                  <a:pt x="9588" y="1047"/>
                </a:lnTo>
                <a:lnTo>
                  <a:pt x="9223" y="828"/>
                </a:lnTo>
                <a:lnTo>
                  <a:pt x="8858" y="633"/>
                </a:lnTo>
                <a:lnTo>
                  <a:pt x="8493" y="463"/>
                </a:lnTo>
                <a:lnTo>
                  <a:pt x="8103" y="317"/>
                </a:lnTo>
                <a:lnTo>
                  <a:pt x="7714" y="195"/>
                </a:lnTo>
                <a:lnTo>
                  <a:pt x="7300" y="98"/>
                </a:lnTo>
                <a:lnTo>
                  <a:pt x="6887" y="49"/>
                </a:lnTo>
                <a:lnTo>
                  <a:pt x="6473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18303" y="2161026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45672660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glamou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Eglamou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9" ma:contentTypeDescription="Create a new document." ma:contentTypeScope="" ma:versionID="a5577d833b9f28dcc6be37a04859b9a8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ae50cb7862d574a2d96b6910b4abdc85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808d36-874f-4b27-aec2-2fd649817929" xsi:nil="true"/>
    <lcf76f155ced4ddcb4097134ff3c332f xmlns="f2466082-b6bf-4153-98c3-3c41e85fda1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E66CC4-6892-455F-8EC1-A5C11F55E76A}"/>
</file>

<file path=customXml/itemProps2.xml><?xml version="1.0" encoding="utf-8"?>
<ds:datastoreItem xmlns:ds="http://schemas.openxmlformats.org/officeDocument/2006/customXml" ds:itemID="{326CE710-A902-4782-88C8-87AB82C50BFF}">
  <ds:schemaRefs>
    <ds:schemaRef ds:uri="ba2e8617-29ee-40b9-b822-c9e0f853d80d"/>
    <ds:schemaRef ds:uri="dc808d36-874f-4b27-aec2-2fd649817929"/>
    <ds:schemaRef ds:uri="f2466082-b6bf-4153-98c3-3c41e85fda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B2CA712-DB8D-4621-B2A5-2B37108E04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Office Theme</vt:lpstr>
      <vt:lpstr>Eglamour template</vt:lpstr>
      <vt:lpstr>1_Eglamour template</vt:lpstr>
      <vt:lpstr>Project Closeout: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Human Resource Closeout</vt:lpstr>
      <vt:lpstr>Human Resource Closeout</vt:lpstr>
      <vt:lpstr>Programmatic Closeout</vt:lpstr>
      <vt:lpstr>Programmatic Closeout</vt:lpstr>
      <vt:lpstr>Key Requirements</vt:lpstr>
      <vt:lpstr>Final Inventory Report</vt:lpstr>
      <vt:lpstr>Disposition Plan</vt:lpstr>
      <vt:lpstr>Closeout Letter</vt:lpstr>
      <vt:lpstr>PowerPoint Presentation</vt:lpstr>
      <vt:lpstr>Planning for Closeout</vt:lpstr>
      <vt:lpstr>Planning for Closeout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Rules and Regulations:</dc:title>
  <dc:creator>Abigail Shepard- Moore</dc:creator>
  <cp:revision>1</cp:revision>
  <dcterms:created xsi:type="dcterms:W3CDTF">2019-06-24T13:16:26Z</dcterms:created>
  <dcterms:modified xsi:type="dcterms:W3CDTF">2024-01-24T21:16:43Z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13945400</vt:r8>
  </property>
  <property fmtid="{D5CDD505-2E9C-101B-9397-08002B2CF9AE}" pid="4" name="MediaServiceImageTags">
    <vt:lpwstr/>
  </property>
</Properties>
</file>