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9" r:id="rId6"/>
    <p:sldId id="308" r:id="rId7"/>
    <p:sldId id="309" r:id="rId8"/>
    <p:sldId id="264" r:id="rId9"/>
    <p:sldId id="318" r:id="rId10"/>
    <p:sldId id="319" r:id="rId11"/>
    <p:sldId id="320" r:id="rId12"/>
    <p:sldId id="323" r:id="rId13"/>
    <p:sldId id="321" r:id="rId14"/>
    <p:sldId id="271" r:id="rId15"/>
    <p:sldId id="324" r:id="rId16"/>
    <p:sldId id="317" r:id="rId17"/>
    <p:sldId id="325" r:id="rId18"/>
    <p:sldId id="326" r:id="rId19"/>
    <p:sldId id="32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6"/>
            <p14:sldId id="259"/>
            <p14:sldId id="308"/>
            <p14:sldId id="309"/>
            <p14:sldId id="264"/>
            <p14:sldId id="318"/>
            <p14:sldId id="319"/>
            <p14:sldId id="320"/>
            <p14:sldId id="323"/>
            <p14:sldId id="321"/>
            <p14:sldId id="271"/>
            <p14:sldId id="324"/>
            <p14:sldId id="317"/>
            <p14:sldId id="325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A4"/>
    <a:srgbClr val="008400"/>
    <a:srgbClr val="F82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C21A1-872A-42C9-AFB3-4FCC6E0715C0}" v="141" dt="2019-11-27T20:27:03.7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5" autoAdjust="0"/>
    <p:restoredTop sz="90738" autoAdjust="0"/>
  </p:normalViewPr>
  <p:slideViewPr>
    <p:cSldViewPr snapToGrid="0" snapToObjects="1">
      <p:cViewPr varScale="1">
        <p:scale>
          <a:sx n="78" d="100"/>
          <a:sy n="78" d="100"/>
        </p:scale>
        <p:origin x="159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le Martin" userId="04f63225-1d27-46ab-9c7c-1c8b513bed32" providerId="ADAL" clId="{784C21A1-872A-42C9-AFB3-4FCC6E0715C0}"/>
    <pc:docChg chg="undo redo custSel addSld delSld modSld sldOrd">
      <pc:chgData name="Danielle Martin" userId="04f63225-1d27-46ab-9c7c-1c8b513bed32" providerId="ADAL" clId="{784C21A1-872A-42C9-AFB3-4FCC6E0715C0}" dt="2019-11-27T20:26:32.431" v="3442" actId="20577"/>
      <pc:docMkLst>
        <pc:docMk/>
      </pc:docMkLst>
      <pc:sldChg chg="modSp">
        <pc:chgData name="Danielle Martin" userId="04f63225-1d27-46ab-9c7c-1c8b513bed32" providerId="ADAL" clId="{784C21A1-872A-42C9-AFB3-4FCC6E0715C0}" dt="2019-10-24T13:30:29.785" v="879" actId="108"/>
        <pc:sldMkLst>
          <pc:docMk/>
          <pc:sldMk cId="2462752721" sldId="256"/>
        </pc:sldMkLst>
        <pc:spChg chg="mod">
          <ac:chgData name="Danielle Martin" userId="04f63225-1d27-46ab-9c7c-1c8b513bed32" providerId="ADAL" clId="{784C21A1-872A-42C9-AFB3-4FCC6E0715C0}" dt="2019-10-24T13:30:29.785" v="879" actId="108"/>
          <ac:spMkLst>
            <pc:docMk/>
            <pc:sldMk cId="2462752721" sldId="256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0-24T14:29:48.785" v="934" actId="20577"/>
        <pc:sldMkLst>
          <pc:docMk/>
          <pc:sldMk cId="628208286" sldId="260"/>
        </pc:sldMkLst>
        <pc:spChg chg="mod">
          <ac:chgData name="Danielle Martin" userId="04f63225-1d27-46ab-9c7c-1c8b513bed32" providerId="ADAL" clId="{784C21A1-872A-42C9-AFB3-4FCC6E0715C0}" dt="2019-10-24T14:28:38.504" v="926" actId="20577"/>
          <ac:spMkLst>
            <pc:docMk/>
            <pc:sldMk cId="628208286" sldId="260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0-24T14:29:48.785" v="934" actId="20577"/>
          <ac:spMkLst>
            <pc:docMk/>
            <pc:sldMk cId="628208286" sldId="260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784C21A1-872A-42C9-AFB3-4FCC6E0715C0}" dt="2019-11-06T19:55:48.081" v="1919" actId="20577"/>
        <pc:sldMkLst>
          <pc:docMk/>
          <pc:sldMk cId="36853573" sldId="264"/>
        </pc:sldMkLst>
        <pc:spChg chg="mod">
          <ac:chgData name="Danielle Martin" userId="04f63225-1d27-46ab-9c7c-1c8b513bed32" providerId="ADAL" clId="{784C21A1-872A-42C9-AFB3-4FCC6E0715C0}" dt="2019-11-06T19:55:48.081" v="1919" actId="20577"/>
          <ac:spMkLst>
            <pc:docMk/>
            <pc:sldMk cId="36853573" sldId="264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1-07T20:12:14.585" v="1935" actId="20577"/>
        <pc:sldMkLst>
          <pc:docMk/>
          <pc:sldMk cId="36853573" sldId="265"/>
        </pc:sldMkLst>
        <pc:spChg chg="mod">
          <ac:chgData name="Danielle Martin" userId="04f63225-1d27-46ab-9c7c-1c8b513bed32" providerId="ADAL" clId="{784C21A1-872A-42C9-AFB3-4FCC6E0715C0}" dt="2019-10-24T14:28:30.553" v="918" actId="20577"/>
          <ac:spMkLst>
            <pc:docMk/>
            <pc:sldMk cId="36853573" sldId="265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7T20:12:14.585" v="1935" actId="20577"/>
          <ac:spMkLst>
            <pc:docMk/>
            <pc:sldMk cId="36853573" sldId="265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784C21A1-872A-42C9-AFB3-4FCC6E0715C0}" dt="2019-11-27T20:26:32.431" v="3442" actId="20577"/>
        <pc:sldMkLst>
          <pc:docMk/>
          <pc:sldMk cId="2262606785" sldId="271"/>
        </pc:sldMkLst>
        <pc:spChg chg="mod">
          <ac:chgData name="Danielle Martin" userId="04f63225-1d27-46ab-9c7c-1c8b513bed32" providerId="ADAL" clId="{784C21A1-872A-42C9-AFB3-4FCC6E0715C0}" dt="2019-11-27T20:26:32.431" v="3442" actId="20577"/>
          <ac:spMkLst>
            <pc:docMk/>
            <pc:sldMk cId="2262606785" sldId="271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27T20:26:17.610" v="3418" actId="20577"/>
          <ac:spMkLst>
            <pc:docMk/>
            <pc:sldMk cId="2262606785" sldId="271"/>
            <ac:spMk id="3" creationId="{00000000-0000-0000-0000-000000000000}"/>
          </ac:spMkLst>
        </pc:spChg>
      </pc:sldChg>
      <pc:sldChg chg="addSp delSp modSp">
        <pc:chgData name="Danielle Martin" userId="04f63225-1d27-46ab-9c7c-1c8b513bed32" providerId="ADAL" clId="{784C21A1-872A-42C9-AFB3-4FCC6E0715C0}" dt="2019-11-01T18:01:58.737" v="1019" actId="1076"/>
        <pc:sldMkLst>
          <pc:docMk/>
          <pc:sldMk cId="2380556952" sldId="298"/>
        </pc:sldMkLst>
        <pc:spChg chg="mod">
          <ac:chgData name="Danielle Martin" userId="04f63225-1d27-46ab-9c7c-1c8b513bed32" providerId="ADAL" clId="{784C21A1-872A-42C9-AFB3-4FCC6E0715C0}" dt="2019-11-01T18:00:58.307" v="1009" actId="20577"/>
          <ac:spMkLst>
            <pc:docMk/>
            <pc:sldMk cId="2380556952" sldId="298"/>
            <ac:spMk id="2" creationId="{00000000-0000-0000-0000-000000000000}"/>
          </ac:spMkLst>
        </pc:spChg>
        <pc:spChg chg="del mod">
          <ac:chgData name="Danielle Martin" userId="04f63225-1d27-46ab-9c7c-1c8b513bed32" providerId="ADAL" clId="{784C21A1-872A-42C9-AFB3-4FCC6E0715C0}" dt="2019-11-01T18:01:37.022" v="1013"/>
          <ac:spMkLst>
            <pc:docMk/>
            <pc:sldMk cId="2380556952" sldId="298"/>
            <ac:spMk id="3" creationId="{00000000-0000-0000-0000-000000000000}"/>
          </ac:spMkLst>
        </pc:spChg>
        <pc:picChg chg="add mod modCrop">
          <ac:chgData name="Danielle Martin" userId="04f63225-1d27-46ab-9c7c-1c8b513bed32" providerId="ADAL" clId="{784C21A1-872A-42C9-AFB3-4FCC6E0715C0}" dt="2019-11-01T18:01:58.737" v="1019" actId="1076"/>
          <ac:picMkLst>
            <pc:docMk/>
            <pc:sldMk cId="2380556952" sldId="298"/>
            <ac:picMk id="4" creationId="{698CBB7C-1647-44DA-981E-7D38887716A8}"/>
          </ac:picMkLst>
        </pc:picChg>
      </pc:sldChg>
      <pc:sldChg chg="modSp">
        <pc:chgData name="Danielle Martin" userId="04f63225-1d27-46ab-9c7c-1c8b513bed32" providerId="ADAL" clId="{784C21A1-872A-42C9-AFB3-4FCC6E0715C0}" dt="2019-10-24T15:16:10.273" v="945" actId="1076"/>
        <pc:sldMkLst>
          <pc:docMk/>
          <pc:sldMk cId="2468337771" sldId="299"/>
        </pc:sldMkLst>
        <pc:spChg chg="mod">
          <ac:chgData name="Danielle Martin" userId="04f63225-1d27-46ab-9c7c-1c8b513bed32" providerId="ADAL" clId="{784C21A1-872A-42C9-AFB3-4FCC6E0715C0}" dt="2019-10-24T15:16:10.273" v="945" actId="1076"/>
          <ac:spMkLst>
            <pc:docMk/>
            <pc:sldMk cId="2468337771" sldId="299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784C21A1-872A-42C9-AFB3-4FCC6E0715C0}" dt="2019-10-18T16:19:45.478" v="649" actId="5793"/>
        <pc:sldMkLst>
          <pc:docMk/>
          <pc:sldMk cId="404907745" sldId="308"/>
        </pc:sldMkLst>
        <pc:spChg chg="mod">
          <ac:chgData name="Danielle Martin" userId="04f63225-1d27-46ab-9c7c-1c8b513bed32" providerId="ADAL" clId="{784C21A1-872A-42C9-AFB3-4FCC6E0715C0}" dt="2019-10-18T16:10:49.981" v="22" actId="20577"/>
          <ac:spMkLst>
            <pc:docMk/>
            <pc:sldMk cId="404907745" sldId="308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0-18T16:19:45.478" v="649" actId="5793"/>
          <ac:spMkLst>
            <pc:docMk/>
            <pc:sldMk cId="404907745" sldId="308"/>
            <ac:spMk id="3" creationId="{00000000-0000-0000-0000-000000000000}"/>
          </ac:spMkLst>
        </pc:spChg>
      </pc:sldChg>
      <pc:sldChg chg="add del">
        <pc:chgData name="Danielle Martin" userId="04f63225-1d27-46ab-9c7c-1c8b513bed32" providerId="ADAL" clId="{784C21A1-872A-42C9-AFB3-4FCC6E0715C0}" dt="2019-10-18T16:10:39.522" v="2"/>
        <pc:sldMkLst>
          <pc:docMk/>
          <pc:sldMk cId="117483764" sldId="309"/>
        </pc:sldMkLst>
      </pc:sldChg>
      <pc:sldChg chg="modSp add">
        <pc:chgData name="Danielle Martin" userId="04f63225-1d27-46ab-9c7c-1c8b513bed32" providerId="ADAL" clId="{784C21A1-872A-42C9-AFB3-4FCC6E0715C0}" dt="2019-10-20T17:20:09.328" v="877" actId="113"/>
        <pc:sldMkLst>
          <pc:docMk/>
          <pc:sldMk cId="1055862491" sldId="309"/>
        </pc:sldMkLst>
        <pc:spChg chg="mod">
          <ac:chgData name="Danielle Martin" userId="04f63225-1d27-46ab-9c7c-1c8b513bed32" providerId="ADAL" clId="{784C21A1-872A-42C9-AFB3-4FCC6E0715C0}" dt="2019-10-20T17:20:09.328" v="877" actId="113"/>
          <ac:spMkLst>
            <pc:docMk/>
            <pc:sldMk cId="1055862491" sldId="309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1T23:57:27.939" v="1164" actId="20577"/>
        <pc:sldMkLst>
          <pc:docMk/>
          <pc:sldMk cId="2571508918" sldId="310"/>
        </pc:sldMkLst>
        <pc:spChg chg="mod">
          <ac:chgData name="Danielle Martin" userId="04f63225-1d27-46ab-9c7c-1c8b513bed32" providerId="ADAL" clId="{784C21A1-872A-42C9-AFB3-4FCC6E0715C0}" dt="2019-11-01T23:57:27.939" v="1164" actId="20577"/>
          <ac:spMkLst>
            <pc:docMk/>
            <pc:sldMk cId="2571508918" sldId="310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2:34.629" v="1424" actId="20577"/>
        <pc:sldMkLst>
          <pc:docMk/>
          <pc:sldMk cId="543745489" sldId="311"/>
        </pc:sldMkLst>
        <pc:spChg chg="mod">
          <ac:chgData name="Danielle Martin" userId="04f63225-1d27-46ab-9c7c-1c8b513bed32" providerId="ADAL" clId="{784C21A1-872A-42C9-AFB3-4FCC6E0715C0}" dt="2019-11-01T17:55:52.785" v="967" actId="5793"/>
          <ac:spMkLst>
            <pc:docMk/>
            <pc:sldMk cId="543745489" sldId="311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2T00:02:34.629" v="1424" actId="20577"/>
          <ac:spMkLst>
            <pc:docMk/>
            <pc:sldMk cId="543745489" sldId="311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4:38.764" v="1572" actId="313"/>
        <pc:sldMkLst>
          <pc:docMk/>
          <pc:sldMk cId="2484058205" sldId="312"/>
        </pc:sldMkLst>
        <pc:spChg chg="mod">
          <ac:chgData name="Danielle Martin" userId="04f63225-1d27-46ab-9c7c-1c8b513bed32" providerId="ADAL" clId="{784C21A1-872A-42C9-AFB3-4FCC6E0715C0}" dt="2019-11-02T00:04:38.764" v="1572" actId="313"/>
          <ac:spMkLst>
            <pc:docMk/>
            <pc:sldMk cId="2484058205" sldId="312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2T00:00:47.915" v="1384" actId="6549"/>
        <pc:sldMkLst>
          <pc:docMk/>
          <pc:sldMk cId="3359353191" sldId="313"/>
        </pc:sldMkLst>
        <pc:spChg chg="mod">
          <ac:chgData name="Danielle Martin" userId="04f63225-1d27-46ab-9c7c-1c8b513bed32" providerId="ADAL" clId="{784C21A1-872A-42C9-AFB3-4FCC6E0715C0}" dt="2019-11-01T23:58:13.375" v="1197" actId="20577"/>
          <ac:spMkLst>
            <pc:docMk/>
            <pc:sldMk cId="3359353191" sldId="313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2T00:00:47.915" v="1384" actId="6549"/>
          <ac:spMkLst>
            <pc:docMk/>
            <pc:sldMk cId="3359353191" sldId="313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784C21A1-872A-42C9-AFB3-4FCC6E0715C0}" dt="2019-11-04T02:11:25.780" v="1914" actId="113"/>
        <pc:sldMkLst>
          <pc:docMk/>
          <pc:sldMk cId="839178257" sldId="314"/>
        </pc:sldMkLst>
        <pc:spChg chg="mod">
          <ac:chgData name="Danielle Martin" userId="04f63225-1d27-46ab-9c7c-1c8b513bed32" providerId="ADAL" clId="{784C21A1-872A-42C9-AFB3-4FCC6E0715C0}" dt="2019-11-02T00:02:52.621" v="1446" actId="20577"/>
          <ac:spMkLst>
            <pc:docMk/>
            <pc:sldMk cId="839178257" sldId="314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04T02:11:25.780" v="1914" actId="113"/>
          <ac:spMkLst>
            <pc:docMk/>
            <pc:sldMk cId="839178257" sldId="314"/>
            <ac:spMk id="3" creationId="{00000000-0000-0000-0000-000000000000}"/>
          </ac:spMkLst>
        </pc:spChg>
      </pc:sldChg>
      <pc:sldChg chg="modSp add ord">
        <pc:chgData name="Danielle Martin" userId="04f63225-1d27-46ab-9c7c-1c8b513bed32" providerId="ADAL" clId="{784C21A1-872A-42C9-AFB3-4FCC6E0715C0}" dt="2019-11-20T15:49:16.211" v="2393" actId="20577"/>
        <pc:sldMkLst>
          <pc:docMk/>
          <pc:sldMk cId="3480800267" sldId="315"/>
        </pc:sldMkLst>
        <pc:spChg chg="mod">
          <ac:chgData name="Danielle Martin" userId="04f63225-1d27-46ab-9c7c-1c8b513bed32" providerId="ADAL" clId="{784C21A1-872A-42C9-AFB3-4FCC6E0715C0}" dt="2019-11-19T20:30:20.592" v="1960" actId="20577"/>
          <ac:spMkLst>
            <pc:docMk/>
            <pc:sldMk cId="3480800267" sldId="315"/>
            <ac:spMk id="2" creationId="{00000000-0000-0000-0000-000000000000}"/>
          </ac:spMkLst>
        </pc:spChg>
        <pc:spChg chg="mod">
          <ac:chgData name="Danielle Martin" userId="04f63225-1d27-46ab-9c7c-1c8b513bed32" providerId="ADAL" clId="{784C21A1-872A-42C9-AFB3-4FCC6E0715C0}" dt="2019-11-20T15:49:16.211" v="2393" actId="20577"/>
          <ac:spMkLst>
            <pc:docMk/>
            <pc:sldMk cId="3480800267" sldId="315"/>
            <ac:spMk id="3" creationId="{00000000-0000-0000-0000-000000000000}"/>
          </ac:spMkLst>
        </pc:spChg>
      </pc:sldChg>
      <pc:sldChg chg="add">
        <pc:chgData name="Danielle Martin" userId="04f63225-1d27-46ab-9c7c-1c8b513bed32" providerId="ADAL" clId="{784C21A1-872A-42C9-AFB3-4FCC6E0715C0}" dt="2019-11-22T15:49:32.043" v="2396"/>
        <pc:sldMkLst>
          <pc:docMk/>
          <pc:sldMk cId="957614778" sldId="316"/>
        </pc:sldMkLst>
      </pc:sldChg>
      <pc:sldChg chg="add del">
        <pc:chgData name="Danielle Martin" userId="04f63225-1d27-46ab-9c7c-1c8b513bed32" providerId="ADAL" clId="{784C21A1-872A-42C9-AFB3-4FCC6E0715C0}" dt="2019-11-22T15:49:26.272" v="2395"/>
        <pc:sldMkLst>
          <pc:docMk/>
          <pc:sldMk cId="3785806518" sldId="316"/>
        </pc:sldMkLst>
      </pc:sldChg>
      <pc:sldChg chg="modSp add">
        <pc:chgData name="Danielle Martin" userId="04f63225-1d27-46ab-9c7c-1c8b513bed32" providerId="ADAL" clId="{784C21A1-872A-42C9-AFB3-4FCC6E0715C0}" dt="2019-11-27T20:22:37.829" v="3011" actId="20577"/>
        <pc:sldMkLst>
          <pc:docMk/>
          <pc:sldMk cId="1520623683" sldId="317"/>
        </pc:sldMkLst>
        <pc:spChg chg="mod">
          <ac:chgData name="Danielle Martin" userId="04f63225-1d27-46ab-9c7c-1c8b513bed32" providerId="ADAL" clId="{784C21A1-872A-42C9-AFB3-4FCC6E0715C0}" dt="2019-11-27T20:22:37.829" v="3011" actId="20577"/>
          <ac:spMkLst>
            <pc:docMk/>
            <pc:sldMk cId="1520623683" sldId="317"/>
            <ac:spMk id="3" creationId="{00000000-0000-0000-0000-000000000000}"/>
          </ac:spMkLst>
        </pc:spChg>
      </pc:sldChg>
    </pc:docChg>
  </pc:docChgLst>
  <pc:docChgLst>
    <pc:chgData name="Danielle Martin" userId="04f63225-1d27-46ab-9c7c-1c8b513bed32" providerId="ADAL" clId="{0AE3F476-4D60-4C42-BA4B-5822FC3962B8}"/>
    <pc:docChg chg="undo redo custSel addSld modSld sldOrd">
      <pc:chgData name="Danielle Martin" userId="04f63225-1d27-46ab-9c7c-1c8b513bed32" providerId="ADAL" clId="{0AE3F476-4D60-4C42-BA4B-5822FC3962B8}" dt="2019-10-17T13:14:24.969" v="1700" actId="27636"/>
      <pc:docMkLst>
        <pc:docMk/>
      </pc:docMkLst>
      <pc:sldChg chg="modSp">
        <pc:chgData name="Danielle Martin" userId="04f63225-1d27-46ab-9c7c-1c8b513bed32" providerId="ADAL" clId="{0AE3F476-4D60-4C42-BA4B-5822FC3962B8}" dt="2019-10-17T13:13:53.917" v="1679" actId="20577"/>
        <pc:sldMkLst>
          <pc:docMk/>
          <pc:sldMk cId="1756117661" sldId="259"/>
        </pc:sldMkLst>
        <pc:spChg chg="mod">
          <ac:chgData name="Danielle Martin" userId="04f63225-1d27-46ab-9c7c-1c8b513bed32" providerId="ADAL" clId="{0AE3F476-4D60-4C42-BA4B-5822FC3962B8}" dt="2019-10-17T13:13:53.917" v="1679" actId="20577"/>
          <ac:spMkLst>
            <pc:docMk/>
            <pc:sldMk cId="1756117661" sldId="259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1:43.358" v="29" actId="14100"/>
        <pc:sldMkLst>
          <pc:docMk/>
          <pc:sldMk cId="628208286" sldId="260"/>
        </pc:sldMkLst>
        <pc:spChg chg="mod">
          <ac:chgData name="Danielle Martin" userId="04f63225-1d27-46ab-9c7c-1c8b513bed32" providerId="ADAL" clId="{0AE3F476-4D60-4C42-BA4B-5822FC3962B8}" dt="2019-10-17T05:01:43.358" v="29" actId="14100"/>
          <ac:spMkLst>
            <pc:docMk/>
            <pc:sldMk cId="628208286" sldId="260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5:49.386" v="185" actId="14100"/>
        <pc:sldMkLst>
          <pc:docMk/>
          <pc:sldMk cId="2553327719" sldId="268"/>
        </pc:sldMkLst>
        <pc:spChg chg="mod">
          <ac:chgData name="Danielle Martin" userId="04f63225-1d27-46ab-9c7c-1c8b513bed32" providerId="ADAL" clId="{0AE3F476-4D60-4C42-BA4B-5822FC3962B8}" dt="2019-10-17T05:05:49.386" v="185" actId="14100"/>
          <ac:spMkLst>
            <pc:docMk/>
            <pc:sldMk cId="2553327719" sldId="268"/>
            <ac:spMk id="3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05:02:58.214" v="164" actId="20577"/>
        <pc:sldMkLst>
          <pc:docMk/>
          <pc:sldMk cId="1867741448" sldId="273"/>
        </pc:sldMkLst>
        <pc:spChg chg="mod">
          <ac:chgData name="Danielle Martin" userId="04f63225-1d27-46ab-9c7c-1c8b513bed32" providerId="ADAL" clId="{0AE3F476-4D60-4C42-BA4B-5822FC3962B8}" dt="2019-10-17T05:02:58.214" v="164" actId="20577"/>
          <ac:spMkLst>
            <pc:docMk/>
            <pc:sldMk cId="1867741448" sldId="273"/>
            <ac:spMk id="3" creationId="{00000000-0000-0000-0000-000000000000}"/>
          </ac:spMkLst>
        </pc:spChg>
      </pc:sldChg>
      <pc:sldChg chg="modSp ord">
        <pc:chgData name="Danielle Martin" userId="04f63225-1d27-46ab-9c7c-1c8b513bed32" providerId="ADAL" clId="{0AE3F476-4D60-4C42-BA4B-5822FC3962B8}" dt="2019-10-17T05:04:47.092" v="179" actId="20577"/>
        <pc:sldMkLst>
          <pc:docMk/>
          <pc:sldMk cId="1692586781" sldId="294"/>
        </pc:sldMkLst>
        <pc:spChg chg="mod">
          <ac:chgData name="Danielle Martin" userId="04f63225-1d27-46ab-9c7c-1c8b513bed32" providerId="ADAL" clId="{0AE3F476-4D60-4C42-BA4B-5822FC3962B8}" dt="2019-10-17T05:04:47.092" v="179" actId="20577"/>
          <ac:spMkLst>
            <pc:docMk/>
            <pc:sldMk cId="1692586781" sldId="294"/>
            <ac:spMk id="2" creationId="{00000000-0000-0000-0000-000000000000}"/>
          </ac:spMkLst>
        </pc:spChg>
      </pc:sldChg>
      <pc:sldChg chg="modSp">
        <pc:chgData name="Danielle Martin" userId="04f63225-1d27-46ab-9c7c-1c8b513bed32" providerId="ADAL" clId="{0AE3F476-4D60-4C42-BA4B-5822FC3962B8}" dt="2019-10-17T13:13:05.285" v="1655" actId="20577"/>
        <pc:sldMkLst>
          <pc:docMk/>
          <pc:sldMk cId="2380556952" sldId="298"/>
        </pc:sldMkLst>
        <pc:spChg chg="mod">
          <ac:chgData name="Danielle Martin" userId="04f63225-1d27-46ab-9c7c-1c8b513bed32" providerId="ADAL" clId="{0AE3F476-4D60-4C42-BA4B-5822FC3962B8}" dt="2019-10-17T13:12:35.878" v="1639" actId="1076"/>
          <ac:spMkLst>
            <pc:docMk/>
            <pc:sldMk cId="2380556952" sldId="298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3:13:05.285" v="1655" actId="20577"/>
          <ac:spMkLst>
            <pc:docMk/>
            <pc:sldMk cId="2380556952" sldId="298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0AE3F476-4D60-4C42-BA4B-5822FC3962B8}" dt="2019-10-17T12:33:26.183" v="1167" actId="1076"/>
        <pc:sldMkLst>
          <pc:docMk/>
          <pc:sldMk cId="3603285254" sldId="307"/>
        </pc:sldMkLst>
        <pc:spChg chg="mod">
          <ac:chgData name="Danielle Martin" userId="04f63225-1d27-46ab-9c7c-1c8b513bed32" providerId="ADAL" clId="{0AE3F476-4D60-4C42-BA4B-5822FC3962B8}" dt="2019-10-17T05:07:03.341" v="210" actId="20577"/>
          <ac:spMkLst>
            <pc:docMk/>
            <pc:sldMk cId="3603285254" sldId="307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2:33:26.183" v="1167" actId="1076"/>
          <ac:spMkLst>
            <pc:docMk/>
            <pc:sldMk cId="3603285254" sldId="307"/>
            <ac:spMk id="3" creationId="{00000000-0000-0000-0000-000000000000}"/>
          </ac:spMkLst>
        </pc:spChg>
      </pc:sldChg>
      <pc:sldChg chg="modSp add">
        <pc:chgData name="Danielle Martin" userId="04f63225-1d27-46ab-9c7c-1c8b513bed32" providerId="ADAL" clId="{0AE3F476-4D60-4C42-BA4B-5822FC3962B8}" dt="2019-10-17T13:14:24.969" v="1700" actId="27636"/>
        <pc:sldMkLst>
          <pc:docMk/>
          <pc:sldMk cId="404907745" sldId="308"/>
        </pc:sldMkLst>
        <pc:spChg chg="mod">
          <ac:chgData name="Danielle Martin" userId="04f63225-1d27-46ab-9c7c-1c8b513bed32" providerId="ADAL" clId="{0AE3F476-4D60-4C42-BA4B-5822FC3962B8}" dt="2019-10-17T13:14:20.533" v="1698" actId="20577"/>
          <ac:spMkLst>
            <pc:docMk/>
            <pc:sldMk cId="404907745" sldId="308"/>
            <ac:spMk id="2" creationId="{00000000-0000-0000-0000-000000000000}"/>
          </ac:spMkLst>
        </pc:spChg>
        <pc:spChg chg="mod">
          <ac:chgData name="Danielle Martin" userId="04f63225-1d27-46ab-9c7c-1c8b513bed32" providerId="ADAL" clId="{0AE3F476-4D60-4C42-BA4B-5822FC3962B8}" dt="2019-10-17T13:14:24.969" v="1700" actId="27636"/>
          <ac:spMkLst>
            <pc:docMk/>
            <pc:sldMk cId="404907745" sldId="308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ile-Block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1" r="2859" b="42638"/>
          <a:stretch/>
        </p:blipFill>
        <p:spPr>
          <a:xfrm>
            <a:off x="0" y="5731732"/>
            <a:ext cx="9144000" cy="112626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pic>
        <p:nvPicPr>
          <p:cNvPr id="9" name="Picture 8" descr="Partners-Logo_White_transparent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79131"/>
            <a:ext cx="2803280" cy="51300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981326" y="6415008"/>
            <a:ext cx="5265763" cy="314795"/>
            <a:chOff x="3981326" y="6415008"/>
            <a:chExt cx="5265763" cy="314795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3981326" y="6422800"/>
              <a:ext cx="5265763" cy="276999"/>
              <a:chOff x="3981326" y="6422800"/>
              <a:chExt cx="5265763" cy="27699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981326" y="6422800"/>
                <a:ext cx="526576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rPr>
                  <a:t>www.partners.net   |       @PartnersAmerica   |     \</a:t>
                </a:r>
                <a:r>
                  <a:rPr lang="en-US" sz="1200" dirty="0" err="1">
                    <a:solidFill>
                      <a:schemeClr val="bg1"/>
                    </a:solidFill>
                    <a:latin typeface="Trade Gothic"/>
                    <a:cs typeface="Trade Gothic"/>
                  </a:rPr>
                  <a:t>PartnersAmericas</a:t>
                </a:r>
                <a:endParaRPr lang="en-US" sz="1200" dirty="0">
                  <a:solidFill>
                    <a:schemeClr val="bg1"/>
                  </a:solidFill>
                  <a:latin typeface="Trade Gothic"/>
                  <a:cs typeface="Trade Gothic"/>
                </a:endParaRPr>
              </a:p>
            </p:txBody>
          </p:sp>
          <p:pic>
            <p:nvPicPr>
              <p:cNvPr id="16" name="Picture 15" descr="facebook-icon -white-transparent-background.png"/>
              <p:cNvPicPr>
                <a:picLocks noChangeAspect="1"/>
              </p:cNvPicPr>
              <p:nvPr/>
            </p:nvPicPr>
            <p:blipFill>
              <a:blip r:embed="rId15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7739" y="6446173"/>
                <a:ext cx="221009" cy="221009"/>
              </a:xfrm>
              <a:prstGeom prst="rect">
                <a:avLst/>
              </a:prstGeom>
            </p:spPr>
          </p:pic>
        </p:grpSp>
        <p:pic>
          <p:nvPicPr>
            <p:cNvPr id="17" name="Picture 16" descr="twitter-bird-white-transparent-background.png"/>
            <p:cNvPicPr>
              <a:picLocks noChangeAspect="1"/>
            </p:cNvPicPr>
            <p:nvPr userDrawn="1"/>
          </p:nvPicPr>
          <p:blipFill>
            <a:blip r:embed="rId1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6678" y="6415008"/>
              <a:ext cx="314795" cy="314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partnersnet107.sharepoint.com/sites/FA/_layouts/15/Doc.aspx?sourcedoc=%7B13353A90-AA72-477F-9497-D7CD59E0998B%7D&amp;file=ACH%20Letter%202020-03.docx&amp;action=default&amp;mobileredirect=true&amp;CT=1585782510226&amp;OR=ItemsVie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://www.escolajoseamericano.blogspot.com/p/mensagen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artnersnet107.sharepoint.com/sites/FA/Organizational%20FA/Forms/AllItems.aspx?viewid=d3596c31%2D11eb%2D4957%2Da0f5%2Da607c807db88&amp;id=%2Fsites%2FFA%2FOrganizational%20FA%2FFinance%20Payment%20Request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artnersnet107.sharepoint.com/sites/FA/Organizational%20FA/Forms/AllItems.aspx?viewid=d3596c31%2D11eb%2D4957%2Da0f5%2Da607c807db88&amp;id=%2Fsites%2FFA%2FOrganizational%20FA%2FFinance%20Credit%20Card%20Submission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partnersnet107.sharepoint.com/sites/FA/Organizational%20FA/Forms/AllItems.aspx?viewid=d3596c31%2D11eb%2D4957%2Da0f5%2Da607c807db88&amp;id=%2Fsites%2FFA%2FOrganizational%20FA%2FFinance%20Funding%20Request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etenar.deviantart.com/art/calendar-clipart-115688405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6175"/>
            <a:ext cx="7772400" cy="1470025"/>
          </a:xfrm>
        </p:spPr>
        <p:txBody>
          <a:bodyPr/>
          <a:lstStyle/>
          <a:p>
            <a:r>
              <a:rPr lang="en-US" dirty="0"/>
              <a:t>Virtual Brown Bag:</a:t>
            </a:r>
            <a:br>
              <a:rPr lang="en-US" dirty="0"/>
            </a:br>
            <a:r>
              <a:rPr lang="en-US" dirty="0"/>
              <a:t>New F&amp;A Procedures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22174"/>
            <a:ext cx="6400800" cy="1752600"/>
          </a:xfrm>
        </p:spPr>
        <p:txBody>
          <a:bodyPr/>
          <a:lstStyle/>
          <a:p>
            <a:r>
              <a:rPr lang="en-US" sz="2800" b="1" dirty="0">
                <a:solidFill>
                  <a:srgbClr val="F82136"/>
                </a:solidFill>
                <a:latin typeface="Memphis Medium"/>
                <a:ea typeface="+mj-ea"/>
              </a:rPr>
              <a:t>Presented April 6, 2020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752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676"/>
            <a:ext cx="8229600" cy="41892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Checks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ACH letter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Saving ACH/Wire Requests in SharePoint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Naming Convention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Saving Credit Card Statements in SharePoint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Saving Requests for Funding in SharePoint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Naming Convention</a:t>
            </a:r>
          </a:p>
        </p:txBody>
      </p:sp>
    </p:spTree>
    <p:extLst>
      <p:ext uri="{BB962C8B-B14F-4D97-AF65-F5344CB8AC3E}">
        <p14:creationId xmlns:p14="http://schemas.microsoft.com/office/powerpoint/2010/main" val="175611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Effective March 16, 2020, Partners of the Americas will process all payments electronically.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Vendors, employees, volunteers, contractors, etc.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Via ACH (domestic) or wire (international)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To contact vendors, volunteers, contractors, etc., the following ACH letter can be used as a resource to collect bank information.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8529"/>
            <a:ext cx="8229600" cy="462116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sz="2400" dirty="0"/>
          </a:p>
          <a:p>
            <a:pPr marL="0" indent="0"/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close up of a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17EDE4D4-E2B4-46BD-981B-EB6DA91F1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776460" y="1901434"/>
            <a:ext cx="3591079" cy="2872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103491-4CA5-4BD3-98A5-87D00234FD99}"/>
              </a:ext>
            </a:extLst>
          </p:cNvPr>
          <p:cNvSpPr txBox="1"/>
          <p:nvPr/>
        </p:nvSpPr>
        <p:spPr>
          <a:xfrm>
            <a:off x="285750" y="6858000"/>
            <a:ext cx="85725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://www.escolajoseamericano.blogspot.com/p/mensagens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/3.0/"/>
              </a:rPr>
              <a:t>CC BY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05586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Saving ACH/Wire Requests in SharePoint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199"/>
            <a:ext cx="8229600" cy="4318819"/>
          </a:xfrm>
        </p:spPr>
        <p:txBody>
          <a:bodyPr>
            <a:normAutofit fontScale="85000" lnSpcReduction="20000"/>
          </a:bodyPr>
          <a:lstStyle/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All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payment requests should be submitted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</a:rPr>
              <a:t>electronically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 to the following directory:</a:t>
            </a:r>
            <a:r>
              <a:rPr lang="en-US" sz="2800" i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i="1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C:\Partners of the Americas\F&amp;A – Organizational F&amp;A\Finance Payment Requests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Within this directory, there are subfolders: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One for each program unit (CPU, EDH, EGC)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Membership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BizDev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&amp; Comm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Admin, HR &amp; IT.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DF1-9272-43A2-94F5-61F5A03D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B8599-C6D4-449B-8F5C-BEC7859559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947" r="25420" b="4647"/>
          <a:stretch/>
        </p:blipFill>
        <p:spPr>
          <a:xfrm>
            <a:off x="69344" y="274638"/>
            <a:ext cx="9005312" cy="563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45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Saving ACH/Wire Requests in SharePoint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Signed payment request form and its supporting documents must be saved in the corresponding program/unit folder. </a:t>
            </a:r>
          </a:p>
          <a:p>
            <a:pPr marL="800100" lvl="2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Electronic signatures as well as e-mail authorized requests are </a:t>
            </a:r>
            <a:r>
              <a:rPr lang="en-US" sz="3200" b="1" dirty="0">
                <a:latin typeface="+mj-lt"/>
              </a:rPr>
              <a:t>acceptable.</a:t>
            </a:r>
          </a:p>
          <a:p>
            <a:pPr marL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+mj-lt"/>
                <a:ea typeface="Calibri" panose="020F0502020204030204" pitchFamily="34" charset="0"/>
              </a:rPr>
              <a:t>For each individual request, either of the following is </a:t>
            </a:r>
            <a:r>
              <a:rPr lang="en-US" sz="3200" b="1" dirty="0">
                <a:latin typeface="+mj-lt"/>
                <a:ea typeface="Calibri" panose="020F0502020204030204" pitchFamily="34" charset="0"/>
              </a:rPr>
              <a:t>acceptable</a:t>
            </a:r>
            <a:r>
              <a:rPr lang="en-US" sz="3200" dirty="0">
                <a:latin typeface="+mj-lt"/>
                <a:ea typeface="Calibri" panose="020F0502020204030204" pitchFamily="34" charset="0"/>
              </a:rPr>
              <a:t>: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ea typeface="Calibri" panose="020F0502020204030204" pitchFamily="34" charset="0"/>
              </a:rPr>
              <a:t>A single PDF file with the request form and its supporting documents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ea typeface="Calibri" panose="020F0502020204030204" pitchFamily="34" charset="0"/>
              </a:rPr>
              <a:t>A subfolder with the request form and its supporting documents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+mj-lt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2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Naming Convention for Payment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The following naming convention must be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</a:rPr>
              <a:t>followed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 for either the PDF file or subfolder:</a:t>
            </a:r>
          </a:p>
          <a:p>
            <a:pPr marL="0" marR="0" indent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i="1" dirty="0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Unit name - Payment Type - Brief name of recipient – year-month-month day to be processed</a:t>
            </a:r>
            <a:r>
              <a:rPr lang="en-US" sz="2800" b="1" i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+mj-lt"/>
                <a:ea typeface="Calibri" panose="020F0502020204030204" pitchFamily="34" charset="0"/>
              </a:rPr>
              <a:t>Examples: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CPU Wire Bejarano 2020-03-31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b="1" i="1" dirty="0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Admin ACH Keystone 2020-03-31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0161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Finance stops retrieving submitted payment requests after the 8:00 AM cutoff time for processing.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Any submitted requests received after the cutoff time will be processed in the next disbursement cycle. </a:t>
            </a:r>
          </a:p>
          <a:p>
            <a:pPr marL="571500" lvl="1" indent="-4572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Please refer to the current payment calendar for more information!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8539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CCF4-92E3-43DC-ADE3-B9058D9A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02B7D0-45D9-411A-A710-11CCA580A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629" t="17594" r="22942" b="9008"/>
          <a:stretch/>
        </p:blipFill>
        <p:spPr>
          <a:xfrm>
            <a:off x="457201" y="274638"/>
            <a:ext cx="8229599" cy="58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2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Saving Credit Card Statements in SharePoint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17638"/>
            <a:ext cx="8690578" cy="5313208"/>
          </a:xfrm>
        </p:spPr>
        <p:txBody>
          <a:bodyPr>
            <a:normAutofit/>
          </a:bodyPr>
          <a:lstStyle/>
          <a:p>
            <a:pPr marL="285750">
              <a:buFont typeface="Wingdings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Applicable to current credit card users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Receiving their monthly statements from F&amp;A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Credit card statements from the user should be submitted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</a:rPr>
              <a:t>electronically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 to the following directory:</a:t>
            </a:r>
          </a:p>
          <a:p>
            <a:pPr marL="0" marR="0" indent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i="1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C:\Partners of the Americas\F&amp;A – Organizational F&amp;A\Finance Credit Card Submissions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Subfolders will be created for each staff submission. Please save the following in your appropriate folder: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Cover sheet (signed by both submitter and approver)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Excel file of the cover sheet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Supporting documents  (e.g. receipts)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Once submitted, please send an email notification to the Finance team.</a:t>
            </a:r>
          </a:p>
        </p:txBody>
      </p:sp>
    </p:spTree>
    <p:extLst>
      <p:ext uri="{BB962C8B-B14F-4D97-AF65-F5344CB8AC3E}">
        <p14:creationId xmlns:p14="http://schemas.microsoft.com/office/powerpoint/2010/main" val="2262606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DF1-9272-43A2-94F5-61F5A03D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5CE055-F5BF-4FD4-801B-7F829E3C0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115" r="35486" b="4648"/>
          <a:stretch/>
        </p:blipFill>
        <p:spPr>
          <a:xfrm>
            <a:off x="113070" y="0"/>
            <a:ext cx="8917859" cy="592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6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Saving Requests for Funding in SharePoint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67" y="1473957"/>
            <a:ext cx="8690578" cy="4415565"/>
          </a:xfrm>
        </p:spPr>
        <p:txBody>
          <a:bodyPr>
            <a:normAutofit/>
          </a:bodyPr>
          <a:lstStyle/>
          <a:p>
            <a:pPr marL="0" marR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Requests for funding should be submitted 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</a:rPr>
              <a:t>electronically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 to the following directory:</a:t>
            </a:r>
          </a:p>
          <a:p>
            <a:pPr marL="0" marR="0" indent="0" algn="ctr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i="1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C:\Partners of the Americas\F&amp;A – Organizational F&amp;A\Finance Funding Requests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>
              <a:buFont typeface="Wingdings" pitchFamily="2" charset="2"/>
              <a:buChar char="Ø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Within this folder, there are monthly subfolders. Please save the following in the appropriate folder: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</a:rPr>
              <a:t>Signed funding request </a:t>
            </a:r>
          </a:p>
          <a:p>
            <a:pPr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Only </a:t>
            </a:r>
            <a:r>
              <a:rPr lang="en-US" sz="2000" b="1" dirty="0"/>
              <a:t>electronic signatures </a:t>
            </a:r>
            <a:r>
              <a:rPr lang="en-US" sz="2000" dirty="0"/>
              <a:t>are accepted for this type of transaction.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en-US" sz="2800" dirty="0">
                <a:latin typeface="Calibri" panose="020F0502020204030204" pitchFamily="34" charset="0"/>
              </a:rPr>
              <a:t>Supporting documents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52062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8DF1-9272-43A2-94F5-61F5A03D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7F7933-6F8B-4FD2-BAF2-43F878F41C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39" r="16667" b="5830"/>
          <a:stretch/>
        </p:blipFill>
        <p:spPr>
          <a:xfrm>
            <a:off x="45208" y="599768"/>
            <a:ext cx="9053583" cy="480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340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Naming Convention for Funding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48316"/>
          </a:xfrm>
        </p:spPr>
        <p:txBody>
          <a:bodyPr>
            <a:normAutofit fontScale="70000" lnSpcReduction="20000"/>
          </a:bodyPr>
          <a:lstStyle/>
          <a:p>
            <a:pPr marL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ea typeface="Calibri" panose="020F0502020204030204" pitchFamily="34" charset="0"/>
              </a:rPr>
              <a:t>For each individual request, either of the following is </a:t>
            </a:r>
            <a:r>
              <a:rPr lang="en-US" sz="3200" b="1" dirty="0">
                <a:ea typeface="Calibri" panose="020F0502020204030204" pitchFamily="34" charset="0"/>
              </a:rPr>
              <a:t>acceptable</a:t>
            </a:r>
            <a:r>
              <a:rPr lang="en-US" sz="3200" dirty="0">
                <a:ea typeface="Calibri" panose="020F0502020204030204" pitchFamily="34" charset="0"/>
              </a:rPr>
              <a:t>: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ea typeface="Calibri" panose="020F0502020204030204" pitchFamily="34" charset="0"/>
              </a:rPr>
              <a:t>A single PDF file with the request form and its supporting documents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ea typeface="Calibri" panose="020F0502020204030204" pitchFamily="34" charset="0"/>
              </a:rPr>
              <a:t>A subfolder with the request form and its supporting documents</a:t>
            </a:r>
          </a:p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</a:rPr>
              <a:t>The following naming convention must be 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</a:rPr>
              <a:t>followed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</a:rPr>
              <a:t> for either the PDF file or subfolder:</a:t>
            </a:r>
          </a:p>
          <a:p>
            <a:pPr marL="0" marR="0" indent="0" algn="ctr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000" b="1" i="1" dirty="0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Project code - year – month</a:t>
            </a:r>
          </a:p>
          <a:p>
            <a:pPr marL="0" lvl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Calibri"/>
                <a:ea typeface="Calibri" panose="020F0502020204030204" pitchFamily="34" charset="0"/>
              </a:rPr>
              <a:t>Examples: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600" b="1" i="1" dirty="0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DOL419 2020-04</a:t>
            </a:r>
          </a:p>
          <a:p>
            <a:pPr marL="914400" lvl="2" indent="-34290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3600" b="1" i="1" dirty="0">
                <a:solidFill>
                  <a:srgbClr val="2F5496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USAID619 2020-05</a:t>
            </a:r>
            <a:endParaRPr lang="en-US" sz="32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83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Requests for funding are due to the Finance team on the 21</a:t>
            </a:r>
            <a:r>
              <a:rPr lang="en-US" sz="3200" baseline="30000" dirty="0">
                <a:latin typeface="Calibri" panose="020F0502020204030204" pitchFamily="34" charset="0"/>
                <a:ea typeface="Calibri" panose="020F0502020204030204" pitchFamily="34" charset="0"/>
              </a:rPr>
              <a:t>st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</a:rPr>
              <a:t> of each month.</a:t>
            </a:r>
            <a:endParaRPr lang="en-US" sz="1600" dirty="0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1859DC74-43D6-4E3C-A1A8-450537A01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979051" y="3341546"/>
            <a:ext cx="3185898" cy="191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78290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Props1.xml><?xml version="1.0" encoding="utf-8"?>
<ds:datastoreItem xmlns:ds="http://schemas.openxmlformats.org/officeDocument/2006/customXml" ds:itemID="{FF1CF4ED-F990-4F91-B722-ABF0A3FCC90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C95AC3-5701-435B-8F71-9F7D29B8D620}"/>
</file>

<file path=customXml/itemProps3.xml><?xml version="1.0" encoding="utf-8"?>
<ds:datastoreItem xmlns:ds="http://schemas.openxmlformats.org/officeDocument/2006/customXml" ds:itemID="{5753691C-0102-46CD-A76E-0CE3C582CD6C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f8135ccf-0908-4d8c-8b6a-2ec449ff78ed"/>
    <ds:schemaRef ds:uri="dc808d36-874f-4b27-aec2-2fd64981792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27088</TotalTime>
  <Words>610</Words>
  <Application>Microsoft Office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Memphis Medium</vt:lpstr>
      <vt:lpstr>Trade Gothic</vt:lpstr>
      <vt:lpstr>Wingdings</vt:lpstr>
      <vt:lpstr>Partners Branding</vt:lpstr>
      <vt:lpstr>Virtual Brown Bag: New F&amp;A Procedures</vt:lpstr>
      <vt:lpstr>Agenda</vt:lpstr>
      <vt:lpstr>Checks</vt:lpstr>
      <vt:lpstr>ACH Letter</vt:lpstr>
      <vt:lpstr>Saving ACH/Wire Requests in SharePoint</vt:lpstr>
      <vt:lpstr>PowerPoint Presentation</vt:lpstr>
      <vt:lpstr>Saving ACH/Wire Requests in SharePoint</vt:lpstr>
      <vt:lpstr>Naming Convention for Payment Requests</vt:lpstr>
      <vt:lpstr>Reminder</vt:lpstr>
      <vt:lpstr>PowerPoint Presentation</vt:lpstr>
      <vt:lpstr>Saving Credit Card Statements in SharePoint</vt:lpstr>
      <vt:lpstr>PowerPoint Presentation</vt:lpstr>
      <vt:lpstr>Saving Requests for Funding in SharePoint</vt:lpstr>
      <vt:lpstr>PowerPoint Presentation</vt:lpstr>
      <vt:lpstr>Naming Convention for Funding Requests</vt:lpstr>
      <vt:lpstr>Reminder</vt:lpstr>
    </vt:vector>
  </TitlesOfParts>
  <Company>Partners of the Americas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Yohana Romero-Lopez</cp:lastModifiedBy>
  <cp:revision>149</cp:revision>
  <dcterms:created xsi:type="dcterms:W3CDTF">2015-10-21T15:01:49Z</dcterms:created>
  <dcterms:modified xsi:type="dcterms:W3CDTF">2020-04-06T15:24:31Z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1374800</vt:r8>
  </property>
</Properties>
</file>