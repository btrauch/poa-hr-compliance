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7" r:id="rId5"/>
    <p:sldId id="258" r:id="rId6"/>
    <p:sldId id="263" r:id="rId7"/>
    <p:sldId id="264" r:id="rId8"/>
    <p:sldId id="265" r:id="rId9"/>
    <p:sldId id="266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36" autoAdjust="0"/>
    <p:restoredTop sz="94249" autoAdjust="0"/>
  </p:normalViewPr>
  <p:slideViewPr>
    <p:cSldViewPr snapToGrid="0">
      <p:cViewPr varScale="1">
        <p:scale>
          <a:sx n="112" d="100"/>
          <a:sy n="112" d="100"/>
        </p:scale>
        <p:origin x="5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e Blyth" userId="0c108f9a-cc80-44e0-b4f7-1719b9f7a79a" providerId="ADAL" clId="{37B2429C-B23F-48F7-92DD-6852ED40E248}"/>
    <pc:docChg chg="undo redo custSel addSld delSld modSld sldOrd">
      <pc:chgData name="Mike Blyth" userId="0c108f9a-cc80-44e0-b4f7-1719b9f7a79a" providerId="ADAL" clId="{37B2429C-B23F-48F7-92DD-6852ED40E248}" dt="2021-11-06T19:48:26.588" v="4636" actId="1035"/>
      <pc:docMkLst>
        <pc:docMk/>
      </pc:docMkLst>
      <pc:sldChg chg="modSp mod modNotesTx">
        <pc:chgData name="Mike Blyth" userId="0c108f9a-cc80-44e0-b4f7-1719b9f7a79a" providerId="ADAL" clId="{37B2429C-B23F-48F7-92DD-6852ED40E248}" dt="2021-11-06T19:18:02.891" v="2504" actId="12"/>
        <pc:sldMkLst>
          <pc:docMk/>
          <pc:sldMk cId="1580528498" sldId="257"/>
        </pc:sldMkLst>
        <pc:spChg chg="mod">
          <ac:chgData name="Mike Blyth" userId="0c108f9a-cc80-44e0-b4f7-1719b9f7a79a" providerId="ADAL" clId="{37B2429C-B23F-48F7-92DD-6852ED40E248}" dt="2021-11-06T19:17:49.209" v="2499" actId="20577"/>
          <ac:spMkLst>
            <pc:docMk/>
            <pc:sldMk cId="1580528498" sldId="257"/>
            <ac:spMk id="20" creationId="{9A4CCD5E-18FD-4802-839F-9B2B50E18BE6}"/>
          </ac:spMkLst>
        </pc:spChg>
        <pc:spChg chg="mod">
          <ac:chgData name="Mike Blyth" userId="0c108f9a-cc80-44e0-b4f7-1719b9f7a79a" providerId="ADAL" clId="{37B2429C-B23F-48F7-92DD-6852ED40E248}" dt="2021-11-06T19:07:22.146" v="1427" actId="1076"/>
          <ac:spMkLst>
            <pc:docMk/>
            <pc:sldMk cId="1580528498" sldId="257"/>
            <ac:spMk id="23" creationId="{AB3926F7-CB8F-43E1-A830-872FA7D88436}"/>
          </ac:spMkLst>
        </pc:spChg>
        <pc:spChg chg="mod">
          <ac:chgData name="Mike Blyth" userId="0c108f9a-cc80-44e0-b4f7-1719b9f7a79a" providerId="ADAL" clId="{37B2429C-B23F-48F7-92DD-6852ED40E248}" dt="2021-11-06T19:07:10.930" v="1423" actId="1076"/>
          <ac:spMkLst>
            <pc:docMk/>
            <pc:sldMk cId="1580528498" sldId="257"/>
            <ac:spMk id="24" creationId="{33941A0C-DC5C-4BB1-88EA-02ED0A1F6E0F}"/>
          </ac:spMkLst>
        </pc:spChg>
      </pc:sldChg>
      <pc:sldChg chg="addSp delSp modSp mod modNotesTx">
        <pc:chgData name="Mike Blyth" userId="0c108f9a-cc80-44e0-b4f7-1719b9f7a79a" providerId="ADAL" clId="{37B2429C-B23F-48F7-92DD-6852ED40E248}" dt="2021-11-06T19:23:52.146" v="3198" actId="6549"/>
        <pc:sldMkLst>
          <pc:docMk/>
          <pc:sldMk cId="181887129" sldId="258"/>
        </pc:sldMkLst>
        <pc:spChg chg="mod">
          <ac:chgData name="Mike Blyth" userId="0c108f9a-cc80-44e0-b4f7-1719b9f7a79a" providerId="ADAL" clId="{37B2429C-B23F-48F7-92DD-6852ED40E248}" dt="2021-11-06T19:23:52.146" v="3198" actId="6549"/>
          <ac:spMkLst>
            <pc:docMk/>
            <pc:sldMk cId="181887129" sldId="258"/>
            <ac:spMk id="18" creationId="{F297FB2B-63FA-4D7A-A3D6-5F433C88933B}"/>
          </ac:spMkLst>
        </pc:spChg>
        <pc:spChg chg="mod">
          <ac:chgData name="Mike Blyth" userId="0c108f9a-cc80-44e0-b4f7-1719b9f7a79a" providerId="ADAL" clId="{37B2429C-B23F-48F7-92DD-6852ED40E248}" dt="2021-11-06T19:09:22.075" v="1768" actId="13926"/>
          <ac:spMkLst>
            <pc:docMk/>
            <pc:sldMk cId="181887129" sldId="258"/>
            <ac:spMk id="26" creationId="{203A1F28-0DA8-4E28-9A14-45FBEBAE9431}"/>
          </ac:spMkLst>
        </pc:spChg>
        <pc:spChg chg="mod">
          <ac:chgData name="Mike Blyth" userId="0c108f9a-cc80-44e0-b4f7-1719b9f7a79a" providerId="ADAL" clId="{37B2429C-B23F-48F7-92DD-6852ED40E248}" dt="2021-11-06T18:54:55.915" v="142" actId="20577"/>
          <ac:spMkLst>
            <pc:docMk/>
            <pc:sldMk cId="181887129" sldId="258"/>
            <ac:spMk id="27" creationId="{AEBA3A77-AC27-41B5-9BA9-35005B958D62}"/>
          </ac:spMkLst>
        </pc:spChg>
        <pc:spChg chg="add mod">
          <ac:chgData name="Mike Blyth" userId="0c108f9a-cc80-44e0-b4f7-1719b9f7a79a" providerId="ADAL" clId="{37B2429C-B23F-48F7-92DD-6852ED40E248}" dt="2021-11-06T18:56:31.141" v="305" actId="164"/>
          <ac:spMkLst>
            <pc:docMk/>
            <pc:sldMk cId="181887129" sldId="258"/>
            <ac:spMk id="41" creationId="{64A2F7F4-0FC8-4803-BD19-BAB64B8A8D57}"/>
          </ac:spMkLst>
        </pc:spChg>
        <pc:spChg chg="mod">
          <ac:chgData name="Mike Blyth" userId="0c108f9a-cc80-44e0-b4f7-1719b9f7a79a" providerId="ADAL" clId="{37B2429C-B23F-48F7-92DD-6852ED40E248}" dt="2021-11-06T18:59:03.612" v="542" actId="1035"/>
          <ac:spMkLst>
            <pc:docMk/>
            <pc:sldMk cId="181887129" sldId="258"/>
            <ac:spMk id="45" creationId="{76B82761-99D2-44AB-9AD3-6875FF1CFF4B}"/>
          </ac:spMkLst>
        </pc:spChg>
        <pc:spChg chg="mod">
          <ac:chgData name="Mike Blyth" userId="0c108f9a-cc80-44e0-b4f7-1719b9f7a79a" providerId="ADAL" clId="{37B2429C-B23F-48F7-92DD-6852ED40E248}" dt="2021-11-06T18:58:46.541" v="534" actId="1076"/>
          <ac:spMkLst>
            <pc:docMk/>
            <pc:sldMk cId="181887129" sldId="258"/>
            <ac:spMk id="46" creationId="{D7505075-472E-4C5D-89F6-FAC303A9FF04}"/>
          </ac:spMkLst>
        </pc:spChg>
        <pc:spChg chg="mod">
          <ac:chgData name="Mike Blyth" userId="0c108f9a-cc80-44e0-b4f7-1719b9f7a79a" providerId="ADAL" clId="{37B2429C-B23F-48F7-92DD-6852ED40E248}" dt="2021-11-06T18:58:46.541" v="534" actId="1076"/>
          <ac:spMkLst>
            <pc:docMk/>
            <pc:sldMk cId="181887129" sldId="258"/>
            <ac:spMk id="47" creationId="{41B0B92C-FA3E-477E-9D22-6BA0137E5981}"/>
          </ac:spMkLst>
        </pc:spChg>
        <pc:spChg chg="mod">
          <ac:chgData name="Mike Blyth" userId="0c108f9a-cc80-44e0-b4f7-1719b9f7a79a" providerId="ADAL" clId="{37B2429C-B23F-48F7-92DD-6852ED40E248}" dt="2021-11-06T18:58:59.154" v="539" actId="14100"/>
          <ac:spMkLst>
            <pc:docMk/>
            <pc:sldMk cId="181887129" sldId="258"/>
            <ac:spMk id="48" creationId="{DAE24638-3D08-42D1-995F-F0E0071C2186}"/>
          </ac:spMkLst>
        </pc:spChg>
        <pc:spChg chg="mod">
          <ac:chgData name="Mike Blyth" userId="0c108f9a-cc80-44e0-b4f7-1719b9f7a79a" providerId="ADAL" clId="{37B2429C-B23F-48F7-92DD-6852ED40E248}" dt="2021-11-06T19:15:32.442" v="2376" actId="1076"/>
          <ac:spMkLst>
            <pc:docMk/>
            <pc:sldMk cId="181887129" sldId="258"/>
            <ac:spMk id="51" creationId="{0B587A8A-6989-4A23-9660-4942DD13122C}"/>
          </ac:spMkLst>
        </pc:spChg>
        <pc:spChg chg="mod">
          <ac:chgData name="Mike Blyth" userId="0c108f9a-cc80-44e0-b4f7-1719b9f7a79a" providerId="ADAL" clId="{37B2429C-B23F-48F7-92DD-6852ED40E248}" dt="2021-11-06T19:15:34.402" v="2377" actId="20577"/>
          <ac:spMkLst>
            <pc:docMk/>
            <pc:sldMk cId="181887129" sldId="258"/>
            <ac:spMk id="53" creationId="{47B860A5-B56D-4D1A-AA65-041B35C69ABA}"/>
          </ac:spMkLst>
        </pc:spChg>
        <pc:spChg chg="mod">
          <ac:chgData name="Mike Blyth" userId="0c108f9a-cc80-44e0-b4f7-1719b9f7a79a" providerId="ADAL" clId="{37B2429C-B23F-48F7-92DD-6852ED40E248}" dt="2021-11-06T19:15:32.442" v="2376" actId="1076"/>
          <ac:spMkLst>
            <pc:docMk/>
            <pc:sldMk cId="181887129" sldId="258"/>
            <ac:spMk id="54" creationId="{1EFF0526-51FC-4357-8DA6-308907C4CE54}"/>
          </ac:spMkLst>
        </pc:spChg>
        <pc:spChg chg="mod">
          <ac:chgData name="Mike Blyth" userId="0c108f9a-cc80-44e0-b4f7-1719b9f7a79a" providerId="ADAL" clId="{37B2429C-B23F-48F7-92DD-6852ED40E248}" dt="2021-11-06T19:15:32.442" v="2376" actId="1076"/>
          <ac:spMkLst>
            <pc:docMk/>
            <pc:sldMk cId="181887129" sldId="258"/>
            <ac:spMk id="55" creationId="{973598FE-92FE-4210-9629-57BE9797BA18}"/>
          </ac:spMkLst>
        </pc:spChg>
        <pc:spChg chg="mod">
          <ac:chgData name="Mike Blyth" userId="0c108f9a-cc80-44e0-b4f7-1719b9f7a79a" providerId="ADAL" clId="{37B2429C-B23F-48F7-92DD-6852ED40E248}" dt="2021-11-06T19:14:59.819" v="2351" actId="14100"/>
          <ac:spMkLst>
            <pc:docMk/>
            <pc:sldMk cId="181887129" sldId="258"/>
            <ac:spMk id="109" creationId="{3BA41F91-688A-4106-8B31-820C43958D4E}"/>
          </ac:spMkLst>
        </pc:spChg>
        <pc:spChg chg="mod">
          <ac:chgData name="Mike Blyth" userId="0c108f9a-cc80-44e0-b4f7-1719b9f7a79a" providerId="ADAL" clId="{37B2429C-B23F-48F7-92DD-6852ED40E248}" dt="2021-11-06T18:55:56.258" v="251" actId="14100"/>
          <ac:spMkLst>
            <pc:docMk/>
            <pc:sldMk cId="181887129" sldId="258"/>
            <ac:spMk id="110" creationId="{36F04FFA-9035-4C06-8100-36074EFF2A3A}"/>
          </ac:spMkLst>
        </pc:spChg>
        <pc:spChg chg="del mod">
          <ac:chgData name="Mike Blyth" userId="0c108f9a-cc80-44e0-b4f7-1719b9f7a79a" providerId="ADAL" clId="{37B2429C-B23F-48F7-92DD-6852ED40E248}" dt="2021-11-06T18:56:15.340" v="258" actId="478"/>
          <ac:spMkLst>
            <pc:docMk/>
            <pc:sldMk cId="181887129" sldId="258"/>
            <ac:spMk id="112" creationId="{DA4F11FA-6C52-4395-BAE9-3C686BCC2249}"/>
          </ac:spMkLst>
        </pc:spChg>
        <pc:spChg chg="mod">
          <ac:chgData name="Mike Blyth" userId="0c108f9a-cc80-44e0-b4f7-1719b9f7a79a" providerId="ADAL" clId="{37B2429C-B23F-48F7-92DD-6852ED40E248}" dt="2021-11-06T19:15:28.779" v="2374" actId="1035"/>
          <ac:spMkLst>
            <pc:docMk/>
            <pc:sldMk cId="181887129" sldId="258"/>
            <ac:spMk id="113" creationId="{774E570E-D40F-48E3-B642-3C44F9DA1099}"/>
          </ac:spMkLst>
        </pc:spChg>
        <pc:spChg chg="mod">
          <ac:chgData name="Mike Blyth" userId="0c108f9a-cc80-44e0-b4f7-1719b9f7a79a" providerId="ADAL" clId="{37B2429C-B23F-48F7-92DD-6852ED40E248}" dt="2021-11-06T18:55:39.811" v="237" actId="20577"/>
          <ac:spMkLst>
            <pc:docMk/>
            <pc:sldMk cId="181887129" sldId="258"/>
            <ac:spMk id="153" creationId="{CF5EBA0E-9037-4187-9908-3E08A616FB20}"/>
          </ac:spMkLst>
        </pc:spChg>
        <pc:spChg chg="mod">
          <ac:chgData name="Mike Blyth" userId="0c108f9a-cc80-44e0-b4f7-1719b9f7a79a" providerId="ADAL" clId="{37B2429C-B23F-48F7-92DD-6852ED40E248}" dt="2021-11-06T18:56:02.035" v="253" actId="1035"/>
          <ac:spMkLst>
            <pc:docMk/>
            <pc:sldMk cId="181887129" sldId="258"/>
            <ac:spMk id="156" creationId="{83456036-86F1-4B98-9625-9890C1181428}"/>
          </ac:spMkLst>
        </pc:spChg>
        <pc:grpChg chg="add mod">
          <ac:chgData name="Mike Blyth" userId="0c108f9a-cc80-44e0-b4f7-1719b9f7a79a" providerId="ADAL" clId="{37B2429C-B23F-48F7-92DD-6852ED40E248}" dt="2021-11-06T18:56:31.141" v="305" actId="164"/>
          <ac:grpSpMkLst>
            <pc:docMk/>
            <pc:sldMk cId="181887129" sldId="258"/>
            <ac:grpSpMk id="4" creationId="{382EE69C-5615-4B19-92B9-60E187F3AA60}"/>
          </ac:grpSpMkLst>
        </pc:grpChg>
        <pc:grpChg chg="add mod">
          <ac:chgData name="Mike Blyth" userId="0c108f9a-cc80-44e0-b4f7-1719b9f7a79a" providerId="ADAL" clId="{37B2429C-B23F-48F7-92DD-6852ED40E248}" dt="2021-11-06T18:58:46.541" v="534" actId="1076"/>
          <ac:grpSpMkLst>
            <pc:docMk/>
            <pc:sldMk cId="181887129" sldId="258"/>
            <ac:grpSpMk id="43" creationId="{37735CB0-607C-4110-A22C-31DFB1113845}"/>
          </ac:grpSpMkLst>
        </pc:grpChg>
        <pc:grpChg chg="mod">
          <ac:chgData name="Mike Blyth" userId="0c108f9a-cc80-44e0-b4f7-1719b9f7a79a" providerId="ADAL" clId="{37B2429C-B23F-48F7-92DD-6852ED40E248}" dt="2021-11-06T18:58:46.541" v="534" actId="1076"/>
          <ac:grpSpMkLst>
            <pc:docMk/>
            <pc:sldMk cId="181887129" sldId="258"/>
            <ac:grpSpMk id="44" creationId="{F427DB86-B439-4322-9310-32017132569E}"/>
          </ac:grpSpMkLst>
        </pc:grpChg>
        <pc:grpChg chg="add mod">
          <ac:chgData name="Mike Blyth" userId="0c108f9a-cc80-44e0-b4f7-1719b9f7a79a" providerId="ADAL" clId="{37B2429C-B23F-48F7-92DD-6852ED40E248}" dt="2021-11-06T19:15:32.442" v="2376" actId="1076"/>
          <ac:grpSpMkLst>
            <pc:docMk/>
            <pc:sldMk cId="181887129" sldId="258"/>
            <ac:grpSpMk id="49" creationId="{32CE3F93-60AB-418D-B2F9-6D6640F1A34C}"/>
          </ac:grpSpMkLst>
        </pc:grpChg>
        <pc:grpChg chg="mod">
          <ac:chgData name="Mike Blyth" userId="0c108f9a-cc80-44e0-b4f7-1719b9f7a79a" providerId="ADAL" clId="{37B2429C-B23F-48F7-92DD-6852ED40E248}" dt="2021-11-06T19:15:32.442" v="2376" actId="1076"/>
          <ac:grpSpMkLst>
            <pc:docMk/>
            <pc:sldMk cId="181887129" sldId="258"/>
            <ac:grpSpMk id="50" creationId="{92CA4C92-94DD-4C3F-867F-0D252D166B16}"/>
          </ac:grpSpMkLst>
        </pc:grpChg>
        <pc:grpChg chg="mod">
          <ac:chgData name="Mike Blyth" userId="0c108f9a-cc80-44e0-b4f7-1719b9f7a79a" providerId="ADAL" clId="{37B2429C-B23F-48F7-92DD-6852ED40E248}" dt="2021-11-06T19:15:32.442" v="2376" actId="1076"/>
          <ac:grpSpMkLst>
            <pc:docMk/>
            <pc:sldMk cId="181887129" sldId="258"/>
            <ac:grpSpMk id="52" creationId="{0806D298-C6FB-46BE-891F-BB978212EC30}"/>
          </ac:grpSpMkLst>
        </pc:grpChg>
        <pc:grpChg chg="mod">
          <ac:chgData name="Mike Blyth" userId="0c108f9a-cc80-44e0-b4f7-1719b9f7a79a" providerId="ADAL" clId="{37B2429C-B23F-48F7-92DD-6852ED40E248}" dt="2021-11-06T18:56:31.141" v="305" actId="164"/>
          <ac:grpSpMkLst>
            <pc:docMk/>
            <pc:sldMk cId="181887129" sldId="258"/>
            <ac:grpSpMk id="107" creationId="{EE82BDFA-627D-403D-A008-1DDB20CEDA82}"/>
          </ac:grpSpMkLst>
        </pc:grpChg>
        <pc:grpChg chg="mod">
          <ac:chgData name="Mike Blyth" userId="0c108f9a-cc80-44e0-b4f7-1719b9f7a79a" providerId="ADAL" clId="{37B2429C-B23F-48F7-92DD-6852ED40E248}" dt="2021-11-06T18:55:56.258" v="251" actId="14100"/>
          <ac:grpSpMkLst>
            <pc:docMk/>
            <pc:sldMk cId="181887129" sldId="258"/>
            <ac:grpSpMk id="108" creationId="{965F2ED7-0C13-42B6-BE2B-E4C63B16703D}"/>
          </ac:grpSpMkLst>
        </pc:grpChg>
        <pc:grpChg chg="del">
          <ac:chgData name="Mike Blyth" userId="0c108f9a-cc80-44e0-b4f7-1719b9f7a79a" providerId="ADAL" clId="{37B2429C-B23F-48F7-92DD-6852ED40E248}" dt="2021-11-06T18:55:48.995" v="248" actId="478"/>
          <ac:grpSpMkLst>
            <pc:docMk/>
            <pc:sldMk cId="181887129" sldId="258"/>
            <ac:grpSpMk id="121" creationId="{F1A30C04-FD6C-4ED9-9A49-4D45CAE4935C}"/>
          </ac:grpSpMkLst>
        </pc:grpChg>
        <pc:grpChg chg="del">
          <ac:chgData name="Mike Blyth" userId="0c108f9a-cc80-44e0-b4f7-1719b9f7a79a" providerId="ADAL" clId="{37B2429C-B23F-48F7-92DD-6852ED40E248}" dt="2021-11-06T18:55:50.547" v="250" actId="478"/>
          <ac:grpSpMkLst>
            <pc:docMk/>
            <pc:sldMk cId="181887129" sldId="258"/>
            <ac:grpSpMk id="128" creationId="{A6D86791-6EE8-4EDB-8F71-4B4E2F6B5D2B}"/>
          </ac:grpSpMkLst>
        </pc:grpChg>
        <pc:grpChg chg="del">
          <ac:chgData name="Mike Blyth" userId="0c108f9a-cc80-44e0-b4f7-1719b9f7a79a" providerId="ADAL" clId="{37B2429C-B23F-48F7-92DD-6852ED40E248}" dt="2021-11-06T18:55:49.842" v="249" actId="478"/>
          <ac:grpSpMkLst>
            <pc:docMk/>
            <pc:sldMk cId="181887129" sldId="258"/>
            <ac:grpSpMk id="143" creationId="{25020691-CD55-4685-86CA-227CADB8BBC3}"/>
          </ac:grpSpMkLst>
        </pc:grpChg>
        <pc:graphicFrameChg chg="del">
          <ac:chgData name="Mike Blyth" userId="0c108f9a-cc80-44e0-b4f7-1719b9f7a79a" providerId="ADAL" clId="{37B2429C-B23F-48F7-92DD-6852ED40E248}" dt="2021-11-06T18:54:36.648" v="84" actId="478"/>
          <ac:graphicFrameMkLst>
            <pc:docMk/>
            <pc:sldMk cId="181887129" sldId="258"/>
            <ac:graphicFrameMk id="3" creationId="{D80EE478-B563-453A-AE4F-2FAE57CA9924}"/>
          </ac:graphicFrameMkLst>
        </pc:graphicFrameChg>
        <pc:picChg chg="del">
          <ac:chgData name="Mike Blyth" userId="0c108f9a-cc80-44e0-b4f7-1719b9f7a79a" providerId="ADAL" clId="{37B2429C-B23F-48F7-92DD-6852ED40E248}" dt="2021-11-06T18:54:37.395" v="85" actId="478"/>
          <ac:picMkLst>
            <pc:docMk/>
            <pc:sldMk cId="181887129" sldId="258"/>
            <ac:picMk id="2" creationId="{14462312-4A89-42F1-9396-432A828780EF}"/>
          </ac:picMkLst>
        </pc:picChg>
      </pc:sldChg>
      <pc:sldChg chg="delSp modSp del mod">
        <pc:chgData name="Mike Blyth" userId="0c108f9a-cc80-44e0-b4f7-1719b9f7a79a" providerId="ADAL" clId="{37B2429C-B23F-48F7-92DD-6852ED40E248}" dt="2021-11-06T19:11:59.721" v="2121" actId="47"/>
        <pc:sldMkLst>
          <pc:docMk/>
          <pc:sldMk cId="2038841620" sldId="259"/>
        </pc:sldMkLst>
        <pc:spChg chg="mod">
          <ac:chgData name="Mike Blyth" userId="0c108f9a-cc80-44e0-b4f7-1719b9f7a79a" providerId="ADAL" clId="{37B2429C-B23F-48F7-92DD-6852ED40E248}" dt="2021-11-06T18:59:59.092" v="572" actId="20577"/>
          <ac:spMkLst>
            <pc:docMk/>
            <pc:sldMk cId="2038841620" sldId="259"/>
            <ac:spMk id="18" creationId="{F297FB2B-63FA-4D7A-A3D6-5F433C88933B}"/>
          </ac:spMkLst>
        </pc:spChg>
        <pc:spChg chg="mod">
          <ac:chgData name="Mike Blyth" userId="0c108f9a-cc80-44e0-b4f7-1719b9f7a79a" providerId="ADAL" clId="{37B2429C-B23F-48F7-92DD-6852ED40E248}" dt="2021-11-06T19:00:07.251" v="575" actId="20577"/>
          <ac:spMkLst>
            <pc:docMk/>
            <pc:sldMk cId="2038841620" sldId="259"/>
            <ac:spMk id="80" creationId="{A65C1446-7DED-4863-AB98-57844AFA0DF1}"/>
          </ac:spMkLst>
        </pc:spChg>
        <pc:spChg chg="mod">
          <ac:chgData name="Mike Blyth" userId="0c108f9a-cc80-44e0-b4f7-1719b9f7a79a" providerId="ADAL" clId="{37B2429C-B23F-48F7-92DD-6852ED40E248}" dt="2021-11-06T19:00:13.147" v="579" actId="20577"/>
          <ac:spMkLst>
            <pc:docMk/>
            <pc:sldMk cId="2038841620" sldId="259"/>
            <ac:spMk id="109" creationId="{3BA41F91-688A-4106-8B31-820C43958D4E}"/>
          </ac:spMkLst>
        </pc:spChg>
        <pc:picChg chg="del">
          <ac:chgData name="Mike Blyth" userId="0c108f9a-cc80-44e0-b4f7-1719b9f7a79a" providerId="ADAL" clId="{37B2429C-B23F-48F7-92DD-6852ED40E248}" dt="2021-11-06T18:59:28.692" v="546" actId="478"/>
          <ac:picMkLst>
            <pc:docMk/>
            <pc:sldMk cId="2038841620" sldId="259"/>
            <ac:picMk id="100" creationId="{71850718-00EC-4679-8214-CE9979249A49}"/>
          </ac:picMkLst>
        </pc:picChg>
      </pc:sldChg>
      <pc:sldChg chg="del">
        <pc:chgData name="Mike Blyth" userId="0c108f9a-cc80-44e0-b4f7-1719b9f7a79a" providerId="ADAL" clId="{37B2429C-B23F-48F7-92DD-6852ED40E248}" dt="2021-11-06T19:00:27.102" v="581" actId="47"/>
        <pc:sldMkLst>
          <pc:docMk/>
          <pc:sldMk cId="1056048242" sldId="260"/>
        </pc:sldMkLst>
      </pc:sldChg>
      <pc:sldChg chg="del">
        <pc:chgData name="Mike Blyth" userId="0c108f9a-cc80-44e0-b4f7-1719b9f7a79a" providerId="ADAL" clId="{37B2429C-B23F-48F7-92DD-6852ED40E248}" dt="2021-11-06T19:00:23.494" v="580" actId="47"/>
        <pc:sldMkLst>
          <pc:docMk/>
          <pc:sldMk cId="1219030879" sldId="261"/>
        </pc:sldMkLst>
      </pc:sldChg>
      <pc:sldChg chg="addSp delSp modSp add mod modNotesTx">
        <pc:chgData name="Mike Blyth" userId="0c108f9a-cc80-44e0-b4f7-1719b9f7a79a" providerId="ADAL" clId="{37B2429C-B23F-48F7-92DD-6852ED40E248}" dt="2021-11-06T19:48:13.779" v="4630" actId="1035"/>
        <pc:sldMkLst>
          <pc:docMk/>
          <pc:sldMk cId="2239719852" sldId="262"/>
        </pc:sldMkLst>
        <pc:spChg chg="del mod">
          <ac:chgData name="Mike Blyth" userId="0c108f9a-cc80-44e0-b4f7-1719b9f7a79a" providerId="ADAL" clId="{37B2429C-B23F-48F7-92DD-6852ED40E248}" dt="2021-11-06T18:59:15.299" v="543" actId="478"/>
          <ac:spMkLst>
            <pc:docMk/>
            <pc:sldMk cId="2239719852" sldId="262"/>
            <ac:spMk id="18" creationId="{F297FB2B-63FA-4D7A-A3D6-5F433C88933B}"/>
          </ac:spMkLst>
        </pc:spChg>
        <pc:spChg chg="mod">
          <ac:chgData name="Mike Blyth" userId="0c108f9a-cc80-44e0-b4f7-1719b9f7a79a" providerId="ADAL" clId="{37B2429C-B23F-48F7-92DD-6852ED40E248}" dt="2021-11-06T19:21:37.093" v="2967" actId="13926"/>
          <ac:spMkLst>
            <pc:docMk/>
            <pc:sldMk cId="2239719852" sldId="262"/>
            <ac:spMk id="26" creationId="{203A1F28-0DA8-4E28-9A14-45FBEBAE9431}"/>
          </ac:spMkLst>
        </pc:spChg>
        <pc:spChg chg="mod">
          <ac:chgData name="Mike Blyth" userId="0c108f9a-cc80-44e0-b4f7-1719b9f7a79a" providerId="ADAL" clId="{37B2429C-B23F-48F7-92DD-6852ED40E248}" dt="2021-11-06T19:21:47.691" v="2978" actId="20577"/>
          <ac:spMkLst>
            <pc:docMk/>
            <pc:sldMk cId="2239719852" sldId="262"/>
            <ac:spMk id="27" creationId="{AEBA3A77-AC27-41B5-9BA9-35005B958D62}"/>
          </ac:spMkLst>
        </pc:spChg>
        <pc:spChg chg="mod">
          <ac:chgData name="Mike Blyth" userId="0c108f9a-cc80-44e0-b4f7-1719b9f7a79a" providerId="ADAL" clId="{37B2429C-B23F-48F7-92DD-6852ED40E248}" dt="2021-11-06T18:57:33.362" v="326" actId="1076"/>
          <ac:spMkLst>
            <pc:docMk/>
            <pc:sldMk cId="2239719852" sldId="262"/>
            <ac:spMk id="43" creationId="{A9CA230D-21A0-4A6F-9BF9-4763170C923C}"/>
          </ac:spMkLst>
        </pc:spChg>
        <pc:spChg chg="mod">
          <ac:chgData name="Mike Blyth" userId="0c108f9a-cc80-44e0-b4f7-1719b9f7a79a" providerId="ADAL" clId="{37B2429C-B23F-48F7-92DD-6852ED40E248}" dt="2021-11-06T18:57:33.362" v="326" actId="1076"/>
          <ac:spMkLst>
            <pc:docMk/>
            <pc:sldMk cId="2239719852" sldId="262"/>
            <ac:spMk id="44" creationId="{3F661ABD-47C2-4CCF-9C7D-350A814F6AF6}"/>
          </ac:spMkLst>
        </pc:spChg>
        <pc:spChg chg="mod">
          <ac:chgData name="Mike Blyth" userId="0c108f9a-cc80-44e0-b4f7-1719b9f7a79a" providerId="ADAL" clId="{37B2429C-B23F-48F7-92DD-6852ED40E248}" dt="2021-11-06T18:57:33.362" v="326" actId="1076"/>
          <ac:spMkLst>
            <pc:docMk/>
            <pc:sldMk cId="2239719852" sldId="262"/>
            <ac:spMk id="45" creationId="{48A17108-169D-405A-B34C-42DEF246F726}"/>
          </ac:spMkLst>
        </pc:spChg>
        <pc:spChg chg="mod">
          <ac:chgData name="Mike Blyth" userId="0c108f9a-cc80-44e0-b4f7-1719b9f7a79a" providerId="ADAL" clId="{37B2429C-B23F-48F7-92DD-6852ED40E248}" dt="2021-11-06T18:57:33.362" v="326" actId="1076"/>
          <ac:spMkLst>
            <pc:docMk/>
            <pc:sldMk cId="2239719852" sldId="262"/>
            <ac:spMk id="46" creationId="{11A1E3B7-EE40-4EAB-9B36-B7023C106ADC}"/>
          </ac:spMkLst>
        </pc:spChg>
        <pc:spChg chg="mod">
          <ac:chgData name="Mike Blyth" userId="0c108f9a-cc80-44e0-b4f7-1719b9f7a79a" providerId="ADAL" clId="{37B2429C-B23F-48F7-92DD-6852ED40E248}" dt="2021-11-06T18:57:33.362" v="326" actId="1076"/>
          <ac:spMkLst>
            <pc:docMk/>
            <pc:sldMk cId="2239719852" sldId="262"/>
            <ac:spMk id="49" creationId="{FB9EC663-C94D-40CE-B5C9-EECC9E41D34F}"/>
          </ac:spMkLst>
        </pc:spChg>
        <pc:spChg chg="mod">
          <ac:chgData name="Mike Blyth" userId="0c108f9a-cc80-44e0-b4f7-1719b9f7a79a" providerId="ADAL" clId="{37B2429C-B23F-48F7-92DD-6852ED40E248}" dt="2021-11-06T19:20:56.787" v="2826" actId="1037"/>
          <ac:spMkLst>
            <pc:docMk/>
            <pc:sldMk cId="2239719852" sldId="262"/>
            <ac:spMk id="51" creationId="{518B116C-E131-4658-B1CB-2A2E80AAA153}"/>
          </ac:spMkLst>
        </pc:spChg>
        <pc:spChg chg="mod">
          <ac:chgData name="Mike Blyth" userId="0c108f9a-cc80-44e0-b4f7-1719b9f7a79a" providerId="ADAL" clId="{37B2429C-B23F-48F7-92DD-6852ED40E248}" dt="2021-11-06T18:57:33.362" v="326" actId="1076"/>
          <ac:spMkLst>
            <pc:docMk/>
            <pc:sldMk cId="2239719852" sldId="262"/>
            <ac:spMk id="52" creationId="{2200E075-B0C4-45FA-B9C8-3248362E17BB}"/>
          </ac:spMkLst>
        </pc:spChg>
        <pc:spChg chg="mod">
          <ac:chgData name="Mike Blyth" userId="0c108f9a-cc80-44e0-b4f7-1719b9f7a79a" providerId="ADAL" clId="{37B2429C-B23F-48F7-92DD-6852ED40E248}" dt="2021-11-06T19:20:51.707" v="2824" actId="14100"/>
          <ac:spMkLst>
            <pc:docMk/>
            <pc:sldMk cId="2239719852" sldId="262"/>
            <ac:spMk id="53" creationId="{D69CC5FE-E267-4FBC-829E-6A225161373C}"/>
          </ac:spMkLst>
        </pc:spChg>
        <pc:spChg chg="add mod">
          <ac:chgData name="Mike Blyth" userId="0c108f9a-cc80-44e0-b4f7-1719b9f7a79a" providerId="ADAL" clId="{37B2429C-B23F-48F7-92DD-6852ED40E248}" dt="2021-11-06T19:48:13.779" v="4630" actId="1035"/>
          <ac:spMkLst>
            <pc:docMk/>
            <pc:sldMk cId="2239719852" sldId="262"/>
            <ac:spMk id="54" creationId="{1796AFE1-E5E7-4E22-86BC-FABBD5E1F9B4}"/>
          </ac:spMkLst>
        </pc:spChg>
        <pc:spChg chg="mod">
          <ac:chgData name="Mike Blyth" userId="0c108f9a-cc80-44e0-b4f7-1719b9f7a79a" providerId="ADAL" clId="{37B2429C-B23F-48F7-92DD-6852ED40E248}" dt="2021-11-06T19:21:01.010" v="2828" actId="1076"/>
          <ac:spMkLst>
            <pc:docMk/>
            <pc:sldMk cId="2239719852" sldId="262"/>
            <ac:spMk id="57" creationId="{1502EB0E-305D-41EA-B379-8C8DC82F49E7}"/>
          </ac:spMkLst>
        </pc:spChg>
        <pc:spChg chg="mod">
          <ac:chgData name="Mike Blyth" userId="0c108f9a-cc80-44e0-b4f7-1719b9f7a79a" providerId="ADAL" clId="{37B2429C-B23F-48F7-92DD-6852ED40E248}" dt="2021-11-06T19:21:02.730" v="2829" actId="20577"/>
          <ac:spMkLst>
            <pc:docMk/>
            <pc:sldMk cId="2239719852" sldId="262"/>
            <ac:spMk id="59" creationId="{29C46FF6-54AD-4376-8035-01CBFDA5704B}"/>
          </ac:spMkLst>
        </pc:spChg>
        <pc:spChg chg="mod">
          <ac:chgData name="Mike Blyth" userId="0c108f9a-cc80-44e0-b4f7-1719b9f7a79a" providerId="ADAL" clId="{37B2429C-B23F-48F7-92DD-6852ED40E248}" dt="2021-11-06T19:21:01.010" v="2828" actId="1076"/>
          <ac:spMkLst>
            <pc:docMk/>
            <pc:sldMk cId="2239719852" sldId="262"/>
            <ac:spMk id="60" creationId="{864F4E07-39E4-401F-86E4-0D001021140F}"/>
          </ac:spMkLst>
        </pc:spChg>
        <pc:spChg chg="mod">
          <ac:chgData name="Mike Blyth" userId="0c108f9a-cc80-44e0-b4f7-1719b9f7a79a" providerId="ADAL" clId="{37B2429C-B23F-48F7-92DD-6852ED40E248}" dt="2021-11-06T19:21:01.010" v="2828" actId="1076"/>
          <ac:spMkLst>
            <pc:docMk/>
            <pc:sldMk cId="2239719852" sldId="262"/>
            <ac:spMk id="61" creationId="{37618202-C993-4AA5-BFFE-1877A67757E3}"/>
          </ac:spMkLst>
        </pc:spChg>
        <pc:grpChg chg="add mod">
          <ac:chgData name="Mike Blyth" userId="0c108f9a-cc80-44e0-b4f7-1719b9f7a79a" providerId="ADAL" clId="{37B2429C-B23F-48F7-92DD-6852ED40E248}" dt="2021-11-06T18:57:33.362" v="326" actId="1076"/>
          <ac:grpSpMkLst>
            <pc:docMk/>
            <pc:sldMk cId="2239719852" sldId="262"/>
            <ac:grpSpMk id="41" creationId="{ACE8F1CD-B3D9-4054-821E-750A2FE6CC95}"/>
          </ac:grpSpMkLst>
        </pc:grpChg>
        <pc:grpChg chg="mod">
          <ac:chgData name="Mike Blyth" userId="0c108f9a-cc80-44e0-b4f7-1719b9f7a79a" providerId="ADAL" clId="{37B2429C-B23F-48F7-92DD-6852ED40E248}" dt="2021-11-06T18:57:33.362" v="326" actId="1076"/>
          <ac:grpSpMkLst>
            <pc:docMk/>
            <pc:sldMk cId="2239719852" sldId="262"/>
            <ac:grpSpMk id="42" creationId="{3EF61DC1-77F3-441C-B903-C36D1BF5BB78}"/>
          </ac:grpSpMkLst>
        </pc:grpChg>
        <pc:grpChg chg="add mod">
          <ac:chgData name="Mike Blyth" userId="0c108f9a-cc80-44e0-b4f7-1719b9f7a79a" providerId="ADAL" clId="{37B2429C-B23F-48F7-92DD-6852ED40E248}" dt="2021-11-06T18:57:33.362" v="326" actId="1076"/>
          <ac:grpSpMkLst>
            <pc:docMk/>
            <pc:sldMk cId="2239719852" sldId="262"/>
            <ac:grpSpMk id="47" creationId="{33752D94-EEA3-44A3-9F23-443BF1939195}"/>
          </ac:grpSpMkLst>
        </pc:grpChg>
        <pc:grpChg chg="mod">
          <ac:chgData name="Mike Blyth" userId="0c108f9a-cc80-44e0-b4f7-1719b9f7a79a" providerId="ADAL" clId="{37B2429C-B23F-48F7-92DD-6852ED40E248}" dt="2021-11-06T18:57:33.362" v="326" actId="1076"/>
          <ac:grpSpMkLst>
            <pc:docMk/>
            <pc:sldMk cId="2239719852" sldId="262"/>
            <ac:grpSpMk id="48" creationId="{0830F7F7-4096-4B97-9EB3-DED280880AE5}"/>
          </ac:grpSpMkLst>
        </pc:grpChg>
        <pc:grpChg chg="mod">
          <ac:chgData name="Mike Blyth" userId="0c108f9a-cc80-44e0-b4f7-1719b9f7a79a" providerId="ADAL" clId="{37B2429C-B23F-48F7-92DD-6852ED40E248}" dt="2021-11-06T18:57:33.362" v="326" actId="1076"/>
          <ac:grpSpMkLst>
            <pc:docMk/>
            <pc:sldMk cId="2239719852" sldId="262"/>
            <ac:grpSpMk id="50" creationId="{BE6826F8-3B58-4158-9115-8CF7E31B7655}"/>
          </ac:grpSpMkLst>
        </pc:grpChg>
        <pc:grpChg chg="add mod">
          <ac:chgData name="Mike Blyth" userId="0c108f9a-cc80-44e0-b4f7-1719b9f7a79a" providerId="ADAL" clId="{37B2429C-B23F-48F7-92DD-6852ED40E248}" dt="2021-11-06T19:21:01.010" v="2828" actId="1076"/>
          <ac:grpSpMkLst>
            <pc:docMk/>
            <pc:sldMk cId="2239719852" sldId="262"/>
            <ac:grpSpMk id="55" creationId="{1E9F1B1B-0889-4D86-9744-925D0A0EF99A}"/>
          </ac:grpSpMkLst>
        </pc:grpChg>
        <pc:grpChg chg="mod">
          <ac:chgData name="Mike Blyth" userId="0c108f9a-cc80-44e0-b4f7-1719b9f7a79a" providerId="ADAL" clId="{37B2429C-B23F-48F7-92DD-6852ED40E248}" dt="2021-11-06T19:21:01.010" v="2828" actId="1076"/>
          <ac:grpSpMkLst>
            <pc:docMk/>
            <pc:sldMk cId="2239719852" sldId="262"/>
            <ac:grpSpMk id="56" creationId="{602A9583-DDB3-4A29-A0A3-92CD86E2C9BB}"/>
          </ac:grpSpMkLst>
        </pc:grpChg>
        <pc:grpChg chg="mod">
          <ac:chgData name="Mike Blyth" userId="0c108f9a-cc80-44e0-b4f7-1719b9f7a79a" providerId="ADAL" clId="{37B2429C-B23F-48F7-92DD-6852ED40E248}" dt="2021-11-06T19:21:01.010" v="2828" actId="1076"/>
          <ac:grpSpMkLst>
            <pc:docMk/>
            <pc:sldMk cId="2239719852" sldId="262"/>
            <ac:grpSpMk id="58" creationId="{168F84BA-137A-47AD-B73C-6C92F89D1DD1}"/>
          </ac:grpSpMkLst>
        </pc:grpChg>
        <pc:grpChg chg="del">
          <ac:chgData name="Mike Blyth" userId="0c108f9a-cc80-44e0-b4f7-1719b9f7a79a" providerId="ADAL" clId="{37B2429C-B23F-48F7-92DD-6852ED40E248}" dt="2021-11-06T18:57:22.325" v="321" actId="478"/>
          <ac:grpSpMkLst>
            <pc:docMk/>
            <pc:sldMk cId="2239719852" sldId="262"/>
            <ac:grpSpMk id="107" creationId="{EE82BDFA-627D-403D-A008-1DDB20CEDA82}"/>
          </ac:grpSpMkLst>
        </pc:grpChg>
        <pc:grpChg chg="del">
          <ac:chgData name="Mike Blyth" userId="0c108f9a-cc80-44e0-b4f7-1719b9f7a79a" providerId="ADAL" clId="{37B2429C-B23F-48F7-92DD-6852ED40E248}" dt="2021-11-06T18:57:24.843" v="324" actId="478"/>
          <ac:grpSpMkLst>
            <pc:docMk/>
            <pc:sldMk cId="2239719852" sldId="262"/>
            <ac:grpSpMk id="121" creationId="{F1A30C04-FD6C-4ED9-9A49-4D45CAE4935C}"/>
          </ac:grpSpMkLst>
        </pc:grpChg>
        <pc:grpChg chg="del">
          <ac:chgData name="Mike Blyth" userId="0c108f9a-cc80-44e0-b4f7-1719b9f7a79a" providerId="ADAL" clId="{37B2429C-B23F-48F7-92DD-6852ED40E248}" dt="2021-11-06T18:57:23.860" v="323" actId="478"/>
          <ac:grpSpMkLst>
            <pc:docMk/>
            <pc:sldMk cId="2239719852" sldId="262"/>
            <ac:grpSpMk id="128" creationId="{A6D86791-6EE8-4EDB-8F71-4B4E2F6B5D2B}"/>
          </ac:grpSpMkLst>
        </pc:grpChg>
        <pc:grpChg chg="del">
          <ac:chgData name="Mike Blyth" userId="0c108f9a-cc80-44e0-b4f7-1719b9f7a79a" providerId="ADAL" clId="{37B2429C-B23F-48F7-92DD-6852ED40E248}" dt="2021-11-06T18:57:23.083" v="322" actId="478"/>
          <ac:grpSpMkLst>
            <pc:docMk/>
            <pc:sldMk cId="2239719852" sldId="262"/>
            <ac:grpSpMk id="143" creationId="{25020691-CD55-4685-86CA-227CADB8BBC3}"/>
          </ac:grpSpMkLst>
        </pc:grpChg>
        <pc:grpChg chg="del">
          <ac:chgData name="Mike Blyth" userId="0c108f9a-cc80-44e0-b4f7-1719b9f7a79a" providerId="ADAL" clId="{37B2429C-B23F-48F7-92DD-6852ED40E248}" dt="2021-11-06T18:57:21.379" v="320" actId="478"/>
          <ac:grpSpMkLst>
            <pc:docMk/>
            <pc:sldMk cId="2239719852" sldId="262"/>
            <ac:grpSpMk id="151" creationId="{6D05DD3C-1AFE-4670-9427-A8526F2F6C06}"/>
          </ac:grpSpMkLst>
        </pc:grpChg>
        <pc:graphicFrameChg chg="mod">
          <ac:chgData name="Mike Blyth" userId="0c108f9a-cc80-44e0-b4f7-1719b9f7a79a" providerId="ADAL" clId="{37B2429C-B23F-48F7-92DD-6852ED40E248}" dt="2021-11-06T18:57:18.532" v="319" actId="1038"/>
          <ac:graphicFrameMkLst>
            <pc:docMk/>
            <pc:sldMk cId="2239719852" sldId="262"/>
            <ac:graphicFrameMk id="3" creationId="{D80EE478-B563-453A-AE4F-2FAE57CA9924}"/>
          </ac:graphicFrameMkLst>
        </pc:graphicFrameChg>
        <pc:picChg chg="del">
          <ac:chgData name="Mike Blyth" userId="0c108f9a-cc80-44e0-b4f7-1719b9f7a79a" providerId="ADAL" clId="{37B2429C-B23F-48F7-92DD-6852ED40E248}" dt="2021-11-06T18:57:11.404" v="317" actId="478"/>
          <ac:picMkLst>
            <pc:docMk/>
            <pc:sldMk cId="2239719852" sldId="262"/>
            <ac:picMk id="2" creationId="{14462312-4A89-42F1-9396-432A828780EF}"/>
          </ac:picMkLst>
        </pc:picChg>
        <pc:picChg chg="mod">
          <ac:chgData name="Mike Blyth" userId="0c108f9a-cc80-44e0-b4f7-1719b9f7a79a" providerId="ADAL" clId="{37B2429C-B23F-48F7-92DD-6852ED40E248}" dt="2021-11-06T19:23:14.443" v="3171" actId="1036"/>
          <ac:picMkLst>
            <pc:docMk/>
            <pc:sldMk cId="2239719852" sldId="262"/>
            <ac:picMk id="23" creationId="{0CD4A2E8-7BAD-4610-90D2-D87CF25E69DB}"/>
          </ac:picMkLst>
        </pc:picChg>
      </pc:sldChg>
      <pc:sldChg chg="addSp delSp modSp add mod ord modNotesTx">
        <pc:chgData name="Mike Blyth" userId="0c108f9a-cc80-44e0-b4f7-1719b9f7a79a" providerId="ADAL" clId="{37B2429C-B23F-48F7-92DD-6852ED40E248}" dt="2021-11-06T19:40:54.114" v="4495" actId="20577"/>
        <pc:sldMkLst>
          <pc:docMk/>
          <pc:sldMk cId="2208495797" sldId="263"/>
        </pc:sldMkLst>
        <pc:spChg chg="mod">
          <ac:chgData name="Mike Blyth" userId="0c108f9a-cc80-44e0-b4f7-1719b9f7a79a" providerId="ADAL" clId="{37B2429C-B23F-48F7-92DD-6852ED40E248}" dt="2021-11-06T19:24:18.995" v="3215" actId="1035"/>
          <ac:spMkLst>
            <pc:docMk/>
            <pc:sldMk cId="2208495797" sldId="263"/>
            <ac:spMk id="18" creationId="{F297FB2B-63FA-4D7A-A3D6-5F433C88933B}"/>
          </ac:spMkLst>
        </pc:spChg>
        <pc:spChg chg="del mod">
          <ac:chgData name="Mike Blyth" userId="0c108f9a-cc80-44e0-b4f7-1719b9f7a79a" providerId="ADAL" clId="{37B2429C-B23F-48F7-92DD-6852ED40E248}" dt="2021-11-06T19:25:44.651" v="3258" actId="478"/>
          <ac:spMkLst>
            <pc:docMk/>
            <pc:sldMk cId="2208495797" sldId="263"/>
            <ac:spMk id="26" creationId="{203A1F28-0DA8-4E28-9A14-45FBEBAE9431}"/>
          </ac:spMkLst>
        </pc:spChg>
        <pc:spChg chg="mod">
          <ac:chgData name="Mike Blyth" userId="0c108f9a-cc80-44e0-b4f7-1719b9f7a79a" providerId="ADAL" clId="{37B2429C-B23F-48F7-92DD-6852ED40E248}" dt="2021-11-06T19:25:53.628" v="3261" actId="403"/>
          <ac:spMkLst>
            <pc:docMk/>
            <pc:sldMk cId="2208495797" sldId="263"/>
            <ac:spMk id="27" creationId="{AEBA3A77-AC27-41B5-9BA9-35005B958D62}"/>
          </ac:spMkLst>
        </pc:spChg>
        <pc:spChg chg="mod">
          <ac:chgData name="Mike Blyth" userId="0c108f9a-cc80-44e0-b4f7-1719b9f7a79a" providerId="ADAL" clId="{37B2429C-B23F-48F7-92DD-6852ED40E248}" dt="2021-11-06T19:03:36.924" v="746" actId="20577"/>
          <ac:spMkLst>
            <pc:docMk/>
            <pc:sldMk cId="2208495797" sldId="263"/>
            <ac:spMk id="35" creationId="{15697764-BD27-4E47-B7B8-5772E112C825}"/>
          </ac:spMkLst>
        </pc:spChg>
        <pc:spChg chg="mod">
          <ac:chgData name="Mike Blyth" userId="0c108f9a-cc80-44e0-b4f7-1719b9f7a79a" providerId="ADAL" clId="{37B2429C-B23F-48F7-92DD-6852ED40E248}" dt="2021-11-06T19:03:34.899" v="744" actId="1076"/>
          <ac:spMkLst>
            <pc:docMk/>
            <pc:sldMk cId="2208495797" sldId="263"/>
            <ac:spMk id="36" creationId="{7D98502D-BDB1-44AD-90B0-12C0EDCA85D9}"/>
          </ac:spMkLst>
        </pc:spChg>
        <pc:spChg chg="mod">
          <ac:chgData name="Mike Blyth" userId="0c108f9a-cc80-44e0-b4f7-1719b9f7a79a" providerId="ADAL" clId="{37B2429C-B23F-48F7-92DD-6852ED40E248}" dt="2021-11-06T19:03:34.899" v="744" actId="1076"/>
          <ac:spMkLst>
            <pc:docMk/>
            <pc:sldMk cId="2208495797" sldId="263"/>
            <ac:spMk id="37" creationId="{5DB1B12A-B81F-4FD3-B5C9-7B425CE315FE}"/>
          </ac:spMkLst>
        </pc:spChg>
        <pc:spChg chg="mod">
          <ac:chgData name="Mike Blyth" userId="0c108f9a-cc80-44e0-b4f7-1719b9f7a79a" providerId="ADAL" clId="{37B2429C-B23F-48F7-92DD-6852ED40E248}" dt="2021-11-06T19:03:34.899" v="744" actId="1076"/>
          <ac:spMkLst>
            <pc:docMk/>
            <pc:sldMk cId="2208495797" sldId="263"/>
            <ac:spMk id="38" creationId="{8D558218-1079-4A45-8E9A-AA8AD4C9FB06}"/>
          </ac:spMkLst>
        </pc:spChg>
        <pc:spChg chg="mod">
          <ac:chgData name="Mike Blyth" userId="0c108f9a-cc80-44e0-b4f7-1719b9f7a79a" providerId="ADAL" clId="{37B2429C-B23F-48F7-92DD-6852ED40E248}" dt="2021-11-06T19:03:40.707" v="750" actId="20577"/>
          <ac:spMkLst>
            <pc:docMk/>
            <pc:sldMk cId="2208495797" sldId="263"/>
            <ac:spMk id="41" creationId="{67B82897-F870-42E7-BB78-1D05932AA4CE}"/>
          </ac:spMkLst>
        </pc:spChg>
        <pc:spChg chg="mod">
          <ac:chgData name="Mike Blyth" userId="0c108f9a-cc80-44e0-b4f7-1719b9f7a79a" providerId="ADAL" clId="{37B2429C-B23F-48F7-92DD-6852ED40E248}" dt="2021-11-06T19:03:34.139" v="743" actId="1076"/>
          <ac:spMkLst>
            <pc:docMk/>
            <pc:sldMk cId="2208495797" sldId="263"/>
            <ac:spMk id="42" creationId="{2326298B-4715-434B-87C4-734BBAC62A11}"/>
          </ac:spMkLst>
        </pc:spChg>
        <pc:spChg chg="mod">
          <ac:chgData name="Mike Blyth" userId="0c108f9a-cc80-44e0-b4f7-1719b9f7a79a" providerId="ADAL" clId="{37B2429C-B23F-48F7-92DD-6852ED40E248}" dt="2021-11-06T19:03:34.139" v="743" actId="1076"/>
          <ac:spMkLst>
            <pc:docMk/>
            <pc:sldMk cId="2208495797" sldId="263"/>
            <ac:spMk id="43" creationId="{D8C95871-511E-46AF-89CE-474CB5C93C8D}"/>
          </ac:spMkLst>
        </pc:spChg>
        <pc:spChg chg="mod">
          <ac:chgData name="Mike Blyth" userId="0c108f9a-cc80-44e0-b4f7-1719b9f7a79a" providerId="ADAL" clId="{37B2429C-B23F-48F7-92DD-6852ED40E248}" dt="2021-11-06T19:03:34.139" v="743" actId="1076"/>
          <ac:spMkLst>
            <pc:docMk/>
            <pc:sldMk cId="2208495797" sldId="263"/>
            <ac:spMk id="44" creationId="{B0877D37-875D-4ACD-BB86-306D30481081}"/>
          </ac:spMkLst>
        </pc:spChg>
        <pc:spChg chg="mod">
          <ac:chgData name="Mike Blyth" userId="0c108f9a-cc80-44e0-b4f7-1719b9f7a79a" providerId="ADAL" clId="{37B2429C-B23F-48F7-92DD-6852ED40E248}" dt="2021-11-06T19:03:43.347" v="752" actId="20577"/>
          <ac:spMkLst>
            <pc:docMk/>
            <pc:sldMk cId="2208495797" sldId="263"/>
            <ac:spMk id="47" creationId="{B4247576-F01F-400F-82B1-3BC26F36F9F7}"/>
          </ac:spMkLst>
        </pc:spChg>
        <pc:spChg chg="mod">
          <ac:chgData name="Mike Blyth" userId="0c108f9a-cc80-44e0-b4f7-1719b9f7a79a" providerId="ADAL" clId="{37B2429C-B23F-48F7-92DD-6852ED40E248}" dt="2021-11-06T19:03:32.946" v="742" actId="1076"/>
          <ac:spMkLst>
            <pc:docMk/>
            <pc:sldMk cId="2208495797" sldId="263"/>
            <ac:spMk id="48" creationId="{B3D9BFB7-86DE-410A-ABF7-0F7CE2E8C2F5}"/>
          </ac:spMkLst>
        </pc:spChg>
        <pc:spChg chg="mod">
          <ac:chgData name="Mike Blyth" userId="0c108f9a-cc80-44e0-b4f7-1719b9f7a79a" providerId="ADAL" clId="{37B2429C-B23F-48F7-92DD-6852ED40E248}" dt="2021-11-06T19:03:32.946" v="742" actId="1076"/>
          <ac:spMkLst>
            <pc:docMk/>
            <pc:sldMk cId="2208495797" sldId="263"/>
            <ac:spMk id="49" creationId="{91A11C88-0E76-48A7-9DA8-91EE4B47FF23}"/>
          </ac:spMkLst>
        </pc:spChg>
        <pc:spChg chg="mod">
          <ac:chgData name="Mike Blyth" userId="0c108f9a-cc80-44e0-b4f7-1719b9f7a79a" providerId="ADAL" clId="{37B2429C-B23F-48F7-92DD-6852ED40E248}" dt="2021-11-06T19:03:32.946" v="742" actId="1076"/>
          <ac:spMkLst>
            <pc:docMk/>
            <pc:sldMk cId="2208495797" sldId="263"/>
            <ac:spMk id="50" creationId="{394F39F4-69DA-4D5B-ABF3-C635DA4BBA53}"/>
          </ac:spMkLst>
        </pc:spChg>
        <pc:spChg chg="add mod">
          <ac:chgData name="Mike Blyth" userId="0c108f9a-cc80-44e0-b4f7-1719b9f7a79a" providerId="ADAL" clId="{37B2429C-B23F-48F7-92DD-6852ED40E248}" dt="2021-11-06T19:26:42.563" v="3333" actId="1038"/>
          <ac:spMkLst>
            <pc:docMk/>
            <pc:sldMk cId="2208495797" sldId="263"/>
            <ac:spMk id="51" creationId="{14F0B40E-2B7D-4A4A-B609-3AFC2B8C65E1}"/>
          </ac:spMkLst>
        </pc:spChg>
        <pc:spChg chg="mod">
          <ac:chgData name="Mike Blyth" userId="0c108f9a-cc80-44e0-b4f7-1719b9f7a79a" providerId="ADAL" clId="{37B2429C-B23F-48F7-92DD-6852ED40E248}" dt="2021-11-06T19:02:20.252" v="666" actId="20577"/>
          <ac:spMkLst>
            <pc:docMk/>
            <pc:sldMk cId="2208495797" sldId="263"/>
            <ac:spMk id="109" creationId="{3BA41F91-688A-4106-8B31-820C43958D4E}"/>
          </ac:spMkLst>
        </pc:spChg>
        <pc:spChg chg="mod">
          <ac:chgData name="Mike Blyth" userId="0c108f9a-cc80-44e0-b4f7-1719b9f7a79a" providerId="ADAL" clId="{37B2429C-B23F-48F7-92DD-6852ED40E248}" dt="2021-11-06T19:01:43.007" v="629" actId="1036"/>
          <ac:spMkLst>
            <pc:docMk/>
            <pc:sldMk cId="2208495797" sldId="263"/>
            <ac:spMk id="113" creationId="{774E570E-D40F-48E3-B642-3C44F9DA1099}"/>
          </ac:spMkLst>
        </pc:spChg>
        <pc:spChg chg="mod">
          <ac:chgData name="Mike Blyth" userId="0c108f9a-cc80-44e0-b4f7-1719b9f7a79a" providerId="ADAL" clId="{37B2429C-B23F-48F7-92DD-6852ED40E248}" dt="2021-11-06T19:02:39.340" v="681" actId="1037"/>
          <ac:spMkLst>
            <pc:docMk/>
            <pc:sldMk cId="2208495797" sldId="263"/>
            <ac:spMk id="124" creationId="{1682813B-FF8A-455E-89D9-4FE39C4B99B8}"/>
          </ac:spMkLst>
        </pc:spChg>
        <pc:spChg chg="mod">
          <ac:chgData name="Mike Blyth" userId="0c108f9a-cc80-44e0-b4f7-1719b9f7a79a" providerId="ADAL" clId="{37B2429C-B23F-48F7-92DD-6852ED40E248}" dt="2021-11-06T19:02:30.370" v="675" actId="14100"/>
          <ac:spMkLst>
            <pc:docMk/>
            <pc:sldMk cId="2208495797" sldId="263"/>
            <ac:spMk id="128" creationId="{8B23A64C-1EC4-456B-8BC3-1D8668404351}"/>
          </ac:spMkLst>
        </pc:spChg>
        <pc:grpChg chg="add mod">
          <ac:chgData name="Mike Blyth" userId="0c108f9a-cc80-44e0-b4f7-1719b9f7a79a" providerId="ADAL" clId="{37B2429C-B23F-48F7-92DD-6852ED40E248}" dt="2021-11-06T19:03:34.899" v="744" actId="1076"/>
          <ac:grpSpMkLst>
            <pc:docMk/>
            <pc:sldMk cId="2208495797" sldId="263"/>
            <ac:grpSpMk id="33" creationId="{780BF4E7-09AE-45AC-AD5F-97AB359F6135}"/>
          </ac:grpSpMkLst>
        </pc:grpChg>
        <pc:grpChg chg="mod">
          <ac:chgData name="Mike Blyth" userId="0c108f9a-cc80-44e0-b4f7-1719b9f7a79a" providerId="ADAL" clId="{37B2429C-B23F-48F7-92DD-6852ED40E248}" dt="2021-11-06T19:03:34.899" v="744" actId="1076"/>
          <ac:grpSpMkLst>
            <pc:docMk/>
            <pc:sldMk cId="2208495797" sldId="263"/>
            <ac:grpSpMk id="34" creationId="{3ABF29F7-0153-476F-911C-548993307EC6}"/>
          </ac:grpSpMkLst>
        </pc:grpChg>
        <pc:grpChg chg="add mod">
          <ac:chgData name="Mike Blyth" userId="0c108f9a-cc80-44e0-b4f7-1719b9f7a79a" providerId="ADAL" clId="{37B2429C-B23F-48F7-92DD-6852ED40E248}" dt="2021-11-06T19:03:34.139" v="743" actId="1076"/>
          <ac:grpSpMkLst>
            <pc:docMk/>
            <pc:sldMk cId="2208495797" sldId="263"/>
            <ac:grpSpMk id="39" creationId="{A76A81F8-B17B-4089-8C35-B4827FF65432}"/>
          </ac:grpSpMkLst>
        </pc:grpChg>
        <pc:grpChg chg="mod">
          <ac:chgData name="Mike Blyth" userId="0c108f9a-cc80-44e0-b4f7-1719b9f7a79a" providerId="ADAL" clId="{37B2429C-B23F-48F7-92DD-6852ED40E248}" dt="2021-11-06T19:03:34.139" v="743" actId="1076"/>
          <ac:grpSpMkLst>
            <pc:docMk/>
            <pc:sldMk cId="2208495797" sldId="263"/>
            <ac:grpSpMk id="40" creationId="{157DE469-BD58-45CC-B559-62F2DA473B2F}"/>
          </ac:grpSpMkLst>
        </pc:grpChg>
        <pc:grpChg chg="add del mod">
          <ac:chgData name="Mike Blyth" userId="0c108f9a-cc80-44e0-b4f7-1719b9f7a79a" providerId="ADAL" clId="{37B2429C-B23F-48F7-92DD-6852ED40E248}" dt="2021-11-06T19:03:46.148" v="753" actId="478"/>
          <ac:grpSpMkLst>
            <pc:docMk/>
            <pc:sldMk cId="2208495797" sldId="263"/>
            <ac:grpSpMk id="45" creationId="{F655513A-769B-4B17-8F4E-BE8575CA2998}"/>
          </ac:grpSpMkLst>
        </pc:grpChg>
        <pc:grpChg chg="mod">
          <ac:chgData name="Mike Blyth" userId="0c108f9a-cc80-44e0-b4f7-1719b9f7a79a" providerId="ADAL" clId="{37B2429C-B23F-48F7-92DD-6852ED40E248}" dt="2021-11-06T19:03:32.946" v="742" actId="1076"/>
          <ac:grpSpMkLst>
            <pc:docMk/>
            <pc:sldMk cId="2208495797" sldId="263"/>
            <ac:grpSpMk id="46" creationId="{9DCC7BFC-2712-4DD0-B4E0-0022D8634E4C}"/>
          </ac:grpSpMkLst>
        </pc:grpChg>
        <pc:grpChg chg="del">
          <ac:chgData name="Mike Blyth" userId="0c108f9a-cc80-44e0-b4f7-1719b9f7a79a" providerId="ADAL" clId="{37B2429C-B23F-48F7-92DD-6852ED40E248}" dt="2021-11-06T19:02:44.331" v="683" actId="478"/>
          <ac:grpSpMkLst>
            <pc:docMk/>
            <pc:sldMk cId="2208495797" sldId="263"/>
            <ac:grpSpMk id="78" creationId="{5B7D0858-3CBF-463B-9B1D-700A1929043E}"/>
          </ac:grpSpMkLst>
        </pc:grpChg>
        <pc:grpChg chg="del">
          <ac:chgData name="Mike Blyth" userId="0c108f9a-cc80-44e0-b4f7-1719b9f7a79a" providerId="ADAL" clId="{37B2429C-B23F-48F7-92DD-6852ED40E248}" dt="2021-11-06T19:02:45.058" v="684" actId="478"/>
          <ac:grpSpMkLst>
            <pc:docMk/>
            <pc:sldMk cId="2208495797" sldId="263"/>
            <ac:grpSpMk id="101" creationId="{20910512-667E-4166-885E-AB9C4EF909CD}"/>
          </ac:grpSpMkLst>
        </pc:grpChg>
        <pc:grpChg chg="del">
          <ac:chgData name="Mike Blyth" userId="0c108f9a-cc80-44e0-b4f7-1719b9f7a79a" providerId="ADAL" clId="{37B2429C-B23F-48F7-92DD-6852ED40E248}" dt="2021-11-06T19:02:42.130" v="682" actId="478"/>
          <ac:grpSpMkLst>
            <pc:docMk/>
            <pc:sldMk cId="2208495797" sldId="263"/>
            <ac:grpSpMk id="107" creationId="{EE82BDFA-627D-403D-A008-1DDB20CEDA82}"/>
          </ac:grpSpMkLst>
        </pc:grpChg>
        <pc:picChg chg="mod">
          <ac:chgData name="Mike Blyth" userId="0c108f9a-cc80-44e0-b4f7-1719b9f7a79a" providerId="ADAL" clId="{37B2429C-B23F-48F7-92DD-6852ED40E248}" dt="2021-11-06T19:24:17.394" v="3214" actId="1036"/>
          <ac:picMkLst>
            <pc:docMk/>
            <pc:sldMk cId="2208495797" sldId="263"/>
            <ac:picMk id="23" creationId="{0CD4A2E8-7BAD-4610-90D2-D87CF25E69DB}"/>
          </ac:picMkLst>
        </pc:picChg>
      </pc:sldChg>
      <pc:sldChg chg="addSp delSp modSp add mod modNotesTx">
        <pc:chgData name="Mike Blyth" userId="0c108f9a-cc80-44e0-b4f7-1719b9f7a79a" providerId="ADAL" clId="{37B2429C-B23F-48F7-92DD-6852ED40E248}" dt="2021-11-06T19:26:31.436" v="3325" actId="1038"/>
        <pc:sldMkLst>
          <pc:docMk/>
          <pc:sldMk cId="1785556340" sldId="264"/>
        </pc:sldMkLst>
        <pc:spChg chg="add del mod">
          <ac:chgData name="Mike Blyth" userId="0c108f9a-cc80-44e0-b4f7-1719b9f7a79a" providerId="ADAL" clId="{37B2429C-B23F-48F7-92DD-6852ED40E248}" dt="2021-11-06T19:24:41.100" v="3226" actId="20577"/>
          <ac:spMkLst>
            <pc:docMk/>
            <pc:sldMk cId="1785556340" sldId="264"/>
            <ac:spMk id="18" creationId="{F297FB2B-63FA-4D7A-A3D6-5F433C88933B}"/>
          </ac:spMkLst>
        </pc:spChg>
        <pc:spChg chg="del mod">
          <ac:chgData name="Mike Blyth" userId="0c108f9a-cc80-44e0-b4f7-1719b9f7a79a" providerId="ADAL" clId="{37B2429C-B23F-48F7-92DD-6852ED40E248}" dt="2021-11-06T19:25:58.946" v="3262" actId="478"/>
          <ac:spMkLst>
            <pc:docMk/>
            <pc:sldMk cId="1785556340" sldId="264"/>
            <ac:spMk id="26" creationId="{203A1F28-0DA8-4E28-9A14-45FBEBAE9431}"/>
          </ac:spMkLst>
        </pc:spChg>
        <pc:spChg chg="mod">
          <ac:chgData name="Mike Blyth" userId="0c108f9a-cc80-44e0-b4f7-1719b9f7a79a" providerId="ADAL" clId="{37B2429C-B23F-48F7-92DD-6852ED40E248}" dt="2021-11-06T19:26:18.058" v="3316" actId="13926"/>
          <ac:spMkLst>
            <pc:docMk/>
            <pc:sldMk cId="1785556340" sldId="264"/>
            <ac:spMk id="27" creationId="{AEBA3A77-AC27-41B5-9BA9-35005B958D62}"/>
          </ac:spMkLst>
        </pc:spChg>
        <pc:spChg chg="add mod">
          <ac:chgData name="Mike Blyth" userId="0c108f9a-cc80-44e0-b4f7-1719b9f7a79a" providerId="ADAL" clId="{37B2429C-B23F-48F7-92DD-6852ED40E248}" dt="2021-11-06T19:24:32.130" v="3223" actId="1035"/>
          <ac:spMkLst>
            <pc:docMk/>
            <pc:sldMk cId="1785556340" sldId="264"/>
            <ac:spMk id="28" creationId="{0F77B9EB-9A83-4036-9896-A28552EC9E3D}"/>
          </ac:spMkLst>
        </pc:spChg>
        <pc:spChg chg="mod">
          <ac:chgData name="Mike Blyth" userId="0c108f9a-cc80-44e0-b4f7-1719b9f7a79a" providerId="ADAL" clId="{37B2429C-B23F-48F7-92DD-6852ED40E248}" dt="2021-11-06T19:24:56.849" v="3230" actId="20577"/>
          <ac:spMkLst>
            <pc:docMk/>
            <pc:sldMk cId="1785556340" sldId="264"/>
            <ac:spMk id="31" creationId="{87E3B47B-B050-4F71-AC96-11940BAF16C0}"/>
          </ac:spMkLst>
        </pc:spChg>
        <pc:spChg chg="mod">
          <ac:chgData name="Mike Blyth" userId="0c108f9a-cc80-44e0-b4f7-1719b9f7a79a" providerId="ADAL" clId="{37B2429C-B23F-48F7-92DD-6852ED40E248}" dt="2021-11-06T19:24:50.810" v="3228" actId="1076"/>
          <ac:spMkLst>
            <pc:docMk/>
            <pc:sldMk cId="1785556340" sldId="264"/>
            <ac:spMk id="32" creationId="{F7E3E288-D908-4003-AEEB-DC70CE90ABB8}"/>
          </ac:spMkLst>
        </pc:spChg>
        <pc:spChg chg="mod">
          <ac:chgData name="Mike Blyth" userId="0c108f9a-cc80-44e0-b4f7-1719b9f7a79a" providerId="ADAL" clId="{37B2429C-B23F-48F7-92DD-6852ED40E248}" dt="2021-11-06T19:13:01.627" v="2249" actId="20577"/>
          <ac:spMkLst>
            <pc:docMk/>
            <pc:sldMk cId="1785556340" sldId="264"/>
            <ac:spMk id="35" creationId="{15697764-BD27-4E47-B7B8-5772E112C825}"/>
          </ac:spMkLst>
        </pc:spChg>
        <pc:spChg chg="mod">
          <ac:chgData name="Mike Blyth" userId="0c108f9a-cc80-44e0-b4f7-1719b9f7a79a" providerId="ADAL" clId="{37B2429C-B23F-48F7-92DD-6852ED40E248}" dt="2021-11-06T19:13:05.859" v="2252" actId="20577"/>
          <ac:spMkLst>
            <pc:docMk/>
            <pc:sldMk cId="1785556340" sldId="264"/>
            <ac:spMk id="41" creationId="{67B82897-F870-42E7-BB78-1D05932AA4CE}"/>
          </ac:spMkLst>
        </pc:spChg>
        <pc:spChg chg="mod">
          <ac:chgData name="Mike Blyth" userId="0c108f9a-cc80-44e0-b4f7-1719b9f7a79a" providerId="ADAL" clId="{37B2429C-B23F-48F7-92DD-6852ED40E248}" dt="2021-11-06T19:24:50.810" v="3228" actId="1076"/>
          <ac:spMkLst>
            <pc:docMk/>
            <pc:sldMk cId="1785556340" sldId="264"/>
            <ac:spMk id="45" creationId="{21C2CE4D-1A76-428F-A057-A1B45F32D259}"/>
          </ac:spMkLst>
        </pc:spChg>
        <pc:spChg chg="mod">
          <ac:chgData name="Mike Blyth" userId="0c108f9a-cc80-44e0-b4f7-1719b9f7a79a" providerId="ADAL" clId="{37B2429C-B23F-48F7-92DD-6852ED40E248}" dt="2021-11-06T19:24:50.810" v="3228" actId="1076"/>
          <ac:spMkLst>
            <pc:docMk/>
            <pc:sldMk cId="1785556340" sldId="264"/>
            <ac:spMk id="46" creationId="{196C1B10-3631-4B0A-A977-17A13E505E0D}"/>
          </ac:spMkLst>
        </pc:spChg>
        <pc:spChg chg="mod">
          <ac:chgData name="Mike Blyth" userId="0c108f9a-cc80-44e0-b4f7-1719b9f7a79a" providerId="ADAL" clId="{37B2429C-B23F-48F7-92DD-6852ED40E248}" dt="2021-11-06T19:25:00.011" v="3231" actId="20577"/>
          <ac:spMkLst>
            <pc:docMk/>
            <pc:sldMk cId="1785556340" sldId="264"/>
            <ac:spMk id="49" creationId="{BADA57D3-0B80-461A-A216-1C616953A32A}"/>
          </ac:spMkLst>
        </pc:spChg>
        <pc:spChg chg="mod">
          <ac:chgData name="Mike Blyth" userId="0c108f9a-cc80-44e0-b4f7-1719b9f7a79a" providerId="ADAL" clId="{37B2429C-B23F-48F7-92DD-6852ED40E248}" dt="2021-11-06T19:24:50.810" v="3228" actId="1076"/>
          <ac:spMkLst>
            <pc:docMk/>
            <pc:sldMk cId="1785556340" sldId="264"/>
            <ac:spMk id="50" creationId="{8DF0B568-931A-4F66-B69C-DB66A9EE2ABD}"/>
          </ac:spMkLst>
        </pc:spChg>
        <pc:spChg chg="mod">
          <ac:chgData name="Mike Blyth" userId="0c108f9a-cc80-44e0-b4f7-1719b9f7a79a" providerId="ADAL" clId="{37B2429C-B23F-48F7-92DD-6852ED40E248}" dt="2021-11-06T19:24:50.810" v="3228" actId="1076"/>
          <ac:spMkLst>
            <pc:docMk/>
            <pc:sldMk cId="1785556340" sldId="264"/>
            <ac:spMk id="51" creationId="{E5620EE9-D43F-4A43-A25C-B507E51DA1D2}"/>
          </ac:spMkLst>
        </pc:spChg>
        <pc:spChg chg="mod">
          <ac:chgData name="Mike Blyth" userId="0c108f9a-cc80-44e0-b4f7-1719b9f7a79a" providerId="ADAL" clId="{37B2429C-B23F-48F7-92DD-6852ED40E248}" dt="2021-11-06T19:24:50.810" v="3228" actId="1076"/>
          <ac:spMkLst>
            <pc:docMk/>
            <pc:sldMk cId="1785556340" sldId="264"/>
            <ac:spMk id="52" creationId="{C65B2FB7-2D12-4BB1-BFCA-5DDE785DEC27}"/>
          </ac:spMkLst>
        </pc:spChg>
        <pc:spChg chg="mod">
          <ac:chgData name="Mike Blyth" userId="0c108f9a-cc80-44e0-b4f7-1719b9f7a79a" providerId="ADAL" clId="{37B2429C-B23F-48F7-92DD-6852ED40E248}" dt="2021-11-06T19:24:54.643" v="3229" actId="20577"/>
          <ac:spMkLst>
            <pc:docMk/>
            <pc:sldMk cId="1785556340" sldId="264"/>
            <ac:spMk id="55" creationId="{BA908509-D8FD-41CB-9015-DE3C7B18A32D}"/>
          </ac:spMkLst>
        </pc:spChg>
        <pc:spChg chg="mod">
          <ac:chgData name="Mike Blyth" userId="0c108f9a-cc80-44e0-b4f7-1719b9f7a79a" providerId="ADAL" clId="{37B2429C-B23F-48F7-92DD-6852ED40E248}" dt="2021-11-06T19:24:50.810" v="3228" actId="1076"/>
          <ac:spMkLst>
            <pc:docMk/>
            <pc:sldMk cId="1785556340" sldId="264"/>
            <ac:spMk id="56" creationId="{16C441BE-4B1F-4E5E-A6C9-EA4CF8D768B3}"/>
          </ac:spMkLst>
        </pc:spChg>
        <pc:spChg chg="mod">
          <ac:chgData name="Mike Blyth" userId="0c108f9a-cc80-44e0-b4f7-1719b9f7a79a" providerId="ADAL" clId="{37B2429C-B23F-48F7-92DD-6852ED40E248}" dt="2021-11-06T19:24:50.810" v="3228" actId="1076"/>
          <ac:spMkLst>
            <pc:docMk/>
            <pc:sldMk cId="1785556340" sldId="264"/>
            <ac:spMk id="57" creationId="{ADC9021F-75DB-4BF9-961D-A13B21E96B5F}"/>
          </ac:spMkLst>
        </pc:spChg>
        <pc:spChg chg="mod">
          <ac:chgData name="Mike Blyth" userId="0c108f9a-cc80-44e0-b4f7-1719b9f7a79a" providerId="ADAL" clId="{37B2429C-B23F-48F7-92DD-6852ED40E248}" dt="2021-11-06T19:24:50.810" v="3228" actId="1076"/>
          <ac:spMkLst>
            <pc:docMk/>
            <pc:sldMk cId="1785556340" sldId="264"/>
            <ac:spMk id="58" creationId="{0EA8E8D9-83DF-4990-9D64-D7CFFC351322}"/>
          </ac:spMkLst>
        </pc:spChg>
        <pc:spChg chg="add mod">
          <ac:chgData name="Mike Blyth" userId="0c108f9a-cc80-44e0-b4f7-1719b9f7a79a" providerId="ADAL" clId="{37B2429C-B23F-48F7-92DD-6852ED40E248}" dt="2021-11-06T19:26:31.436" v="3325" actId="1038"/>
          <ac:spMkLst>
            <pc:docMk/>
            <pc:sldMk cId="1785556340" sldId="264"/>
            <ac:spMk id="59" creationId="{2023757B-9CFE-41FD-B3A0-137D5D09F2CB}"/>
          </ac:spMkLst>
        </pc:spChg>
        <pc:spChg chg="mod">
          <ac:chgData name="Mike Blyth" userId="0c108f9a-cc80-44e0-b4f7-1719b9f7a79a" providerId="ADAL" clId="{37B2429C-B23F-48F7-92DD-6852ED40E248}" dt="2021-11-06T19:12:45.324" v="2209" actId="6549"/>
          <ac:spMkLst>
            <pc:docMk/>
            <pc:sldMk cId="1785556340" sldId="264"/>
            <ac:spMk id="124" creationId="{1682813B-FF8A-455E-89D9-4FE39C4B99B8}"/>
          </ac:spMkLst>
        </pc:spChg>
        <pc:grpChg chg="add mod">
          <ac:chgData name="Mike Blyth" userId="0c108f9a-cc80-44e0-b4f7-1719b9f7a79a" providerId="ADAL" clId="{37B2429C-B23F-48F7-92DD-6852ED40E248}" dt="2021-11-06T19:24:50.810" v="3228" actId="1076"/>
          <ac:grpSpMkLst>
            <pc:docMk/>
            <pc:sldMk cId="1785556340" sldId="264"/>
            <ac:grpSpMk id="29" creationId="{BDB52780-8EC9-407D-B686-D9D2AD508A72}"/>
          </ac:grpSpMkLst>
        </pc:grpChg>
        <pc:grpChg chg="mod">
          <ac:chgData name="Mike Blyth" userId="0c108f9a-cc80-44e0-b4f7-1719b9f7a79a" providerId="ADAL" clId="{37B2429C-B23F-48F7-92DD-6852ED40E248}" dt="2021-11-06T19:24:50.810" v="3228" actId="1076"/>
          <ac:grpSpMkLst>
            <pc:docMk/>
            <pc:sldMk cId="1785556340" sldId="264"/>
            <ac:grpSpMk id="30" creationId="{B168D44E-EFC2-4ACA-9867-3760263BD25E}"/>
          </ac:grpSpMkLst>
        </pc:grpChg>
        <pc:grpChg chg="add mod">
          <ac:chgData name="Mike Blyth" userId="0c108f9a-cc80-44e0-b4f7-1719b9f7a79a" providerId="ADAL" clId="{37B2429C-B23F-48F7-92DD-6852ED40E248}" dt="2021-11-06T19:24:50.810" v="3228" actId="1076"/>
          <ac:grpSpMkLst>
            <pc:docMk/>
            <pc:sldMk cId="1785556340" sldId="264"/>
            <ac:grpSpMk id="47" creationId="{02CA3411-C37D-4BAE-A8DB-C9C2DD4B0BC7}"/>
          </ac:grpSpMkLst>
        </pc:grpChg>
        <pc:grpChg chg="mod">
          <ac:chgData name="Mike Blyth" userId="0c108f9a-cc80-44e0-b4f7-1719b9f7a79a" providerId="ADAL" clId="{37B2429C-B23F-48F7-92DD-6852ED40E248}" dt="2021-11-06T19:24:50.810" v="3228" actId="1076"/>
          <ac:grpSpMkLst>
            <pc:docMk/>
            <pc:sldMk cId="1785556340" sldId="264"/>
            <ac:grpSpMk id="48" creationId="{4B074002-75A2-4773-B261-FD9CA992CCD9}"/>
          </ac:grpSpMkLst>
        </pc:grpChg>
        <pc:grpChg chg="add mod">
          <ac:chgData name="Mike Blyth" userId="0c108f9a-cc80-44e0-b4f7-1719b9f7a79a" providerId="ADAL" clId="{37B2429C-B23F-48F7-92DD-6852ED40E248}" dt="2021-11-06T19:24:50.810" v="3228" actId="1076"/>
          <ac:grpSpMkLst>
            <pc:docMk/>
            <pc:sldMk cId="1785556340" sldId="264"/>
            <ac:grpSpMk id="53" creationId="{BB8A8472-F12C-4752-BFB5-BFA8E1836A78}"/>
          </ac:grpSpMkLst>
        </pc:grpChg>
        <pc:grpChg chg="mod">
          <ac:chgData name="Mike Blyth" userId="0c108f9a-cc80-44e0-b4f7-1719b9f7a79a" providerId="ADAL" clId="{37B2429C-B23F-48F7-92DD-6852ED40E248}" dt="2021-11-06T19:24:50.810" v="3228" actId="1076"/>
          <ac:grpSpMkLst>
            <pc:docMk/>
            <pc:sldMk cId="1785556340" sldId="264"/>
            <ac:grpSpMk id="54" creationId="{DD0F413B-E074-441A-8F4A-D39C168E62AD}"/>
          </ac:grpSpMkLst>
        </pc:grpChg>
      </pc:sldChg>
      <pc:sldChg chg="addSp delSp modSp add mod modNotesTx">
        <pc:chgData name="Mike Blyth" userId="0c108f9a-cc80-44e0-b4f7-1719b9f7a79a" providerId="ADAL" clId="{37B2429C-B23F-48F7-92DD-6852ED40E248}" dt="2021-11-06T19:32:13.778" v="3871" actId="20577"/>
        <pc:sldMkLst>
          <pc:docMk/>
          <pc:sldMk cId="3255016759" sldId="265"/>
        </pc:sldMkLst>
        <pc:spChg chg="add mod">
          <ac:chgData name="Mike Blyth" userId="0c108f9a-cc80-44e0-b4f7-1719b9f7a79a" providerId="ADAL" clId="{37B2429C-B23F-48F7-92DD-6852ED40E248}" dt="2021-11-06T19:29:40.165" v="3520" actId="208"/>
          <ac:spMkLst>
            <pc:docMk/>
            <pc:sldMk cId="3255016759" sldId="265"/>
            <ac:spMk id="2" creationId="{FD4C9618-A431-4772-A854-C346070A1124}"/>
          </ac:spMkLst>
        </pc:spChg>
        <pc:spChg chg="mod">
          <ac:chgData name="Mike Blyth" userId="0c108f9a-cc80-44e0-b4f7-1719b9f7a79a" providerId="ADAL" clId="{37B2429C-B23F-48F7-92DD-6852ED40E248}" dt="2021-11-06T19:28:05.259" v="3438" actId="1036"/>
          <ac:spMkLst>
            <pc:docMk/>
            <pc:sldMk cId="3255016759" sldId="265"/>
            <ac:spMk id="18" creationId="{F297FB2B-63FA-4D7A-A3D6-5F433C88933B}"/>
          </ac:spMkLst>
        </pc:spChg>
        <pc:spChg chg="mod">
          <ac:chgData name="Mike Blyth" userId="0c108f9a-cc80-44e0-b4f7-1719b9f7a79a" providerId="ADAL" clId="{37B2429C-B23F-48F7-92DD-6852ED40E248}" dt="2021-11-06T19:27:20.395" v="3395" actId="20577"/>
          <ac:spMkLst>
            <pc:docMk/>
            <pc:sldMk cId="3255016759" sldId="265"/>
            <ac:spMk id="27" creationId="{AEBA3A77-AC27-41B5-9BA9-35005B958D62}"/>
          </ac:spMkLst>
        </pc:spChg>
        <pc:spChg chg="mod">
          <ac:chgData name="Mike Blyth" userId="0c108f9a-cc80-44e0-b4f7-1719b9f7a79a" providerId="ADAL" clId="{37B2429C-B23F-48F7-92DD-6852ED40E248}" dt="2021-11-06T19:30:20.515" v="3556" actId="13926"/>
          <ac:spMkLst>
            <pc:docMk/>
            <pc:sldMk cId="3255016759" sldId="265"/>
            <ac:spMk id="28" creationId="{0F77B9EB-9A83-4036-9896-A28552EC9E3D}"/>
          </ac:spMkLst>
        </pc:spChg>
        <pc:spChg chg="mod">
          <ac:chgData name="Mike Blyth" userId="0c108f9a-cc80-44e0-b4f7-1719b9f7a79a" providerId="ADAL" clId="{37B2429C-B23F-48F7-92DD-6852ED40E248}" dt="2021-11-06T19:29:10.675" v="3513" actId="20577"/>
          <ac:spMkLst>
            <pc:docMk/>
            <pc:sldMk cId="3255016759" sldId="265"/>
            <ac:spMk id="35" creationId="{15697764-BD27-4E47-B7B8-5772E112C825}"/>
          </ac:spMkLst>
        </pc:spChg>
        <pc:spChg chg="mod">
          <ac:chgData name="Mike Blyth" userId="0c108f9a-cc80-44e0-b4f7-1719b9f7a79a" providerId="ADAL" clId="{37B2429C-B23F-48F7-92DD-6852ED40E248}" dt="2021-11-06T19:29:07.458" v="3511" actId="20577"/>
          <ac:spMkLst>
            <pc:docMk/>
            <pc:sldMk cId="3255016759" sldId="265"/>
            <ac:spMk id="41" creationId="{67B82897-F870-42E7-BB78-1D05932AA4CE}"/>
          </ac:spMkLst>
        </pc:spChg>
        <pc:spChg chg="mod">
          <ac:chgData name="Mike Blyth" userId="0c108f9a-cc80-44e0-b4f7-1719b9f7a79a" providerId="ADAL" clId="{37B2429C-B23F-48F7-92DD-6852ED40E248}" dt="2021-11-06T19:27:08.564" v="3355" actId="20577"/>
          <ac:spMkLst>
            <pc:docMk/>
            <pc:sldMk cId="3255016759" sldId="265"/>
            <ac:spMk id="59" creationId="{2023757B-9CFE-41FD-B3A0-137D5D09F2CB}"/>
          </ac:spMkLst>
        </pc:spChg>
        <pc:spChg chg="mod">
          <ac:chgData name="Mike Blyth" userId="0c108f9a-cc80-44e0-b4f7-1719b9f7a79a" providerId="ADAL" clId="{37B2429C-B23F-48F7-92DD-6852ED40E248}" dt="2021-11-06T19:29:04.466" v="3509" actId="20577"/>
          <ac:spMkLst>
            <pc:docMk/>
            <pc:sldMk cId="3255016759" sldId="265"/>
            <ac:spMk id="124" creationId="{1682813B-FF8A-455E-89D9-4FE39C4B99B8}"/>
          </ac:spMkLst>
        </pc:spChg>
        <pc:grpChg chg="mod">
          <ac:chgData name="Mike Blyth" userId="0c108f9a-cc80-44e0-b4f7-1719b9f7a79a" providerId="ADAL" clId="{37B2429C-B23F-48F7-92DD-6852ED40E248}" dt="2021-11-06T19:27:11.940" v="3357" actId="1076"/>
          <ac:grpSpMkLst>
            <pc:docMk/>
            <pc:sldMk cId="3255016759" sldId="265"/>
            <ac:grpSpMk id="24" creationId="{9C70063C-5E46-4EFE-86D5-1C71B25B5EF9}"/>
          </ac:grpSpMkLst>
        </pc:grpChg>
        <pc:grpChg chg="del">
          <ac:chgData name="Mike Blyth" userId="0c108f9a-cc80-44e0-b4f7-1719b9f7a79a" providerId="ADAL" clId="{37B2429C-B23F-48F7-92DD-6852ED40E248}" dt="2021-11-06T19:29:16.154" v="3514" actId="478"/>
          <ac:grpSpMkLst>
            <pc:docMk/>
            <pc:sldMk cId="3255016759" sldId="265"/>
            <ac:grpSpMk id="29" creationId="{BDB52780-8EC9-407D-B686-D9D2AD508A72}"/>
          </ac:grpSpMkLst>
        </pc:grpChg>
        <pc:grpChg chg="del">
          <ac:chgData name="Mike Blyth" userId="0c108f9a-cc80-44e0-b4f7-1719b9f7a79a" providerId="ADAL" clId="{37B2429C-B23F-48F7-92DD-6852ED40E248}" dt="2021-11-06T19:29:16.154" v="3514" actId="478"/>
          <ac:grpSpMkLst>
            <pc:docMk/>
            <pc:sldMk cId="3255016759" sldId="265"/>
            <ac:grpSpMk id="47" creationId="{02CA3411-C37D-4BAE-A8DB-C9C2DD4B0BC7}"/>
          </ac:grpSpMkLst>
        </pc:grpChg>
        <pc:grpChg chg="del">
          <ac:chgData name="Mike Blyth" userId="0c108f9a-cc80-44e0-b4f7-1719b9f7a79a" providerId="ADAL" clId="{37B2429C-B23F-48F7-92DD-6852ED40E248}" dt="2021-11-06T19:29:16.154" v="3514" actId="478"/>
          <ac:grpSpMkLst>
            <pc:docMk/>
            <pc:sldMk cId="3255016759" sldId="265"/>
            <ac:grpSpMk id="53" creationId="{BB8A8472-F12C-4752-BFB5-BFA8E1836A78}"/>
          </ac:grpSpMkLst>
        </pc:grpChg>
      </pc:sldChg>
      <pc:sldChg chg="addSp delSp modSp add mod modNotesTx">
        <pc:chgData name="Mike Blyth" userId="0c108f9a-cc80-44e0-b4f7-1719b9f7a79a" providerId="ADAL" clId="{37B2429C-B23F-48F7-92DD-6852ED40E248}" dt="2021-11-06T19:48:26.588" v="4636" actId="1035"/>
        <pc:sldMkLst>
          <pc:docMk/>
          <pc:sldMk cId="2065782208" sldId="266"/>
        </pc:sldMkLst>
        <pc:spChg chg="del">
          <ac:chgData name="Mike Blyth" userId="0c108f9a-cc80-44e0-b4f7-1719b9f7a79a" providerId="ADAL" clId="{37B2429C-B23F-48F7-92DD-6852ED40E248}" dt="2021-11-06T19:32:49.580" v="3887" actId="478"/>
          <ac:spMkLst>
            <pc:docMk/>
            <pc:sldMk cId="2065782208" sldId="266"/>
            <ac:spMk id="2" creationId="{FD4C9618-A431-4772-A854-C346070A1124}"/>
          </ac:spMkLst>
        </pc:spChg>
        <pc:spChg chg="mod">
          <ac:chgData name="Mike Blyth" userId="0c108f9a-cc80-44e0-b4f7-1719b9f7a79a" providerId="ADAL" clId="{37B2429C-B23F-48F7-92DD-6852ED40E248}" dt="2021-11-06T19:34:20.922" v="4035" actId="14100"/>
          <ac:spMkLst>
            <pc:docMk/>
            <pc:sldMk cId="2065782208" sldId="266"/>
            <ac:spMk id="18" creationId="{F297FB2B-63FA-4D7A-A3D6-5F433C88933B}"/>
          </ac:spMkLst>
        </pc:spChg>
        <pc:spChg chg="del">
          <ac:chgData name="Mike Blyth" userId="0c108f9a-cc80-44e0-b4f7-1719b9f7a79a" providerId="ADAL" clId="{37B2429C-B23F-48F7-92DD-6852ED40E248}" dt="2021-11-06T19:34:23.186" v="4036" actId="478"/>
          <ac:spMkLst>
            <pc:docMk/>
            <pc:sldMk cId="2065782208" sldId="266"/>
            <ac:spMk id="28" creationId="{0F77B9EB-9A83-4036-9896-A28552EC9E3D}"/>
          </ac:spMkLst>
        </pc:spChg>
        <pc:spChg chg="mod">
          <ac:chgData name="Mike Blyth" userId="0c108f9a-cc80-44e0-b4f7-1719b9f7a79a" providerId="ADAL" clId="{37B2429C-B23F-48F7-92DD-6852ED40E248}" dt="2021-11-06T19:32:53.109" v="3888"/>
          <ac:spMkLst>
            <pc:docMk/>
            <pc:sldMk cId="2065782208" sldId="266"/>
            <ac:spMk id="30" creationId="{64CF41C8-0A05-4FF8-84C0-9780293F67AF}"/>
          </ac:spMkLst>
        </pc:spChg>
        <pc:spChg chg="mod">
          <ac:chgData name="Mike Blyth" userId="0c108f9a-cc80-44e0-b4f7-1719b9f7a79a" providerId="ADAL" clId="{37B2429C-B23F-48F7-92DD-6852ED40E248}" dt="2021-11-06T19:33:12.857" v="3897" actId="20577"/>
          <ac:spMkLst>
            <pc:docMk/>
            <pc:sldMk cId="2065782208" sldId="266"/>
            <ac:spMk id="31" creationId="{8CB420BD-A8E9-40F8-BA66-7E919D482FA2}"/>
          </ac:spMkLst>
        </pc:spChg>
        <pc:spChg chg="mod">
          <ac:chgData name="Mike Blyth" userId="0c108f9a-cc80-44e0-b4f7-1719b9f7a79a" providerId="ADAL" clId="{37B2429C-B23F-48F7-92DD-6852ED40E248}" dt="2021-11-06T19:33:15.231" v="3898" actId="20577"/>
          <ac:spMkLst>
            <pc:docMk/>
            <pc:sldMk cId="2065782208" sldId="266"/>
            <ac:spMk id="41" creationId="{67B82897-F870-42E7-BB78-1D05932AA4CE}"/>
          </ac:spMkLst>
        </pc:spChg>
        <pc:spChg chg="del">
          <ac:chgData name="Mike Blyth" userId="0c108f9a-cc80-44e0-b4f7-1719b9f7a79a" providerId="ADAL" clId="{37B2429C-B23F-48F7-92DD-6852ED40E248}" dt="2021-11-06T19:32:33.783" v="3877" actId="478"/>
          <ac:spMkLst>
            <pc:docMk/>
            <pc:sldMk cId="2065782208" sldId="266"/>
            <ac:spMk id="42" creationId="{2326298B-4715-434B-87C4-734BBAC62A11}"/>
          </ac:spMkLst>
        </pc:spChg>
        <pc:spChg chg="del mod">
          <ac:chgData name="Mike Blyth" userId="0c108f9a-cc80-44e0-b4f7-1719b9f7a79a" providerId="ADAL" clId="{37B2429C-B23F-48F7-92DD-6852ED40E248}" dt="2021-11-06T19:32:35.588" v="3878" actId="478"/>
          <ac:spMkLst>
            <pc:docMk/>
            <pc:sldMk cId="2065782208" sldId="266"/>
            <ac:spMk id="43" creationId="{D8C95871-511E-46AF-89CE-474CB5C93C8D}"/>
          </ac:spMkLst>
        </pc:spChg>
        <pc:spChg chg="mod">
          <ac:chgData name="Mike Blyth" userId="0c108f9a-cc80-44e0-b4f7-1719b9f7a79a" providerId="ADAL" clId="{37B2429C-B23F-48F7-92DD-6852ED40E248}" dt="2021-11-06T19:32:42.098" v="3882" actId="14100"/>
          <ac:spMkLst>
            <pc:docMk/>
            <pc:sldMk cId="2065782208" sldId="266"/>
            <ac:spMk id="44" creationId="{B0877D37-875D-4ACD-BB86-306D30481081}"/>
          </ac:spMkLst>
        </pc:spChg>
        <pc:spChg chg="mod">
          <ac:chgData name="Mike Blyth" userId="0c108f9a-cc80-44e0-b4f7-1719b9f7a79a" providerId="ADAL" clId="{37B2429C-B23F-48F7-92DD-6852ED40E248}" dt="2021-11-06T19:32:53.471" v="3889"/>
          <ac:spMkLst>
            <pc:docMk/>
            <pc:sldMk cId="2065782208" sldId="266"/>
            <ac:spMk id="45" creationId="{43BC5E32-7032-4E56-A4A4-E1D1561CB109}"/>
          </ac:spMkLst>
        </pc:spChg>
        <pc:spChg chg="mod">
          <ac:chgData name="Mike Blyth" userId="0c108f9a-cc80-44e0-b4f7-1719b9f7a79a" providerId="ADAL" clId="{37B2429C-B23F-48F7-92DD-6852ED40E248}" dt="2021-11-06T19:33:10.847" v="3896" actId="20577"/>
          <ac:spMkLst>
            <pc:docMk/>
            <pc:sldMk cId="2065782208" sldId="266"/>
            <ac:spMk id="46" creationId="{A46CC099-01CB-4212-98AF-E7B26AC1A3F8}"/>
          </ac:spMkLst>
        </pc:spChg>
        <pc:spChg chg="mod">
          <ac:chgData name="Mike Blyth" userId="0c108f9a-cc80-44e0-b4f7-1719b9f7a79a" providerId="ADAL" clId="{37B2429C-B23F-48F7-92DD-6852ED40E248}" dt="2021-11-06T19:43:00.131" v="4508" actId="207"/>
          <ac:spMkLst>
            <pc:docMk/>
            <pc:sldMk cId="2065782208" sldId="266"/>
            <ac:spMk id="48" creationId="{5B5090C3-B4AB-4630-B1D5-4AA0A7416732}"/>
          </ac:spMkLst>
        </pc:spChg>
        <pc:spChg chg="mod">
          <ac:chgData name="Mike Blyth" userId="0c108f9a-cc80-44e0-b4f7-1719b9f7a79a" providerId="ADAL" clId="{37B2429C-B23F-48F7-92DD-6852ED40E248}" dt="2021-11-06T19:43:00.555" v="4509" actId="1076"/>
          <ac:spMkLst>
            <pc:docMk/>
            <pc:sldMk cId="2065782208" sldId="266"/>
            <ac:spMk id="49" creationId="{BB5F28B5-5362-41C6-B822-6E47AAA2AD78}"/>
          </ac:spMkLst>
        </pc:spChg>
        <pc:spChg chg="mod">
          <ac:chgData name="Mike Blyth" userId="0c108f9a-cc80-44e0-b4f7-1719b9f7a79a" providerId="ADAL" clId="{37B2429C-B23F-48F7-92DD-6852ED40E248}" dt="2021-11-06T19:33:21.935" v="3900"/>
          <ac:spMkLst>
            <pc:docMk/>
            <pc:sldMk cId="2065782208" sldId="266"/>
            <ac:spMk id="51" creationId="{24E7E7C3-2F66-4A44-B816-5307E8321DAC}"/>
          </ac:spMkLst>
        </pc:spChg>
        <pc:spChg chg="mod">
          <ac:chgData name="Mike Blyth" userId="0c108f9a-cc80-44e0-b4f7-1719b9f7a79a" providerId="ADAL" clId="{37B2429C-B23F-48F7-92DD-6852ED40E248}" dt="2021-11-06T19:33:37.087" v="3906" actId="20577"/>
          <ac:spMkLst>
            <pc:docMk/>
            <pc:sldMk cId="2065782208" sldId="266"/>
            <ac:spMk id="52" creationId="{2F3F956A-4389-40AE-AB53-7ACDFE560D6D}"/>
          </ac:spMkLst>
        </pc:spChg>
        <pc:spChg chg="mod">
          <ac:chgData name="Mike Blyth" userId="0c108f9a-cc80-44e0-b4f7-1719b9f7a79a" providerId="ADAL" clId="{37B2429C-B23F-48F7-92DD-6852ED40E248}" dt="2021-11-06T19:33:21.935" v="3900"/>
          <ac:spMkLst>
            <pc:docMk/>
            <pc:sldMk cId="2065782208" sldId="266"/>
            <ac:spMk id="54" creationId="{D9C286CE-333B-46FE-AE24-10174B727103}"/>
          </ac:spMkLst>
        </pc:spChg>
        <pc:spChg chg="mod">
          <ac:chgData name="Mike Blyth" userId="0c108f9a-cc80-44e0-b4f7-1719b9f7a79a" providerId="ADAL" clId="{37B2429C-B23F-48F7-92DD-6852ED40E248}" dt="2021-11-06T19:33:34.378" v="3905" actId="20577"/>
          <ac:spMkLst>
            <pc:docMk/>
            <pc:sldMk cId="2065782208" sldId="266"/>
            <ac:spMk id="55" creationId="{8FA87369-3422-48B7-8759-B515CDE88966}"/>
          </ac:spMkLst>
        </pc:spChg>
        <pc:spChg chg="mod">
          <ac:chgData name="Mike Blyth" userId="0c108f9a-cc80-44e0-b4f7-1719b9f7a79a" providerId="ADAL" clId="{37B2429C-B23F-48F7-92DD-6852ED40E248}" dt="2021-11-06T19:33:21.935" v="3900"/>
          <ac:spMkLst>
            <pc:docMk/>
            <pc:sldMk cId="2065782208" sldId="266"/>
            <ac:spMk id="57" creationId="{1601FACF-E7EA-4104-9265-B7FDFD461FD0}"/>
          </ac:spMkLst>
        </pc:spChg>
        <pc:spChg chg="mod">
          <ac:chgData name="Mike Blyth" userId="0c108f9a-cc80-44e0-b4f7-1719b9f7a79a" providerId="ADAL" clId="{37B2429C-B23F-48F7-92DD-6852ED40E248}" dt="2021-11-06T19:33:31.399" v="3903" actId="20577"/>
          <ac:spMkLst>
            <pc:docMk/>
            <pc:sldMk cId="2065782208" sldId="266"/>
            <ac:spMk id="58" creationId="{D63C616A-E91F-4CE6-82E9-1285D19C112D}"/>
          </ac:spMkLst>
        </pc:spChg>
        <pc:spChg chg="mod">
          <ac:chgData name="Mike Blyth" userId="0c108f9a-cc80-44e0-b4f7-1719b9f7a79a" providerId="ADAL" clId="{37B2429C-B23F-48F7-92DD-6852ED40E248}" dt="2021-11-06T19:34:28.899" v="4049" actId="20577"/>
          <ac:spMkLst>
            <pc:docMk/>
            <pc:sldMk cId="2065782208" sldId="266"/>
            <ac:spMk id="59" creationId="{2023757B-9CFE-41FD-B3A0-137D5D09F2CB}"/>
          </ac:spMkLst>
        </pc:spChg>
        <pc:spChg chg="mod">
          <ac:chgData name="Mike Blyth" userId="0c108f9a-cc80-44e0-b4f7-1719b9f7a79a" providerId="ADAL" clId="{37B2429C-B23F-48F7-92DD-6852ED40E248}" dt="2021-11-06T19:33:21.935" v="3900"/>
          <ac:spMkLst>
            <pc:docMk/>
            <pc:sldMk cId="2065782208" sldId="266"/>
            <ac:spMk id="61" creationId="{18F69AE5-778F-4FB4-B8A0-DCADC665CA15}"/>
          </ac:spMkLst>
        </pc:spChg>
        <pc:spChg chg="mod">
          <ac:chgData name="Mike Blyth" userId="0c108f9a-cc80-44e0-b4f7-1719b9f7a79a" providerId="ADAL" clId="{37B2429C-B23F-48F7-92DD-6852ED40E248}" dt="2021-11-06T19:33:28.144" v="3902" actId="20577"/>
          <ac:spMkLst>
            <pc:docMk/>
            <pc:sldMk cId="2065782208" sldId="266"/>
            <ac:spMk id="62" creationId="{F74C91EA-6217-4194-9729-3878F20D0018}"/>
          </ac:spMkLst>
        </pc:spChg>
        <pc:spChg chg="add mod">
          <ac:chgData name="Mike Blyth" userId="0c108f9a-cc80-44e0-b4f7-1719b9f7a79a" providerId="ADAL" clId="{37B2429C-B23F-48F7-92DD-6852ED40E248}" dt="2021-11-06T19:39:33.401" v="4475" actId="1076"/>
          <ac:spMkLst>
            <pc:docMk/>
            <pc:sldMk cId="2065782208" sldId="266"/>
            <ac:spMk id="68" creationId="{6F1F5150-BD57-4195-8F0C-C9F8C0B11A50}"/>
          </ac:spMkLst>
        </pc:spChg>
        <pc:spChg chg="add mod">
          <ac:chgData name="Mike Blyth" userId="0c108f9a-cc80-44e0-b4f7-1719b9f7a79a" providerId="ADAL" clId="{37B2429C-B23F-48F7-92DD-6852ED40E248}" dt="2021-11-06T19:48:26.588" v="4636" actId="1035"/>
          <ac:spMkLst>
            <pc:docMk/>
            <pc:sldMk cId="2065782208" sldId="266"/>
            <ac:spMk id="74" creationId="{0D104365-0F16-41A4-AB77-DC0D883BEF2A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76" creationId="{519E434E-83A4-49EF-852B-C03D491829B8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78" creationId="{AD6055D1-17B8-435D-8E0B-17F55CC0BEBD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80" creationId="{422ED2DD-00B1-4F9D-A4D6-48F690E45D24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81" creationId="{8E58E8F4-7FC7-44EF-838C-C46DD18072FF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83" creationId="{BF8F3004-3CA6-43F9-96D6-CA2C33D073E5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84" creationId="{23BB7C89-3090-47DE-B25F-73F676F76F79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86" creationId="{C39FBB82-F14D-4EB6-B690-75786FFCF58B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87" creationId="{0B1E316C-890F-4438-AC8B-4D29E2A1B8EF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89" creationId="{78034F35-CDCA-4B05-AB2B-E71D25B54BA8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90" creationId="{AD6E2580-82C9-459D-B4F8-1510432F9733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92" creationId="{99C655A3-2EE3-42A8-9C79-A72508C1ED1D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93" creationId="{885011CA-DC4F-4533-B8DB-7B2576635FD0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95" creationId="{4CD7D4AA-774D-4A0C-A073-ED1AD8347D11}"/>
          </ac:spMkLst>
        </pc:spChg>
        <pc:spChg chg="mod">
          <ac:chgData name="Mike Blyth" userId="0c108f9a-cc80-44e0-b4f7-1719b9f7a79a" providerId="ADAL" clId="{37B2429C-B23F-48F7-92DD-6852ED40E248}" dt="2021-11-06T19:41:46.559" v="4496"/>
          <ac:spMkLst>
            <pc:docMk/>
            <pc:sldMk cId="2065782208" sldId="266"/>
            <ac:spMk id="96" creationId="{451E61E9-33FE-46C2-A7CC-CA3B57BA683C}"/>
          </ac:spMkLst>
        </pc:spChg>
        <pc:spChg chg="del mod topLvl">
          <ac:chgData name="Mike Blyth" userId="0c108f9a-cc80-44e0-b4f7-1719b9f7a79a" providerId="ADAL" clId="{37B2429C-B23F-48F7-92DD-6852ED40E248}" dt="2021-11-06T19:43:24.117" v="4525" actId="478"/>
          <ac:spMkLst>
            <pc:docMk/>
            <pc:sldMk cId="2065782208" sldId="266"/>
            <ac:spMk id="98" creationId="{4A77C08F-D92D-40C7-8396-E0DC6637EF62}"/>
          </ac:spMkLst>
        </pc:spChg>
        <pc:spChg chg="del mod topLvl">
          <ac:chgData name="Mike Blyth" userId="0c108f9a-cc80-44e0-b4f7-1719b9f7a79a" providerId="ADAL" clId="{37B2429C-B23F-48F7-92DD-6852ED40E248}" dt="2021-11-06T19:43:23.259" v="4524" actId="478"/>
          <ac:spMkLst>
            <pc:docMk/>
            <pc:sldMk cId="2065782208" sldId="266"/>
            <ac:spMk id="99" creationId="{BFCD5062-9BA4-48CD-92D4-3980F725FFC5}"/>
          </ac:spMkLst>
        </pc:spChg>
        <pc:spChg chg="mod topLvl">
          <ac:chgData name="Mike Blyth" userId="0c108f9a-cc80-44e0-b4f7-1719b9f7a79a" providerId="ADAL" clId="{37B2429C-B23F-48F7-92DD-6852ED40E248}" dt="2021-11-06T19:47:25.851" v="4621" actId="164"/>
          <ac:spMkLst>
            <pc:docMk/>
            <pc:sldMk cId="2065782208" sldId="266"/>
            <ac:spMk id="101" creationId="{AB2FEF01-F94B-48D0-94C5-371E624E27C9}"/>
          </ac:spMkLst>
        </pc:spChg>
        <pc:spChg chg="del mod topLvl">
          <ac:chgData name="Mike Blyth" userId="0c108f9a-cc80-44e0-b4f7-1719b9f7a79a" providerId="ADAL" clId="{37B2429C-B23F-48F7-92DD-6852ED40E248}" dt="2021-11-06T19:43:11.010" v="4516" actId="478"/>
          <ac:spMkLst>
            <pc:docMk/>
            <pc:sldMk cId="2065782208" sldId="266"/>
            <ac:spMk id="102" creationId="{684B9C25-02E0-452D-BD33-0A0B4561F0A4}"/>
          </ac:spMkLst>
        </pc:spChg>
        <pc:spChg chg="mod">
          <ac:chgData name="Mike Blyth" userId="0c108f9a-cc80-44e0-b4f7-1719b9f7a79a" providerId="ADAL" clId="{37B2429C-B23F-48F7-92DD-6852ED40E248}" dt="2021-11-06T19:43:08.437" v="4514" actId="207"/>
          <ac:spMkLst>
            <pc:docMk/>
            <pc:sldMk cId="2065782208" sldId="266"/>
            <ac:spMk id="104" creationId="{C338407C-B3A3-42DE-B213-F5A40947B472}"/>
          </ac:spMkLst>
        </pc:spChg>
        <pc:spChg chg="mod">
          <ac:chgData name="Mike Blyth" userId="0c108f9a-cc80-44e0-b4f7-1719b9f7a79a" providerId="ADAL" clId="{37B2429C-B23F-48F7-92DD-6852ED40E248}" dt="2021-11-06T19:43:04.779" v="4512" actId="1076"/>
          <ac:spMkLst>
            <pc:docMk/>
            <pc:sldMk cId="2065782208" sldId="266"/>
            <ac:spMk id="105" creationId="{7D0FAD18-89DF-43B1-93AA-8888C2145931}"/>
          </ac:spMkLst>
        </pc:spChg>
        <pc:spChg chg="mod topLvl">
          <ac:chgData name="Mike Blyth" userId="0c108f9a-cc80-44e0-b4f7-1719b9f7a79a" providerId="ADAL" clId="{37B2429C-B23F-48F7-92DD-6852ED40E248}" dt="2021-11-06T19:47:16.908" v="4619" actId="164"/>
          <ac:spMkLst>
            <pc:docMk/>
            <pc:sldMk cId="2065782208" sldId="266"/>
            <ac:spMk id="107" creationId="{3DC2F384-D898-4C6A-9F82-BAACBDF88733}"/>
          </ac:spMkLst>
        </pc:spChg>
        <pc:spChg chg="del mod topLvl">
          <ac:chgData name="Mike Blyth" userId="0c108f9a-cc80-44e0-b4f7-1719b9f7a79a" providerId="ADAL" clId="{37B2429C-B23F-48F7-92DD-6852ED40E248}" dt="2021-11-06T19:42:43.930" v="4504" actId="478"/>
          <ac:spMkLst>
            <pc:docMk/>
            <pc:sldMk cId="2065782208" sldId="266"/>
            <ac:spMk id="108" creationId="{4EC68328-E79B-47BA-B23B-960ADA5E36E2}"/>
          </ac:spMkLst>
        </pc:spChg>
        <pc:spChg chg="mod">
          <ac:chgData name="Mike Blyth" userId="0c108f9a-cc80-44e0-b4f7-1719b9f7a79a" providerId="ADAL" clId="{37B2429C-B23F-48F7-92DD-6852ED40E248}" dt="2021-11-06T19:42:21.590" v="4501" actId="165"/>
          <ac:spMkLst>
            <pc:docMk/>
            <pc:sldMk cId="2065782208" sldId="266"/>
            <ac:spMk id="110" creationId="{CD3222D4-1B51-4856-8F05-91BDA02726DD}"/>
          </ac:spMkLst>
        </pc:spChg>
        <pc:spChg chg="mod">
          <ac:chgData name="Mike Blyth" userId="0c108f9a-cc80-44e0-b4f7-1719b9f7a79a" providerId="ADAL" clId="{37B2429C-B23F-48F7-92DD-6852ED40E248}" dt="2021-11-06T19:42:21.590" v="4501" actId="165"/>
          <ac:spMkLst>
            <pc:docMk/>
            <pc:sldMk cId="2065782208" sldId="266"/>
            <ac:spMk id="111" creationId="{5EC6C836-9CF6-4FF4-803D-5D825CB8CE71}"/>
          </ac:spMkLst>
        </pc:spChg>
        <pc:spChg chg="del mod topLvl">
          <ac:chgData name="Mike Blyth" userId="0c108f9a-cc80-44e0-b4f7-1719b9f7a79a" providerId="ADAL" clId="{37B2429C-B23F-48F7-92DD-6852ED40E248}" dt="2021-11-06T19:43:25.410" v="4528" actId="478"/>
          <ac:spMkLst>
            <pc:docMk/>
            <pc:sldMk cId="2065782208" sldId="266"/>
            <ac:spMk id="113" creationId="{7290EC31-F5B4-4918-ACFF-50843A30CF81}"/>
          </ac:spMkLst>
        </pc:spChg>
        <pc:spChg chg="del mod topLvl">
          <ac:chgData name="Mike Blyth" userId="0c108f9a-cc80-44e0-b4f7-1719b9f7a79a" providerId="ADAL" clId="{37B2429C-B23F-48F7-92DD-6852ED40E248}" dt="2021-11-06T19:43:18.506" v="4520" actId="478"/>
          <ac:spMkLst>
            <pc:docMk/>
            <pc:sldMk cId="2065782208" sldId="266"/>
            <ac:spMk id="114" creationId="{950DF83A-6255-4D1A-AAD6-D69B964296BE}"/>
          </ac:spMkLst>
        </pc:spChg>
        <pc:spChg chg="del mod topLvl">
          <ac:chgData name="Mike Blyth" userId="0c108f9a-cc80-44e0-b4f7-1719b9f7a79a" providerId="ADAL" clId="{37B2429C-B23F-48F7-92DD-6852ED40E248}" dt="2021-11-06T19:43:24.986" v="4527" actId="478"/>
          <ac:spMkLst>
            <pc:docMk/>
            <pc:sldMk cId="2065782208" sldId="266"/>
            <ac:spMk id="116" creationId="{4F8DB92D-52FA-4BC4-BB5F-4C88440B33BE}"/>
          </ac:spMkLst>
        </pc:spChg>
        <pc:spChg chg="del mod topLvl">
          <ac:chgData name="Mike Blyth" userId="0c108f9a-cc80-44e0-b4f7-1719b9f7a79a" providerId="ADAL" clId="{37B2429C-B23F-48F7-92DD-6852ED40E248}" dt="2021-11-06T19:43:19.986" v="4522" actId="478"/>
          <ac:spMkLst>
            <pc:docMk/>
            <pc:sldMk cId="2065782208" sldId="266"/>
            <ac:spMk id="117" creationId="{0E3CBA07-F522-4015-9F5B-48410F97763D}"/>
          </ac:spMkLst>
        </pc:spChg>
        <pc:spChg chg="del mod topLvl">
          <ac:chgData name="Mike Blyth" userId="0c108f9a-cc80-44e0-b4f7-1719b9f7a79a" providerId="ADAL" clId="{37B2429C-B23F-48F7-92DD-6852ED40E248}" dt="2021-11-06T19:43:24.538" v="4526" actId="478"/>
          <ac:spMkLst>
            <pc:docMk/>
            <pc:sldMk cId="2065782208" sldId="266"/>
            <ac:spMk id="119" creationId="{F7539E03-4FF3-4858-B015-07E626A6EEB4}"/>
          </ac:spMkLst>
        </pc:spChg>
        <pc:spChg chg="del mod topLvl">
          <ac:chgData name="Mike Blyth" userId="0c108f9a-cc80-44e0-b4f7-1719b9f7a79a" providerId="ADAL" clId="{37B2429C-B23F-48F7-92DD-6852ED40E248}" dt="2021-11-06T19:43:21.834" v="4523" actId="478"/>
          <ac:spMkLst>
            <pc:docMk/>
            <pc:sldMk cId="2065782208" sldId="266"/>
            <ac:spMk id="120" creationId="{D89DD415-5EFC-4A20-80B9-6C1393A59B9D}"/>
          </ac:spMkLst>
        </pc:spChg>
        <pc:spChg chg="add mod">
          <ac:chgData name="Mike Blyth" userId="0c108f9a-cc80-44e0-b4f7-1719b9f7a79a" providerId="ADAL" clId="{37B2429C-B23F-48F7-92DD-6852ED40E248}" dt="2021-11-06T19:47:36.364" v="4623" actId="164"/>
          <ac:spMkLst>
            <pc:docMk/>
            <pc:sldMk cId="2065782208" sldId="266"/>
            <ac:spMk id="121" creationId="{C75BFC96-0AB8-44D2-B6BA-9C1E927CE605}"/>
          </ac:spMkLst>
        </pc:spChg>
        <pc:spChg chg="add mod">
          <ac:chgData name="Mike Blyth" userId="0c108f9a-cc80-44e0-b4f7-1719b9f7a79a" providerId="ADAL" clId="{37B2429C-B23F-48F7-92DD-6852ED40E248}" dt="2021-11-06T19:47:41.371" v="4624" actId="164"/>
          <ac:spMkLst>
            <pc:docMk/>
            <pc:sldMk cId="2065782208" sldId="266"/>
            <ac:spMk id="126" creationId="{8C3D5926-DE08-42A8-9DEF-E44A3061C0B6}"/>
          </ac:spMkLst>
        </pc:spChg>
        <pc:spChg chg="add mod">
          <ac:chgData name="Mike Blyth" userId="0c108f9a-cc80-44e0-b4f7-1719b9f7a79a" providerId="ADAL" clId="{37B2429C-B23F-48F7-92DD-6852ED40E248}" dt="2021-11-06T19:47:46.723" v="4625" actId="164"/>
          <ac:spMkLst>
            <pc:docMk/>
            <pc:sldMk cId="2065782208" sldId="266"/>
            <ac:spMk id="129" creationId="{22408189-1EEF-48DB-92C0-1C9A2FF5C358}"/>
          </ac:spMkLst>
        </pc:spChg>
        <pc:spChg chg="add mod">
          <ac:chgData name="Mike Blyth" userId="0c108f9a-cc80-44e0-b4f7-1719b9f7a79a" providerId="ADAL" clId="{37B2429C-B23F-48F7-92DD-6852ED40E248}" dt="2021-11-06T19:47:53.226" v="4626" actId="164"/>
          <ac:spMkLst>
            <pc:docMk/>
            <pc:sldMk cId="2065782208" sldId="266"/>
            <ac:spMk id="130" creationId="{2CCD774B-8CC5-48FE-9D22-70B3A0D4C8FA}"/>
          </ac:spMkLst>
        </pc:spChg>
        <pc:spChg chg="add mod">
          <ac:chgData name="Mike Blyth" userId="0c108f9a-cc80-44e0-b4f7-1719b9f7a79a" providerId="ADAL" clId="{37B2429C-B23F-48F7-92DD-6852ED40E248}" dt="2021-11-06T19:47:30.644" v="4622" actId="164"/>
          <ac:spMkLst>
            <pc:docMk/>
            <pc:sldMk cId="2065782208" sldId="266"/>
            <ac:spMk id="131" creationId="{11EBF0BE-3148-4DC0-8D72-16B8D8B4681A}"/>
          </ac:spMkLst>
        </pc:spChg>
        <pc:spChg chg="add mod">
          <ac:chgData name="Mike Blyth" userId="0c108f9a-cc80-44e0-b4f7-1719b9f7a79a" providerId="ADAL" clId="{37B2429C-B23F-48F7-92DD-6852ED40E248}" dt="2021-11-06T19:47:21.604" v="4620" actId="164"/>
          <ac:spMkLst>
            <pc:docMk/>
            <pc:sldMk cId="2065782208" sldId="266"/>
            <ac:spMk id="132" creationId="{6F765532-B953-4DDD-BE78-6D3B5D7F11F4}"/>
          </ac:spMkLst>
        </pc:spChg>
        <pc:spChg chg="add mod">
          <ac:chgData name="Mike Blyth" userId="0c108f9a-cc80-44e0-b4f7-1719b9f7a79a" providerId="ADAL" clId="{37B2429C-B23F-48F7-92DD-6852ED40E248}" dt="2021-11-06T19:46:37.651" v="4606" actId="164"/>
          <ac:spMkLst>
            <pc:docMk/>
            <pc:sldMk cId="2065782208" sldId="266"/>
            <ac:spMk id="133" creationId="{3F4443CF-BF5C-4010-93F6-75D3E0C3F0D0}"/>
          </ac:spMkLst>
        </pc:spChg>
        <pc:spChg chg="add mod">
          <ac:chgData name="Mike Blyth" userId="0c108f9a-cc80-44e0-b4f7-1719b9f7a79a" providerId="ADAL" clId="{37B2429C-B23F-48F7-92DD-6852ED40E248}" dt="2021-11-06T19:46:46.893" v="4608" actId="164"/>
          <ac:spMkLst>
            <pc:docMk/>
            <pc:sldMk cId="2065782208" sldId="266"/>
            <ac:spMk id="134" creationId="{B5E4239F-EFDF-4C68-8398-DE445A31BD75}"/>
          </ac:spMkLst>
        </pc:spChg>
        <pc:spChg chg="add mod">
          <ac:chgData name="Mike Blyth" userId="0c108f9a-cc80-44e0-b4f7-1719b9f7a79a" providerId="ADAL" clId="{37B2429C-B23F-48F7-92DD-6852ED40E248}" dt="2021-11-06T19:46:26.884" v="4604" actId="164"/>
          <ac:spMkLst>
            <pc:docMk/>
            <pc:sldMk cId="2065782208" sldId="266"/>
            <ac:spMk id="135" creationId="{9962750A-7C27-430A-A323-FA8AECB1EAC9}"/>
          </ac:spMkLst>
        </pc:spChg>
        <pc:spChg chg="add mod">
          <ac:chgData name="Mike Blyth" userId="0c108f9a-cc80-44e0-b4f7-1719b9f7a79a" providerId="ADAL" clId="{37B2429C-B23F-48F7-92DD-6852ED40E248}" dt="2021-11-06T19:46:20.325" v="4603" actId="164"/>
          <ac:spMkLst>
            <pc:docMk/>
            <pc:sldMk cId="2065782208" sldId="266"/>
            <ac:spMk id="136" creationId="{93A132A3-FCB3-4E32-A9E1-2D59CD0DA52A}"/>
          </ac:spMkLst>
        </pc:spChg>
        <pc:spChg chg="add mod">
          <ac:chgData name="Mike Blyth" userId="0c108f9a-cc80-44e0-b4f7-1719b9f7a79a" providerId="ADAL" clId="{37B2429C-B23F-48F7-92DD-6852ED40E248}" dt="2021-11-06T19:46:15.436" v="4602" actId="164"/>
          <ac:spMkLst>
            <pc:docMk/>
            <pc:sldMk cId="2065782208" sldId="266"/>
            <ac:spMk id="137" creationId="{90DCE5B7-540F-4BAF-BC4F-4DD56FB58AFA}"/>
          </ac:spMkLst>
        </pc:spChg>
        <pc:spChg chg="add mod">
          <ac:chgData name="Mike Blyth" userId="0c108f9a-cc80-44e0-b4f7-1719b9f7a79a" providerId="ADAL" clId="{37B2429C-B23F-48F7-92DD-6852ED40E248}" dt="2021-11-06T19:48:02.644" v="4628" actId="1076"/>
          <ac:spMkLst>
            <pc:docMk/>
            <pc:sldMk cId="2065782208" sldId="266"/>
            <ac:spMk id="138" creationId="{33E130EB-02DE-44AD-A916-1D6E536A3855}"/>
          </ac:spMkLst>
        </pc:spChg>
        <pc:spChg chg="add mod">
          <ac:chgData name="Mike Blyth" userId="0c108f9a-cc80-44e0-b4f7-1719b9f7a79a" providerId="ADAL" clId="{37B2429C-B23F-48F7-92DD-6852ED40E248}" dt="2021-11-06T19:46:31.395" v="4605" actId="164"/>
          <ac:spMkLst>
            <pc:docMk/>
            <pc:sldMk cId="2065782208" sldId="266"/>
            <ac:spMk id="139" creationId="{E27B7EC8-5453-4E86-920C-16D5275D1E82}"/>
          </ac:spMkLst>
        </pc:spChg>
        <pc:spChg chg="add mod">
          <ac:chgData name="Mike Blyth" userId="0c108f9a-cc80-44e0-b4f7-1719b9f7a79a" providerId="ADAL" clId="{37B2429C-B23F-48F7-92DD-6852ED40E248}" dt="2021-11-06T19:46:42.204" v="4607" actId="164"/>
          <ac:spMkLst>
            <pc:docMk/>
            <pc:sldMk cId="2065782208" sldId="266"/>
            <ac:spMk id="140" creationId="{502F8275-7ACF-4CE4-BDD8-059D9D0E11A8}"/>
          </ac:spMkLst>
        </pc:spChg>
        <pc:spChg chg="add mod">
          <ac:chgData name="Mike Blyth" userId="0c108f9a-cc80-44e0-b4f7-1719b9f7a79a" providerId="ADAL" clId="{37B2429C-B23F-48F7-92DD-6852ED40E248}" dt="2021-11-06T19:47:16.908" v="4619" actId="164"/>
          <ac:spMkLst>
            <pc:docMk/>
            <pc:sldMk cId="2065782208" sldId="266"/>
            <ac:spMk id="141" creationId="{38E620E8-4B2A-4186-8019-B937ECAA1C78}"/>
          </ac:spMkLst>
        </pc:spChg>
        <pc:spChg chg="add mod">
          <ac:chgData name="Mike Blyth" userId="0c108f9a-cc80-44e0-b4f7-1719b9f7a79a" providerId="ADAL" clId="{37B2429C-B23F-48F7-92DD-6852ED40E248}" dt="2021-11-06T19:47:25.851" v="4621" actId="164"/>
          <ac:spMkLst>
            <pc:docMk/>
            <pc:sldMk cId="2065782208" sldId="266"/>
            <ac:spMk id="142" creationId="{9B674EF0-034E-40EC-B3A5-4DC84C6DBCA6}"/>
          </ac:spMkLst>
        </pc:spChg>
        <pc:spChg chg="add mod">
          <ac:chgData name="Mike Blyth" userId="0c108f9a-cc80-44e0-b4f7-1719b9f7a79a" providerId="ADAL" clId="{37B2429C-B23F-48F7-92DD-6852ED40E248}" dt="2021-11-06T19:47:21.604" v="4620" actId="164"/>
          <ac:spMkLst>
            <pc:docMk/>
            <pc:sldMk cId="2065782208" sldId="266"/>
            <ac:spMk id="143" creationId="{E4D35664-8274-4B70-B4FF-213156ECDAC4}"/>
          </ac:spMkLst>
        </pc:spChg>
        <pc:spChg chg="add mod">
          <ac:chgData name="Mike Blyth" userId="0c108f9a-cc80-44e0-b4f7-1719b9f7a79a" providerId="ADAL" clId="{37B2429C-B23F-48F7-92DD-6852ED40E248}" dt="2021-11-06T19:46:42.204" v="4607" actId="164"/>
          <ac:spMkLst>
            <pc:docMk/>
            <pc:sldMk cId="2065782208" sldId="266"/>
            <ac:spMk id="144" creationId="{BD17FB7B-C00F-4168-8348-6B0B2AA0CA21}"/>
          </ac:spMkLst>
        </pc:spChg>
        <pc:spChg chg="add mod">
          <ac:chgData name="Mike Blyth" userId="0c108f9a-cc80-44e0-b4f7-1719b9f7a79a" providerId="ADAL" clId="{37B2429C-B23F-48F7-92DD-6852ED40E248}" dt="2021-11-06T19:46:51.997" v="4616" actId="1037"/>
          <ac:spMkLst>
            <pc:docMk/>
            <pc:sldMk cId="2065782208" sldId="266"/>
            <ac:spMk id="145" creationId="{0424611E-3E4F-406F-BD8F-B0C6CAF837A1}"/>
          </ac:spMkLst>
        </pc:spChg>
        <pc:spChg chg="add mod">
          <ac:chgData name="Mike Blyth" userId="0c108f9a-cc80-44e0-b4f7-1719b9f7a79a" providerId="ADAL" clId="{37B2429C-B23F-48F7-92DD-6852ED40E248}" dt="2021-11-06T19:46:37.651" v="4606" actId="164"/>
          <ac:spMkLst>
            <pc:docMk/>
            <pc:sldMk cId="2065782208" sldId="266"/>
            <ac:spMk id="146" creationId="{63F00661-E065-4D3B-BC9D-4B6CF15F8646}"/>
          </ac:spMkLst>
        </pc:spChg>
        <pc:spChg chg="add mod">
          <ac:chgData name="Mike Blyth" userId="0c108f9a-cc80-44e0-b4f7-1719b9f7a79a" providerId="ADAL" clId="{37B2429C-B23F-48F7-92DD-6852ED40E248}" dt="2021-11-06T19:46:31.395" v="4605" actId="164"/>
          <ac:spMkLst>
            <pc:docMk/>
            <pc:sldMk cId="2065782208" sldId="266"/>
            <ac:spMk id="147" creationId="{A1BB776B-898C-40AE-85EF-0A14B2673B46}"/>
          </ac:spMkLst>
        </pc:spChg>
        <pc:spChg chg="add mod">
          <ac:chgData name="Mike Blyth" userId="0c108f9a-cc80-44e0-b4f7-1719b9f7a79a" providerId="ADAL" clId="{37B2429C-B23F-48F7-92DD-6852ED40E248}" dt="2021-11-06T19:47:30.644" v="4622" actId="164"/>
          <ac:spMkLst>
            <pc:docMk/>
            <pc:sldMk cId="2065782208" sldId="266"/>
            <ac:spMk id="148" creationId="{AF722526-9EF7-4139-A334-03B45BD7B333}"/>
          </ac:spMkLst>
        </pc:spChg>
        <pc:spChg chg="add mod">
          <ac:chgData name="Mike Blyth" userId="0c108f9a-cc80-44e0-b4f7-1719b9f7a79a" providerId="ADAL" clId="{37B2429C-B23F-48F7-92DD-6852ED40E248}" dt="2021-11-06T19:47:36.364" v="4623" actId="164"/>
          <ac:spMkLst>
            <pc:docMk/>
            <pc:sldMk cId="2065782208" sldId="266"/>
            <ac:spMk id="149" creationId="{2138F30D-DB03-4EC6-88D7-2C1F62009B10}"/>
          </ac:spMkLst>
        </pc:spChg>
        <pc:spChg chg="add mod">
          <ac:chgData name="Mike Blyth" userId="0c108f9a-cc80-44e0-b4f7-1719b9f7a79a" providerId="ADAL" clId="{37B2429C-B23F-48F7-92DD-6852ED40E248}" dt="2021-11-06T19:46:26.884" v="4604" actId="164"/>
          <ac:spMkLst>
            <pc:docMk/>
            <pc:sldMk cId="2065782208" sldId="266"/>
            <ac:spMk id="150" creationId="{80F36620-27C4-4AED-A64E-8E6D855F71A3}"/>
          </ac:spMkLst>
        </pc:spChg>
        <pc:spChg chg="add mod">
          <ac:chgData name="Mike Blyth" userId="0c108f9a-cc80-44e0-b4f7-1719b9f7a79a" providerId="ADAL" clId="{37B2429C-B23F-48F7-92DD-6852ED40E248}" dt="2021-11-06T19:46:20.325" v="4603" actId="164"/>
          <ac:spMkLst>
            <pc:docMk/>
            <pc:sldMk cId="2065782208" sldId="266"/>
            <ac:spMk id="151" creationId="{6ED8109C-D3BC-4CEB-8449-9D17622A426F}"/>
          </ac:spMkLst>
        </pc:spChg>
        <pc:spChg chg="add mod">
          <ac:chgData name="Mike Blyth" userId="0c108f9a-cc80-44e0-b4f7-1719b9f7a79a" providerId="ADAL" clId="{37B2429C-B23F-48F7-92DD-6852ED40E248}" dt="2021-11-06T19:47:41.371" v="4624" actId="164"/>
          <ac:spMkLst>
            <pc:docMk/>
            <pc:sldMk cId="2065782208" sldId="266"/>
            <ac:spMk id="152" creationId="{EE9BA103-12F2-4547-9FA0-350B3E16B378}"/>
          </ac:spMkLst>
        </pc:spChg>
        <pc:spChg chg="add mod">
          <ac:chgData name="Mike Blyth" userId="0c108f9a-cc80-44e0-b4f7-1719b9f7a79a" providerId="ADAL" clId="{37B2429C-B23F-48F7-92DD-6852ED40E248}" dt="2021-11-06T19:47:46.723" v="4625" actId="164"/>
          <ac:spMkLst>
            <pc:docMk/>
            <pc:sldMk cId="2065782208" sldId="266"/>
            <ac:spMk id="153" creationId="{E62FCBA9-7DB7-42D4-8C10-0052D550F75A}"/>
          </ac:spMkLst>
        </pc:spChg>
        <pc:spChg chg="add mod">
          <ac:chgData name="Mike Blyth" userId="0c108f9a-cc80-44e0-b4f7-1719b9f7a79a" providerId="ADAL" clId="{37B2429C-B23F-48F7-92DD-6852ED40E248}" dt="2021-11-06T19:46:15.436" v="4602" actId="164"/>
          <ac:spMkLst>
            <pc:docMk/>
            <pc:sldMk cId="2065782208" sldId="266"/>
            <ac:spMk id="154" creationId="{5CD9167F-57A8-4E1F-80C5-E7F5A27EEB31}"/>
          </ac:spMkLst>
        </pc:spChg>
        <pc:spChg chg="add mod">
          <ac:chgData name="Mike Blyth" userId="0c108f9a-cc80-44e0-b4f7-1719b9f7a79a" providerId="ADAL" clId="{37B2429C-B23F-48F7-92DD-6852ED40E248}" dt="2021-11-06T19:47:53.226" v="4626" actId="164"/>
          <ac:spMkLst>
            <pc:docMk/>
            <pc:sldMk cId="2065782208" sldId="266"/>
            <ac:spMk id="155" creationId="{FE011FB5-885B-45E3-9A18-74D1AFBB9157}"/>
          </ac:spMkLst>
        </pc:spChg>
        <pc:spChg chg="add mod">
          <ac:chgData name="Mike Blyth" userId="0c108f9a-cc80-44e0-b4f7-1719b9f7a79a" providerId="ADAL" clId="{37B2429C-B23F-48F7-92DD-6852ED40E248}" dt="2021-11-06T19:48:02.644" v="4628" actId="1076"/>
          <ac:spMkLst>
            <pc:docMk/>
            <pc:sldMk cId="2065782208" sldId="266"/>
            <ac:spMk id="156" creationId="{2B94278F-8B16-4AC0-B885-2ABCA14F5C19}"/>
          </ac:spMkLst>
        </pc:spChg>
        <pc:grpChg chg="add del mod">
          <ac:chgData name="Mike Blyth" userId="0c108f9a-cc80-44e0-b4f7-1719b9f7a79a" providerId="ADAL" clId="{37B2429C-B23F-48F7-92DD-6852ED40E248}" dt="2021-11-06T19:42:21.590" v="4501" actId="165"/>
          <ac:grpSpMkLst>
            <pc:docMk/>
            <pc:sldMk cId="2065782208" sldId="266"/>
            <ac:grpSpMk id="3" creationId="{FF0C5EC0-CB29-4469-AB41-E068EABC5AE7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4" creationId="{5BD16C0A-512B-421A-B8E5-9EE2494A69B1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5" creationId="{DE49AB09-51EA-4AB7-BD61-0459007EB84A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6" creationId="{5EB4D916-8AEC-42B4-99A8-D6072CBEF5F5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7" creationId="{245EBAD9-754B-49D8-8DE1-35C9563B6122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8" creationId="{226B4C60-CBD9-414D-8F78-5260DD5500CF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9" creationId="{3CB29297-735C-4923-B1C0-BD630F31AE17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10" creationId="{D0DFDA4E-0E7D-4C9F-AADC-9835D7CCC871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11" creationId="{8F88F1DC-351C-410D-8F76-4864466AADAE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12" creationId="{0214BF8A-93FA-4508-978F-5D4715441534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13" creationId="{1AE8E4D4-8D1B-438B-BE95-201775EF7AE7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14" creationId="{DDE90D72-2B14-40E6-AAA2-1BC775522FDF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15" creationId="{F0A5FC01-3BE5-41D4-8C55-9EDF1884A1EE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16" creationId="{D27FEAB0-A71C-4533-B261-2A93EFA02E97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17" creationId="{1C8FA424-AC86-4A7D-B60C-A54C33B91270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19" creationId="{A54E998E-F4D8-4439-8754-4C199E881A4E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29" creationId="{74DC9C5E-E459-4F6D-A38A-ABAC0FC3AE75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32" creationId="{36875049-293A-46F4-A241-E2F48B3F6B76}"/>
          </ac:grpSpMkLst>
        </pc:grpChg>
        <pc:grpChg chg="del">
          <ac:chgData name="Mike Blyth" userId="0c108f9a-cc80-44e0-b4f7-1719b9f7a79a" providerId="ADAL" clId="{37B2429C-B23F-48F7-92DD-6852ED40E248}" dt="2021-11-06T19:32:48.642" v="3886" actId="478"/>
          <ac:grpSpMkLst>
            <pc:docMk/>
            <pc:sldMk cId="2065782208" sldId="266"/>
            <ac:grpSpMk id="33" creationId="{780BF4E7-09AE-45AC-AD5F-97AB359F6135}"/>
          </ac:grpSpMkLst>
        </pc:grpChg>
        <pc:grpChg chg="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39" creationId="{A76A81F8-B17B-4089-8C35-B4827FF65432}"/>
          </ac:grpSpMkLst>
        </pc:grpChg>
        <pc:grpChg chg="del mod">
          <ac:chgData name="Mike Blyth" userId="0c108f9a-cc80-44e0-b4f7-1719b9f7a79a" providerId="ADAL" clId="{37B2429C-B23F-48F7-92DD-6852ED40E248}" dt="2021-11-06T19:32:35.588" v="3878" actId="478"/>
          <ac:grpSpMkLst>
            <pc:docMk/>
            <pc:sldMk cId="2065782208" sldId="266"/>
            <ac:grpSpMk id="40" creationId="{157DE469-BD58-45CC-B559-62F2DA473B2F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47" creationId="{30DFE81D-CB3B-427F-802C-3EADF59C4806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50" creationId="{76DCB3E6-F442-44AD-9643-81D3E2FD4E89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53" creationId="{E109FA83-5D98-46D0-9C7F-1E315AA69D8A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56" creationId="{B0723E66-4EDC-4B34-A993-A4F9D75C6464}"/>
          </ac:grpSpMkLst>
        </pc:grpChg>
        <pc:grpChg chg="add mod">
          <ac:chgData name="Mike Blyth" userId="0c108f9a-cc80-44e0-b4f7-1719b9f7a79a" providerId="ADAL" clId="{37B2429C-B23F-48F7-92DD-6852ED40E248}" dt="2021-11-06T19:48:02.644" v="4628" actId="1076"/>
          <ac:grpSpMkLst>
            <pc:docMk/>
            <pc:sldMk cId="2065782208" sldId="266"/>
            <ac:grpSpMk id="60" creationId="{313BAFE3-2A32-4935-A475-9BEA418AD061}"/>
          </ac:grpSpMkLst>
        </pc:grpChg>
        <pc:grpChg chg="add del mod">
          <ac:chgData name="Mike Blyth" userId="0c108f9a-cc80-44e0-b4f7-1719b9f7a79a" providerId="ADAL" clId="{37B2429C-B23F-48F7-92DD-6852ED40E248}" dt="2021-11-06T19:41:48.559" v="4497"/>
          <ac:grpSpMkLst>
            <pc:docMk/>
            <pc:sldMk cId="2065782208" sldId="266"/>
            <ac:grpSpMk id="75" creationId="{C6E24746-88B6-47B9-A52A-8D91AFBA091B}"/>
          </ac:grpSpMkLst>
        </pc:grpChg>
        <pc:grpChg chg="add del mod">
          <ac:chgData name="Mike Blyth" userId="0c108f9a-cc80-44e0-b4f7-1719b9f7a79a" providerId="ADAL" clId="{37B2429C-B23F-48F7-92DD-6852ED40E248}" dt="2021-11-06T19:41:48.559" v="4497"/>
          <ac:grpSpMkLst>
            <pc:docMk/>
            <pc:sldMk cId="2065782208" sldId="266"/>
            <ac:grpSpMk id="79" creationId="{ABA0FD6E-3C9D-4E84-8B8C-A30DC4885F46}"/>
          </ac:grpSpMkLst>
        </pc:grpChg>
        <pc:grpChg chg="add del mod">
          <ac:chgData name="Mike Blyth" userId="0c108f9a-cc80-44e0-b4f7-1719b9f7a79a" providerId="ADAL" clId="{37B2429C-B23F-48F7-92DD-6852ED40E248}" dt="2021-11-06T19:41:48.559" v="4497"/>
          <ac:grpSpMkLst>
            <pc:docMk/>
            <pc:sldMk cId="2065782208" sldId="266"/>
            <ac:grpSpMk id="82" creationId="{07C0CA67-74BD-4BFD-84AE-687B32F13937}"/>
          </ac:grpSpMkLst>
        </pc:grpChg>
        <pc:grpChg chg="add del mod">
          <ac:chgData name="Mike Blyth" userId="0c108f9a-cc80-44e0-b4f7-1719b9f7a79a" providerId="ADAL" clId="{37B2429C-B23F-48F7-92DD-6852ED40E248}" dt="2021-11-06T19:41:48.559" v="4497"/>
          <ac:grpSpMkLst>
            <pc:docMk/>
            <pc:sldMk cId="2065782208" sldId="266"/>
            <ac:grpSpMk id="85" creationId="{C4C54234-69E6-4357-8924-E0FE9A018B61}"/>
          </ac:grpSpMkLst>
        </pc:grpChg>
        <pc:grpChg chg="add del mod">
          <ac:chgData name="Mike Blyth" userId="0c108f9a-cc80-44e0-b4f7-1719b9f7a79a" providerId="ADAL" clId="{37B2429C-B23F-48F7-92DD-6852ED40E248}" dt="2021-11-06T19:41:48.559" v="4497"/>
          <ac:grpSpMkLst>
            <pc:docMk/>
            <pc:sldMk cId="2065782208" sldId="266"/>
            <ac:grpSpMk id="88" creationId="{81CEB892-CEC7-47B8-9264-C20BAF40419E}"/>
          </ac:grpSpMkLst>
        </pc:grpChg>
        <pc:grpChg chg="add del mod">
          <ac:chgData name="Mike Blyth" userId="0c108f9a-cc80-44e0-b4f7-1719b9f7a79a" providerId="ADAL" clId="{37B2429C-B23F-48F7-92DD-6852ED40E248}" dt="2021-11-06T19:41:48.559" v="4497"/>
          <ac:grpSpMkLst>
            <pc:docMk/>
            <pc:sldMk cId="2065782208" sldId="266"/>
            <ac:grpSpMk id="91" creationId="{7CDA8FB4-D8E5-4BEE-B681-9E59045D3A94}"/>
          </ac:grpSpMkLst>
        </pc:grpChg>
        <pc:grpChg chg="add del mod">
          <ac:chgData name="Mike Blyth" userId="0c108f9a-cc80-44e0-b4f7-1719b9f7a79a" providerId="ADAL" clId="{37B2429C-B23F-48F7-92DD-6852ED40E248}" dt="2021-11-06T19:41:48.559" v="4497"/>
          <ac:grpSpMkLst>
            <pc:docMk/>
            <pc:sldMk cId="2065782208" sldId="266"/>
            <ac:grpSpMk id="94" creationId="{B4E6538E-DCFE-4174-89D1-62A692B2AE98}"/>
          </ac:grpSpMkLst>
        </pc:grpChg>
        <pc:grpChg chg="add del mod topLvl">
          <ac:chgData name="Mike Blyth" userId="0c108f9a-cc80-44e0-b4f7-1719b9f7a79a" providerId="ADAL" clId="{37B2429C-B23F-48F7-92DD-6852ED40E248}" dt="2021-11-06T19:43:23.259" v="4524" actId="478"/>
          <ac:grpSpMkLst>
            <pc:docMk/>
            <pc:sldMk cId="2065782208" sldId="266"/>
            <ac:grpSpMk id="97" creationId="{96797645-D734-4593-A55A-D3919AF22C50}"/>
          </ac:grpSpMkLst>
        </pc:grpChg>
        <pc:grpChg chg="add del mod topLvl">
          <ac:chgData name="Mike Blyth" userId="0c108f9a-cc80-44e0-b4f7-1719b9f7a79a" providerId="ADAL" clId="{37B2429C-B23F-48F7-92DD-6852ED40E248}" dt="2021-11-06T19:43:11.010" v="4516" actId="478"/>
          <ac:grpSpMkLst>
            <pc:docMk/>
            <pc:sldMk cId="2065782208" sldId="266"/>
            <ac:grpSpMk id="100" creationId="{9B64D366-3B2D-41F9-84B1-F2347CD991AD}"/>
          </ac:grpSpMkLst>
        </pc:grpChg>
        <pc:grpChg chg="add del mod topLvl">
          <ac:chgData name="Mike Blyth" userId="0c108f9a-cc80-44e0-b4f7-1719b9f7a79a" providerId="ADAL" clId="{37B2429C-B23F-48F7-92DD-6852ED40E248}" dt="2021-11-06T19:43:52.667" v="4542" actId="478"/>
          <ac:grpSpMkLst>
            <pc:docMk/>
            <pc:sldMk cId="2065782208" sldId="266"/>
            <ac:grpSpMk id="103" creationId="{A04ABCC0-35D3-4BCB-8FF2-50CA3AA6BC98}"/>
          </ac:grpSpMkLst>
        </pc:grpChg>
        <pc:grpChg chg="add del mod topLvl">
          <ac:chgData name="Mike Blyth" userId="0c108f9a-cc80-44e0-b4f7-1719b9f7a79a" providerId="ADAL" clId="{37B2429C-B23F-48F7-92DD-6852ED40E248}" dt="2021-11-06T19:42:29.052" v="4502" actId="165"/>
          <ac:grpSpMkLst>
            <pc:docMk/>
            <pc:sldMk cId="2065782208" sldId="266"/>
            <ac:grpSpMk id="106" creationId="{5474B864-1B57-4DCA-8555-803E2EB1073F}"/>
          </ac:grpSpMkLst>
        </pc:grpChg>
        <pc:grpChg chg="add del mod topLvl">
          <ac:chgData name="Mike Blyth" userId="0c108f9a-cc80-44e0-b4f7-1719b9f7a79a" providerId="ADAL" clId="{37B2429C-B23F-48F7-92DD-6852ED40E248}" dt="2021-11-06T19:43:16.515" v="4518" actId="478"/>
          <ac:grpSpMkLst>
            <pc:docMk/>
            <pc:sldMk cId="2065782208" sldId="266"/>
            <ac:grpSpMk id="109" creationId="{02D32C2A-AE74-4E21-84E5-651940E7F383}"/>
          </ac:grpSpMkLst>
        </pc:grpChg>
        <pc:grpChg chg="add del mod topLvl">
          <ac:chgData name="Mike Blyth" userId="0c108f9a-cc80-44e0-b4f7-1719b9f7a79a" providerId="ADAL" clId="{37B2429C-B23F-48F7-92DD-6852ED40E248}" dt="2021-11-06T19:43:18.506" v="4520" actId="478"/>
          <ac:grpSpMkLst>
            <pc:docMk/>
            <pc:sldMk cId="2065782208" sldId="266"/>
            <ac:grpSpMk id="112" creationId="{5A56234F-7F43-4CEE-91B2-C90AF8AD3941}"/>
          </ac:grpSpMkLst>
        </pc:grpChg>
        <pc:grpChg chg="add del mod topLvl">
          <ac:chgData name="Mike Blyth" userId="0c108f9a-cc80-44e0-b4f7-1719b9f7a79a" providerId="ADAL" clId="{37B2429C-B23F-48F7-92DD-6852ED40E248}" dt="2021-11-06T19:43:19.986" v="4522" actId="478"/>
          <ac:grpSpMkLst>
            <pc:docMk/>
            <pc:sldMk cId="2065782208" sldId="266"/>
            <ac:grpSpMk id="115" creationId="{6CBF805F-8A3A-4792-8773-F71E83E6ED60}"/>
          </ac:grpSpMkLst>
        </pc:grpChg>
        <pc:grpChg chg="add del mod topLvl">
          <ac:chgData name="Mike Blyth" userId="0c108f9a-cc80-44e0-b4f7-1719b9f7a79a" providerId="ADAL" clId="{37B2429C-B23F-48F7-92DD-6852ED40E248}" dt="2021-11-06T19:43:21.834" v="4523" actId="478"/>
          <ac:grpSpMkLst>
            <pc:docMk/>
            <pc:sldMk cId="2065782208" sldId="266"/>
            <ac:grpSpMk id="118" creationId="{8FCCF795-66A0-4D73-AF97-179D1D8FCEBF}"/>
          </ac:grpSpMkLst>
        </pc:grpChg>
        <pc:grpChg chg="del">
          <ac:chgData name="Mike Blyth" userId="0c108f9a-cc80-44e0-b4f7-1719b9f7a79a" providerId="ADAL" clId="{37B2429C-B23F-48F7-92DD-6852ED40E248}" dt="2021-11-06T19:32:48.642" v="3886" actId="478"/>
          <ac:grpSpMkLst>
            <pc:docMk/>
            <pc:sldMk cId="2065782208" sldId="266"/>
            <ac:grpSpMk id="122" creationId="{1EEAD7AE-0774-4661-A134-44B0E92B4C7D}"/>
          </ac:grpSpMkLst>
        </pc:grpChg>
        <pc:picChg chg="add mod">
          <ac:chgData name="Mike Blyth" userId="0c108f9a-cc80-44e0-b4f7-1719b9f7a79a" providerId="ADAL" clId="{37B2429C-B23F-48F7-92DD-6852ED40E248}" dt="2021-11-06T19:38:11.130" v="4440" actId="1076"/>
          <ac:picMkLst>
            <pc:docMk/>
            <pc:sldMk cId="2065782208" sldId="266"/>
            <ac:picMk id="63" creationId="{09488D62-F23F-4CD6-9477-84D120545F5B}"/>
          </ac:picMkLst>
        </pc:picChg>
        <pc:picChg chg="add mod">
          <ac:chgData name="Mike Blyth" userId="0c108f9a-cc80-44e0-b4f7-1719b9f7a79a" providerId="ADAL" clId="{37B2429C-B23F-48F7-92DD-6852ED40E248}" dt="2021-11-06T19:38:09.705" v="4439" actId="1076"/>
          <ac:picMkLst>
            <pc:docMk/>
            <pc:sldMk cId="2065782208" sldId="266"/>
            <ac:picMk id="64" creationId="{783F16D6-5ACA-4E6A-8ED5-744CE28456E6}"/>
          </ac:picMkLst>
        </pc:picChg>
        <pc:picChg chg="add mod">
          <ac:chgData name="Mike Blyth" userId="0c108f9a-cc80-44e0-b4f7-1719b9f7a79a" providerId="ADAL" clId="{37B2429C-B23F-48F7-92DD-6852ED40E248}" dt="2021-11-06T19:38:13.858" v="4441" actId="1076"/>
          <ac:picMkLst>
            <pc:docMk/>
            <pc:sldMk cId="2065782208" sldId="266"/>
            <ac:picMk id="65" creationId="{F8C85CF1-73AA-40F2-AA72-79E311B3DCF2}"/>
          </ac:picMkLst>
        </pc:picChg>
        <pc:picChg chg="add mod">
          <ac:chgData name="Mike Blyth" userId="0c108f9a-cc80-44e0-b4f7-1719b9f7a79a" providerId="ADAL" clId="{37B2429C-B23F-48F7-92DD-6852ED40E248}" dt="2021-11-06T19:38:15.971" v="4442" actId="1076"/>
          <ac:picMkLst>
            <pc:docMk/>
            <pc:sldMk cId="2065782208" sldId="266"/>
            <ac:picMk id="66" creationId="{70E51C45-1778-4BF1-BCAD-4C444D2A99FF}"/>
          </ac:picMkLst>
        </pc:picChg>
        <pc:picChg chg="add mod">
          <ac:chgData name="Mike Blyth" userId="0c108f9a-cc80-44e0-b4f7-1719b9f7a79a" providerId="ADAL" clId="{37B2429C-B23F-48F7-92DD-6852ED40E248}" dt="2021-11-06T19:39:26.698" v="4473" actId="1076"/>
          <ac:picMkLst>
            <pc:docMk/>
            <pc:sldMk cId="2065782208" sldId="266"/>
            <ac:picMk id="67" creationId="{037E701E-16BB-40D7-A02F-2348634C2898}"/>
          </ac:picMkLst>
        </pc:picChg>
        <pc:picChg chg="add mod">
          <ac:chgData name="Mike Blyth" userId="0c108f9a-cc80-44e0-b4f7-1719b9f7a79a" providerId="ADAL" clId="{37B2429C-B23F-48F7-92DD-6852ED40E248}" dt="2021-11-06T19:39:48.067" v="4493" actId="1038"/>
          <ac:picMkLst>
            <pc:docMk/>
            <pc:sldMk cId="2065782208" sldId="266"/>
            <ac:picMk id="69" creationId="{806E9A9B-084A-4F6B-BA79-B948D90C1361}"/>
          </ac:picMkLst>
        </pc:picChg>
        <pc:picChg chg="add mod">
          <ac:chgData name="Mike Blyth" userId="0c108f9a-cc80-44e0-b4f7-1719b9f7a79a" providerId="ADAL" clId="{37B2429C-B23F-48F7-92DD-6852ED40E248}" dt="2021-11-06T19:39:48.067" v="4493" actId="1038"/>
          <ac:picMkLst>
            <pc:docMk/>
            <pc:sldMk cId="2065782208" sldId="266"/>
            <ac:picMk id="70" creationId="{26B4EEA0-416E-4267-A4BF-1258A6101690}"/>
          </ac:picMkLst>
        </pc:picChg>
        <pc:picChg chg="add mod">
          <ac:chgData name="Mike Blyth" userId="0c108f9a-cc80-44e0-b4f7-1719b9f7a79a" providerId="ADAL" clId="{37B2429C-B23F-48F7-92DD-6852ED40E248}" dt="2021-11-06T19:48:26.588" v="4636" actId="1035"/>
          <ac:picMkLst>
            <pc:docMk/>
            <pc:sldMk cId="2065782208" sldId="266"/>
            <ac:picMk id="71" creationId="{DCD4605F-7536-4676-8B7C-CBF9B3963765}"/>
          </ac:picMkLst>
        </pc:picChg>
        <pc:picChg chg="add mod">
          <ac:chgData name="Mike Blyth" userId="0c108f9a-cc80-44e0-b4f7-1719b9f7a79a" providerId="ADAL" clId="{37B2429C-B23F-48F7-92DD-6852ED40E248}" dt="2021-11-06T19:39:48.067" v="4493" actId="1038"/>
          <ac:picMkLst>
            <pc:docMk/>
            <pc:sldMk cId="2065782208" sldId="266"/>
            <ac:picMk id="72" creationId="{00273F20-574F-415F-8F33-2BAB5C49DAD9}"/>
          </ac:picMkLst>
        </pc:picChg>
        <pc:picChg chg="add mod">
          <ac:chgData name="Mike Blyth" userId="0c108f9a-cc80-44e0-b4f7-1719b9f7a79a" providerId="ADAL" clId="{37B2429C-B23F-48F7-92DD-6852ED40E248}" dt="2021-11-06T19:39:48.067" v="4493" actId="1038"/>
          <ac:picMkLst>
            <pc:docMk/>
            <pc:sldMk cId="2065782208" sldId="266"/>
            <ac:picMk id="73" creationId="{D03B4721-CBFA-472B-B6F0-03E074420F12}"/>
          </ac:picMkLst>
        </pc:picChg>
        <pc:picChg chg="add mod">
          <ac:chgData name="Mike Blyth" userId="0c108f9a-cc80-44e0-b4f7-1719b9f7a79a" providerId="ADAL" clId="{37B2429C-B23F-48F7-92DD-6852ED40E248}" dt="2021-11-06T19:38:08.355" v="4438" actId="14100"/>
          <ac:picMkLst>
            <pc:docMk/>
            <pc:sldMk cId="2065782208" sldId="266"/>
            <ac:picMk id="1026" creationId="{954571C6-1644-4C07-A18A-17820D7AE616}"/>
          </ac:picMkLst>
        </pc:picChg>
        <pc:picChg chg="add mod">
          <ac:chgData name="Mike Blyth" userId="0c108f9a-cc80-44e0-b4f7-1719b9f7a79a" providerId="ADAL" clId="{37B2429C-B23F-48F7-92DD-6852ED40E248}" dt="2021-11-06T19:39:48.067" v="4493" actId="1038"/>
          <ac:picMkLst>
            <pc:docMk/>
            <pc:sldMk cId="2065782208" sldId="266"/>
            <ac:picMk id="1028" creationId="{D80F8009-7AEC-4737-8C64-EFDABEFA4CA1}"/>
          </ac:picMkLst>
        </pc:picChg>
      </pc:sldChg>
    </pc:docChg>
  </pc:docChgLst>
  <pc:docChgLst>
    <pc:chgData name="Nicole Boone" userId="5b787cbe-8192-4529-891b-69f6e4f7f777" providerId="ADAL" clId="{1617EB6A-CE3B-4E53-95B1-F9F087967785}"/>
    <pc:docChg chg="modSld">
      <pc:chgData name="Nicole Boone" userId="5b787cbe-8192-4529-891b-69f6e4f7f777" providerId="ADAL" clId="{1617EB6A-CE3B-4E53-95B1-F9F087967785}" dt="2022-02-16T17:02:37.826" v="34" actId="1076"/>
      <pc:docMkLst>
        <pc:docMk/>
      </pc:docMkLst>
      <pc:sldChg chg="modSp mod">
        <pc:chgData name="Nicole Boone" userId="5b787cbe-8192-4529-891b-69f6e4f7f777" providerId="ADAL" clId="{1617EB6A-CE3B-4E53-95B1-F9F087967785}" dt="2022-02-16T17:02:28.619" v="32" actId="1076"/>
        <pc:sldMkLst>
          <pc:docMk/>
          <pc:sldMk cId="181887129" sldId="258"/>
        </pc:sldMkLst>
        <pc:spChg chg="mod">
          <ac:chgData name="Nicole Boone" userId="5b787cbe-8192-4529-891b-69f6e4f7f777" providerId="ADAL" clId="{1617EB6A-CE3B-4E53-95B1-F9F087967785}" dt="2022-02-15T20:40:35.163" v="8" actId="20577"/>
          <ac:spMkLst>
            <pc:docMk/>
            <pc:sldMk cId="181887129" sldId="258"/>
            <ac:spMk id="18" creationId="{F297FB2B-63FA-4D7A-A3D6-5F433C88933B}"/>
          </ac:spMkLst>
        </pc:spChg>
        <pc:spChg chg="mod">
          <ac:chgData name="Nicole Boone" userId="5b787cbe-8192-4529-891b-69f6e4f7f777" providerId="ADAL" clId="{1617EB6A-CE3B-4E53-95B1-F9F087967785}" dt="2022-02-16T17:02:28.619" v="32" actId="1076"/>
          <ac:spMkLst>
            <pc:docMk/>
            <pc:sldMk cId="181887129" sldId="258"/>
            <ac:spMk id="26" creationId="{203A1F28-0DA8-4E28-9A14-45FBEBAE9431}"/>
          </ac:spMkLst>
        </pc:spChg>
      </pc:sldChg>
      <pc:sldChg chg="modSp mod">
        <pc:chgData name="Nicole Boone" userId="5b787cbe-8192-4529-891b-69f6e4f7f777" providerId="ADAL" clId="{1617EB6A-CE3B-4E53-95B1-F9F087967785}" dt="2022-02-16T17:02:37.826" v="34" actId="1076"/>
        <pc:sldMkLst>
          <pc:docMk/>
          <pc:sldMk cId="2239719852" sldId="262"/>
        </pc:sldMkLst>
        <pc:spChg chg="mod">
          <ac:chgData name="Nicole Boone" userId="5b787cbe-8192-4529-891b-69f6e4f7f777" providerId="ADAL" clId="{1617EB6A-CE3B-4E53-95B1-F9F087967785}" dt="2022-02-16T17:02:37.826" v="34" actId="1076"/>
          <ac:spMkLst>
            <pc:docMk/>
            <pc:sldMk cId="2239719852" sldId="262"/>
            <ac:spMk id="26" creationId="{203A1F28-0DA8-4E28-9A14-45FBEBAE9431}"/>
          </ac:spMkLst>
        </pc:spChg>
      </pc:sldChg>
      <pc:sldChg chg="modSp mod">
        <pc:chgData name="Nicole Boone" userId="5b787cbe-8192-4529-891b-69f6e4f7f777" providerId="ADAL" clId="{1617EB6A-CE3B-4E53-95B1-F9F087967785}" dt="2022-02-16T17:02:03.187" v="26" actId="1076"/>
        <pc:sldMkLst>
          <pc:docMk/>
          <pc:sldMk cId="2208495797" sldId="263"/>
        </pc:sldMkLst>
        <pc:spChg chg="mod">
          <ac:chgData name="Nicole Boone" userId="5b787cbe-8192-4529-891b-69f6e4f7f777" providerId="ADAL" clId="{1617EB6A-CE3B-4E53-95B1-F9F087967785}" dt="2022-02-16T17:02:03.187" v="26" actId="1076"/>
          <ac:spMkLst>
            <pc:docMk/>
            <pc:sldMk cId="2208495797" sldId="263"/>
            <ac:spMk id="51" creationId="{14F0B40E-2B7D-4A4A-B609-3AFC2B8C65E1}"/>
          </ac:spMkLst>
        </pc:spChg>
      </pc:sldChg>
      <pc:sldChg chg="modSp mod">
        <pc:chgData name="Nicole Boone" userId="5b787cbe-8192-4529-891b-69f6e4f7f777" providerId="ADAL" clId="{1617EB6A-CE3B-4E53-95B1-F9F087967785}" dt="2022-02-16T17:01:55.394" v="24" actId="1076"/>
        <pc:sldMkLst>
          <pc:docMk/>
          <pc:sldMk cId="1785556340" sldId="264"/>
        </pc:sldMkLst>
        <pc:spChg chg="mod">
          <ac:chgData name="Nicole Boone" userId="5b787cbe-8192-4529-891b-69f6e4f7f777" providerId="ADAL" clId="{1617EB6A-CE3B-4E53-95B1-F9F087967785}" dt="2022-02-16T17:01:55.394" v="24" actId="1076"/>
          <ac:spMkLst>
            <pc:docMk/>
            <pc:sldMk cId="1785556340" sldId="264"/>
            <ac:spMk id="59" creationId="{2023757B-9CFE-41FD-B3A0-137D5D09F2CB}"/>
          </ac:spMkLst>
        </pc:spChg>
      </pc:sldChg>
      <pc:sldChg chg="modSp mod">
        <pc:chgData name="Nicole Boone" userId="5b787cbe-8192-4529-891b-69f6e4f7f777" providerId="ADAL" clId="{1617EB6A-CE3B-4E53-95B1-F9F087967785}" dt="2022-02-16T17:01:20.685" v="19" actId="1038"/>
        <pc:sldMkLst>
          <pc:docMk/>
          <pc:sldMk cId="3255016759" sldId="265"/>
        </pc:sldMkLst>
        <pc:spChg chg="mod">
          <ac:chgData name="Nicole Boone" userId="5b787cbe-8192-4529-891b-69f6e4f7f777" providerId="ADAL" clId="{1617EB6A-CE3B-4E53-95B1-F9F087967785}" dt="2022-02-16T17:01:20.685" v="19" actId="1038"/>
          <ac:spMkLst>
            <pc:docMk/>
            <pc:sldMk cId="3255016759" sldId="265"/>
            <ac:spMk id="59" creationId="{2023757B-9CFE-41FD-B3A0-137D5D09F2C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A288A-DE96-4224-A0E8-BFA7733F2D9D}" type="datetimeFigureOut">
              <a:rPr lang="en-US" smtClean="0"/>
              <a:t>2/16/2022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FEAB25-5EEF-4971-9C6E-70311DCE2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Add an image behind the photo frame of the country or one related to the activity and remove the RED text.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Replace GREEN highlighted text with the organization’s name and below this name the county.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All images can be converted into JPEGs and can then be used within the country SSEMP or presentations.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Once images are placed into a Word Document or PowerPoint optimize the size of the image to allow for ease of emailing.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04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b="1" u="none" dirty="0"/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This map shows office (organizational and client [C-Office]) and expatriate / key local staff residence [R] locations.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If the activity operates in multiple cities or towns then replicate this map to show all locations.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Replace the highlighted GREEN text with the city or town name.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Place a Google image ‘behind’ the ‘frame’ and remove unnecessary elements by cropping.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Move the icons to show relevant locations – copying, re-orientating or deleting icons as needed.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9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b="1" u="none" dirty="0"/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Insert a city map from Google (crop out unnecessary image elements and place behind the frame).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Show the location of relevant [emergency] hospitals or clinics and then name them in the key.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Replicate this map for different cities and towns as needed.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Name the city or town on the right-hand 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40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b="1" u="none" dirty="0"/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Insert a city map from Google (crop out unnecessary image elements and place behind the frame).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Show the location of relevant embassies or government infrastructure then name them in the key.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Replicate this map for different cities and towns as needed.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Name the city or town on the right-hand 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71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b="1" u="none" dirty="0"/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This is a city or town level Hibernation, Relocation and Evacuation map.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Name the city or town in the highlighted green text in the right-hand bar.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Insert a city map from Google (crop out unnecessary image elements and place behind the frame).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Show the location of local Safe Havens in or near the city or town and then name them in the key.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Replicate this map for different cities and towns as needed.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Show a colored dotted lines for main evacuation routes out of the city – example 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46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b="1" u="none" dirty="0"/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This is a national level Hibernation, Relocation and Evacuation map.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Name the country in the highlighted green text in the right-hand bar.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Insert a country level map from Google or another source (crop out unnecessary image elements and place behind the frame).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Show the location of land border crossings using the icons – you can change colors to show high risk (RED), medium risk (ORANGE) and low risk (GREEN) border crossing points.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Use the airplane icon for air evacuation options.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Use the shop icon for maritime evacuation options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98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/>
              <a:t>Instructions</a:t>
            </a:r>
            <a:r>
              <a:rPr lang="en-US" b="1" u="none" dirty="0"/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This map allows you to quickly use the grid lines to indicate where an incident is occurring.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Insert a city map from Google (crop out unnecessary image elements and place behind the frame and behind the A-I and 1-7 grid).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Show the location of offices and residences in the map. The icons can be ‘on top’ of the grid lines using the icons found in earlier maps.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Use the ‘bring front’ and ‘send back’ feature on PPT to place the map behind the grid lines.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Replicate this map if offices and residences are in multiple cities and towns – adjusting the highlighted green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FEAB25-5EEF-4971-9C6E-70311DCE2F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22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BC78-E87B-4B5A-9CEF-8D418149C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7A17-3934-475B-B9AD-85204A07C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5343D-DEB0-4E76-B8B8-A5E194508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2/16/2022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99739-73C9-442E-A265-8EFBD5EFC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293AE-E578-486C-80C9-90901598A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58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9F0ED-140F-4C87-95C2-536734782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95E5E-8188-4FE3-82AB-858E752A2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80305-5CD7-484B-A273-2837BA326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2/16/2022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EA528-B954-4C96-B99E-2C9E34A08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3C1F5-A8D5-4E0A-AB5F-AC2029FA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461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3342B-953A-4D76-91D4-E09B33C75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74484-24E0-4EBE-8A8D-D17868BD7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6F495-40E5-4991-A6BA-C94AD893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2/16/2022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408A-4CCF-435A-89E5-EEA6FFE9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A7EA1-E765-4638-A3FB-3722070C5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1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DC295-B859-4339-9664-D312E34F2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750E0-821E-4ADC-A826-C7BFE3EC6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EA48E-9B33-4B20-8FBD-0240BAAA8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6D384-5630-4831-88FC-33603594B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2/16/2022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28840-B26C-4B4D-A7C8-4AFEE6A45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BE783-DB44-4C3E-BE40-A408B88A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332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83159-F2B9-479D-919F-60D31B8A1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306D-5135-44DE-8841-F5D7C2A80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45226-DAA2-4942-8F0E-FB74534F1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E3708-D666-4A4B-BD2D-94098AAC7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7303B-BAF4-4771-822D-F059E91BA0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B891FC-3F77-4194-83B0-F97BBF2F7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2/16/2022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19D571-0C56-4D1A-B524-8A033407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9C2AF6-475C-4A06-874F-FEE46D57F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42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19A6C-C31F-495B-892B-64183A412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121987-1648-4DBD-9DE3-89C0FB3EA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2/16/2022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C256E-2C28-47F4-B0D7-7231FC00C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03066-CC51-4E10-80CC-6CEFC62F2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43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2E7D8D-93F5-4373-8030-AE42D94E3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2/16/2022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1DEC41-5A77-4900-8081-C05ECB7C8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0358A-1F52-4007-B97F-B308F42CC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988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1773-D1FC-4FD9-B283-4584B0CA2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28970-F418-4FF6-872B-CF8CEF263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C456B-DE86-4064-9446-79DA48C66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41E59-9555-49E7-BA23-74BAB2C25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2/16/2022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70111-41A2-4B6F-9817-1EBFC6B90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91465-BF51-4305-9386-9B117B058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49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98E2D-C773-42A0-A05B-ED50FD839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F71BAF-7D2C-4CF4-BC29-62630D597B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053A06-D712-4601-9E39-D135D8064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E39E4-9D01-4441-84DB-490B6F59E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2/16/2022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6ABFB-8C1A-4B65-BBFF-824C2631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C2152-A1DC-4A1F-A632-BEA953F7E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984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D5385-A970-404B-B8A4-2F13F5787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112B5-DC1D-4A16-ADFF-E78B24562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AAB4B-2F41-4ADD-9C69-A3FF959C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2/16/2022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177E9-FB7C-4FC6-88A0-23E6A9E47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7ECAE-DFA2-4454-82FD-91E025820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21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3E8937-0B6B-4EAE-9CA5-08F13F124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45FAB4-E1A6-4CB6-BB69-563B9357C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AB9CA-A340-4A2C-91B0-A37FC3E3B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38C-3B5E-41E9-B42D-17D9EDE56291}" type="datetimeFigureOut">
              <a:rPr lang="en-US" smtClean="0"/>
              <a:t>2/16/2022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CC482-6A25-40BA-8ED5-EA1AD0039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67026-8371-41E3-96C6-9D017653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06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CF66D6-9B2B-48A4-B1E4-21E963350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65010-1C6D-4DE0-9062-93DB3DEA4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839B0-9575-416D-94F6-477741127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9138C-3B5E-41E9-B42D-17D9EDE56291}" type="datetimeFigureOut">
              <a:rPr lang="en-US" smtClean="0"/>
              <a:t>2/16/2022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F67BD-055A-4539-AED8-48C69C43E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6982D-00B7-4646-86C8-70D186B0B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89A6F-C116-4647-A896-921C6574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21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Shape, rectangle&#10;&#10;Description automatically generated">
            <a:extLst>
              <a:ext uri="{FF2B5EF4-FFF2-40B4-BE49-F238E27FC236}">
                <a16:creationId xmlns:a16="http://schemas.microsoft.com/office/drawing/2014/main" id="{037C1599-1943-48DB-954D-D5AE701D95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215"/>
          <a:stretch/>
        </p:blipFill>
        <p:spPr>
          <a:xfrm rot="10800000">
            <a:off x="4406901" y="0"/>
            <a:ext cx="7772114" cy="6200755"/>
          </a:xfrm>
          <a:prstGeom prst="rect">
            <a:avLst/>
          </a:prstGeom>
        </p:spPr>
      </p:pic>
      <p:pic>
        <p:nvPicPr>
          <p:cNvPr id="17" name="Picture 16" descr="Shape&#10;&#10;Description automatically generated with medium confidence">
            <a:extLst>
              <a:ext uri="{FF2B5EF4-FFF2-40B4-BE49-F238E27FC236}">
                <a16:creationId xmlns:a16="http://schemas.microsoft.com/office/drawing/2014/main" id="{8FFD4128-CA7E-495B-967C-164B4614C86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25" b="65783"/>
          <a:stretch/>
        </p:blipFill>
        <p:spPr>
          <a:xfrm>
            <a:off x="-6064" y="0"/>
            <a:ext cx="2977864" cy="130628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A4CCD5E-18FD-4802-839F-9B2B50E18BE6}"/>
              </a:ext>
            </a:extLst>
          </p:cNvPr>
          <p:cNvSpPr/>
          <p:nvPr/>
        </p:nvSpPr>
        <p:spPr>
          <a:xfrm>
            <a:off x="5593712" y="2864941"/>
            <a:ext cx="5398492" cy="163392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INSERTE IMAGEN DE SU PAÍS O ACTIVIDAD DETRÁS DE ESTE MARCO Y CON ESTE TAMAÑO – CONVIERTA ESTA PÁGINA A UNA IMAGEN JPEG Y UBÍQUELA EN EL DOCUMENTO PRINCIPAL COMO IMAGE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SE OFRECEN INSTRUCCIONES PARA CADA MAPA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905F0E1-E10E-4510-A992-EEDE3D32B3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999" y="6137256"/>
            <a:ext cx="4702401" cy="47309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B3381DF-22F0-46C5-A866-200B73BCC3DE}"/>
              </a:ext>
            </a:extLst>
          </p:cNvPr>
          <p:cNvSpPr txBox="1"/>
          <p:nvPr/>
        </p:nvSpPr>
        <p:spPr>
          <a:xfrm>
            <a:off x="7150100" y="6200756"/>
            <a:ext cx="508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</a:rPr>
              <a:t>Información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Confidencial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3926F7-CB8F-43E1-A830-872FA7D88436}"/>
              </a:ext>
            </a:extLst>
          </p:cNvPr>
          <p:cNvSpPr txBox="1"/>
          <p:nvPr/>
        </p:nvSpPr>
        <p:spPr>
          <a:xfrm>
            <a:off x="2971800" y="134481"/>
            <a:ext cx="878391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chemeClr val="tx2"/>
                </a:solidFill>
                <a:highlight>
                  <a:srgbClr val="00FF00"/>
                </a:highlight>
              </a:rPr>
              <a:t>Nombre</a:t>
            </a:r>
            <a:r>
              <a:rPr lang="en-US" sz="3600" b="1" dirty="0">
                <a:solidFill>
                  <a:schemeClr val="tx2"/>
                </a:solidFill>
                <a:highlight>
                  <a:srgbClr val="00FF00"/>
                </a:highlight>
              </a:rPr>
              <a:t> de la </a:t>
            </a:r>
            <a:r>
              <a:rPr lang="en-US" sz="3600" b="1" dirty="0" err="1">
                <a:solidFill>
                  <a:schemeClr val="tx2"/>
                </a:solidFill>
                <a:highlight>
                  <a:srgbClr val="00FF00"/>
                </a:highlight>
              </a:rPr>
              <a:t>Organización</a:t>
            </a:r>
            <a:endParaRPr lang="en-US" sz="3600" b="1" dirty="0">
              <a:solidFill>
                <a:schemeClr val="tx2"/>
              </a:solidFill>
              <a:highlight>
                <a:srgbClr val="00FF00"/>
              </a:highlight>
            </a:endParaRPr>
          </a:p>
          <a:p>
            <a:r>
              <a:rPr lang="en-US" sz="3200" b="1" dirty="0">
                <a:highlight>
                  <a:srgbClr val="00FF00"/>
                </a:highlight>
              </a:rPr>
              <a:t>País </a:t>
            </a:r>
            <a:endParaRPr lang="en-US" sz="2400" b="1" dirty="0">
              <a:highlight>
                <a:srgbClr val="00FF00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941A0C-DC5C-4BB1-88EA-02ED0A1F6E0F}"/>
              </a:ext>
            </a:extLst>
          </p:cNvPr>
          <p:cNvSpPr txBox="1"/>
          <p:nvPr/>
        </p:nvSpPr>
        <p:spPr>
          <a:xfrm>
            <a:off x="454478" y="2136338"/>
            <a:ext cx="42545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err="1">
                <a:solidFill>
                  <a:schemeClr val="tx2"/>
                </a:solidFill>
              </a:rPr>
              <a:t>Mapa</a:t>
            </a:r>
            <a:r>
              <a:rPr lang="en-US" sz="5400" b="1" dirty="0">
                <a:solidFill>
                  <a:schemeClr val="tx2"/>
                </a:solidFill>
              </a:rPr>
              <a:t> de Puntos Clave y </a:t>
            </a:r>
            <a:r>
              <a:rPr lang="en-US" sz="5400" b="1" dirty="0" err="1">
                <a:solidFill>
                  <a:schemeClr val="tx2"/>
                </a:solidFill>
              </a:rPr>
              <a:t>Emergencias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58052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C70063C-5E46-4EFE-86D5-1C71B25B5EF9}"/>
              </a:ext>
            </a:extLst>
          </p:cNvPr>
          <p:cNvGrpSpPr/>
          <p:nvPr/>
        </p:nvGrpSpPr>
        <p:grpSpPr>
          <a:xfrm>
            <a:off x="10618663" y="-97543"/>
            <a:ext cx="2077718" cy="6330799"/>
            <a:chOff x="5777902" y="2160239"/>
            <a:chExt cx="920396" cy="3957986"/>
          </a:xfrm>
        </p:grpSpPr>
        <p:pic>
          <p:nvPicPr>
            <p:cNvPr id="25" name="Picture 2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4DAAF1B-A6AC-478F-B5D7-64B0812B8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47"/>
            <a:stretch/>
          </p:blipFill>
          <p:spPr>
            <a:xfrm>
              <a:off x="5777902" y="2160239"/>
              <a:ext cx="920396" cy="3957986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03A1F28-0DA8-4E28-9A14-45FBEBAE9431}"/>
                </a:ext>
              </a:extLst>
            </p:cNvPr>
            <p:cNvSpPr txBox="1"/>
            <p:nvPr/>
          </p:nvSpPr>
          <p:spPr>
            <a:xfrm rot="16200000">
              <a:off x="5274830" y="4688412"/>
              <a:ext cx="1486521" cy="368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err="1">
                  <a:solidFill>
                    <a:srgbClr val="00B0F0"/>
                  </a:solidFill>
                  <a:highlight>
                    <a:srgbClr val="00FF00"/>
                  </a:highlight>
                  <a:latin typeface="Bebas Neue Bold" panose="020B0606020202050201" pitchFamily="34" charset="0"/>
                </a:rPr>
                <a:t>Nombre</a:t>
              </a:r>
              <a:r>
                <a:rPr lang="en-US" sz="2400" dirty="0">
                  <a:solidFill>
                    <a:srgbClr val="00B0F0"/>
                  </a:solidFill>
                  <a:highlight>
                    <a:srgbClr val="00FF00"/>
                  </a:highlight>
                  <a:latin typeface="Bebas Neue Bold" panose="020B0606020202050201" pitchFamily="34" charset="0"/>
                </a:rPr>
                <a:t> de la ciudad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BA3A77-AC27-41B5-9BA9-35005B958D62}"/>
                </a:ext>
              </a:extLst>
            </p:cNvPr>
            <p:cNvSpPr txBox="1"/>
            <p:nvPr/>
          </p:nvSpPr>
          <p:spPr>
            <a:xfrm rot="16200000">
              <a:off x="4513127" y="3933189"/>
              <a:ext cx="3582555" cy="204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chemeClr val="bg1"/>
                  </a:solidFill>
                </a:rPr>
                <a:t>Ubicación</a:t>
              </a:r>
              <a:r>
                <a:rPr lang="en-US" sz="2400" b="1" dirty="0">
                  <a:solidFill>
                    <a:schemeClr val="bg1"/>
                  </a:solidFill>
                </a:rPr>
                <a:t> de </a:t>
              </a:r>
              <a:r>
                <a:rPr lang="en-US" sz="2400" b="1" dirty="0" err="1">
                  <a:solidFill>
                    <a:schemeClr val="bg1"/>
                  </a:solidFill>
                </a:rPr>
                <a:t>Oficinas</a:t>
              </a:r>
              <a:r>
                <a:rPr lang="en-US" sz="2400" b="1" dirty="0">
                  <a:solidFill>
                    <a:schemeClr val="bg1"/>
                  </a:solidFill>
                </a:rPr>
                <a:t> y Residencias</a:t>
              </a: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6D05DD3C-1AFE-4670-9427-A8526F2F6C06}"/>
              </a:ext>
            </a:extLst>
          </p:cNvPr>
          <p:cNvGrpSpPr/>
          <p:nvPr/>
        </p:nvGrpSpPr>
        <p:grpSpPr>
          <a:xfrm rot="10800000">
            <a:off x="844270" y="2196674"/>
            <a:ext cx="3744611" cy="682948"/>
            <a:chOff x="4791868" y="-869255"/>
            <a:chExt cx="3744611" cy="682948"/>
          </a:xfrm>
        </p:grpSpPr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92237FAE-B090-4FD7-992A-3D9A9EB94489}"/>
                </a:ext>
              </a:extLst>
            </p:cNvPr>
            <p:cNvGrpSpPr/>
            <p:nvPr/>
          </p:nvGrpSpPr>
          <p:grpSpPr>
            <a:xfrm rot="10800000">
              <a:off x="4791868" y="-839793"/>
              <a:ext cx="3405088" cy="653486"/>
              <a:chOff x="-4150842" y="2874086"/>
              <a:chExt cx="3405088" cy="653486"/>
            </a:xfrm>
          </p:grpSpPr>
          <p:sp>
            <p:nvSpPr>
              <p:cNvPr id="154" name="Freeform 63">
                <a:extLst>
                  <a:ext uri="{FF2B5EF4-FFF2-40B4-BE49-F238E27FC236}">
                    <a16:creationId xmlns:a16="http://schemas.microsoft.com/office/drawing/2014/main" id="{1BD05696-228D-47D5-A938-C4A8AE5A98C7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3412487" y="2952954"/>
                <a:ext cx="2538384" cy="449225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56" name="Oval 64">
                <a:extLst>
                  <a:ext uri="{FF2B5EF4-FFF2-40B4-BE49-F238E27FC236}">
                    <a16:creationId xmlns:a16="http://schemas.microsoft.com/office/drawing/2014/main" id="{83456036-86F1-4B98-9625-9890C1181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81125" y="2874086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  <p:sp>
            <p:nvSpPr>
              <p:cNvPr id="157" name="Freeform 77">
                <a:extLst>
                  <a:ext uri="{FF2B5EF4-FFF2-40B4-BE49-F238E27FC236}">
                    <a16:creationId xmlns:a16="http://schemas.microsoft.com/office/drawing/2014/main" id="{4176D1BA-FFBC-4F81-86D0-A7F77F413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4150842" y="3204845"/>
                <a:ext cx="738355" cy="322727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CF5EBA0E-9037-4187-9908-3E08A616FB20}"/>
                </a:ext>
              </a:extLst>
            </p:cNvPr>
            <p:cNvSpPr txBox="1"/>
            <p:nvPr/>
          </p:nvSpPr>
          <p:spPr>
            <a:xfrm rot="10800000">
              <a:off x="7093584" y="-869255"/>
              <a:ext cx="14428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1"/>
                  </a:solidFill>
                </a:rPr>
                <a:t>Oficina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0CD4A2E8-7BAD-4610-90D2-D87CF25E6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88" y="5396705"/>
            <a:ext cx="12235094" cy="148173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297FB2B-63FA-4D7A-A3D6-5F433C88933B}"/>
              </a:ext>
            </a:extLst>
          </p:cNvPr>
          <p:cNvSpPr/>
          <p:nvPr/>
        </p:nvSpPr>
        <p:spPr>
          <a:xfrm>
            <a:off x="6158130" y="5986388"/>
            <a:ext cx="6033869" cy="8433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sz="1200" dirty="0" err="1">
                <a:solidFill>
                  <a:schemeClr val="tx1"/>
                </a:solidFill>
              </a:rPr>
              <a:t>Oficina</a:t>
            </a:r>
            <a:r>
              <a:rPr lang="en-US" sz="1200" dirty="0">
                <a:solidFill>
                  <a:schemeClr val="tx1"/>
                </a:solidFill>
              </a:rPr>
              <a:t>: </a:t>
            </a:r>
            <a:r>
              <a:rPr lang="en-US" sz="1200" dirty="0" err="1">
                <a:solidFill>
                  <a:schemeClr val="tx1"/>
                </a:solidFill>
              </a:rPr>
              <a:t>Ubicación</a:t>
            </a:r>
            <a:r>
              <a:rPr lang="en-US" sz="1200" dirty="0">
                <a:solidFill>
                  <a:schemeClr val="tx1"/>
                </a:solidFill>
              </a:rPr>
              <a:t> de la </a:t>
            </a:r>
            <a:r>
              <a:rPr lang="en-US" sz="1200" dirty="0" err="1">
                <a:solidFill>
                  <a:schemeClr val="tx1"/>
                </a:solidFill>
              </a:rPr>
              <a:t>oficina</a:t>
            </a:r>
            <a:r>
              <a:rPr lang="en-US" sz="1200" dirty="0">
                <a:solidFill>
                  <a:schemeClr val="tx1"/>
                </a:solidFill>
              </a:rPr>
              <a:t> 	 C-</a:t>
            </a:r>
            <a:r>
              <a:rPr lang="en-US" sz="1200" dirty="0" err="1">
                <a:solidFill>
                  <a:schemeClr val="tx1"/>
                </a:solidFill>
              </a:rPr>
              <a:t>Oficina</a:t>
            </a:r>
            <a:r>
              <a:rPr lang="en-US" sz="1200" dirty="0">
                <a:solidFill>
                  <a:schemeClr val="tx1"/>
                </a:solidFill>
              </a:rPr>
              <a:t>: </a:t>
            </a:r>
            <a:r>
              <a:rPr lang="en-US" sz="1200" dirty="0" err="1">
                <a:solidFill>
                  <a:schemeClr val="tx1"/>
                </a:solidFill>
              </a:rPr>
              <a:t>Oficina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Cliente</a:t>
            </a:r>
            <a:r>
              <a:rPr lang="en-US" sz="1200" dirty="0">
                <a:solidFill>
                  <a:schemeClr val="tx1"/>
                </a:solidFill>
              </a:rPr>
              <a:t> de la </a:t>
            </a:r>
            <a:r>
              <a:rPr lang="en-US" sz="1200" dirty="0" err="1">
                <a:solidFill>
                  <a:schemeClr val="tx1"/>
                </a:solidFill>
              </a:rPr>
              <a:t>organización</a:t>
            </a:r>
            <a:r>
              <a:rPr lang="en-US" sz="1200" dirty="0">
                <a:solidFill>
                  <a:schemeClr val="tx1"/>
                </a:solidFill>
              </a:rPr>
              <a:t>	</a:t>
            </a:r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chemeClr val="tx1"/>
                </a:solidFill>
              </a:rPr>
              <a:t>R.1: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Nombre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del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residente</a:t>
            </a:r>
            <a:r>
              <a:rPr lang="en-US" sz="1200" dirty="0">
                <a:solidFill>
                  <a:schemeClr val="tx1"/>
                </a:solidFill>
              </a:rPr>
              <a:t>	                          R.2: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Nombre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del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residente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310640-F7FD-4CE1-B2CE-052E1CC3DBA1}"/>
              </a:ext>
            </a:extLst>
          </p:cNvPr>
          <p:cNvSpPr txBox="1"/>
          <p:nvPr/>
        </p:nvSpPr>
        <p:spPr>
          <a:xfrm>
            <a:off x="6756606" y="5523287"/>
            <a:ext cx="461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</a:rPr>
              <a:t>Mapa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Confidencial</a:t>
            </a:r>
            <a:endParaRPr lang="en-US" dirty="0">
              <a:solidFill>
                <a:srgbClr val="FFFF00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82EE69C-5615-4B19-92B9-60E187F3AA60}"/>
              </a:ext>
            </a:extLst>
          </p:cNvPr>
          <p:cNvGrpSpPr/>
          <p:nvPr/>
        </p:nvGrpSpPr>
        <p:grpSpPr>
          <a:xfrm>
            <a:off x="1922146" y="3181829"/>
            <a:ext cx="2329279" cy="576813"/>
            <a:chOff x="1922146" y="3181829"/>
            <a:chExt cx="2329279" cy="576813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EE82BDFA-627D-403D-A008-1DDB20CEDA82}"/>
                </a:ext>
              </a:extLst>
            </p:cNvPr>
            <p:cNvGrpSpPr/>
            <p:nvPr/>
          </p:nvGrpSpPr>
          <p:grpSpPr>
            <a:xfrm>
              <a:off x="1922146" y="3250785"/>
              <a:ext cx="2241878" cy="507857"/>
              <a:chOff x="-2333182" y="2983573"/>
              <a:chExt cx="1503817" cy="507857"/>
            </a:xfrm>
          </p:grpSpPr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965F2ED7-0C13-42B6-BE2B-E4C63B16703D}"/>
                  </a:ext>
                </a:extLst>
              </p:cNvPr>
              <p:cNvGrpSpPr/>
              <p:nvPr/>
            </p:nvGrpSpPr>
            <p:grpSpPr>
              <a:xfrm>
                <a:off x="-2333182" y="2983573"/>
                <a:ext cx="1503817" cy="501380"/>
                <a:chOff x="-2362718" y="2978949"/>
                <a:chExt cx="1503817" cy="501380"/>
              </a:xfrm>
            </p:grpSpPr>
            <p:sp>
              <p:nvSpPr>
                <p:cNvPr id="110" name="Freeform 63">
                  <a:extLst>
                    <a:ext uri="{FF2B5EF4-FFF2-40B4-BE49-F238E27FC236}">
                      <a16:creationId xmlns:a16="http://schemas.microsoft.com/office/drawing/2014/main" id="{36F04FFA-9035-4C06-8100-36074EFF2A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-2055580" y="2978949"/>
                  <a:ext cx="1196679" cy="327979"/>
                </a:xfrm>
                <a:custGeom>
                  <a:avLst/>
                  <a:gdLst>
                    <a:gd name="T0" fmla="*/ 0 w 1955"/>
                    <a:gd name="T1" fmla="*/ 430 h 430"/>
                    <a:gd name="T2" fmla="*/ 799 w 1955"/>
                    <a:gd name="T3" fmla="*/ 430 h 430"/>
                    <a:gd name="T4" fmla="*/ 1227 w 1955"/>
                    <a:gd name="T5" fmla="*/ 0 h 430"/>
                    <a:gd name="T6" fmla="*/ 1955 w 1955"/>
                    <a:gd name="T7" fmla="*/ 0 h 430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1584 h 11584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  <a:gd name="connsiteX0" fmla="*/ 0 w 10000"/>
                    <a:gd name="connsiteY0" fmla="*/ 11584 h 11584"/>
                    <a:gd name="connsiteX1" fmla="*/ 5155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00" h="11584">
                      <a:moveTo>
                        <a:pt x="0" y="11584"/>
                      </a:moveTo>
                      <a:lnTo>
                        <a:pt x="5155" y="11584"/>
                      </a:lnTo>
                      <a:lnTo>
                        <a:pt x="7727" y="0"/>
                      </a:lnTo>
                      <a:lnTo>
                        <a:pt x="10000" y="0"/>
                      </a:lnTo>
                    </a:path>
                  </a:pathLst>
                </a:custGeom>
                <a:noFill/>
                <a:ln w="25400" cap="flat">
                  <a:solidFill>
                    <a:srgbClr val="FF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113" name="Freeform 77">
                  <a:extLst>
                    <a:ext uri="{FF2B5EF4-FFF2-40B4-BE49-F238E27FC236}">
                      <a16:creationId xmlns:a16="http://schemas.microsoft.com/office/drawing/2014/main" id="{774E570E-D40F-48E3-B642-3C44F9DA10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362718" y="3143781"/>
                  <a:ext cx="511817" cy="336548"/>
                </a:xfrm>
                <a:custGeom>
                  <a:avLst/>
                  <a:gdLst>
                    <a:gd name="T0" fmla="*/ 1517 w 1818"/>
                    <a:gd name="T1" fmla="*/ 0 h 603"/>
                    <a:gd name="T2" fmla="*/ 1517 w 1818"/>
                    <a:gd name="T3" fmla="*/ 0 h 603"/>
                    <a:gd name="T4" fmla="*/ 1517 w 1818"/>
                    <a:gd name="T5" fmla="*/ 0 h 603"/>
                    <a:gd name="T6" fmla="*/ 302 w 1818"/>
                    <a:gd name="T7" fmla="*/ 0 h 603"/>
                    <a:gd name="T8" fmla="*/ 0 w 1818"/>
                    <a:gd name="T9" fmla="*/ 302 h 603"/>
                    <a:gd name="T10" fmla="*/ 302 w 1818"/>
                    <a:gd name="T11" fmla="*/ 603 h 603"/>
                    <a:gd name="T12" fmla="*/ 1517 w 1818"/>
                    <a:gd name="T13" fmla="*/ 603 h 603"/>
                    <a:gd name="T14" fmla="*/ 1517 w 1818"/>
                    <a:gd name="T15" fmla="*/ 603 h 603"/>
                    <a:gd name="T16" fmla="*/ 1517 w 1818"/>
                    <a:gd name="T17" fmla="*/ 603 h 603"/>
                    <a:gd name="T18" fmla="*/ 1818 w 1818"/>
                    <a:gd name="T19" fmla="*/ 302 h 603"/>
                    <a:gd name="T20" fmla="*/ 1517 w 1818"/>
                    <a:gd name="T21" fmla="*/ 0 h 6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818" h="603">
                      <a:moveTo>
                        <a:pt x="1517" y="0"/>
                      </a:move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302" y="0"/>
                        <a:pt x="302" y="0"/>
                        <a:pt x="302" y="0"/>
                      </a:cubicBezTo>
                      <a:cubicBezTo>
                        <a:pt x="135" y="0"/>
                        <a:pt x="0" y="135"/>
                        <a:pt x="0" y="302"/>
                      </a:cubicBezTo>
                      <a:cubicBezTo>
                        <a:pt x="0" y="468"/>
                        <a:pt x="135" y="603"/>
                        <a:pt x="302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683" y="603"/>
                        <a:pt x="1818" y="468"/>
                        <a:pt x="1818" y="302"/>
                      </a:cubicBezTo>
                      <a:cubicBezTo>
                        <a:pt x="1818" y="135"/>
                        <a:pt x="1683" y="0"/>
                        <a:pt x="1517" y="0"/>
                      </a:cubicBezTo>
                      <a:close/>
                    </a:path>
                  </a:pathLst>
                </a:custGeom>
                <a:solidFill>
                  <a:srgbClr val="F86638"/>
                </a:solidFill>
                <a:ln>
                  <a:noFill/>
                </a:ln>
                <a:effectLst>
                  <a:innerShdw blurRad="266700" dist="50800" dir="13500000">
                    <a:prstClr val="black">
                      <a:alpha val="7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000"/>
                </a:p>
              </p:txBody>
            </p:sp>
          </p:grp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BA41F91-688A-4106-8B31-820C43958D4E}"/>
                  </a:ext>
                </a:extLst>
              </p:cNvPr>
              <p:cNvSpPr txBox="1"/>
              <p:nvPr/>
            </p:nvSpPr>
            <p:spPr>
              <a:xfrm>
                <a:off x="-2333182" y="3122098"/>
                <a:ext cx="5118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R.1</a:t>
                </a:r>
              </a:p>
            </p:txBody>
          </p:sp>
        </p:grpSp>
        <p:sp>
          <p:nvSpPr>
            <p:cNvPr id="41" name="Oval 64">
              <a:extLst>
                <a:ext uri="{FF2B5EF4-FFF2-40B4-BE49-F238E27FC236}">
                  <a16:creationId xmlns:a16="http://schemas.microsoft.com/office/drawing/2014/main" id="{64A2F7F4-0FC8-4803-BD19-BAB64B8A8D5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116054" y="3181829"/>
              <a:ext cx="135371" cy="135976"/>
            </a:xfrm>
            <a:prstGeom prst="ellipse">
              <a:avLst/>
            </a:prstGeom>
            <a:solidFill>
              <a:srgbClr val="FF0000"/>
            </a:solidFill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7735CB0-607C-4110-A22C-31DFB1113845}"/>
              </a:ext>
            </a:extLst>
          </p:cNvPr>
          <p:cNvGrpSpPr/>
          <p:nvPr/>
        </p:nvGrpSpPr>
        <p:grpSpPr>
          <a:xfrm rot="10800000">
            <a:off x="561196" y="4358173"/>
            <a:ext cx="4086974" cy="687752"/>
            <a:chOff x="4791868" y="-874059"/>
            <a:chExt cx="4086974" cy="687752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427DB86-B439-4322-9310-32017132569E}"/>
                </a:ext>
              </a:extLst>
            </p:cNvPr>
            <p:cNvGrpSpPr/>
            <p:nvPr/>
          </p:nvGrpSpPr>
          <p:grpSpPr>
            <a:xfrm rot="10800000">
              <a:off x="4791868" y="-849149"/>
              <a:ext cx="3803900" cy="662842"/>
              <a:chOff x="-4549654" y="2874086"/>
              <a:chExt cx="3803900" cy="662842"/>
            </a:xfrm>
          </p:grpSpPr>
          <p:sp>
            <p:nvSpPr>
              <p:cNvPr id="46" name="Freeform 63">
                <a:extLst>
                  <a:ext uri="{FF2B5EF4-FFF2-40B4-BE49-F238E27FC236}">
                    <a16:creationId xmlns:a16="http://schemas.microsoft.com/office/drawing/2014/main" id="{D7505075-472E-4C5D-89F6-FAC303A9FF0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3412487" y="2952954"/>
                <a:ext cx="2538384" cy="449225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7" name="Oval 64">
                <a:extLst>
                  <a:ext uri="{FF2B5EF4-FFF2-40B4-BE49-F238E27FC236}">
                    <a16:creationId xmlns:a16="http://schemas.microsoft.com/office/drawing/2014/main" id="{41B0B92C-FA3E-477E-9D22-6BA0137E59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81125" y="2874086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  <p:sp>
            <p:nvSpPr>
              <p:cNvPr id="48" name="Freeform 77">
                <a:extLst>
                  <a:ext uri="{FF2B5EF4-FFF2-40B4-BE49-F238E27FC236}">
                    <a16:creationId xmlns:a16="http://schemas.microsoft.com/office/drawing/2014/main" id="{DAE24638-3D08-42D1-995F-F0E0071C21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4549654" y="3204845"/>
                <a:ext cx="1137167" cy="332083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6B82761-99D2-44AB-9AD3-6875FF1CFF4B}"/>
                </a:ext>
              </a:extLst>
            </p:cNvPr>
            <p:cNvSpPr txBox="1"/>
            <p:nvPr/>
          </p:nvSpPr>
          <p:spPr>
            <a:xfrm rot="10800000">
              <a:off x="7185531" y="-874059"/>
              <a:ext cx="16933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C-</a:t>
              </a:r>
              <a:r>
                <a:rPr lang="en-US" dirty="0" err="1">
                  <a:solidFill>
                    <a:schemeClr val="bg1"/>
                  </a:solidFill>
                </a:rPr>
                <a:t>Oficina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2CE3F93-60AB-418D-B2F9-6D6640F1A34C}"/>
              </a:ext>
            </a:extLst>
          </p:cNvPr>
          <p:cNvGrpSpPr/>
          <p:nvPr/>
        </p:nvGrpSpPr>
        <p:grpSpPr>
          <a:xfrm>
            <a:off x="7064247" y="3463758"/>
            <a:ext cx="2329279" cy="576813"/>
            <a:chOff x="1922146" y="3181829"/>
            <a:chExt cx="2329279" cy="576813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2CA4C92-94DD-4C3F-867F-0D252D166B16}"/>
                </a:ext>
              </a:extLst>
            </p:cNvPr>
            <p:cNvGrpSpPr/>
            <p:nvPr/>
          </p:nvGrpSpPr>
          <p:grpSpPr>
            <a:xfrm>
              <a:off x="1922146" y="3250785"/>
              <a:ext cx="2241878" cy="507857"/>
              <a:chOff x="-2333182" y="2983573"/>
              <a:chExt cx="1503817" cy="507857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0806D298-C6FB-46BE-891F-BB978212EC30}"/>
                  </a:ext>
                </a:extLst>
              </p:cNvPr>
              <p:cNvGrpSpPr/>
              <p:nvPr/>
            </p:nvGrpSpPr>
            <p:grpSpPr>
              <a:xfrm>
                <a:off x="-2333182" y="2983573"/>
                <a:ext cx="1503817" cy="501380"/>
                <a:chOff x="-2362718" y="2978949"/>
                <a:chExt cx="1503817" cy="501380"/>
              </a:xfrm>
            </p:grpSpPr>
            <p:sp>
              <p:nvSpPr>
                <p:cNvPr id="54" name="Freeform 63">
                  <a:extLst>
                    <a:ext uri="{FF2B5EF4-FFF2-40B4-BE49-F238E27FC236}">
                      <a16:creationId xmlns:a16="http://schemas.microsoft.com/office/drawing/2014/main" id="{1EFF0526-51FC-4357-8DA6-308907C4CE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-2055580" y="2978949"/>
                  <a:ext cx="1196679" cy="327979"/>
                </a:xfrm>
                <a:custGeom>
                  <a:avLst/>
                  <a:gdLst>
                    <a:gd name="T0" fmla="*/ 0 w 1955"/>
                    <a:gd name="T1" fmla="*/ 430 h 430"/>
                    <a:gd name="T2" fmla="*/ 799 w 1955"/>
                    <a:gd name="T3" fmla="*/ 430 h 430"/>
                    <a:gd name="T4" fmla="*/ 1227 w 1955"/>
                    <a:gd name="T5" fmla="*/ 0 h 430"/>
                    <a:gd name="T6" fmla="*/ 1955 w 1955"/>
                    <a:gd name="T7" fmla="*/ 0 h 430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1584 h 11584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  <a:gd name="connsiteX0" fmla="*/ 0 w 10000"/>
                    <a:gd name="connsiteY0" fmla="*/ 11584 h 11584"/>
                    <a:gd name="connsiteX1" fmla="*/ 5155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00" h="11584">
                      <a:moveTo>
                        <a:pt x="0" y="11584"/>
                      </a:moveTo>
                      <a:lnTo>
                        <a:pt x="5155" y="11584"/>
                      </a:lnTo>
                      <a:lnTo>
                        <a:pt x="7727" y="0"/>
                      </a:lnTo>
                      <a:lnTo>
                        <a:pt x="10000" y="0"/>
                      </a:lnTo>
                    </a:path>
                  </a:pathLst>
                </a:custGeom>
                <a:noFill/>
                <a:ln w="25400" cap="flat">
                  <a:solidFill>
                    <a:srgbClr val="FF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55" name="Freeform 77">
                  <a:extLst>
                    <a:ext uri="{FF2B5EF4-FFF2-40B4-BE49-F238E27FC236}">
                      <a16:creationId xmlns:a16="http://schemas.microsoft.com/office/drawing/2014/main" id="{973598FE-92FE-4210-9629-57BE9797BA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362718" y="3143781"/>
                  <a:ext cx="511817" cy="336548"/>
                </a:xfrm>
                <a:custGeom>
                  <a:avLst/>
                  <a:gdLst>
                    <a:gd name="T0" fmla="*/ 1517 w 1818"/>
                    <a:gd name="T1" fmla="*/ 0 h 603"/>
                    <a:gd name="T2" fmla="*/ 1517 w 1818"/>
                    <a:gd name="T3" fmla="*/ 0 h 603"/>
                    <a:gd name="T4" fmla="*/ 1517 w 1818"/>
                    <a:gd name="T5" fmla="*/ 0 h 603"/>
                    <a:gd name="T6" fmla="*/ 302 w 1818"/>
                    <a:gd name="T7" fmla="*/ 0 h 603"/>
                    <a:gd name="T8" fmla="*/ 0 w 1818"/>
                    <a:gd name="T9" fmla="*/ 302 h 603"/>
                    <a:gd name="T10" fmla="*/ 302 w 1818"/>
                    <a:gd name="T11" fmla="*/ 603 h 603"/>
                    <a:gd name="T12" fmla="*/ 1517 w 1818"/>
                    <a:gd name="T13" fmla="*/ 603 h 603"/>
                    <a:gd name="T14" fmla="*/ 1517 w 1818"/>
                    <a:gd name="T15" fmla="*/ 603 h 603"/>
                    <a:gd name="T16" fmla="*/ 1517 w 1818"/>
                    <a:gd name="T17" fmla="*/ 603 h 603"/>
                    <a:gd name="T18" fmla="*/ 1818 w 1818"/>
                    <a:gd name="T19" fmla="*/ 302 h 603"/>
                    <a:gd name="T20" fmla="*/ 1517 w 1818"/>
                    <a:gd name="T21" fmla="*/ 0 h 6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818" h="603">
                      <a:moveTo>
                        <a:pt x="1517" y="0"/>
                      </a:move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302" y="0"/>
                        <a:pt x="302" y="0"/>
                        <a:pt x="302" y="0"/>
                      </a:cubicBezTo>
                      <a:cubicBezTo>
                        <a:pt x="135" y="0"/>
                        <a:pt x="0" y="135"/>
                        <a:pt x="0" y="302"/>
                      </a:cubicBezTo>
                      <a:cubicBezTo>
                        <a:pt x="0" y="468"/>
                        <a:pt x="135" y="603"/>
                        <a:pt x="302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683" y="603"/>
                        <a:pt x="1818" y="468"/>
                        <a:pt x="1818" y="302"/>
                      </a:cubicBezTo>
                      <a:cubicBezTo>
                        <a:pt x="1818" y="135"/>
                        <a:pt x="1683" y="0"/>
                        <a:pt x="1517" y="0"/>
                      </a:cubicBezTo>
                      <a:close/>
                    </a:path>
                  </a:pathLst>
                </a:custGeom>
                <a:solidFill>
                  <a:srgbClr val="F86638"/>
                </a:solidFill>
                <a:ln>
                  <a:noFill/>
                </a:ln>
                <a:effectLst>
                  <a:innerShdw blurRad="266700" dist="50800" dir="13500000">
                    <a:prstClr val="black">
                      <a:alpha val="7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00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7B860A5-B56D-4D1A-AA65-041B35C69ABA}"/>
                  </a:ext>
                </a:extLst>
              </p:cNvPr>
              <p:cNvSpPr txBox="1"/>
              <p:nvPr/>
            </p:nvSpPr>
            <p:spPr>
              <a:xfrm>
                <a:off x="-2333182" y="3122098"/>
                <a:ext cx="5118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R.2</a:t>
                </a:r>
              </a:p>
            </p:txBody>
          </p:sp>
        </p:grpSp>
        <p:sp>
          <p:nvSpPr>
            <p:cNvPr id="51" name="Oval 64">
              <a:extLst>
                <a:ext uri="{FF2B5EF4-FFF2-40B4-BE49-F238E27FC236}">
                  <a16:creationId xmlns:a16="http://schemas.microsoft.com/office/drawing/2014/main" id="{0B587A8A-6989-4A23-9660-4942DD13122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116054" y="3181829"/>
              <a:ext cx="135371" cy="135976"/>
            </a:xfrm>
            <a:prstGeom prst="ellipse">
              <a:avLst/>
            </a:prstGeom>
            <a:solidFill>
              <a:srgbClr val="FF0000"/>
            </a:solidFill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18188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C70063C-5E46-4EFE-86D5-1C71B25B5EF9}"/>
              </a:ext>
            </a:extLst>
          </p:cNvPr>
          <p:cNvGrpSpPr/>
          <p:nvPr/>
        </p:nvGrpSpPr>
        <p:grpSpPr>
          <a:xfrm>
            <a:off x="10604914" y="-97543"/>
            <a:ext cx="2015262" cy="6344705"/>
            <a:chOff x="5675194" y="2160239"/>
            <a:chExt cx="991276" cy="3957986"/>
          </a:xfrm>
        </p:grpSpPr>
        <p:pic>
          <p:nvPicPr>
            <p:cNvPr id="25" name="Picture 2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4DAAF1B-A6AC-478F-B5D7-64B0812B8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73"/>
            <a:stretch/>
          </p:blipFill>
          <p:spPr>
            <a:xfrm>
              <a:off x="5675194" y="2160239"/>
              <a:ext cx="991276" cy="3957986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BA3A77-AC27-41B5-9BA9-35005B958D62}"/>
                </a:ext>
              </a:extLst>
            </p:cNvPr>
            <p:cNvSpPr txBox="1"/>
            <p:nvPr/>
          </p:nvSpPr>
          <p:spPr>
            <a:xfrm rot="16200000">
              <a:off x="4470928" y="3898371"/>
              <a:ext cx="3582555" cy="2876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3200" b="1" dirty="0" err="1">
                  <a:solidFill>
                    <a:schemeClr val="bg1"/>
                  </a:solidFill>
                </a:rPr>
                <a:t>Infrastructura</a:t>
              </a:r>
              <a:r>
                <a:rPr lang="en-US" sz="3200" b="1" dirty="0">
                  <a:solidFill>
                    <a:schemeClr val="bg1"/>
                  </a:solidFill>
                </a:rPr>
                <a:t> </a:t>
              </a:r>
              <a:r>
                <a:rPr lang="en-US" sz="3200" b="1" dirty="0" err="1">
                  <a:solidFill>
                    <a:schemeClr val="bg1"/>
                  </a:solidFill>
                </a:rPr>
                <a:t>Médica</a:t>
              </a:r>
              <a:endParaRPr lang="en-US" sz="3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EEAD7AE-0774-4661-A134-44B0E92B4C7D}"/>
              </a:ext>
            </a:extLst>
          </p:cNvPr>
          <p:cNvGrpSpPr/>
          <p:nvPr/>
        </p:nvGrpSpPr>
        <p:grpSpPr>
          <a:xfrm>
            <a:off x="2140693" y="2205219"/>
            <a:ext cx="1954009" cy="519963"/>
            <a:chOff x="-2660702" y="2930418"/>
            <a:chExt cx="1954009" cy="519963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C7911060-E79B-49AB-8212-83A9CCD5A8BE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125" name="Freeform 63">
                <a:extLst>
                  <a:ext uri="{FF2B5EF4-FFF2-40B4-BE49-F238E27FC236}">
                    <a16:creationId xmlns:a16="http://schemas.microsoft.com/office/drawing/2014/main" id="{447B7283-9B41-41BD-AC2A-E4B861F99F1E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7" name="Oval 64">
                <a:extLst>
                  <a:ext uri="{FF2B5EF4-FFF2-40B4-BE49-F238E27FC236}">
                    <a16:creationId xmlns:a16="http://schemas.microsoft.com/office/drawing/2014/main" id="{733A083E-676C-449F-BCF2-9F6A68BEE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8" name="Freeform 77">
                <a:extLst>
                  <a:ext uri="{FF2B5EF4-FFF2-40B4-BE49-F238E27FC236}">
                    <a16:creationId xmlns:a16="http://schemas.microsoft.com/office/drawing/2014/main" id="{8B23A64C-1EC4-456B-8BC3-1D86684043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1682813B-FF8A-455E-89D9-4FE39C4B99B8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MED.1</a:t>
              </a:r>
            </a:p>
          </p:txBody>
        </p:sp>
      </p:grp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0CD4A2E8-7BAD-4610-90D2-D87CF25E6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88" y="5759244"/>
            <a:ext cx="12235094" cy="11191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297FB2B-63FA-4D7A-A3D6-5F433C88933B}"/>
              </a:ext>
            </a:extLst>
          </p:cNvPr>
          <p:cNvSpPr/>
          <p:nvPr/>
        </p:nvSpPr>
        <p:spPr>
          <a:xfrm>
            <a:off x="6125028" y="6102023"/>
            <a:ext cx="5889518" cy="702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MED.1: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Inserte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nombre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de hospital o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clínica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	</a:t>
            </a:r>
          </a:p>
          <a:p>
            <a:r>
              <a:rPr lang="en-US" sz="1200" dirty="0">
                <a:solidFill>
                  <a:schemeClr val="tx1"/>
                </a:solidFill>
              </a:rPr>
              <a:t>MED.2.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Inserte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nombre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de hospital o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clínica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MED.3.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Inserte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nombre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de hospital o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clínica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	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310640-F7FD-4CE1-B2CE-052E1CC3DBA1}"/>
              </a:ext>
            </a:extLst>
          </p:cNvPr>
          <p:cNvSpPr txBox="1"/>
          <p:nvPr/>
        </p:nvSpPr>
        <p:spPr>
          <a:xfrm>
            <a:off x="6756606" y="5791641"/>
            <a:ext cx="461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</a:rPr>
              <a:t>Mapa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Confidencial</a:t>
            </a:r>
            <a:endParaRPr lang="en-US" dirty="0">
              <a:solidFill>
                <a:srgbClr val="FFFF00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80BF4E7-09AE-45AC-AD5F-97AB359F6135}"/>
              </a:ext>
            </a:extLst>
          </p:cNvPr>
          <p:cNvGrpSpPr/>
          <p:nvPr/>
        </p:nvGrpSpPr>
        <p:grpSpPr>
          <a:xfrm>
            <a:off x="3067084" y="2586354"/>
            <a:ext cx="1954009" cy="519963"/>
            <a:chOff x="-2660702" y="2930418"/>
            <a:chExt cx="1954009" cy="51996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ABF29F7-0153-476F-911C-548993307EC6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36" name="Freeform 63">
                <a:extLst>
                  <a:ext uri="{FF2B5EF4-FFF2-40B4-BE49-F238E27FC236}">
                    <a16:creationId xmlns:a16="http://schemas.microsoft.com/office/drawing/2014/main" id="{7D98502D-BDB1-44AD-90B0-12C0EDCA85D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7" name="Oval 64">
                <a:extLst>
                  <a:ext uri="{FF2B5EF4-FFF2-40B4-BE49-F238E27FC236}">
                    <a16:creationId xmlns:a16="http://schemas.microsoft.com/office/drawing/2014/main" id="{5DB1B12A-B81F-4FD3-B5C9-7B425CE315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" name="Freeform 77">
                <a:extLst>
                  <a:ext uri="{FF2B5EF4-FFF2-40B4-BE49-F238E27FC236}">
                    <a16:creationId xmlns:a16="http://schemas.microsoft.com/office/drawing/2014/main" id="{8D558218-1079-4A45-8E9A-AA8AD4C9FB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697764-BD27-4E47-B7B8-5772E112C825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MED.2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6A81F8-B17B-4089-8C35-B4827FF65432}"/>
              </a:ext>
            </a:extLst>
          </p:cNvPr>
          <p:cNvGrpSpPr/>
          <p:nvPr/>
        </p:nvGrpSpPr>
        <p:grpSpPr>
          <a:xfrm>
            <a:off x="3702793" y="1167896"/>
            <a:ext cx="1954009" cy="519963"/>
            <a:chOff x="-2660702" y="2930418"/>
            <a:chExt cx="1954009" cy="51996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57DE469-BD58-45CC-B559-62F2DA473B2F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42" name="Freeform 63">
                <a:extLst>
                  <a:ext uri="{FF2B5EF4-FFF2-40B4-BE49-F238E27FC236}">
                    <a16:creationId xmlns:a16="http://schemas.microsoft.com/office/drawing/2014/main" id="{2326298B-4715-434B-87C4-734BBAC62A11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3" name="Oval 64">
                <a:extLst>
                  <a:ext uri="{FF2B5EF4-FFF2-40B4-BE49-F238E27FC236}">
                    <a16:creationId xmlns:a16="http://schemas.microsoft.com/office/drawing/2014/main" id="{D8C95871-511E-46AF-89CE-474CB5C93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4" name="Freeform 77">
                <a:extLst>
                  <a:ext uri="{FF2B5EF4-FFF2-40B4-BE49-F238E27FC236}">
                    <a16:creationId xmlns:a16="http://schemas.microsoft.com/office/drawing/2014/main" id="{B0877D37-875D-4ACD-BB86-306D30481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7B82897-F870-42E7-BB78-1D05932AA4CE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MED.3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14F0B40E-2B7D-4A4A-B609-3AFC2B8C65E1}"/>
              </a:ext>
            </a:extLst>
          </p:cNvPr>
          <p:cNvSpPr txBox="1"/>
          <p:nvPr/>
        </p:nvSpPr>
        <p:spPr>
          <a:xfrm rot="16200000">
            <a:off x="9927016" y="4048874"/>
            <a:ext cx="26989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0B0F0"/>
                </a:solidFill>
                <a:highlight>
                  <a:srgbClr val="00FF00"/>
                </a:highlight>
                <a:latin typeface="Bebas Neue Bold" panose="020B0606020202050201" pitchFamily="34" charset="0"/>
              </a:rPr>
              <a:t>Nombre</a:t>
            </a:r>
            <a:r>
              <a:rPr lang="en-US" sz="2400" dirty="0">
                <a:solidFill>
                  <a:srgbClr val="00B0F0"/>
                </a:solidFill>
                <a:highlight>
                  <a:srgbClr val="00FF00"/>
                </a:highlight>
                <a:latin typeface="Bebas Neue Bold" panose="020B0606020202050201" pitchFamily="34" charset="0"/>
              </a:rPr>
              <a:t> de la ciudad</a:t>
            </a:r>
          </a:p>
        </p:txBody>
      </p:sp>
    </p:spTree>
    <p:extLst>
      <p:ext uri="{BB962C8B-B14F-4D97-AF65-F5344CB8AC3E}">
        <p14:creationId xmlns:p14="http://schemas.microsoft.com/office/powerpoint/2010/main" val="220849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C70063C-5E46-4EFE-86D5-1C71B25B5EF9}"/>
              </a:ext>
            </a:extLst>
          </p:cNvPr>
          <p:cNvGrpSpPr/>
          <p:nvPr/>
        </p:nvGrpSpPr>
        <p:grpSpPr>
          <a:xfrm>
            <a:off x="10604914" y="-97543"/>
            <a:ext cx="2015262" cy="6344705"/>
            <a:chOff x="5675194" y="2160239"/>
            <a:chExt cx="991276" cy="3957986"/>
          </a:xfrm>
        </p:grpSpPr>
        <p:pic>
          <p:nvPicPr>
            <p:cNvPr id="25" name="Picture 2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4DAAF1B-A6AC-478F-B5D7-64B0812B8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73"/>
            <a:stretch/>
          </p:blipFill>
          <p:spPr>
            <a:xfrm>
              <a:off x="5675194" y="2160239"/>
              <a:ext cx="991276" cy="3957986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BA3A77-AC27-41B5-9BA9-35005B958D62}"/>
                </a:ext>
              </a:extLst>
            </p:cNvPr>
            <p:cNvSpPr txBox="1"/>
            <p:nvPr/>
          </p:nvSpPr>
          <p:spPr>
            <a:xfrm rot="16200000">
              <a:off x="4470888" y="3832355"/>
              <a:ext cx="3582555" cy="4087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chemeClr val="bg1"/>
                  </a:solidFill>
                </a:rPr>
                <a:t>Infrastructura</a:t>
              </a:r>
              <a:r>
                <a:rPr lang="en-US" sz="2400" b="1" dirty="0">
                  <a:solidFill>
                    <a:schemeClr val="bg1"/>
                  </a:solidFill>
                </a:rPr>
                <a:t> </a:t>
              </a:r>
              <a:r>
                <a:rPr lang="en-US" sz="2400" b="1" dirty="0" err="1">
                  <a:solidFill>
                    <a:schemeClr val="bg1"/>
                  </a:solidFill>
                </a:rPr>
                <a:t>Diplomática</a:t>
              </a:r>
              <a:r>
                <a:rPr lang="en-US" sz="2400" b="1" dirty="0">
                  <a:solidFill>
                    <a:schemeClr val="bg1"/>
                  </a:solidFill>
                </a:rPr>
                <a:t> y </a:t>
              </a:r>
              <a:r>
                <a:rPr lang="en-US" sz="2400" b="1" dirty="0" err="1">
                  <a:solidFill>
                    <a:schemeClr val="bg1"/>
                  </a:solidFill>
                </a:rPr>
                <a:t>Gubernamental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EEAD7AE-0774-4661-A134-44B0E92B4C7D}"/>
              </a:ext>
            </a:extLst>
          </p:cNvPr>
          <p:cNvGrpSpPr/>
          <p:nvPr/>
        </p:nvGrpSpPr>
        <p:grpSpPr>
          <a:xfrm>
            <a:off x="2140693" y="2205219"/>
            <a:ext cx="1954009" cy="519963"/>
            <a:chOff x="-2660702" y="2930418"/>
            <a:chExt cx="1954009" cy="519963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C7911060-E79B-49AB-8212-83A9CCD5A8BE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125" name="Freeform 63">
                <a:extLst>
                  <a:ext uri="{FF2B5EF4-FFF2-40B4-BE49-F238E27FC236}">
                    <a16:creationId xmlns:a16="http://schemas.microsoft.com/office/drawing/2014/main" id="{447B7283-9B41-41BD-AC2A-E4B861F99F1E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7" name="Oval 64">
                <a:extLst>
                  <a:ext uri="{FF2B5EF4-FFF2-40B4-BE49-F238E27FC236}">
                    <a16:creationId xmlns:a16="http://schemas.microsoft.com/office/drawing/2014/main" id="{733A083E-676C-449F-BCF2-9F6A68BEE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8" name="Freeform 77">
                <a:extLst>
                  <a:ext uri="{FF2B5EF4-FFF2-40B4-BE49-F238E27FC236}">
                    <a16:creationId xmlns:a16="http://schemas.microsoft.com/office/drawing/2014/main" id="{8B23A64C-1EC4-456B-8BC3-1D86684043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1682813B-FF8A-455E-89D9-4FE39C4B99B8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E.1</a:t>
              </a:r>
            </a:p>
          </p:txBody>
        </p:sp>
      </p:grp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0CD4A2E8-7BAD-4610-90D2-D87CF25E6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88" y="5759244"/>
            <a:ext cx="12235094" cy="11191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297FB2B-63FA-4D7A-A3D6-5F433C88933B}"/>
              </a:ext>
            </a:extLst>
          </p:cNvPr>
          <p:cNvSpPr/>
          <p:nvPr/>
        </p:nvSpPr>
        <p:spPr>
          <a:xfrm>
            <a:off x="6095999" y="6022195"/>
            <a:ext cx="3150707" cy="8433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E.1: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Inserte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nombre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de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embajada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o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consulado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E.2: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Inserte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nombre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de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embajada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o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consulado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E.3: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Inserte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nombre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de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embajada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o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consulado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310640-F7FD-4CE1-B2CE-052E1CC3DBA1}"/>
              </a:ext>
            </a:extLst>
          </p:cNvPr>
          <p:cNvSpPr txBox="1"/>
          <p:nvPr/>
        </p:nvSpPr>
        <p:spPr>
          <a:xfrm>
            <a:off x="6756606" y="5791641"/>
            <a:ext cx="461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</a:rPr>
              <a:t>Mapa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Confidencial</a:t>
            </a:r>
            <a:endParaRPr lang="en-US" dirty="0">
              <a:solidFill>
                <a:srgbClr val="FFFF00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80BF4E7-09AE-45AC-AD5F-97AB359F6135}"/>
              </a:ext>
            </a:extLst>
          </p:cNvPr>
          <p:cNvGrpSpPr/>
          <p:nvPr/>
        </p:nvGrpSpPr>
        <p:grpSpPr>
          <a:xfrm>
            <a:off x="3067084" y="2586354"/>
            <a:ext cx="1954009" cy="519963"/>
            <a:chOff x="-2660702" y="2930418"/>
            <a:chExt cx="1954009" cy="51996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ABF29F7-0153-476F-911C-548993307EC6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36" name="Freeform 63">
                <a:extLst>
                  <a:ext uri="{FF2B5EF4-FFF2-40B4-BE49-F238E27FC236}">
                    <a16:creationId xmlns:a16="http://schemas.microsoft.com/office/drawing/2014/main" id="{7D98502D-BDB1-44AD-90B0-12C0EDCA85D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7" name="Oval 64">
                <a:extLst>
                  <a:ext uri="{FF2B5EF4-FFF2-40B4-BE49-F238E27FC236}">
                    <a16:creationId xmlns:a16="http://schemas.microsoft.com/office/drawing/2014/main" id="{5DB1B12A-B81F-4FD3-B5C9-7B425CE315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" name="Freeform 77">
                <a:extLst>
                  <a:ext uri="{FF2B5EF4-FFF2-40B4-BE49-F238E27FC236}">
                    <a16:creationId xmlns:a16="http://schemas.microsoft.com/office/drawing/2014/main" id="{8D558218-1079-4A45-8E9A-AA8AD4C9FB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697764-BD27-4E47-B7B8-5772E112C825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E.2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6A81F8-B17B-4089-8C35-B4827FF65432}"/>
              </a:ext>
            </a:extLst>
          </p:cNvPr>
          <p:cNvGrpSpPr/>
          <p:nvPr/>
        </p:nvGrpSpPr>
        <p:grpSpPr>
          <a:xfrm>
            <a:off x="3702793" y="1167896"/>
            <a:ext cx="1954009" cy="519963"/>
            <a:chOff x="-2660702" y="2930418"/>
            <a:chExt cx="1954009" cy="51996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57DE469-BD58-45CC-B559-62F2DA473B2F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42" name="Freeform 63">
                <a:extLst>
                  <a:ext uri="{FF2B5EF4-FFF2-40B4-BE49-F238E27FC236}">
                    <a16:creationId xmlns:a16="http://schemas.microsoft.com/office/drawing/2014/main" id="{2326298B-4715-434B-87C4-734BBAC62A11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3" name="Oval 64">
                <a:extLst>
                  <a:ext uri="{FF2B5EF4-FFF2-40B4-BE49-F238E27FC236}">
                    <a16:creationId xmlns:a16="http://schemas.microsoft.com/office/drawing/2014/main" id="{D8C95871-511E-46AF-89CE-474CB5C93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4" name="Freeform 77">
                <a:extLst>
                  <a:ext uri="{FF2B5EF4-FFF2-40B4-BE49-F238E27FC236}">
                    <a16:creationId xmlns:a16="http://schemas.microsoft.com/office/drawing/2014/main" id="{B0877D37-875D-4ACD-BB86-306D30481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7B82897-F870-42E7-BB78-1D05932AA4CE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E.3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0F77B9EB-9A83-4036-9896-A28552EC9E3D}"/>
              </a:ext>
            </a:extLst>
          </p:cNvPr>
          <p:cNvSpPr/>
          <p:nvPr/>
        </p:nvSpPr>
        <p:spPr>
          <a:xfrm>
            <a:off x="9246707" y="6009256"/>
            <a:ext cx="2895600" cy="8433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G.1: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inserte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nombre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del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gobierno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G.2: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inserte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nombre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del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gobierno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G.3: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inserte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nombre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del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gobierno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DB52780-8EC9-407D-B686-D9D2AD508A72}"/>
              </a:ext>
            </a:extLst>
          </p:cNvPr>
          <p:cNvGrpSpPr/>
          <p:nvPr/>
        </p:nvGrpSpPr>
        <p:grpSpPr>
          <a:xfrm>
            <a:off x="1573307" y="4711556"/>
            <a:ext cx="1954009" cy="519963"/>
            <a:chOff x="-2660702" y="2930418"/>
            <a:chExt cx="1954009" cy="51996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168D44E-EFC2-4ACA-9867-3760263BD25E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32" name="Freeform 63">
                <a:extLst>
                  <a:ext uri="{FF2B5EF4-FFF2-40B4-BE49-F238E27FC236}">
                    <a16:creationId xmlns:a16="http://schemas.microsoft.com/office/drawing/2014/main" id="{F7E3E288-D908-4003-AEEB-DC70CE90ABB8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" name="Oval 64">
                <a:extLst>
                  <a:ext uri="{FF2B5EF4-FFF2-40B4-BE49-F238E27FC236}">
                    <a16:creationId xmlns:a16="http://schemas.microsoft.com/office/drawing/2014/main" id="{21C2CE4D-1A76-428F-A057-A1B45F32D2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" name="Freeform 77">
                <a:extLst>
                  <a:ext uri="{FF2B5EF4-FFF2-40B4-BE49-F238E27FC236}">
                    <a16:creationId xmlns:a16="http://schemas.microsoft.com/office/drawing/2014/main" id="{196C1B10-3631-4B0A-A977-17A13E505E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7E3B47B-B050-4F71-AC96-11940BAF16C0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G.1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2CA3411-C37D-4BAE-A8DB-C9C2DD4B0BC7}"/>
              </a:ext>
            </a:extLst>
          </p:cNvPr>
          <p:cNvGrpSpPr/>
          <p:nvPr/>
        </p:nvGrpSpPr>
        <p:grpSpPr>
          <a:xfrm>
            <a:off x="2499698" y="5092691"/>
            <a:ext cx="1954009" cy="519963"/>
            <a:chOff x="-2660702" y="2930418"/>
            <a:chExt cx="1954009" cy="519963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B074002-75A2-4773-B261-FD9CA992CCD9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50" name="Freeform 63">
                <a:extLst>
                  <a:ext uri="{FF2B5EF4-FFF2-40B4-BE49-F238E27FC236}">
                    <a16:creationId xmlns:a16="http://schemas.microsoft.com/office/drawing/2014/main" id="{8DF0B568-931A-4F66-B69C-DB66A9EE2ABD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1" name="Oval 64">
                <a:extLst>
                  <a:ext uri="{FF2B5EF4-FFF2-40B4-BE49-F238E27FC236}">
                    <a16:creationId xmlns:a16="http://schemas.microsoft.com/office/drawing/2014/main" id="{E5620EE9-D43F-4A43-A25C-B507E51DA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2" name="Freeform 77">
                <a:extLst>
                  <a:ext uri="{FF2B5EF4-FFF2-40B4-BE49-F238E27FC236}">
                    <a16:creationId xmlns:a16="http://schemas.microsoft.com/office/drawing/2014/main" id="{C65B2FB7-2D12-4BB1-BFCA-5DDE785DEC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ADA57D3-0B80-461A-A216-1C616953A32A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G.2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B8A8472-F12C-4752-BFB5-BFA8E1836A78}"/>
              </a:ext>
            </a:extLst>
          </p:cNvPr>
          <p:cNvGrpSpPr/>
          <p:nvPr/>
        </p:nvGrpSpPr>
        <p:grpSpPr>
          <a:xfrm>
            <a:off x="3135407" y="3674233"/>
            <a:ext cx="1954009" cy="519963"/>
            <a:chOff x="-2660702" y="2930418"/>
            <a:chExt cx="1954009" cy="519963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D0F413B-E074-441A-8F4A-D39C168E62AD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56" name="Freeform 63">
                <a:extLst>
                  <a:ext uri="{FF2B5EF4-FFF2-40B4-BE49-F238E27FC236}">
                    <a16:creationId xmlns:a16="http://schemas.microsoft.com/office/drawing/2014/main" id="{16C441BE-4B1F-4E5E-A6C9-EA4CF8D768B3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7" name="Oval 64">
                <a:extLst>
                  <a:ext uri="{FF2B5EF4-FFF2-40B4-BE49-F238E27FC236}">
                    <a16:creationId xmlns:a16="http://schemas.microsoft.com/office/drawing/2014/main" id="{ADC9021F-75DB-4BF9-961D-A13B21E96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8" name="Freeform 77">
                <a:extLst>
                  <a:ext uri="{FF2B5EF4-FFF2-40B4-BE49-F238E27FC236}">
                    <a16:creationId xmlns:a16="http://schemas.microsoft.com/office/drawing/2014/main" id="{0EA8E8D9-83DF-4990-9D64-D7CFFC3513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908509-D8FD-41CB-9015-DE3C7B18A32D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G.3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2023757B-9CFE-41FD-B3A0-137D5D09F2CB}"/>
              </a:ext>
            </a:extLst>
          </p:cNvPr>
          <p:cNvSpPr txBox="1"/>
          <p:nvPr/>
        </p:nvSpPr>
        <p:spPr>
          <a:xfrm rot="16200000">
            <a:off x="9890314" y="3977926"/>
            <a:ext cx="27659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0B0F0"/>
                </a:solidFill>
                <a:highlight>
                  <a:srgbClr val="00FF00"/>
                </a:highlight>
                <a:latin typeface="Bebas Neue Bold" panose="020B0606020202050201" pitchFamily="34" charset="0"/>
              </a:rPr>
              <a:t>Nombre</a:t>
            </a:r>
            <a:r>
              <a:rPr lang="en-US" sz="2400" dirty="0">
                <a:solidFill>
                  <a:srgbClr val="00B0F0"/>
                </a:solidFill>
                <a:highlight>
                  <a:srgbClr val="00FF00"/>
                </a:highlight>
                <a:latin typeface="Bebas Neue Bold" panose="020B0606020202050201" pitchFamily="34" charset="0"/>
              </a:rPr>
              <a:t> de la Ciudad</a:t>
            </a:r>
          </a:p>
        </p:txBody>
      </p:sp>
    </p:spTree>
    <p:extLst>
      <p:ext uri="{BB962C8B-B14F-4D97-AF65-F5344CB8AC3E}">
        <p14:creationId xmlns:p14="http://schemas.microsoft.com/office/powerpoint/2010/main" val="1785556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C70063C-5E46-4EFE-86D5-1C71B25B5EF9}"/>
              </a:ext>
            </a:extLst>
          </p:cNvPr>
          <p:cNvGrpSpPr/>
          <p:nvPr/>
        </p:nvGrpSpPr>
        <p:grpSpPr>
          <a:xfrm>
            <a:off x="10604914" y="-97543"/>
            <a:ext cx="2015262" cy="6344705"/>
            <a:chOff x="5675194" y="2160239"/>
            <a:chExt cx="991276" cy="3957986"/>
          </a:xfrm>
        </p:grpSpPr>
        <p:pic>
          <p:nvPicPr>
            <p:cNvPr id="25" name="Picture 2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4DAAF1B-A6AC-478F-B5D7-64B0812B8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73"/>
            <a:stretch/>
          </p:blipFill>
          <p:spPr>
            <a:xfrm>
              <a:off x="5675194" y="2160239"/>
              <a:ext cx="991276" cy="3957986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BA3A77-AC27-41B5-9BA9-35005B958D62}"/>
                </a:ext>
              </a:extLst>
            </p:cNvPr>
            <p:cNvSpPr txBox="1"/>
            <p:nvPr/>
          </p:nvSpPr>
          <p:spPr>
            <a:xfrm rot="16200000">
              <a:off x="4470888" y="3923189"/>
              <a:ext cx="3582555" cy="227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chemeClr val="bg1"/>
                  </a:solidFill>
                </a:rPr>
                <a:t>Hibernación</a:t>
              </a:r>
              <a:r>
                <a:rPr lang="en-US" sz="2400" b="1" dirty="0">
                  <a:solidFill>
                    <a:schemeClr val="bg1"/>
                  </a:solidFill>
                </a:rPr>
                <a:t>, </a:t>
              </a:r>
              <a:r>
                <a:rPr lang="en-US" sz="2400" b="1" dirty="0" err="1">
                  <a:solidFill>
                    <a:schemeClr val="bg1"/>
                  </a:solidFill>
                </a:rPr>
                <a:t>Reubicación</a:t>
              </a:r>
              <a:r>
                <a:rPr lang="en-US" sz="2400" b="1" dirty="0">
                  <a:solidFill>
                    <a:schemeClr val="bg1"/>
                  </a:solidFill>
                </a:rPr>
                <a:t> y </a:t>
              </a:r>
              <a:r>
                <a:rPr lang="en-US" sz="2400" b="1" dirty="0" err="1">
                  <a:solidFill>
                    <a:schemeClr val="bg1"/>
                  </a:solidFill>
                </a:rPr>
                <a:t>Evacuación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EEAD7AE-0774-4661-A134-44B0E92B4C7D}"/>
              </a:ext>
            </a:extLst>
          </p:cNvPr>
          <p:cNvGrpSpPr/>
          <p:nvPr/>
        </p:nvGrpSpPr>
        <p:grpSpPr>
          <a:xfrm>
            <a:off x="2140693" y="2205219"/>
            <a:ext cx="1954009" cy="519963"/>
            <a:chOff x="-2660702" y="2930418"/>
            <a:chExt cx="1954009" cy="519963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C7911060-E79B-49AB-8212-83A9CCD5A8BE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125" name="Freeform 63">
                <a:extLst>
                  <a:ext uri="{FF2B5EF4-FFF2-40B4-BE49-F238E27FC236}">
                    <a16:creationId xmlns:a16="http://schemas.microsoft.com/office/drawing/2014/main" id="{447B7283-9B41-41BD-AC2A-E4B861F99F1E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7" name="Oval 64">
                <a:extLst>
                  <a:ext uri="{FF2B5EF4-FFF2-40B4-BE49-F238E27FC236}">
                    <a16:creationId xmlns:a16="http://schemas.microsoft.com/office/drawing/2014/main" id="{733A083E-676C-449F-BCF2-9F6A68BEE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8" name="Freeform 77">
                <a:extLst>
                  <a:ext uri="{FF2B5EF4-FFF2-40B4-BE49-F238E27FC236}">
                    <a16:creationId xmlns:a16="http://schemas.microsoft.com/office/drawing/2014/main" id="{8B23A64C-1EC4-456B-8BC3-1D86684043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1682813B-FF8A-455E-89D9-4FE39C4B99B8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SH.1</a:t>
              </a:r>
            </a:p>
          </p:txBody>
        </p:sp>
      </p:grp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0CD4A2E8-7BAD-4610-90D2-D87CF25E6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88" y="5759244"/>
            <a:ext cx="12235094" cy="11191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297FB2B-63FA-4D7A-A3D6-5F433C88933B}"/>
              </a:ext>
            </a:extLst>
          </p:cNvPr>
          <p:cNvSpPr/>
          <p:nvPr/>
        </p:nvSpPr>
        <p:spPr>
          <a:xfrm>
            <a:off x="6096000" y="6138307"/>
            <a:ext cx="2895600" cy="564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SH.1: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inserte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nombre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del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refugio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seguro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SH.2: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inserte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nombre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del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refugio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seguro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SH.3: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inserte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nombre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del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refugio</a:t>
            </a:r>
            <a:r>
              <a:rPr lang="en-US" sz="120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r>
              <a:rPr lang="en-US" sz="1200" dirty="0" err="1">
                <a:solidFill>
                  <a:schemeClr val="tx1"/>
                </a:solidFill>
                <a:highlight>
                  <a:srgbClr val="00FF00"/>
                </a:highlight>
              </a:rPr>
              <a:t>seguro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310640-F7FD-4CE1-B2CE-052E1CC3DBA1}"/>
              </a:ext>
            </a:extLst>
          </p:cNvPr>
          <p:cNvSpPr txBox="1"/>
          <p:nvPr/>
        </p:nvSpPr>
        <p:spPr>
          <a:xfrm>
            <a:off x="6756606" y="5791641"/>
            <a:ext cx="461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</a:rPr>
              <a:t>Mapa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Confidencial</a:t>
            </a:r>
            <a:endParaRPr lang="en-US" dirty="0">
              <a:solidFill>
                <a:srgbClr val="FFFF00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80BF4E7-09AE-45AC-AD5F-97AB359F6135}"/>
              </a:ext>
            </a:extLst>
          </p:cNvPr>
          <p:cNvGrpSpPr/>
          <p:nvPr/>
        </p:nvGrpSpPr>
        <p:grpSpPr>
          <a:xfrm>
            <a:off x="3067084" y="2586354"/>
            <a:ext cx="1954009" cy="519963"/>
            <a:chOff x="-2660702" y="2930418"/>
            <a:chExt cx="1954009" cy="51996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ABF29F7-0153-476F-911C-548993307EC6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36" name="Freeform 63">
                <a:extLst>
                  <a:ext uri="{FF2B5EF4-FFF2-40B4-BE49-F238E27FC236}">
                    <a16:creationId xmlns:a16="http://schemas.microsoft.com/office/drawing/2014/main" id="{7D98502D-BDB1-44AD-90B0-12C0EDCA85D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7" name="Oval 64">
                <a:extLst>
                  <a:ext uri="{FF2B5EF4-FFF2-40B4-BE49-F238E27FC236}">
                    <a16:creationId xmlns:a16="http://schemas.microsoft.com/office/drawing/2014/main" id="{5DB1B12A-B81F-4FD3-B5C9-7B425CE315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" name="Freeform 77">
                <a:extLst>
                  <a:ext uri="{FF2B5EF4-FFF2-40B4-BE49-F238E27FC236}">
                    <a16:creationId xmlns:a16="http://schemas.microsoft.com/office/drawing/2014/main" id="{8D558218-1079-4A45-8E9A-AA8AD4C9FB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697764-BD27-4E47-B7B8-5772E112C825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SH.2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6A81F8-B17B-4089-8C35-B4827FF65432}"/>
              </a:ext>
            </a:extLst>
          </p:cNvPr>
          <p:cNvGrpSpPr/>
          <p:nvPr/>
        </p:nvGrpSpPr>
        <p:grpSpPr>
          <a:xfrm>
            <a:off x="3702793" y="1167896"/>
            <a:ext cx="1954009" cy="519963"/>
            <a:chOff x="-2660702" y="2930418"/>
            <a:chExt cx="1954009" cy="51996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57DE469-BD58-45CC-B559-62F2DA473B2F}"/>
                </a:ext>
              </a:extLst>
            </p:cNvPr>
            <p:cNvGrpSpPr/>
            <p:nvPr/>
          </p:nvGrpSpPr>
          <p:grpSpPr>
            <a:xfrm>
              <a:off x="-2660702" y="2930418"/>
              <a:ext cx="1954009" cy="516345"/>
              <a:chOff x="-2690238" y="2925794"/>
              <a:chExt cx="1954009" cy="516345"/>
            </a:xfrm>
          </p:grpSpPr>
          <p:sp>
            <p:nvSpPr>
              <p:cNvPr id="42" name="Freeform 63">
                <a:extLst>
                  <a:ext uri="{FF2B5EF4-FFF2-40B4-BE49-F238E27FC236}">
                    <a16:creationId xmlns:a16="http://schemas.microsoft.com/office/drawing/2014/main" id="{2326298B-4715-434B-87C4-734BBAC62A11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2055579" y="3005902"/>
                <a:ext cx="1181476" cy="301026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3" name="Oval 64">
                <a:extLst>
                  <a:ext uri="{FF2B5EF4-FFF2-40B4-BE49-F238E27FC236}">
                    <a16:creationId xmlns:a16="http://schemas.microsoft.com/office/drawing/2014/main" id="{D8C95871-511E-46AF-89CE-474CB5C93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71600" y="2925794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4" name="Freeform 77">
                <a:extLst>
                  <a:ext uri="{FF2B5EF4-FFF2-40B4-BE49-F238E27FC236}">
                    <a16:creationId xmlns:a16="http://schemas.microsoft.com/office/drawing/2014/main" id="{B0877D37-875D-4ACD-BB86-306D30481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690238" y="3114753"/>
                <a:ext cx="839337" cy="327386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7B82897-F870-42E7-BB78-1D05932AA4CE}"/>
                </a:ext>
              </a:extLst>
            </p:cNvPr>
            <p:cNvSpPr txBox="1"/>
            <p:nvPr/>
          </p:nvSpPr>
          <p:spPr>
            <a:xfrm>
              <a:off x="-2592379" y="31118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SH.3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0F77B9EB-9A83-4036-9896-A28552EC9E3D}"/>
              </a:ext>
            </a:extLst>
          </p:cNvPr>
          <p:cNvSpPr/>
          <p:nvPr/>
        </p:nvSpPr>
        <p:spPr>
          <a:xfrm>
            <a:off x="9652206" y="6109881"/>
            <a:ext cx="3146315" cy="8433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ER.1: (ROJO) </a:t>
            </a:r>
            <a:r>
              <a:rPr lang="en-US" sz="1200" dirty="0" err="1">
                <a:solidFill>
                  <a:schemeClr val="tx1"/>
                </a:solidFill>
              </a:rPr>
              <a:t>Ruta</a:t>
            </a:r>
            <a:r>
              <a:rPr lang="en-US" sz="1200" dirty="0">
                <a:solidFill>
                  <a:schemeClr val="tx1"/>
                </a:solidFill>
              </a:rPr>
              <a:t> de </a:t>
            </a:r>
            <a:r>
              <a:rPr lang="en-US" sz="1200" dirty="0" err="1">
                <a:solidFill>
                  <a:schemeClr val="tx1"/>
                </a:solidFill>
              </a:rPr>
              <a:t>evacuación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ER.2: (AZUL) </a:t>
            </a:r>
            <a:r>
              <a:rPr lang="en-US" sz="1200" dirty="0" err="1">
                <a:solidFill>
                  <a:schemeClr val="tx1"/>
                </a:solidFill>
              </a:rPr>
              <a:t>Ruta</a:t>
            </a:r>
            <a:r>
              <a:rPr lang="en-US" sz="1200" dirty="0">
                <a:solidFill>
                  <a:schemeClr val="tx1"/>
                </a:solidFill>
              </a:rPr>
              <a:t> de </a:t>
            </a:r>
            <a:r>
              <a:rPr lang="en-US" sz="1200" dirty="0" err="1">
                <a:solidFill>
                  <a:schemeClr val="tx1"/>
                </a:solidFill>
              </a:rPr>
              <a:t>evacuación</a:t>
            </a:r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ER.3: (AMARILLO) </a:t>
            </a:r>
            <a:r>
              <a:rPr lang="en-US" sz="1200" dirty="0" err="1">
                <a:solidFill>
                  <a:schemeClr val="tx1"/>
                </a:solidFill>
              </a:rPr>
              <a:t>Ruta</a:t>
            </a:r>
            <a:r>
              <a:rPr lang="en-US" sz="1200" dirty="0">
                <a:solidFill>
                  <a:schemeClr val="tx1"/>
                </a:solidFill>
              </a:rPr>
              <a:t> de </a:t>
            </a:r>
            <a:r>
              <a:rPr lang="en-US" sz="1200" dirty="0" err="1">
                <a:solidFill>
                  <a:schemeClr val="tx1"/>
                </a:solidFill>
              </a:rPr>
              <a:t>evacuación</a:t>
            </a:r>
            <a:endParaRPr lang="en-US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23757B-9CFE-41FD-B3A0-137D5D09F2CB}"/>
              </a:ext>
            </a:extLst>
          </p:cNvPr>
          <p:cNvSpPr txBox="1"/>
          <p:nvPr/>
        </p:nvSpPr>
        <p:spPr>
          <a:xfrm rot="16200000">
            <a:off x="9910601" y="3969520"/>
            <a:ext cx="27484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0B0F0"/>
                </a:solidFill>
                <a:highlight>
                  <a:srgbClr val="00FF00"/>
                </a:highlight>
                <a:latin typeface="Bebas Neue Bold" panose="020B0606020202050201" pitchFamily="34" charset="0"/>
              </a:rPr>
              <a:t>Nomnbre</a:t>
            </a:r>
            <a:r>
              <a:rPr lang="en-US" sz="2400" dirty="0">
                <a:solidFill>
                  <a:srgbClr val="00B0F0"/>
                </a:solidFill>
                <a:highlight>
                  <a:srgbClr val="00FF00"/>
                </a:highlight>
                <a:latin typeface="Bebas Neue Bold" panose="020B0606020202050201" pitchFamily="34" charset="0"/>
              </a:rPr>
              <a:t> de la ciudad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D4C9618-A431-4772-A854-C346070A1124}"/>
              </a:ext>
            </a:extLst>
          </p:cNvPr>
          <p:cNvSpPr/>
          <p:nvPr/>
        </p:nvSpPr>
        <p:spPr>
          <a:xfrm>
            <a:off x="2728686" y="3599543"/>
            <a:ext cx="3904343" cy="1480457"/>
          </a:xfrm>
          <a:custGeom>
            <a:avLst/>
            <a:gdLst>
              <a:gd name="connsiteX0" fmla="*/ 0 w 3904343"/>
              <a:gd name="connsiteY0" fmla="*/ 1480457 h 1480457"/>
              <a:gd name="connsiteX1" fmla="*/ 14514 w 3904343"/>
              <a:gd name="connsiteY1" fmla="*/ 1378857 h 1480457"/>
              <a:gd name="connsiteX2" fmla="*/ 333828 w 3904343"/>
              <a:gd name="connsiteY2" fmla="*/ 972457 h 1480457"/>
              <a:gd name="connsiteX3" fmla="*/ 827314 w 3904343"/>
              <a:gd name="connsiteY3" fmla="*/ 914400 h 1480457"/>
              <a:gd name="connsiteX4" fmla="*/ 1451428 w 3904343"/>
              <a:gd name="connsiteY4" fmla="*/ 1074057 h 1480457"/>
              <a:gd name="connsiteX5" fmla="*/ 2046514 w 3904343"/>
              <a:gd name="connsiteY5" fmla="*/ 1161143 h 1480457"/>
              <a:gd name="connsiteX6" fmla="*/ 2656114 w 3904343"/>
              <a:gd name="connsiteY6" fmla="*/ 1016000 h 1480457"/>
              <a:gd name="connsiteX7" fmla="*/ 2931885 w 3904343"/>
              <a:gd name="connsiteY7" fmla="*/ 624114 h 1480457"/>
              <a:gd name="connsiteX8" fmla="*/ 3352800 w 3904343"/>
              <a:gd name="connsiteY8" fmla="*/ 362857 h 1480457"/>
              <a:gd name="connsiteX9" fmla="*/ 3526971 w 3904343"/>
              <a:gd name="connsiteY9" fmla="*/ 290286 h 1480457"/>
              <a:gd name="connsiteX10" fmla="*/ 3701143 w 3904343"/>
              <a:gd name="connsiteY10" fmla="*/ 72571 h 1480457"/>
              <a:gd name="connsiteX11" fmla="*/ 3904343 w 3904343"/>
              <a:gd name="connsiteY11" fmla="*/ 0 h 148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04343" h="1480457">
                <a:moveTo>
                  <a:pt x="0" y="1480457"/>
                </a:moveTo>
                <a:cubicBezTo>
                  <a:pt x="4838" y="1446590"/>
                  <a:pt x="3696" y="1411312"/>
                  <a:pt x="14514" y="1378857"/>
                </a:cubicBezTo>
                <a:cubicBezTo>
                  <a:pt x="76191" y="1193824"/>
                  <a:pt x="119447" y="1038084"/>
                  <a:pt x="333828" y="972457"/>
                </a:cubicBezTo>
                <a:cubicBezTo>
                  <a:pt x="492203" y="923975"/>
                  <a:pt x="662819" y="933752"/>
                  <a:pt x="827314" y="914400"/>
                </a:cubicBezTo>
                <a:cubicBezTo>
                  <a:pt x="1508088" y="950230"/>
                  <a:pt x="636325" y="873416"/>
                  <a:pt x="1451428" y="1074057"/>
                </a:cubicBezTo>
                <a:cubicBezTo>
                  <a:pt x="1646092" y="1121974"/>
                  <a:pt x="1848152" y="1132114"/>
                  <a:pt x="2046514" y="1161143"/>
                </a:cubicBezTo>
                <a:cubicBezTo>
                  <a:pt x="2249714" y="1112762"/>
                  <a:pt x="2465237" y="1100834"/>
                  <a:pt x="2656114" y="1016000"/>
                </a:cubicBezTo>
                <a:cubicBezTo>
                  <a:pt x="2808291" y="948366"/>
                  <a:pt x="2842827" y="739365"/>
                  <a:pt x="2931885" y="624114"/>
                </a:cubicBezTo>
                <a:cubicBezTo>
                  <a:pt x="3043758" y="479337"/>
                  <a:pt x="3188341" y="437129"/>
                  <a:pt x="3352800" y="362857"/>
                </a:cubicBezTo>
                <a:cubicBezTo>
                  <a:pt x="3410121" y="336970"/>
                  <a:pt x="3468914" y="314476"/>
                  <a:pt x="3526971" y="290286"/>
                </a:cubicBezTo>
                <a:cubicBezTo>
                  <a:pt x="3587063" y="110010"/>
                  <a:pt x="3532324" y="185117"/>
                  <a:pt x="3701143" y="72571"/>
                </a:cubicBezTo>
                <a:cubicBezTo>
                  <a:pt x="3762819" y="-19945"/>
                  <a:pt x="3712964" y="31896"/>
                  <a:pt x="3904343" y="0"/>
                </a:cubicBezTo>
              </a:path>
            </a:pathLst>
          </a:cu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55016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C70063C-5E46-4EFE-86D5-1C71B25B5EF9}"/>
              </a:ext>
            </a:extLst>
          </p:cNvPr>
          <p:cNvGrpSpPr/>
          <p:nvPr/>
        </p:nvGrpSpPr>
        <p:grpSpPr>
          <a:xfrm>
            <a:off x="10604914" y="-97543"/>
            <a:ext cx="2015262" cy="6344705"/>
            <a:chOff x="5675194" y="2160239"/>
            <a:chExt cx="991276" cy="3957986"/>
          </a:xfrm>
        </p:grpSpPr>
        <p:pic>
          <p:nvPicPr>
            <p:cNvPr id="25" name="Picture 2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4DAAF1B-A6AC-478F-B5D7-64B0812B8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73"/>
            <a:stretch/>
          </p:blipFill>
          <p:spPr>
            <a:xfrm>
              <a:off x="5675194" y="2160239"/>
              <a:ext cx="991276" cy="3957986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BA3A77-AC27-41B5-9BA9-35005B958D62}"/>
                </a:ext>
              </a:extLst>
            </p:cNvPr>
            <p:cNvSpPr txBox="1"/>
            <p:nvPr/>
          </p:nvSpPr>
          <p:spPr>
            <a:xfrm rot="16200000">
              <a:off x="4470888" y="3923189"/>
              <a:ext cx="3582555" cy="227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chemeClr val="bg1"/>
                  </a:solidFill>
                </a:rPr>
                <a:t>Hibernación</a:t>
              </a:r>
              <a:r>
                <a:rPr lang="en-US" sz="2400" b="1" dirty="0">
                  <a:solidFill>
                    <a:schemeClr val="bg1"/>
                  </a:solidFill>
                </a:rPr>
                <a:t>, </a:t>
              </a:r>
              <a:r>
                <a:rPr lang="en-US" sz="2400" b="1" dirty="0" err="1">
                  <a:solidFill>
                    <a:schemeClr val="bg1"/>
                  </a:solidFill>
                </a:rPr>
                <a:t>Reubicación</a:t>
              </a:r>
              <a:r>
                <a:rPr lang="en-US" sz="2400" b="1" dirty="0">
                  <a:solidFill>
                    <a:schemeClr val="bg1"/>
                  </a:solidFill>
                </a:rPr>
                <a:t> y </a:t>
              </a:r>
              <a:r>
                <a:rPr lang="en-US" sz="2400" b="1" dirty="0" err="1">
                  <a:solidFill>
                    <a:schemeClr val="bg1"/>
                  </a:solidFill>
                </a:rPr>
                <a:t>Evacuación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0CD4A2E8-7BAD-4610-90D2-D87CF25E6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8809"/>
            <a:ext cx="12235094" cy="11191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297FB2B-63FA-4D7A-A3D6-5F433C88933B}"/>
              </a:ext>
            </a:extLst>
          </p:cNvPr>
          <p:cNvSpPr/>
          <p:nvPr/>
        </p:nvSpPr>
        <p:spPr>
          <a:xfrm>
            <a:off x="5917098" y="6138308"/>
            <a:ext cx="289560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BC: </a:t>
            </a:r>
            <a:r>
              <a:rPr lang="en-US" sz="1200" dirty="0" err="1">
                <a:solidFill>
                  <a:schemeClr val="tx1"/>
                </a:solidFill>
              </a:rPr>
              <a:t>Cruce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fronterizo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terrestre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A310640-F7FD-4CE1-B2CE-052E1CC3DBA1}"/>
              </a:ext>
            </a:extLst>
          </p:cNvPr>
          <p:cNvSpPr txBox="1"/>
          <p:nvPr/>
        </p:nvSpPr>
        <p:spPr>
          <a:xfrm>
            <a:off x="6756606" y="5791641"/>
            <a:ext cx="461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</a:rPr>
              <a:t>Mapa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Confidencial</a:t>
            </a:r>
            <a:endParaRPr lang="en-US" dirty="0">
              <a:solidFill>
                <a:srgbClr val="FFFF00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76A81F8-B17B-4089-8C35-B4827FF65432}"/>
              </a:ext>
            </a:extLst>
          </p:cNvPr>
          <p:cNvGrpSpPr/>
          <p:nvPr/>
        </p:nvGrpSpPr>
        <p:grpSpPr>
          <a:xfrm>
            <a:off x="-1464575" y="936148"/>
            <a:ext cx="738356" cy="338554"/>
            <a:chOff x="-2720171" y="3084268"/>
            <a:chExt cx="738356" cy="338554"/>
          </a:xfrm>
        </p:grpSpPr>
        <p:sp>
          <p:nvSpPr>
            <p:cNvPr id="44" name="Freeform 77">
              <a:extLst>
                <a:ext uri="{FF2B5EF4-FFF2-40B4-BE49-F238E27FC236}">
                  <a16:creationId xmlns:a16="http://schemas.microsoft.com/office/drawing/2014/main" id="{B0877D37-875D-4ACD-BB86-306D30481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7B82897-F870-42E7-BB78-1D05932AA4CE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BC.4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2023757B-9CFE-41FD-B3A0-137D5D09F2CB}"/>
              </a:ext>
            </a:extLst>
          </p:cNvPr>
          <p:cNvSpPr txBox="1"/>
          <p:nvPr/>
        </p:nvSpPr>
        <p:spPr>
          <a:xfrm rot="16200000">
            <a:off x="10056690" y="4252863"/>
            <a:ext cx="2234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B0F0"/>
                </a:solidFill>
                <a:highlight>
                  <a:srgbClr val="00FF00"/>
                </a:highlight>
                <a:latin typeface="Bebas Neue Bold" panose="020B0606020202050201" pitchFamily="34" charset="0"/>
              </a:rPr>
              <a:t>Nombre</a:t>
            </a:r>
            <a:r>
              <a:rPr lang="en-US" sz="2400" dirty="0">
                <a:solidFill>
                  <a:srgbClr val="00B0F0"/>
                </a:solidFill>
                <a:highlight>
                  <a:srgbClr val="00FF00"/>
                </a:highlight>
                <a:latin typeface="Bebas Neue Bold" panose="020B0606020202050201" pitchFamily="34" charset="0"/>
              </a:rPr>
              <a:t> del </a:t>
            </a:r>
            <a:r>
              <a:rPr lang="en-US" sz="2400" dirty="0" err="1">
                <a:solidFill>
                  <a:srgbClr val="00B0F0"/>
                </a:solidFill>
                <a:highlight>
                  <a:srgbClr val="00FF00"/>
                </a:highlight>
                <a:latin typeface="Bebas Neue Bold" panose="020B0606020202050201" pitchFamily="34" charset="0"/>
              </a:rPr>
              <a:t>país</a:t>
            </a:r>
            <a:endParaRPr lang="en-US" sz="2400" dirty="0">
              <a:solidFill>
                <a:srgbClr val="00B0F0"/>
              </a:solidFill>
              <a:highlight>
                <a:srgbClr val="00FF00"/>
              </a:highlight>
              <a:latin typeface="Bebas Neue Bold" panose="020B0606020202050201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4DC9C5E-E459-4F6D-A38A-ABAC0FC3AE75}"/>
              </a:ext>
            </a:extLst>
          </p:cNvPr>
          <p:cNvGrpSpPr/>
          <p:nvPr/>
        </p:nvGrpSpPr>
        <p:grpSpPr>
          <a:xfrm>
            <a:off x="-1464575" y="625173"/>
            <a:ext cx="738356" cy="338554"/>
            <a:chOff x="-2720171" y="3084268"/>
            <a:chExt cx="738356" cy="338554"/>
          </a:xfrm>
        </p:grpSpPr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64CF41C8-0A05-4FF8-84C0-9780293F6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B420BD-A8E9-40F8-BA66-7E919D482FA2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6875049-293A-46F4-A241-E2F48B3F6B76}"/>
              </a:ext>
            </a:extLst>
          </p:cNvPr>
          <p:cNvGrpSpPr/>
          <p:nvPr/>
        </p:nvGrpSpPr>
        <p:grpSpPr>
          <a:xfrm>
            <a:off x="-1464575" y="329724"/>
            <a:ext cx="738356" cy="338554"/>
            <a:chOff x="-2720171" y="3084268"/>
            <a:chExt cx="738356" cy="338554"/>
          </a:xfrm>
        </p:grpSpPr>
        <p:sp>
          <p:nvSpPr>
            <p:cNvPr id="45" name="Freeform 77">
              <a:extLst>
                <a:ext uri="{FF2B5EF4-FFF2-40B4-BE49-F238E27FC236}">
                  <a16:creationId xmlns:a16="http://schemas.microsoft.com/office/drawing/2014/main" id="{43BC5E32-7032-4E56-A4A4-E1D1561CB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46CC099-01CB-4212-98AF-E7B26AC1A3F8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BC.2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0DFE81D-CB3B-427F-802C-3EADF59C4806}"/>
              </a:ext>
            </a:extLst>
          </p:cNvPr>
          <p:cNvGrpSpPr/>
          <p:nvPr/>
        </p:nvGrpSpPr>
        <p:grpSpPr>
          <a:xfrm>
            <a:off x="-1464575" y="10278"/>
            <a:ext cx="738356" cy="338554"/>
            <a:chOff x="-2720171" y="3084268"/>
            <a:chExt cx="738356" cy="338554"/>
          </a:xfrm>
        </p:grpSpPr>
        <p:sp>
          <p:nvSpPr>
            <p:cNvPr id="48" name="Freeform 77">
              <a:extLst>
                <a:ext uri="{FF2B5EF4-FFF2-40B4-BE49-F238E27FC236}">
                  <a16:creationId xmlns:a16="http://schemas.microsoft.com/office/drawing/2014/main" id="{5B5090C3-B4AB-4630-B1D5-4AA0A7416732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B5F28B5-5362-41C6-B822-6E47AAA2AD78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BC.1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6DCB3E6-F442-44AD-9643-81D3E2FD4E89}"/>
              </a:ext>
            </a:extLst>
          </p:cNvPr>
          <p:cNvGrpSpPr/>
          <p:nvPr/>
        </p:nvGrpSpPr>
        <p:grpSpPr>
          <a:xfrm>
            <a:off x="-1464575" y="2145248"/>
            <a:ext cx="738356" cy="338554"/>
            <a:chOff x="-2720171" y="3084268"/>
            <a:chExt cx="738356" cy="338554"/>
          </a:xfrm>
        </p:grpSpPr>
        <p:sp>
          <p:nvSpPr>
            <p:cNvPr id="51" name="Freeform 77">
              <a:extLst>
                <a:ext uri="{FF2B5EF4-FFF2-40B4-BE49-F238E27FC236}">
                  <a16:creationId xmlns:a16="http://schemas.microsoft.com/office/drawing/2014/main" id="{24E7E7C3-2F66-4A44-B816-5307E8321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F3F956A-4389-40AE-AB53-7ACDFE560D6D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BC.8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109FA83-5D98-46D0-9C7F-1E315AA69D8A}"/>
              </a:ext>
            </a:extLst>
          </p:cNvPr>
          <p:cNvGrpSpPr/>
          <p:nvPr/>
        </p:nvGrpSpPr>
        <p:grpSpPr>
          <a:xfrm>
            <a:off x="-1464575" y="1848787"/>
            <a:ext cx="738356" cy="338554"/>
            <a:chOff x="-2720171" y="3084268"/>
            <a:chExt cx="738356" cy="338554"/>
          </a:xfrm>
        </p:grpSpPr>
        <p:sp>
          <p:nvSpPr>
            <p:cNvPr id="54" name="Freeform 77">
              <a:extLst>
                <a:ext uri="{FF2B5EF4-FFF2-40B4-BE49-F238E27FC236}">
                  <a16:creationId xmlns:a16="http://schemas.microsoft.com/office/drawing/2014/main" id="{D9C286CE-333B-46FE-AE24-10174B727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FA87369-3422-48B7-8759-B515CDE88966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BC.7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0723E66-4EDC-4B34-A993-A4F9D75C6464}"/>
              </a:ext>
            </a:extLst>
          </p:cNvPr>
          <p:cNvGrpSpPr/>
          <p:nvPr/>
        </p:nvGrpSpPr>
        <p:grpSpPr>
          <a:xfrm>
            <a:off x="-1464575" y="1553338"/>
            <a:ext cx="738356" cy="338554"/>
            <a:chOff x="-2720171" y="3084268"/>
            <a:chExt cx="738356" cy="338554"/>
          </a:xfrm>
        </p:grpSpPr>
        <p:sp>
          <p:nvSpPr>
            <p:cNvPr id="57" name="Freeform 77">
              <a:extLst>
                <a:ext uri="{FF2B5EF4-FFF2-40B4-BE49-F238E27FC236}">
                  <a16:creationId xmlns:a16="http://schemas.microsoft.com/office/drawing/2014/main" id="{1601FACF-E7EA-4104-9265-B7FDFD461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63C616A-E91F-4CE6-82E9-1285D19C112D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BC.6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13BAFE3-2A32-4935-A475-9BEA418AD061}"/>
              </a:ext>
            </a:extLst>
          </p:cNvPr>
          <p:cNvGrpSpPr/>
          <p:nvPr/>
        </p:nvGrpSpPr>
        <p:grpSpPr>
          <a:xfrm>
            <a:off x="-1464575" y="1233892"/>
            <a:ext cx="738356" cy="338554"/>
            <a:chOff x="-2720171" y="3084268"/>
            <a:chExt cx="738356" cy="338554"/>
          </a:xfrm>
        </p:grpSpPr>
        <p:sp>
          <p:nvSpPr>
            <p:cNvPr id="61" name="Freeform 77">
              <a:extLst>
                <a:ext uri="{FF2B5EF4-FFF2-40B4-BE49-F238E27FC236}">
                  <a16:creationId xmlns:a16="http://schemas.microsoft.com/office/drawing/2014/main" id="{18F69AE5-778F-4FB4-B8A0-DCADC665C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60702" y="311937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86638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74C91EA-6217-4194-9729-3878F20D0018}"/>
                </a:ext>
              </a:extLst>
            </p:cNvPr>
            <p:cNvSpPr txBox="1"/>
            <p:nvPr/>
          </p:nvSpPr>
          <p:spPr>
            <a:xfrm>
              <a:off x="-2720171" y="308426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BC.5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4571C6-1644-4C07-A18A-17820D7AE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442" y="2677930"/>
            <a:ext cx="341920" cy="34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>
            <a:extLst>
              <a:ext uri="{FF2B5EF4-FFF2-40B4-BE49-F238E27FC236}">
                <a16:creationId xmlns:a16="http://schemas.microsoft.com/office/drawing/2014/main" id="{09488D62-F23F-4CD6-9477-84D120545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9603" y="3035846"/>
            <a:ext cx="341920" cy="34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>
            <a:extLst>
              <a:ext uri="{FF2B5EF4-FFF2-40B4-BE49-F238E27FC236}">
                <a16:creationId xmlns:a16="http://schemas.microsoft.com/office/drawing/2014/main" id="{783F16D6-5ACA-4E6A-8ED5-744CE2845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6265" y="3118224"/>
            <a:ext cx="341920" cy="34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2">
            <a:extLst>
              <a:ext uri="{FF2B5EF4-FFF2-40B4-BE49-F238E27FC236}">
                <a16:creationId xmlns:a16="http://schemas.microsoft.com/office/drawing/2014/main" id="{F8C85CF1-73AA-40F2-AA72-79E311B3D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29469" y="3509537"/>
            <a:ext cx="341920" cy="34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2">
            <a:extLst>
              <a:ext uri="{FF2B5EF4-FFF2-40B4-BE49-F238E27FC236}">
                <a16:creationId xmlns:a16="http://schemas.microsoft.com/office/drawing/2014/main" id="{70E51C45-1778-4BF1-BCAD-4C444D2A9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48643" y="2627818"/>
            <a:ext cx="341920" cy="34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2">
            <a:extLst>
              <a:ext uri="{FF2B5EF4-FFF2-40B4-BE49-F238E27FC236}">
                <a16:creationId xmlns:a16="http://schemas.microsoft.com/office/drawing/2014/main" id="{037E701E-16BB-40D7-A02F-2348634C2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5088" y="6242153"/>
            <a:ext cx="465140" cy="46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6F1F5150-BD57-4195-8F0C-C9F8C0B11A50}"/>
              </a:ext>
            </a:extLst>
          </p:cNvPr>
          <p:cNvSpPr/>
          <p:nvPr/>
        </p:nvSpPr>
        <p:spPr>
          <a:xfrm>
            <a:off x="8360228" y="6290057"/>
            <a:ext cx="1172523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Punto de </a:t>
            </a:r>
            <a:r>
              <a:rPr lang="en-US" sz="1200" dirty="0" err="1">
                <a:solidFill>
                  <a:schemeClr val="tx1"/>
                </a:solidFill>
              </a:rPr>
              <a:t>extracción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en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aeronave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80F8009-7AEC-4737-8C64-EFDABEFA4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38105" y="4156303"/>
            <a:ext cx="348343" cy="34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>
            <a:extLst>
              <a:ext uri="{FF2B5EF4-FFF2-40B4-BE49-F238E27FC236}">
                <a16:creationId xmlns:a16="http://schemas.microsoft.com/office/drawing/2014/main" id="{806E9A9B-084A-4F6B-BA79-B948D90C1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0610" y="4501168"/>
            <a:ext cx="348343" cy="34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4">
            <a:extLst>
              <a:ext uri="{FF2B5EF4-FFF2-40B4-BE49-F238E27FC236}">
                <a16:creationId xmlns:a16="http://schemas.microsoft.com/office/drawing/2014/main" id="{26B4EEA0-416E-4267-A4BF-1258A6101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87820" y="4501168"/>
            <a:ext cx="348343" cy="34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4">
            <a:extLst>
              <a:ext uri="{FF2B5EF4-FFF2-40B4-BE49-F238E27FC236}">
                <a16:creationId xmlns:a16="http://schemas.microsoft.com/office/drawing/2014/main" id="{DCD4605F-7536-4676-8B7C-CBF9B3963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9548" y="6231755"/>
            <a:ext cx="348343" cy="34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4">
            <a:extLst>
              <a:ext uri="{FF2B5EF4-FFF2-40B4-BE49-F238E27FC236}">
                <a16:creationId xmlns:a16="http://schemas.microsoft.com/office/drawing/2014/main" id="{00273F20-574F-415F-8F33-2BAB5C49D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9076" y="4504646"/>
            <a:ext cx="348343" cy="34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4">
            <a:extLst>
              <a:ext uri="{FF2B5EF4-FFF2-40B4-BE49-F238E27FC236}">
                <a16:creationId xmlns:a16="http://schemas.microsoft.com/office/drawing/2014/main" id="{D03B4721-CBFA-472B-B6F0-03E07442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00048" y="4156303"/>
            <a:ext cx="348343" cy="34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0D104365-0F16-41A4-AB77-DC0D883BEF2A}"/>
              </a:ext>
            </a:extLst>
          </p:cNvPr>
          <p:cNvSpPr/>
          <p:nvPr/>
        </p:nvSpPr>
        <p:spPr>
          <a:xfrm>
            <a:off x="10023925" y="6218370"/>
            <a:ext cx="134551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Punto de </a:t>
            </a:r>
            <a:r>
              <a:rPr lang="en-US" sz="1200" dirty="0" err="1">
                <a:solidFill>
                  <a:schemeClr val="tx1"/>
                </a:solidFill>
              </a:rPr>
              <a:t>extracción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marítimo</a:t>
            </a:r>
            <a:endParaRPr lang="en-US" sz="120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38" name="Freeform 77">
            <a:extLst>
              <a:ext uri="{FF2B5EF4-FFF2-40B4-BE49-F238E27FC236}">
                <a16:creationId xmlns:a16="http://schemas.microsoft.com/office/drawing/2014/main" id="{33E130EB-02DE-44AD-A916-1D6E536A3855}"/>
              </a:ext>
            </a:extLst>
          </p:cNvPr>
          <p:cNvSpPr>
            <a:spLocks/>
          </p:cNvSpPr>
          <p:nvPr/>
        </p:nvSpPr>
        <p:spPr bwMode="auto">
          <a:xfrm>
            <a:off x="-696031" y="2203250"/>
            <a:ext cx="564407" cy="249228"/>
          </a:xfrm>
          <a:custGeom>
            <a:avLst/>
            <a:gdLst>
              <a:gd name="T0" fmla="*/ 1517 w 1818"/>
              <a:gd name="T1" fmla="*/ 0 h 603"/>
              <a:gd name="T2" fmla="*/ 1517 w 1818"/>
              <a:gd name="T3" fmla="*/ 0 h 603"/>
              <a:gd name="T4" fmla="*/ 1517 w 1818"/>
              <a:gd name="T5" fmla="*/ 0 h 603"/>
              <a:gd name="T6" fmla="*/ 302 w 1818"/>
              <a:gd name="T7" fmla="*/ 0 h 603"/>
              <a:gd name="T8" fmla="*/ 0 w 1818"/>
              <a:gd name="T9" fmla="*/ 302 h 603"/>
              <a:gd name="T10" fmla="*/ 302 w 1818"/>
              <a:gd name="T11" fmla="*/ 603 h 603"/>
              <a:gd name="T12" fmla="*/ 1517 w 1818"/>
              <a:gd name="T13" fmla="*/ 603 h 603"/>
              <a:gd name="T14" fmla="*/ 1517 w 1818"/>
              <a:gd name="T15" fmla="*/ 603 h 603"/>
              <a:gd name="T16" fmla="*/ 1517 w 1818"/>
              <a:gd name="T17" fmla="*/ 603 h 603"/>
              <a:gd name="T18" fmla="*/ 1818 w 1818"/>
              <a:gd name="T19" fmla="*/ 302 h 603"/>
              <a:gd name="T20" fmla="*/ 1517 w 1818"/>
              <a:gd name="T21" fmla="*/ 0 h 6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18" h="603">
                <a:moveTo>
                  <a:pt x="1517" y="0"/>
                </a:moveTo>
                <a:cubicBezTo>
                  <a:pt x="1517" y="0"/>
                  <a:pt x="1517" y="0"/>
                  <a:pt x="1517" y="0"/>
                </a:cubicBezTo>
                <a:cubicBezTo>
                  <a:pt x="1517" y="0"/>
                  <a:pt x="1517" y="0"/>
                  <a:pt x="1517" y="0"/>
                </a:cubicBezTo>
                <a:cubicBezTo>
                  <a:pt x="302" y="0"/>
                  <a:pt x="302" y="0"/>
                  <a:pt x="302" y="0"/>
                </a:cubicBezTo>
                <a:cubicBezTo>
                  <a:pt x="135" y="0"/>
                  <a:pt x="0" y="135"/>
                  <a:pt x="0" y="302"/>
                </a:cubicBezTo>
                <a:cubicBezTo>
                  <a:pt x="0" y="468"/>
                  <a:pt x="135" y="603"/>
                  <a:pt x="302" y="603"/>
                </a:cubicBezTo>
                <a:cubicBezTo>
                  <a:pt x="1517" y="603"/>
                  <a:pt x="1517" y="603"/>
                  <a:pt x="1517" y="603"/>
                </a:cubicBezTo>
                <a:cubicBezTo>
                  <a:pt x="1517" y="603"/>
                  <a:pt x="1517" y="603"/>
                  <a:pt x="1517" y="603"/>
                </a:cubicBezTo>
                <a:cubicBezTo>
                  <a:pt x="1517" y="603"/>
                  <a:pt x="1517" y="603"/>
                  <a:pt x="1517" y="603"/>
                </a:cubicBezTo>
                <a:cubicBezTo>
                  <a:pt x="1683" y="603"/>
                  <a:pt x="1818" y="468"/>
                  <a:pt x="1818" y="302"/>
                </a:cubicBezTo>
                <a:cubicBezTo>
                  <a:pt x="1818" y="135"/>
                  <a:pt x="1683" y="0"/>
                  <a:pt x="1517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  <a:effectLst>
            <a:innerShdw blurRad="266700" dist="50800" dir="13500000">
              <a:prstClr val="black">
                <a:alpha val="7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20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F88F1DC-351C-410D-8F76-4864466AADAE}"/>
              </a:ext>
            </a:extLst>
          </p:cNvPr>
          <p:cNvGrpSpPr/>
          <p:nvPr/>
        </p:nvGrpSpPr>
        <p:grpSpPr>
          <a:xfrm>
            <a:off x="-2167341" y="-8830"/>
            <a:ext cx="738356" cy="338554"/>
            <a:chOff x="1808543" y="557606"/>
            <a:chExt cx="738356" cy="338554"/>
          </a:xfrm>
        </p:grpSpPr>
        <p:sp>
          <p:nvSpPr>
            <p:cNvPr id="107" name="Freeform 77">
              <a:extLst>
                <a:ext uri="{FF2B5EF4-FFF2-40B4-BE49-F238E27FC236}">
                  <a16:creationId xmlns:a16="http://schemas.microsoft.com/office/drawing/2014/main" id="{3DC2F384-D898-4C6A-9F82-BAACBDF88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607859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8E620E8-4B2A-4186-8019-B937ECAA1C78}"/>
                </a:ext>
              </a:extLst>
            </p:cNvPr>
            <p:cNvSpPr txBox="1"/>
            <p:nvPr/>
          </p:nvSpPr>
          <p:spPr>
            <a:xfrm>
              <a:off x="1808543" y="557606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BC.1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E8E4D4-8D1B-438B-BE95-201775EF7AE7}"/>
              </a:ext>
            </a:extLst>
          </p:cNvPr>
          <p:cNvGrpSpPr/>
          <p:nvPr/>
        </p:nvGrpSpPr>
        <p:grpSpPr>
          <a:xfrm>
            <a:off x="-2184020" y="603030"/>
            <a:ext cx="738356" cy="338554"/>
            <a:chOff x="1791864" y="1169466"/>
            <a:chExt cx="738356" cy="338554"/>
          </a:xfrm>
        </p:grpSpPr>
        <p:sp>
          <p:nvSpPr>
            <p:cNvPr id="101" name="Freeform 77">
              <a:extLst>
                <a:ext uri="{FF2B5EF4-FFF2-40B4-BE49-F238E27FC236}">
                  <a16:creationId xmlns:a16="http://schemas.microsoft.com/office/drawing/2014/main" id="{AB2FEF01-F94B-48D0-94C5-371E624E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1222754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B674EF0-034E-40EC-B3A5-4DC84C6DBCA6}"/>
                </a:ext>
              </a:extLst>
            </p:cNvPr>
            <p:cNvSpPr txBox="1"/>
            <p:nvPr/>
          </p:nvSpPr>
          <p:spPr>
            <a:xfrm>
              <a:off x="1791864" y="1169466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BC.3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214BF8A-93FA-4508-978F-5D4715441534}"/>
              </a:ext>
            </a:extLst>
          </p:cNvPr>
          <p:cNvGrpSpPr/>
          <p:nvPr/>
        </p:nvGrpSpPr>
        <p:grpSpPr>
          <a:xfrm>
            <a:off x="-2154512" y="296858"/>
            <a:ext cx="738356" cy="338554"/>
            <a:chOff x="1821372" y="863294"/>
            <a:chExt cx="738356" cy="338554"/>
          </a:xfrm>
        </p:grpSpPr>
        <p:sp>
          <p:nvSpPr>
            <p:cNvPr id="132" name="Freeform 77">
              <a:extLst>
                <a:ext uri="{FF2B5EF4-FFF2-40B4-BE49-F238E27FC236}">
                  <a16:creationId xmlns:a16="http://schemas.microsoft.com/office/drawing/2014/main" id="{6F765532-B953-4DDD-BE78-6D3B5D7F1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906896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E4D35664-8274-4B70-B4FF-213156ECDAC4}"/>
                </a:ext>
              </a:extLst>
            </p:cNvPr>
            <p:cNvSpPr txBox="1"/>
            <p:nvPr/>
          </p:nvSpPr>
          <p:spPr>
            <a:xfrm>
              <a:off x="1821372" y="863294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CB29297-735C-4923-B1C0-BD630F31AE17}"/>
              </a:ext>
            </a:extLst>
          </p:cNvPr>
          <p:cNvGrpSpPr/>
          <p:nvPr/>
        </p:nvGrpSpPr>
        <p:grpSpPr>
          <a:xfrm>
            <a:off x="-778356" y="306709"/>
            <a:ext cx="738356" cy="338554"/>
            <a:chOff x="-82325" y="335489"/>
            <a:chExt cx="738356" cy="338554"/>
          </a:xfrm>
        </p:grpSpPr>
        <p:sp>
          <p:nvSpPr>
            <p:cNvPr id="140" name="Freeform 77">
              <a:extLst>
                <a:ext uri="{FF2B5EF4-FFF2-40B4-BE49-F238E27FC236}">
                  <a16:creationId xmlns:a16="http://schemas.microsoft.com/office/drawing/2014/main" id="{502F8275-7ACF-4CE4-BDD8-059D9D0E1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373204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BD17FB7B-C00F-4168-8348-6B0B2AA0CA21}"/>
                </a:ext>
              </a:extLst>
            </p:cNvPr>
            <p:cNvSpPr txBox="1"/>
            <p:nvPr/>
          </p:nvSpPr>
          <p:spPr>
            <a:xfrm>
              <a:off x="-82325" y="335489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0DFDA4E-0E7D-4C9F-AADC-9835D7CCC871}"/>
              </a:ext>
            </a:extLst>
          </p:cNvPr>
          <p:cNvGrpSpPr/>
          <p:nvPr/>
        </p:nvGrpSpPr>
        <p:grpSpPr>
          <a:xfrm>
            <a:off x="-768544" y="0"/>
            <a:ext cx="738356" cy="338554"/>
            <a:chOff x="-72513" y="28780"/>
            <a:chExt cx="738356" cy="338554"/>
          </a:xfrm>
        </p:grpSpPr>
        <p:sp>
          <p:nvSpPr>
            <p:cNvPr id="134" name="Freeform 77">
              <a:extLst>
                <a:ext uri="{FF2B5EF4-FFF2-40B4-BE49-F238E27FC236}">
                  <a16:creationId xmlns:a16="http://schemas.microsoft.com/office/drawing/2014/main" id="{B5E4239F-EFDF-4C68-8398-DE445A31B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416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424611E-3E4F-406F-BD8F-B0C6CAF837A1}"/>
                </a:ext>
              </a:extLst>
            </p:cNvPr>
            <p:cNvSpPr txBox="1"/>
            <p:nvPr/>
          </p:nvSpPr>
          <p:spPr>
            <a:xfrm>
              <a:off x="-72513" y="28780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26B4C60-CBD9-414D-8F78-5260DD5500CF}"/>
              </a:ext>
            </a:extLst>
          </p:cNvPr>
          <p:cNvGrpSpPr/>
          <p:nvPr/>
        </p:nvGrpSpPr>
        <p:grpSpPr>
          <a:xfrm>
            <a:off x="-786782" y="613075"/>
            <a:ext cx="738356" cy="338554"/>
            <a:chOff x="-90751" y="641855"/>
            <a:chExt cx="738356" cy="338554"/>
          </a:xfrm>
        </p:grpSpPr>
        <p:sp>
          <p:nvSpPr>
            <p:cNvPr id="133" name="Freeform 77">
              <a:extLst>
                <a:ext uri="{FF2B5EF4-FFF2-40B4-BE49-F238E27FC236}">
                  <a16:creationId xmlns:a16="http://schemas.microsoft.com/office/drawing/2014/main" id="{3F4443CF-BF5C-4010-93F6-75D3E0C3F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689062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63F00661-E065-4D3B-BC9D-4B6CF15F8646}"/>
                </a:ext>
              </a:extLst>
            </p:cNvPr>
            <p:cNvSpPr txBox="1"/>
            <p:nvPr/>
          </p:nvSpPr>
          <p:spPr>
            <a:xfrm>
              <a:off x="-90751" y="641855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BC.3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45EBAD9-754B-49D8-8DE1-35C9563B6122}"/>
              </a:ext>
            </a:extLst>
          </p:cNvPr>
          <p:cNvGrpSpPr/>
          <p:nvPr/>
        </p:nvGrpSpPr>
        <p:grpSpPr>
          <a:xfrm>
            <a:off x="-788909" y="936847"/>
            <a:ext cx="738356" cy="338554"/>
            <a:chOff x="-92878" y="965627"/>
            <a:chExt cx="738356" cy="338554"/>
          </a:xfrm>
        </p:grpSpPr>
        <p:sp>
          <p:nvSpPr>
            <p:cNvPr id="139" name="Freeform 77">
              <a:extLst>
                <a:ext uri="{FF2B5EF4-FFF2-40B4-BE49-F238E27FC236}">
                  <a16:creationId xmlns:a16="http://schemas.microsoft.com/office/drawing/2014/main" id="{E27B7EC8-5453-4E86-920C-16D5275D1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014325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A1BB776B-898C-40AE-85EF-0A14B2673B46}"/>
                </a:ext>
              </a:extLst>
            </p:cNvPr>
            <p:cNvSpPr txBox="1"/>
            <p:nvPr/>
          </p:nvSpPr>
          <p:spPr>
            <a:xfrm>
              <a:off x="-92878" y="96562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BC.4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E90D72-2B14-40E6-AAA2-1BC775522FDF}"/>
              </a:ext>
            </a:extLst>
          </p:cNvPr>
          <p:cNvGrpSpPr/>
          <p:nvPr/>
        </p:nvGrpSpPr>
        <p:grpSpPr>
          <a:xfrm>
            <a:off x="-2179842" y="936868"/>
            <a:ext cx="738356" cy="338554"/>
            <a:chOff x="1796042" y="1503304"/>
            <a:chExt cx="738356" cy="338554"/>
          </a:xfrm>
        </p:grpSpPr>
        <p:sp>
          <p:nvSpPr>
            <p:cNvPr id="131" name="Freeform 77">
              <a:extLst>
                <a:ext uri="{FF2B5EF4-FFF2-40B4-BE49-F238E27FC236}">
                  <a16:creationId xmlns:a16="http://schemas.microsoft.com/office/drawing/2014/main" id="{11EBF0BE-3148-4DC0-8D72-16B8D8B46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1548017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F722526-9EF7-4139-A334-03B45BD7B333}"/>
                </a:ext>
              </a:extLst>
            </p:cNvPr>
            <p:cNvSpPr txBox="1"/>
            <p:nvPr/>
          </p:nvSpPr>
          <p:spPr>
            <a:xfrm>
              <a:off x="1796042" y="1503304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BC.4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0A5FC01-3BE5-41D4-8C55-9EDF1884A1EE}"/>
              </a:ext>
            </a:extLst>
          </p:cNvPr>
          <p:cNvGrpSpPr/>
          <p:nvPr/>
        </p:nvGrpSpPr>
        <p:grpSpPr>
          <a:xfrm>
            <a:off x="-2171220" y="1222972"/>
            <a:ext cx="738356" cy="338554"/>
            <a:chOff x="1804664" y="1789408"/>
            <a:chExt cx="738356" cy="338554"/>
          </a:xfrm>
        </p:grpSpPr>
        <p:sp>
          <p:nvSpPr>
            <p:cNvPr id="121" name="Freeform 77">
              <a:extLst>
                <a:ext uri="{FF2B5EF4-FFF2-40B4-BE49-F238E27FC236}">
                  <a16:creationId xmlns:a16="http://schemas.microsoft.com/office/drawing/2014/main" id="{C75BFC96-0AB8-44D2-B6BA-9C1E927CE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1843360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2138F30D-DB03-4EC6-88D7-2C1F62009B10}"/>
                </a:ext>
              </a:extLst>
            </p:cNvPr>
            <p:cNvSpPr txBox="1"/>
            <p:nvPr/>
          </p:nvSpPr>
          <p:spPr>
            <a:xfrm>
              <a:off x="1804664" y="1789408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BC.5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EB4D916-8AEC-42B4-99A8-D6072CBEF5F5}"/>
              </a:ext>
            </a:extLst>
          </p:cNvPr>
          <p:cNvGrpSpPr/>
          <p:nvPr/>
        </p:nvGrpSpPr>
        <p:grpSpPr>
          <a:xfrm>
            <a:off x="-799838" y="1232802"/>
            <a:ext cx="738356" cy="338554"/>
            <a:chOff x="-103807" y="1261582"/>
            <a:chExt cx="738356" cy="338554"/>
          </a:xfrm>
        </p:grpSpPr>
        <p:sp>
          <p:nvSpPr>
            <p:cNvPr id="135" name="Freeform 77">
              <a:extLst>
                <a:ext uri="{FF2B5EF4-FFF2-40B4-BE49-F238E27FC236}">
                  <a16:creationId xmlns:a16="http://schemas.microsoft.com/office/drawing/2014/main" id="{9962750A-7C27-430A-A323-FA8AECB1E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309668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80F36620-27C4-4AED-A64E-8E6D855F71A3}"/>
                </a:ext>
              </a:extLst>
            </p:cNvPr>
            <p:cNvSpPr txBox="1"/>
            <p:nvPr/>
          </p:nvSpPr>
          <p:spPr>
            <a:xfrm>
              <a:off x="-103807" y="1261582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BC.5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E49AB09-51EA-4AB7-BD61-0459007EB84A}"/>
              </a:ext>
            </a:extLst>
          </p:cNvPr>
          <p:cNvGrpSpPr/>
          <p:nvPr/>
        </p:nvGrpSpPr>
        <p:grpSpPr>
          <a:xfrm>
            <a:off x="-771053" y="1527445"/>
            <a:ext cx="738356" cy="338554"/>
            <a:chOff x="-75022" y="1556225"/>
            <a:chExt cx="738356" cy="338554"/>
          </a:xfrm>
        </p:grpSpPr>
        <p:sp>
          <p:nvSpPr>
            <p:cNvPr id="136" name="Freeform 77">
              <a:extLst>
                <a:ext uri="{FF2B5EF4-FFF2-40B4-BE49-F238E27FC236}">
                  <a16:creationId xmlns:a16="http://schemas.microsoft.com/office/drawing/2014/main" id="{93A132A3-FCB3-4E32-A9E1-2D59CD0DA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613422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6ED8109C-D3BC-4CEB-8449-9D17622A426F}"/>
                </a:ext>
              </a:extLst>
            </p:cNvPr>
            <p:cNvSpPr txBox="1"/>
            <p:nvPr/>
          </p:nvSpPr>
          <p:spPr>
            <a:xfrm>
              <a:off x="-75022" y="1556225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BC.6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27FEAB0-A71C-4533-B261-2A93EFA02E97}"/>
              </a:ext>
            </a:extLst>
          </p:cNvPr>
          <p:cNvGrpSpPr/>
          <p:nvPr/>
        </p:nvGrpSpPr>
        <p:grpSpPr>
          <a:xfrm>
            <a:off x="-2183468" y="1536443"/>
            <a:ext cx="738356" cy="338554"/>
            <a:chOff x="1792416" y="2102879"/>
            <a:chExt cx="738356" cy="338554"/>
          </a:xfrm>
        </p:grpSpPr>
        <p:sp>
          <p:nvSpPr>
            <p:cNvPr id="126" name="Freeform 77">
              <a:extLst>
                <a:ext uri="{FF2B5EF4-FFF2-40B4-BE49-F238E27FC236}">
                  <a16:creationId xmlns:a16="http://schemas.microsoft.com/office/drawing/2014/main" id="{8C3D5926-DE08-42A8-9DEF-E44A3061C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2147114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EE9BA103-12F2-4547-9FA0-350B3E16B378}"/>
                </a:ext>
              </a:extLst>
            </p:cNvPr>
            <p:cNvSpPr txBox="1"/>
            <p:nvPr/>
          </p:nvSpPr>
          <p:spPr>
            <a:xfrm>
              <a:off x="1792416" y="2102879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BC.6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C8FA424-AC86-4A7D-B60C-A54C33B91270}"/>
              </a:ext>
            </a:extLst>
          </p:cNvPr>
          <p:cNvGrpSpPr/>
          <p:nvPr/>
        </p:nvGrpSpPr>
        <p:grpSpPr>
          <a:xfrm>
            <a:off x="-2191342" y="1860651"/>
            <a:ext cx="738356" cy="338554"/>
            <a:chOff x="1784542" y="2427087"/>
            <a:chExt cx="738356" cy="338554"/>
          </a:xfrm>
        </p:grpSpPr>
        <p:sp>
          <p:nvSpPr>
            <p:cNvPr id="129" name="Freeform 77">
              <a:extLst>
                <a:ext uri="{FF2B5EF4-FFF2-40B4-BE49-F238E27FC236}">
                  <a16:creationId xmlns:a16="http://schemas.microsoft.com/office/drawing/2014/main" id="{22408189-1EEF-48DB-92C0-1C9A2FF5C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2460600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62FCBA9-7DB7-42D4-8C10-0052D550F75A}"/>
                </a:ext>
              </a:extLst>
            </p:cNvPr>
            <p:cNvSpPr txBox="1"/>
            <p:nvPr/>
          </p:nvSpPr>
          <p:spPr>
            <a:xfrm>
              <a:off x="1784542" y="2427087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BC.7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BD16C0A-512B-421A-B8E5-9EE2494A69B1}"/>
              </a:ext>
            </a:extLst>
          </p:cNvPr>
          <p:cNvGrpSpPr/>
          <p:nvPr/>
        </p:nvGrpSpPr>
        <p:grpSpPr>
          <a:xfrm>
            <a:off x="-781230" y="1850765"/>
            <a:ext cx="738356" cy="338554"/>
            <a:chOff x="-85199" y="1879545"/>
            <a:chExt cx="738356" cy="338554"/>
          </a:xfrm>
        </p:grpSpPr>
        <p:sp>
          <p:nvSpPr>
            <p:cNvPr id="137" name="Freeform 77">
              <a:extLst>
                <a:ext uri="{FF2B5EF4-FFF2-40B4-BE49-F238E27FC236}">
                  <a16:creationId xmlns:a16="http://schemas.microsoft.com/office/drawing/2014/main" id="{90DCE5B7-540F-4BAF-BC4F-4DD56FB58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926908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5CD9167F-57A8-4E1F-80C5-E7F5A27EEB31}"/>
                </a:ext>
              </a:extLst>
            </p:cNvPr>
            <p:cNvSpPr txBox="1"/>
            <p:nvPr/>
          </p:nvSpPr>
          <p:spPr>
            <a:xfrm>
              <a:off x="-85199" y="1879545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BC.7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54E998E-F4D8-4439-8754-4C199E881A4E}"/>
              </a:ext>
            </a:extLst>
          </p:cNvPr>
          <p:cNvGrpSpPr/>
          <p:nvPr/>
        </p:nvGrpSpPr>
        <p:grpSpPr>
          <a:xfrm>
            <a:off x="-2175594" y="2145370"/>
            <a:ext cx="738356" cy="338554"/>
            <a:chOff x="1800290" y="2711806"/>
            <a:chExt cx="738356" cy="338554"/>
          </a:xfrm>
        </p:grpSpPr>
        <p:sp>
          <p:nvSpPr>
            <p:cNvPr id="130" name="Freeform 77">
              <a:extLst>
                <a:ext uri="{FF2B5EF4-FFF2-40B4-BE49-F238E27FC236}">
                  <a16:creationId xmlns:a16="http://schemas.microsoft.com/office/drawing/2014/main" id="{2CCD774B-8CC5-48FE-9D22-70B3A0D4C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839" y="2765722"/>
              <a:ext cx="564407" cy="249228"/>
            </a:xfrm>
            <a:custGeom>
              <a:avLst/>
              <a:gdLst>
                <a:gd name="T0" fmla="*/ 1517 w 1818"/>
                <a:gd name="T1" fmla="*/ 0 h 603"/>
                <a:gd name="T2" fmla="*/ 1517 w 1818"/>
                <a:gd name="T3" fmla="*/ 0 h 603"/>
                <a:gd name="T4" fmla="*/ 1517 w 1818"/>
                <a:gd name="T5" fmla="*/ 0 h 603"/>
                <a:gd name="T6" fmla="*/ 302 w 1818"/>
                <a:gd name="T7" fmla="*/ 0 h 603"/>
                <a:gd name="T8" fmla="*/ 0 w 1818"/>
                <a:gd name="T9" fmla="*/ 302 h 603"/>
                <a:gd name="T10" fmla="*/ 302 w 1818"/>
                <a:gd name="T11" fmla="*/ 603 h 603"/>
                <a:gd name="T12" fmla="*/ 1517 w 1818"/>
                <a:gd name="T13" fmla="*/ 603 h 603"/>
                <a:gd name="T14" fmla="*/ 1517 w 1818"/>
                <a:gd name="T15" fmla="*/ 603 h 603"/>
                <a:gd name="T16" fmla="*/ 1517 w 1818"/>
                <a:gd name="T17" fmla="*/ 603 h 603"/>
                <a:gd name="T18" fmla="*/ 1818 w 1818"/>
                <a:gd name="T19" fmla="*/ 302 h 603"/>
                <a:gd name="T20" fmla="*/ 1517 w 1818"/>
                <a:gd name="T21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8" h="603">
                  <a:moveTo>
                    <a:pt x="1517" y="0"/>
                  </a:moveTo>
                  <a:cubicBezTo>
                    <a:pt x="1517" y="0"/>
                    <a:pt x="1517" y="0"/>
                    <a:pt x="1517" y="0"/>
                  </a:cubicBezTo>
                  <a:cubicBezTo>
                    <a:pt x="1517" y="0"/>
                    <a:pt x="1517" y="0"/>
                    <a:pt x="1517" y="0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135" y="0"/>
                    <a:pt x="0" y="135"/>
                    <a:pt x="0" y="302"/>
                  </a:cubicBezTo>
                  <a:cubicBezTo>
                    <a:pt x="0" y="468"/>
                    <a:pt x="135" y="603"/>
                    <a:pt x="302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517" y="603"/>
                    <a:pt x="1517" y="603"/>
                    <a:pt x="1517" y="603"/>
                  </a:cubicBezTo>
                  <a:cubicBezTo>
                    <a:pt x="1683" y="603"/>
                    <a:pt x="1818" y="468"/>
                    <a:pt x="1818" y="302"/>
                  </a:cubicBezTo>
                  <a:cubicBezTo>
                    <a:pt x="1818" y="135"/>
                    <a:pt x="1683" y="0"/>
                    <a:pt x="151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>
              <a:innerShdw blurRad="266700" dist="50800" dir="13500000">
                <a:prstClr val="black">
                  <a:alpha val="7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E011FB5-885B-45E3-9A18-74D1AFBB9157}"/>
                </a:ext>
              </a:extLst>
            </p:cNvPr>
            <p:cNvSpPr txBox="1"/>
            <p:nvPr/>
          </p:nvSpPr>
          <p:spPr>
            <a:xfrm>
              <a:off x="1800290" y="2711806"/>
              <a:ext cx="738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BC.8</a:t>
              </a:r>
            </a:p>
          </p:txBody>
        </p:sp>
      </p:grpSp>
      <p:sp>
        <p:nvSpPr>
          <p:cNvPr id="156" name="TextBox 155">
            <a:extLst>
              <a:ext uri="{FF2B5EF4-FFF2-40B4-BE49-F238E27FC236}">
                <a16:creationId xmlns:a16="http://schemas.microsoft.com/office/drawing/2014/main" id="{2B94278F-8B16-4AC0-B885-2ABCA14F5C19}"/>
              </a:ext>
            </a:extLst>
          </p:cNvPr>
          <p:cNvSpPr txBox="1"/>
          <p:nvPr/>
        </p:nvSpPr>
        <p:spPr>
          <a:xfrm>
            <a:off x="-791407" y="2147017"/>
            <a:ext cx="7383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BC.8</a:t>
            </a:r>
          </a:p>
        </p:txBody>
      </p:sp>
    </p:spTree>
    <p:extLst>
      <p:ext uri="{BB962C8B-B14F-4D97-AF65-F5344CB8AC3E}">
        <p14:creationId xmlns:p14="http://schemas.microsoft.com/office/powerpoint/2010/main" val="2065782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0EE478-B563-453A-AE4F-2FAE57CA99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405000"/>
              </p:ext>
            </p:extLst>
          </p:nvPr>
        </p:nvGraphicFramePr>
        <p:xfrm>
          <a:off x="-9164" y="0"/>
          <a:ext cx="10660243" cy="6858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111">
                  <a:extLst>
                    <a:ext uri="{9D8B030D-6E8A-4147-A177-3AD203B41FA5}">
                      <a16:colId xmlns:a16="http://schemas.microsoft.com/office/drawing/2014/main" val="2698839212"/>
                    </a:ext>
                  </a:extLst>
                </a:gridCol>
                <a:gridCol w="1081286">
                  <a:extLst>
                    <a:ext uri="{9D8B030D-6E8A-4147-A177-3AD203B41FA5}">
                      <a16:colId xmlns:a16="http://schemas.microsoft.com/office/drawing/2014/main" val="2846123437"/>
                    </a:ext>
                  </a:extLst>
                </a:gridCol>
                <a:gridCol w="1126974">
                  <a:extLst>
                    <a:ext uri="{9D8B030D-6E8A-4147-A177-3AD203B41FA5}">
                      <a16:colId xmlns:a16="http://schemas.microsoft.com/office/drawing/2014/main" val="3887895385"/>
                    </a:ext>
                  </a:extLst>
                </a:gridCol>
                <a:gridCol w="1157432">
                  <a:extLst>
                    <a:ext uri="{9D8B030D-6E8A-4147-A177-3AD203B41FA5}">
                      <a16:colId xmlns:a16="http://schemas.microsoft.com/office/drawing/2014/main" val="639850465"/>
                    </a:ext>
                  </a:extLst>
                </a:gridCol>
                <a:gridCol w="1126974">
                  <a:extLst>
                    <a:ext uri="{9D8B030D-6E8A-4147-A177-3AD203B41FA5}">
                      <a16:colId xmlns:a16="http://schemas.microsoft.com/office/drawing/2014/main" val="2582845831"/>
                    </a:ext>
                  </a:extLst>
                </a:gridCol>
                <a:gridCol w="1157640">
                  <a:extLst>
                    <a:ext uri="{9D8B030D-6E8A-4147-A177-3AD203B41FA5}">
                      <a16:colId xmlns:a16="http://schemas.microsoft.com/office/drawing/2014/main" val="2215552930"/>
                    </a:ext>
                  </a:extLst>
                </a:gridCol>
                <a:gridCol w="1117940">
                  <a:extLst>
                    <a:ext uri="{9D8B030D-6E8A-4147-A177-3AD203B41FA5}">
                      <a16:colId xmlns:a16="http://schemas.microsoft.com/office/drawing/2014/main" val="211477257"/>
                    </a:ext>
                  </a:extLst>
                </a:gridCol>
                <a:gridCol w="1117940">
                  <a:extLst>
                    <a:ext uri="{9D8B030D-6E8A-4147-A177-3AD203B41FA5}">
                      <a16:colId xmlns:a16="http://schemas.microsoft.com/office/drawing/2014/main" val="3546603921"/>
                    </a:ext>
                  </a:extLst>
                </a:gridCol>
                <a:gridCol w="1165176">
                  <a:extLst>
                    <a:ext uri="{9D8B030D-6E8A-4147-A177-3AD203B41FA5}">
                      <a16:colId xmlns:a16="http://schemas.microsoft.com/office/drawing/2014/main" val="3155616375"/>
                    </a:ext>
                  </a:extLst>
                </a:gridCol>
                <a:gridCol w="1136770">
                  <a:extLst>
                    <a:ext uri="{9D8B030D-6E8A-4147-A177-3AD203B41FA5}">
                      <a16:colId xmlns:a16="http://schemas.microsoft.com/office/drawing/2014/main" val="1083765387"/>
                    </a:ext>
                  </a:extLst>
                </a:gridCol>
              </a:tblGrid>
              <a:tr h="4483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B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C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D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F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G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H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I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898822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627779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119550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469257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848633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558596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686286"/>
                  </a:ext>
                </a:extLst>
              </a:tr>
              <a:tr h="91566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150103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9C70063C-5E46-4EFE-86D5-1C71B25B5EF9}"/>
              </a:ext>
            </a:extLst>
          </p:cNvPr>
          <p:cNvGrpSpPr/>
          <p:nvPr/>
        </p:nvGrpSpPr>
        <p:grpSpPr>
          <a:xfrm>
            <a:off x="10618663" y="-97543"/>
            <a:ext cx="2077718" cy="6330799"/>
            <a:chOff x="5777902" y="2160239"/>
            <a:chExt cx="920396" cy="3957986"/>
          </a:xfrm>
        </p:grpSpPr>
        <p:pic>
          <p:nvPicPr>
            <p:cNvPr id="25" name="Picture 2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4DAAF1B-A6AC-478F-B5D7-64B0812B85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47"/>
            <a:stretch/>
          </p:blipFill>
          <p:spPr>
            <a:xfrm>
              <a:off x="5777902" y="2160239"/>
              <a:ext cx="920396" cy="3957986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03A1F28-0DA8-4E28-9A14-45FBEBAE9431}"/>
                </a:ext>
              </a:extLst>
            </p:cNvPr>
            <p:cNvSpPr txBox="1"/>
            <p:nvPr/>
          </p:nvSpPr>
          <p:spPr>
            <a:xfrm rot="16200000">
              <a:off x="5214820" y="4837999"/>
              <a:ext cx="1609327" cy="368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err="1">
                  <a:solidFill>
                    <a:srgbClr val="00B0F0"/>
                  </a:solidFill>
                  <a:highlight>
                    <a:srgbClr val="00FF00"/>
                  </a:highlight>
                  <a:latin typeface="Bebas Neue Bold" panose="020B0606020202050201" pitchFamily="34" charset="0"/>
                </a:rPr>
                <a:t>Nombre</a:t>
              </a:r>
              <a:r>
                <a:rPr lang="en-US" sz="2400" dirty="0">
                  <a:solidFill>
                    <a:srgbClr val="00B0F0"/>
                  </a:solidFill>
                  <a:highlight>
                    <a:srgbClr val="00FF00"/>
                  </a:highlight>
                  <a:latin typeface="Bebas Neue Bold" panose="020B0606020202050201" pitchFamily="34" charset="0"/>
                </a:rPr>
                <a:t> de la ciudad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BA3A77-AC27-41B5-9BA9-35005B958D62}"/>
                </a:ext>
              </a:extLst>
            </p:cNvPr>
            <p:cNvSpPr txBox="1"/>
            <p:nvPr/>
          </p:nvSpPr>
          <p:spPr>
            <a:xfrm rot="16200000">
              <a:off x="4513127" y="3851385"/>
              <a:ext cx="3582555" cy="368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err="1">
                  <a:solidFill>
                    <a:schemeClr val="bg1"/>
                  </a:solidFill>
                </a:rPr>
                <a:t>Mapa</a:t>
              </a:r>
              <a:r>
                <a:rPr lang="en-US" sz="2400" b="1" dirty="0">
                  <a:solidFill>
                    <a:schemeClr val="bg1"/>
                  </a:solidFill>
                </a:rPr>
                <a:t> de </a:t>
              </a:r>
              <a:r>
                <a:rPr lang="en-US" sz="2400" b="1" dirty="0" err="1">
                  <a:solidFill>
                    <a:schemeClr val="bg1"/>
                  </a:solidFill>
                </a:rPr>
                <a:t>Emergencia</a:t>
              </a:r>
              <a:r>
                <a:rPr lang="en-US" sz="2400" b="1" dirty="0">
                  <a:solidFill>
                    <a:schemeClr val="bg1"/>
                  </a:solidFill>
                </a:rPr>
                <a:t> para </a:t>
              </a:r>
              <a:r>
                <a:rPr lang="en-US" sz="2400" b="1" dirty="0" err="1">
                  <a:solidFill>
                    <a:schemeClr val="bg1"/>
                  </a:solidFill>
                </a:rPr>
                <a:t>Referenciar</a:t>
              </a:r>
              <a:r>
                <a:rPr lang="en-US" sz="2400" b="1" dirty="0">
                  <a:solidFill>
                    <a:schemeClr val="bg1"/>
                  </a:solidFill>
                </a:rPr>
                <a:t> </a:t>
              </a:r>
              <a:r>
                <a:rPr lang="en-US" sz="2400" b="1" dirty="0" err="1">
                  <a:solidFill>
                    <a:schemeClr val="bg1"/>
                  </a:solidFill>
                </a:rPr>
                <a:t>Incidentes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0CD4A2E8-7BAD-4610-90D2-D87CF25E6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88" y="5759244"/>
            <a:ext cx="12235094" cy="1119191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5A310640-F7FD-4CE1-B2CE-052E1CC3DBA1}"/>
              </a:ext>
            </a:extLst>
          </p:cNvPr>
          <p:cNvSpPr txBox="1"/>
          <p:nvPr/>
        </p:nvSpPr>
        <p:spPr>
          <a:xfrm>
            <a:off x="6756606" y="5791641"/>
            <a:ext cx="461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</a:rPr>
              <a:t>Mapa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Confidencial</a:t>
            </a:r>
            <a:endParaRPr lang="en-US" dirty="0">
              <a:solidFill>
                <a:srgbClr val="FFFF00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CE8F1CD-B3D9-4054-821E-750A2FE6CC95}"/>
              </a:ext>
            </a:extLst>
          </p:cNvPr>
          <p:cNvGrpSpPr/>
          <p:nvPr/>
        </p:nvGrpSpPr>
        <p:grpSpPr>
          <a:xfrm rot="10800000">
            <a:off x="974898" y="1637014"/>
            <a:ext cx="3744611" cy="682948"/>
            <a:chOff x="4791868" y="-869255"/>
            <a:chExt cx="3744611" cy="68294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EF61DC1-77F3-441C-B903-C36D1BF5BB78}"/>
                </a:ext>
              </a:extLst>
            </p:cNvPr>
            <p:cNvGrpSpPr/>
            <p:nvPr/>
          </p:nvGrpSpPr>
          <p:grpSpPr>
            <a:xfrm rot="10800000">
              <a:off x="4791868" y="-839793"/>
              <a:ext cx="3405088" cy="653486"/>
              <a:chOff x="-4150842" y="2874086"/>
              <a:chExt cx="3405088" cy="653486"/>
            </a:xfrm>
          </p:grpSpPr>
          <p:sp>
            <p:nvSpPr>
              <p:cNvPr id="44" name="Freeform 63">
                <a:extLst>
                  <a:ext uri="{FF2B5EF4-FFF2-40B4-BE49-F238E27FC236}">
                    <a16:creationId xmlns:a16="http://schemas.microsoft.com/office/drawing/2014/main" id="{3F661ABD-47C2-4CCF-9C7D-350A814F6AF6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-3412487" y="2952954"/>
                <a:ext cx="2538384" cy="449225"/>
              </a:xfrm>
              <a:custGeom>
                <a:avLst/>
                <a:gdLst>
                  <a:gd name="T0" fmla="*/ 0 w 1955"/>
                  <a:gd name="T1" fmla="*/ 430 h 430"/>
                  <a:gd name="T2" fmla="*/ 799 w 1955"/>
                  <a:gd name="T3" fmla="*/ 430 h 430"/>
                  <a:gd name="T4" fmla="*/ 1227 w 1955"/>
                  <a:gd name="T5" fmla="*/ 0 h 430"/>
                  <a:gd name="T6" fmla="*/ 1955 w 1955"/>
                  <a:gd name="T7" fmla="*/ 0 h 430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1584 h 11584"/>
                  <a:gd name="connsiteX0" fmla="*/ 0 w 10000"/>
                  <a:gd name="connsiteY0" fmla="*/ 11584 h 11584"/>
                  <a:gd name="connsiteX1" fmla="*/ 4087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  <a:gd name="connsiteX0" fmla="*/ 0 w 10000"/>
                  <a:gd name="connsiteY0" fmla="*/ 11584 h 11584"/>
                  <a:gd name="connsiteX1" fmla="*/ 5155 w 10000"/>
                  <a:gd name="connsiteY1" fmla="*/ 11584 h 11584"/>
                  <a:gd name="connsiteX2" fmla="*/ 7727 w 10000"/>
                  <a:gd name="connsiteY2" fmla="*/ 0 h 11584"/>
                  <a:gd name="connsiteX3" fmla="*/ 10000 w 10000"/>
                  <a:gd name="connsiteY3" fmla="*/ 0 h 11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11584">
                    <a:moveTo>
                      <a:pt x="0" y="11584"/>
                    </a:moveTo>
                    <a:lnTo>
                      <a:pt x="5155" y="11584"/>
                    </a:lnTo>
                    <a:lnTo>
                      <a:pt x="7727" y="0"/>
                    </a:lnTo>
                    <a:lnTo>
                      <a:pt x="10000" y="0"/>
                    </a:lnTo>
                  </a:path>
                </a:pathLst>
              </a:custGeom>
              <a:noFill/>
              <a:ln w="25400" cap="flat">
                <a:solidFill>
                  <a:srgbClr val="FF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" name="Oval 64">
                <a:extLst>
                  <a:ext uri="{FF2B5EF4-FFF2-40B4-BE49-F238E27FC236}">
                    <a16:creationId xmlns:a16="http://schemas.microsoft.com/office/drawing/2014/main" id="{48A17108-169D-405A-B34C-42DEF246F7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-881125" y="2874086"/>
                <a:ext cx="135371" cy="135976"/>
              </a:xfrm>
              <a:prstGeom prst="ellipse">
                <a:avLst/>
              </a:prstGeom>
              <a:solidFill>
                <a:srgbClr val="FF0000"/>
              </a:solidFill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  <p:sp>
            <p:nvSpPr>
              <p:cNvPr id="46" name="Freeform 77">
                <a:extLst>
                  <a:ext uri="{FF2B5EF4-FFF2-40B4-BE49-F238E27FC236}">
                    <a16:creationId xmlns:a16="http://schemas.microsoft.com/office/drawing/2014/main" id="{11A1E3B7-EE40-4EAB-9B36-B7023C106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4150842" y="3204845"/>
                <a:ext cx="738355" cy="322727"/>
              </a:xfrm>
              <a:custGeom>
                <a:avLst/>
                <a:gdLst>
                  <a:gd name="T0" fmla="*/ 1517 w 1818"/>
                  <a:gd name="T1" fmla="*/ 0 h 603"/>
                  <a:gd name="T2" fmla="*/ 1517 w 1818"/>
                  <a:gd name="T3" fmla="*/ 0 h 603"/>
                  <a:gd name="T4" fmla="*/ 1517 w 1818"/>
                  <a:gd name="T5" fmla="*/ 0 h 603"/>
                  <a:gd name="T6" fmla="*/ 302 w 1818"/>
                  <a:gd name="T7" fmla="*/ 0 h 603"/>
                  <a:gd name="T8" fmla="*/ 0 w 1818"/>
                  <a:gd name="T9" fmla="*/ 302 h 603"/>
                  <a:gd name="T10" fmla="*/ 302 w 1818"/>
                  <a:gd name="T11" fmla="*/ 603 h 603"/>
                  <a:gd name="T12" fmla="*/ 1517 w 1818"/>
                  <a:gd name="T13" fmla="*/ 603 h 603"/>
                  <a:gd name="T14" fmla="*/ 1517 w 1818"/>
                  <a:gd name="T15" fmla="*/ 603 h 603"/>
                  <a:gd name="T16" fmla="*/ 1517 w 1818"/>
                  <a:gd name="T17" fmla="*/ 603 h 603"/>
                  <a:gd name="T18" fmla="*/ 1818 w 1818"/>
                  <a:gd name="T19" fmla="*/ 302 h 603"/>
                  <a:gd name="T20" fmla="*/ 1517 w 1818"/>
                  <a:gd name="T21" fmla="*/ 0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8" h="603">
                    <a:moveTo>
                      <a:pt x="1517" y="0"/>
                    </a:moveTo>
                    <a:cubicBezTo>
                      <a:pt x="1517" y="0"/>
                      <a:pt x="1517" y="0"/>
                      <a:pt x="1517" y="0"/>
                    </a:cubicBezTo>
                    <a:cubicBezTo>
                      <a:pt x="1517" y="0"/>
                      <a:pt x="1517" y="0"/>
                      <a:pt x="1517" y="0"/>
                    </a:cubicBezTo>
                    <a:cubicBezTo>
                      <a:pt x="302" y="0"/>
                      <a:pt x="302" y="0"/>
                      <a:pt x="302" y="0"/>
                    </a:cubicBezTo>
                    <a:cubicBezTo>
                      <a:pt x="135" y="0"/>
                      <a:pt x="0" y="135"/>
                      <a:pt x="0" y="302"/>
                    </a:cubicBezTo>
                    <a:cubicBezTo>
                      <a:pt x="0" y="468"/>
                      <a:pt x="135" y="603"/>
                      <a:pt x="302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517" y="603"/>
                      <a:pt x="1517" y="603"/>
                      <a:pt x="1517" y="603"/>
                    </a:cubicBezTo>
                    <a:cubicBezTo>
                      <a:pt x="1683" y="603"/>
                      <a:pt x="1818" y="468"/>
                      <a:pt x="1818" y="302"/>
                    </a:cubicBezTo>
                    <a:cubicBezTo>
                      <a:pt x="1818" y="135"/>
                      <a:pt x="1683" y="0"/>
                      <a:pt x="1517" y="0"/>
                    </a:cubicBezTo>
                    <a:close/>
                  </a:path>
                </a:pathLst>
              </a:custGeom>
              <a:solidFill>
                <a:srgbClr val="F86638"/>
              </a:solidFill>
              <a:ln>
                <a:noFill/>
              </a:ln>
              <a:effectLst>
                <a:innerShdw blurRad="266700" dist="50800" dir="13500000">
                  <a:prstClr val="black">
                    <a:alpha val="7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9CA230D-21A0-4A6F-9BF9-4763170C923C}"/>
                </a:ext>
              </a:extLst>
            </p:cNvPr>
            <p:cNvSpPr txBox="1"/>
            <p:nvPr/>
          </p:nvSpPr>
          <p:spPr>
            <a:xfrm rot="10800000">
              <a:off x="7093584" y="-869255"/>
              <a:ext cx="14428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1"/>
                  </a:solidFill>
                </a:rPr>
                <a:t>Oficina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3752D94-EEA3-44A3-9F23-443BF1939195}"/>
              </a:ext>
            </a:extLst>
          </p:cNvPr>
          <p:cNvGrpSpPr/>
          <p:nvPr/>
        </p:nvGrpSpPr>
        <p:grpSpPr>
          <a:xfrm>
            <a:off x="2107703" y="2622169"/>
            <a:ext cx="2274350" cy="574092"/>
            <a:chOff x="1977075" y="3181829"/>
            <a:chExt cx="2274350" cy="574092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830F7F7-4096-4B97-9EB3-DED280880AE5}"/>
                </a:ext>
              </a:extLst>
            </p:cNvPr>
            <p:cNvGrpSpPr/>
            <p:nvPr/>
          </p:nvGrpSpPr>
          <p:grpSpPr>
            <a:xfrm>
              <a:off x="1977075" y="3250785"/>
              <a:ext cx="2186949" cy="505136"/>
              <a:chOff x="-2296337" y="2983573"/>
              <a:chExt cx="1466972" cy="505136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BE6826F8-3B58-4158-9115-8CF7E31B7655}"/>
                  </a:ext>
                </a:extLst>
              </p:cNvPr>
              <p:cNvGrpSpPr/>
              <p:nvPr/>
            </p:nvGrpSpPr>
            <p:grpSpPr>
              <a:xfrm>
                <a:off x="-2240021" y="2983573"/>
                <a:ext cx="1410656" cy="505136"/>
                <a:chOff x="-2269557" y="2978949"/>
                <a:chExt cx="1410656" cy="505136"/>
              </a:xfrm>
            </p:grpSpPr>
            <p:sp>
              <p:nvSpPr>
                <p:cNvPr id="52" name="Freeform 63">
                  <a:extLst>
                    <a:ext uri="{FF2B5EF4-FFF2-40B4-BE49-F238E27FC236}">
                      <a16:creationId xmlns:a16="http://schemas.microsoft.com/office/drawing/2014/main" id="{2200E075-B0C4-45FA-B9C8-3248362E17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-2055580" y="2978949"/>
                  <a:ext cx="1196679" cy="327979"/>
                </a:xfrm>
                <a:custGeom>
                  <a:avLst/>
                  <a:gdLst>
                    <a:gd name="T0" fmla="*/ 0 w 1955"/>
                    <a:gd name="T1" fmla="*/ 430 h 430"/>
                    <a:gd name="T2" fmla="*/ 799 w 1955"/>
                    <a:gd name="T3" fmla="*/ 430 h 430"/>
                    <a:gd name="T4" fmla="*/ 1227 w 1955"/>
                    <a:gd name="T5" fmla="*/ 0 h 430"/>
                    <a:gd name="T6" fmla="*/ 1955 w 1955"/>
                    <a:gd name="T7" fmla="*/ 0 h 430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1584 h 11584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  <a:gd name="connsiteX0" fmla="*/ 0 w 10000"/>
                    <a:gd name="connsiteY0" fmla="*/ 11584 h 11584"/>
                    <a:gd name="connsiteX1" fmla="*/ 5155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00" h="11584">
                      <a:moveTo>
                        <a:pt x="0" y="11584"/>
                      </a:moveTo>
                      <a:lnTo>
                        <a:pt x="5155" y="11584"/>
                      </a:lnTo>
                      <a:lnTo>
                        <a:pt x="7727" y="0"/>
                      </a:lnTo>
                      <a:lnTo>
                        <a:pt x="10000" y="0"/>
                      </a:lnTo>
                    </a:path>
                  </a:pathLst>
                </a:custGeom>
                <a:noFill/>
                <a:ln w="25400" cap="flat">
                  <a:solidFill>
                    <a:srgbClr val="FF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53" name="Freeform 77">
                  <a:extLst>
                    <a:ext uri="{FF2B5EF4-FFF2-40B4-BE49-F238E27FC236}">
                      <a16:creationId xmlns:a16="http://schemas.microsoft.com/office/drawing/2014/main" id="{D69CC5FE-E267-4FBC-829E-6A22516137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269557" y="3114753"/>
                  <a:ext cx="418657" cy="369332"/>
                </a:xfrm>
                <a:custGeom>
                  <a:avLst/>
                  <a:gdLst>
                    <a:gd name="T0" fmla="*/ 1517 w 1818"/>
                    <a:gd name="T1" fmla="*/ 0 h 603"/>
                    <a:gd name="T2" fmla="*/ 1517 w 1818"/>
                    <a:gd name="T3" fmla="*/ 0 h 603"/>
                    <a:gd name="T4" fmla="*/ 1517 w 1818"/>
                    <a:gd name="T5" fmla="*/ 0 h 603"/>
                    <a:gd name="T6" fmla="*/ 302 w 1818"/>
                    <a:gd name="T7" fmla="*/ 0 h 603"/>
                    <a:gd name="T8" fmla="*/ 0 w 1818"/>
                    <a:gd name="T9" fmla="*/ 302 h 603"/>
                    <a:gd name="T10" fmla="*/ 302 w 1818"/>
                    <a:gd name="T11" fmla="*/ 603 h 603"/>
                    <a:gd name="T12" fmla="*/ 1517 w 1818"/>
                    <a:gd name="T13" fmla="*/ 603 h 603"/>
                    <a:gd name="T14" fmla="*/ 1517 w 1818"/>
                    <a:gd name="T15" fmla="*/ 603 h 603"/>
                    <a:gd name="T16" fmla="*/ 1517 w 1818"/>
                    <a:gd name="T17" fmla="*/ 603 h 603"/>
                    <a:gd name="T18" fmla="*/ 1818 w 1818"/>
                    <a:gd name="T19" fmla="*/ 302 h 603"/>
                    <a:gd name="T20" fmla="*/ 1517 w 1818"/>
                    <a:gd name="T21" fmla="*/ 0 h 6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818" h="603">
                      <a:moveTo>
                        <a:pt x="1517" y="0"/>
                      </a:move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302" y="0"/>
                        <a:pt x="302" y="0"/>
                        <a:pt x="302" y="0"/>
                      </a:cubicBezTo>
                      <a:cubicBezTo>
                        <a:pt x="135" y="0"/>
                        <a:pt x="0" y="135"/>
                        <a:pt x="0" y="302"/>
                      </a:cubicBezTo>
                      <a:cubicBezTo>
                        <a:pt x="0" y="468"/>
                        <a:pt x="135" y="603"/>
                        <a:pt x="302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683" y="603"/>
                        <a:pt x="1818" y="468"/>
                        <a:pt x="1818" y="302"/>
                      </a:cubicBezTo>
                      <a:cubicBezTo>
                        <a:pt x="1818" y="135"/>
                        <a:pt x="1683" y="0"/>
                        <a:pt x="1517" y="0"/>
                      </a:cubicBezTo>
                      <a:close/>
                    </a:path>
                  </a:pathLst>
                </a:custGeom>
                <a:solidFill>
                  <a:srgbClr val="F86638"/>
                </a:solidFill>
                <a:ln>
                  <a:noFill/>
                </a:ln>
                <a:effectLst>
                  <a:innerShdw blurRad="266700" dist="50800" dir="13500000">
                    <a:prstClr val="black">
                      <a:alpha val="7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000"/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18B116C-E131-4658-B1CB-2A2E80AAA153}"/>
                  </a:ext>
                </a:extLst>
              </p:cNvPr>
              <p:cNvSpPr txBox="1"/>
              <p:nvPr/>
            </p:nvSpPr>
            <p:spPr>
              <a:xfrm>
                <a:off x="-2296337" y="3119377"/>
                <a:ext cx="5118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R.1</a:t>
                </a:r>
              </a:p>
            </p:txBody>
          </p:sp>
        </p:grpSp>
        <p:sp>
          <p:nvSpPr>
            <p:cNvPr id="49" name="Oval 64">
              <a:extLst>
                <a:ext uri="{FF2B5EF4-FFF2-40B4-BE49-F238E27FC236}">
                  <a16:creationId xmlns:a16="http://schemas.microsoft.com/office/drawing/2014/main" id="{FB9EC663-C94D-40CE-B5C9-EECC9E41D3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116054" y="3181829"/>
              <a:ext cx="135371" cy="135976"/>
            </a:xfrm>
            <a:prstGeom prst="ellipse">
              <a:avLst/>
            </a:prstGeom>
            <a:solidFill>
              <a:srgbClr val="FF0000"/>
            </a:solidFill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1796AFE1-E5E7-4E22-86BC-FABBD5E1F9B4}"/>
              </a:ext>
            </a:extLst>
          </p:cNvPr>
          <p:cNvSpPr/>
          <p:nvPr/>
        </p:nvSpPr>
        <p:spPr>
          <a:xfrm>
            <a:off x="6158131" y="6020224"/>
            <a:ext cx="6033869" cy="8433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sz="1400" dirty="0">
                <a:solidFill>
                  <a:schemeClr val="tx1"/>
                </a:solidFill>
              </a:rPr>
              <a:t>R: Residencias (</a:t>
            </a:r>
            <a:r>
              <a:rPr lang="en-US" sz="1400" dirty="0" err="1">
                <a:solidFill>
                  <a:schemeClr val="tx1"/>
                </a:solidFill>
              </a:rPr>
              <a:t>ver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Mapa</a:t>
            </a:r>
            <a:r>
              <a:rPr lang="en-US" sz="1400" dirty="0">
                <a:solidFill>
                  <a:schemeClr val="tx1"/>
                </a:solidFill>
              </a:rPr>
              <a:t> de Residencias para los </a:t>
            </a:r>
            <a:r>
              <a:rPr lang="en-US" sz="1400" dirty="0" err="1">
                <a:solidFill>
                  <a:schemeClr val="tx1"/>
                </a:solidFill>
              </a:rPr>
              <a:t>nombres</a:t>
            </a:r>
            <a:r>
              <a:rPr lang="en-US" sz="1400" dirty="0">
                <a:solidFill>
                  <a:schemeClr val="tx1"/>
                </a:solidFill>
              </a:rPr>
              <a:t> de las </a:t>
            </a:r>
            <a:r>
              <a:rPr lang="en-US" sz="1400" dirty="0" err="1">
                <a:solidFill>
                  <a:schemeClr val="tx1"/>
                </a:solidFill>
              </a:rPr>
              <a:t>ubicaciones</a:t>
            </a:r>
            <a:r>
              <a:rPr lang="en-US" sz="1400" dirty="0">
                <a:solidFill>
                  <a:schemeClr val="tx1"/>
                </a:solidFill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sz="1400" dirty="0" err="1">
                <a:solidFill>
                  <a:schemeClr val="tx1"/>
                </a:solidFill>
              </a:rPr>
              <a:t>Oficina</a:t>
            </a:r>
            <a:r>
              <a:rPr lang="en-US" sz="1400" dirty="0">
                <a:solidFill>
                  <a:schemeClr val="tx1"/>
                </a:solidFill>
              </a:rPr>
              <a:t>: </a:t>
            </a:r>
            <a:r>
              <a:rPr lang="en-US" sz="1400" dirty="0" err="1">
                <a:solidFill>
                  <a:schemeClr val="tx1"/>
                </a:solidFill>
              </a:rPr>
              <a:t>Oficinas</a:t>
            </a:r>
            <a:r>
              <a:rPr lang="en-US" sz="1400" dirty="0">
                <a:solidFill>
                  <a:schemeClr val="tx1"/>
                </a:solidFill>
              </a:rPr>
              <a:t> de la </a:t>
            </a:r>
            <a:r>
              <a:rPr lang="en-US" sz="1400" dirty="0" err="1">
                <a:solidFill>
                  <a:schemeClr val="tx1"/>
                </a:solidFill>
              </a:rPr>
              <a:t>organización</a:t>
            </a:r>
            <a:endParaRPr lang="en-US" sz="1400" dirty="0">
              <a:solidFill>
                <a:schemeClr val="tx1"/>
              </a:solidFill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E9F1B1B-0889-4D86-9744-925D0A0EF99A}"/>
              </a:ext>
            </a:extLst>
          </p:cNvPr>
          <p:cNvGrpSpPr/>
          <p:nvPr/>
        </p:nvGrpSpPr>
        <p:grpSpPr>
          <a:xfrm>
            <a:off x="1128302" y="3597766"/>
            <a:ext cx="2274350" cy="574092"/>
            <a:chOff x="1977075" y="3181829"/>
            <a:chExt cx="2274350" cy="574092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02A9583-DDB3-4A29-A0A3-92CD86E2C9BB}"/>
                </a:ext>
              </a:extLst>
            </p:cNvPr>
            <p:cNvGrpSpPr/>
            <p:nvPr/>
          </p:nvGrpSpPr>
          <p:grpSpPr>
            <a:xfrm>
              <a:off x="1977075" y="3250785"/>
              <a:ext cx="2186949" cy="505136"/>
              <a:chOff x="-2296337" y="2983573"/>
              <a:chExt cx="1466972" cy="505136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168F84BA-137A-47AD-B73C-6C92F89D1DD1}"/>
                  </a:ext>
                </a:extLst>
              </p:cNvPr>
              <p:cNvGrpSpPr/>
              <p:nvPr/>
            </p:nvGrpSpPr>
            <p:grpSpPr>
              <a:xfrm>
                <a:off x="-2240021" y="2983573"/>
                <a:ext cx="1410656" cy="505136"/>
                <a:chOff x="-2269557" y="2978949"/>
                <a:chExt cx="1410656" cy="505136"/>
              </a:xfrm>
            </p:grpSpPr>
            <p:sp>
              <p:nvSpPr>
                <p:cNvPr id="60" name="Freeform 63">
                  <a:extLst>
                    <a:ext uri="{FF2B5EF4-FFF2-40B4-BE49-F238E27FC236}">
                      <a16:creationId xmlns:a16="http://schemas.microsoft.com/office/drawing/2014/main" id="{864F4E07-39E4-401F-86E4-0D00102114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-2055580" y="2978949"/>
                  <a:ext cx="1196679" cy="327979"/>
                </a:xfrm>
                <a:custGeom>
                  <a:avLst/>
                  <a:gdLst>
                    <a:gd name="T0" fmla="*/ 0 w 1955"/>
                    <a:gd name="T1" fmla="*/ 430 h 430"/>
                    <a:gd name="T2" fmla="*/ 799 w 1955"/>
                    <a:gd name="T3" fmla="*/ 430 h 430"/>
                    <a:gd name="T4" fmla="*/ 1227 w 1955"/>
                    <a:gd name="T5" fmla="*/ 0 h 430"/>
                    <a:gd name="T6" fmla="*/ 1955 w 1955"/>
                    <a:gd name="T7" fmla="*/ 0 h 430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1584 h 11584"/>
                    <a:gd name="connsiteX0" fmla="*/ 0 w 10000"/>
                    <a:gd name="connsiteY0" fmla="*/ 11584 h 11584"/>
                    <a:gd name="connsiteX1" fmla="*/ 4087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  <a:gd name="connsiteX0" fmla="*/ 0 w 10000"/>
                    <a:gd name="connsiteY0" fmla="*/ 11584 h 11584"/>
                    <a:gd name="connsiteX1" fmla="*/ 5155 w 10000"/>
                    <a:gd name="connsiteY1" fmla="*/ 11584 h 11584"/>
                    <a:gd name="connsiteX2" fmla="*/ 7727 w 10000"/>
                    <a:gd name="connsiteY2" fmla="*/ 0 h 11584"/>
                    <a:gd name="connsiteX3" fmla="*/ 10000 w 10000"/>
                    <a:gd name="connsiteY3" fmla="*/ 0 h 11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00" h="11584">
                      <a:moveTo>
                        <a:pt x="0" y="11584"/>
                      </a:moveTo>
                      <a:lnTo>
                        <a:pt x="5155" y="11584"/>
                      </a:lnTo>
                      <a:lnTo>
                        <a:pt x="7727" y="0"/>
                      </a:lnTo>
                      <a:lnTo>
                        <a:pt x="10000" y="0"/>
                      </a:lnTo>
                    </a:path>
                  </a:pathLst>
                </a:custGeom>
                <a:noFill/>
                <a:ln w="25400" cap="flat">
                  <a:solidFill>
                    <a:srgbClr val="FF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61" name="Freeform 77">
                  <a:extLst>
                    <a:ext uri="{FF2B5EF4-FFF2-40B4-BE49-F238E27FC236}">
                      <a16:creationId xmlns:a16="http://schemas.microsoft.com/office/drawing/2014/main" id="{37618202-C993-4AA5-BFFE-1877A67757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-2269557" y="3114753"/>
                  <a:ext cx="418657" cy="369332"/>
                </a:xfrm>
                <a:custGeom>
                  <a:avLst/>
                  <a:gdLst>
                    <a:gd name="T0" fmla="*/ 1517 w 1818"/>
                    <a:gd name="T1" fmla="*/ 0 h 603"/>
                    <a:gd name="T2" fmla="*/ 1517 w 1818"/>
                    <a:gd name="T3" fmla="*/ 0 h 603"/>
                    <a:gd name="T4" fmla="*/ 1517 w 1818"/>
                    <a:gd name="T5" fmla="*/ 0 h 603"/>
                    <a:gd name="T6" fmla="*/ 302 w 1818"/>
                    <a:gd name="T7" fmla="*/ 0 h 603"/>
                    <a:gd name="T8" fmla="*/ 0 w 1818"/>
                    <a:gd name="T9" fmla="*/ 302 h 603"/>
                    <a:gd name="T10" fmla="*/ 302 w 1818"/>
                    <a:gd name="T11" fmla="*/ 603 h 603"/>
                    <a:gd name="T12" fmla="*/ 1517 w 1818"/>
                    <a:gd name="T13" fmla="*/ 603 h 603"/>
                    <a:gd name="T14" fmla="*/ 1517 w 1818"/>
                    <a:gd name="T15" fmla="*/ 603 h 603"/>
                    <a:gd name="T16" fmla="*/ 1517 w 1818"/>
                    <a:gd name="T17" fmla="*/ 603 h 603"/>
                    <a:gd name="T18" fmla="*/ 1818 w 1818"/>
                    <a:gd name="T19" fmla="*/ 302 h 603"/>
                    <a:gd name="T20" fmla="*/ 1517 w 1818"/>
                    <a:gd name="T21" fmla="*/ 0 h 6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818" h="603">
                      <a:moveTo>
                        <a:pt x="1517" y="0"/>
                      </a:move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1517" y="0"/>
                        <a:pt x="1517" y="0"/>
                        <a:pt x="1517" y="0"/>
                      </a:cubicBezTo>
                      <a:cubicBezTo>
                        <a:pt x="302" y="0"/>
                        <a:pt x="302" y="0"/>
                        <a:pt x="302" y="0"/>
                      </a:cubicBezTo>
                      <a:cubicBezTo>
                        <a:pt x="135" y="0"/>
                        <a:pt x="0" y="135"/>
                        <a:pt x="0" y="302"/>
                      </a:cubicBezTo>
                      <a:cubicBezTo>
                        <a:pt x="0" y="468"/>
                        <a:pt x="135" y="603"/>
                        <a:pt x="302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517" y="603"/>
                        <a:pt x="1517" y="603"/>
                        <a:pt x="1517" y="603"/>
                      </a:cubicBezTo>
                      <a:cubicBezTo>
                        <a:pt x="1683" y="603"/>
                        <a:pt x="1818" y="468"/>
                        <a:pt x="1818" y="302"/>
                      </a:cubicBezTo>
                      <a:cubicBezTo>
                        <a:pt x="1818" y="135"/>
                        <a:pt x="1683" y="0"/>
                        <a:pt x="1517" y="0"/>
                      </a:cubicBezTo>
                      <a:close/>
                    </a:path>
                  </a:pathLst>
                </a:custGeom>
                <a:solidFill>
                  <a:srgbClr val="F86638"/>
                </a:solidFill>
                <a:ln>
                  <a:noFill/>
                </a:ln>
                <a:effectLst>
                  <a:innerShdw blurRad="266700" dist="50800" dir="13500000">
                    <a:prstClr val="black">
                      <a:alpha val="7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2000"/>
                </a:p>
              </p:txBody>
            </p:sp>
          </p:grp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9C46FF6-54AD-4376-8035-01CBFDA5704B}"/>
                  </a:ext>
                </a:extLst>
              </p:cNvPr>
              <p:cNvSpPr txBox="1"/>
              <p:nvPr/>
            </p:nvSpPr>
            <p:spPr>
              <a:xfrm>
                <a:off x="-2296337" y="3119377"/>
                <a:ext cx="5118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R.2</a:t>
                </a:r>
              </a:p>
            </p:txBody>
          </p:sp>
        </p:grpSp>
        <p:sp>
          <p:nvSpPr>
            <p:cNvPr id="57" name="Oval 64">
              <a:extLst>
                <a:ext uri="{FF2B5EF4-FFF2-40B4-BE49-F238E27FC236}">
                  <a16:creationId xmlns:a16="http://schemas.microsoft.com/office/drawing/2014/main" id="{1502EB0E-305D-41EA-B379-8C8DC82F49E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116054" y="3181829"/>
              <a:ext cx="135371" cy="135976"/>
            </a:xfrm>
            <a:prstGeom prst="ellipse">
              <a:avLst/>
            </a:prstGeom>
            <a:solidFill>
              <a:srgbClr val="FF0000"/>
            </a:solidFill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239719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8" ma:contentTypeDescription="Create a new document." ma:contentTypeScope="" ma:versionID="efd9b4af885478ed0a3e84c6362c6fb3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b6abc503e38a49174dd9e5072c65339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466082-b6bf-4153-98c3-3c41e85fda18">
      <Terms xmlns="http://schemas.microsoft.com/office/infopath/2007/PartnerControls"/>
    </lcf76f155ced4ddcb4097134ff3c332f>
    <TaxCatchAll xmlns="dc808d36-874f-4b27-aec2-2fd649817929" xsi:nil="true"/>
  </documentManagement>
</p:properties>
</file>

<file path=customXml/itemProps1.xml><?xml version="1.0" encoding="utf-8"?>
<ds:datastoreItem xmlns:ds="http://schemas.openxmlformats.org/officeDocument/2006/customXml" ds:itemID="{0C55778E-E0F4-493D-9431-7EE097F2738B}"/>
</file>

<file path=customXml/itemProps2.xml><?xml version="1.0" encoding="utf-8"?>
<ds:datastoreItem xmlns:ds="http://schemas.openxmlformats.org/officeDocument/2006/customXml" ds:itemID="{3BC0E2D0-AF5B-4569-9070-0AB619951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C6F567-5C22-4CA9-9A32-2AA7FFB5AD8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1077</Words>
  <Application>Microsoft Office PowerPoint</Application>
  <PresentationFormat>Widescreen</PresentationFormat>
  <Paragraphs>154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Bebas Neue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Blyth</dc:creator>
  <cp:lastModifiedBy>Nicole Boone</cp:lastModifiedBy>
  <cp:revision>19</cp:revision>
  <dcterms:created xsi:type="dcterms:W3CDTF">2018-05-14T12:10:10Z</dcterms:created>
  <dcterms:modified xsi:type="dcterms:W3CDTF">2022-02-16T17:02:39Z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Order">
    <vt:r8>83600</vt:r8>
  </property>
</Properties>
</file>