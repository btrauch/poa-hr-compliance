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303" r:id="rId5"/>
    <p:sldId id="300" r:id="rId6"/>
    <p:sldId id="308" r:id="rId7"/>
    <p:sldId id="301" r:id="rId8"/>
    <p:sldId id="302" r:id="rId9"/>
    <p:sldId id="305" r:id="rId10"/>
    <p:sldId id="306" r:id="rId11"/>
    <p:sldId id="30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FCCFF"/>
    <a:srgbClr val="C5E0B4"/>
    <a:srgbClr val="E2F0D9"/>
    <a:srgbClr val="1E7D2E"/>
    <a:srgbClr val="11356F"/>
    <a:srgbClr val="B1BECC"/>
    <a:srgbClr val="D6E9FE"/>
    <a:srgbClr val="277AF5"/>
    <a:srgbClr val="719F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740789-0D8D-46A6-9196-779BBE1CD666}" v="18" dt="2023-04-11T18:15:56.4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40" d="100"/>
          <a:sy n="40" d="100"/>
        </p:scale>
        <p:origin x="2278" y="105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ike Blyth" userId="0c108f9a-cc80-44e0-b4f7-1719b9f7a79a" providerId="ADAL" clId="{77BFA837-2D23-4287-9EDB-036415894D90}"/>
    <pc:docChg chg="custSel addSld delSld modSld sldOrd">
      <pc:chgData name="Dr. Mike Blyth" userId="0c108f9a-cc80-44e0-b4f7-1719b9f7a79a" providerId="ADAL" clId="{77BFA837-2D23-4287-9EDB-036415894D90}" dt="2022-02-16T11:18:54.804" v="811" actId="6549"/>
      <pc:docMkLst>
        <pc:docMk/>
      </pc:docMkLst>
      <pc:sldChg chg="modSp mod">
        <pc:chgData name="Dr. Mike Blyth" userId="0c108f9a-cc80-44e0-b4f7-1719b9f7a79a" providerId="ADAL" clId="{77BFA837-2D23-4287-9EDB-036415894D90}" dt="2022-02-16T11:17:30.439" v="692" actId="20577"/>
        <pc:sldMkLst>
          <pc:docMk/>
          <pc:sldMk cId="2279497456" sldId="300"/>
        </pc:sldMkLst>
        <pc:spChg chg="mod">
          <ac:chgData name="Dr. Mike Blyth" userId="0c108f9a-cc80-44e0-b4f7-1719b9f7a79a" providerId="ADAL" clId="{77BFA837-2D23-4287-9EDB-036415894D90}" dt="2022-02-16T11:17:30.439" v="692" actId="20577"/>
          <ac:spMkLst>
            <pc:docMk/>
            <pc:sldMk cId="2279497456" sldId="300"/>
            <ac:spMk id="2" creationId="{A450ADDF-9B6A-414C-9C1B-FB3EC218457E}"/>
          </ac:spMkLst>
        </pc:spChg>
      </pc:sldChg>
      <pc:sldChg chg="modSp mod">
        <pc:chgData name="Dr. Mike Blyth" userId="0c108f9a-cc80-44e0-b4f7-1719b9f7a79a" providerId="ADAL" clId="{77BFA837-2D23-4287-9EDB-036415894D90}" dt="2022-02-16T11:18:54.804" v="811" actId="6549"/>
        <pc:sldMkLst>
          <pc:docMk/>
          <pc:sldMk cId="3105217423" sldId="301"/>
        </pc:sldMkLst>
        <pc:spChg chg="mod">
          <ac:chgData name="Dr. Mike Blyth" userId="0c108f9a-cc80-44e0-b4f7-1719b9f7a79a" providerId="ADAL" clId="{77BFA837-2D23-4287-9EDB-036415894D90}" dt="2022-02-16T11:18:54.804" v="811" actId="6549"/>
          <ac:spMkLst>
            <pc:docMk/>
            <pc:sldMk cId="3105217423" sldId="301"/>
            <ac:spMk id="5" creationId="{D5592D81-3EFD-49EC-916D-F5B8D7CC2ECC}"/>
          </ac:spMkLst>
        </pc:spChg>
      </pc:sldChg>
      <pc:sldChg chg="addSp modSp mod">
        <pc:chgData name="Dr. Mike Blyth" userId="0c108f9a-cc80-44e0-b4f7-1719b9f7a79a" providerId="ADAL" clId="{77BFA837-2D23-4287-9EDB-036415894D90}" dt="2022-02-16T11:16:17.382" v="660" actId="20577"/>
        <pc:sldMkLst>
          <pc:docMk/>
          <pc:sldMk cId="3988137506" sldId="305"/>
        </pc:sldMkLst>
        <pc:spChg chg="mod">
          <ac:chgData name="Dr. Mike Blyth" userId="0c108f9a-cc80-44e0-b4f7-1719b9f7a79a" providerId="ADAL" clId="{77BFA837-2D23-4287-9EDB-036415894D90}" dt="2022-02-16T11:15:59.791" v="650" actId="14100"/>
          <ac:spMkLst>
            <pc:docMk/>
            <pc:sldMk cId="3988137506" sldId="305"/>
            <ac:spMk id="6" creationId="{4C2CF203-498E-4900-B199-347B992603E6}"/>
          </ac:spMkLst>
        </pc:spChg>
        <pc:spChg chg="mod">
          <ac:chgData name="Dr. Mike Blyth" userId="0c108f9a-cc80-44e0-b4f7-1719b9f7a79a" providerId="ADAL" clId="{77BFA837-2D23-4287-9EDB-036415894D90}" dt="2022-02-16T11:16:07.759" v="652" actId="114"/>
          <ac:spMkLst>
            <pc:docMk/>
            <pc:sldMk cId="3988137506" sldId="305"/>
            <ac:spMk id="10" creationId="{63434C3D-1A82-4181-861D-28E912D0CF51}"/>
          </ac:spMkLst>
        </pc:spChg>
        <pc:spChg chg="mod">
          <ac:chgData name="Dr. Mike Blyth" userId="0c108f9a-cc80-44e0-b4f7-1719b9f7a79a" providerId="ADAL" clId="{77BFA837-2D23-4287-9EDB-036415894D90}" dt="2022-02-16T11:16:17.382" v="660" actId="20577"/>
          <ac:spMkLst>
            <pc:docMk/>
            <pc:sldMk cId="3988137506" sldId="305"/>
            <ac:spMk id="14" creationId="{4C5487AD-6AC9-4CF2-9891-E63E34D73102}"/>
          </ac:spMkLst>
        </pc:spChg>
        <pc:grpChg chg="mod">
          <ac:chgData name="Dr. Mike Blyth" userId="0c108f9a-cc80-44e0-b4f7-1719b9f7a79a" providerId="ADAL" clId="{77BFA837-2D23-4287-9EDB-036415894D90}" dt="2022-02-16T11:16:00.911" v="651" actId="1076"/>
          <ac:grpSpMkLst>
            <pc:docMk/>
            <pc:sldMk cId="3988137506" sldId="305"/>
            <ac:grpSpMk id="12" creationId="{0522FAED-5AC9-48BA-8680-98E1DD0B5F03}"/>
          </ac:grpSpMkLst>
        </pc:grpChg>
        <pc:grpChg chg="mod">
          <ac:chgData name="Dr. Mike Blyth" userId="0c108f9a-cc80-44e0-b4f7-1719b9f7a79a" providerId="ADAL" clId="{77BFA837-2D23-4287-9EDB-036415894D90}" dt="2022-02-16T11:15:22.550" v="623" actId="1035"/>
          <ac:grpSpMkLst>
            <pc:docMk/>
            <pc:sldMk cId="3988137506" sldId="305"/>
            <ac:grpSpMk id="15" creationId="{52372B45-C704-4717-95B9-A577BF9966D3}"/>
          </ac:grpSpMkLst>
        </pc:grpChg>
        <pc:picChg chg="mod modCrop">
          <ac:chgData name="Dr. Mike Blyth" userId="0c108f9a-cc80-44e0-b4f7-1719b9f7a79a" providerId="ADAL" clId="{77BFA837-2D23-4287-9EDB-036415894D90}" dt="2022-02-16T11:14:44.798" v="525" actId="1076"/>
          <ac:picMkLst>
            <pc:docMk/>
            <pc:sldMk cId="3988137506" sldId="305"/>
            <ac:picMk id="8" creationId="{A51399EA-0238-4E65-90DB-8AB4FC770451}"/>
          </ac:picMkLst>
        </pc:picChg>
        <pc:picChg chg="add mod">
          <ac:chgData name="Dr. Mike Blyth" userId="0c108f9a-cc80-44e0-b4f7-1719b9f7a79a" providerId="ADAL" clId="{77BFA837-2D23-4287-9EDB-036415894D90}" dt="2022-02-16T11:15:24.055" v="624" actId="1076"/>
          <ac:picMkLst>
            <pc:docMk/>
            <pc:sldMk cId="3988137506" sldId="305"/>
            <ac:picMk id="16" creationId="{CEE8EF6C-B5FB-473F-A966-3A7943A842D9}"/>
          </ac:picMkLst>
        </pc:picChg>
      </pc:sldChg>
      <pc:sldChg chg="addSp delSp modSp mod">
        <pc:chgData name="Dr. Mike Blyth" userId="0c108f9a-cc80-44e0-b4f7-1719b9f7a79a" providerId="ADAL" clId="{77BFA837-2D23-4287-9EDB-036415894D90}" dt="2022-02-16T11:17:06.719" v="684" actId="20577"/>
        <pc:sldMkLst>
          <pc:docMk/>
          <pc:sldMk cId="1988916958" sldId="306"/>
        </pc:sldMkLst>
        <pc:spChg chg="mod">
          <ac:chgData name="Dr. Mike Blyth" userId="0c108f9a-cc80-44e0-b4f7-1719b9f7a79a" providerId="ADAL" clId="{77BFA837-2D23-4287-9EDB-036415894D90}" dt="2022-02-16T11:04:36.911" v="8" actId="14100"/>
          <ac:spMkLst>
            <pc:docMk/>
            <pc:sldMk cId="1988916958" sldId="306"/>
            <ac:spMk id="7" creationId="{B954E16C-0E79-4873-93DC-FC0F1DA6E930}"/>
          </ac:spMkLst>
        </pc:spChg>
        <pc:spChg chg="add del mod">
          <ac:chgData name="Dr. Mike Blyth" userId="0c108f9a-cc80-44e0-b4f7-1719b9f7a79a" providerId="ADAL" clId="{77BFA837-2D23-4287-9EDB-036415894D90}" dt="2022-02-16T11:16:38.814" v="661" actId="478"/>
          <ac:spMkLst>
            <pc:docMk/>
            <pc:sldMk cId="1988916958" sldId="306"/>
            <ac:spMk id="9" creationId="{5305367C-FB06-4479-AB85-98DA5FE90893}"/>
          </ac:spMkLst>
        </pc:spChg>
        <pc:spChg chg="mod">
          <ac:chgData name="Dr. Mike Blyth" userId="0c108f9a-cc80-44e0-b4f7-1719b9f7a79a" providerId="ADAL" clId="{77BFA837-2D23-4287-9EDB-036415894D90}" dt="2022-02-16T11:17:06.719" v="684" actId="20577"/>
          <ac:spMkLst>
            <pc:docMk/>
            <pc:sldMk cId="1988916958" sldId="306"/>
            <ac:spMk id="17" creationId="{90B3F9EA-A56F-42BC-A066-8ACCD6B700F5}"/>
          </ac:spMkLst>
        </pc:spChg>
        <pc:spChg chg="mod">
          <ac:chgData name="Dr. Mike Blyth" userId="0c108f9a-cc80-44e0-b4f7-1719b9f7a79a" providerId="ADAL" clId="{77BFA837-2D23-4287-9EDB-036415894D90}" dt="2022-02-16T11:16:51.614" v="666" actId="1076"/>
          <ac:spMkLst>
            <pc:docMk/>
            <pc:sldMk cId="1988916958" sldId="306"/>
            <ac:spMk id="18" creationId="{58EAB547-600D-41D5-A1F6-5E1347F5F739}"/>
          </ac:spMkLst>
        </pc:spChg>
        <pc:picChg chg="add mod modCrop">
          <ac:chgData name="Dr. Mike Blyth" userId="0c108f9a-cc80-44e0-b4f7-1719b9f7a79a" providerId="ADAL" clId="{77BFA837-2D23-4287-9EDB-036415894D90}" dt="2022-02-16T11:04:39.758" v="9" actId="1076"/>
          <ac:picMkLst>
            <pc:docMk/>
            <pc:sldMk cId="1988916958" sldId="306"/>
            <ac:picMk id="3" creationId="{6C3CDE9F-1531-48D8-88DC-3CF07DFD1D6C}"/>
          </ac:picMkLst>
        </pc:picChg>
        <pc:picChg chg="del">
          <ac:chgData name="Dr. Mike Blyth" userId="0c108f9a-cc80-44e0-b4f7-1719b9f7a79a" providerId="ADAL" clId="{77BFA837-2D23-4287-9EDB-036415894D90}" dt="2022-02-16T11:04:29.063" v="5" actId="478"/>
          <ac:picMkLst>
            <pc:docMk/>
            <pc:sldMk cId="1988916958" sldId="306"/>
            <ac:picMk id="4" creationId="{F50D18B2-3C11-4917-B9EE-67E06CBB4045}"/>
          </ac:picMkLst>
        </pc:picChg>
        <pc:picChg chg="mod">
          <ac:chgData name="Dr. Mike Blyth" userId="0c108f9a-cc80-44e0-b4f7-1719b9f7a79a" providerId="ADAL" clId="{77BFA837-2D23-4287-9EDB-036415894D90}" dt="2022-02-16T11:16:53.223" v="667" actId="1076"/>
          <ac:picMkLst>
            <pc:docMk/>
            <pc:sldMk cId="1988916958" sldId="306"/>
            <ac:picMk id="16" creationId="{9961CB87-E749-436D-93F6-746B99F96E0F}"/>
          </ac:picMkLst>
        </pc:picChg>
      </pc:sldChg>
      <pc:sldChg chg="new del">
        <pc:chgData name="Dr. Mike Blyth" userId="0c108f9a-cc80-44e0-b4f7-1719b9f7a79a" providerId="ADAL" clId="{77BFA837-2D23-4287-9EDB-036415894D90}" dt="2022-02-16T11:06:01.574" v="147" actId="47"/>
        <pc:sldMkLst>
          <pc:docMk/>
          <pc:sldMk cId="1752375347" sldId="308"/>
        </pc:sldMkLst>
      </pc:sldChg>
      <pc:sldChg chg="addSp delSp modSp add del mod ord delAnim">
        <pc:chgData name="Dr. Mike Blyth" userId="0c108f9a-cc80-44e0-b4f7-1719b9f7a79a" providerId="ADAL" clId="{77BFA837-2D23-4287-9EDB-036415894D90}" dt="2022-02-16T11:11:35.827" v="196" actId="47"/>
        <pc:sldMkLst>
          <pc:docMk/>
          <pc:sldMk cId="1184704451" sldId="309"/>
        </pc:sldMkLst>
        <pc:grpChg chg="del">
          <ac:chgData name="Dr. Mike Blyth" userId="0c108f9a-cc80-44e0-b4f7-1719b9f7a79a" providerId="ADAL" clId="{77BFA837-2D23-4287-9EDB-036415894D90}" dt="2022-02-16T11:06:04.951" v="149" actId="478"/>
          <ac:grpSpMkLst>
            <pc:docMk/>
            <pc:sldMk cId="1184704451" sldId="309"/>
            <ac:grpSpMk id="12" creationId="{0522FAED-5AC9-48BA-8680-98E1DD0B5F03}"/>
          </ac:grpSpMkLst>
        </pc:grpChg>
        <pc:grpChg chg="del">
          <ac:chgData name="Dr. Mike Blyth" userId="0c108f9a-cc80-44e0-b4f7-1719b9f7a79a" providerId="ADAL" clId="{77BFA837-2D23-4287-9EDB-036415894D90}" dt="2022-02-16T11:06:05.399" v="150" actId="478"/>
          <ac:grpSpMkLst>
            <pc:docMk/>
            <pc:sldMk cId="1184704451" sldId="309"/>
            <ac:grpSpMk id="13" creationId="{75544DA3-65F5-48AA-8F6E-44DB11C1E402}"/>
          </ac:grpSpMkLst>
        </pc:grpChg>
        <pc:grpChg chg="del">
          <ac:chgData name="Dr. Mike Blyth" userId="0c108f9a-cc80-44e0-b4f7-1719b9f7a79a" providerId="ADAL" clId="{77BFA837-2D23-4287-9EDB-036415894D90}" dt="2022-02-16T11:06:04.137" v="148" actId="478"/>
          <ac:grpSpMkLst>
            <pc:docMk/>
            <pc:sldMk cId="1184704451" sldId="309"/>
            <ac:grpSpMk id="15" creationId="{52372B45-C704-4717-95B9-A577BF9966D3}"/>
          </ac:grpSpMkLst>
        </pc:grpChg>
        <pc:picChg chg="add del mod modCrop">
          <ac:chgData name="Dr. Mike Blyth" userId="0c108f9a-cc80-44e0-b4f7-1719b9f7a79a" providerId="ADAL" clId="{77BFA837-2D23-4287-9EDB-036415894D90}" dt="2022-02-16T11:10:45.854" v="184" actId="478"/>
          <ac:picMkLst>
            <pc:docMk/>
            <pc:sldMk cId="1184704451" sldId="309"/>
            <ac:picMk id="4" creationId="{F7541646-8B12-4C32-9AD1-806EA28D5BD6}"/>
          </ac:picMkLst>
        </pc:picChg>
        <pc:picChg chg="add del mod modCrop">
          <ac:chgData name="Dr. Mike Blyth" userId="0c108f9a-cc80-44e0-b4f7-1719b9f7a79a" providerId="ADAL" clId="{77BFA837-2D23-4287-9EDB-036415894D90}" dt="2022-02-16T11:11:23.230" v="190" actId="21"/>
          <ac:picMkLst>
            <pc:docMk/>
            <pc:sldMk cId="1184704451" sldId="309"/>
            <ac:picMk id="7" creationId="{100C7677-EDB6-4093-B805-25113B7E70CA}"/>
          </ac:picMkLst>
        </pc:picChg>
      </pc:sldChg>
    </pc:docChg>
  </pc:docChgLst>
  <pc:docChgLst>
    <pc:chgData name="Dr. Mike Blyth" userId="0c108f9a-cc80-44e0-b4f7-1719b9f7a79a" providerId="ADAL" clId="{BE7B751E-D774-4E85-B19B-EEB4657B162A}"/>
    <pc:docChg chg="undo custSel addSld delSld modSld modMainMaster">
      <pc:chgData name="Dr. Mike Blyth" userId="0c108f9a-cc80-44e0-b4f7-1719b9f7a79a" providerId="ADAL" clId="{BE7B751E-D774-4E85-B19B-EEB4657B162A}" dt="2022-02-03T13:58:01.380" v="1884" actId="1036"/>
      <pc:docMkLst>
        <pc:docMk/>
      </pc:docMkLst>
      <pc:sldChg chg="delSp del mod">
        <pc:chgData name="Dr. Mike Blyth" userId="0c108f9a-cc80-44e0-b4f7-1719b9f7a79a" providerId="ADAL" clId="{BE7B751E-D774-4E85-B19B-EEB4657B162A}" dt="2022-02-03T13:09:49.326" v="1068" actId="47"/>
        <pc:sldMkLst>
          <pc:docMk/>
          <pc:sldMk cId="126398761" sldId="256"/>
        </pc:sldMkLst>
        <pc:grpChg chg="del">
          <ac:chgData name="Dr. Mike Blyth" userId="0c108f9a-cc80-44e0-b4f7-1719b9f7a79a" providerId="ADAL" clId="{BE7B751E-D774-4E85-B19B-EEB4657B162A}" dt="2022-02-03T12:55:30.914" v="9" actId="478"/>
          <ac:grpSpMkLst>
            <pc:docMk/>
            <pc:sldMk cId="126398761" sldId="256"/>
            <ac:grpSpMk id="23" creationId="{C22ABE65-C413-4497-892D-C02E05434AE8}"/>
          </ac:grpSpMkLst>
        </pc:grpChg>
        <pc:grpChg chg="del">
          <ac:chgData name="Dr. Mike Blyth" userId="0c108f9a-cc80-44e0-b4f7-1719b9f7a79a" providerId="ADAL" clId="{BE7B751E-D774-4E85-B19B-EEB4657B162A}" dt="2022-02-03T12:55:37.042" v="10" actId="478"/>
          <ac:grpSpMkLst>
            <pc:docMk/>
            <pc:sldMk cId="126398761" sldId="256"/>
            <ac:grpSpMk id="276" creationId="{CA912978-BA86-4697-9A25-990DBC7EE031}"/>
          </ac:grpSpMkLst>
        </pc:grpChg>
        <pc:cxnChg chg="del">
          <ac:chgData name="Dr. Mike Blyth" userId="0c108f9a-cc80-44e0-b4f7-1719b9f7a79a" providerId="ADAL" clId="{BE7B751E-D774-4E85-B19B-EEB4657B162A}" dt="2022-02-03T12:55:38.570" v="11" actId="478"/>
          <ac:cxnSpMkLst>
            <pc:docMk/>
            <pc:sldMk cId="126398761" sldId="256"/>
            <ac:cxnSpMk id="286" creationId="{FABFFC21-2371-4B5B-B372-93465B371642}"/>
          </ac:cxnSpMkLst>
        </pc:cxnChg>
      </pc:sldChg>
      <pc:sldChg chg="del">
        <pc:chgData name="Dr. Mike Blyth" userId="0c108f9a-cc80-44e0-b4f7-1719b9f7a79a" providerId="ADAL" clId="{BE7B751E-D774-4E85-B19B-EEB4657B162A}" dt="2022-02-03T12:55:28.082" v="8" actId="47"/>
        <pc:sldMkLst>
          <pc:docMk/>
          <pc:sldMk cId="1556206925" sldId="257"/>
        </pc:sldMkLst>
      </pc:sldChg>
      <pc:sldChg chg="del">
        <pc:chgData name="Dr. Mike Blyth" userId="0c108f9a-cc80-44e0-b4f7-1719b9f7a79a" providerId="ADAL" clId="{BE7B751E-D774-4E85-B19B-EEB4657B162A}" dt="2022-02-03T12:55:12.196" v="4" actId="47"/>
        <pc:sldMkLst>
          <pc:docMk/>
          <pc:sldMk cId="3793983845" sldId="258"/>
        </pc:sldMkLst>
      </pc:sldChg>
      <pc:sldChg chg="delSp add del">
        <pc:chgData name="Dr. Mike Blyth" userId="0c108f9a-cc80-44e0-b4f7-1719b9f7a79a" providerId="ADAL" clId="{BE7B751E-D774-4E85-B19B-EEB4657B162A}" dt="2022-02-03T13:10:49.858" v="1165" actId="47"/>
        <pc:sldMkLst>
          <pc:docMk/>
          <pc:sldMk cId="0" sldId="298"/>
        </pc:sldMkLst>
        <pc:picChg chg="del">
          <ac:chgData name="Dr. Mike Blyth" userId="0c108f9a-cc80-44e0-b4f7-1719b9f7a79a" providerId="ADAL" clId="{BE7B751E-D774-4E85-B19B-EEB4657B162A}" dt="2022-02-03T12:54:44.921" v="0" actId="478"/>
          <ac:picMkLst>
            <pc:docMk/>
            <pc:sldMk cId="0" sldId="298"/>
            <ac:picMk id="13" creationId="{5B241106-C25D-4F8C-AD7D-BA161AC3A5BA}"/>
          </ac:picMkLst>
        </pc:picChg>
      </pc:sldChg>
      <pc:sldChg chg="del">
        <pc:chgData name="Dr. Mike Blyth" userId="0c108f9a-cc80-44e0-b4f7-1719b9f7a79a" providerId="ADAL" clId="{BE7B751E-D774-4E85-B19B-EEB4657B162A}" dt="2022-02-03T13:10:51.350" v="1166" actId="47"/>
        <pc:sldMkLst>
          <pc:docMk/>
          <pc:sldMk cId="3101956048" sldId="299"/>
        </pc:sldMkLst>
      </pc:sldChg>
      <pc:sldChg chg="addSp delSp modSp add mod">
        <pc:chgData name="Dr. Mike Blyth" userId="0c108f9a-cc80-44e0-b4f7-1719b9f7a79a" providerId="ADAL" clId="{BE7B751E-D774-4E85-B19B-EEB4657B162A}" dt="2022-02-03T13:58:01.380" v="1884" actId="1036"/>
        <pc:sldMkLst>
          <pc:docMk/>
          <pc:sldMk cId="2279497456" sldId="300"/>
        </pc:sldMkLst>
        <pc:spChg chg="del">
          <ac:chgData name="Dr. Mike Blyth" userId="0c108f9a-cc80-44e0-b4f7-1719b9f7a79a" providerId="ADAL" clId="{BE7B751E-D774-4E85-B19B-EEB4657B162A}" dt="2022-02-03T12:59:10.921" v="15" actId="478"/>
          <ac:spMkLst>
            <pc:docMk/>
            <pc:sldMk cId="2279497456" sldId="300"/>
            <ac:spMk id="6" creationId="{19B2F00D-B3B6-48BB-9192-76B4E1A6C47B}"/>
          </ac:spMkLst>
        </pc:spChg>
        <pc:spChg chg="del">
          <ac:chgData name="Dr. Mike Blyth" userId="0c108f9a-cc80-44e0-b4f7-1719b9f7a79a" providerId="ADAL" clId="{BE7B751E-D774-4E85-B19B-EEB4657B162A}" dt="2022-02-03T12:59:07.134" v="13" actId="478"/>
          <ac:spMkLst>
            <pc:docMk/>
            <pc:sldMk cId="2279497456" sldId="300"/>
            <ac:spMk id="7" creationId="{B507B275-81A5-4D8D-9F56-722B8A9850BB}"/>
          </ac:spMkLst>
        </pc:spChg>
        <pc:spChg chg="del">
          <ac:chgData name="Dr. Mike Blyth" userId="0c108f9a-cc80-44e0-b4f7-1719b9f7a79a" providerId="ADAL" clId="{BE7B751E-D774-4E85-B19B-EEB4657B162A}" dt="2022-02-03T12:59:14.017" v="18" actId="478"/>
          <ac:spMkLst>
            <pc:docMk/>
            <pc:sldMk cId="2279497456" sldId="300"/>
            <ac:spMk id="8" creationId="{5F622DC3-22C2-4CE0-89B0-D02D877F4A23}"/>
          </ac:spMkLst>
        </pc:spChg>
        <pc:spChg chg="del">
          <ac:chgData name="Dr. Mike Blyth" userId="0c108f9a-cc80-44e0-b4f7-1719b9f7a79a" providerId="ADAL" clId="{BE7B751E-D774-4E85-B19B-EEB4657B162A}" dt="2022-02-03T12:59:13.370" v="17" actId="478"/>
          <ac:spMkLst>
            <pc:docMk/>
            <pc:sldMk cId="2279497456" sldId="300"/>
            <ac:spMk id="9" creationId="{3AD4618D-E74D-4F55-B333-5EBEC9E4FCF4}"/>
          </ac:spMkLst>
        </pc:spChg>
        <pc:spChg chg="del">
          <ac:chgData name="Dr. Mike Blyth" userId="0c108f9a-cc80-44e0-b4f7-1719b9f7a79a" providerId="ADAL" clId="{BE7B751E-D774-4E85-B19B-EEB4657B162A}" dt="2022-02-03T12:59:20.493" v="22" actId="478"/>
          <ac:spMkLst>
            <pc:docMk/>
            <pc:sldMk cId="2279497456" sldId="300"/>
            <ac:spMk id="78" creationId="{F4E6C8AD-F7DC-4623-9581-2C7E1C04CE39}"/>
          </ac:spMkLst>
        </pc:spChg>
        <pc:spChg chg="del">
          <ac:chgData name="Dr. Mike Blyth" userId="0c108f9a-cc80-44e0-b4f7-1719b9f7a79a" providerId="ADAL" clId="{BE7B751E-D774-4E85-B19B-EEB4657B162A}" dt="2022-02-03T12:59:12.737" v="16" actId="478"/>
          <ac:spMkLst>
            <pc:docMk/>
            <pc:sldMk cId="2279497456" sldId="300"/>
            <ac:spMk id="79" creationId="{EE82686B-E788-4E99-9DF3-BD622D0B743A}"/>
          </ac:spMkLst>
        </pc:spChg>
        <pc:spChg chg="del">
          <ac:chgData name="Dr. Mike Blyth" userId="0c108f9a-cc80-44e0-b4f7-1719b9f7a79a" providerId="ADAL" clId="{BE7B751E-D774-4E85-B19B-EEB4657B162A}" dt="2022-02-03T12:59:17.154" v="20" actId="478"/>
          <ac:spMkLst>
            <pc:docMk/>
            <pc:sldMk cId="2279497456" sldId="300"/>
            <ac:spMk id="80" creationId="{8000C00D-0057-4E24-9751-B0BDEC60B8F3}"/>
          </ac:spMkLst>
        </pc:spChg>
        <pc:spChg chg="del mod">
          <ac:chgData name="Dr. Mike Blyth" userId="0c108f9a-cc80-44e0-b4f7-1719b9f7a79a" providerId="ADAL" clId="{BE7B751E-D774-4E85-B19B-EEB4657B162A}" dt="2022-02-03T12:59:18.585" v="21" actId="478"/>
          <ac:spMkLst>
            <pc:docMk/>
            <pc:sldMk cId="2279497456" sldId="300"/>
            <ac:spMk id="81" creationId="{B8C71FB5-FB99-4738-89B3-5EBA4997A9A9}"/>
          </ac:spMkLst>
        </pc:spChg>
        <pc:spChg chg="del">
          <ac:chgData name="Dr. Mike Blyth" userId="0c108f9a-cc80-44e0-b4f7-1719b9f7a79a" providerId="ADAL" clId="{BE7B751E-D774-4E85-B19B-EEB4657B162A}" dt="2022-02-03T12:59:28.741" v="25" actId="478"/>
          <ac:spMkLst>
            <pc:docMk/>
            <pc:sldMk cId="2279497456" sldId="300"/>
            <ac:spMk id="102" creationId="{E556D007-FB89-4CE4-BD0D-2C57DF8A7828}"/>
          </ac:spMkLst>
        </pc:spChg>
        <pc:spChg chg="del">
          <ac:chgData name="Dr. Mike Blyth" userId="0c108f9a-cc80-44e0-b4f7-1719b9f7a79a" providerId="ADAL" clId="{BE7B751E-D774-4E85-B19B-EEB4657B162A}" dt="2022-02-03T12:59:28.741" v="25" actId="478"/>
          <ac:spMkLst>
            <pc:docMk/>
            <pc:sldMk cId="2279497456" sldId="300"/>
            <ac:spMk id="108" creationId="{12041210-9A7C-4A80-A974-51EF47FDA9EF}"/>
          </ac:spMkLst>
        </pc:spChg>
        <pc:spChg chg="del">
          <ac:chgData name="Dr. Mike Blyth" userId="0c108f9a-cc80-44e0-b4f7-1719b9f7a79a" providerId="ADAL" clId="{BE7B751E-D774-4E85-B19B-EEB4657B162A}" dt="2022-02-03T13:11:31.713" v="1233" actId="478"/>
          <ac:spMkLst>
            <pc:docMk/>
            <pc:sldMk cId="2279497456" sldId="300"/>
            <ac:spMk id="112" creationId="{CF87C5EA-D77B-4300-BC5F-38A1400E7112}"/>
          </ac:spMkLst>
        </pc:spChg>
        <pc:spChg chg="del">
          <ac:chgData name="Dr. Mike Blyth" userId="0c108f9a-cc80-44e0-b4f7-1719b9f7a79a" providerId="ADAL" clId="{BE7B751E-D774-4E85-B19B-EEB4657B162A}" dt="2022-02-03T13:11:31.713" v="1233" actId="478"/>
          <ac:spMkLst>
            <pc:docMk/>
            <pc:sldMk cId="2279497456" sldId="300"/>
            <ac:spMk id="113" creationId="{563824CE-3876-4D60-BD05-EEE8E4732C02}"/>
          </ac:spMkLst>
        </pc:spChg>
        <pc:spChg chg="del">
          <ac:chgData name="Dr. Mike Blyth" userId="0c108f9a-cc80-44e0-b4f7-1719b9f7a79a" providerId="ADAL" clId="{BE7B751E-D774-4E85-B19B-EEB4657B162A}" dt="2022-02-03T13:11:31.713" v="1233" actId="478"/>
          <ac:spMkLst>
            <pc:docMk/>
            <pc:sldMk cId="2279497456" sldId="300"/>
            <ac:spMk id="114" creationId="{04446686-6141-4483-8FCC-A1F192404D39}"/>
          </ac:spMkLst>
        </pc:spChg>
        <pc:spChg chg="del">
          <ac:chgData name="Dr. Mike Blyth" userId="0c108f9a-cc80-44e0-b4f7-1719b9f7a79a" providerId="ADAL" clId="{BE7B751E-D774-4E85-B19B-EEB4657B162A}" dt="2022-02-03T13:11:31.713" v="1233" actId="478"/>
          <ac:spMkLst>
            <pc:docMk/>
            <pc:sldMk cId="2279497456" sldId="300"/>
            <ac:spMk id="115" creationId="{3746C217-345A-4572-8CDB-F55C1969B367}"/>
          </ac:spMkLst>
        </pc:spChg>
        <pc:spChg chg="del">
          <ac:chgData name="Dr. Mike Blyth" userId="0c108f9a-cc80-44e0-b4f7-1719b9f7a79a" providerId="ADAL" clId="{BE7B751E-D774-4E85-B19B-EEB4657B162A}" dt="2022-02-03T13:11:31.713" v="1233" actId="478"/>
          <ac:spMkLst>
            <pc:docMk/>
            <pc:sldMk cId="2279497456" sldId="300"/>
            <ac:spMk id="116" creationId="{37E16633-A5E0-442B-88DE-B251D318430A}"/>
          </ac:spMkLst>
        </pc:spChg>
        <pc:spChg chg="del">
          <ac:chgData name="Dr. Mike Blyth" userId="0c108f9a-cc80-44e0-b4f7-1719b9f7a79a" providerId="ADAL" clId="{BE7B751E-D774-4E85-B19B-EEB4657B162A}" dt="2022-02-03T13:11:31.713" v="1233" actId="478"/>
          <ac:spMkLst>
            <pc:docMk/>
            <pc:sldMk cId="2279497456" sldId="300"/>
            <ac:spMk id="117" creationId="{7290981C-B79F-434C-8DDF-68857FA68FDA}"/>
          </ac:spMkLst>
        </pc:spChg>
        <pc:spChg chg="del">
          <ac:chgData name="Dr. Mike Blyth" userId="0c108f9a-cc80-44e0-b4f7-1719b9f7a79a" providerId="ADAL" clId="{BE7B751E-D774-4E85-B19B-EEB4657B162A}" dt="2022-02-03T13:11:31.713" v="1233" actId="478"/>
          <ac:spMkLst>
            <pc:docMk/>
            <pc:sldMk cId="2279497456" sldId="300"/>
            <ac:spMk id="118" creationId="{5D054E0D-8C17-46F6-A88B-F1373CD6B93F}"/>
          </ac:spMkLst>
        </pc:spChg>
        <pc:spChg chg="del">
          <ac:chgData name="Dr. Mike Blyth" userId="0c108f9a-cc80-44e0-b4f7-1719b9f7a79a" providerId="ADAL" clId="{BE7B751E-D774-4E85-B19B-EEB4657B162A}" dt="2022-02-03T13:11:31.713" v="1233" actId="478"/>
          <ac:spMkLst>
            <pc:docMk/>
            <pc:sldMk cId="2279497456" sldId="300"/>
            <ac:spMk id="119" creationId="{C4B0B62F-C9F1-4CF5-8950-5A29EA7B30B1}"/>
          </ac:spMkLst>
        </pc:spChg>
        <pc:spChg chg="del">
          <ac:chgData name="Dr. Mike Blyth" userId="0c108f9a-cc80-44e0-b4f7-1719b9f7a79a" providerId="ADAL" clId="{BE7B751E-D774-4E85-B19B-EEB4657B162A}" dt="2022-02-03T13:11:31.713" v="1233" actId="478"/>
          <ac:spMkLst>
            <pc:docMk/>
            <pc:sldMk cId="2279497456" sldId="300"/>
            <ac:spMk id="120" creationId="{B0F1DE12-B4A9-4634-863B-7EB750FF8B19}"/>
          </ac:spMkLst>
        </pc:spChg>
        <pc:spChg chg="del">
          <ac:chgData name="Dr. Mike Blyth" userId="0c108f9a-cc80-44e0-b4f7-1719b9f7a79a" providerId="ADAL" clId="{BE7B751E-D774-4E85-B19B-EEB4657B162A}" dt="2022-02-03T13:11:31.713" v="1233" actId="478"/>
          <ac:spMkLst>
            <pc:docMk/>
            <pc:sldMk cId="2279497456" sldId="300"/>
            <ac:spMk id="121" creationId="{ABBE9F38-209D-4608-8CD5-524923AF5628}"/>
          </ac:spMkLst>
        </pc:spChg>
        <pc:spChg chg="del">
          <ac:chgData name="Dr. Mike Blyth" userId="0c108f9a-cc80-44e0-b4f7-1719b9f7a79a" providerId="ADAL" clId="{BE7B751E-D774-4E85-B19B-EEB4657B162A}" dt="2022-02-03T13:11:31.713" v="1233" actId="478"/>
          <ac:spMkLst>
            <pc:docMk/>
            <pc:sldMk cId="2279497456" sldId="300"/>
            <ac:spMk id="122" creationId="{35BE53D8-9566-4D4E-80AC-C44810467347}"/>
          </ac:spMkLst>
        </pc:spChg>
        <pc:spChg chg="del">
          <ac:chgData name="Dr. Mike Blyth" userId="0c108f9a-cc80-44e0-b4f7-1719b9f7a79a" providerId="ADAL" clId="{BE7B751E-D774-4E85-B19B-EEB4657B162A}" dt="2022-02-03T13:11:31.713" v="1233" actId="478"/>
          <ac:spMkLst>
            <pc:docMk/>
            <pc:sldMk cId="2279497456" sldId="300"/>
            <ac:spMk id="123" creationId="{03A6A463-A193-4B3D-9632-B47EB5BEF796}"/>
          </ac:spMkLst>
        </pc:spChg>
        <pc:spChg chg="del">
          <ac:chgData name="Dr. Mike Blyth" userId="0c108f9a-cc80-44e0-b4f7-1719b9f7a79a" providerId="ADAL" clId="{BE7B751E-D774-4E85-B19B-EEB4657B162A}" dt="2022-02-03T12:59:28.741" v="25" actId="478"/>
          <ac:spMkLst>
            <pc:docMk/>
            <pc:sldMk cId="2279497456" sldId="300"/>
            <ac:spMk id="279" creationId="{E8793863-F9D5-4B82-A807-75060A11C025}"/>
          </ac:spMkLst>
        </pc:spChg>
        <pc:spChg chg="del">
          <ac:chgData name="Dr. Mike Blyth" userId="0c108f9a-cc80-44e0-b4f7-1719b9f7a79a" providerId="ADAL" clId="{BE7B751E-D774-4E85-B19B-EEB4657B162A}" dt="2022-02-03T12:59:28.741" v="25" actId="478"/>
          <ac:spMkLst>
            <pc:docMk/>
            <pc:sldMk cId="2279497456" sldId="300"/>
            <ac:spMk id="280" creationId="{FC3843C6-0E6C-4FF1-96D1-D20C82D59DC0}"/>
          </ac:spMkLst>
        </pc:spChg>
        <pc:spChg chg="mod">
          <ac:chgData name="Dr. Mike Blyth" userId="0c108f9a-cc80-44e0-b4f7-1719b9f7a79a" providerId="ADAL" clId="{BE7B751E-D774-4E85-B19B-EEB4657B162A}" dt="2022-02-03T13:24:31.555" v="1807" actId="1036"/>
          <ac:spMkLst>
            <pc:docMk/>
            <pc:sldMk cId="2279497456" sldId="300"/>
            <ac:spMk id="281" creationId="{905ED86D-5E72-4C0A-8C42-60D1E16EA353}"/>
          </ac:spMkLst>
        </pc:spChg>
        <pc:spChg chg="mod">
          <ac:chgData name="Dr. Mike Blyth" userId="0c108f9a-cc80-44e0-b4f7-1719b9f7a79a" providerId="ADAL" clId="{BE7B751E-D774-4E85-B19B-EEB4657B162A}" dt="2022-02-03T13:24:03.594" v="1802" actId="255"/>
          <ac:spMkLst>
            <pc:docMk/>
            <pc:sldMk cId="2279497456" sldId="300"/>
            <ac:spMk id="282" creationId="{CBAB22C9-B807-42F6-B8C1-92370AC36483}"/>
          </ac:spMkLst>
        </pc:spChg>
        <pc:spChg chg="del">
          <ac:chgData name="Dr. Mike Blyth" userId="0c108f9a-cc80-44e0-b4f7-1719b9f7a79a" providerId="ADAL" clId="{BE7B751E-D774-4E85-B19B-EEB4657B162A}" dt="2022-02-03T12:59:28.741" v="25" actId="478"/>
          <ac:spMkLst>
            <pc:docMk/>
            <pc:sldMk cId="2279497456" sldId="300"/>
            <ac:spMk id="283" creationId="{1EBC038A-3C23-4791-870E-499EACB54F3C}"/>
          </ac:spMkLst>
        </pc:spChg>
        <pc:spChg chg="mod">
          <ac:chgData name="Dr. Mike Blyth" userId="0c108f9a-cc80-44e0-b4f7-1719b9f7a79a" providerId="ADAL" clId="{BE7B751E-D774-4E85-B19B-EEB4657B162A}" dt="2022-02-03T13:13:13.915" v="1321" actId="1076"/>
          <ac:spMkLst>
            <pc:docMk/>
            <pc:sldMk cId="2279497456" sldId="300"/>
            <ac:spMk id="291" creationId="{192B4A6D-9B72-4C2C-9466-FD4A792AA7B8}"/>
          </ac:spMkLst>
        </pc:spChg>
        <pc:spChg chg="mod">
          <ac:chgData name="Dr. Mike Blyth" userId="0c108f9a-cc80-44e0-b4f7-1719b9f7a79a" providerId="ADAL" clId="{BE7B751E-D774-4E85-B19B-EEB4657B162A}" dt="2022-02-03T13:24:00.378" v="1801" actId="1076"/>
          <ac:spMkLst>
            <pc:docMk/>
            <pc:sldMk cId="2279497456" sldId="300"/>
            <ac:spMk id="310" creationId="{EAA00E86-D84F-43AC-9D8C-CAC2C4D828B3}"/>
          </ac:spMkLst>
        </pc:spChg>
        <pc:spChg chg="mod">
          <ac:chgData name="Dr. Mike Blyth" userId="0c108f9a-cc80-44e0-b4f7-1719b9f7a79a" providerId="ADAL" clId="{BE7B751E-D774-4E85-B19B-EEB4657B162A}" dt="2022-02-03T13:01:39.724" v="180"/>
          <ac:spMkLst>
            <pc:docMk/>
            <pc:sldMk cId="2279497456" sldId="300"/>
            <ac:spMk id="312" creationId="{AC3D7B81-AC9D-4D6B-A00F-26E145B109BA}"/>
          </ac:spMkLst>
        </pc:spChg>
        <pc:spChg chg="mod">
          <ac:chgData name="Dr. Mike Blyth" userId="0c108f9a-cc80-44e0-b4f7-1719b9f7a79a" providerId="ADAL" clId="{BE7B751E-D774-4E85-B19B-EEB4657B162A}" dt="2022-02-03T13:01:39.724" v="180"/>
          <ac:spMkLst>
            <pc:docMk/>
            <pc:sldMk cId="2279497456" sldId="300"/>
            <ac:spMk id="313" creationId="{83BA985E-4517-42CD-BCFD-83BA64E31123}"/>
          </ac:spMkLst>
        </pc:spChg>
        <pc:spChg chg="mod">
          <ac:chgData name="Dr. Mike Blyth" userId="0c108f9a-cc80-44e0-b4f7-1719b9f7a79a" providerId="ADAL" clId="{BE7B751E-D774-4E85-B19B-EEB4657B162A}" dt="2022-02-03T13:44:57.899" v="1838" actId="20577"/>
          <ac:spMkLst>
            <pc:docMk/>
            <pc:sldMk cId="2279497456" sldId="300"/>
            <ac:spMk id="316" creationId="{A6F65169-5AD4-4F59-843C-258101D5E014}"/>
          </ac:spMkLst>
        </pc:spChg>
        <pc:spChg chg="mod">
          <ac:chgData name="Dr. Mike Blyth" userId="0c108f9a-cc80-44e0-b4f7-1719b9f7a79a" providerId="ADAL" clId="{BE7B751E-D774-4E85-B19B-EEB4657B162A}" dt="2022-02-03T13:44:39.212" v="1824" actId="1035"/>
          <ac:spMkLst>
            <pc:docMk/>
            <pc:sldMk cId="2279497456" sldId="300"/>
            <ac:spMk id="317" creationId="{1F353DAE-2FAE-4208-A3FD-4276D8B6BA0A}"/>
          </ac:spMkLst>
        </pc:spChg>
        <pc:spChg chg="mod">
          <ac:chgData name="Dr. Mike Blyth" userId="0c108f9a-cc80-44e0-b4f7-1719b9f7a79a" providerId="ADAL" clId="{BE7B751E-D774-4E85-B19B-EEB4657B162A}" dt="2022-02-03T13:05:16.305" v="530" actId="1035"/>
          <ac:spMkLst>
            <pc:docMk/>
            <pc:sldMk cId="2279497456" sldId="300"/>
            <ac:spMk id="320" creationId="{77968CC0-05D5-45A1-9DEE-48713EA7FA74}"/>
          </ac:spMkLst>
        </pc:spChg>
        <pc:spChg chg="mod">
          <ac:chgData name="Dr. Mike Blyth" userId="0c108f9a-cc80-44e0-b4f7-1719b9f7a79a" providerId="ADAL" clId="{BE7B751E-D774-4E85-B19B-EEB4657B162A}" dt="2022-02-03T13:44:43.356" v="1825" actId="1036"/>
          <ac:spMkLst>
            <pc:docMk/>
            <pc:sldMk cId="2279497456" sldId="300"/>
            <ac:spMk id="321" creationId="{08C65D10-EF2A-4880-9DAF-0FA585B802AD}"/>
          </ac:spMkLst>
        </pc:spChg>
        <pc:spChg chg="mod">
          <ac:chgData name="Dr. Mike Blyth" userId="0c108f9a-cc80-44e0-b4f7-1719b9f7a79a" providerId="ADAL" clId="{BE7B751E-D774-4E85-B19B-EEB4657B162A}" dt="2022-02-03T13:05:37.325" v="575"/>
          <ac:spMkLst>
            <pc:docMk/>
            <pc:sldMk cId="2279497456" sldId="300"/>
            <ac:spMk id="323" creationId="{775884B8-3CA3-42D1-B122-EB72B7273F05}"/>
          </ac:spMkLst>
        </pc:spChg>
        <pc:spChg chg="mod">
          <ac:chgData name="Dr. Mike Blyth" userId="0c108f9a-cc80-44e0-b4f7-1719b9f7a79a" providerId="ADAL" clId="{BE7B751E-D774-4E85-B19B-EEB4657B162A}" dt="2022-02-03T13:05:37.325" v="575"/>
          <ac:spMkLst>
            <pc:docMk/>
            <pc:sldMk cId="2279497456" sldId="300"/>
            <ac:spMk id="324" creationId="{C3332F3E-7D64-4E35-8A6B-9E792E3D8846}"/>
          </ac:spMkLst>
        </pc:spChg>
        <pc:spChg chg="mod">
          <ac:chgData name="Dr. Mike Blyth" userId="0c108f9a-cc80-44e0-b4f7-1719b9f7a79a" providerId="ADAL" clId="{BE7B751E-D774-4E85-B19B-EEB4657B162A}" dt="2022-02-03T13:06:29.715" v="705" actId="1076"/>
          <ac:spMkLst>
            <pc:docMk/>
            <pc:sldMk cId="2279497456" sldId="300"/>
            <ac:spMk id="327" creationId="{D41C9029-374E-4DD1-AE26-DBAE46529090}"/>
          </ac:spMkLst>
        </pc:spChg>
        <pc:spChg chg="mod">
          <ac:chgData name="Dr. Mike Blyth" userId="0c108f9a-cc80-44e0-b4f7-1719b9f7a79a" providerId="ADAL" clId="{BE7B751E-D774-4E85-B19B-EEB4657B162A}" dt="2022-02-03T13:23:25.959" v="1792" actId="255"/>
          <ac:spMkLst>
            <pc:docMk/>
            <pc:sldMk cId="2279497456" sldId="300"/>
            <ac:spMk id="328" creationId="{57E86121-98B2-47B0-85AA-D5DC3E19CDAA}"/>
          </ac:spMkLst>
        </pc:spChg>
        <pc:spChg chg="mod">
          <ac:chgData name="Dr. Mike Blyth" userId="0c108f9a-cc80-44e0-b4f7-1719b9f7a79a" providerId="ADAL" clId="{BE7B751E-D774-4E85-B19B-EEB4657B162A}" dt="2022-02-03T13:06:40.766" v="722"/>
          <ac:spMkLst>
            <pc:docMk/>
            <pc:sldMk cId="2279497456" sldId="300"/>
            <ac:spMk id="330" creationId="{4FC53F83-27CF-4305-8955-30034BC3CA6D}"/>
          </ac:spMkLst>
        </pc:spChg>
        <pc:spChg chg="mod">
          <ac:chgData name="Dr. Mike Blyth" userId="0c108f9a-cc80-44e0-b4f7-1719b9f7a79a" providerId="ADAL" clId="{BE7B751E-D774-4E85-B19B-EEB4657B162A}" dt="2022-02-03T13:06:40.766" v="722"/>
          <ac:spMkLst>
            <pc:docMk/>
            <pc:sldMk cId="2279497456" sldId="300"/>
            <ac:spMk id="331" creationId="{AF35EFED-5032-47A6-A88C-045CBE9B21BE}"/>
          </ac:spMkLst>
        </pc:spChg>
        <pc:spChg chg="mod">
          <ac:chgData name="Dr. Mike Blyth" userId="0c108f9a-cc80-44e0-b4f7-1719b9f7a79a" providerId="ADAL" clId="{BE7B751E-D774-4E85-B19B-EEB4657B162A}" dt="2022-02-03T13:06:59.378" v="746" actId="20577"/>
          <ac:spMkLst>
            <pc:docMk/>
            <pc:sldMk cId="2279497456" sldId="300"/>
            <ac:spMk id="334" creationId="{EE8D3A5C-84C1-47F0-AACF-4985B6E2B1C7}"/>
          </ac:spMkLst>
        </pc:spChg>
        <pc:spChg chg="mod">
          <ac:chgData name="Dr. Mike Blyth" userId="0c108f9a-cc80-44e0-b4f7-1719b9f7a79a" providerId="ADAL" clId="{BE7B751E-D774-4E85-B19B-EEB4657B162A}" dt="2022-02-03T13:23:22.243" v="1791" actId="255"/>
          <ac:spMkLst>
            <pc:docMk/>
            <pc:sldMk cId="2279497456" sldId="300"/>
            <ac:spMk id="336" creationId="{6CF88405-90F0-4BE5-90F9-C5BC39D0C8E4}"/>
          </ac:spMkLst>
        </pc:spChg>
        <pc:spChg chg="mod">
          <ac:chgData name="Dr. Mike Blyth" userId="0c108f9a-cc80-44e0-b4f7-1719b9f7a79a" providerId="ADAL" clId="{BE7B751E-D774-4E85-B19B-EEB4657B162A}" dt="2022-02-03T13:08:59.921" v="962" actId="1037"/>
          <ac:spMkLst>
            <pc:docMk/>
            <pc:sldMk cId="2279497456" sldId="300"/>
            <ac:spMk id="339" creationId="{827867A4-9FCC-4FD8-A879-9B187455ED3C}"/>
          </ac:spMkLst>
        </pc:spChg>
        <pc:spChg chg="mod">
          <ac:chgData name="Dr. Mike Blyth" userId="0c108f9a-cc80-44e0-b4f7-1719b9f7a79a" providerId="ADAL" clId="{BE7B751E-D774-4E85-B19B-EEB4657B162A}" dt="2022-02-03T13:08:33.323" v="956" actId="404"/>
          <ac:spMkLst>
            <pc:docMk/>
            <pc:sldMk cId="2279497456" sldId="300"/>
            <ac:spMk id="340" creationId="{65CAFC24-36A0-46C7-9428-BE281862E7DD}"/>
          </ac:spMkLst>
        </pc:spChg>
        <pc:spChg chg="mod">
          <ac:chgData name="Dr. Mike Blyth" userId="0c108f9a-cc80-44e0-b4f7-1719b9f7a79a" providerId="ADAL" clId="{BE7B751E-D774-4E85-B19B-EEB4657B162A}" dt="2022-02-03T13:10:02.593" v="1076" actId="20577"/>
          <ac:spMkLst>
            <pc:docMk/>
            <pc:sldMk cId="2279497456" sldId="300"/>
            <ac:spMk id="344" creationId="{66569F1C-78F0-41EA-9CA7-D1A84C2C83FF}"/>
          </ac:spMkLst>
        </pc:spChg>
        <pc:spChg chg="mod">
          <ac:chgData name="Dr. Mike Blyth" userId="0c108f9a-cc80-44e0-b4f7-1719b9f7a79a" providerId="ADAL" clId="{BE7B751E-D774-4E85-B19B-EEB4657B162A}" dt="2022-02-03T13:23:47.967" v="1797" actId="255"/>
          <ac:spMkLst>
            <pc:docMk/>
            <pc:sldMk cId="2279497456" sldId="300"/>
            <ac:spMk id="404" creationId="{EC513543-6588-4E82-BF8D-B8F660853F56}"/>
          </ac:spMkLst>
        </pc:spChg>
        <pc:spChg chg="mod">
          <ac:chgData name="Dr. Mike Blyth" userId="0c108f9a-cc80-44e0-b4f7-1719b9f7a79a" providerId="ADAL" clId="{BE7B751E-D774-4E85-B19B-EEB4657B162A}" dt="2022-02-03T13:09:56.822" v="1070"/>
          <ac:spMkLst>
            <pc:docMk/>
            <pc:sldMk cId="2279497456" sldId="300"/>
            <ac:spMk id="408" creationId="{B1D3FB5D-1CAF-439D-B548-C8EF90CB649B}"/>
          </ac:spMkLst>
        </pc:spChg>
        <pc:spChg chg="mod">
          <ac:chgData name="Dr. Mike Blyth" userId="0c108f9a-cc80-44e0-b4f7-1719b9f7a79a" providerId="ADAL" clId="{BE7B751E-D774-4E85-B19B-EEB4657B162A}" dt="2022-02-03T13:26:18.500" v="1821"/>
          <ac:spMkLst>
            <pc:docMk/>
            <pc:sldMk cId="2279497456" sldId="300"/>
            <ac:spMk id="409" creationId="{EB6C4A78-A658-427B-9199-CFB5612720BC}"/>
          </ac:spMkLst>
        </pc:spChg>
        <pc:spChg chg="add mod ord">
          <ac:chgData name="Dr. Mike Blyth" userId="0c108f9a-cc80-44e0-b4f7-1719b9f7a79a" providerId="ADAL" clId="{BE7B751E-D774-4E85-B19B-EEB4657B162A}" dt="2022-02-03T13:12:38.034" v="1250" actId="20577"/>
          <ac:spMkLst>
            <pc:docMk/>
            <pc:sldMk cId="2279497456" sldId="300"/>
            <ac:spMk id="410" creationId="{AB1508A9-F169-41E7-AAE9-78362CEB723B}"/>
          </ac:spMkLst>
        </pc:spChg>
        <pc:spChg chg="mod">
          <ac:chgData name="Dr. Mike Blyth" userId="0c108f9a-cc80-44e0-b4f7-1719b9f7a79a" providerId="ADAL" clId="{BE7B751E-D774-4E85-B19B-EEB4657B162A}" dt="2022-02-03T13:25:20.955" v="1815" actId="207"/>
          <ac:spMkLst>
            <pc:docMk/>
            <pc:sldMk cId="2279497456" sldId="300"/>
            <ac:spMk id="415" creationId="{76592D23-F2FD-4063-8CBC-746855C5F2B9}"/>
          </ac:spMkLst>
        </pc:spChg>
        <pc:spChg chg="mod">
          <ac:chgData name="Dr. Mike Blyth" userId="0c108f9a-cc80-44e0-b4f7-1719b9f7a79a" providerId="ADAL" clId="{BE7B751E-D774-4E85-B19B-EEB4657B162A}" dt="2022-02-03T13:19:01.785" v="1673" actId="20577"/>
          <ac:spMkLst>
            <pc:docMk/>
            <pc:sldMk cId="2279497456" sldId="300"/>
            <ac:spMk id="416" creationId="{54BDA22A-6466-444F-8246-DBA5EEA22173}"/>
          </ac:spMkLst>
        </pc:spChg>
        <pc:spChg chg="del">
          <ac:chgData name="Dr. Mike Blyth" userId="0c108f9a-cc80-44e0-b4f7-1719b9f7a79a" providerId="ADAL" clId="{BE7B751E-D774-4E85-B19B-EEB4657B162A}" dt="2022-02-03T12:59:28.741" v="25" actId="478"/>
          <ac:spMkLst>
            <pc:docMk/>
            <pc:sldMk cId="2279497456" sldId="300"/>
            <ac:spMk id="437" creationId="{372E0E93-35F2-4E1B-9ACB-3F12817FC425}"/>
          </ac:spMkLst>
        </pc:spChg>
        <pc:grpChg chg="del">
          <ac:chgData name="Dr. Mike Blyth" userId="0c108f9a-cc80-44e0-b4f7-1719b9f7a79a" providerId="ADAL" clId="{BE7B751E-D774-4E85-B19B-EEB4657B162A}" dt="2022-02-03T12:59:28.741" v="25" actId="478"/>
          <ac:grpSpMkLst>
            <pc:docMk/>
            <pc:sldMk cId="2279497456" sldId="300"/>
            <ac:grpSpMk id="2" creationId="{900D8DD9-8F33-4853-9667-7B0000C85697}"/>
          </ac:grpSpMkLst>
        </pc:grpChg>
        <pc:grpChg chg="del mod">
          <ac:chgData name="Dr. Mike Blyth" userId="0c108f9a-cc80-44e0-b4f7-1719b9f7a79a" providerId="ADAL" clId="{BE7B751E-D774-4E85-B19B-EEB4657B162A}" dt="2022-02-03T12:59:28.741" v="25" actId="478"/>
          <ac:grpSpMkLst>
            <pc:docMk/>
            <pc:sldMk cId="2279497456" sldId="300"/>
            <ac:grpSpMk id="24" creationId="{8F25AC0A-E864-4A4A-8D26-632DEBDE64DF}"/>
          </ac:grpSpMkLst>
        </pc:grpChg>
        <pc:grpChg chg="del">
          <ac:chgData name="Dr. Mike Blyth" userId="0c108f9a-cc80-44e0-b4f7-1719b9f7a79a" providerId="ADAL" clId="{BE7B751E-D774-4E85-B19B-EEB4657B162A}" dt="2022-02-03T12:59:28.741" v="25" actId="478"/>
          <ac:grpSpMkLst>
            <pc:docMk/>
            <pc:sldMk cId="2279497456" sldId="300"/>
            <ac:grpSpMk id="42" creationId="{FB282072-68FA-4F36-B62C-794C513E0859}"/>
          </ac:grpSpMkLst>
        </pc:grpChg>
        <pc:grpChg chg="del">
          <ac:chgData name="Dr. Mike Blyth" userId="0c108f9a-cc80-44e0-b4f7-1719b9f7a79a" providerId="ADAL" clId="{BE7B751E-D774-4E85-B19B-EEB4657B162A}" dt="2022-02-03T12:59:28.741" v="25" actId="478"/>
          <ac:grpSpMkLst>
            <pc:docMk/>
            <pc:sldMk cId="2279497456" sldId="300"/>
            <ac:grpSpMk id="48" creationId="{5A7A96B4-2EB2-422A-A1DD-CC392497FFED}"/>
          </ac:grpSpMkLst>
        </pc:grpChg>
        <pc:grpChg chg="del">
          <ac:chgData name="Dr. Mike Blyth" userId="0c108f9a-cc80-44e0-b4f7-1719b9f7a79a" providerId="ADAL" clId="{BE7B751E-D774-4E85-B19B-EEB4657B162A}" dt="2022-02-03T12:59:28.741" v="25" actId="478"/>
          <ac:grpSpMkLst>
            <pc:docMk/>
            <pc:sldMk cId="2279497456" sldId="300"/>
            <ac:grpSpMk id="72" creationId="{DD992F14-B82D-4583-814C-7AA7DEC5DDC1}"/>
          </ac:grpSpMkLst>
        </pc:grpChg>
        <pc:grpChg chg="del">
          <ac:chgData name="Dr. Mike Blyth" userId="0c108f9a-cc80-44e0-b4f7-1719b9f7a79a" providerId="ADAL" clId="{BE7B751E-D774-4E85-B19B-EEB4657B162A}" dt="2022-02-03T12:59:30.001" v="26" actId="478"/>
          <ac:grpSpMkLst>
            <pc:docMk/>
            <pc:sldMk cId="2279497456" sldId="300"/>
            <ac:grpSpMk id="82" creationId="{68F2E585-6D04-4CC5-A3ED-B67E4DC521E5}"/>
          </ac:grpSpMkLst>
        </pc:grpChg>
        <pc:grpChg chg="del">
          <ac:chgData name="Dr. Mike Blyth" userId="0c108f9a-cc80-44e0-b4f7-1719b9f7a79a" providerId="ADAL" clId="{BE7B751E-D774-4E85-B19B-EEB4657B162A}" dt="2022-02-03T12:59:28.741" v="25" actId="478"/>
          <ac:grpSpMkLst>
            <pc:docMk/>
            <pc:sldMk cId="2279497456" sldId="300"/>
            <ac:grpSpMk id="88" creationId="{9A104CCC-5AC0-4134-BBB8-2A51841022CA}"/>
          </ac:grpSpMkLst>
        </pc:grpChg>
        <pc:grpChg chg="del">
          <ac:chgData name="Dr. Mike Blyth" userId="0c108f9a-cc80-44e0-b4f7-1719b9f7a79a" providerId="ADAL" clId="{BE7B751E-D774-4E85-B19B-EEB4657B162A}" dt="2022-02-03T12:59:28.741" v="25" actId="478"/>
          <ac:grpSpMkLst>
            <pc:docMk/>
            <pc:sldMk cId="2279497456" sldId="300"/>
            <ac:grpSpMk id="94" creationId="{8071EB64-D9E3-4F79-8CC9-A72D9A861EAC}"/>
          </ac:grpSpMkLst>
        </pc:grpChg>
        <pc:grpChg chg="del">
          <ac:chgData name="Dr. Mike Blyth" userId="0c108f9a-cc80-44e0-b4f7-1719b9f7a79a" providerId="ADAL" clId="{BE7B751E-D774-4E85-B19B-EEB4657B162A}" dt="2022-02-03T12:59:28.741" v="25" actId="478"/>
          <ac:grpSpMkLst>
            <pc:docMk/>
            <pc:sldMk cId="2279497456" sldId="300"/>
            <ac:grpSpMk id="124" creationId="{97788111-8FC8-4D40-86E6-ADA85366C365}"/>
          </ac:grpSpMkLst>
        </pc:grpChg>
        <pc:grpChg chg="del">
          <ac:chgData name="Dr. Mike Blyth" userId="0c108f9a-cc80-44e0-b4f7-1719b9f7a79a" providerId="ADAL" clId="{BE7B751E-D774-4E85-B19B-EEB4657B162A}" dt="2022-02-03T12:59:28.741" v="25" actId="478"/>
          <ac:grpSpMkLst>
            <pc:docMk/>
            <pc:sldMk cId="2279497456" sldId="300"/>
            <ac:grpSpMk id="140" creationId="{0FABDFE3-2FA8-4BFE-9B6E-4DAE76C250C7}"/>
          </ac:grpSpMkLst>
        </pc:grpChg>
        <pc:grpChg chg="del">
          <ac:chgData name="Dr. Mike Blyth" userId="0c108f9a-cc80-44e0-b4f7-1719b9f7a79a" providerId="ADAL" clId="{BE7B751E-D774-4E85-B19B-EEB4657B162A}" dt="2022-02-03T12:59:28.741" v="25" actId="478"/>
          <ac:grpSpMkLst>
            <pc:docMk/>
            <pc:sldMk cId="2279497456" sldId="300"/>
            <ac:grpSpMk id="157" creationId="{F566DEE8-9657-427D-88DF-37F7472BACF2}"/>
          </ac:grpSpMkLst>
        </pc:grpChg>
        <pc:grpChg chg="del">
          <ac:chgData name="Dr. Mike Blyth" userId="0c108f9a-cc80-44e0-b4f7-1719b9f7a79a" providerId="ADAL" clId="{BE7B751E-D774-4E85-B19B-EEB4657B162A}" dt="2022-02-03T12:59:28.741" v="25" actId="478"/>
          <ac:grpSpMkLst>
            <pc:docMk/>
            <pc:sldMk cId="2279497456" sldId="300"/>
            <ac:grpSpMk id="181" creationId="{3E8ECD0B-82AB-4F6A-A117-EC512CA40A31}"/>
          </ac:grpSpMkLst>
        </pc:grpChg>
        <pc:grpChg chg="del">
          <ac:chgData name="Dr. Mike Blyth" userId="0c108f9a-cc80-44e0-b4f7-1719b9f7a79a" providerId="ADAL" clId="{BE7B751E-D774-4E85-B19B-EEB4657B162A}" dt="2022-02-03T12:59:28.741" v="25" actId="478"/>
          <ac:grpSpMkLst>
            <pc:docMk/>
            <pc:sldMk cId="2279497456" sldId="300"/>
            <ac:grpSpMk id="186" creationId="{489017E6-1041-499B-A7A7-92A0F3D7E01C}"/>
          </ac:grpSpMkLst>
        </pc:grpChg>
        <pc:grpChg chg="del">
          <ac:chgData name="Dr. Mike Blyth" userId="0c108f9a-cc80-44e0-b4f7-1719b9f7a79a" providerId="ADAL" clId="{BE7B751E-D774-4E85-B19B-EEB4657B162A}" dt="2022-02-03T12:59:28.741" v="25" actId="478"/>
          <ac:grpSpMkLst>
            <pc:docMk/>
            <pc:sldMk cId="2279497456" sldId="300"/>
            <ac:grpSpMk id="192" creationId="{303B42E1-4FD8-41EA-B732-8DDFC76AA15A}"/>
          </ac:grpSpMkLst>
        </pc:grpChg>
        <pc:grpChg chg="del">
          <ac:chgData name="Dr. Mike Blyth" userId="0c108f9a-cc80-44e0-b4f7-1719b9f7a79a" providerId="ADAL" clId="{BE7B751E-D774-4E85-B19B-EEB4657B162A}" dt="2022-02-03T12:59:28.741" v="25" actId="478"/>
          <ac:grpSpMkLst>
            <pc:docMk/>
            <pc:sldMk cId="2279497456" sldId="300"/>
            <ac:grpSpMk id="198" creationId="{FFCD5123-C034-43F8-BD5C-172E9222F790}"/>
          </ac:grpSpMkLst>
        </pc:grpChg>
        <pc:grpChg chg="del">
          <ac:chgData name="Dr. Mike Blyth" userId="0c108f9a-cc80-44e0-b4f7-1719b9f7a79a" providerId="ADAL" clId="{BE7B751E-D774-4E85-B19B-EEB4657B162A}" dt="2022-02-03T12:59:28.741" v="25" actId="478"/>
          <ac:grpSpMkLst>
            <pc:docMk/>
            <pc:sldMk cId="2279497456" sldId="300"/>
            <ac:grpSpMk id="204" creationId="{D1BEBFF9-5DC8-4EDA-95F4-69EC354A9AF9}"/>
          </ac:grpSpMkLst>
        </pc:grpChg>
        <pc:grpChg chg="del">
          <ac:chgData name="Dr. Mike Blyth" userId="0c108f9a-cc80-44e0-b4f7-1719b9f7a79a" providerId="ADAL" clId="{BE7B751E-D774-4E85-B19B-EEB4657B162A}" dt="2022-02-03T12:59:28.741" v="25" actId="478"/>
          <ac:grpSpMkLst>
            <pc:docMk/>
            <pc:sldMk cId="2279497456" sldId="300"/>
            <ac:grpSpMk id="210" creationId="{DBF6CD26-8749-45FC-B9B8-CBEBFF07BAD3}"/>
          </ac:grpSpMkLst>
        </pc:grpChg>
        <pc:grpChg chg="del">
          <ac:chgData name="Dr. Mike Blyth" userId="0c108f9a-cc80-44e0-b4f7-1719b9f7a79a" providerId="ADAL" clId="{BE7B751E-D774-4E85-B19B-EEB4657B162A}" dt="2022-02-03T12:59:28.741" v="25" actId="478"/>
          <ac:grpSpMkLst>
            <pc:docMk/>
            <pc:sldMk cId="2279497456" sldId="300"/>
            <ac:grpSpMk id="228" creationId="{4EFB714D-EB71-41B2-B9DD-FCAE2D0C2398}"/>
          </ac:grpSpMkLst>
        </pc:grpChg>
        <pc:grpChg chg="del">
          <ac:chgData name="Dr. Mike Blyth" userId="0c108f9a-cc80-44e0-b4f7-1719b9f7a79a" providerId="ADAL" clId="{BE7B751E-D774-4E85-B19B-EEB4657B162A}" dt="2022-02-03T12:59:28.741" v="25" actId="478"/>
          <ac:grpSpMkLst>
            <pc:docMk/>
            <pc:sldMk cId="2279497456" sldId="300"/>
            <ac:grpSpMk id="234" creationId="{629839E0-839C-4CCE-A5B5-2D6AE937CB87}"/>
          </ac:grpSpMkLst>
        </pc:grpChg>
        <pc:grpChg chg="del">
          <ac:chgData name="Dr. Mike Blyth" userId="0c108f9a-cc80-44e0-b4f7-1719b9f7a79a" providerId="ADAL" clId="{BE7B751E-D774-4E85-B19B-EEB4657B162A}" dt="2022-02-03T12:59:28.741" v="25" actId="478"/>
          <ac:grpSpMkLst>
            <pc:docMk/>
            <pc:sldMk cId="2279497456" sldId="300"/>
            <ac:grpSpMk id="240" creationId="{7329B6C7-B523-453F-B890-BD4137512DC5}"/>
          </ac:grpSpMkLst>
        </pc:grpChg>
        <pc:grpChg chg="del">
          <ac:chgData name="Dr. Mike Blyth" userId="0c108f9a-cc80-44e0-b4f7-1719b9f7a79a" providerId="ADAL" clId="{BE7B751E-D774-4E85-B19B-EEB4657B162A}" dt="2022-02-03T12:59:28.741" v="25" actId="478"/>
          <ac:grpSpMkLst>
            <pc:docMk/>
            <pc:sldMk cId="2279497456" sldId="300"/>
            <ac:grpSpMk id="246" creationId="{53BBE76A-2F6F-486B-ADE3-96EE92C94E63}"/>
          </ac:grpSpMkLst>
        </pc:grpChg>
        <pc:grpChg chg="del">
          <ac:chgData name="Dr. Mike Blyth" userId="0c108f9a-cc80-44e0-b4f7-1719b9f7a79a" providerId="ADAL" clId="{BE7B751E-D774-4E85-B19B-EEB4657B162A}" dt="2022-02-03T12:59:28.741" v="25" actId="478"/>
          <ac:grpSpMkLst>
            <pc:docMk/>
            <pc:sldMk cId="2279497456" sldId="300"/>
            <ac:grpSpMk id="252" creationId="{BA7B16DB-BDB5-4BDE-BA11-A24F2B959CBB}"/>
          </ac:grpSpMkLst>
        </pc:grpChg>
        <pc:grpChg chg="del">
          <ac:chgData name="Dr. Mike Blyth" userId="0c108f9a-cc80-44e0-b4f7-1719b9f7a79a" providerId="ADAL" clId="{BE7B751E-D774-4E85-B19B-EEB4657B162A}" dt="2022-02-03T12:59:28.741" v="25" actId="478"/>
          <ac:grpSpMkLst>
            <pc:docMk/>
            <pc:sldMk cId="2279497456" sldId="300"/>
            <ac:grpSpMk id="258" creationId="{7B0B1601-F891-4BD3-9E8A-782F2E36E7BD}"/>
          </ac:grpSpMkLst>
        </pc:grpChg>
        <pc:grpChg chg="del">
          <ac:chgData name="Dr. Mike Blyth" userId="0c108f9a-cc80-44e0-b4f7-1719b9f7a79a" providerId="ADAL" clId="{BE7B751E-D774-4E85-B19B-EEB4657B162A}" dt="2022-02-03T12:59:28.741" v="25" actId="478"/>
          <ac:grpSpMkLst>
            <pc:docMk/>
            <pc:sldMk cId="2279497456" sldId="300"/>
            <ac:grpSpMk id="264" creationId="{E0A6101A-02B0-4FAD-91F5-63B5896E7895}"/>
          </ac:grpSpMkLst>
        </pc:grpChg>
        <pc:grpChg chg="del">
          <ac:chgData name="Dr. Mike Blyth" userId="0c108f9a-cc80-44e0-b4f7-1719b9f7a79a" providerId="ADAL" clId="{BE7B751E-D774-4E85-B19B-EEB4657B162A}" dt="2022-02-03T12:59:28.741" v="25" actId="478"/>
          <ac:grpSpMkLst>
            <pc:docMk/>
            <pc:sldMk cId="2279497456" sldId="300"/>
            <ac:grpSpMk id="270" creationId="{5AE7641F-B254-4DEB-9C3B-7D7952F1A158}"/>
          </ac:grpSpMkLst>
        </pc:grpChg>
        <pc:grpChg chg="add mod">
          <ac:chgData name="Dr. Mike Blyth" userId="0c108f9a-cc80-44e0-b4f7-1719b9f7a79a" providerId="ADAL" clId="{BE7B751E-D774-4E85-B19B-EEB4657B162A}" dt="2022-02-03T13:45:20.652" v="1857" actId="1038"/>
          <ac:grpSpMkLst>
            <pc:docMk/>
            <pc:sldMk cId="2279497456" sldId="300"/>
            <ac:grpSpMk id="276" creationId="{437C9CEB-E6F6-4B05-957B-23A667C5AC42}"/>
          </ac:grpSpMkLst>
        </pc:grpChg>
        <pc:grpChg chg="add mod">
          <ac:chgData name="Dr. Mike Blyth" userId="0c108f9a-cc80-44e0-b4f7-1719b9f7a79a" providerId="ADAL" clId="{BE7B751E-D774-4E85-B19B-EEB4657B162A}" dt="2022-02-03T13:57:06.155" v="1864" actId="1037"/>
          <ac:grpSpMkLst>
            <pc:docMk/>
            <pc:sldMk cId="2279497456" sldId="300"/>
            <ac:grpSpMk id="286" creationId="{4C79ED66-36BB-41E2-9015-A65B7D6FE77F}"/>
          </ac:grpSpMkLst>
        </pc:grpChg>
        <pc:grpChg chg="del">
          <ac:chgData name="Dr. Mike Blyth" userId="0c108f9a-cc80-44e0-b4f7-1719b9f7a79a" providerId="ADAL" clId="{BE7B751E-D774-4E85-B19B-EEB4657B162A}" dt="2022-02-03T12:59:28.741" v="25" actId="478"/>
          <ac:grpSpMkLst>
            <pc:docMk/>
            <pc:sldMk cId="2279497456" sldId="300"/>
            <ac:grpSpMk id="287" creationId="{0D4961CF-72BC-4539-A128-40885BF6F649}"/>
          </ac:grpSpMkLst>
        </pc:grpChg>
        <pc:grpChg chg="del">
          <ac:chgData name="Dr. Mike Blyth" userId="0c108f9a-cc80-44e0-b4f7-1719b9f7a79a" providerId="ADAL" clId="{BE7B751E-D774-4E85-B19B-EEB4657B162A}" dt="2022-02-03T12:59:28.741" v="25" actId="478"/>
          <ac:grpSpMkLst>
            <pc:docMk/>
            <pc:sldMk cId="2279497456" sldId="300"/>
            <ac:grpSpMk id="292" creationId="{847D551D-7F26-4DFB-A944-40AB73C29B04}"/>
          </ac:grpSpMkLst>
        </pc:grpChg>
        <pc:grpChg chg="del">
          <ac:chgData name="Dr. Mike Blyth" userId="0c108f9a-cc80-44e0-b4f7-1719b9f7a79a" providerId="ADAL" clId="{BE7B751E-D774-4E85-B19B-EEB4657B162A}" dt="2022-02-03T12:59:28.741" v="25" actId="478"/>
          <ac:grpSpMkLst>
            <pc:docMk/>
            <pc:sldMk cId="2279497456" sldId="300"/>
            <ac:grpSpMk id="298" creationId="{051673D5-7377-43F3-A835-98EB409E5511}"/>
          </ac:grpSpMkLst>
        </pc:grpChg>
        <pc:grpChg chg="del">
          <ac:chgData name="Dr. Mike Blyth" userId="0c108f9a-cc80-44e0-b4f7-1719b9f7a79a" providerId="ADAL" clId="{BE7B751E-D774-4E85-B19B-EEB4657B162A}" dt="2022-02-03T12:59:28.741" v="25" actId="478"/>
          <ac:grpSpMkLst>
            <pc:docMk/>
            <pc:sldMk cId="2279497456" sldId="300"/>
            <ac:grpSpMk id="304" creationId="{60986A9F-2203-4D53-BBB1-EE8317E25F05}"/>
          </ac:grpSpMkLst>
        </pc:grpChg>
        <pc:grpChg chg="add mod ord">
          <ac:chgData name="Dr. Mike Blyth" userId="0c108f9a-cc80-44e0-b4f7-1719b9f7a79a" providerId="ADAL" clId="{BE7B751E-D774-4E85-B19B-EEB4657B162A}" dt="2022-02-03T13:16:34.476" v="1473" actId="1036"/>
          <ac:grpSpMkLst>
            <pc:docMk/>
            <pc:sldMk cId="2279497456" sldId="300"/>
            <ac:grpSpMk id="311" creationId="{96517E02-4FB8-41E6-B7F3-0435A002EFE0}"/>
          </ac:grpSpMkLst>
        </pc:grpChg>
        <pc:grpChg chg="add mod">
          <ac:chgData name="Dr. Mike Blyth" userId="0c108f9a-cc80-44e0-b4f7-1719b9f7a79a" providerId="ADAL" clId="{BE7B751E-D774-4E85-B19B-EEB4657B162A}" dt="2022-02-03T13:45:07.731" v="1851" actId="1036"/>
          <ac:grpSpMkLst>
            <pc:docMk/>
            <pc:sldMk cId="2279497456" sldId="300"/>
            <ac:grpSpMk id="314" creationId="{12C2A466-694F-4DB9-8D32-1BEB0D4D6A81}"/>
          </ac:grpSpMkLst>
        </pc:grpChg>
        <pc:grpChg chg="add mod">
          <ac:chgData name="Dr. Mike Blyth" userId="0c108f9a-cc80-44e0-b4f7-1719b9f7a79a" providerId="ADAL" clId="{BE7B751E-D774-4E85-B19B-EEB4657B162A}" dt="2022-02-03T13:24:14.547" v="1805" actId="14100"/>
          <ac:grpSpMkLst>
            <pc:docMk/>
            <pc:sldMk cId="2279497456" sldId="300"/>
            <ac:grpSpMk id="318" creationId="{D51D594D-09E4-42BD-A976-0ADC3055F672}"/>
          </ac:grpSpMkLst>
        </pc:grpChg>
        <pc:grpChg chg="add mod ord">
          <ac:chgData name="Dr. Mike Blyth" userId="0c108f9a-cc80-44e0-b4f7-1719b9f7a79a" providerId="ADAL" clId="{BE7B751E-D774-4E85-B19B-EEB4657B162A}" dt="2022-02-03T13:25:33.134" v="1817" actId="167"/>
          <ac:grpSpMkLst>
            <pc:docMk/>
            <pc:sldMk cId="2279497456" sldId="300"/>
            <ac:grpSpMk id="322" creationId="{B46EAF7E-97B6-4ECC-845C-2BADA244FCDE}"/>
          </ac:grpSpMkLst>
        </pc:grpChg>
        <pc:grpChg chg="add mod">
          <ac:chgData name="Dr. Mike Blyth" userId="0c108f9a-cc80-44e0-b4f7-1719b9f7a79a" providerId="ADAL" clId="{BE7B751E-D774-4E85-B19B-EEB4657B162A}" dt="2022-02-03T13:23:40.034" v="1796" actId="14100"/>
          <ac:grpSpMkLst>
            <pc:docMk/>
            <pc:sldMk cId="2279497456" sldId="300"/>
            <ac:grpSpMk id="325" creationId="{74AF5AC4-9841-4471-BAB5-AB120E6FFCF6}"/>
          </ac:grpSpMkLst>
        </pc:grpChg>
        <pc:grpChg chg="add mod ord">
          <ac:chgData name="Dr. Mike Blyth" userId="0c108f9a-cc80-44e0-b4f7-1719b9f7a79a" providerId="ADAL" clId="{BE7B751E-D774-4E85-B19B-EEB4657B162A}" dt="2022-02-03T13:58:01.380" v="1884" actId="1036"/>
          <ac:grpSpMkLst>
            <pc:docMk/>
            <pc:sldMk cId="2279497456" sldId="300"/>
            <ac:grpSpMk id="329" creationId="{67E9D6C8-05B6-4D83-86D5-680054B56614}"/>
          </ac:grpSpMkLst>
        </pc:grpChg>
        <pc:grpChg chg="add mod">
          <ac:chgData name="Dr. Mike Blyth" userId="0c108f9a-cc80-44e0-b4f7-1719b9f7a79a" providerId="ADAL" clId="{BE7B751E-D774-4E85-B19B-EEB4657B162A}" dt="2022-02-03T13:25:47.786" v="1818" actId="1076"/>
          <ac:grpSpMkLst>
            <pc:docMk/>
            <pc:sldMk cId="2279497456" sldId="300"/>
            <ac:grpSpMk id="332" creationId="{F7182A51-2546-4687-93F2-5F20426C69E8}"/>
          </ac:grpSpMkLst>
        </pc:grpChg>
        <pc:grpChg chg="add mod">
          <ac:chgData name="Dr. Mike Blyth" userId="0c108f9a-cc80-44e0-b4f7-1719b9f7a79a" providerId="ADAL" clId="{BE7B751E-D774-4E85-B19B-EEB4657B162A}" dt="2022-02-03T13:18:40.082" v="1572" actId="1076"/>
          <ac:grpSpMkLst>
            <pc:docMk/>
            <pc:sldMk cId="2279497456" sldId="300"/>
            <ac:grpSpMk id="337" creationId="{9C817F4B-435A-491D-9868-7D0A5F09D968}"/>
          </ac:grpSpMkLst>
        </pc:grpChg>
        <pc:grpChg chg="add mod">
          <ac:chgData name="Dr. Mike Blyth" userId="0c108f9a-cc80-44e0-b4f7-1719b9f7a79a" providerId="ADAL" clId="{BE7B751E-D774-4E85-B19B-EEB4657B162A}" dt="2022-02-03T13:25:53.795" v="1819" actId="1076"/>
          <ac:grpSpMkLst>
            <pc:docMk/>
            <pc:sldMk cId="2279497456" sldId="300"/>
            <ac:grpSpMk id="341" creationId="{0DFC890A-577E-402D-BC62-7BCCA83F680D}"/>
          </ac:grpSpMkLst>
        </pc:grpChg>
        <pc:grpChg chg="del">
          <ac:chgData name="Dr. Mike Blyth" userId="0c108f9a-cc80-44e0-b4f7-1719b9f7a79a" providerId="ADAL" clId="{BE7B751E-D774-4E85-B19B-EEB4657B162A}" dt="2022-02-03T12:59:28.741" v="25" actId="478"/>
          <ac:grpSpMkLst>
            <pc:docMk/>
            <pc:sldMk cId="2279497456" sldId="300"/>
            <ac:grpSpMk id="348" creationId="{D514FE6F-ED10-468B-B5BA-9FB1D4B76DD6}"/>
          </ac:grpSpMkLst>
        </pc:grpChg>
        <pc:grpChg chg="del">
          <ac:chgData name="Dr. Mike Blyth" userId="0c108f9a-cc80-44e0-b4f7-1719b9f7a79a" providerId="ADAL" clId="{BE7B751E-D774-4E85-B19B-EEB4657B162A}" dt="2022-02-03T12:59:28.741" v="25" actId="478"/>
          <ac:grpSpMkLst>
            <pc:docMk/>
            <pc:sldMk cId="2279497456" sldId="300"/>
            <ac:grpSpMk id="353" creationId="{895C62B6-02C3-4664-802C-97EE34100151}"/>
          </ac:grpSpMkLst>
        </pc:grpChg>
        <pc:grpChg chg="del">
          <ac:chgData name="Dr. Mike Blyth" userId="0c108f9a-cc80-44e0-b4f7-1719b9f7a79a" providerId="ADAL" clId="{BE7B751E-D774-4E85-B19B-EEB4657B162A}" dt="2022-02-03T12:59:28.741" v="25" actId="478"/>
          <ac:grpSpMkLst>
            <pc:docMk/>
            <pc:sldMk cId="2279497456" sldId="300"/>
            <ac:grpSpMk id="354" creationId="{09EB3EA3-032E-4425-84F0-FE3877C27135}"/>
          </ac:grpSpMkLst>
        </pc:grpChg>
        <pc:grpChg chg="del">
          <ac:chgData name="Dr. Mike Blyth" userId="0c108f9a-cc80-44e0-b4f7-1719b9f7a79a" providerId="ADAL" clId="{BE7B751E-D774-4E85-B19B-EEB4657B162A}" dt="2022-02-03T12:59:28.741" v="25" actId="478"/>
          <ac:grpSpMkLst>
            <pc:docMk/>
            <pc:sldMk cId="2279497456" sldId="300"/>
            <ac:grpSpMk id="360" creationId="{A93EA437-5327-4400-8C4D-ECCC31F5C081}"/>
          </ac:grpSpMkLst>
        </pc:grpChg>
        <pc:grpChg chg="del">
          <ac:chgData name="Dr. Mike Blyth" userId="0c108f9a-cc80-44e0-b4f7-1719b9f7a79a" providerId="ADAL" clId="{BE7B751E-D774-4E85-B19B-EEB4657B162A}" dt="2022-02-03T12:59:28.741" v="25" actId="478"/>
          <ac:grpSpMkLst>
            <pc:docMk/>
            <pc:sldMk cId="2279497456" sldId="300"/>
            <ac:grpSpMk id="366" creationId="{FC1A64DE-1924-4EA3-B0F9-97562DC1FE7D}"/>
          </ac:grpSpMkLst>
        </pc:grpChg>
        <pc:grpChg chg="del">
          <ac:chgData name="Dr. Mike Blyth" userId="0c108f9a-cc80-44e0-b4f7-1719b9f7a79a" providerId="ADAL" clId="{BE7B751E-D774-4E85-B19B-EEB4657B162A}" dt="2022-02-03T12:59:28.741" v="25" actId="478"/>
          <ac:grpSpMkLst>
            <pc:docMk/>
            <pc:sldMk cId="2279497456" sldId="300"/>
            <ac:grpSpMk id="372" creationId="{C6D56060-049D-4CF8-9745-32C6E7360639}"/>
          </ac:grpSpMkLst>
        </pc:grpChg>
        <pc:grpChg chg="del">
          <ac:chgData name="Dr. Mike Blyth" userId="0c108f9a-cc80-44e0-b4f7-1719b9f7a79a" providerId="ADAL" clId="{BE7B751E-D774-4E85-B19B-EEB4657B162A}" dt="2022-02-03T12:59:28.741" v="25" actId="478"/>
          <ac:grpSpMkLst>
            <pc:docMk/>
            <pc:sldMk cId="2279497456" sldId="300"/>
            <ac:grpSpMk id="376" creationId="{C061FB9E-7F49-4475-BA1E-C7DD32B21DF3}"/>
          </ac:grpSpMkLst>
        </pc:grpChg>
        <pc:grpChg chg="del">
          <ac:chgData name="Dr. Mike Blyth" userId="0c108f9a-cc80-44e0-b4f7-1719b9f7a79a" providerId="ADAL" clId="{BE7B751E-D774-4E85-B19B-EEB4657B162A}" dt="2022-02-03T12:59:28.741" v="25" actId="478"/>
          <ac:grpSpMkLst>
            <pc:docMk/>
            <pc:sldMk cId="2279497456" sldId="300"/>
            <ac:grpSpMk id="380" creationId="{C724C577-FE6D-44EE-97FE-BA6B7E452B33}"/>
          </ac:grpSpMkLst>
        </pc:grpChg>
        <pc:grpChg chg="del">
          <ac:chgData name="Dr. Mike Blyth" userId="0c108f9a-cc80-44e0-b4f7-1719b9f7a79a" providerId="ADAL" clId="{BE7B751E-D774-4E85-B19B-EEB4657B162A}" dt="2022-02-03T12:59:28.741" v="25" actId="478"/>
          <ac:grpSpMkLst>
            <pc:docMk/>
            <pc:sldMk cId="2279497456" sldId="300"/>
            <ac:grpSpMk id="384" creationId="{AE032F97-9C24-41E8-A300-390C9339FFF3}"/>
          </ac:grpSpMkLst>
        </pc:grpChg>
        <pc:grpChg chg="del">
          <ac:chgData name="Dr. Mike Blyth" userId="0c108f9a-cc80-44e0-b4f7-1719b9f7a79a" providerId="ADAL" clId="{BE7B751E-D774-4E85-B19B-EEB4657B162A}" dt="2022-02-03T12:59:28.741" v="25" actId="478"/>
          <ac:grpSpMkLst>
            <pc:docMk/>
            <pc:sldMk cId="2279497456" sldId="300"/>
            <ac:grpSpMk id="388" creationId="{156854C4-8A10-49FD-9532-648DF1E66E6E}"/>
          </ac:grpSpMkLst>
        </pc:grpChg>
        <pc:grpChg chg="del">
          <ac:chgData name="Dr. Mike Blyth" userId="0c108f9a-cc80-44e0-b4f7-1719b9f7a79a" providerId="ADAL" clId="{BE7B751E-D774-4E85-B19B-EEB4657B162A}" dt="2022-02-03T12:59:28.741" v="25" actId="478"/>
          <ac:grpSpMkLst>
            <pc:docMk/>
            <pc:sldMk cId="2279497456" sldId="300"/>
            <ac:grpSpMk id="392" creationId="{3A4653C9-3992-4E77-B278-50380F9A8B2F}"/>
          </ac:grpSpMkLst>
        </pc:grpChg>
        <pc:grpChg chg="del">
          <ac:chgData name="Dr. Mike Blyth" userId="0c108f9a-cc80-44e0-b4f7-1719b9f7a79a" providerId="ADAL" clId="{BE7B751E-D774-4E85-B19B-EEB4657B162A}" dt="2022-02-03T12:59:28.741" v="25" actId="478"/>
          <ac:grpSpMkLst>
            <pc:docMk/>
            <pc:sldMk cId="2279497456" sldId="300"/>
            <ac:grpSpMk id="396" creationId="{8B75E20F-80D6-4211-83FD-691D14BC6F77}"/>
          </ac:grpSpMkLst>
        </pc:grpChg>
        <pc:grpChg chg="del">
          <ac:chgData name="Dr. Mike Blyth" userId="0c108f9a-cc80-44e0-b4f7-1719b9f7a79a" providerId="ADAL" clId="{BE7B751E-D774-4E85-B19B-EEB4657B162A}" dt="2022-02-03T12:59:28.741" v="25" actId="478"/>
          <ac:grpSpMkLst>
            <pc:docMk/>
            <pc:sldMk cId="2279497456" sldId="300"/>
            <ac:grpSpMk id="400" creationId="{14DEACA9-B4A4-4E43-9245-2FEBFADD35F0}"/>
          </ac:grpSpMkLst>
        </pc:grpChg>
        <pc:grpChg chg="add mod">
          <ac:chgData name="Dr. Mike Blyth" userId="0c108f9a-cc80-44e0-b4f7-1719b9f7a79a" providerId="ADAL" clId="{BE7B751E-D774-4E85-B19B-EEB4657B162A}" dt="2022-02-03T13:20:57.562" v="1740" actId="1076"/>
          <ac:grpSpMkLst>
            <pc:docMk/>
            <pc:sldMk cId="2279497456" sldId="300"/>
            <ac:grpSpMk id="406" creationId="{853CEB36-A357-478A-919A-C72D564125E5}"/>
          </ac:grpSpMkLst>
        </pc:grpChg>
        <pc:grpChg chg="add mod">
          <ac:chgData name="Dr. Mike Blyth" userId="0c108f9a-cc80-44e0-b4f7-1719b9f7a79a" providerId="ADAL" clId="{BE7B751E-D774-4E85-B19B-EEB4657B162A}" dt="2022-02-03T13:19:30.786" v="1686"/>
          <ac:grpSpMkLst>
            <pc:docMk/>
            <pc:sldMk cId="2279497456" sldId="300"/>
            <ac:grpSpMk id="413" creationId="{5A5E0F47-6214-49E2-B60B-D6D3D00A2520}"/>
          </ac:grpSpMkLst>
        </pc:grpChg>
        <pc:grpChg chg="del">
          <ac:chgData name="Dr. Mike Blyth" userId="0c108f9a-cc80-44e0-b4f7-1719b9f7a79a" providerId="ADAL" clId="{BE7B751E-D774-4E85-B19B-EEB4657B162A}" dt="2022-02-03T12:59:28.741" v="25" actId="478"/>
          <ac:grpSpMkLst>
            <pc:docMk/>
            <pc:sldMk cId="2279497456" sldId="300"/>
            <ac:grpSpMk id="423" creationId="{8656BC3A-1D12-4086-86EE-A0DAEE31ACFE}"/>
          </ac:grpSpMkLst>
        </pc:grpChg>
        <pc:grpChg chg="del">
          <ac:chgData name="Dr. Mike Blyth" userId="0c108f9a-cc80-44e0-b4f7-1719b9f7a79a" providerId="ADAL" clId="{BE7B751E-D774-4E85-B19B-EEB4657B162A}" dt="2022-02-03T12:59:28.741" v="25" actId="478"/>
          <ac:grpSpMkLst>
            <pc:docMk/>
            <pc:sldMk cId="2279497456" sldId="300"/>
            <ac:grpSpMk id="429" creationId="{2C493099-C24F-4347-9348-36DB04840ED4}"/>
          </ac:grpSpMkLst>
        </pc:grpChg>
        <pc:picChg chg="add mod">
          <ac:chgData name="Dr. Mike Blyth" userId="0c108f9a-cc80-44e0-b4f7-1719b9f7a79a" providerId="ADAL" clId="{BE7B751E-D774-4E85-B19B-EEB4657B162A}" dt="2022-02-03T13:12:34.962" v="1243" actId="1076"/>
          <ac:picMkLst>
            <pc:docMk/>
            <pc:sldMk cId="2279497456" sldId="300"/>
            <ac:picMk id="4" creationId="{F75E7C41-0016-4813-A699-AF0E8B3A6CB0}"/>
          </ac:picMkLst>
        </pc:picChg>
        <pc:picChg chg="del">
          <ac:chgData name="Dr. Mike Blyth" userId="0c108f9a-cc80-44e0-b4f7-1719b9f7a79a" providerId="ADAL" clId="{BE7B751E-D774-4E85-B19B-EEB4657B162A}" dt="2022-02-03T12:59:08.441" v="14" actId="478"/>
          <ac:picMkLst>
            <pc:docMk/>
            <pc:sldMk cId="2279497456" sldId="300"/>
            <ac:picMk id="5" creationId="{BAE7859C-80A8-42B6-8BA8-F2ED18241CD4}"/>
          </ac:picMkLst>
        </pc:picChg>
        <pc:picChg chg="mod">
          <ac:chgData name="Dr. Mike Blyth" userId="0c108f9a-cc80-44e0-b4f7-1719b9f7a79a" providerId="ADAL" clId="{BE7B751E-D774-4E85-B19B-EEB4657B162A}" dt="2022-02-03T13:00:16.653" v="27"/>
          <ac:picMkLst>
            <pc:docMk/>
            <pc:sldMk cId="2279497456" sldId="300"/>
            <ac:picMk id="278" creationId="{0F304427-F48C-498F-A254-421050EF43BB}"/>
          </ac:picMkLst>
        </pc:picChg>
        <pc:picChg chg="mod">
          <ac:chgData name="Dr. Mike Blyth" userId="0c108f9a-cc80-44e0-b4f7-1719b9f7a79a" providerId="ADAL" clId="{BE7B751E-D774-4E85-B19B-EEB4657B162A}" dt="2022-02-03T13:01:00.417" v="105"/>
          <ac:picMkLst>
            <pc:docMk/>
            <pc:sldMk cId="2279497456" sldId="300"/>
            <ac:picMk id="290" creationId="{90B59839-6229-4F97-8285-D412097068DA}"/>
          </ac:picMkLst>
        </pc:picChg>
        <pc:picChg chg="mod">
          <ac:chgData name="Dr. Mike Blyth" userId="0c108f9a-cc80-44e0-b4f7-1719b9f7a79a" providerId="ADAL" clId="{BE7B751E-D774-4E85-B19B-EEB4657B162A}" dt="2022-02-03T13:03:22.307" v="374" actId="14100"/>
          <ac:picMkLst>
            <pc:docMk/>
            <pc:sldMk cId="2279497456" sldId="300"/>
            <ac:picMk id="315" creationId="{37A269DD-99E5-44B7-AE90-84A88E369D30}"/>
          </ac:picMkLst>
        </pc:picChg>
        <pc:picChg chg="mod">
          <ac:chgData name="Dr. Mike Blyth" userId="0c108f9a-cc80-44e0-b4f7-1719b9f7a79a" providerId="ADAL" clId="{BE7B751E-D774-4E85-B19B-EEB4657B162A}" dt="2022-02-03T13:04:00.254" v="379"/>
          <ac:picMkLst>
            <pc:docMk/>
            <pc:sldMk cId="2279497456" sldId="300"/>
            <ac:picMk id="319" creationId="{FF218C42-E099-4B74-8E5C-240B54BDBE2D}"/>
          </ac:picMkLst>
        </pc:picChg>
        <pc:picChg chg="mod">
          <ac:chgData name="Dr. Mike Blyth" userId="0c108f9a-cc80-44e0-b4f7-1719b9f7a79a" providerId="ADAL" clId="{BE7B751E-D774-4E85-B19B-EEB4657B162A}" dt="2022-02-03T13:05:52.925" v="581"/>
          <ac:picMkLst>
            <pc:docMk/>
            <pc:sldMk cId="2279497456" sldId="300"/>
            <ac:picMk id="326" creationId="{DE246513-775D-473D-A4B6-830FCBEF1E8B}"/>
          </ac:picMkLst>
        </pc:picChg>
        <pc:picChg chg="mod">
          <ac:chgData name="Dr. Mike Blyth" userId="0c108f9a-cc80-44e0-b4f7-1719b9f7a79a" providerId="ADAL" clId="{BE7B751E-D774-4E85-B19B-EEB4657B162A}" dt="2022-02-03T13:06:52.806" v="726"/>
          <ac:picMkLst>
            <pc:docMk/>
            <pc:sldMk cId="2279497456" sldId="300"/>
            <ac:picMk id="333" creationId="{2DADFEAA-14CC-49B2-B20F-DED7F3127754}"/>
          </ac:picMkLst>
        </pc:picChg>
        <pc:picChg chg="mod">
          <ac:chgData name="Dr. Mike Blyth" userId="0c108f9a-cc80-44e0-b4f7-1719b9f7a79a" providerId="ADAL" clId="{BE7B751E-D774-4E85-B19B-EEB4657B162A}" dt="2022-02-03T13:08:16.746" v="948" actId="14100"/>
          <ac:picMkLst>
            <pc:docMk/>
            <pc:sldMk cId="2279497456" sldId="300"/>
            <ac:picMk id="338" creationId="{17EB3A28-DEDF-47BD-8746-2C2D20951CC5}"/>
          </ac:picMkLst>
        </pc:picChg>
        <pc:picChg chg="mod">
          <ac:chgData name="Dr. Mike Blyth" userId="0c108f9a-cc80-44e0-b4f7-1719b9f7a79a" providerId="ADAL" clId="{BE7B751E-D774-4E85-B19B-EEB4657B162A}" dt="2022-02-03T13:09:21.254" v="969"/>
          <ac:picMkLst>
            <pc:docMk/>
            <pc:sldMk cId="2279497456" sldId="300"/>
            <ac:picMk id="343" creationId="{5433A033-D462-48C9-96A9-C54B4C944EDD}"/>
          </ac:picMkLst>
        </pc:picChg>
        <pc:picChg chg="mod">
          <ac:chgData name="Dr. Mike Blyth" userId="0c108f9a-cc80-44e0-b4f7-1719b9f7a79a" providerId="ADAL" clId="{BE7B751E-D774-4E85-B19B-EEB4657B162A}" dt="2022-02-03T13:09:56.822" v="1070"/>
          <ac:picMkLst>
            <pc:docMk/>
            <pc:sldMk cId="2279497456" sldId="300"/>
            <ac:picMk id="407" creationId="{8A713872-6CA7-489F-9B75-B10B2FF20220}"/>
          </ac:picMkLst>
        </pc:picChg>
        <pc:picChg chg="mod">
          <ac:chgData name="Dr. Mike Blyth" userId="0c108f9a-cc80-44e0-b4f7-1719b9f7a79a" providerId="ADAL" clId="{BE7B751E-D774-4E85-B19B-EEB4657B162A}" dt="2022-02-03T13:18:41.616" v="1573"/>
          <ac:picMkLst>
            <pc:docMk/>
            <pc:sldMk cId="2279497456" sldId="300"/>
            <ac:picMk id="414" creationId="{A4126FBF-1687-4291-B4E3-C7DB0937911A}"/>
          </ac:picMkLst>
        </pc:picChg>
        <pc:cxnChg chg="add mod ord">
          <ac:chgData name="Dr. Mike Blyth" userId="0c108f9a-cc80-44e0-b4f7-1719b9f7a79a" providerId="ADAL" clId="{BE7B751E-D774-4E85-B19B-EEB4657B162A}" dt="2022-02-03T13:45:11.449" v="1852" actId="167"/>
          <ac:cxnSpMkLst>
            <pc:docMk/>
            <pc:sldMk cId="2279497456" sldId="300"/>
            <ac:cxnSpMk id="11" creationId="{47285F2A-0DBA-4AA3-86A9-D64311B9E482}"/>
          </ac:cxnSpMkLst>
        </pc:cxnChg>
        <pc:cxnChg chg="del mod">
          <ac:chgData name="Dr. Mike Blyth" userId="0c108f9a-cc80-44e0-b4f7-1719b9f7a79a" providerId="ADAL" clId="{BE7B751E-D774-4E85-B19B-EEB4657B162A}" dt="2022-02-03T12:59:28.741" v="25" actId="478"/>
          <ac:cxnSpMkLst>
            <pc:docMk/>
            <pc:sldMk cId="2279497456" sldId="300"/>
            <ac:cxnSpMk id="277" creationId="{5CD7ACD3-4C53-41E0-BAC3-DF450822298E}"/>
          </ac:cxnSpMkLst>
        </pc:cxnChg>
        <pc:cxnChg chg="del">
          <ac:chgData name="Dr. Mike Blyth" userId="0c108f9a-cc80-44e0-b4f7-1719b9f7a79a" providerId="ADAL" clId="{BE7B751E-D774-4E85-B19B-EEB4657B162A}" dt="2022-02-03T12:59:28.741" v="25" actId="478"/>
          <ac:cxnSpMkLst>
            <pc:docMk/>
            <pc:sldMk cId="2279497456" sldId="300"/>
            <ac:cxnSpMk id="335" creationId="{12FA7339-DB16-4920-A974-B84A893C9CFF}"/>
          </ac:cxnSpMkLst>
        </pc:cxnChg>
        <pc:cxnChg chg="del">
          <ac:chgData name="Dr. Mike Blyth" userId="0c108f9a-cc80-44e0-b4f7-1719b9f7a79a" providerId="ADAL" clId="{BE7B751E-D774-4E85-B19B-EEB4657B162A}" dt="2022-02-03T12:59:28.741" v="25" actId="478"/>
          <ac:cxnSpMkLst>
            <pc:docMk/>
            <pc:sldMk cId="2279497456" sldId="300"/>
            <ac:cxnSpMk id="342" creationId="{C3AED6B1-AAEB-4BCC-A81D-8B6649360DBD}"/>
          </ac:cxnSpMkLst>
        </pc:cxnChg>
        <pc:cxnChg chg="del">
          <ac:chgData name="Dr. Mike Blyth" userId="0c108f9a-cc80-44e0-b4f7-1719b9f7a79a" providerId="ADAL" clId="{BE7B751E-D774-4E85-B19B-EEB4657B162A}" dt="2022-02-03T12:59:28.741" v="25" actId="478"/>
          <ac:cxnSpMkLst>
            <pc:docMk/>
            <pc:sldMk cId="2279497456" sldId="300"/>
            <ac:cxnSpMk id="405" creationId="{7584F2F4-311F-460D-B95F-E1C4F7FDA527}"/>
          </ac:cxnSpMkLst>
        </pc:cxnChg>
        <pc:cxnChg chg="add mod ord">
          <ac:chgData name="Dr. Mike Blyth" userId="0c108f9a-cc80-44e0-b4f7-1719b9f7a79a" providerId="ADAL" clId="{BE7B751E-D774-4E85-B19B-EEB4657B162A}" dt="2022-02-03T13:25:04.454" v="1814" actId="167"/>
          <ac:cxnSpMkLst>
            <pc:docMk/>
            <pc:sldMk cId="2279497456" sldId="300"/>
            <ac:cxnSpMk id="411" creationId="{CAC916A2-3A7A-4D10-901C-E00A4DE22FD7}"/>
          </ac:cxnSpMkLst>
        </pc:cxnChg>
        <pc:cxnChg chg="add mod ord">
          <ac:chgData name="Dr. Mike Blyth" userId="0c108f9a-cc80-44e0-b4f7-1719b9f7a79a" providerId="ADAL" clId="{BE7B751E-D774-4E85-B19B-EEB4657B162A}" dt="2022-02-03T13:16:05.488" v="1439" actId="167"/>
          <ac:cxnSpMkLst>
            <pc:docMk/>
            <pc:sldMk cId="2279497456" sldId="300"/>
            <ac:cxnSpMk id="412" creationId="{BED5FD58-7563-45A7-A2BF-F6ED5167C587}"/>
          </ac:cxnSpMkLst>
        </pc:cxnChg>
        <pc:cxnChg chg="del">
          <ac:chgData name="Dr. Mike Blyth" userId="0c108f9a-cc80-44e0-b4f7-1719b9f7a79a" providerId="ADAL" clId="{BE7B751E-D774-4E85-B19B-EEB4657B162A}" dt="2022-02-03T12:59:28.741" v="25" actId="478"/>
          <ac:cxnSpMkLst>
            <pc:docMk/>
            <pc:sldMk cId="2279497456" sldId="300"/>
            <ac:cxnSpMk id="417" creationId="{7BB2B4E9-2FB0-44D4-ACE0-C69C65A6424F}"/>
          </ac:cxnSpMkLst>
        </pc:cxnChg>
        <pc:cxnChg chg="add mod ord">
          <ac:chgData name="Dr. Mike Blyth" userId="0c108f9a-cc80-44e0-b4f7-1719b9f7a79a" providerId="ADAL" clId="{BE7B751E-D774-4E85-B19B-EEB4657B162A}" dt="2022-02-03T13:20:59.413" v="1741" actId="1036"/>
          <ac:cxnSpMkLst>
            <pc:docMk/>
            <pc:sldMk cId="2279497456" sldId="300"/>
            <ac:cxnSpMk id="418" creationId="{8D7DCE74-FF43-4A02-8F38-AABED4BB92C9}"/>
          </ac:cxnSpMkLst>
        </pc:cxnChg>
        <pc:cxnChg chg="add mod ord">
          <ac:chgData name="Dr. Mike Blyth" userId="0c108f9a-cc80-44e0-b4f7-1719b9f7a79a" providerId="ADAL" clId="{BE7B751E-D774-4E85-B19B-EEB4657B162A}" dt="2022-02-03T13:20:52.938" v="1739" actId="1076"/>
          <ac:cxnSpMkLst>
            <pc:docMk/>
            <pc:sldMk cId="2279497456" sldId="300"/>
            <ac:cxnSpMk id="419" creationId="{8C112301-35AF-43C7-BDBD-E177B6181CDD}"/>
          </ac:cxnSpMkLst>
        </pc:cxnChg>
      </pc:sldChg>
      <pc:sldChg chg="del">
        <pc:chgData name="Dr. Mike Blyth" userId="0c108f9a-cc80-44e0-b4f7-1719b9f7a79a" providerId="ADAL" clId="{BE7B751E-D774-4E85-B19B-EEB4657B162A}" dt="2022-02-03T12:55:07.296" v="1" actId="47"/>
        <pc:sldMkLst>
          <pc:docMk/>
          <pc:sldMk cId="3781743665" sldId="300"/>
        </pc:sldMkLst>
      </pc:sldChg>
      <pc:sldChg chg="del">
        <pc:chgData name="Dr. Mike Blyth" userId="0c108f9a-cc80-44e0-b4f7-1719b9f7a79a" providerId="ADAL" clId="{BE7B751E-D774-4E85-B19B-EEB4657B162A}" dt="2022-02-03T12:55:27.485" v="7" actId="47"/>
        <pc:sldMkLst>
          <pc:docMk/>
          <pc:sldMk cId="3493471182" sldId="301"/>
        </pc:sldMkLst>
      </pc:sldChg>
      <pc:sldMasterChg chg="delSp modSp mod addSldLayout delSldLayout">
        <pc:chgData name="Dr. Mike Blyth" userId="0c108f9a-cc80-44e0-b4f7-1719b9f7a79a" providerId="ADAL" clId="{BE7B751E-D774-4E85-B19B-EEB4657B162A}" dt="2022-02-03T13:11:39.078" v="1235" actId="478"/>
        <pc:sldMasterMkLst>
          <pc:docMk/>
          <pc:sldMasterMk cId="3179584413" sldId="2147483648"/>
        </pc:sldMasterMkLst>
        <pc:picChg chg="del">
          <ac:chgData name="Dr. Mike Blyth" userId="0c108f9a-cc80-44e0-b4f7-1719b9f7a79a" providerId="ADAL" clId="{BE7B751E-D774-4E85-B19B-EEB4657B162A}" dt="2022-02-03T12:55:22.817" v="5" actId="478"/>
          <ac:picMkLst>
            <pc:docMk/>
            <pc:sldMasterMk cId="3179584413" sldId="2147483648"/>
            <ac:picMk id="7" creationId="{E6E2BC23-763D-4E91-BA6D-0071118694DA}"/>
          </ac:picMkLst>
        </pc:picChg>
        <pc:picChg chg="del mod">
          <ac:chgData name="Dr. Mike Blyth" userId="0c108f9a-cc80-44e0-b4f7-1719b9f7a79a" providerId="ADAL" clId="{BE7B751E-D774-4E85-B19B-EEB4657B162A}" dt="2022-02-03T13:11:39.078" v="1235" actId="478"/>
          <ac:picMkLst>
            <pc:docMk/>
            <pc:sldMasterMk cId="3179584413" sldId="2147483648"/>
            <ac:picMk id="8" creationId="{3BF736D7-F95D-43A4-9DC3-83968B1A9496}"/>
          </ac:picMkLst>
        </pc:picChg>
        <pc:sldLayoutChg chg="add del">
          <pc:chgData name="Dr. Mike Blyth" userId="0c108f9a-cc80-44e0-b4f7-1719b9f7a79a" providerId="ADAL" clId="{BE7B751E-D774-4E85-B19B-EEB4657B162A}" dt="2022-02-03T13:10:49.858" v="1165" actId="47"/>
          <pc:sldLayoutMkLst>
            <pc:docMk/>
            <pc:sldMasterMk cId="3179584413" sldId="2147483648"/>
            <pc:sldLayoutMk cId="4192797055" sldId="2147483660"/>
          </pc:sldLayoutMkLst>
        </pc:sldLayoutChg>
      </pc:sldMasterChg>
    </pc:docChg>
  </pc:docChgLst>
  <pc:docChgLst>
    <pc:chgData name="Dr. Mike Blyth" userId="0c108f9a-cc80-44e0-b4f7-1719b9f7a79a" providerId="ADAL" clId="{E1494C36-F492-40F6-BBD4-83A299BC6185}"/>
    <pc:docChg chg="undo custSel addSld delSld modSld">
      <pc:chgData name="Dr. Mike Blyth" userId="0c108f9a-cc80-44e0-b4f7-1719b9f7a79a" providerId="ADAL" clId="{E1494C36-F492-40F6-BBD4-83A299BC6185}" dt="2022-02-13T13:48:30.151" v="4309" actId="20577"/>
      <pc:docMkLst>
        <pc:docMk/>
      </pc:docMkLst>
      <pc:sldChg chg="addSp delSp modSp mod">
        <pc:chgData name="Dr. Mike Blyth" userId="0c108f9a-cc80-44e0-b4f7-1719b9f7a79a" providerId="ADAL" clId="{E1494C36-F492-40F6-BBD4-83A299BC6185}" dt="2022-02-13T13:48:30.151" v="4309" actId="20577"/>
        <pc:sldMkLst>
          <pc:docMk/>
          <pc:sldMk cId="2279497456" sldId="300"/>
        </pc:sldMkLst>
        <pc:spChg chg="add mod">
          <ac:chgData name="Dr. Mike Blyth" userId="0c108f9a-cc80-44e0-b4f7-1719b9f7a79a" providerId="ADAL" clId="{E1494C36-F492-40F6-BBD4-83A299BC6185}" dt="2022-02-13T13:48:30.151" v="4309" actId="20577"/>
          <ac:spMkLst>
            <pc:docMk/>
            <pc:sldMk cId="2279497456" sldId="300"/>
            <ac:spMk id="2" creationId="{A450ADDF-9B6A-414C-9C1B-FB3EC218457E}"/>
          </ac:spMkLst>
        </pc:spChg>
        <pc:spChg chg="mod">
          <ac:chgData name="Dr. Mike Blyth" userId="0c108f9a-cc80-44e0-b4f7-1719b9f7a79a" providerId="ADAL" clId="{E1494C36-F492-40F6-BBD4-83A299BC6185}" dt="2022-02-06T19:17:58.215" v="994" actId="20577"/>
          <ac:spMkLst>
            <pc:docMk/>
            <pc:sldMk cId="2279497456" sldId="300"/>
            <ac:spMk id="410" creationId="{AB1508A9-F169-41E7-AAE9-78362CEB723B}"/>
          </ac:spMkLst>
        </pc:spChg>
        <pc:grpChg chg="del">
          <ac:chgData name="Dr. Mike Blyth" userId="0c108f9a-cc80-44e0-b4f7-1719b9f7a79a" providerId="ADAL" clId="{E1494C36-F492-40F6-BBD4-83A299BC6185}" dt="2022-02-06T19:13:08.553" v="0" actId="478"/>
          <ac:grpSpMkLst>
            <pc:docMk/>
            <pc:sldMk cId="2279497456" sldId="300"/>
            <ac:grpSpMk id="276" creationId="{437C9CEB-E6F6-4B05-957B-23A667C5AC42}"/>
          </ac:grpSpMkLst>
        </pc:grpChg>
        <pc:grpChg chg="del">
          <ac:chgData name="Dr. Mike Blyth" userId="0c108f9a-cc80-44e0-b4f7-1719b9f7a79a" providerId="ADAL" clId="{E1494C36-F492-40F6-BBD4-83A299BC6185}" dt="2022-02-06T19:13:08.553" v="0" actId="478"/>
          <ac:grpSpMkLst>
            <pc:docMk/>
            <pc:sldMk cId="2279497456" sldId="300"/>
            <ac:grpSpMk id="286" creationId="{4C79ED66-36BB-41E2-9015-A65B7D6FE77F}"/>
          </ac:grpSpMkLst>
        </pc:grpChg>
        <pc:grpChg chg="del">
          <ac:chgData name="Dr. Mike Blyth" userId="0c108f9a-cc80-44e0-b4f7-1719b9f7a79a" providerId="ADAL" clId="{E1494C36-F492-40F6-BBD4-83A299BC6185}" dt="2022-02-06T19:13:08.553" v="0" actId="478"/>
          <ac:grpSpMkLst>
            <pc:docMk/>
            <pc:sldMk cId="2279497456" sldId="300"/>
            <ac:grpSpMk id="311" creationId="{96517E02-4FB8-41E6-B7F3-0435A002EFE0}"/>
          </ac:grpSpMkLst>
        </pc:grpChg>
        <pc:grpChg chg="del">
          <ac:chgData name="Dr. Mike Blyth" userId="0c108f9a-cc80-44e0-b4f7-1719b9f7a79a" providerId="ADAL" clId="{E1494C36-F492-40F6-BBD4-83A299BC6185}" dt="2022-02-06T19:13:08.553" v="0" actId="478"/>
          <ac:grpSpMkLst>
            <pc:docMk/>
            <pc:sldMk cId="2279497456" sldId="300"/>
            <ac:grpSpMk id="314" creationId="{12C2A466-694F-4DB9-8D32-1BEB0D4D6A81}"/>
          </ac:grpSpMkLst>
        </pc:grpChg>
        <pc:grpChg chg="del">
          <ac:chgData name="Dr. Mike Blyth" userId="0c108f9a-cc80-44e0-b4f7-1719b9f7a79a" providerId="ADAL" clId="{E1494C36-F492-40F6-BBD4-83A299BC6185}" dt="2022-02-06T19:13:08.553" v="0" actId="478"/>
          <ac:grpSpMkLst>
            <pc:docMk/>
            <pc:sldMk cId="2279497456" sldId="300"/>
            <ac:grpSpMk id="318" creationId="{D51D594D-09E4-42BD-A976-0ADC3055F672}"/>
          </ac:grpSpMkLst>
        </pc:grpChg>
        <pc:grpChg chg="del">
          <ac:chgData name="Dr. Mike Blyth" userId="0c108f9a-cc80-44e0-b4f7-1719b9f7a79a" providerId="ADAL" clId="{E1494C36-F492-40F6-BBD4-83A299BC6185}" dt="2022-02-06T19:13:08.553" v="0" actId="478"/>
          <ac:grpSpMkLst>
            <pc:docMk/>
            <pc:sldMk cId="2279497456" sldId="300"/>
            <ac:grpSpMk id="322" creationId="{B46EAF7E-97B6-4ECC-845C-2BADA244FCDE}"/>
          </ac:grpSpMkLst>
        </pc:grpChg>
        <pc:grpChg chg="del">
          <ac:chgData name="Dr. Mike Blyth" userId="0c108f9a-cc80-44e0-b4f7-1719b9f7a79a" providerId="ADAL" clId="{E1494C36-F492-40F6-BBD4-83A299BC6185}" dt="2022-02-06T19:13:08.553" v="0" actId="478"/>
          <ac:grpSpMkLst>
            <pc:docMk/>
            <pc:sldMk cId="2279497456" sldId="300"/>
            <ac:grpSpMk id="325" creationId="{74AF5AC4-9841-4471-BAB5-AB120E6FFCF6}"/>
          </ac:grpSpMkLst>
        </pc:grpChg>
        <pc:grpChg chg="del">
          <ac:chgData name="Dr. Mike Blyth" userId="0c108f9a-cc80-44e0-b4f7-1719b9f7a79a" providerId="ADAL" clId="{E1494C36-F492-40F6-BBD4-83A299BC6185}" dt="2022-02-06T19:13:08.553" v="0" actId="478"/>
          <ac:grpSpMkLst>
            <pc:docMk/>
            <pc:sldMk cId="2279497456" sldId="300"/>
            <ac:grpSpMk id="329" creationId="{67E9D6C8-05B6-4D83-86D5-680054B56614}"/>
          </ac:grpSpMkLst>
        </pc:grpChg>
        <pc:grpChg chg="del">
          <ac:chgData name="Dr. Mike Blyth" userId="0c108f9a-cc80-44e0-b4f7-1719b9f7a79a" providerId="ADAL" clId="{E1494C36-F492-40F6-BBD4-83A299BC6185}" dt="2022-02-06T19:13:08.553" v="0" actId="478"/>
          <ac:grpSpMkLst>
            <pc:docMk/>
            <pc:sldMk cId="2279497456" sldId="300"/>
            <ac:grpSpMk id="332" creationId="{F7182A51-2546-4687-93F2-5F20426C69E8}"/>
          </ac:grpSpMkLst>
        </pc:grpChg>
        <pc:grpChg chg="del">
          <ac:chgData name="Dr. Mike Blyth" userId="0c108f9a-cc80-44e0-b4f7-1719b9f7a79a" providerId="ADAL" clId="{E1494C36-F492-40F6-BBD4-83A299BC6185}" dt="2022-02-06T19:13:08.553" v="0" actId="478"/>
          <ac:grpSpMkLst>
            <pc:docMk/>
            <pc:sldMk cId="2279497456" sldId="300"/>
            <ac:grpSpMk id="337" creationId="{9C817F4B-435A-491D-9868-7D0A5F09D968}"/>
          </ac:grpSpMkLst>
        </pc:grpChg>
        <pc:grpChg chg="del">
          <ac:chgData name="Dr. Mike Blyth" userId="0c108f9a-cc80-44e0-b4f7-1719b9f7a79a" providerId="ADAL" clId="{E1494C36-F492-40F6-BBD4-83A299BC6185}" dt="2022-02-06T19:13:08.553" v="0" actId="478"/>
          <ac:grpSpMkLst>
            <pc:docMk/>
            <pc:sldMk cId="2279497456" sldId="300"/>
            <ac:grpSpMk id="341" creationId="{0DFC890A-577E-402D-BC62-7BCCA83F680D}"/>
          </ac:grpSpMkLst>
        </pc:grpChg>
        <pc:grpChg chg="del">
          <ac:chgData name="Dr. Mike Blyth" userId="0c108f9a-cc80-44e0-b4f7-1719b9f7a79a" providerId="ADAL" clId="{E1494C36-F492-40F6-BBD4-83A299BC6185}" dt="2022-02-06T19:13:08.553" v="0" actId="478"/>
          <ac:grpSpMkLst>
            <pc:docMk/>
            <pc:sldMk cId="2279497456" sldId="300"/>
            <ac:grpSpMk id="406" creationId="{853CEB36-A357-478A-919A-C72D564125E5}"/>
          </ac:grpSpMkLst>
        </pc:grpChg>
        <pc:grpChg chg="del">
          <ac:chgData name="Dr. Mike Blyth" userId="0c108f9a-cc80-44e0-b4f7-1719b9f7a79a" providerId="ADAL" clId="{E1494C36-F492-40F6-BBD4-83A299BC6185}" dt="2022-02-06T19:13:08.553" v="0" actId="478"/>
          <ac:grpSpMkLst>
            <pc:docMk/>
            <pc:sldMk cId="2279497456" sldId="300"/>
            <ac:grpSpMk id="413" creationId="{5A5E0F47-6214-49E2-B60B-D6D3D00A2520}"/>
          </ac:grpSpMkLst>
        </pc:grpChg>
        <pc:cxnChg chg="del">
          <ac:chgData name="Dr. Mike Blyth" userId="0c108f9a-cc80-44e0-b4f7-1719b9f7a79a" providerId="ADAL" clId="{E1494C36-F492-40F6-BBD4-83A299BC6185}" dt="2022-02-06T19:13:08.553" v="0" actId="478"/>
          <ac:cxnSpMkLst>
            <pc:docMk/>
            <pc:sldMk cId="2279497456" sldId="300"/>
            <ac:cxnSpMk id="11" creationId="{47285F2A-0DBA-4AA3-86A9-D64311B9E482}"/>
          </ac:cxnSpMkLst>
        </pc:cxnChg>
        <pc:cxnChg chg="del">
          <ac:chgData name="Dr. Mike Blyth" userId="0c108f9a-cc80-44e0-b4f7-1719b9f7a79a" providerId="ADAL" clId="{E1494C36-F492-40F6-BBD4-83A299BC6185}" dt="2022-02-06T19:13:08.553" v="0" actId="478"/>
          <ac:cxnSpMkLst>
            <pc:docMk/>
            <pc:sldMk cId="2279497456" sldId="300"/>
            <ac:cxnSpMk id="411" creationId="{CAC916A2-3A7A-4D10-901C-E00A4DE22FD7}"/>
          </ac:cxnSpMkLst>
        </pc:cxnChg>
        <pc:cxnChg chg="del">
          <ac:chgData name="Dr. Mike Blyth" userId="0c108f9a-cc80-44e0-b4f7-1719b9f7a79a" providerId="ADAL" clId="{E1494C36-F492-40F6-BBD4-83A299BC6185}" dt="2022-02-06T19:13:08.553" v="0" actId="478"/>
          <ac:cxnSpMkLst>
            <pc:docMk/>
            <pc:sldMk cId="2279497456" sldId="300"/>
            <ac:cxnSpMk id="412" creationId="{BED5FD58-7563-45A7-A2BF-F6ED5167C587}"/>
          </ac:cxnSpMkLst>
        </pc:cxnChg>
        <pc:cxnChg chg="del">
          <ac:chgData name="Dr. Mike Blyth" userId="0c108f9a-cc80-44e0-b4f7-1719b9f7a79a" providerId="ADAL" clId="{E1494C36-F492-40F6-BBD4-83A299BC6185}" dt="2022-02-06T19:13:08.553" v="0" actId="478"/>
          <ac:cxnSpMkLst>
            <pc:docMk/>
            <pc:sldMk cId="2279497456" sldId="300"/>
            <ac:cxnSpMk id="418" creationId="{8D7DCE74-FF43-4A02-8F38-AABED4BB92C9}"/>
          </ac:cxnSpMkLst>
        </pc:cxnChg>
        <pc:cxnChg chg="del">
          <ac:chgData name="Dr. Mike Blyth" userId="0c108f9a-cc80-44e0-b4f7-1719b9f7a79a" providerId="ADAL" clId="{E1494C36-F492-40F6-BBD4-83A299BC6185}" dt="2022-02-06T19:13:08.553" v="0" actId="478"/>
          <ac:cxnSpMkLst>
            <pc:docMk/>
            <pc:sldMk cId="2279497456" sldId="300"/>
            <ac:cxnSpMk id="419" creationId="{8C112301-35AF-43C7-BDBD-E177B6181CDD}"/>
          </ac:cxnSpMkLst>
        </pc:cxnChg>
      </pc:sldChg>
      <pc:sldChg chg="addSp modSp add mod">
        <pc:chgData name="Dr. Mike Blyth" userId="0c108f9a-cc80-44e0-b4f7-1719b9f7a79a" providerId="ADAL" clId="{E1494C36-F492-40F6-BBD4-83A299BC6185}" dt="2022-02-06T19:48:42.038" v="4270" actId="20577"/>
        <pc:sldMkLst>
          <pc:docMk/>
          <pc:sldMk cId="3105217423" sldId="301"/>
        </pc:sldMkLst>
        <pc:spChg chg="add mod">
          <ac:chgData name="Dr. Mike Blyth" userId="0c108f9a-cc80-44e0-b4f7-1719b9f7a79a" providerId="ADAL" clId="{E1494C36-F492-40F6-BBD4-83A299BC6185}" dt="2022-02-06T19:48:42.038" v="4270" actId="20577"/>
          <ac:spMkLst>
            <pc:docMk/>
            <pc:sldMk cId="3105217423" sldId="301"/>
            <ac:spMk id="5" creationId="{D5592D81-3EFD-49EC-916D-F5B8D7CC2ECC}"/>
          </ac:spMkLst>
        </pc:spChg>
        <pc:spChg chg="mod">
          <ac:chgData name="Dr. Mike Blyth" userId="0c108f9a-cc80-44e0-b4f7-1719b9f7a79a" providerId="ADAL" clId="{E1494C36-F492-40F6-BBD4-83A299BC6185}" dt="2022-02-06T19:18:27.798" v="1032" actId="20577"/>
          <ac:spMkLst>
            <pc:docMk/>
            <pc:sldMk cId="3105217423" sldId="301"/>
            <ac:spMk id="410" creationId="{AB1508A9-F169-41E7-AAE9-78362CEB723B}"/>
          </ac:spMkLst>
        </pc:spChg>
      </pc:sldChg>
      <pc:sldChg chg="addSp modSp add mod">
        <pc:chgData name="Dr. Mike Blyth" userId="0c108f9a-cc80-44e0-b4f7-1719b9f7a79a" providerId="ADAL" clId="{E1494C36-F492-40F6-BBD4-83A299BC6185}" dt="2022-02-06T19:49:21.110" v="4308" actId="20577"/>
        <pc:sldMkLst>
          <pc:docMk/>
          <pc:sldMk cId="3296884082" sldId="302"/>
        </pc:sldMkLst>
        <pc:spChg chg="add mod">
          <ac:chgData name="Dr. Mike Blyth" userId="0c108f9a-cc80-44e0-b4f7-1719b9f7a79a" providerId="ADAL" clId="{E1494C36-F492-40F6-BBD4-83A299BC6185}" dt="2022-02-06T19:49:21.110" v="4308" actId="20577"/>
          <ac:spMkLst>
            <pc:docMk/>
            <pc:sldMk cId="3296884082" sldId="302"/>
            <ac:spMk id="5" creationId="{7B499466-5A4B-46E2-9FF4-0DF99D00C085}"/>
          </ac:spMkLst>
        </pc:spChg>
        <pc:spChg chg="mod">
          <ac:chgData name="Dr. Mike Blyth" userId="0c108f9a-cc80-44e0-b4f7-1719b9f7a79a" providerId="ADAL" clId="{E1494C36-F492-40F6-BBD4-83A299BC6185}" dt="2022-02-06T19:23:42.486" v="2101" actId="20577"/>
          <ac:spMkLst>
            <pc:docMk/>
            <pc:sldMk cId="3296884082" sldId="302"/>
            <ac:spMk id="410" creationId="{AB1508A9-F169-41E7-AAE9-78362CEB723B}"/>
          </ac:spMkLst>
        </pc:spChg>
      </pc:sldChg>
      <pc:sldChg chg="addSp delSp modSp new mod setBg">
        <pc:chgData name="Dr. Mike Blyth" userId="0c108f9a-cc80-44e0-b4f7-1719b9f7a79a" providerId="ADAL" clId="{E1494C36-F492-40F6-BBD4-83A299BC6185}" dt="2022-02-06T19:34:26.869" v="2882" actId="1076"/>
        <pc:sldMkLst>
          <pc:docMk/>
          <pc:sldMk cId="3223636522" sldId="303"/>
        </pc:sldMkLst>
        <pc:spChg chg="add mod">
          <ac:chgData name="Dr. Mike Blyth" userId="0c108f9a-cc80-44e0-b4f7-1719b9f7a79a" providerId="ADAL" clId="{E1494C36-F492-40F6-BBD4-83A299BC6185}" dt="2022-02-06T19:34:26.869" v="2882" actId="1076"/>
          <ac:spMkLst>
            <pc:docMk/>
            <pc:sldMk cId="3223636522" sldId="303"/>
            <ac:spMk id="3" creationId="{6B8A6A9C-194C-40B8-945B-81CAA6EDFF94}"/>
          </ac:spMkLst>
        </pc:spChg>
        <pc:spChg chg="add del">
          <ac:chgData name="Dr. Mike Blyth" userId="0c108f9a-cc80-44e0-b4f7-1719b9f7a79a" providerId="ADAL" clId="{E1494C36-F492-40F6-BBD4-83A299BC6185}" dt="2022-02-06T19:24:36.419" v="2112" actId="26606"/>
          <ac:spMkLst>
            <pc:docMk/>
            <pc:sldMk cId="3223636522" sldId="303"/>
            <ac:spMk id="7" creationId="{B670DBD5-770C-4383-9F54-5B86E86BD5BB}"/>
          </ac:spMkLst>
        </pc:spChg>
        <pc:spChg chg="add del">
          <ac:chgData name="Dr. Mike Blyth" userId="0c108f9a-cc80-44e0-b4f7-1719b9f7a79a" providerId="ADAL" clId="{E1494C36-F492-40F6-BBD4-83A299BC6185}" dt="2022-02-06T19:24:35.706" v="2109" actId="26606"/>
          <ac:spMkLst>
            <pc:docMk/>
            <pc:sldMk cId="3223636522" sldId="303"/>
            <ac:spMk id="12" creationId="{673E9FC8-2143-48A2-9DEE-AABBC7E301A8}"/>
          </ac:spMkLst>
        </pc:spChg>
        <pc:spChg chg="add del">
          <ac:chgData name="Dr. Mike Blyth" userId="0c108f9a-cc80-44e0-b4f7-1719b9f7a79a" providerId="ADAL" clId="{E1494C36-F492-40F6-BBD4-83A299BC6185}" dt="2022-02-06T19:24:36.416" v="2111" actId="26606"/>
          <ac:spMkLst>
            <pc:docMk/>
            <pc:sldMk cId="3223636522" sldId="303"/>
            <ac:spMk id="14" creationId="{B87687D8-4EF1-4EF2-BF7E-74BB4A3D1806}"/>
          </ac:spMkLst>
        </pc:spChg>
        <pc:spChg chg="add del">
          <ac:chgData name="Dr. Mike Blyth" userId="0c108f9a-cc80-44e0-b4f7-1719b9f7a79a" providerId="ADAL" clId="{E1494C36-F492-40F6-BBD4-83A299BC6185}" dt="2022-02-06T19:24:36.416" v="2111" actId="26606"/>
          <ac:spMkLst>
            <pc:docMk/>
            <pc:sldMk cId="3223636522" sldId="303"/>
            <ac:spMk id="15" creationId="{82A5F716-98EF-42EF-A471-87C6DFDCC799}"/>
          </ac:spMkLst>
        </pc:spChg>
        <pc:spChg chg="add">
          <ac:chgData name="Dr. Mike Blyth" userId="0c108f9a-cc80-44e0-b4f7-1719b9f7a79a" providerId="ADAL" clId="{E1494C36-F492-40F6-BBD4-83A299BC6185}" dt="2022-02-06T19:24:36.419" v="2112" actId="26606"/>
          <ac:spMkLst>
            <pc:docMk/>
            <pc:sldMk cId="3223636522" sldId="303"/>
            <ac:spMk id="17" creationId="{6680F1D3-7650-4307-A001-0163AD371D29}"/>
          </ac:spMkLst>
        </pc:spChg>
        <pc:picChg chg="add mod">
          <ac:chgData name="Dr. Mike Blyth" userId="0c108f9a-cc80-44e0-b4f7-1719b9f7a79a" providerId="ADAL" clId="{E1494C36-F492-40F6-BBD4-83A299BC6185}" dt="2022-02-06T19:24:40.973" v="2114" actId="1076"/>
          <ac:picMkLst>
            <pc:docMk/>
            <pc:sldMk cId="3223636522" sldId="303"/>
            <ac:picMk id="2" creationId="{DF18939C-C042-4425-9EC1-CABC0BDE6FCA}"/>
          </ac:picMkLst>
        </pc:picChg>
      </pc:sldChg>
      <pc:sldChg chg="add del">
        <pc:chgData name="Dr. Mike Blyth" userId="0c108f9a-cc80-44e0-b4f7-1719b9f7a79a" providerId="ADAL" clId="{E1494C36-F492-40F6-BBD4-83A299BC6185}" dt="2022-02-06T19:40:10.229" v="3958" actId="47"/>
        <pc:sldMkLst>
          <pc:docMk/>
          <pc:sldMk cId="2176034961" sldId="304"/>
        </pc:sldMkLst>
      </pc:sldChg>
      <pc:sldChg chg="addSp delSp modSp add mod modAnim">
        <pc:chgData name="Dr. Mike Blyth" userId="0c108f9a-cc80-44e0-b4f7-1719b9f7a79a" providerId="ADAL" clId="{E1494C36-F492-40F6-BBD4-83A299BC6185}" dt="2022-02-06T19:42:58.261" v="4120" actId="14100"/>
        <pc:sldMkLst>
          <pc:docMk/>
          <pc:sldMk cId="3988137506" sldId="305"/>
        </pc:sldMkLst>
        <pc:spChg chg="add del mod ord">
          <ac:chgData name="Dr. Mike Blyth" userId="0c108f9a-cc80-44e0-b4f7-1719b9f7a79a" providerId="ADAL" clId="{E1494C36-F492-40F6-BBD4-83A299BC6185}" dt="2022-02-06T19:42:23.050" v="4076" actId="478"/>
          <ac:spMkLst>
            <pc:docMk/>
            <pc:sldMk cId="3988137506" sldId="305"/>
            <ac:spMk id="5" creationId="{BF8579AC-CEFD-4183-8756-1F8297DC31F9}"/>
          </ac:spMkLst>
        </pc:spChg>
        <pc:spChg chg="add mod">
          <ac:chgData name="Dr. Mike Blyth" userId="0c108f9a-cc80-44e0-b4f7-1719b9f7a79a" providerId="ADAL" clId="{E1494C36-F492-40F6-BBD4-83A299BC6185}" dt="2022-02-06T19:42:25.718" v="4077" actId="1076"/>
          <ac:spMkLst>
            <pc:docMk/>
            <pc:sldMk cId="3988137506" sldId="305"/>
            <ac:spMk id="6" creationId="{4C2CF203-498E-4900-B199-347B992603E6}"/>
          </ac:spMkLst>
        </pc:spChg>
        <pc:spChg chg="add mod">
          <ac:chgData name="Dr. Mike Blyth" userId="0c108f9a-cc80-44e0-b4f7-1719b9f7a79a" providerId="ADAL" clId="{E1494C36-F492-40F6-BBD4-83A299BC6185}" dt="2022-02-06T19:28:44.542" v="2249" actId="164"/>
          <ac:spMkLst>
            <pc:docMk/>
            <pc:sldMk cId="3988137506" sldId="305"/>
            <ac:spMk id="10" creationId="{63434C3D-1A82-4181-861D-28E912D0CF51}"/>
          </ac:spMkLst>
        </pc:spChg>
        <pc:spChg chg="add mod">
          <ac:chgData name="Dr. Mike Blyth" userId="0c108f9a-cc80-44e0-b4f7-1719b9f7a79a" providerId="ADAL" clId="{E1494C36-F492-40F6-BBD4-83A299BC6185}" dt="2022-02-06T19:42:58.261" v="4120" actId="14100"/>
          <ac:spMkLst>
            <pc:docMk/>
            <pc:sldMk cId="3988137506" sldId="305"/>
            <ac:spMk id="14" creationId="{4C5487AD-6AC9-4CF2-9891-E63E34D73102}"/>
          </ac:spMkLst>
        </pc:spChg>
        <pc:spChg chg="del">
          <ac:chgData name="Dr. Mike Blyth" userId="0c108f9a-cc80-44e0-b4f7-1719b9f7a79a" providerId="ADAL" clId="{E1494C36-F492-40F6-BBD4-83A299BC6185}" dt="2022-02-06T19:26:40.165" v="2150" actId="478"/>
          <ac:spMkLst>
            <pc:docMk/>
            <pc:sldMk cId="3988137506" sldId="305"/>
            <ac:spMk id="410" creationId="{AB1508A9-F169-41E7-AAE9-78362CEB723B}"/>
          </ac:spMkLst>
        </pc:spChg>
        <pc:grpChg chg="add mod">
          <ac:chgData name="Dr. Mike Blyth" userId="0c108f9a-cc80-44e0-b4f7-1719b9f7a79a" providerId="ADAL" clId="{E1494C36-F492-40F6-BBD4-83A299BC6185}" dt="2022-02-06T19:42:33.222" v="4079" actId="14100"/>
          <ac:grpSpMkLst>
            <pc:docMk/>
            <pc:sldMk cId="3988137506" sldId="305"/>
            <ac:grpSpMk id="12" creationId="{0522FAED-5AC9-48BA-8680-98E1DD0B5F03}"/>
          </ac:grpSpMkLst>
        </pc:grpChg>
        <pc:grpChg chg="add mod">
          <ac:chgData name="Dr. Mike Blyth" userId="0c108f9a-cc80-44e0-b4f7-1719b9f7a79a" providerId="ADAL" clId="{E1494C36-F492-40F6-BBD4-83A299BC6185}" dt="2022-02-06T19:29:08.044" v="2316" actId="164"/>
          <ac:grpSpMkLst>
            <pc:docMk/>
            <pc:sldMk cId="3988137506" sldId="305"/>
            <ac:grpSpMk id="13" creationId="{75544DA3-65F5-48AA-8F6E-44DB11C1E402}"/>
          </ac:grpSpMkLst>
        </pc:grpChg>
        <pc:grpChg chg="add mod">
          <ac:chgData name="Dr. Mike Blyth" userId="0c108f9a-cc80-44e0-b4f7-1719b9f7a79a" providerId="ADAL" clId="{E1494C36-F492-40F6-BBD4-83A299BC6185}" dt="2022-02-06T19:29:11.821" v="2317" actId="164"/>
          <ac:grpSpMkLst>
            <pc:docMk/>
            <pc:sldMk cId="3988137506" sldId="305"/>
            <ac:grpSpMk id="15" creationId="{52372B45-C704-4717-95B9-A577BF9966D3}"/>
          </ac:grpSpMkLst>
        </pc:grpChg>
        <pc:picChg chg="add mod">
          <ac:chgData name="Dr. Mike Blyth" userId="0c108f9a-cc80-44e0-b4f7-1719b9f7a79a" providerId="ADAL" clId="{E1494C36-F492-40F6-BBD4-83A299BC6185}" dt="2022-02-06T19:29:11.821" v="2317" actId="164"/>
          <ac:picMkLst>
            <pc:docMk/>
            <pc:sldMk cId="3988137506" sldId="305"/>
            <ac:picMk id="3" creationId="{EBED6460-197A-44F9-9B06-0B12258D9B73}"/>
          </ac:picMkLst>
        </pc:picChg>
        <pc:picChg chg="del">
          <ac:chgData name="Dr. Mike Blyth" userId="0c108f9a-cc80-44e0-b4f7-1719b9f7a79a" providerId="ADAL" clId="{E1494C36-F492-40F6-BBD4-83A299BC6185}" dt="2022-02-06T19:26:41.045" v="2151" actId="478"/>
          <ac:picMkLst>
            <pc:docMk/>
            <pc:sldMk cId="3988137506" sldId="305"/>
            <ac:picMk id="4" creationId="{F75E7C41-0016-4813-A699-AF0E8B3A6CB0}"/>
          </ac:picMkLst>
        </pc:picChg>
        <pc:picChg chg="add mod">
          <ac:chgData name="Dr. Mike Blyth" userId="0c108f9a-cc80-44e0-b4f7-1719b9f7a79a" providerId="ADAL" clId="{E1494C36-F492-40F6-BBD4-83A299BC6185}" dt="2022-02-06T19:28:44.542" v="2249" actId="164"/>
          <ac:picMkLst>
            <pc:docMk/>
            <pc:sldMk cId="3988137506" sldId="305"/>
            <ac:picMk id="8" creationId="{A51399EA-0238-4E65-90DB-8AB4FC770451}"/>
          </ac:picMkLst>
        </pc:picChg>
        <pc:picChg chg="add mod modCrop">
          <ac:chgData name="Dr. Mike Blyth" userId="0c108f9a-cc80-44e0-b4f7-1719b9f7a79a" providerId="ADAL" clId="{E1494C36-F492-40F6-BBD4-83A299BC6185}" dt="2022-02-06T19:29:08.044" v="2316" actId="164"/>
          <ac:picMkLst>
            <pc:docMk/>
            <pc:sldMk cId="3988137506" sldId="305"/>
            <ac:picMk id="11" creationId="{D255A26E-B43D-4FCB-B3EC-A676EFA59156}"/>
          </ac:picMkLst>
        </pc:picChg>
      </pc:sldChg>
      <pc:sldChg chg="addSp delSp modSp add mod delAnim modAnim">
        <pc:chgData name="Dr. Mike Blyth" userId="0c108f9a-cc80-44e0-b4f7-1719b9f7a79a" providerId="ADAL" clId="{E1494C36-F492-40F6-BBD4-83A299BC6185}" dt="2022-02-06T19:44:18.096" v="4208" actId="20577"/>
        <pc:sldMkLst>
          <pc:docMk/>
          <pc:sldMk cId="1988916958" sldId="306"/>
        </pc:sldMkLst>
        <pc:spChg chg="del mod">
          <ac:chgData name="Dr. Mike Blyth" userId="0c108f9a-cc80-44e0-b4f7-1719b9f7a79a" providerId="ADAL" clId="{E1494C36-F492-40F6-BBD4-83A299BC6185}" dt="2022-02-06T19:30:14.606" v="2376" actId="478"/>
          <ac:spMkLst>
            <pc:docMk/>
            <pc:sldMk cId="1988916958" sldId="306"/>
            <ac:spMk id="5" creationId="{BF8579AC-CEFD-4183-8756-1F8297DC31F9}"/>
          </ac:spMkLst>
        </pc:spChg>
        <pc:spChg chg="add mod">
          <ac:chgData name="Dr. Mike Blyth" userId="0c108f9a-cc80-44e0-b4f7-1719b9f7a79a" providerId="ADAL" clId="{E1494C36-F492-40F6-BBD4-83A299BC6185}" dt="2022-02-06T19:43:27.856" v="4182" actId="20577"/>
          <ac:spMkLst>
            <pc:docMk/>
            <pc:sldMk cId="1988916958" sldId="306"/>
            <ac:spMk id="7" creationId="{B954E16C-0E79-4873-93DC-FC0F1DA6E930}"/>
          </ac:spMkLst>
        </pc:spChg>
        <pc:spChg chg="add mod">
          <ac:chgData name="Dr. Mike Blyth" userId="0c108f9a-cc80-44e0-b4f7-1719b9f7a79a" providerId="ADAL" clId="{E1494C36-F492-40F6-BBD4-83A299BC6185}" dt="2022-02-06T19:43:36.623" v="4183" actId="114"/>
          <ac:spMkLst>
            <pc:docMk/>
            <pc:sldMk cId="1988916958" sldId="306"/>
            <ac:spMk id="17" creationId="{90B3F9EA-A56F-42BC-A066-8ACCD6B700F5}"/>
          </ac:spMkLst>
        </pc:spChg>
        <pc:spChg chg="add mod">
          <ac:chgData name="Dr. Mike Blyth" userId="0c108f9a-cc80-44e0-b4f7-1719b9f7a79a" providerId="ADAL" clId="{E1494C36-F492-40F6-BBD4-83A299BC6185}" dt="2022-02-06T19:44:18.096" v="4208" actId="20577"/>
          <ac:spMkLst>
            <pc:docMk/>
            <pc:sldMk cId="1988916958" sldId="306"/>
            <ac:spMk id="18" creationId="{58EAB547-600D-41D5-A1F6-5E1347F5F739}"/>
          </ac:spMkLst>
        </pc:spChg>
        <pc:grpChg chg="del">
          <ac:chgData name="Dr. Mike Blyth" userId="0c108f9a-cc80-44e0-b4f7-1719b9f7a79a" providerId="ADAL" clId="{E1494C36-F492-40F6-BBD4-83A299BC6185}" dt="2022-02-06T19:29:31.886" v="2322" actId="478"/>
          <ac:grpSpMkLst>
            <pc:docMk/>
            <pc:sldMk cId="1988916958" sldId="306"/>
            <ac:grpSpMk id="12" creationId="{0522FAED-5AC9-48BA-8680-98E1DD0B5F03}"/>
          </ac:grpSpMkLst>
        </pc:grpChg>
        <pc:grpChg chg="del">
          <ac:chgData name="Dr. Mike Blyth" userId="0c108f9a-cc80-44e0-b4f7-1719b9f7a79a" providerId="ADAL" clId="{E1494C36-F492-40F6-BBD4-83A299BC6185}" dt="2022-02-06T19:29:32.360" v="2323" actId="478"/>
          <ac:grpSpMkLst>
            <pc:docMk/>
            <pc:sldMk cId="1988916958" sldId="306"/>
            <ac:grpSpMk id="13" creationId="{75544DA3-65F5-48AA-8F6E-44DB11C1E402}"/>
          </ac:grpSpMkLst>
        </pc:grpChg>
        <pc:grpChg chg="del">
          <ac:chgData name="Dr. Mike Blyth" userId="0c108f9a-cc80-44e0-b4f7-1719b9f7a79a" providerId="ADAL" clId="{E1494C36-F492-40F6-BBD4-83A299BC6185}" dt="2022-02-06T19:29:31.171" v="2321" actId="478"/>
          <ac:grpSpMkLst>
            <pc:docMk/>
            <pc:sldMk cId="1988916958" sldId="306"/>
            <ac:grpSpMk id="15" creationId="{52372B45-C704-4717-95B9-A577BF9966D3}"/>
          </ac:grpSpMkLst>
        </pc:grpChg>
        <pc:picChg chg="add mod">
          <ac:chgData name="Dr. Mike Blyth" userId="0c108f9a-cc80-44e0-b4f7-1719b9f7a79a" providerId="ADAL" clId="{E1494C36-F492-40F6-BBD4-83A299BC6185}" dt="2022-02-06T19:30:50.837" v="2384" actId="1076"/>
          <ac:picMkLst>
            <pc:docMk/>
            <pc:sldMk cId="1988916958" sldId="306"/>
            <ac:picMk id="4" creationId="{F50D18B2-3C11-4917-B9EE-67E06CBB4045}"/>
          </ac:picMkLst>
        </pc:picChg>
        <pc:picChg chg="add mod">
          <ac:chgData name="Dr. Mike Blyth" userId="0c108f9a-cc80-44e0-b4f7-1719b9f7a79a" providerId="ADAL" clId="{E1494C36-F492-40F6-BBD4-83A299BC6185}" dt="2022-02-06T19:30:53.222" v="2385" actId="1076"/>
          <ac:picMkLst>
            <pc:docMk/>
            <pc:sldMk cId="1988916958" sldId="306"/>
            <ac:picMk id="16" creationId="{9961CB87-E749-436D-93F6-746B99F96E0F}"/>
          </ac:picMkLst>
        </pc:picChg>
      </pc:sldChg>
      <pc:sldChg chg="addSp delSp modSp new mod setBg">
        <pc:chgData name="Dr. Mike Blyth" userId="0c108f9a-cc80-44e0-b4f7-1719b9f7a79a" providerId="ADAL" clId="{E1494C36-F492-40F6-BBD4-83A299BC6185}" dt="2022-02-06T19:33:21.822" v="2722" actId="962"/>
        <pc:sldMkLst>
          <pc:docMk/>
          <pc:sldMk cId="1137825724" sldId="307"/>
        </pc:sldMkLst>
        <pc:spChg chg="del">
          <ac:chgData name="Dr. Mike Blyth" userId="0c108f9a-cc80-44e0-b4f7-1719b9f7a79a" providerId="ADAL" clId="{E1494C36-F492-40F6-BBD4-83A299BC6185}" dt="2022-02-06T19:31:52.978" v="2506" actId="478"/>
          <ac:spMkLst>
            <pc:docMk/>
            <pc:sldMk cId="1137825724" sldId="307"/>
            <ac:spMk id="2" creationId="{7D0B0695-95AF-4965-BD67-B894A2DAF365}"/>
          </ac:spMkLst>
        </pc:spChg>
        <pc:spChg chg="del">
          <ac:chgData name="Dr. Mike Blyth" userId="0c108f9a-cc80-44e0-b4f7-1719b9f7a79a" providerId="ADAL" clId="{E1494C36-F492-40F6-BBD4-83A299BC6185}" dt="2022-02-06T19:31:54.109" v="2507" actId="478"/>
          <ac:spMkLst>
            <pc:docMk/>
            <pc:sldMk cId="1137825724" sldId="307"/>
            <ac:spMk id="3" creationId="{54C1DF58-EF11-40DF-A7D1-9BD4183F67CD}"/>
          </ac:spMkLst>
        </pc:spChg>
        <pc:spChg chg="add">
          <ac:chgData name="Dr. Mike Blyth" userId="0c108f9a-cc80-44e0-b4f7-1719b9f7a79a" providerId="ADAL" clId="{E1494C36-F492-40F6-BBD4-83A299BC6185}" dt="2022-02-06T19:33:19.196" v="2720" actId="26606"/>
          <ac:spMkLst>
            <pc:docMk/>
            <pc:sldMk cId="1137825724" sldId="307"/>
            <ac:spMk id="9" creationId="{B670DBD5-770C-4383-9F54-5B86E86BD5BB}"/>
          </ac:spMkLst>
        </pc:spChg>
        <pc:picChg chg="add mod">
          <ac:chgData name="Dr. Mike Blyth" userId="0c108f9a-cc80-44e0-b4f7-1719b9f7a79a" providerId="ADAL" clId="{E1494C36-F492-40F6-BBD4-83A299BC6185}" dt="2022-02-06T19:33:21.822" v="2722" actId="962"/>
          <ac:picMkLst>
            <pc:docMk/>
            <pc:sldMk cId="1137825724" sldId="307"/>
            <ac:picMk id="4" creationId="{824597B5-E9D9-47D7-A876-431F5A7C41DA}"/>
          </ac:picMkLst>
        </pc:picChg>
      </pc:sldChg>
    </pc:docChg>
  </pc:docChgLst>
  <pc:docChgLst>
    <pc:chgData name="Danielle Martin" userId="04f63225-1d27-46ab-9c7c-1c8b513bed32" providerId="ADAL" clId="{9F740789-0D8D-46A6-9196-779BBE1CD666}"/>
    <pc:docChg chg="addSld modSld">
      <pc:chgData name="Danielle Martin" userId="04f63225-1d27-46ab-9c7c-1c8b513bed32" providerId="ADAL" clId="{9F740789-0D8D-46A6-9196-779BBE1CD666}" dt="2023-04-11T18:15:56.461" v="61" actId="14100"/>
      <pc:docMkLst>
        <pc:docMk/>
      </pc:docMkLst>
      <pc:sldChg chg="addSp delSp modSp mod">
        <pc:chgData name="Danielle Martin" userId="04f63225-1d27-46ab-9c7c-1c8b513bed32" providerId="ADAL" clId="{9F740789-0D8D-46A6-9196-779BBE1CD666}" dt="2023-04-11T18:15:56.461" v="61" actId="14100"/>
        <pc:sldMkLst>
          <pc:docMk/>
          <pc:sldMk cId="2279497456" sldId="300"/>
        </pc:sldMkLst>
        <pc:spChg chg="del mod">
          <ac:chgData name="Danielle Martin" userId="04f63225-1d27-46ab-9c7c-1c8b513bed32" providerId="ADAL" clId="{9F740789-0D8D-46A6-9196-779BBE1CD666}" dt="2023-04-11T18:13:57.260" v="30"/>
          <ac:spMkLst>
            <pc:docMk/>
            <pc:sldMk cId="2279497456" sldId="300"/>
            <ac:spMk id="2" creationId="{A450ADDF-9B6A-414C-9C1B-FB3EC218457E}"/>
          </ac:spMkLst>
        </pc:spChg>
        <pc:spChg chg="add del">
          <ac:chgData name="Danielle Martin" userId="04f63225-1d27-46ab-9c7c-1c8b513bed32" providerId="ADAL" clId="{9F740789-0D8D-46A6-9196-779BBE1CD666}" dt="2023-04-11T18:13:43.286" v="26"/>
          <ac:spMkLst>
            <pc:docMk/>
            <pc:sldMk cId="2279497456" sldId="300"/>
            <ac:spMk id="3" creationId="{0701D1D1-451B-2E81-EE17-94D24AFAC5EC}"/>
          </ac:spMkLst>
        </pc:spChg>
        <pc:spChg chg="add del">
          <ac:chgData name="Danielle Martin" userId="04f63225-1d27-46ab-9c7c-1c8b513bed32" providerId="ADAL" clId="{9F740789-0D8D-46A6-9196-779BBE1CD666}" dt="2023-04-11T18:13:43.286" v="26"/>
          <ac:spMkLst>
            <pc:docMk/>
            <pc:sldMk cId="2279497456" sldId="300"/>
            <ac:spMk id="5" creationId="{CE200E7D-A7D6-CD5F-6E15-B1D4A9C57C07}"/>
          </ac:spMkLst>
        </pc:spChg>
        <pc:spChg chg="add del mod">
          <ac:chgData name="Danielle Martin" userId="04f63225-1d27-46ab-9c7c-1c8b513bed32" providerId="ADAL" clId="{9F740789-0D8D-46A6-9196-779BBE1CD666}" dt="2023-04-11T18:15:24.845" v="49"/>
          <ac:spMkLst>
            <pc:docMk/>
            <pc:sldMk cId="2279497456" sldId="300"/>
            <ac:spMk id="6" creationId="{4A755281-F6BE-2BF0-5040-CFDACBEACBD8}"/>
          </ac:spMkLst>
        </pc:spChg>
        <pc:spChg chg="add mod">
          <ac:chgData name="Danielle Martin" userId="04f63225-1d27-46ab-9c7c-1c8b513bed32" providerId="ADAL" clId="{9F740789-0D8D-46A6-9196-779BBE1CD666}" dt="2023-04-11T18:15:56.461" v="61" actId="14100"/>
          <ac:spMkLst>
            <pc:docMk/>
            <pc:sldMk cId="2279497456" sldId="300"/>
            <ac:spMk id="7" creationId="{43AA7179-F9F4-F947-A72B-B41C147F6F86}"/>
          </ac:spMkLst>
        </pc:spChg>
        <pc:spChg chg="mod">
          <ac:chgData name="Danielle Martin" userId="04f63225-1d27-46ab-9c7c-1c8b513bed32" providerId="ADAL" clId="{9F740789-0D8D-46A6-9196-779BBE1CD666}" dt="2023-04-11T18:12:54.884" v="24" actId="20577"/>
          <ac:spMkLst>
            <pc:docMk/>
            <pc:sldMk cId="2279497456" sldId="300"/>
            <ac:spMk id="410" creationId="{AB1508A9-F169-41E7-AAE9-78362CEB723B}"/>
          </ac:spMkLst>
        </pc:spChg>
        <pc:picChg chg="add del">
          <ac:chgData name="Danielle Martin" userId="04f63225-1d27-46ab-9c7c-1c8b513bed32" providerId="ADAL" clId="{9F740789-0D8D-46A6-9196-779BBE1CD666}" dt="2023-04-11T18:13:43.286" v="26"/>
          <ac:picMkLst>
            <pc:docMk/>
            <pc:sldMk cId="2279497456" sldId="300"/>
            <ac:picMk id="1025" creationId="{E42A15BA-E694-61E5-D789-F5236ABAC92D}"/>
          </ac:picMkLst>
        </pc:picChg>
        <pc:picChg chg="add mod">
          <ac:chgData name="Danielle Martin" userId="04f63225-1d27-46ab-9c7c-1c8b513bed32" providerId="ADAL" clId="{9F740789-0D8D-46A6-9196-779BBE1CD666}" dt="2023-04-11T18:15:40.401" v="53" actId="1076"/>
          <ac:picMkLst>
            <pc:docMk/>
            <pc:sldMk cId="2279497456" sldId="300"/>
            <ac:picMk id="1028" creationId="{D624025A-75BA-7296-2885-CB596F309949}"/>
          </ac:picMkLst>
        </pc:picChg>
      </pc:sldChg>
      <pc:sldChg chg="add">
        <pc:chgData name="Danielle Martin" userId="04f63225-1d27-46ab-9c7c-1c8b513bed32" providerId="ADAL" clId="{9F740789-0D8D-46A6-9196-779BBE1CD666}" dt="2023-04-11T18:12:46.310" v="0" actId="2890"/>
        <pc:sldMkLst>
          <pc:docMk/>
          <pc:sldMk cId="1977118012" sldId="30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BC5C97-1E7C-4D0E-9607-122701090D00}" type="datetimeFigureOut">
              <a:rPr lang="en-US" smtClean="0"/>
              <a:t>4/11/2023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4294DE-F52C-437F-B5D5-98B76DA2F04C}" type="slidenum">
              <a:rPr lang="en-US" smtClean="0"/>
              <a:t>‹#›</a:t>
            </a:fld>
            <a:endParaRPr lang="en-US"/>
          </a:p>
        </p:txBody>
      </p:sp>
    </p:spTree>
    <p:extLst>
      <p:ext uri="{BB962C8B-B14F-4D97-AF65-F5344CB8AC3E}">
        <p14:creationId xmlns:p14="http://schemas.microsoft.com/office/powerpoint/2010/main" val="2688864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59277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BAAF3-FE4F-470F-BBAF-A536FB3F596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19B4E566-CC20-48E2-BC8B-7EC63EB476F3}"/>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516892-529F-418B-A3FC-C9D18192FE58}"/>
              </a:ext>
            </a:extLst>
          </p:cNvPr>
          <p:cNvSpPr>
            <a:spLocks noGrp="1"/>
          </p:cNvSpPr>
          <p:nvPr>
            <p:ph type="dt" sz="half" idx="10"/>
          </p:nvPr>
        </p:nvSpPr>
        <p:spPr>
          <a:xfrm>
            <a:off x="838200" y="6356350"/>
            <a:ext cx="2743200" cy="365125"/>
          </a:xfrm>
          <a:prstGeom prst="rect">
            <a:avLst/>
          </a:prstGeom>
        </p:spPr>
        <p:txBody>
          <a:bodyPr/>
          <a:lstStyle/>
          <a:p>
            <a:fld id="{FE58E961-D393-4F7C-A2E9-0725FC2CC791}" type="datetimeFigureOut">
              <a:rPr lang="en-US" smtClean="0"/>
              <a:t>4/11/2023</a:t>
            </a:fld>
            <a:endParaRPr lang="en-US"/>
          </a:p>
        </p:txBody>
      </p:sp>
      <p:sp>
        <p:nvSpPr>
          <p:cNvPr id="5" name="Footer Placeholder 4">
            <a:extLst>
              <a:ext uri="{FF2B5EF4-FFF2-40B4-BE49-F238E27FC236}">
                <a16:creationId xmlns:a16="http://schemas.microsoft.com/office/drawing/2014/main" id="{C88233CF-A979-4874-9DA1-84D1E1494AF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12C8105-2517-4BC9-A4AA-D92AF286178C}"/>
              </a:ext>
            </a:extLst>
          </p:cNvPr>
          <p:cNvSpPr>
            <a:spLocks noGrp="1"/>
          </p:cNvSpPr>
          <p:nvPr>
            <p:ph type="sldNum" sz="quarter" idx="12"/>
          </p:nvPr>
        </p:nvSpPr>
        <p:spPr>
          <a:xfrm>
            <a:off x="8610600" y="6356350"/>
            <a:ext cx="2743200" cy="365125"/>
          </a:xfrm>
          <a:prstGeom prst="rect">
            <a:avLst/>
          </a:prstGeom>
        </p:spPr>
        <p:txBody>
          <a:bodyPr/>
          <a:lstStyle/>
          <a:p>
            <a:fld id="{67883B65-0C70-461D-B5FF-AE44415135CD}" type="slidenum">
              <a:rPr lang="en-US" smtClean="0"/>
              <a:t>‹#›</a:t>
            </a:fld>
            <a:endParaRPr lang="en-US"/>
          </a:p>
        </p:txBody>
      </p:sp>
    </p:spTree>
    <p:extLst>
      <p:ext uri="{BB962C8B-B14F-4D97-AF65-F5344CB8AC3E}">
        <p14:creationId xmlns:p14="http://schemas.microsoft.com/office/powerpoint/2010/main" val="1763594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85361-975D-4814-B725-B751AA6DB41B}"/>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32F31F-B41E-44BE-9FF7-83960520DAA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2A493E-E611-42D6-804F-7DCF2A1CD571}"/>
              </a:ext>
            </a:extLst>
          </p:cNvPr>
          <p:cNvSpPr>
            <a:spLocks noGrp="1"/>
          </p:cNvSpPr>
          <p:nvPr>
            <p:ph type="dt" sz="half" idx="10"/>
          </p:nvPr>
        </p:nvSpPr>
        <p:spPr>
          <a:xfrm>
            <a:off x="838200" y="6356350"/>
            <a:ext cx="2743200" cy="365125"/>
          </a:xfrm>
          <a:prstGeom prst="rect">
            <a:avLst/>
          </a:prstGeom>
        </p:spPr>
        <p:txBody>
          <a:bodyPr/>
          <a:lstStyle/>
          <a:p>
            <a:fld id="{FE58E961-D393-4F7C-A2E9-0725FC2CC791}" type="datetimeFigureOut">
              <a:rPr lang="en-US" smtClean="0"/>
              <a:t>4/11/2023</a:t>
            </a:fld>
            <a:endParaRPr lang="en-US"/>
          </a:p>
        </p:txBody>
      </p:sp>
      <p:sp>
        <p:nvSpPr>
          <p:cNvPr id="5" name="Footer Placeholder 4">
            <a:extLst>
              <a:ext uri="{FF2B5EF4-FFF2-40B4-BE49-F238E27FC236}">
                <a16:creationId xmlns:a16="http://schemas.microsoft.com/office/drawing/2014/main" id="{97FDD682-D42A-47B2-B8D8-5FD40A50FF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7EC3F2A-EB4A-4EAA-B36B-899F70455C7C}"/>
              </a:ext>
            </a:extLst>
          </p:cNvPr>
          <p:cNvSpPr>
            <a:spLocks noGrp="1"/>
          </p:cNvSpPr>
          <p:nvPr>
            <p:ph type="sldNum" sz="quarter" idx="12"/>
          </p:nvPr>
        </p:nvSpPr>
        <p:spPr>
          <a:xfrm>
            <a:off x="8610600" y="6356350"/>
            <a:ext cx="2743200" cy="365125"/>
          </a:xfrm>
          <a:prstGeom prst="rect">
            <a:avLst/>
          </a:prstGeom>
        </p:spPr>
        <p:txBody>
          <a:bodyPr/>
          <a:lstStyle/>
          <a:p>
            <a:fld id="{67883B65-0C70-461D-B5FF-AE44415135CD}" type="slidenum">
              <a:rPr lang="en-US" smtClean="0"/>
              <a:t>‹#›</a:t>
            </a:fld>
            <a:endParaRPr lang="en-US"/>
          </a:p>
        </p:txBody>
      </p:sp>
    </p:spTree>
    <p:extLst>
      <p:ext uri="{BB962C8B-B14F-4D97-AF65-F5344CB8AC3E}">
        <p14:creationId xmlns:p14="http://schemas.microsoft.com/office/powerpoint/2010/main" val="882216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5B946-AEAF-47EE-A363-B1C4CFE9608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030C702-5668-423C-9A8E-5B9627E6AF51}"/>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53BD80-44FD-44AB-9D95-A2663CF18DB0}"/>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C440D0-244F-486C-8010-44931B6EB7AD}"/>
              </a:ext>
            </a:extLst>
          </p:cNvPr>
          <p:cNvSpPr>
            <a:spLocks noGrp="1"/>
          </p:cNvSpPr>
          <p:nvPr>
            <p:ph type="dt" sz="half" idx="10"/>
          </p:nvPr>
        </p:nvSpPr>
        <p:spPr>
          <a:xfrm>
            <a:off x="838200" y="6356350"/>
            <a:ext cx="2743200" cy="365125"/>
          </a:xfrm>
          <a:prstGeom prst="rect">
            <a:avLst/>
          </a:prstGeom>
        </p:spPr>
        <p:txBody>
          <a:bodyPr/>
          <a:lstStyle/>
          <a:p>
            <a:fld id="{FE58E961-D393-4F7C-A2E9-0725FC2CC791}" type="datetimeFigureOut">
              <a:rPr lang="en-US" smtClean="0"/>
              <a:t>4/11/2023</a:t>
            </a:fld>
            <a:endParaRPr lang="en-US"/>
          </a:p>
        </p:txBody>
      </p:sp>
      <p:sp>
        <p:nvSpPr>
          <p:cNvPr id="6" name="Footer Placeholder 5">
            <a:extLst>
              <a:ext uri="{FF2B5EF4-FFF2-40B4-BE49-F238E27FC236}">
                <a16:creationId xmlns:a16="http://schemas.microsoft.com/office/drawing/2014/main" id="{55A428E8-EF6E-4A9F-ABD2-F7020735E22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D98C6FF-C21D-4B2D-870C-1C3FA3B82A3C}"/>
              </a:ext>
            </a:extLst>
          </p:cNvPr>
          <p:cNvSpPr>
            <a:spLocks noGrp="1"/>
          </p:cNvSpPr>
          <p:nvPr>
            <p:ph type="sldNum" sz="quarter" idx="12"/>
          </p:nvPr>
        </p:nvSpPr>
        <p:spPr>
          <a:xfrm>
            <a:off x="8610600" y="6356350"/>
            <a:ext cx="2743200" cy="365125"/>
          </a:xfrm>
          <a:prstGeom prst="rect">
            <a:avLst/>
          </a:prstGeom>
        </p:spPr>
        <p:txBody>
          <a:bodyPr/>
          <a:lstStyle/>
          <a:p>
            <a:fld id="{67883B65-0C70-461D-B5FF-AE44415135CD}" type="slidenum">
              <a:rPr lang="en-US" smtClean="0"/>
              <a:t>‹#›</a:t>
            </a:fld>
            <a:endParaRPr lang="en-US"/>
          </a:p>
        </p:txBody>
      </p:sp>
    </p:spTree>
    <p:extLst>
      <p:ext uri="{BB962C8B-B14F-4D97-AF65-F5344CB8AC3E}">
        <p14:creationId xmlns:p14="http://schemas.microsoft.com/office/powerpoint/2010/main" val="416616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823B-B884-41CC-9160-20FC52E6DC9F}"/>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1175D3B-1DCA-47F1-9957-B6D4EA0D6AC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C70B9E-BFD5-4DC8-BB05-CFBD747AD4E0}"/>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D336B1-FCA4-4113-B669-4EBF349E639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C5A5C5-FA81-41B5-8E20-93E722C25A42}"/>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FDE94C-80AE-4417-95E4-2DB301905E1D}"/>
              </a:ext>
            </a:extLst>
          </p:cNvPr>
          <p:cNvSpPr>
            <a:spLocks noGrp="1"/>
          </p:cNvSpPr>
          <p:nvPr>
            <p:ph type="dt" sz="half" idx="10"/>
          </p:nvPr>
        </p:nvSpPr>
        <p:spPr>
          <a:xfrm>
            <a:off x="838200" y="6356350"/>
            <a:ext cx="2743200" cy="365125"/>
          </a:xfrm>
          <a:prstGeom prst="rect">
            <a:avLst/>
          </a:prstGeom>
        </p:spPr>
        <p:txBody>
          <a:bodyPr/>
          <a:lstStyle/>
          <a:p>
            <a:fld id="{FE58E961-D393-4F7C-A2E9-0725FC2CC791}" type="datetimeFigureOut">
              <a:rPr lang="en-US" smtClean="0"/>
              <a:t>4/11/2023</a:t>
            </a:fld>
            <a:endParaRPr lang="en-US"/>
          </a:p>
        </p:txBody>
      </p:sp>
      <p:sp>
        <p:nvSpPr>
          <p:cNvPr id="8" name="Footer Placeholder 7">
            <a:extLst>
              <a:ext uri="{FF2B5EF4-FFF2-40B4-BE49-F238E27FC236}">
                <a16:creationId xmlns:a16="http://schemas.microsoft.com/office/drawing/2014/main" id="{52A24B6F-6B29-4510-A2DF-6E222805015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D176095-EA4E-410A-8CD2-9A807319CADF}"/>
              </a:ext>
            </a:extLst>
          </p:cNvPr>
          <p:cNvSpPr>
            <a:spLocks noGrp="1"/>
          </p:cNvSpPr>
          <p:nvPr>
            <p:ph type="sldNum" sz="quarter" idx="12"/>
          </p:nvPr>
        </p:nvSpPr>
        <p:spPr>
          <a:xfrm>
            <a:off x="8610600" y="6356350"/>
            <a:ext cx="2743200" cy="365125"/>
          </a:xfrm>
          <a:prstGeom prst="rect">
            <a:avLst/>
          </a:prstGeom>
        </p:spPr>
        <p:txBody>
          <a:bodyPr/>
          <a:lstStyle/>
          <a:p>
            <a:fld id="{67883B65-0C70-461D-B5FF-AE44415135CD}" type="slidenum">
              <a:rPr lang="en-US" smtClean="0"/>
              <a:t>‹#›</a:t>
            </a:fld>
            <a:endParaRPr lang="en-US"/>
          </a:p>
        </p:txBody>
      </p:sp>
    </p:spTree>
    <p:extLst>
      <p:ext uri="{BB962C8B-B14F-4D97-AF65-F5344CB8AC3E}">
        <p14:creationId xmlns:p14="http://schemas.microsoft.com/office/powerpoint/2010/main" val="257991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FA3F2-868C-4315-86E0-461FE2E2F30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03A3F455-7481-4807-8FAC-C51C7EA9547F}"/>
              </a:ext>
            </a:extLst>
          </p:cNvPr>
          <p:cNvSpPr>
            <a:spLocks noGrp="1"/>
          </p:cNvSpPr>
          <p:nvPr>
            <p:ph type="dt" sz="half" idx="10"/>
          </p:nvPr>
        </p:nvSpPr>
        <p:spPr>
          <a:xfrm>
            <a:off x="838200" y="6356350"/>
            <a:ext cx="2743200" cy="365125"/>
          </a:xfrm>
          <a:prstGeom prst="rect">
            <a:avLst/>
          </a:prstGeom>
        </p:spPr>
        <p:txBody>
          <a:bodyPr/>
          <a:lstStyle/>
          <a:p>
            <a:fld id="{FE58E961-D393-4F7C-A2E9-0725FC2CC791}" type="datetimeFigureOut">
              <a:rPr lang="en-US" smtClean="0"/>
              <a:t>4/11/2023</a:t>
            </a:fld>
            <a:endParaRPr lang="en-US"/>
          </a:p>
        </p:txBody>
      </p:sp>
      <p:sp>
        <p:nvSpPr>
          <p:cNvPr id="4" name="Footer Placeholder 3">
            <a:extLst>
              <a:ext uri="{FF2B5EF4-FFF2-40B4-BE49-F238E27FC236}">
                <a16:creationId xmlns:a16="http://schemas.microsoft.com/office/drawing/2014/main" id="{C254B37E-A12F-4360-8C3F-F9AEE4EC52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F9275C31-5410-468E-A036-BC364E3DD86A}"/>
              </a:ext>
            </a:extLst>
          </p:cNvPr>
          <p:cNvSpPr>
            <a:spLocks noGrp="1"/>
          </p:cNvSpPr>
          <p:nvPr>
            <p:ph type="sldNum" sz="quarter" idx="12"/>
          </p:nvPr>
        </p:nvSpPr>
        <p:spPr>
          <a:xfrm>
            <a:off x="8610600" y="6356350"/>
            <a:ext cx="2743200" cy="365125"/>
          </a:xfrm>
          <a:prstGeom prst="rect">
            <a:avLst/>
          </a:prstGeom>
        </p:spPr>
        <p:txBody>
          <a:bodyPr/>
          <a:lstStyle/>
          <a:p>
            <a:fld id="{67883B65-0C70-461D-B5FF-AE44415135CD}" type="slidenum">
              <a:rPr lang="en-US" smtClean="0"/>
              <a:t>‹#›</a:t>
            </a:fld>
            <a:endParaRPr lang="en-US"/>
          </a:p>
        </p:txBody>
      </p:sp>
    </p:spTree>
    <p:extLst>
      <p:ext uri="{BB962C8B-B14F-4D97-AF65-F5344CB8AC3E}">
        <p14:creationId xmlns:p14="http://schemas.microsoft.com/office/powerpoint/2010/main" val="3622044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1674B0-8B25-400D-BB82-C9DEFB535374}"/>
              </a:ext>
            </a:extLst>
          </p:cNvPr>
          <p:cNvSpPr>
            <a:spLocks noGrp="1"/>
          </p:cNvSpPr>
          <p:nvPr>
            <p:ph type="dt" sz="half" idx="10"/>
          </p:nvPr>
        </p:nvSpPr>
        <p:spPr>
          <a:xfrm>
            <a:off x="838200" y="6356350"/>
            <a:ext cx="2743200" cy="365125"/>
          </a:xfrm>
          <a:prstGeom prst="rect">
            <a:avLst/>
          </a:prstGeom>
        </p:spPr>
        <p:txBody>
          <a:bodyPr/>
          <a:lstStyle/>
          <a:p>
            <a:fld id="{FE58E961-D393-4F7C-A2E9-0725FC2CC791}" type="datetimeFigureOut">
              <a:rPr lang="en-US" smtClean="0"/>
              <a:t>4/11/2023</a:t>
            </a:fld>
            <a:endParaRPr lang="en-US"/>
          </a:p>
        </p:txBody>
      </p:sp>
      <p:sp>
        <p:nvSpPr>
          <p:cNvPr id="3" name="Footer Placeholder 2">
            <a:extLst>
              <a:ext uri="{FF2B5EF4-FFF2-40B4-BE49-F238E27FC236}">
                <a16:creationId xmlns:a16="http://schemas.microsoft.com/office/drawing/2014/main" id="{6B9ED1C5-5DC1-4D51-BE66-3BE4CC85D62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04771F01-E763-4831-BEED-FF9A48294076}"/>
              </a:ext>
            </a:extLst>
          </p:cNvPr>
          <p:cNvSpPr>
            <a:spLocks noGrp="1"/>
          </p:cNvSpPr>
          <p:nvPr>
            <p:ph type="sldNum" sz="quarter" idx="12"/>
          </p:nvPr>
        </p:nvSpPr>
        <p:spPr>
          <a:xfrm>
            <a:off x="8610600" y="6356350"/>
            <a:ext cx="2743200" cy="365125"/>
          </a:xfrm>
          <a:prstGeom prst="rect">
            <a:avLst/>
          </a:prstGeom>
        </p:spPr>
        <p:txBody>
          <a:bodyPr/>
          <a:lstStyle/>
          <a:p>
            <a:fld id="{67883B65-0C70-461D-B5FF-AE44415135CD}" type="slidenum">
              <a:rPr lang="en-US" smtClean="0"/>
              <a:t>‹#›</a:t>
            </a:fld>
            <a:endParaRPr lang="en-US"/>
          </a:p>
        </p:txBody>
      </p:sp>
    </p:spTree>
    <p:extLst>
      <p:ext uri="{BB962C8B-B14F-4D97-AF65-F5344CB8AC3E}">
        <p14:creationId xmlns:p14="http://schemas.microsoft.com/office/powerpoint/2010/main" val="3219246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189A9-5A82-4487-809A-DACF58A2082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663D45-E365-42B8-B573-90B6DA648D6D}"/>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FD90DD-EF47-43C1-B0E2-71043308856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AF3FF3-371B-4CDB-9F4A-9FC08D7761D0}"/>
              </a:ext>
            </a:extLst>
          </p:cNvPr>
          <p:cNvSpPr>
            <a:spLocks noGrp="1"/>
          </p:cNvSpPr>
          <p:nvPr>
            <p:ph type="dt" sz="half" idx="10"/>
          </p:nvPr>
        </p:nvSpPr>
        <p:spPr>
          <a:xfrm>
            <a:off x="838200" y="6356350"/>
            <a:ext cx="2743200" cy="365125"/>
          </a:xfrm>
          <a:prstGeom prst="rect">
            <a:avLst/>
          </a:prstGeom>
        </p:spPr>
        <p:txBody>
          <a:bodyPr/>
          <a:lstStyle/>
          <a:p>
            <a:fld id="{FE58E961-D393-4F7C-A2E9-0725FC2CC791}" type="datetimeFigureOut">
              <a:rPr lang="en-US" smtClean="0"/>
              <a:t>4/11/2023</a:t>
            </a:fld>
            <a:endParaRPr lang="en-US"/>
          </a:p>
        </p:txBody>
      </p:sp>
      <p:sp>
        <p:nvSpPr>
          <p:cNvPr id="6" name="Footer Placeholder 5">
            <a:extLst>
              <a:ext uri="{FF2B5EF4-FFF2-40B4-BE49-F238E27FC236}">
                <a16:creationId xmlns:a16="http://schemas.microsoft.com/office/drawing/2014/main" id="{7F18DC1A-7955-450E-8A4B-A42EE0FFEE1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2DBD747-2FA6-41CB-9D6A-F26EE6FBAC0B}"/>
              </a:ext>
            </a:extLst>
          </p:cNvPr>
          <p:cNvSpPr>
            <a:spLocks noGrp="1"/>
          </p:cNvSpPr>
          <p:nvPr>
            <p:ph type="sldNum" sz="quarter" idx="12"/>
          </p:nvPr>
        </p:nvSpPr>
        <p:spPr>
          <a:xfrm>
            <a:off x="8610600" y="6356350"/>
            <a:ext cx="2743200" cy="365125"/>
          </a:xfrm>
          <a:prstGeom prst="rect">
            <a:avLst/>
          </a:prstGeom>
        </p:spPr>
        <p:txBody>
          <a:bodyPr/>
          <a:lstStyle/>
          <a:p>
            <a:fld id="{67883B65-0C70-461D-B5FF-AE44415135CD}" type="slidenum">
              <a:rPr lang="en-US" smtClean="0"/>
              <a:t>‹#›</a:t>
            </a:fld>
            <a:endParaRPr lang="en-US"/>
          </a:p>
        </p:txBody>
      </p:sp>
    </p:spTree>
    <p:extLst>
      <p:ext uri="{BB962C8B-B14F-4D97-AF65-F5344CB8AC3E}">
        <p14:creationId xmlns:p14="http://schemas.microsoft.com/office/powerpoint/2010/main" val="560213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B3A99-6F94-4869-B1E0-55514830228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A5EC23-2BA6-40A4-B6C7-C7CED173181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22F0AA-FA8D-4801-BF08-32A05CC6458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928EBE-377C-4D1B-B0F4-EF3FBF6092EE}"/>
              </a:ext>
            </a:extLst>
          </p:cNvPr>
          <p:cNvSpPr>
            <a:spLocks noGrp="1"/>
          </p:cNvSpPr>
          <p:nvPr>
            <p:ph type="dt" sz="half" idx="10"/>
          </p:nvPr>
        </p:nvSpPr>
        <p:spPr>
          <a:xfrm>
            <a:off x="838200" y="6356350"/>
            <a:ext cx="2743200" cy="365125"/>
          </a:xfrm>
          <a:prstGeom prst="rect">
            <a:avLst/>
          </a:prstGeom>
        </p:spPr>
        <p:txBody>
          <a:bodyPr/>
          <a:lstStyle/>
          <a:p>
            <a:fld id="{FE58E961-D393-4F7C-A2E9-0725FC2CC791}" type="datetimeFigureOut">
              <a:rPr lang="en-US" smtClean="0"/>
              <a:t>4/11/2023</a:t>
            </a:fld>
            <a:endParaRPr lang="en-US"/>
          </a:p>
        </p:txBody>
      </p:sp>
      <p:sp>
        <p:nvSpPr>
          <p:cNvPr id="6" name="Footer Placeholder 5">
            <a:extLst>
              <a:ext uri="{FF2B5EF4-FFF2-40B4-BE49-F238E27FC236}">
                <a16:creationId xmlns:a16="http://schemas.microsoft.com/office/drawing/2014/main" id="{17CE9C9B-69CD-4B77-B35A-70097ED5E1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083A0CF-C69E-4339-B7FF-F1FC14060BEC}"/>
              </a:ext>
            </a:extLst>
          </p:cNvPr>
          <p:cNvSpPr>
            <a:spLocks noGrp="1"/>
          </p:cNvSpPr>
          <p:nvPr>
            <p:ph type="sldNum" sz="quarter" idx="12"/>
          </p:nvPr>
        </p:nvSpPr>
        <p:spPr>
          <a:xfrm>
            <a:off x="8610600" y="6356350"/>
            <a:ext cx="2743200" cy="365125"/>
          </a:xfrm>
          <a:prstGeom prst="rect">
            <a:avLst/>
          </a:prstGeom>
        </p:spPr>
        <p:txBody>
          <a:bodyPr/>
          <a:lstStyle/>
          <a:p>
            <a:fld id="{67883B65-0C70-461D-B5FF-AE44415135CD}" type="slidenum">
              <a:rPr lang="en-US" smtClean="0"/>
              <a:t>‹#›</a:t>
            </a:fld>
            <a:endParaRPr lang="en-US"/>
          </a:p>
        </p:txBody>
      </p:sp>
    </p:spTree>
    <p:extLst>
      <p:ext uri="{BB962C8B-B14F-4D97-AF65-F5344CB8AC3E}">
        <p14:creationId xmlns:p14="http://schemas.microsoft.com/office/powerpoint/2010/main" val="3810267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297A7-9591-4C74-8C23-012E1B71006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2610757-7A9D-49CC-B30C-1AB173E7AACD}"/>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6AC72F-3C6A-452B-963C-9B7CBBF91110}"/>
              </a:ext>
            </a:extLst>
          </p:cNvPr>
          <p:cNvSpPr>
            <a:spLocks noGrp="1"/>
          </p:cNvSpPr>
          <p:nvPr>
            <p:ph type="dt" sz="half" idx="10"/>
          </p:nvPr>
        </p:nvSpPr>
        <p:spPr>
          <a:xfrm>
            <a:off x="838200" y="6356350"/>
            <a:ext cx="2743200" cy="365125"/>
          </a:xfrm>
          <a:prstGeom prst="rect">
            <a:avLst/>
          </a:prstGeom>
        </p:spPr>
        <p:txBody>
          <a:bodyPr/>
          <a:lstStyle/>
          <a:p>
            <a:fld id="{FE58E961-D393-4F7C-A2E9-0725FC2CC791}" type="datetimeFigureOut">
              <a:rPr lang="en-US" smtClean="0"/>
              <a:t>4/11/2023</a:t>
            </a:fld>
            <a:endParaRPr lang="en-US"/>
          </a:p>
        </p:txBody>
      </p:sp>
      <p:sp>
        <p:nvSpPr>
          <p:cNvPr id="5" name="Footer Placeholder 4">
            <a:extLst>
              <a:ext uri="{FF2B5EF4-FFF2-40B4-BE49-F238E27FC236}">
                <a16:creationId xmlns:a16="http://schemas.microsoft.com/office/drawing/2014/main" id="{69BB0C65-6EF8-48E4-AF82-805311BC02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48F935F-B778-4D19-BF9C-53A8F073247A}"/>
              </a:ext>
            </a:extLst>
          </p:cNvPr>
          <p:cNvSpPr>
            <a:spLocks noGrp="1"/>
          </p:cNvSpPr>
          <p:nvPr>
            <p:ph type="sldNum" sz="quarter" idx="12"/>
          </p:nvPr>
        </p:nvSpPr>
        <p:spPr>
          <a:xfrm>
            <a:off x="8610600" y="6356350"/>
            <a:ext cx="2743200" cy="365125"/>
          </a:xfrm>
          <a:prstGeom prst="rect">
            <a:avLst/>
          </a:prstGeom>
        </p:spPr>
        <p:txBody>
          <a:bodyPr/>
          <a:lstStyle/>
          <a:p>
            <a:fld id="{67883B65-0C70-461D-B5FF-AE44415135CD}" type="slidenum">
              <a:rPr lang="en-US" smtClean="0"/>
              <a:t>‹#›</a:t>
            </a:fld>
            <a:endParaRPr lang="en-US"/>
          </a:p>
        </p:txBody>
      </p:sp>
    </p:spTree>
    <p:extLst>
      <p:ext uri="{BB962C8B-B14F-4D97-AF65-F5344CB8AC3E}">
        <p14:creationId xmlns:p14="http://schemas.microsoft.com/office/powerpoint/2010/main" val="3310404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C17F51-944E-45CB-A290-547F196F57DA}"/>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E580B0-23C2-4D48-BEB1-CF753E186700}"/>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A8FE19-EFC2-429A-9B58-681294EFAC57}"/>
              </a:ext>
            </a:extLst>
          </p:cNvPr>
          <p:cNvSpPr>
            <a:spLocks noGrp="1"/>
          </p:cNvSpPr>
          <p:nvPr>
            <p:ph type="dt" sz="half" idx="10"/>
          </p:nvPr>
        </p:nvSpPr>
        <p:spPr>
          <a:xfrm>
            <a:off x="838200" y="6356350"/>
            <a:ext cx="2743200" cy="365125"/>
          </a:xfrm>
          <a:prstGeom prst="rect">
            <a:avLst/>
          </a:prstGeom>
        </p:spPr>
        <p:txBody>
          <a:bodyPr/>
          <a:lstStyle/>
          <a:p>
            <a:fld id="{FE58E961-D393-4F7C-A2E9-0725FC2CC791}" type="datetimeFigureOut">
              <a:rPr lang="en-US" smtClean="0"/>
              <a:t>4/11/2023</a:t>
            </a:fld>
            <a:endParaRPr lang="en-US"/>
          </a:p>
        </p:txBody>
      </p:sp>
      <p:sp>
        <p:nvSpPr>
          <p:cNvPr id="5" name="Footer Placeholder 4">
            <a:extLst>
              <a:ext uri="{FF2B5EF4-FFF2-40B4-BE49-F238E27FC236}">
                <a16:creationId xmlns:a16="http://schemas.microsoft.com/office/drawing/2014/main" id="{A8639005-BB3E-4A9A-974D-BB47899AEBD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18BABBD-7DE1-4EEE-8945-E912BB42188A}"/>
              </a:ext>
            </a:extLst>
          </p:cNvPr>
          <p:cNvSpPr>
            <a:spLocks noGrp="1"/>
          </p:cNvSpPr>
          <p:nvPr>
            <p:ph type="sldNum" sz="quarter" idx="12"/>
          </p:nvPr>
        </p:nvSpPr>
        <p:spPr>
          <a:xfrm>
            <a:off x="8610600" y="6356350"/>
            <a:ext cx="2743200" cy="365125"/>
          </a:xfrm>
          <a:prstGeom prst="rect">
            <a:avLst/>
          </a:prstGeom>
        </p:spPr>
        <p:txBody>
          <a:bodyPr/>
          <a:lstStyle/>
          <a:p>
            <a:fld id="{67883B65-0C70-461D-B5FF-AE44415135CD}" type="slidenum">
              <a:rPr lang="en-US" smtClean="0"/>
              <a:t>‹#›</a:t>
            </a:fld>
            <a:endParaRPr lang="en-US"/>
          </a:p>
        </p:txBody>
      </p:sp>
    </p:spTree>
    <p:extLst>
      <p:ext uri="{BB962C8B-B14F-4D97-AF65-F5344CB8AC3E}">
        <p14:creationId xmlns:p14="http://schemas.microsoft.com/office/powerpoint/2010/main" val="193237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9584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hyperlink" Target="https://resilienceresourceportal.com/" TargetMode="External"/><Relationship Id="rId4" Type="http://schemas.openxmlformats.org/officeDocument/2006/relationships/image" Target="cid:image001.jpg@01D92127.34D95600"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1">
            <a:extLst>
              <a:ext uri="{FF2B5EF4-FFF2-40B4-BE49-F238E27FC236}">
                <a16:creationId xmlns:a16="http://schemas.microsoft.com/office/drawing/2014/main" id="{6680F1D3-7650-4307-A001-0163AD371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C:\Users\jzamora.RSM\Desktop\Rsm Logo 2.png">
            <a:extLst>
              <a:ext uri="{FF2B5EF4-FFF2-40B4-BE49-F238E27FC236}">
                <a16:creationId xmlns:a16="http://schemas.microsoft.com/office/drawing/2014/main" id="{DF18939C-C042-4425-9EC1-CABC0BDE6F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462" r="4418" b="2"/>
          <a:stretch/>
        </p:blipFill>
        <p:spPr bwMode="auto">
          <a:xfrm>
            <a:off x="0" y="180702"/>
            <a:ext cx="3307181" cy="2238033"/>
          </a:xfrm>
          <a:custGeom>
            <a:avLst/>
            <a:gdLst/>
            <a:ahLst/>
            <a:cxnLst/>
            <a:rect l="l" t="t" r="r" b="b"/>
            <a:pathLst>
              <a:path w="8678780" h="5873097">
                <a:moveTo>
                  <a:pt x="1379513" y="25"/>
                </a:moveTo>
                <a:cubicBezTo>
                  <a:pt x="1399326" y="458"/>
                  <a:pt x="1419819" y="6516"/>
                  <a:pt x="1438386" y="8439"/>
                </a:cubicBezTo>
                <a:cubicBezTo>
                  <a:pt x="1848256" y="51517"/>
                  <a:pt x="2258124" y="98056"/>
                  <a:pt x="2668443" y="139209"/>
                </a:cubicBezTo>
                <a:cubicBezTo>
                  <a:pt x="3052045" y="177671"/>
                  <a:pt x="3438361" y="186516"/>
                  <a:pt x="3823773" y="206516"/>
                </a:cubicBezTo>
                <a:cubicBezTo>
                  <a:pt x="4290252" y="230748"/>
                  <a:pt x="4755825" y="264980"/>
                  <a:pt x="5219588" y="318825"/>
                </a:cubicBezTo>
                <a:cubicBezTo>
                  <a:pt x="5541595" y="356518"/>
                  <a:pt x="5866772" y="382670"/>
                  <a:pt x="6193307" y="352672"/>
                </a:cubicBezTo>
                <a:cubicBezTo>
                  <a:pt x="6209610" y="351131"/>
                  <a:pt x="6228180" y="346134"/>
                  <a:pt x="6241767" y="351131"/>
                </a:cubicBezTo>
                <a:cubicBezTo>
                  <a:pt x="6400280" y="407287"/>
                  <a:pt x="6573284" y="366901"/>
                  <a:pt x="6737683" y="402287"/>
                </a:cubicBezTo>
                <a:cubicBezTo>
                  <a:pt x="6695564" y="538826"/>
                  <a:pt x="6514862" y="527670"/>
                  <a:pt x="6412962" y="622288"/>
                </a:cubicBezTo>
                <a:cubicBezTo>
                  <a:pt x="6579172" y="659979"/>
                  <a:pt x="6728627" y="698057"/>
                  <a:pt x="6880346" y="726518"/>
                </a:cubicBezTo>
                <a:cubicBezTo>
                  <a:pt x="7041122" y="756519"/>
                  <a:pt x="7177442" y="837673"/>
                  <a:pt x="7334594" y="873826"/>
                </a:cubicBezTo>
                <a:cubicBezTo>
                  <a:pt x="7368112" y="881518"/>
                  <a:pt x="7408419" y="908442"/>
                  <a:pt x="7420192" y="934596"/>
                </a:cubicBezTo>
                <a:cubicBezTo>
                  <a:pt x="7458235" y="1019211"/>
                  <a:pt x="8217735" y="1256521"/>
                  <a:pt x="8128063" y="1331904"/>
                </a:cubicBezTo>
                <a:cubicBezTo>
                  <a:pt x="8090926" y="1363059"/>
                  <a:pt x="8042918" y="1385367"/>
                  <a:pt x="7992648" y="1416136"/>
                </a:cubicBezTo>
                <a:cubicBezTo>
                  <a:pt x="8068283" y="1474214"/>
                  <a:pt x="8153426" y="1499598"/>
                  <a:pt x="8244004" y="1516906"/>
                </a:cubicBezTo>
                <a:cubicBezTo>
                  <a:pt x="8271178" y="1522290"/>
                  <a:pt x="8297900" y="1533059"/>
                  <a:pt x="8300615" y="1559214"/>
                </a:cubicBezTo>
                <a:cubicBezTo>
                  <a:pt x="8303332" y="1586521"/>
                  <a:pt x="8275706" y="1597289"/>
                  <a:pt x="8252610" y="1609983"/>
                </a:cubicBezTo>
                <a:cubicBezTo>
                  <a:pt x="8220454" y="1627674"/>
                  <a:pt x="8189205" y="1643059"/>
                  <a:pt x="8148444" y="1645368"/>
                </a:cubicBezTo>
                <a:cubicBezTo>
                  <a:pt x="8081415" y="1648828"/>
                  <a:pt x="8049262" y="1698059"/>
                  <a:pt x="8010314" y="1734983"/>
                </a:cubicBezTo>
                <a:cubicBezTo>
                  <a:pt x="7988574" y="1755753"/>
                  <a:pt x="7977704" y="1797675"/>
                  <a:pt x="8015746" y="1804984"/>
                </a:cubicBezTo>
                <a:cubicBezTo>
                  <a:pt x="8107232" y="1822675"/>
                  <a:pt x="8099984" y="1873831"/>
                  <a:pt x="8097722" y="1931908"/>
                </a:cubicBezTo>
                <a:cubicBezTo>
                  <a:pt x="8094550" y="2003830"/>
                  <a:pt x="8040654" y="2036908"/>
                  <a:pt x="7974534" y="2064601"/>
                </a:cubicBezTo>
                <a:cubicBezTo>
                  <a:pt x="7951888" y="2074215"/>
                  <a:pt x="7919734" y="2073829"/>
                  <a:pt x="7911128" y="2103831"/>
                </a:cubicBezTo>
                <a:cubicBezTo>
                  <a:pt x="7948266" y="2132293"/>
                  <a:pt x="7993555" y="2109215"/>
                  <a:pt x="8033411" y="2117292"/>
                </a:cubicBezTo>
                <a:cubicBezTo>
                  <a:pt x="8066471" y="2123831"/>
                  <a:pt x="8121271" y="2120370"/>
                  <a:pt x="8075982" y="2172677"/>
                </a:cubicBezTo>
                <a:cubicBezTo>
                  <a:pt x="8062847" y="2187676"/>
                  <a:pt x="8078246" y="2199215"/>
                  <a:pt x="8095004" y="2200369"/>
                </a:cubicBezTo>
                <a:cubicBezTo>
                  <a:pt x="8229060" y="2212293"/>
                  <a:pt x="8167466" y="2318063"/>
                  <a:pt x="8210492" y="2373833"/>
                </a:cubicBezTo>
                <a:cubicBezTo>
                  <a:pt x="8222264" y="2389215"/>
                  <a:pt x="8209584" y="2415754"/>
                  <a:pt x="8191016" y="2422293"/>
                </a:cubicBezTo>
                <a:cubicBezTo>
                  <a:pt x="8072357" y="2465372"/>
                  <a:pt x="8056054" y="2568063"/>
                  <a:pt x="7998536" y="2656525"/>
                </a:cubicBezTo>
                <a:cubicBezTo>
                  <a:pt x="8061036" y="2691525"/>
                  <a:pt x="8135764" y="2699217"/>
                  <a:pt x="8203244" y="2721909"/>
                </a:cubicBezTo>
                <a:cubicBezTo>
                  <a:pt x="8273442" y="2745756"/>
                  <a:pt x="8273442" y="2763447"/>
                  <a:pt x="8215472" y="2832678"/>
                </a:cubicBezTo>
                <a:cubicBezTo>
                  <a:pt x="8366284" y="2847680"/>
                  <a:pt x="8366284" y="2847680"/>
                  <a:pt x="8319638" y="2956526"/>
                </a:cubicBezTo>
                <a:cubicBezTo>
                  <a:pt x="8445996" y="2966525"/>
                  <a:pt x="8529327" y="3018064"/>
                  <a:pt x="8548800" y="3130757"/>
                </a:cubicBezTo>
                <a:cubicBezTo>
                  <a:pt x="8558311" y="3185372"/>
                  <a:pt x="8615377" y="3211141"/>
                  <a:pt x="8678780" y="3247679"/>
                </a:cubicBezTo>
                <a:cubicBezTo>
                  <a:pt x="8599978" y="3283066"/>
                  <a:pt x="8546537" y="3356911"/>
                  <a:pt x="8454599" y="3278833"/>
                </a:cubicBezTo>
                <a:cubicBezTo>
                  <a:pt x="8421087" y="3250373"/>
                  <a:pt x="8424254" y="3286526"/>
                  <a:pt x="8419728" y="3296911"/>
                </a:cubicBezTo>
                <a:cubicBezTo>
                  <a:pt x="8408859" y="3322295"/>
                  <a:pt x="8431501" y="3339218"/>
                  <a:pt x="8446448" y="3358448"/>
                </a:cubicBezTo>
                <a:cubicBezTo>
                  <a:pt x="8460939" y="3377681"/>
                  <a:pt x="8478149" y="3398064"/>
                  <a:pt x="8482226" y="3419605"/>
                </a:cubicBezTo>
                <a:cubicBezTo>
                  <a:pt x="8484942" y="3434604"/>
                  <a:pt x="8471809" y="3456526"/>
                  <a:pt x="8457318" y="3467682"/>
                </a:cubicBezTo>
                <a:cubicBezTo>
                  <a:pt x="8381232" y="3526527"/>
                  <a:pt x="8426520" y="3658836"/>
                  <a:pt x="8282501" y="3675759"/>
                </a:cubicBezTo>
                <a:cubicBezTo>
                  <a:pt x="8217735" y="3683450"/>
                  <a:pt x="8186486" y="3731913"/>
                  <a:pt x="8138932" y="3758451"/>
                </a:cubicBezTo>
                <a:cubicBezTo>
                  <a:pt x="7973628" y="3851144"/>
                  <a:pt x="7863120" y="3970376"/>
                  <a:pt x="7811946" y="4134221"/>
                </a:cubicBezTo>
                <a:cubicBezTo>
                  <a:pt x="7797906" y="4179605"/>
                  <a:pt x="7744010" y="4216145"/>
                  <a:pt x="7709139" y="4256145"/>
                </a:cubicBezTo>
                <a:cubicBezTo>
                  <a:pt x="7725896" y="4285376"/>
                  <a:pt x="7817379" y="4222298"/>
                  <a:pt x="7785224" y="4299221"/>
                </a:cubicBezTo>
                <a:cubicBezTo>
                  <a:pt x="7760768" y="4356915"/>
                  <a:pt x="7698269" y="4392684"/>
                  <a:pt x="7639392" y="4426916"/>
                </a:cubicBezTo>
                <a:cubicBezTo>
                  <a:pt x="7572364" y="4465762"/>
                  <a:pt x="7498091" y="4496914"/>
                  <a:pt x="7467746" y="4568838"/>
                </a:cubicBezTo>
                <a:cubicBezTo>
                  <a:pt x="7461405" y="4584223"/>
                  <a:pt x="7441025" y="4600376"/>
                  <a:pt x="7422910" y="4606531"/>
                </a:cubicBezTo>
                <a:cubicBezTo>
                  <a:pt x="6478176" y="5872304"/>
                  <a:pt x="4152572" y="5880765"/>
                  <a:pt x="3884462" y="5871919"/>
                </a:cubicBezTo>
                <a:cubicBezTo>
                  <a:pt x="3559738" y="5860765"/>
                  <a:pt x="3252674" y="5782688"/>
                  <a:pt x="2951503" y="5685381"/>
                </a:cubicBezTo>
                <a:cubicBezTo>
                  <a:pt x="2824239" y="5644226"/>
                  <a:pt x="2706035" y="5585765"/>
                  <a:pt x="2582393" y="5540381"/>
                </a:cubicBezTo>
                <a:cubicBezTo>
                  <a:pt x="2411654" y="5477686"/>
                  <a:pt x="2279862" y="5358071"/>
                  <a:pt x="2109575" y="5307686"/>
                </a:cubicBezTo>
                <a:cubicBezTo>
                  <a:pt x="1934305" y="5255763"/>
                  <a:pt x="1784398" y="5160762"/>
                  <a:pt x="1604145" y="5120379"/>
                </a:cubicBezTo>
                <a:cubicBezTo>
                  <a:pt x="1509040" y="5098840"/>
                  <a:pt x="1417102" y="5059994"/>
                  <a:pt x="1432046" y="4948840"/>
                </a:cubicBezTo>
                <a:cubicBezTo>
                  <a:pt x="1436123" y="4917301"/>
                  <a:pt x="1411214" y="4891532"/>
                  <a:pt x="1371813" y="4900763"/>
                </a:cubicBezTo>
                <a:cubicBezTo>
                  <a:pt x="1296633" y="4918071"/>
                  <a:pt x="1262665" y="4872300"/>
                  <a:pt x="1220998" y="4838069"/>
                </a:cubicBezTo>
                <a:cubicBezTo>
                  <a:pt x="1146725" y="4777302"/>
                  <a:pt x="1076074" y="4712685"/>
                  <a:pt x="957869" y="4702684"/>
                </a:cubicBezTo>
                <a:cubicBezTo>
                  <a:pt x="980512" y="4654991"/>
                  <a:pt x="1019009" y="4661916"/>
                  <a:pt x="1054336" y="4671915"/>
                </a:cubicBezTo>
                <a:cubicBezTo>
                  <a:pt x="1147177" y="4698070"/>
                  <a:pt x="1239115" y="4727684"/>
                  <a:pt x="1331957" y="4753839"/>
                </a:cubicBezTo>
                <a:cubicBezTo>
                  <a:pt x="1392645" y="4770763"/>
                  <a:pt x="1452881" y="4794609"/>
                  <a:pt x="1533949" y="4775761"/>
                </a:cubicBezTo>
                <a:cubicBezTo>
                  <a:pt x="1464202" y="4679607"/>
                  <a:pt x="1345545" y="4662300"/>
                  <a:pt x="1249533" y="4632685"/>
                </a:cubicBezTo>
                <a:cubicBezTo>
                  <a:pt x="1129515" y="4595378"/>
                  <a:pt x="1058865" y="4524991"/>
                  <a:pt x="974172" y="4446530"/>
                </a:cubicBezTo>
                <a:cubicBezTo>
                  <a:pt x="1062487" y="4427683"/>
                  <a:pt x="1117287" y="4485377"/>
                  <a:pt x="1186579" y="4482299"/>
                </a:cubicBezTo>
                <a:cubicBezTo>
                  <a:pt x="1190203" y="4472300"/>
                  <a:pt x="1196544" y="4457684"/>
                  <a:pt x="1195637" y="4457299"/>
                </a:cubicBezTo>
                <a:cubicBezTo>
                  <a:pt x="1082415" y="4414222"/>
                  <a:pt x="1029426" y="4333453"/>
                  <a:pt x="1011761" y="4235759"/>
                </a:cubicBezTo>
                <a:cubicBezTo>
                  <a:pt x="1002706" y="4185376"/>
                  <a:pt x="961492" y="4169607"/>
                  <a:pt x="920731" y="4146528"/>
                </a:cubicBezTo>
                <a:cubicBezTo>
                  <a:pt x="778522" y="4064606"/>
                  <a:pt x="628163" y="3990375"/>
                  <a:pt x="511316" y="3877683"/>
                </a:cubicBezTo>
                <a:cubicBezTo>
                  <a:pt x="646279" y="3892682"/>
                  <a:pt x="754521" y="3966143"/>
                  <a:pt x="899898" y="3997682"/>
                </a:cubicBezTo>
                <a:cubicBezTo>
                  <a:pt x="784411" y="3873836"/>
                  <a:pt x="634956" y="3811144"/>
                  <a:pt x="498636" y="3736143"/>
                </a:cubicBezTo>
                <a:cubicBezTo>
                  <a:pt x="436588" y="3701912"/>
                  <a:pt x="379073" y="3658065"/>
                  <a:pt x="303890" y="3639604"/>
                </a:cubicBezTo>
                <a:cubicBezTo>
                  <a:pt x="277170" y="3633065"/>
                  <a:pt x="233240" y="3619219"/>
                  <a:pt x="254527" y="3582680"/>
                </a:cubicBezTo>
                <a:cubicBezTo>
                  <a:pt x="272641" y="3552297"/>
                  <a:pt x="308419" y="3561526"/>
                  <a:pt x="341028" y="3570373"/>
                </a:cubicBezTo>
                <a:cubicBezTo>
                  <a:pt x="419378" y="3592297"/>
                  <a:pt x="500446" y="3592682"/>
                  <a:pt x="606424" y="3592297"/>
                </a:cubicBezTo>
                <a:cubicBezTo>
                  <a:pt x="517657" y="3491912"/>
                  <a:pt x="355067" y="3521913"/>
                  <a:pt x="278984" y="3416526"/>
                </a:cubicBezTo>
                <a:cubicBezTo>
                  <a:pt x="374088" y="3398064"/>
                  <a:pt x="447458" y="3436142"/>
                  <a:pt x="524452" y="3443448"/>
                </a:cubicBezTo>
                <a:cubicBezTo>
                  <a:pt x="594195" y="3449987"/>
                  <a:pt x="611405" y="3432296"/>
                  <a:pt x="595102" y="3374218"/>
                </a:cubicBezTo>
                <a:cubicBezTo>
                  <a:pt x="569741" y="3283833"/>
                  <a:pt x="607782" y="3237678"/>
                  <a:pt x="709231" y="3262295"/>
                </a:cubicBezTo>
                <a:cubicBezTo>
                  <a:pt x="803432" y="3285372"/>
                  <a:pt x="813394" y="3251526"/>
                  <a:pt x="788033" y="3199987"/>
                </a:cubicBezTo>
                <a:cubicBezTo>
                  <a:pt x="751802" y="3124988"/>
                  <a:pt x="793015" y="3066910"/>
                  <a:pt x="821094" y="3003833"/>
                </a:cubicBezTo>
                <a:cubicBezTo>
                  <a:pt x="864120" y="2907680"/>
                  <a:pt x="846003" y="2860755"/>
                  <a:pt x="753161" y="2789218"/>
                </a:cubicBezTo>
                <a:cubicBezTo>
                  <a:pt x="701080" y="2749216"/>
                  <a:pt x="644921" y="2715371"/>
                  <a:pt x="569285" y="2680756"/>
                </a:cubicBezTo>
                <a:cubicBezTo>
                  <a:pt x="743651" y="2661909"/>
                  <a:pt x="560683" y="2598448"/>
                  <a:pt x="622275" y="2558832"/>
                </a:cubicBezTo>
                <a:cubicBezTo>
                  <a:pt x="745462" y="2542678"/>
                  <a:pt x="846003" y="2668833"/>
                  <a:pt x="1013576" y="2632679"/>
                </a:cubicBezTo>
                <a:cubicBezTo>
                  <a:pt x="806602" y="2523446"/>
                  <a:pt x="577892" y="2487677"/>
                  <a:pt x="427984" y="2342293"/>
                </a:cubicBezTo>
                <a:cubicBezTo>
                  <a:pt x="462405" y="2309216"/>
                  <a:pt x="496823" y="2339985"/>
                  <a:pt x="526263" y="2327678"/>
                </a:cubicBezTo>
                <a:cubicBezTo>
                  <a:pt x="525356" y="2319985"/>
                  <a:pt x="527622" y="2308446"/>
                  <a:pt x="522186" y="2304986"/>
                </a:cubicBezTo>
                <a:cubicBezTo>
                  <a:pt x="410323" y="2225754"/>
                  <a:pt x="408509" y="2223831"/>
                  <a:pt x="528526" y="2165368"/>
                </a:cubicBezTo>
                <a:cubicBezTo>
                  <a:pt x="570645" y="2144984"/>
                  <a:pt x="567023" y="2126906"/>
                  <a:pt x="544832" y="2101138"/>
                </a:cubicBezTo>
                <a:cubicBezTo>
                  <a:pt x="528978" y="2083061"/>
                  <a:pt x="509957" y="2066906"/>
                  <a:pt x="519016" y="2027291"/>
                </a:cubicBezTo>
                <a:cubicBezTo>
                  <a:pt x="584685" y="2078062"/>
                  <a:pt x="902162" y="2061522"/>
                  <a:pt x="958321" y="2056137"/>
                </a:cubicBezTo>
                <a:cubicBezTo>
                  <a:pt x="1021272" y="2050369"/>
                  <a:pt x="1083319" y="2025753"/>
                  <a:pt x="1149440" y="2039214"/>
                </a:cubicBezTo>
                <a:cubicBezTo>
                  <a:pt x="1202430" y="2049985"/>
                  <a:pt x="1447897" y="2154215"/>
                  <a:pt x="1482772" y="2034599"/>
                </a:cubicBezTo>
                <a:cubicBezTo>
                  <a:pt x="1484583" y="2028831"/>
                  <a:pt x="1583765" y="2042293"/>
                  <a:pt x="1637208" y="2048831"/>
                </a:cubicBezTo>
                <a:cubicBezTo>
                  <a:pt x="1684309" y="2054216"/>
                  <a:pt x="1737297" y="2078062"/>
                  <a:pt x="1768999" y="2030369"/>
                </a:cubicBezTo>
                <a:cubicBezTo>
                  <a:pt x="1787568" y="2002293"/>
                  <a:pt x="1711030" y="1948062"/>
                  <a:pt x="1642642" y="1943445"/>
                </a:cubicBezTo>
                <a:cubicBezTo>
                  <a:pt x="1583312" y="1939214"/>
                  <a:pt x="1521266" y="1933060"/>
                  <a:pt x="1464655" y="1944599"/>
                </a:cubicBezTo>
                <a:cubicBezTo>
                  <a:pt x="1394911" y="1958446"/>
                  <a:pt x="1357322" y="1936138"/>
                  <a:pt x="1337846" y="1888061"/>
                </a:cubicBezTo>
                <a:cubicBezTo>
                  <a:pt x="1316106" y="1834985"/>
                  <a:pt x="1274439" y="1810368"/>
                  <a:pt x="1216924" y="1785752"/>
                </a:cubicBezTo>
                <a:cubicBezTo>
                  <a:pt x="1077431" y="1726138"/>
                  <a:pt x="943377" y="1657291"/>
                  <a:pt x="790299" y="1622676"/>
                </a:cubicBezTo>
                <a:cubicBezTo>
                  <a:pt x="759953" y="1615751"/>
                  <a:pt x="726441" y="1606521"/>
                  <a:pt x="712401" y="1560751"/>
                </a:cubicBezTo>
                <a:cubicBezTo>
                  <a:pt x="1126798" y="1629213"/>
                  <a:pt x="1504511" y="1807676"/>
                  <a:pt x="1932039" y="1797291"/>
                </a:cubicBezTo>
                <a:cubicBezTo>
                  <a:pt x="1815195" y="1740752"/>
                  <a:pt x="1679780" y="1737675"/>
                  <a:pt x="1555234" y="1698059"/>
                </a:cubicBezTo>
                <a:cubicBezTo>
                  <a:pt x="1643549" y="1668444"/>
                  <a:pt x="1726428" y="1699213"/>
                  <a:pt x="1810212" y="1716137"/>
                </a:cubicBezTo>
                <a:cubicBezTo>
                  <a:pt x="1880410" y="1729982"/>
                  <a:pt x="1943817" y="1732290"/>
                  <a:pt x="1951515" y="1649598"/>
                </a:cubicBezTo>
                <a:cubicBezTo>
                  <a:pt x="1948798" y="1644214"/>
                  <a:pt x="1949249" y="1637291"/>
                  <a:pt x="1949704" y="1630753"/>
                </a:cubicBezTo>
                <a:cubicBezTo>
                  <a:pt x="1926152" y="1596522"/>
                  <a:pt x="1889468" y="1578830"/>
                  <a:pt x="1845990" y="1568828"/>
                </a:cubicBezTo>
                <a:cubicBezTo>
                  <a:pt x="1819722" y="1562674"/>
                  <a:pt x="1784851" y="1553443"/>
                  <a:pt x="1785302" y="1528829"/>
                </a:cubicBezTo>
                <a:cubicBezTo>
                  <a:pt x="1786662" y="1437674"/>
                  <a:pt x="1702878" y="1411136"/>
                  <a:pt x="1619092" y="1384597"/>
                </a:cubicBezTo>
                <a:cubicBezTo>
                  <a:pt x="1665740" y="1339213"/>
                  <a:pt x="1702423" y="1372674"/>
                  <a:pt x="1737750" y="1369214"/>
                </a:cubicBezTo>
                <a:cubicBezTo>
                  <a:pt x="1760848" y="1366906"/>
                  <a:pt x="1781679" y="1362675"/>
                  <a:pt x="1781679" y="1339213"/>
                </a:cubicBezTo>
                <a:cubicBezTo>
                  <a:pt x="1782132" y="1319597"/>
                  <a:pt x="1771262" y="1297288"/>
                  <a:pt x="1748620" y="1296905"/>
                </a:cubicBezTo>
                <a:cubicBezTo>
                  <a:pt x="1606863" y="1293442"/>
                  <a:pt x="1528513" y="1167288"/>
                  <a:pt x="1381324" y="1166904"/>
                </a:cubicBezTo>
                <a:cubicBezTo>
                  <a:pt x="1293462" y="1166904"/>
                  <a:pt x="1427065" y="1095751"/>
                  <a:pt x="1352792" y="1066135"/>
                </a:cubicBezTo>
                <a:cubicBezTo>
                  <a:pt x="1336486" y="1059596"/>
                  <a:pt x="1395363" y="1049597"/>
                  <a:pt x="1421631" y="1051135"/>
                </a:cubicBezTo>
                <a:cubicBezTo>
                  <a:pt x="1447445" y="1052673"/>
                  <a:pt x="1470543" y="1071519"/>
                  <a:pt x="1501793" y="1058058"/>
                </a:cubicBezTo>
                <a:cubicBezTo>
                  <a:pt x="1519003" y="1009981"/>
                  <a:pt x="1474621" y="992289"/>
                  <a:pt x="1437935" y="978826"/>
                </a:cubicBezTo>
                <a:cubicBezTo>
                  <a:pt x="1353244" y="947673"/>
                  <a:pt x="1270817" y="909981"/>
                  <a:pt x="1177975" y="898826"/>
                </a:cubicBezTo>
                <a:cubicBezTo>
                  <a:pt x="1144915" y="894980"/>
                  <a:pt x="1225528" y="843440"/>
                  <a:pt x="1241378" y="825366"/>
                </a:cubicBezTo>
                <a:cubicBezTo>
                  <a:pt x="867743" y="635366"/>
                  <a:pt x="418474" y="644980"/>
                  <a:pt x="0" y="491517"/>
                </a:cubicBezTo>
                <a:cubicBezTo>
                  <a:pt x="92391" y="461518"/>
                  <a:pt x="160326" y="483440"/>
                  <a:pt x="223277" y="488057"/>
                </a:cubicBezTo>
                <a:cubicBezTo>
                  <a:pt x="380429" y="499594"/>
                  <a:pt x="535773" y="523440"/>
                  <a:pt x="692473" y="537671"/>
                </a:cubicBezTo>
                <a:cubicBezTo>
                  <a:pt x="769465" y="544594"/>
                  <a:pt x="841022" y="570749"/>
                  <a:pt x="927071" y="529211"/>
                </a:cubicBezTo>
                <a:cubicBezTo>
                  <a:pt x="984589" y="501518"/>
                  <a:pt x="1076527" y="531517"/>
                  <a:pt x="1147177" y="556134"/>
                </a:cubicBezTo>
                <a:cubicBezTo>
                  <a:pt x="1205600" y="576517"/>
                  <a:pt x="1261306" y="581901"/>
                  <a:pt x="1338752" y="556134"/>
                </a:cubicBezTo>
                <a:cubicBezTo>
                  <a:pt x="1268554" y="540364"/>
                  <a:pt x="1214658" y="526519"/>
                  <a:pt x="1159406" y="516901"/>
                </a:cubicBezTo>
                <a:cubicBezTo>
                  <a:pt x="1115475" y="509211"/>
                  <a:pt x="1220094" y="478056"/>
                  <a:pt x="1273535" y="481902"/>
                </a:cubicBezTo>
                <a:cubicBezTo>
                  <a:pt x="1348263" y="487287"/>
                  <a:pt x="1306144" y="467287"/>
                  <a:pt x="1293462" y="439595"/>
                </a:cubicBezTo>
                <a:cubicBezTo>
                  <a:pt x="1279875" y="409979"/>
                  <a:pt x="1320183" y="400749"/>
                  <a:pt x="1345545" y="406900"/>
                </a:cubicBezTo>
                <a:cubicBezTo>
                  <a:pt x="1442916" y="431133"/>
                  <a:pt x="1539834" y="388441"/>
                  <a:pt x="1640379" y="423057"/>
                </a:cubicBezTo>
                <a:cubicBezTo>
                  <a:pt x="1615015" y="337670"/>
                  <a:pt x="1560215" y="300363"/>
                  <a:pt x="1445634" y="288439"/>
                </a:cubicBezTo>
                <a:cubicBezTo>
                  <a:pt x="1402608" y="283826"/>
                  <a:pt x="1357773" y="290748"/>
                  <a:pt x="1320636" y="266131"/>
                </a:cubicBezTo>
                <a:cubicBezTo>
                  <a:pt x="1299349" y="251902"/>
                  <a:pt x="1275346" y="234978"/>
                  <a:pt x="1292104" y="208824"/>
                </a:cubicBezTo>
                <a:cubicBezTo>
                  <a:pt x="1303877" y="190363"/>
                  <a:pt x="1329242" y="190363"/>
                  <a:pt x="1350074" y="196517"/>
                </a:cubicBezTo>
                <a:cubicBezTo>
                  <a:pt x="1443371" y="223826"/>
                  <a:pt x="1540741" y="233825"/>
                  <a:pt x="1638113" y="243826"/>
                </a:cubicBezTo>
                <a:cubicBezTo>
                  <a:pt x="1653059" y="245364"/>
                  <a:pt x="1669814" y="250365"/>
                  <a:pt x="1686573" y="224977"/>
                </a:cubicBezTo>
                <a:cubicBezTo>
                  <a:pt x="1504511" y="183824"/>
                  <a:pt x="1331505" y="125362"/>
                  <a:pt x="1144459" y="102670"/>
                </a:cubicBezTo>
                <a:cubicBezTo>
                  <a:pt x="1147177" y="91900"/>
                  <a:pt x="1149896" y="81131"/>
                  <a:pt x="1152614" y="70362"/>
                </a:cubicBezTo>
                <a:cubicBezTo>
                  <a:pt x="1298896" y="85746"/>
                  <a:pt x="1445182" y="101131"/>
                  <a:pt x="1629961" y="120363"/>
                </a:cubicBezTo>
                <a:cubicBezTo>
                  <a:pt x="1516284" y="59207"/>
                  <a:pt x="1408951" y="79594"/>
                  <a:pt x="1324712" y="25362"/>
                </a:cubicBezTo>
                <a:cubicBezTo>
                  <a:pt x="1340563" y="4786"/>
                  <a:pt x="1359698" y="-407"/>
                  <a:pt x="1379513" y="25"/>
                </a:cubicBezTo>
                <a:close/>
              </a:path>
            </a:pathLst>
          </a:cu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B8A6A9C-194C-40B8-945B-81CAA6EDFF94}"/>
              </a:ext>
            </a:extLst>
          </p:cNvPr>
          <p:cNvSpPr txBox="1"/>
          <p:nvPr/>
        </p:nvSpPr>
        <p:spPr>
          <a:xfrm>
            <a:off x="1093412" y="2599437"/>
            <a:ext cx="10002128" cy="3416320"/>
          </a:xfrm>
          <a:prstGeom prst="rect">
            <a:avLst/>
          </a:prstGeom>
          <a:noFill/>
        </p:spPr>
        <p:txBody>
          <a:bodyPr wrap="square" rtlCol="0">
            <a:spAutoFit/>
          </a:bodyPr>
          <a:lstStyle/>
          <a:p>
            <a:pPr algn="ctr">
              <a:spcBef>
                <a:spcPts val="1200"/>
              </a:spcBef>
              <a:spcAft>
                <a:spcPts val="600"/>
              </a:spcAft>
            </a:pPr>
            <a:r>
              <a:rPr lang="en-US" sz="4000" dirty="0"/>
              <a:t>Field Safety, Security and Emergency Management Document System</a:t>
            </a:r>
          </a:p>
          <a:p>
            <a:pPr algn="ctr">
              <a:spcBef>
                <a:spcPts val="1200"/>
              </a:spcBef>
              <a:spcAft>
                <a:spcPts val="600"/>
              </a:spcAft>
            </a:pPr>
            <a:r>
              <a:rPr lang="en-US" sz="6600" b="1" dirty="0"/>
              <a:t>Resilience Resource Portal</a:t>
            </a:r>
          </a:p>
          <a:p>
            <a:pPr algn="ctr">
              <a:spcBef>
                <a:spcPts val="1200"/>
              </a:spcBef>
              <a:spcAft>
                <a:spcPts val="600"/>
              </a:spcAft>
            </a:pPr>
            <a:endParaRPr lang="en-US" sz="4000" dirty="0"/>
          </a:p>
        </p:txBody>
      </p:sp>
    </p:spTree>
    <p:extLst>
      <p:ext uri="{BB962C8B-B14F-4D97-AF65-F5344CB8AC3E}">
        <p14:creationId xmlns:p14="http://schemas.microsoft.com/office/powerpoint/2010/main" val="32236365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Rectangle 409">
            <a:extLst>
              <a:ext uri="{FF2B5EF4-FFF2-40B4-BE49-F238E27FC236}">
                <a16:creationId xmlns:a16="http://schemas.microsoft.com/office/drawing/2014/main" id="{AB1508A9-F169-41E7-AAE9-78362CEB723B}"/>
              </a:ext>
            </a:extLst>
          </p:cNvPr>
          <p:cNvSpPr/>
          <p:nvPr/>
        </p:nvSpPr>
        <p:spPr>
          <a:xfrm>
            <a:off x="-10714" y="-8670"/>
            <a:ext cx="12212653" cy="900668"/>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effectLst>
                  <a:outerShdw blurRad="38100" dist="38100" dir="2700000" algn="tl">
                    <a:srgbClr val="000000">
                      <a:alpha val="43137"/>
                    </a:srgbClr>
                  </a:outerShdw>
                </a:effectLst>
              </a:rPr>
              <a:t>     Login for Portal</a:t>
            </a:r>
          </a:p>
        </p:txBody>
      </p:sp>
      <p:pic>
        <p:nvPicPr>
          <p:cNvPr id="4" name="Picture 3" descr="Logo, company name&#10;&#10;Description automatically generated">
            <a:extLst>
              <a:ext uri="{FF2B5EF4-FFF2-40B4-BE49-F238E27FC236}">
                <a16:creationId xmlns:a16="http://schemas.microsoft.com/office/drawing/2014/main" id="{F75E7C41-0016-4813-A699-AF0E8B3A6C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33" y="162054"/>
            <a:ext cx="1944184" cy="583255"/>
          </a:xfrm>
          <a:prstGeom prst="rect">
            <a:avLst/>
          </a:prstGeom>
        </p:spPr>
      </p:pic>
      <p:pic>
        <p:nvPicPr>
          <p:cNvPr id="1028" name="Picture 4" descr="A screenshot of a computer&#10;&#10;Description automatically generated">
            <a:extLst>
              <a:ext uri="{FF2B5EF4-FFF2-40B4-BE49-F238E27FC236}">
                <a16:creationId xmlns:a16="http://schemas.microsoft.com/office/drawing/2014/main" id="{D624025A-75BA-7296-2885-CB596F309949}"/>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7848600" y="1872053"/>
            <a:ext cx="3475038" cy="233521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43AA7179-F9F4-F947-A72B-B41C147F6F86}"/>
              </a:ext>
            </a:extLst>
          </p:cNvPr>
          <p:cNvSpPr>
            <a:spLocks noChangeArrowheads="1"/>
          </p:cNvSpPr>
          <p:nvPr/>
        </p:nvSpPr>
        <p:spPr bwMode="auto">
          <a:xfrm rot="10800000" flipV="1">
            <a:off x="581025" y="964291"/>
            <a:ext cx="1049655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SITE LINK: </a:t>
            </a: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hlinkClick r:id="rId5"/>
              </a:rPr>
              <a:t>https://resilienceresourceportal.com/</a:t>
            </a:r>
            <a:endParaRPr kumimoji="0" lang="en-US"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USERNAME: </a:t>
            </a:r>
            <a:r>
              <a:rPr kumimoji="0" lang="en-US" altLang="en-US" sz="2000" b="1" i="0" u="none" strike="noStrike" cap="none" normalizeH="0" baseline="0" dirty="0">
                <a:ln>
                  <a:noFill/>
                </a:ln>
                <a:solidFill>
                  <a:srgbClr val="FF0000"/>
                </a:solidFill>
                <a:effectLst/>
                <a:latin typeface="Arial" panose="020B0604020202020204" pitchFamily="34" charset="0"/>
                <a:ea typeface="Times New Roman" panose="02020603050405020304" pitchFamily="18" charset="0"/>
              </a:rPr>
              <a:t>partners.user01</a:t>
            </a:r>
            <a:endParaRPr kumimoji="0" lang="en-US" altLang="en-US" sz="2000" b="0" i="0" u="none" strike="noStrike" cap="none" normalizeH="0" baseline="0" dirty="0">
              <a:ln>
                <a:noFill/>
              </a:ln>
              <a:solidFill>
                <a:srgbClr val="FF0000"/>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PASSWORD: </a:t>
            </a:r>
            <a:r>
              <a:rPr kumimoji="0" lang="en-US" altLang="en-US" sz="2000" b="1" i="0" u="none" strike="noStrike" cap="none" normalizeH="0" baseline="0" dirty="0">
                <a:ln>
                  <a:noFill/>
                </a:ln>
                <a:solidFill>
                  <a:srgbClr val="FF0000"/>
                </a:solidFill>
                <a:effectLst/>
                <a:latin typeface="Arial" panose="020B0604020202020204" pitchFamily="34" charset="0"/>
                <a:ea typeface="Times New Roman" panose="02020603050405020304" pitchFamily="18" charset="0"/>
              </a:rPr>
              <a:t>POA224C</a:t>
            </a: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When you click on the site link you will see a sign-in page: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0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00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You just need to type in your username and password to gain access.</a:t>
            </a:r>
            <a:r>
              <a:rPr kumimoji="0" lang="en-US"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rPr>
              <a:t> It is suggested that you save the link as a ‘favorite’, and also save the password by clicking “keep me signed in” so that the next time you want to access the site you can just click the link and gain immediate access. </a:t>
            </a:r>
            <a:endParaRPr kumimoji="0" lang="en-US" altLang="en-US" sz="9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All content can be viewed by clicking the “Open” button on each page.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9497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Rectangle 409">
            <a:extLst>
              <a:ext uri="{FF2B5EF4-FFF2-40B4-BE49-F238E27FC236}">
                <a16:creationId xmlns:a16="http://schemas.microsoft.com/office/drawing/2014/main" id="{AB1508A9-F169-41E7-AAE9-78362CEB723B}"/>
              </a:ext>
            </a:extLst>
          </p:cNvPr>
          <p:cNvSpPr/>
          <p:nvPr/>
        </p:nvSpPr>
        <p:spPr>
          <a:xfrm>
            <a:off x="-10714" y="-8670"/>
            <a:ext cx="12212653" cy="900668"/>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effectLst>
                  <a:outerShdw blurRad="38100" dist="38100" dir="2700000" algn="tl">
                    <a:srgbClr val="000000">
                      <a:alpha val="43137"/>
                    </a:srgbClr>
                  </a:outerShdw>
                </a:effectLst>
              </a:rPr>
              <a:t>     Field Security and Emergency Document System</a:t>
            </a:r>
          </a:p>
        </p:txBody>
      </p:sp>
      <p:pic>
        <p:nvPicPr>
          <p:cNvPr id="4" name="Picture 3" descr="Logo, company name&#10;&#10;Description automatically generated">
            <a:extLst>
              <a:ext uri="{FF2B5EF4-FFF2-40B4-BE49-F238E27FC236}">
                <a16:creationId xmlns:a16="http://schemas.microsoft.com/office/drawing/2014/main" id="{F75E7C41-0016-4813-A699-AF0E8B3A6C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33" y="162054"/>
            <a:ext cx="1944184" cy="583255"/>
          </a:xfrm>
          <a:prstGeom prst="rect">
            <a:avLst/>
          </a:prstGeom>
        </p:spPr>
      </p:pic>
      <p:sp>
        <p:nvSpPr>
          <p:cNvPr id="2" name="TextBox 1">
            <a:extLst>
              <a:ext uri="{FF2B5EF4-FFF2-40B4-BE49-F238E27FC236}">
                <a16:creationId xmlns:a16="http://schemas.microsoft.com/office/drawing/2014/main" id="{A450ADDF-9B6A-414C-9C1B-FB3EC218457E}"/>
              </a:ext>
            </a:extLst>
          </p:cNvPr>
          <p:cNvSpPr txBox="1"/>
          <p:nvPr/>
        </p:nvSpPr>
        <p:spPr>
          <a:xfrm>
            <a:off x="253218" y="964246"/>
            <a:ext cx="11718387" cy="5632311"/>
          </a:xfrm>
          <a:prstGeom prst="rect">
            <a:avLst/>
          </a:prstGeom>
          <a:noFill/>
        </p:spPr>
        <p:txBody>
          <a:bodyPr wrap="square" rtlCol="0">
            <a:spAutoFit/>
          </a:bodyPr>
          <a:lstStyle/>
          <a:p>
            <a:r>
              <a:rPr lang="en-US" sz="2200" dirty="0"/>
              <a:t>This multi-language field security and emergency management document system is designed to enable the quick and painless development of </a:t>
            </a:r>
            <a:r>
              <a:rPr lang="en-US" sz="2200" b="1" i="1" dirty="0"/>
              <a:t>scalable</a:t>
            </a:r>
            <a:r>
              <a:rPr lang="en-US" sz="2200" dirty="0"/>
              <a:t> security risk management standards and practices at a global level</a:t>
            </a:r>
          </a:p>
          <a:p>
            <a:endParaRPr lang="en-US" sz="2200" dirty="0"/>
          </a:p>
          <a:p>
            <a:r>
              <a:rPr lang="en-US" sz="2200" dirty="0"/>
              <a:t>The system is aligned to ISO and BSI standards to ensure it is effective, as well as to provide organizational litigation and reputational protection – it is built on a decade + of experience in security risk and emergency management in 75+ countries</a:t>
            </a:r>
          </a:p>
          <a:p>
            <a:endParaRPr lang="en-US" sz="2200" dirty="0"/>
          </a:p>
          <a:p>
            <a:r>
              <a:rPr lang="en-US" sz="2200" dirty="0"/>
              <a:t>There are 3 types of security document system:</a:t>
            </a:r>
          </a:p>
          <a:p>
            <a:endParaRPr lang="en-US" sz="800" dirty="0"/>
          </a:p>
          <a:p>
            <a:pPr marL="914400" lvl="1" indent="-457200">
              <a:buAutoNum type="arabicPeriod"/>
            </a:pPr>
            <a:r>
              <a:rPr lang="en-US" sz="2200" dirty="0"/>
              <a:t>International travelers or singleton residential roles (ISSEMP USN/TCN)</a:t>
            </a:r>
          </a:p>
          <a:p>
            <a:pPr marL="914400" lvl="1" indent="-457200">
              <a:buAutoNum type="arabicPeriod"/>
            </a:pPr>
            <a:r>
              <a:rPr lang="en-US" sz="2200" dirty="0"/>
              <a:t>Host nation singleton or small local national teams (ISSEMP HCN)</a:t>
            </a:r>
          </a:p>
          <a:p>
            <a:pPr marL="914400" lvl="1" indent="-457200">
              <a:buAutoNum type="arabicPeriod"/>
            </a:pPr>
            <a:r>
              <a:rPr lang="en-US" sz="2200" dirty="0"/>
              <a:t>Larger programs – with scalable solutions (SSEMP)</a:t>
            </a:r>
          </a:p>
          <a:p>
            <a:endParaRPr lang="en-US" sz="2200" dirty="0"/>
          </a:p>
          <a:p>
            <a:r>
              <a:rPr lang="en-US" sz="2200" dirty="0"/>
              <a:t>The documents in are both PASSIVE (</a:t>
            </a:r>
            <a:r>
              <a:rPr lang="en-US" i="1" dirty="0"/>
              <a:t>requiring no changes from you – offering best practice</a:t>
            </a:r>
            <a:r>
              <a:rPr lang="en-US" sz="2200" dirty="0"/>
              <a:t>) and ACTIVE (</a:t>
            </a:r>
            <a:r>
              <a:rPr lang="en-US" i="1" dirty="0"/>
              <a:t>requiring input and decisions from you</a:t>
            </a:r>
            <a:r>
              <a:rPr lang="en-US" sz="2200" dirty="0"/>
              <a:t>) formats. Passive best practice guidance is offered in all documents as an educational resource</a:t>
            </a:r>
          </a:p>
        </p:txBody>
      </p:sp>
    </p:spTree>
    <p:extLst>
      <p:ext uri="{BB962C8B-B14F-4D97-AF65-F5344CB8AC3E}">
        <p14:creationId xmlns:p14="http://schemas.microsoft.com/office/powerpoint/2010/main" val="1977118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Rectangle 409">
            <a:extLst>
              <a:ext uri="{FF2B5EF4-FFF2-40B4-BE49-F238E27FC236}">
                <a16:creationId xmlns:a16="http://schemas.microsoft.com/office/drawing/2014/main" id="{AB1508A9-F169-41E7-AAE9-78362CEB723B}"/>
              </a:ext>
            </a:extLst>
          </p:cNvPr>
          <p:cNvSpPr/>
          <p:nvPr/>
        </p:nvSpPr>
        <p:spPr>
          <a:xfrm>
            <a:off x="-10714" y="-8670"/>
            <a:ext cx="12212653" cy="900668"/>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solidFill>
                  <a:schemeClr val="bg1"/>
                </a:solidFill>
                <a:effectLst>
                  <a:outerShdw blurRad="38100" dist="38100" dir="2700000" algn="tl">
                    <a:srgbClr val="000000">
                      <a:alpha val="43137"/>
                    </a:srgbClr>
                  </a:outerShdw>
                </a:effectLst>
              </a:rPr>
              <a:t>                        Key Points  </a:t>
            </a:r>
          </a:p>
        </p:txBody>
      </p:sp>
      <p:pic>
        <p:nvPicPr>
          <p:cNvPr id="4" name="Picture 3" descr="Logo, company name&#10;&#10;Description automatically generated">
            <a:extLst>
              <a:ext uri="{FF2B5EF4-FFF2-40B4-BE49-F238E27FC236}">
                <a16:creationId xmlns:a16="http://schemas.microsoft.com/office/drawing/2014/main" id="{F75E7C41-0016-4813-A699-AF0E8B3A6C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33" y="162054"/>
            <a:ext cx="1944184" cy="583255"/>
          </a:xfrm>
          <a:prstGeom prst="rect">
            <a:avLst/>
          </a:prstGeom>
        </p:spPr>
      </p:pic>
      <p:sp>
        <p:nvSpPr>
          <p:cNvPr id="5" name="TextBox 4">
            <a:extLst>
              <a:ext uri="{FF2B5EF4-FFF2-40B4-BE49-F238E27FC236}">
                <a16:creationId xmlns:a16="http://schemas.microsoft.com/office/drawing/2014/main" id="{D5592D81-3EFD-49EC-916D-F5B8D7CC2ECC}"/>
              </a:ext>
            </a:extLst>
          </p:cNvPr>
          <p:cNvSpPr txBox="1"/>
          <p:nvPr/>
        </p:nvSpPr>
        <p:spPr>
          <a:xfrm>
            <a:off x="253218" y="950178"/>
            <a:ext cx="11718387" cy="5755422"/>
          </a:xfrm>
          <a:prstGeom prst="rect">
            <a:avLst/>
          </a:prstGeom>
          <a:noFill/>
        </p:spPr>
        <p:txBody>
          <a:bodyPr wrap="square" rtlCol="0">
            <a:spAutoFit/>
          </a:bodyPr>
          <a:lstStyle/>
          <a:p>
            <a:pPr marL="457200" indent="-457200">
              <a:spcBef>
                <a:spcPts val="600"/>
              </a:spcBef>
              <a:buAutoNum type="arabicPeriod"/>
            </a:pPr>
            <a:r>
              <a:rPr lang="en-US" sz="2200" dirty="0"/>
              <a:t>The cloud-based portal holds all templates – save the URL link and password as a ‘favorite’</a:t>
            </a:r>
          </a:p>
          <a:p>
            <a:pPr marL="457200" indent="-457200">
              <a:spcBef>
                <a:spcPts val="600"/>
              </a:spcBef>
              <a:buAutoNum type="arabicPeriod"/>
            </a:pPr>
            <a:r>
              <a:rPr lang="en-US" sz="2200" dirty="0"/>
              <a:t>Read the </a:t>
            </a:r>
            <a:r>
              <a:rPr lang="en-US" sz="2200" b="1" i="1" dirty="0"/>
              <a:t>Document Register </a:t>
            </a:r>
            <a:r>
              <a:rPr lang="en-US" sz="2200" dirty="0"/>
              <a:t>to know what is in the system</a:t>
            </a:r>
          </a:p>
          <a:p>
            <a:pPr marL="457200" indent="-457200">
              <a:spcBef>
                <a:spcPts val="600"/>
              </a:spcBef>
              <a:buAutoNum type="arabicPeriod"/>
            </a:pPr>
            <a:r>
              <a:rPr lang="en-US" sz="2200" dirty="0"/>
              <a:t>Not all documents will apply immediately – select those you </a:t>
            </a:r>
            <a:r>
              <a:rPr lang="en-US" sz="2200" u="sng" dirty="0"/>
              <a:t>know you need</a:t>
            </a:r>
          </a:p>
          <a:p>
            <a:pPr marL="457200" indent="-457200">
              <a:spcBef>
                <a:spcPts val="600"/>
              </a:spcBef>
              <a:buAutoNum type="arabicPeriod"/>
            </a:pPr>
            <a:r>
              <a:rPr lang="en-US" sz="2200" dirty="0"/>
              <a:t>Use the video tutorials to help you understand and personalize your documents</a:t>
            </a:r>
          </a:p>
          <a:p>
            <a:pPr marL="457200" indent="-457200">
              <a:spcBef>
                <a:spcPts val="600"/>
              </a:spcBef>
              <a:buAutoNum type="arabicPeriod"/>
            </a:pPr>
            <a:r>
              <a:rPr lang="en-US" sz="2200" dirty="0"/>
              <a:t>You can load organizational logos and visuals into sections of the interactive PDFs</a:t>
            </a:r>
          </a:p>
          <a:p>
            <a:pPr marL="457200" indent="-457200">
              <a:spcBef>
                <a:spcPts val="600"/>
              </a:spcBef>
              <a:buAutoNum type="arabicPeriod"/>
            </a:pPr>
            <a:r>
              <a:rPr lang="en-US" sz="2200" dirty="0"/>
              <a:t>Documents come as open word, interactive PDF, closed PDF, excel and PPTs</a:t>
            </a:r>
          </a:p>
          <a:p>
            <a:pPr marL="457200" indent="-457200">
              <a:spcBef>
                <a:spcPts val="600"/>
              </a:spcBef>
              <a:buAutoNum type="arabicPeriod"/>
            </a:pPr>
            <a:r>
              <a:rPr lang="en-US" sz="2200" dirty="0"/>
              <a:t>The </a:t>
            </a:r>
            <a:r>
              <a:rPr lang="en-US" sz="2200" b="1" i="1" dirty="0"/>
              <a:t>Emergency Action Plan </a:t>
            </a:r>
            <a:r>
              <a:rPr lang="en-US" sz="2200" dirty="0"/>
              <a:t>must be loaded </a:t>
            </a:r>
            <a:r>
              <a:rPr lang="en-US" sz="2200"/>
              <a:t>annually (it </a:t>
            </a:r>
            <a:r>
              <a:rPr lang="en-US" sz="2200" dirty="0"/>
              <a:t>expires </a:t>
            </a:r>
            <a:r>
              <a:rPr lang="en-US" sz="2200"/>
              <a:t>31</a:t>
            </a:r>
            <a:r>
              <a:rPr lang="en-US" sz="2200" baseline="30000"/>
              <a:t>st</a:t>
            </a:r>
            <a:r>
              <a:rPr lang="en-US" sz="2200"/>
              <a:t> December every year)</a:t>
            </a:r>
            <a:endParaRPr lang="en-US" sz="2200" dirty="0"/>
          </a:p>
          <a:p>
            <a:pPr marL="457200" indent="-457200">
              <a:spcBef>
                <a:spcPts val="600"/>
              </a:spcBef>
              <a:buAutoNum type="arabicPeriod"/>
            </a:pPr>
            <a:r>
              <a:rPr lang="en-US" sz="2200" dirty="0"/>
              <a:t>Some documents can be developed as baseline documents and then defined for use (e.g., HRE)</a:t>
            </a:r>
          </a:p>
          <a:p>
            <a:pPr marL="457200" indent="-457200">
              <a:spcBef>
                <a:spcPts val="600"/>
              </a:spcBef>
              <a:buAutoNum type="arabicPeriod"/>
            </a:pPr>
            <a:r>
              <a:rPr lang="en-US" sz="2200" dirty="0"/>
              <a:t>If parts of a document do not relate to you then ignore these sections (a global design)</a:t>
            </a:r>
          </a:p>
          <a:p>
            <a:pPr marL="457200" indent="-457200">
              <a:spcBef>
                <a:spcPts val="600"/>
              </a:spcBef>
              <a:buAutoNum type="arabicPeriod"/>
            </a:pPr>
            <a:r>
              <a:rPr lang="en-US" sz="2200" dirty="0"/>
              <a:t>You should use relevant documents during emergency management team exercising</a:t>
            </a:r>
          </a:p>
          <a:p>
            <a:pPr marL="457200" indent="-457200">
              <a:spcBef>
                <a:spcPts val="600"/>
              </a:spcBef>
              <a:buAutoNum type="arabicPeriod"/>
            </a:pPr>
            <a:r>
              <a:rPr lang="en-US" sz="2200" dirty="0"/>
              <a:t>Documents can be used as educational resources</a:t>
            </a:r>
          </a:p>
          <a:p>
            <a:pPr marL="457200" indent="-457200">
              <a:spcBef>
                <a:spcPts val="600"/>
              </a:spcBef>
              <a:buAutoNum type="arabicPeriod"/>
            </a:pPr>
            <a:r>
              <a:rPr lang="en-US" sz="2200" dirty="0"/>
              <a:t>Keep your inputs succinct where possible – you can have (and reference) supplemental materials</a:t>
            </a:r>
          </a:p>
          <a:p>
            <a:pPr marL="457200" indent="-457200">
              <a:spcBef>
                <a:spcPts val="600"/>
              </a:spcBef>
              <a:buAutoNum type="arabicPeriod"/>
            </a:pPr>
            <a:r>
              <a:rPr lang="en-US" sz="2200" dirty="0"/>
              <a:t>The SSEMP Guide can be used as the overarching ‘parent plan’ for your document system – including across multiple country plans</a:t>
            </a:r>
          </a:p>
        </p:txBody>
      </p:sp>
    </p:spTree>
    <p:extLst>
      <p:ext uri="{BB962C8B-B14F-4D97-AF65-F5344CB8AC3E}">
        <p14:creationId xmlns:p14="http://schemas.microsoft.com/office/powerpoint/2010/main" val="3105217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Rectangle 409">
            <a:extLst>
              <a:ext uri="{FF2B5EF4-FFF2-40B4-BE49-F238E27FC236}">
                <a16:creationId xmlns:a16="http://schemas.microsoft.com/office/drawing/2014/main" id="{AB1508A9-F169-41E7-AAE9-78362CEB723B}"/>
              </a:ext>
            </a:extLst>
          </p:cNvPr>
          <p:cNvSpPr/>
          <p:nvPr/>
        </p:nvSpPr>
        <p:spPr>
          <a:xfrm>
            <a:off x="-10714" y="-8670"/>
            <a:ext cx="12212653" cy="900668"/>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dirty="0">
                <a:solidFill>
                  <a:schemeClr val="bg1"/>
                </a:solidFill>
                <a:effectLst>
                  <a:outerShdw blurRad="38100" dist="38100" dir="2700000" algn="tl">
                    <a:srgbClr val="000000">
                      <a:alpha val="43137"/>
                    </a:srgbClr>
                  </a:outerShdw>
                </a:effectLst>
              </a:rPr>
              <a:t>                       The process</a:t>
            </a:r>
          </a:p>
        </p:txBody>
      </p:sp>
      <p:pic>
        <p:nvPicPr>
          <p:cNvPr id="4" name="Picture 3" descr="Logo, company name&#10;&#10;Description automatically generated">
            <a:extLst>
              <a:ext uri="{FF2B5EF4-FFF2-40B4-BE49-F238E27FC236}">
                <a16:creationId xmlns:a16="http://schemas.microsoft.com/office/drawing/2014/main" id="{F75E7C41-0016-4813-A699-AF0E8B3A6C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33" y="162054"/>
            <a:ext cx="1944184" cy="583255"/>
          </a:xfrm>
          <a:prstGeom prst="rect">
            <a:avLst/>
          </a:prstGeom>
        </p:spPr>
      </p:pic>
      <p:sp>
        <p:nvSpPr>
          <p:cNvPr id="5" name="TextBox 4">
            <a:extLst>
              <a:ext uri="{FF2B5EF4-FFF2-40B4-BE49-F238E27FC236}">
                <a16:creationId xmlns:a16="http://schemas.microsoft.com/office/drawing/2014/main" id="{7B499466-5A4B-46E2-9FF4-0DF99D00C085}"/>
              </a:ext>
            </a:extLst>
          </p:cNvPr>
          <p:cNvSpPr txBox="1"/>
          <p:nvPr/>
        </p:nvSpPr>
        <p:spPr>
          <a:xfrm>
            <a:off x="253218" y="1133062"/>
            <a:ext cx="11718387" cy="5416868"/>
          </a:xfrm>
          <a:prstGeom prst="rect">
            <a:avLst/>
          </a:prstGeom>
          <a:noFill/>
        </p:spPr>
        <p:txBody>
          <a:bodyPr wrap="square" rtlCol="0">
            <a:spAutoFit/>
          </a:bodyPr>
          <a:lstStyle/>
          <a:p>
            <a:pPr marL="457200" indent="-457200">
              <a:spcBef>
                <a:spcPts val="600"/>
              </a:spcBef>
              <a:buAutoNum type="arabicPeriod"/>
            </a:pPr>
            <a:r>
              <a:rPr lang="en-US" sz="2200" dirty="0"/>
              <a:t>Familiarize yourself with the cloud-based portal and save the link as a ‘favorite’</a:t>
            </a:r>
          </a:p>
          <a:p>
            <a:pPr marL="457200" indent="-457200">
              <a:spcBef>
                <a:spcPts val="600"/>
              </a:spcBef>
              <a:buAutoNum type="arabicPeriod"/>
            </a:pPr>
            <a:r>
              <a:rPr lang="en-US" sz="2200" dirty="0"/>
              <a:t>Select those documents you need – including the </a:t>
            </a:r>
            <a:r>
              <a:rPr lang="en-US" sz="2200" b="1" i="1" dirty="0"/>
              <a:t>Emergency Action Plan</a:t>
            </a:r>
          </a:p>
          <a:p>
            <a:pPr marL="457200" indent="-457200">
              <a:spcBef>
                <a:spcPts val="600"/>
              </a:spcBef>
              <a:buAutoNum type="arabicPeriod"/>
            </a:pPr>
            <a:r>
              <a:rPr lang="en-US" sz="2200" dirty="0"/>
              <a:t>Watch the associated video tutorials – ask for additional support as needed</a:t>
            </a:r>
          </a:p>
          <a:p>
            <a:pPr marL="457200" indent="-457200">
              <a:spcBef>
                <a:spcPts val="600"/>
              </a:spcBef>
              <a:buAutoNum type="arabicPeriod"/>
            </a:pPr>
            <a:r>
              <a:rPr lang="en-US" sz="2200" dirty="0"/>
              <a:t>Build your emergency mapping using the PPT</a:t>
            </a:r>
          </a:p>
          <a:p>
            <a:pPr marL="457200" indent="-457200">
              <a:spcBef>
                <a:spcPts val="600"/>
              </a:spcBef>
              <a:buAutoNum type="arabicPeriod"/>
            </a:pPr>
            <a:r>
              <a:rPr lang="en-US" sz="2200" dirty="0"/>
              <a:t>Develop your plans and imagery</a:t>
            </a:r>
          </a:p>
          <a:p>
            <a:pPr marL="457200" indent="-457200">
              <a:spcBef>
                <a:spcPts val="600"/>
              </a:spcBef>
              <a:buAutoNum type="arabicPeriod"/>
            </a:pPr>
            <a:r>
              <a:rPr lang="en-US" sz="2200" dirty="0"/>
              <a:t>Validate all data and ask for a final review from </a:t>
            </a:r>
            <a:r>
              <a:rPr lang="en-US" sz="2200"/>
              <a:t>your security expert</a:t>
            </a:r>
            <a:endParaRPr lang="en-US" sz="2200" dirty="0"/>
          </a:p>
          <a:p>
            <a:pPr marL="457200" indent="-457200">
              <a:spcBef>
                <a:spcPts val="600"/>
              </a:spcBef>
              <a:buAutoNum type="arabicPeriod"/>
            </a:pPr>
            <a:r>
              <a:rPr lang="en-US" sz="2200" dirty="0"/>
              <a:t>Review the document system annually (use the template provided) to ensure it is fit for purpose</a:t>
            </a:r>
          </a:p>
          <a:p>
            <a:pPr marL="457200" indent="-457200">
              <a:spcBef>
                <a:spcPts val="600"/>
              </a:spcBef>
              <a:buAutoNum type="arabicPeriod"/>
            </a:pPr>
            <a:r>
              <a:rPr lang="en-US" sz="2200" dirty="0"/>
              <a:t>Check for new documents and languages – this system will continue to grow</a:t>
            </a:r>
          </a:p>
          <a:p>
            <a:pPr>
              <a:spcBef>
                <a:spcPts val="600"/>
              </a:spcBef>
            </a:pPr>
            <a:endParaRPr lang="en-US" sz="2200" dirty="0"/>
          </a:p>
          <a:p>
            <a:pPr>
              <a:spcBef>
                <a:spcPts val="600"/>
              </a:spcBef>
            </a:pPr>
            <a:r>
              <a:rPr lang="en-US" sz="2200" dirty="0"/>
              <a:t>Also:</a:t>
            </a:r>
          </a:p>
          <a:p>
            <a:pPr marL="457200" indent="-457200">
              <a:spcBef>
                <a:spcPts val="600"/>
              </a:spcBef>
              <a:buAutoNum type="arabicPeriod"/>
            </a:pPr>
            <a:r>
              <a:rPr lang="en-US" sz="2200" dirty="0"/>
              <a:t>Use the documents to raise individual and group knowledge</a:t>
            </a:r>
          </a:p>
          <a:p>
            <a:pPr marL="457200" indent="-457200">
              <a:spcBef>
                <a:spcPts val="600"/>
              </a:spcBef>
              <a:buAutoNum type="arabicPeriod"/>
            </a:pPr>
            <a:r>
              <a:rPr lang="en-US" sz="2200" dirty="0"/>
              <a:t>Incorporate the documents into emergency management exercising or critical event planning</a:t>
            </a:r>
          </a:p>
          <a:p>
            <a:pPr marL="457200" indent="-457200">
              <a:spcBef>
                <a:spcPts val="600"/>
              </a:spcBef>
              <a:buAutoNum type="arabicPeriod"/>
            </a:pPr>
            <a:r>
              <a:rPr lang="en-US" sz="2200" dirty="0"/>
              <a:t>Always use your documents during an emergent or occurring emergency</a:t>
            </a:r>
          </a:p>
        </p:txBody>
      </p:sp>
    </p:spTree>
    <p:extLst>
      <p:ext uri="{BB962C8B-B14F-4D97-AF65-F5344CB8AC3E}">
        <p14:creationId xmlns:p14="http://schemas.microsoft.com/office/powerpoint/2010/main" val="3296884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52372B45-C704-4717-95B9-A577BF9966D3}"/>
              </a:ext>
            </a:extLst>
          </p:cNvPr>
          <p:cNvGrpSpPr/>
          <p:nvPr/>
        </p:nvGrpSpPr>
        <p:grpSpPr>
          <a:xfrm>
            <a:off x="158469" y="86270"/>
            <a:ext cx="11956972" cy="3585395"/>
            <a:chOff x="158469" y="198814"/>
            <a:chExt cx="11956972" cy="3585395"/>
          </a:xfrm>
        </p:grpSpPr>
        <p:pic>
          <p:nvPicPr>
            <p:cNvPr id="3" name="Picture 2">
              <a:extLst>
                <a:ext uri="{FF2B5EF4-FFF2-40B4-BE49-F238E27FC236}">
                  <a16:creationId xmlns:a16="http://schemas.microsoft.com/office/drawing/2014/main" id="{EBED6460-197A-44F9-9B06-0B12258D9B73}"/>
                </a:ext>
              </a:extLst>
            </p:cNvPr>
            <p:cNvPicPr>
              <a:picLocks noChangeAspect="1"/>
            </p:cNvPicPr>
            <p:nvPr/>
          </p:nvPicPr>
          <p:blipFill>
            <a:blip r:embed="rId2"/>
            <a:stretch>
              <a:fillRect/>
            </a:stretch>
          </p:blipFill>
          <p:spPr>
            <a:xfrm>
              <a:off x="158469" y="198814"/>
              <a:ext cx="6486830" cy="3585395"/>
            </a:xfrm>
            <a:prstGeom prst="rect">
              <a:avLst/>
            </a:prstGeom>
          </p:spPr>
        </p:pic>
        <p:sp>
          <p:nvSpPr>
            <p:cNvPr id="6" name="TextBox 5">
              <a:extLst>
                <a:ext uri="{FF2B5EF4-FFF2-40B4-BE49-F238E27FC236}">
                  <a16:creationId xmlns:a16="http://schemas.microsoft.com/office/drawing/2014/main" id="{4C2CF203-498E-4900-B199-347B992603E6}"/>
                </a:ext>
              </a:extLst>
            </p:cNvPr>
            <p:cNvSpPr txBox="1"/>
            <p:nvPr/>
          </p:nvSpPr>
          <p:spPr>
            <a:xfrm>
              <a:off x="6686439" y="198814"/>
              <a:ext cx="5429002" cy="1446550"/>
            </a:xfrm>
            <a:prstGeom prst="rect">
              <a:avLst/>
            </a:prstGeom>
            <a:noFill/>
          </p:spPr>
          <p:txBody>
            <a:bodyPr wrap="square" rtlCol="0">
              <a:spAutoFit/>
            </a:bodyPr>
            <a:lstStyle/>
            <a:p>
              <a:r>
                <a:rPr lang="en-US" sz="2200" b="1" dirty="0"/>
                <a:t>Click on the language drop-down button on the top bar to read the page in your language – then select your language for the documents by clicking the BLUE BUTTON</a:t>
              </a:r>
            </a:p>
          </p:txBody>
        </p:sp>
      </p:grpSp>
      <p:grpSp>
        <p:nvGrpSpPr>
          <p:cNvPr id="12" name="Group 11">
            <a:extLst>
              <a:ext uri="{FF2B5EF4-FFF2-40B4-BE49-F238E27FC236}">
                <a16:creationId xmlns:a16="http://schemas.microsoft.com/office/drawing/2014/main" id="{0522FAED-5AC9-48BA-8680-98E1DD0B5F03}"/>
              </a:ext>
            </a:extLst>
          </p:cNvPr>
          <p:cNvGrpSpPr/>
          <p:nvPr/>
        </p:nvGrpSpPr>
        <p:grpSpPr>
          <a:xfrm>
            <a:off x="6642242" y="1532820"/>
            <a:ext cx="5429002" cy="3389566"/>
            <a:chOff x="7073004" y="1975101"/>
            <a:chExt cx="4656406" cy="3028818"/>
          </a:xfrm>
        </p:grpSpPr>
        <p:pic>
          <p:nvPicPr>
            <p:cNvPr id="8" name="Picture 7">
              <a:extLst>
                <a:ext uri="{FF2B5EF4-FFF2-40B4-BE49-F238E27FC236}">
                  <a16:creationId xmlns:a16="http://schemas.microsoft.com/office/drawing/2014/main" id="{A51399EA-0238-4E65-90DB-8AB4FC770451}"/>
                </a:ext>
              </a:extLst>
            </p:cNvPr>
            <p:cNvPicPr>
              <a:picLocks noChangeAspect="1"/>
            </p:cNvPicPr>
            <p:nvPr/>
          </p:nvPicPr>
          <p:blipFill rotWithShape="1">
            <a:blip r:embed="rId3"/>
            <a:srcRect t="31772"/>
            <a:stretch/>
          </p:blipFill>
          <p:spPr>
            <a:xfrm>
              <a:off x="7073004" y="1975101"/>
              <a:ext cx="4656406" cy="2038745"/>
            </a:xfrm>
            <a:prstGeom prst="rect">
              <a:avLst/>
            </a:prstGeom>
          </p:spPr>
        </p:pic>
        <p:sp>
          <p:nvSpPr>
            <p:cNvPr id="10" name="TextBox 9">
              <a:extLst>
                <a:ext uri="{FF2B5EF4-FFF2-40B4-BE49-F238E27FC236}">
                  <a16:creationId xmlns:a16="http://schemas.microsoft.com/office/drawing/2014/main" id="{63434C3D-1A82-4181-861D-28E912D0CF51}"/>
                </a:ext>
              </a:extLst>
            </p:cNvPr>
            <p:cNvSpPr txBox="1"/>
            <p:nvPr/>
          </p:nvSpPr>
          <p:spPr>
            <a:xfrm>
              <a:off x="7110911" y="4013846"/>
              <a:ext cx="4532074" cy="990073"/>
            </a:xfrm>
            <a:prstGeom prst="rect">
              <a:avLst/>
            </a:prstGeom>
            <a:noFill/>
          </p:spPr>
          <p:txBody>
            <a:bodyPr wrap="square" rtlCol="0">
              <a:spAutoFit/>
            </a:bodyPr>
            <a:lstStyle/>
            <a:p>
              <a:r>
                <a:rPr lang="en-US" sz="2200" b="1" dirty="0"/>
                <a:t>Click on thematic area – you can use the </a:t>
              </a:r>
              <a:r>
                <a:rPr lang="en-US" sz="2200" b="1" i="1" dirty="0"/>
                <a:t>Document Register </a:t>
              </a:r>
              <a:r>
                <a:rPr lang="en-US" sz="2200" b="1" dirty="0"/>
                <a:t>to find the document you need</a:t>
              </a:r>
            </a:p>
          </p:txBody>
        </p:sp>
      </p:grpSp>
      <p:grpSp>
        <p:nvGrpSpPr>
          <p:cNvPr id="13" name="Group 12">
            <a:extLst>
              <a:ext uri="{FF2B5EF4-FFF2-40B4-BE49-F238E27FC236}">
                <a16:creationId xmlns:a16="http://schemas.microsoft.com/office/drawing/2014/main" id="{75544DA3-65F5-48AA-8F6E-44DB11C1E402}"/>
              </a:ext>
            </a:extLst>
          </p:cNvPr>
          <p:cNvGrpSpPr/>
          <p:nvPr/>
        </p:nvGrpSpPr>
        <p:grpSpPr>
          <a:xfrm>
            <a:off x="158469" y="3784209"/>
            <a:ext cx="11812011" cy="2745662"/>
            <a:chOff x="158469" y="3784209"/>
            <a:chExt cx="11812011" cy="2745662"/>
          </a:xfrm>
        </p:grpSpPr>
        <p:pic>
          <p:nvPicPr>
            <p:cNvPr id="11" name="Picture 10">
              <a:extLst>
                <a:ext uri="{FF2B5EF4-FFF2-40B4-BE49-F238E27FC236}">
                  <a16:creationId xmlns:a16="http://schemas.microsoft.com/office/drawing/2014/main" id="{D255A26E-B43D-4FCB-B3EC-A676EFA59156}"/>
                </a:ext>
              </a:extLst>
            </p:cNvPr>
            <p:cNvPicPr>
              <a:picLocks noChangeAspect="1"/>
            </p:cNvPicPr>
            <p:nvPr/>
          </p:nvPicPr>
          <p:blipFill rotWithShape="1">
            <a:blip r:embed="rId4"/>
            <a:srcRect b="44820"/>
            <a:stretch/>
          </p:blipFill>
          <p:spPr>
            <a:xfrm>
              <a:off x="158469" y="3784209"/>
              <a:ext cx="4951453" cy="2745662"/>
            </a:xfrm>
            <a:prstGeom prst="rect">
              <a:avLst/>
            </a:prstGeom>
          </p:spPr>
        </p:pic>
        <p:sp>
          <p:nvSpPr>
            <p:cNvPr id="14" name="TextBox 13">
              <a:extLst>
                <a:ext uri="{FF2B5EF4-FFF2-40B4-BE49-F238E27FC236}">
                  <a16:creationId xmlns:a16="http://schemas.microsoft.com/office/drawing/2014/main" id="{4C5487AD-6AC9-4CF2-9891-E63E34D73102}"/>
                </a:ext>
              </a:extLst>
            </p:cNvPr>
            <p:cNvSpPr txBox="1"/>
            <p:nvPr/>
          </p:nvSpPr>
          <p:spPr>
            <a:xfrm>
              <a:off x="5127363" y="5083321"/>
              <a:ext cx="6843117" cy="1446550"/>
            </a:xfrm>
            <a:prstGeom prst="rect">
              <a:avLst/>
            </a:prstGeom>
            <a:noFill/>
          </p:spPr>
          <p:txBody>
            <a:bodyPr wrap="square" rtlCol="0">
              <a:spAutoFit/>
            </a:bodyPr>
            <a:lstStyle/>
            <a:p>
              <a:r>
                <a:rPr lang="en-US" sz="2200" b="1" dirty="0"/>
                <a:t>Click ‘open’ BLUE BUTTON and it will download the document onto your laptop or device: check your download folder and then move the document to where you need to store and use it</a:t>
              </a:r>
            </a:p>
          </p:txBody>
        </p:sp>
      </p:grpSp>
      <p:pic>
        <p:nvPicPr>
          <p:cNvPr id="16" name="Picture 15">
            <a:extLst>
              <a:ext uri="{FF2B5EF4-FFF2-40B4-BE49-F238E27FC236}">
                <a16:creationId xmlns:a16="http://schemas.microsoft.com/office/drawing/2014/main" id="{CEE8EF6C-B5FB-473F-A966-3A7943A842D9}"/>
              </a:ext>
            </a:extLst>
          </p:cNvPr>
          <p:cNvPicPr>
            <a:picLocks noChangeAspect="1"/>
          </p:cNvPicPr>
          <p:nvPr/>
        </p:nvPicPr>
        <p:blipFill rotWithShape="1">
          <a:blip r:embed="rId5"/>
          <a:srcRect l="80444" t="11476" b="78027"/>
          <a:stretch/>
        </p:blipFill>
        <p:spPr>
          <a:xfrm>
            <a:off x="4257919" y="214401"/>
            <a:ext cx="2384323" cy="693175"/>
          </a:xfrm>
          <a:prstGeom prst="rect">
            <a:avLst/>
          </a:prstGeom>
        </p:spPr>
      </p:pic>
    </p:spTree>
    <p:extLst>
      <p:ext uri="{BB962C8B-B14F-4D97-AF65-F5344CB8AC3E}">
        <p14:creationId xmlns:p14="http://schemas.microsoft.com/office/powerpoint/2010/main" val="3988137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954E16C-0E79-4873-93DC-FC0F1DA6E930}"/>
              </a:ext>
            </a:extLst>
          </p:cNvPr>
          <p:cNvSpPr txBox="1"/>
          <p:nvPr/>
        </p:nvSpPr>
        <p:spPr>
          <a:xfrm>
            <a:off x="5345724" y="198814"/>
            <a:ext cx="6434848" cy="830997"/>
          </a:xfrm>
          <a:prstGeom prst="rect">
            <a:avLst/>
          </a:prstGeom>
          <a:noFill/>
        </p:spPr>
        <p:txBody>
          <a:bodyPr wrap="square" rtlCol="0">
            <a:spAutoFit/>
          </a:bodyPr>
          <a:lstStyle/>
          <a:p>
            <a:r>
              <a:rPr lang="en-US" sz="2400" b="1" dirty="0"/>
              <a:t>Watch the “How2” videos if you need extra help – leverage other training resources as available</a:t>
            </a:r>
          </a:p>
        </p:txBody>
      </p:sp>
      <p:pic>
        <p:nvPicPr>
          <p:cNvPr id="16" name="Picture 15">
            <a:extLst>
              <a:ext uri="{FF2B5EF4-FFF2-40B4-BE49-F238E27FC236}">
                <a16:creationId xmlns:a16="http://schemas.microsoft.com/office/drawing/2014/main" id="{9961CB87-E749-436D-93F6-746B99F96E0F}"/>
              </a:ext>
            </a:extLst>
          </p:cNvPr>
          <p:cNvPicPr>
            <a:picLocks noChangeAspect="1"/>
          </p:cNvPicPr>
          <p:nvPr/>
        </p:nvPicPr>
        <p:blipFill>
          <a:blip r:embed="rId2"/>
          <a:stretch>
            <a:fillRect/>
          </a:stretch>
        </p:blipFill>
        <p:spPr>
          <a:xfrm>
            <a:off x="335228" y="2723861"/>
            <a:ext cx="5760772" cy="4045372"/>
          </a:xfrm>
          <a:prstGeom prst="rect">
            <a:avLst/>
          </a:prstGeom>
        </p:spPr>
      </p:pic>
      <p:sp>
        <p:nvSpPr>
          <p:cNvPr id="17" name="TextBox 16">
            <a:extLst>
              <a:ext uri="{FF2B5EF4-FFF2-40B4-BE49-F238E27FC236}">
                <a16:creationId xmlns:a16="http://schemas.microsoft.com/office/drawing/2014/main" id="{90B3F9EA-A56F-42BC-A066-8ACCD6B700F5}"/>
              </a:ext>
            </a:extLst>
          </p:cNvPr>
          <p:cNvSpPr txBox="1"/>
          <p:nvPr/>
        </p:nvSpPr>
        <p:spPr>
          <a:xfrm>
            <a:off x="6257217" y="3429000"/>
            <a:ext cx="4546210" cy="1938992"/>
          </a:xfrm>
          <a:prstGeom prst="rect">
            <a:avLst/>
          </a:prstGeom>
          <a:noFill/>
        </p:spPr>
        <p:txBody>
          <a:bodyPr wrap="square" rtlCol="0">
            <a:spAutoFit/>
          </a:bodyPr>
          <a:lstStyle/>
          <a:p>
            <a:r>
              <a:rPr lang="en-US" sz="2400" b="1" dirty="0"/>
              <a:t>Check out the list of available documents and download the </a:t>
            </a:r>
            <a:r>
              <a:rPr lang="en-US" sz="2400" b="1" i="1" dirty="0"/>
              <a:t>Document Register </a:t>
            </a:r>
            <a:r>
              <a:rPr lang="en-US" sz="2400" b="1" dirty="0"/>
              <a:t>for a full list and explanation of each document</a:t>
            </a:r>
          </a:p>
        </p:txBody>
      </p:sp>
      <p:sp>
        <p:nvSpPr>
          <p:cNvPr id="18" name="TextBox 17">
            <a:extLst>
              <a:ext uri="{FF2B5EF4-FFF2-40B4-BE49-F238E27FC236}">
                <a16:creationId xmlns:a16="http://schemas.microsoft.com/office/drawing/2014/main" id="{58EAB547-600D-41D5-A1F6-5E1347F5F739}"/>
              </a:ext>
            </a:extLst>
          </p:cNvPr>
          <p:cNvSpPr txBox="1"/>
          <p:nvPr/>
        </p:nvSpPr>
        <p:spPr>
          <a:xfrm>
            <a:off x="5386755" y="1092006"/>
            <a:ext cx="6250526" cy="1569660"/>
          </a:xfrm>
          <a:prstGeom prst="rect">
            <a:avLst/>
          </a:prstGeom>
          <a:noFill/>
        </p:spPr>
        <p:txBody>
          <a:bodyPr wrap="square" rtlCol="0">
            <a:spAutoFit/>
          </a:bodyPr>
          <a:lstStyle/>
          <a:p>
            <a:r>
              <a:rPr lang="en-US" sz="2400" b="1" i="1" dirty="0">
                <a:solidFill>
                  <a:schemeClr val="tx2"/>
                </a:solidFill>
              </a:rPr>
              <a:t>Use the ‘Management Resources’ section to help with internal briefings, the launch and sustainment of the system, and for bids and proposal technical narratives</a:t>
            </a:r>
          </a:p>
        </p:txBody>
      </p:sp>
      <p:pic>
        <p:nvPicPr>
          <p:cNvPr id="3" name="Picture 2">
            <a:extLst>
              <a:ext uri="{FF2B5EF4-FFF2-40B4-BE49-F238E27FC236}">
                <a16:creationId xmlns:a16="http://schemas.microsoft.com/office/drawing/2014/main" id="{6C3CDE9F-1531-48D8-88DC-3CF07DFD1D6C}"/>
              </a:ext>
            </a:extLst>
          </p:cNvPr>
          <p:cNvPicPr>
            <a:picLocks noChangeAspect="1"/>
          </p:cNvPicPr>
          <p:nvPr/>
        </p:nvPicPr>
        <p:blipFill rotWithShape="1">
          <a:blip r:embed="rId3"/>
          <a:srcRect l="27576" t="27866" r="29585" b="32693"/>
          <a:stretch/>
        </p:blipFill>
        <p:spPr>
          <a:xfrm>
            <a:off x="374674" y="181968"/>
            <a:ext cx="4885472" cy="2436456"/>
          </a:xfrm>
          <a:prstGeom prst="rect">
            <a:avLst/>
          </a:prstGeom>
        </p:spPr>
      </p:pic>
    </p:spTree>
    <p:extLst>
      <p:ext uri="{BB962C8B-B14F-4D97-AF65-F5344CB8AC3E}">
        <p14:creationId xmlns:p14="http://schemas.microsoft.com/office/powerpoint/2010/main" val="1988916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670DBD5-770C-4383-9F54-5B86E86BD5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10277" y="0"/>
            <a:ext cx="9771446" cy="6858000"/>
          </a:xfrm>
          <a:custGeom>
            <a:avLst/>
            <a:gdLst>
              <a:gd name="connsiteX0" fmla="*/ 1422188 w 9771446"/>
              <a:gd name="connsiteY0" fmla="*/ 0 h 6858000"/>
              <a:gd name="connsiteX1" fmla="*/ 8349258 w 9771446"/>
              <a:gd name="connsiteY1" fmla="*/ 0 h 6858000"/>
              <a:gd name="connsiteX2" fmla="*/ 8502224 w 9771446"/>
              <a:gd name="connsiteY2" fmla="*/ 159673 h 6858000"/>
              <a:gd name="connsiteX3" fmla="*/ 9771446 w 9771446"/>
              <a:gd name="connsiteY3" fmla="*/ 3429001 h 6858000"/>
              <a:gd name="connsiteX4" fmla="*/ 8502224 w 9771446"/>
              <a:gd name="connsiteY4" fmla="*/ 6698330 h 6858000"/>
              <a:gd name="connsiteX5" fmla="*/ 8349260 w 9771446"/>
              <a:gd name="connsiteY5" fmla="*/ 6858000 h 6858000"/>
              <a:gd name="connsiteX6" fmla="*/ 1422186 w 9771446"/>
              <a:gd name="connsiteY6" fmla="*/ 6858000 h 6858000"/>
              <a:gd name="connsiteX7" fmla="*/ 1269223 w 9771446"/>
              <a:gd name="connsiteY7" fmla="*/ 6698330 h 6858000"/>
              <a:gd name="connsiteX8" fmla="*/ 0 w 9771446"/>
              <a:gd name="connsiteY8" fmla="*/ 3429001 h 6858000"/>
              <a:gd name="connsiteX9" fmla="*/ 1269223 w 9771446"/>
              <a:gd name="connsiteY9" fmla="*/ 15967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71446" h="6858000">
                <a:moveTo>
                  <a:pt x="1422188" y="0"/>
                </a:moveTo>
                <a:lnTo>
                  <a:pt x="8349258" y="0"/>
                </a:lnTo>
                <a:lnTo>
                  <a:pt x="8502224" y="159673"/>
                </a:lnTo>
                <a:cubicBezTo>
                  <a:pt x="9290813" y="1023162"/>
                  <a:pt x="9771446" y="2170221"/>
                  <a:pt x="9771446" y="3429001"/>
                </a:cubicBezTo>
                <a:cubicBezTo>
                  <a:pt x="9771446" y="4687781"/>
                  <a:pt x="9290813" y="5834840"/>
                  <a:pt x="8502224" y="6698330"/>
                </a:cubicBezTo>
                <a:lnTo>
                  <a:pt x="8349260" y="6858000"/>
                </a:lnTo>
                <a:lnTo>
                  <a:pt x="1422186" y="6858000"/>
                </a:lnTo>
                <a:lnTo>
                  <a:pt x="1269223" y="6698330"/>
                </a:lnTo>
                <a:cubicBezTo>
                  <a:pt x="480633" y="5834840"/>
                  <a:pt x="0" y="4687781"/>
                  <a:pt x="0" y="3429001"/>
                </a:cubicBezTo>
                <a:cubicBezTo>
                  <a:pt x="0" y="2170221"/>
                  <a:pt x="480633" y="1023162"/>
                  <a:pt x="1269223" y="159673"/>
                </a:cubicBezTo>
                <a:close/>
              </a:path>
            </a:pathLst>
          </a:custGeom>
          <a:solidFill>
            <a:schemeClr val="bg1">
              <a:lumMod val="85000"/>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A close up of a logo&#10;&#10;Description automatically generated with low confidence">
            <a:extLst>
              <a:ext uri="{FF2B5EF4-FFF2-40B4-BE49-F238E27FC236}">
                <a16:creationId xmlns:a16="http://schemas.microsoft.com/office/drawing/2014/main" id="{824597B5-E9D9-47D7-A876-431F5A7C41D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9764" b="-1"/>
          <a:stretch/>
        </p:blipFill>
        <p:spPr>
          <a:xfrm>
            <a:off x="1460597" y="10"/>
            <a:ext cx="9270806" cy="6857990"/>
          </a:xfrm>
          <a:custGeom>
            <a:avLst/>
            <a:gdLst/>
            <a:ahLst/>
            <a:cxnLst/>
            <a:rect l="l" t="t" r="r" b="b"/>
            <a:pathLst>
              <a:path w="9270806" h="6858000">
                <a:moveTo>
                  <a:pt x="1503712" y="0"/>
                </a:moveTo>
                <a:lnTo>
                  <a:pt x="7767094" y="0"/>
                </a:lnTo>
                <a:lnTo>
                  <a:pt x="7913128" y="139721"/>
                </a:lnTo>
                <a:cubicBezTo>
                  <a:pt x="8751971" y="981521"/>
                  <a:pt x="9270806" y="2144457"/>
                  <a:pt x="9270806" y="3429000"/>
                </a:cubicBezTo>
                <a:cubicBezTo>
                  <a:pt x="9270806" y="4713544"/>
                  <a:pt x="8751971" y="5876479"/>
                  <a:pt x="7913128" y="6718279"/>
                </a:cubicBezTo>
                <a:lnTo>
                  <a:pt x="7767094" y="6858000"/>
                </a:lnTo>
                <a:lnTo>
                  <a:pt x="1503712" y="6858000"/>
                </a:lnTo>
                <a:lnTo>
                  <a:pt x="1357679" y="6718279"/>
                </a:lnTo>
                <a:cubicBezTo>
                  <a:pt x="518835" y="5876479"/>
                  <a:pt x="0" y="4713544"/>
                  <a:pt x="0" y="3429000"/>
                </a:cubicBezTo>
                <a:cubicBezTo>
                  <a:pt x="0" y="2144457"/>
                  <a:pt x="518835" y="981521"/>
                  <a:pt x="1357679" y="139721"/>
                </a:cubicBezTo>
                <a:close/>
              </a:path>
            </a:pathLst>
          </a:custGeom>
        </p:spPr>
      </p:pic>
    </p:spTree>
    <p:extLst>
      <p:ext uri="{BB962C8B-B14F-4D97-AF65-F5344CB8AC3E}">
        <p14:creationId xmlns:p14="http://schemas.microsoft.com/office/powerpoint/2010/main" val="11378257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Props1.xml><?xml version="1.0" encoding="utf-8"?>
<ds:datastoreItem xmlns:ds="http://schemas.openxmlformats.org/officeDocument/2006/customXml" ds:itemID="{4223F284-99CE-4E9E-9319-9CB9EF6F09D0}">
  <ds:schemaRefs>
    <ds:schemaRef ds:uri="http://schemas.microsoft.com/sharepoint/v3/contenttype/forms"/>
  </ds:schemaRefs>
</ds:datastoreItem>
</file>

<file path=customXml/itemProps2.xml><?xml version="1.0" encoding="utf-8"?>
<ds:datastoreItem xmlns:ds="http://schemas.openxmlformats.org/officeDocument/2006/customXml" ds:itemID="{0AC607CD-B02F-458C-A165-0A20D43A8E8B}"/>
</file>

<file path=customXml/itemProps3.xml><?xml version="1.0" encoding="utf-8"?>
<ds:datastoreItem xmlns:ds="http://schemas.openxmlformats.org/officeDocument/2006/customXml" ds:itemID="{220EC6BC-0687-48AA-B453-B086178D4EFA}">
  <ds:schemaRefs>
    <ds:schemaRef ds:uri="http://schemas.microsoft.com/office/infopath/2007/PartnerControls"/>
    <ds:schemaRef ds:uri="http://purl.org/dc/dcmitype/"/>
    <ds:schemaRef ds:uri="http://schemas.openxmlformats.org/package/2006/metadata/core-properties"/>
    <ds:schemaRef ds:uri="http://www.w3.org/XML/1998/namespace"/>
    <ds:schemaRef ds:uri="http://purl.org/dc/terms/"/>
    <ds:schemaRef ds:uri="http://purl.org/dc/elements/1.1/"/>
    <ds:schemaRef ds:uri="http://schemas.microsoft.com/office/2006/documentManagement/types"/>
    <ds:schemaRef ds:uri="dc808d36-874f-4b27-aec2-2fd649817929"/>
    <ds:schemaRef ds:uri="f2466082-b6bf-4153-98c3-3c41e85fda18"/>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1875</TotalTime>
  <Words>766</Words>
  <Application>Microsoft Office PowerPoint</Application>
  <PresentationFormat>Widescreen</PresentationFormat>
  <Paragraphs>62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Kendall Jones</dc:creator>
  <cp:lastModifiedBy>Danielle Martin</cp:lastModifiedBy>
  <cp:revision>77</cp:revision>
  <dcterms:created xsi:type="dcterms:W3CDTF">2022-01-20T15:22:42Z</dcterms:created>
  <dcterms:modified xsi:type="dcterms:W3CDTF">2023-04-11T18:15:56Z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MediaServiceImageTags">
    <vt:lpwstr/>
  </property>
</Properties>
</file>