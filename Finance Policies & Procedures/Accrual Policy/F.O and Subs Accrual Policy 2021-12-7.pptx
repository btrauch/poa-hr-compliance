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56" r:id="rId5"/>
    <p:sldId id="266" r:id="rId6"/>
    <p:sldId id="267" r:id="rId7"/>
    <p:sldId id="268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5386EB-131E-2441-9F30-10B2D8BD703C}">
          <p14:sldIdLst>
            <p14:sldId id="256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A4"/>
    <a:srgbClr val="008400"/>
    <a:srgbClr val="F82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90738" autoAdjust="0"/>
  </p:normalViewPr>
  <p:slideViewPr>
    <p:cSldViewPr snapToGrid="0" snapToObjects="1">
      <p:cViewPr varScale="1">
        <p:scale>
          <a:sx n="104" d="100"/>
          <a:sy n="104" d="100"/>
        </p:scale>
        <p:origin x="15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yu Zhang" userId="9af49dbe-d289-4131-a7f9-a43d56163c12" providerId="ADAL" clId="{DFE0B9B3-AD4F-4B44-8142-22C743A61BD6}"/>
    <pc:docChg chg="custSel delSld modSld modSection">
      <pc:chgData name="Hanyu Zhang" userId="9af49dbe-d289-4131-a7f9-a43d56163c12" providerId="ADAL" clId="{DFE0B9B3-AD4F-4B44-8142-22C743A61BD6}" dt="2021-12-07T19:47:50.717" v="840" actId="20577"/>
      <pc:docMkLst>
        <pc:docMk/>
      </pc:docMkLst>
      <pc:sldChg chg="modSp mod">
        <pc:chgData name="Hanyu Zhang" userId="9af49dbe-d289-4131-a7f9-a43d56163c12" providerId="ADAL" clId="{DFE0B9B3-AD4F-4B44-8142-22C743A61BD6}" dt="2021-12-07T17:55:54.406" v="144" actId="20577"/>
        <pc:sldMkLst>
          <pc:docMk/>
          <pc:sldMk cId="2462752721" sldId="256"/>
        </pc:sldMkLst>
        <pc:spChg chg="mod">
          <ac:chgData name="Hanyu Zhang" userId="9af49dbe-d289-4131-a7f9-a43d56163c12" providerId="ADAL" clId="{DFE0B9B3-AD4F-4B44-8142-22C743A61BD6}" dt="2021-12-07T17:55:54.406" v="144" actId="20577"/>
          <ac:spMkLst>
            <pc:docMk/>
            <pc:sldMk cId="2462752721" sldId="256"/>
            <ac:spMk id="2" creationId="{00000000-0000-0000-0000-000000000000}"/>
          </ac:spMkLst>
        </pc:spChg>
      </pc:sldChg>
      <pc:sldChg chg="modSp del mod">
        <pc:chgData name="Hanyu Zhang" userId="9af49dbe-d289-4131-a7f9-a43d56163c12" providerId="ADAL" clId="{DFE0B9B3-AD4F-4B44-8142-22C743A61BD6}" dt="2021-12-07T17:56:09.327" v="146" actId="47"/>
        <pc:sldMkLst>
          <pc:docMk/>
          <pc:sldMk cId="3904672054" sldId="257"/>
        </pc:sldMkLst>
        <pc:spChg chg="mod">
          <ac:chgData name="Hanyu Zhang" userId="9af49dbe-d289-4131-a7f9-a43d56163c12" providerId="ADAL" clId="{DFE0B9B3-AD4F-4B44-8142-22C743A61BD6}" dt="2021-11-15T18:36:56.447" v="3" actId="1076"/>
          <ac:spMkLst>
            <pc:docMk/>
            <pc:sldMk cId="3904672054" sldId="257"/>
            <ac:spMk id="19" creationId="{93A5949E-165B-4B85-8F4F-CBD729EEDDD3}"/>
          </ac:spMkLst>
        </pc:spChg>
      </pc:sldChg>
      <pc:sldChg chg="del">
        <pc:chgData name="Hanyu Zhang" userId="9af49dbe-d289-4131-a7f9-a43d56163c12" providerId="ADAL" clId="{DFE0B9B3-AD4F-4B44-8142-22C743A61BD6}" dt="2021-12-07T18:34:55.137" v="659" actId="47"/>
        <pc:sldMkLst>
          <pc:docMk/>
          <pc:sldMk cId="457963981" sldId="258"/>
        </pc:sldMkLst>
      </pc:sldChg>
      <pc:sldChg chg="del">
        <pc:chgData name="Hanyu Zhang" userId="9af49dbe-d289-4131-a7f9-a43d56163c12" providerId="ADAL" clId="{DFE0B9B3-AD4F-4B44-8142-22C743A61BD6}" dt="2021-12-07T18:34:50.764" v="655" actId="47"/>
        <pc:sldMkLst>
          <pc:docMk/>
          <pc:sldMk cId="674681586" sldId="259"/>
        </pc:sldMkLst>
      </pc:sldChg>
      <pc:sldChg chg="del">
        <pc:chgData name="Hanyu Zhang" userId="9af49dbe-d289-4131-a7f9-a43d56163c12" providerId="ADAL" clId="{DFE0B9B3-AD4F-4B44-8142-22C743A61BD6}" dt="2021-12-07T18:34:52.073" v="656" actId="47"/>
        <pc:sldMkLst>
          <pc:docMk/>
          <pc:sldMk cId="3368450883" sldId="261"/>
        </pc:sldMkLst>
      </pc:sldChg>
      <pc:sldChg chg="del">
        <pc:chgData name="Hanyu Zhang" userId="9af49dbe-d289-4131-a7f9-a43d56163c12" providerId="ADAL" clId="{DFE0B9B3-AD4F-4B44-8142-22C743A61BD6}" dt="2021-12-07T18:34:53.346" v="657" actId="47"/>
        <pc:sldMkLst>
          <pc:docMk/>
          <pc:sldMk cId="40395035" sldId="262"/>
        </pc:sldMkLst>
      </pc:sldChg>
      <pc:sldChg chg="del">
        <pc:chgData name="Hanyu Zhang" userId="9af49dbe-d289-4131-a7f9-a43d56163c12" providerId="ADAL" clId="{DFE0B9B3-AD4F-4B44-8142-22C743A61BD6}" dt="2021-12-07T18:34:54.153" v="658" actId="47"/>
        <pc:sldMkLst>
          <pc:docMk/>
          <pc:sldMk cId="1151675374" sldId="263"/>
        </pc:sldMkLst>
      </pc:sldChg>
      <pc:sldChg chg="del">
        <pc:chgData name="Hanyu Zhang" userId="9af49dbe-d289-4131-a7f9-a43d56163c12" providerId="ADAL" clId="{DFE0B9B3-AD4F-4B44-8142-22C743A61BD6}" dt="2021-12-07T18:34:56.045" v="660" actId="47"/>
        <pc:sldMkLst>
          <pc:docMk/>
          <pc:sldMk cId="2368096254" sldId="264"/>
        </pc:sldMkLst>
      </pc:sldChg>
      <pc:sldChg chg="modSp del mod">
        <pc:chgData name="Hanyu Zhang" userId="9af49dbe-d289-4131-a7f9-a43d56163c12" providerId="ADAL" clId="{DFE0B9B3-AD4F-4B44-8142-22C743A61BD6}" dt="2021-12-07T17:56:07.889" v="145" actId="47"/>
        <pc:sldMkLst>
          <pc:docMk/>
          <pc:sldMk cId="3068262885" sldId="265"/>
        </pc:sldMkLst>
        <pc:graphicFrameChg chg="mod modGraphic">
          <ac:chgData name="Hanyu Zhang" userId="9af49dbe-d289-4131-a7f9-a43d56163c12" providerId="ADAL" clId="{DFE0B9B3-AD4F-4B44-8142-22C743A61BD6}" dt="2021-11-15T18:43:52.243" v="82" actId="20577"/>
          <ac:graphicFrameMkLst>
            <pc:docMk/>
            <pc:sldMk cId="3068262885" sldId="265"/>
            <ac:graphicFrameMk id="4" creationId="{0BB30385-2695-4DDE-BA23-DE587717AD0E}"/>
          </ac:graphicFrameMkLst>
        </pc:graphicFrameChg>
      </pc:sldChg>
      <pc:sldChg chg="modSp mod">
        <pc:chgData name="Hanyu Zhang" userId="9af49dbe-d289-4131-a7f9-a43d56163c12" providerId="ADAL" clId="{DFE0B9B3-AD4F-4B44-8142-22C743A61BD6}" dt="2021-12-07T18:00:01.245" v="315" actId="1076"/>
        <pc:sldMkLst>
          <pc:docMk/>
          <pc:sldMk cId="2515206435" sldId="266"/>
        </pc:sldMkLst>
        <pc:spChg chg="mod">
          <ac:chgData name="Hanyu Zhang" userId="9af49dbe-d289-4131-a7f9-a43d56163c12" providerId="ADAL" clId="{DFE0B9B3-AD4F-4B44-8142-22C743A61BD6}" dt="2021-12-07T17:59:58.336" v="314" actId="255"/>
          <ac:spMkLst>
            <pc:docMk/>
            <pc:sldMk cId="2515206435" sldId="266"/>
            <ac:spMk id="2" creationId="{8ECDBE52-DF10-4C44-A63C-08AE798E8A7E}"/>
          </ac:spMkLst>
        </pc:spChg>
        <pc:spChg chg="mod">
          <ac:chgData name="Hanyu Zhang" userId="9af49dbe-d289-4131-a7f9-a43d56163c12" providerId="ADAL" clId="{DFE0B9B3-AD4F-4B44-8142-22C743A61BD6}" dt="2021-12-07T18:00:01.245" v="315" actId="1076"/>
          <ac:spMkLst>
            <pc:docMk/>
            <pc:sldMk cId="2515206435" sldId="266"/>
            <ac:spMk id="4" creationId="{3560BCD0-E454-4822-B831-9496C2E6734D}"/>
          </ac:spMkLst>
        </pc:spChg>
      </pc:sldChg>
      <pc:sldChg chg="addSp modSp mod">
        <pc:chgData name="Hanyu Zhang" userId="9af49dbe-d289-4131-a7f9-a43d56163c12" providerId="ADAL" clId="{DFE0B9B3-AD4F-4B44-8142-22C743A61BD6}" dt="2021-12-07T18:32:03.285" v="338" actId="20577"/>
        <pc:sldMkLst>
          <pc:docMk/>
          <pc:sldMk cId="3400175208" sldId="267"/>
        </pc:sldMkLst>
        <pc:spChg chg="mod">
          <ac:chgData name="Hanyu Zhang" userId="9af49dbe-d289-4131-a7f9-a43d56163c12" providerId="ADAL" clId="{DFE0B9B3-AD4F-4B44-8142-22C743A61BD6}" dt="2021-12-07T18:32:03.285" v="338" actId="20577"/>
          <ac:spMkLst>
            <pc:docMk/>
            <pc:sldMk cId="3400175208" sldId="267"/>
            <ac:spMk id="2" creationId="{8ECDBE52-DF10-4C44-A63C-08AE798E8A7E}"/>
          </ac:spMkLst>
        </pc:spChg>
        <pc:spChg chg="mod">
          <ac:chgData name="Hanyu Zhang" userId="9af49dbe-d289-4131-a7f9-a43d56163c12" providerId="ADAL" clId="{DFE0B9B3-AD4F-4B44-8142-22C743A61BD6}" dt="2021-12-07T18:31:43.462" v="317" actId="20577"/>
          <ac:spMkLst>
            <pc:docMk/>
            <pc:sldMk cId="3400175208" sldId="267"/>
            <ac:spMk id="4" creationId="{3560BCD0-E454-4822-B831-9496C2E6734D}"/>
          </ac:spMkLst>
        </pc:spChg>
        <pc:picChg chg="add mod">
          <ac:chgData name="Hanyu Zhang" userId="9af49dbe-d289-4131-a7f9-a43d56163c12" providerId="ADAL" clId="{DFE0B9B3-AD4F-4B44-8142-22C743A61BD6}" dt="2021-12-07T18:31:51.319" v="320" actId="1076"/>
          <ac:picMkLst>
            <pc:docMk/>
            <pc:sldMk cId="3400175208" sldId="267"/>
            <ac:picMk id="5" creationId="{3EFAEB42-1BF0-484D-B30B-F2338AF660C1}"/>
          </ac:picMkLst>
        </pc:picChg>
      </pc:sldChg>
      <pc:sldChg chg="modSp mod">
        <pc:chgData name="Hanyu Zhang" userId="9af49dbe-d289-4131-a7f9-a43d56163c12" providerId="ADAL" clId="{DFE0B9B3-AD4F-4B44-8142-22C743A61BD6}" dt="2021-12-07T19:47:50.717" v="840" actId="20577"/>
        <pc:sldMkLst>
          <pc:docMk/>
          <pc:sldMk cId="2837228342" sldId="268"/>
        </pc:sldMkLst>
        <pc:spChg chg="mod">
          <ac:chgData name="Hanyu Zhang" userId="9af49dbe-d289-4131-a7f9-a43d56163c12" providerId="ADAL" clId="{DFE0B9B3-AD4F-4B44-8142-22C743A61BD6}" dt="2021-12-07T18:32:12.755" v="347" actId="20577"/>
          <ac:spMkLst>
            <pc:docMk/>
            <pc:sldMk cId="2837228342" sldId="268"/>
            <ac:spMk id="2" creationId="{8ECDBE52-DF10-4C44-A63C-08AE798E8A7E}"/>
          </ac:spMkLst>
        </pc:spChg>
        <pc:spChg chg="mod">
          <ac:chgData name="Hanyu Zhang" userId="9af49dbe-d289-4131-a7f9-a43d56163c12" providerId="ADAL" clId="{DFE0B9B3-AD4F-4B44-8142-22C743A61BD6}" dt="2021-12-07T19:47:50.717" v="840" actId="20577"/>
          <ac:spMkLst>
            <pc:docMk/>
            <pc:sldMk cId="2837228342" sldId="268"/>
            <ac:spMk id="4" creationId="{3560BCD0-E454-4822-B831-9496C2E6734D}"/>
          </ac:spMkLst>
        </pc:spChg>
      </pc:sldChg>
      <pc:sldChg chg="del">
        <pc:chgData name="Hanyu Zhang" userId="9af49dbe-d289-4131-a7f9-a43d56163c12" providerId="ADAL" clId="{DFE0B9B3-AD4F-4B44-8142-22C743A61BD6}" dt="2021-12-07T18:00:04.059" v="316" actId="47"/>
        <pc:sldMkLst>
          <pc:docMk/>
          <pc:sldMk cId="132600506" sldId="26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A4E6E-29E7-184B-A326-CC2DCCCA3E86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0909D-415D-4A4A-8A76-A2874E32097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3013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36A7F-32CE-4148-9637-F356B0271D12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0F363-85DC-8841-8385-107C07463B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5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dirty="0"/>
              <a:t>Click to edit Master subtitle style</a:t>
            </a:r>
            <a:endParaRPr lang="en-US" dirty="0"/>
          </a:p>
        </p:txBody>
      </p:sp>
      <p:pic>
        <p:nvPicPr>
          <p:cNvPr id="7" name="Picture 6" descr="Textile-Block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r="2859" b="2365"/>
          <a:stretch/>
        </p:blipFill>
        <p:spPr>
          <a:xfrm>
            <a:off x="-1" y="-32869"/>
            <a:ext cx="9149995" cy="1918287"/>
          </a:xfrm>
          <a:prstGeom prst="rect">
            <a:avLst/>
          </a:prstGeom>
        </p:spPr>
      </p:pic>
      <p:pic>
        <p:nvPicPr>
          <p:cNvPr id="8" name="Picture 7" descr="Partners-Logo_White_transparen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42" y="572356"/>
            <a:ext cx="3613915" cy="66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39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/>
          <a:srcRect l="-216" t="10376" b="37974"/>
          <a:stretch/>
        </p:blipFill>
        <p:spPr>
          <a:xfrm>
            <a:off x="-13654" y="1996973"/>
            <a:ext cx="9157654" cy="200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22356"/>
            <a:ext cx="91440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6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50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92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633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45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98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09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286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C97DCFE-67E8-3C44-90AA-7DC2FE005EAD}" type="datetimeFigureOut">
              <a:rPr lang="en-US" smtClean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53787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5A7D70D-60BE-A041-80D5-A05D398A7C89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ile-Block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7" t="1" r="2859" b="42638"/>
          <a:stretch/>
        </p:blipFill>
        <p:spPr>
          <a:xfrm>
            <a:off x="0" y="5731732"/>
            <a:ext cx="9144000" cy="112626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Title (Memphis Medium)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040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Content (TradeGothic)</a:t>
            </a:r>
          </a:p>
          <a:p>
            <a:pPr lvl="0"/>
            <a:endParaRPr lang="x-none" dirty="0"/>
          </a:p>
          <a:p>
            <a:pPr lvl="0"/>
            <a:r>
              <a:rPr lang="x-none" dirty="0"/>
              <a:t>Content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pic>
        <p:nvPicPr>
          <p:cNvPr id="9" name="Picture 8" descr="Partners-Logo_White_transparent.pn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279131"/>
            <a:ext cx="2803280" cy="513001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3981326" y="6415008"/>
            <a:ext cx="5265763" cy="314795"/>
            <a:chOff x="3981326" y="6415008"/>
            <a:chExt cx="5265763" cy="314795"/>
          </a:xfrm>
        </p:grpSpPr>
        <p:grpSp>
          <p:nvGrpSpPr>
            <p:cNvPr id="14" name="Group 13"/>
            <p:cNvGrpSpPr/>
            <p:nvPr userDrawn="1"/>
          </p:nvGrpSpPr>
          <p:grpSpPr>
            <a:xfrm>
              <a:off x="3981326" y="6422800"/>
              <a:ext cx="5265763" cy="276999"/>
              <a:chOff x="3981326" y="6422800"/>
              <a:chExt cx="5265763" cy="27699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3981326" y="6422800"/>
                <a:ext cx="5265763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  <a:latin typeface="Trade Gothic"/>
                    <a:cs typeface="Trade Gothic"/>
                  </a:rPr>
                  <a:t>www.partners.net   |       @PartnersAmerica   |     \PartnersAmericas</a:t>
                </a:r>
              </a:p>
            </p:txBody>
          </p:sp>
          <p:pic>
            <p:nvPicPr>
              <p:cNvPr id="16" name="Picture 15" descr="facebook-icon -white-transparent-background.png"/>
              <p:cNvPicPr>
                <a:picLocks noChangeAspect="1"/>
              </p:cNvPicPr>
              <p:nvPr/>
            </p:nvPicPr>
            <p:blipFill>
              <a:blip r:embed="rId15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7739" y="6446173"/>
                <a:ext cx="221009" cy="221009"/>
              </a:xfrm>
              <a:prstGeom prst="rect">
                <a:avLst/>
              </a:prstGeom>
            </p:spPr>
          </p:pic>
        </p:grpSp>
        <p:pic>
          <p:nvPicPr>
            <p:cNvPr id="17" name="Picture 16" descr="twitter-bird-white-transparent-background.png"/>
            <p:cNvPicPr>
              <a:picLocks noChangeAspect="1"/>
            </p:cNvPicPr>
            <p:nvPr userDrawn="1"/>
          </p:nvPicPr>
          <p:blipFill>
            <a:blip r:embed="rId1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6678" y="6415008"/>
              <a:ext cx="314795" cy="314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2383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F82136"/>
          </a:solidFill>
          <a:latin typeface="Memphis Medium"/>
          <a:ea typeface="+mj-ea"/>
          <a:cs typeface="Memphis Medium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Courier New"/>
        <a:buChar char="o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Trade Gothic"/>
          <a:ea typeface="+mn-ea"/>
          <a:cs typeface="Trade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0737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F.O and Subs Accrual Policy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sz="2700" dirty="0"/>
              <a:t>Effective March 31</a:t>
            </a:r>
            <a:r>
              <a:rPr lang="en-US" altLang="zh-CN" sz="2700" baseline="30000" dirty="0"/>
              <a:t>st</a:t>
            </a:r>
            <a:r>
              <a:rPr lang="en-US" altLang="zh-CN" sz="2700" dirty="0"/>
              <a:t>, 2021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46275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BE52-DF10-4C44-A63C-08AE798E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Purpose</a:t>
            </a:r>
          </a:p>
        </p:txBody>
      </p:sp>
      <p:sp>
        <p:nvSpPr>
          <p:cNvPr id="7" name="Rectangle 6">
            <a:hlinkClick r:id="" action="ppaction://noaction"/>
            <a:extLst>
              <a:ext uri="{FF2B5EF4-FFF2-40B4-BE49-F238E27FC236}">
                <a16:creationId xmlns:a16="http://schemas.microsoft.com/office/drawing/2014/main" id="{60F1A19D-7898-4629-A692-D1F1DB65B1CA}"/>
              </a:ext>
            </a:extLst>
          </p:cNvPr>
          <p:cNvSpPr/>
          <p:nvPr/>
        </p:nvSpPr>
        <p:spPr>
          <a:xfrm>
            <a:off x="765047" y="2509499"/>
            <a:ext cx="485129" cy="410982"/>
          </a:xfrm>
          <a:prstGeom prst="rect">
            <a:avLst/>
          </a:prstGeom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D4CDE12E-DAD9-4685-8037-A76EA0E5091F}"/>
              </a:ext>
            </a:extLst>
          </p:cNvPr>
          <p:cNvSpPr/>
          <p:nvPr/>
        </p:nvSpPr>
        <p:spPr>
          <a:xfrm>
            <a:off x="765046" y="3051727"/>
            <a:ext cx="485129" cy="177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7B4E3-04DC-46DE-89E9-1215B4F63EEC}"/>
              </a:ext>
            </a:extLst>
          </p:cNvPr>
          <p:cNvSpPr/>
          <p:nvPr/>
        </p:nvSpPr>
        <p:spPr>
          <a:xfrm>
            <a:off x="569167" y="2668555"/>
            <a:ext cx="7912360" cy="177282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6624C7E7-5A1F-45F7-BB07-3164ADBC1ECD}"/>
              </a:ext>
            </a:extLst>
          </p:cNvPr>
          <p:cNvSpPr/>
          <p:nvPr/>
        </p:nvSpPr>
        <p:spPr>
          <a:xfrm>
            <a:off x="569167" y="2934784"/>
            <a:ext cx="7912360" cy="177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882CA43C-D7CC-4776-B149-95FF2FA2D7F9}"/>
              </a:ext>
            </a:extLst>
          </p:cNvPr>
          <p:cNvSpPr/>
          <p:nvPr/>
        </p:nvSpPr>
        <p:spPr>
          <a:xfrm>
            <a:off x="615820" y="3213148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hlinkClick r:id="" action="ppaction://noaction"/>
            <a:extLst>
              <a:ext uri="{FF2B5EF4-FFF2-40B4-BE49-F238E27FC236}">
                <a16:creationId xmlns:a16="http://schemas.microsoft.com/office/drawing/2014/main" id="{3E080DA8-72C0-4DAC-BDFD-C29EF235383A}"/>
              </a:ext>
            </a:extLst>
          </p:cNvPr>
          <p:cNvSpPr/>
          <p:nvPr/>
        </p:nvSpPr>
        <p:spPr>
          <a:xfrm>
            <a:off x="569167" y="3479377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hlinkClick r:id="" action="ppaction://noaction"/>
            <a:extLst>
              <a:ext uri="{FF2B5EF4-FFF2-40B4-BE49-F238E27FC236}">
                <a16:creationId xmlns:a16="http://schemas.microsoft.com/office/drawing/2014/main" id="{B451755F-3AD0-4663-9576-5C2F4E584918}"/>
              </a:ext>
            </a:extLst>
          </p:cNvPr>
          <p:cNvSpPr/>
          <p:nvPr/>
        </p:nvSpPr>
        <p:spPr>
          <a:xfrm>
            <a:off x="615820" y="3792497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hlinkClick r:id="" action="ppaction://noaction"/>
            <a:extLst>
              <a:ext uri="{FF2B5EF4-FFF2-40B4-BE49-F238E27FC236}">
                <a16:creationId xmlns:a16="http://schemas.microsoft.com/office/drawing/2014/main" id="{B957F730-BEAA-4AFB-98F0-C226633DCF56}"/>
              </a:ext>
            </a:extLst>
          </p:cNvPr>
          <p:cNvSpPr/>
          <p:nvPr/>
        </p:nvSpPr>
        <p:spPr>
          <a:xfrm>
            <a:off x="681134" y="2645110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hlinkClick r:id="" action="ppaction://noaction"/>
            <a:extLst>
              <a:ext uri="{FF2B5EF4-FFF2-40B4-BE49-F238E27FC236}">
                <a16:creationId xmlns:a16="http://schemas.microsoft.com/office/drawing/2014/main" id="{8622015A-7F73-421F-ABF1-CBFB26417774}"/>
              </a:ext>
            </a:extLst>
          </p:cNvPr>
          <p:cNvSpPr/>
          <p:nvPr/>
        </p:nvSpPr>
        <p:spPr>
          <a:xfrm>
            <a:off x="550505" y="2631850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C05ECCC-C92C-47EB-8428-491B36D73383}"/>
              </a:ext>
            </a:extLst>
          </p:cNvPr>
          <p:cNvSpPr/>
          <p:nvPr/>
        </p:nvSpPr>
        <p:spPr>
          <a:xfrm>
            <a:off x="559836" y="2923546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hlinkClick r:id="" action="ppaction://noaction"/>
            <a:extLst>
              <a:ext uri="{FF2B5EF4-FFF2-40B4-BE49-F238E27FC236}">
                <a16:creationId xmlns:a16="http://schemas.microsoft.com/office/drawing/2014/main" id="{E0EC69F5-1855-4E29-82CD-EF4C0F21A6D3}"/>
              </a:ext>
            </a:extLst>
          </p:cNvPr>
          <p:cNvSpPr/>
          <p:nvPr/>
        </p:nvSpPr>
        <p:spPr>
          <a:xfrm>
            <a:off x="513183" y="3225218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hlinkClick r:id="" action="ppaction://noaction"/>
            <a:extLst>
              <a:ext uri="{FF2B5EF4-FFF2-40B4-BE49-F238E27FC236}">
                <a16:creationId xmlns:a16="http://schemas.microsoft.com/office/drawing/2014/main" id="{93A5949E-165B-4B85-8F4F-CBD729EEDDD3}"/>
              </a:ext>
            </a:extLst>
          </p:cNvPr>
          <p:cNvSpPr/>
          <p:nvPr/>
        </p:nvSpPr>
        <p:spPr>
          <a:xfrm>
            <a:off x="503853" y="3498195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C5F592-4908-48DA-BE0B-82FCBA9303AC}"/>
              </a:ext>
            </a:extLst>
          </p:cNvPr>
          <p:cNvSpPr/>
          <p:nvPr/>
        </p:nvSpPr>
        <p:spPr>
          <a:xfrm>
            <a:off x="513183" y="3771172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0BCD0-E454-4822-B831-9496C2E67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83" y="1860962"/>
            <a:ext cx="8229600" cy="4040352"/>
          </a:xfrm>
        </p:spPr>
        <p:txBody>
          <a:bodyPr>
            <a:normAutofit/>
          </a:bodyPr>
          <a:lstStyle/>
          <a:p>
            <a:r>
              <a:rPr lang="en-US" sz="2800" dirty="0"/>
              <a:t>The purpose of this policy is to expedite the processing of field office, subrecipient and sub-contractor’s monthly expense reports.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0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BE52-DF10-4C44-A63C-08AE798E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80" y="-109049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Important Dates</a:t>
            </a:r>
          </a:p>
        </p:txBody>
      </p:sp>
      <p:sp>
        <p:nvSpPr>
          <p:cNvPr id="7" name="Rectangle 6">
            <a:hlinkClick r:id="" action="ppaction://noaction"/>
            <a:extLst>
              <a:ext uri="{FF2B5EF4-FFF2-40B4-BE49-F238E27FC236}">
                <a16:creationId xmlns:a16="http://schemas.microsoft.com/office/drawing/2014/main" id="{60F1A19D-7898-4629-A692-D1F1DB65B1CA}"/>
              </a:ext>
            </a:extLst>
          </p:cNvPr>
          <p:cNvSpPr/>
          <p:nvPr/>
        </p:nvSpPr>
        <p:spPr>
          <a:xfrm>
            <a:off x="765047" y="2509499"/>
            <a:ext cx="485129" cy="410982"/>
          </a:xfrm>
          <a:prstGeom prst="rect">
            <a:avLst/>
          </a:prstGeom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D4CDE12E-DAD9-4685-8037-A76EA0E5091F}"/>
              </a:ext>
            </a:extLst>
          </p:cNvPr>
          <p:cNvSpPr/>
          <p:nvPr/>
        </p:nvSpPr>
        <p:spPr>
          <a:xfrm>
            <a:off x="765046" y="3051727"/>
            <a:ext cx="485129" cy="177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7B4E3-04DC-46DE-89E9-1215B4F63EEC}"/>
              </a:ext>
            </a:extLst>
          </p:cNvPr>
          <p:cNvSpPr/>
          <p:nvPr/>
        </p:nvSpPr>
        <p:spPr>
          <a:xfrm>
            <a:off x="569167" y="2668555"/>
            <a:ext cx="7912360" cy="177282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6624C7E7-5A1F-45F7-BB07-3164ADBC1ECD}"/>
              </a:ext>
            </a:extLst>
          </p:cNvPr>
          <p:cNvSpPr/>
          <p:nvPr/>
        </p:nvSpPr>
        <p:spPr>
          <a:xfrm>
            <a:off x="569167" y="2934784"/>
            <a:ext cx="7912360" cy="177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882CA43C-D7CC-4776-B149-95FF2FA2D7F9}"/>
              </a:ext>
            </a:extLst>
          </p:cNvPr>
          <p:cNvSpPr/>
          <p:nvPr/>
        </p:nvSpPr>
        <p:spPr>
          <a:xfrm>
            <a:off x="615820" y="3213148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hlinkClick r:id="" action="ppaction://noaction"/>
            <a:extLst>
              <a:ext uri="{FF2B5EF4-FFF2-40B4-BE49-F238E27FC236}">
                <a16:creationId xmlns:a16="http://schemas.microsoft.com/office/drawing/2014/main" id="{3E080DA8-72C0-4DAC-BDFD-C29EF235383A}"/>
              </a:ext>
            </a:extLst>
          </p:cNvPr>
          <p:cNvSpPr/>
          <p:nvPr/>
        </p:nvSpPr>
        <p:spPr>
          <a:xfrm>
            <a:off x="569167" y="3479377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hlinkClick r:id="" action="ppaction://noaction"/>
            <a:extLst>
              <a:ext uri="{FF2B5EF4-FFF2-40B4-BE49-F238E27FC236}">
                <a16:creationId xmlns:a16="http://schemas.microsoft.com/office/drawing/2014/main" id="{B451755F-3AD0-4663-9576-5C2F4E584918}"/>
              </a:ext>
            </a:extLst>
          </p:cNvPr>
          <p:cNvSpPr/>
          <p:nvPr/>
        </p:nvSpPr>
        <p:spPr>
          <a:xfrm>
            <a:off x="615820" y="3792497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hlinkClick r:id="" action="ppaction://noaction"/>
            <a:extLst>
              <a:ext uri="{FF2B5EF4-FFF2-40B4-BE49-F238E27FC236}">
                <a16:creationId xmlns:a16="http://schemas.microsoft.com/office/drawing/2014/main" id="{B957F730-BEAA-4AFB-98F0-C226633DCF56}"/>
              </a:ext>
            </a:extLst>
          </p:cNvPr>
          <p:cNvSpPr/>
          <p:nvPr/>
        </p:nvSpPr>
        <p:spPr>
          <a:xfrm>
            <a:off x="681134" y="2645110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hlinkClick r:id="" action="ppaction://noaction"/>
            <a:extLst>
              <a:ext uri="{FF2B5EF4-FFF2-40B4-BE49-F238E27FC236}">
                <a16:creationId xmlns:a16="http://schemas.microsoft.com/office/drawing/2014/main" id="{8622015A-7F73-421F-ABF1-CBFB26417774}"/>
              </a:ext>
            </a:extLst>
          </p:cNvPr>
          <p:cNvSpPr/>
          <p:nvPr/>
        </p:nvSpPr>
        <p:spPr>
          <a:xfrm>
            <a:off x="550505" y="2631850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C05ECCC-C92C-47EB-8428-491B36D73383}"/>
              </a:ext>
            </a:extLst>
          </p:cNvPr>
          <p:cNvSpPr/>
          <p:nvPr/>
        </p:nvSpPr>
        <p:spPr>
          <a:xfrm>
            <a:off x="559836" y="2923546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hlinkClick r:id="" action="ppaction://noaction"/>
            <a:extLst>
              <a:ext uri="{FF2B5EF4-FFF2-40B4-BE49-F238E27FC236}">
                <a16:creationId xmlns:a16="http://schemas.microsoft.com/office/drawing/2014/main" id="{E0EC69F5-1855-4E29-82CD-EF4C0F21A6D3}"/>
              </a:ext>
            </a:extLst>
          </p:cNvPr>
          <p:cNvSpPr/>
          <p:nvPr/>
        </p:nvSpPr>
        <p:spPr>
          <a:xfrm>
            <a:off x="513183" y="3225218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hlinkClick r:id="" action="ppaction://noaction"/>
            <a:extLst>
              <a:ext uri="{FF2B5EF4-FFF2-40B4-BE49-F238E27FC236}">
                <a16:creationId xmlns:a16="http://schemas.microsoft.com/office/drawing/2014/main" id="{93A5949E-165B-4B85-8F4F-CBD729EEDDD3}"/>
              </a:ext>
            </a:extLst>
          </p:cNvPr>
          <p:cNvSpPr/>
          <p:nvPr/>
        </p:nvSpPr>
        <p:spPr>
          <a:xfrm>
            <a:off x="503853" y="3498195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C5F592-4908-48DA-BE0B-82FCBA9303AC}"/>
              </a:ext>
            </a:extLst>
          </p:cNvPr>
          <p:cNvSpPr/>
          <p:nvPr/>
        </p:nvSpPr>
        <p:spPr>
          <a:xfrm>
            <a:off x="513183" y="3771172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0BCD0-E454-4822-B831-9496C2E6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AEB42-1BF0-484D-B30B-F2338AF66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93" y="846138"/>
            <a:ext cx="7882142" cy="500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7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BE52-DF10-4C44-A63C-08AE798E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Reminders</a:t>
            </a:r>
          </a:p>
        </p:txBody>
      </p:sp>
      <p:sp>
        <p:nvSpPr>
          <p:cNvPr id="7" name="Rectangle 6">
            <a:hlinkClick r:id="" action="ppaction://noaction"/>
            <a:extLst>
              <a:ext uri="{FF2B5EF4-FFF2-40B4-BE49-F238E27FC236}">
                <a16:creationId xmlns:a16="http://schemas.microsoft.com/office/drawing/2014/main" id="{60F1A19D-7898-4629-A692-D1F1DB65B1CA}"/>
              </a:ext>
            </a:extLst>
          </p:cNvPr>
          <p:cNvSpPr/>
          <p:nvPr/>
        </p:nvSpPr>
        <p:spPr>
          <a:xfrm>
            <a:off x="765047" y="2509499"/>
            <a:ext cx="485129" cy="410982"/>
          </a:xfrm>
          <a:prstGeom prst="rect">
            <a:avLst/>
          </a:prstGeom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D4CDE12E-DAD9-4685-8037-A76EA0E5091F}"/>
              </a:ext>
            </a:extLst>
          </p:cNvPr>
          <p:cNvSpPr/>
          <p:nvPr/>
        </p:nvSpPr>
        <p:spPr>
          <a:xfrm>
            <a:off x="765046" y="3051727"/>
            <a:ext cx="485129" cy="1772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07B4E3-04DC-46DE-89E9-1215B4F63EEC}"/>
              </a:ext>
            </a:extLst>
          </p:cNvPr>
          <p:cNvSpPr/>
          <p:nvPr/>
        </p:nvSpPr>
        <p:spPr>
          <a:xfrm>
            <a:off x="569167" y="2668555"/>
            <a:ext cx="7912360" cy="177282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6624C7E7-5A1F-45F7-BB07-3164ADBC1ECD}"/>
              </a:ext>
            </a:extLst>
          </p:cNvPr>
          <p:cNvSpPr/>
          <p:nvPr/>
        </p:nvSpPr>
        <p:spPr>
          <a:xfrm>
            <a:off x="569167" y="2934784"/>
            <a:ext cx="7912360" cy="177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882CA43C-D7CC-4776-B149-95FF2FA2D7F9}"/>
              </a:ext>
            </a:extLst>
          </p:cNvPr>
          <p:cNvSpPr/>
          <p:nvPr/>
        </p:nvSpPr>
        <p:spPr>
          <a:xfrm>
            <a:off x="615820" y="3213148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hlinkClick r:id="" action="ppaction://noaction"/>
            <a:extLst>
              <a:ext uri="{FF2B5EF4-FFF2-40B4-BE49-F238E27FC236}">
                <a16:creationId xmlns:a16="http://schemas.microsoft.com/office/drawing/2014/main" id="{3E080DA8-72C0-4DAC-BDFD-C29EF235383A}"/>
              </a:ext>
            </a:extLst>
          </p:cNvPr>
          <p:cNvSpPr/>
          <p:nvPr/>
        </p:nvSpPr>
        <p:spPr>
          <a:xfrm>
            <a:off x="569167" y="3479377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hlinkClick r:id="" action="ppaction://noaction"/>
            <a:extLst>
              <a:ext uri="{FF2B5EF4-FFF2-40B4-BE49-F238E27FC236}">
                <a16:creationId xmlns:a16="http://schemas.microsoft.com/office/drawing/2014/main" id="{B451755F-3AD0-4663-9576-5C2F4E584918}"/>
              </a:ext>
            </a:extLst>
          </p:cNvPr>
          <p:cNvSpPr/>
          <p:nvPr/>
        </p:nvSpPr>
        <p:spPr>
          <a:xfrm>
            <a:off x="615820" y="3792497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hlinkClick r:id="" action="ppaction://noaction"/>
            <a:extLst>
              <a:ext uri="{FF2B5EF4-FFF2-40B4-BE49-F238E27FC236}">
                <a16:creationId xmlns:a16="http://schemas.microsoft.com/office/drawing/2014/main" id="{B957F730-BEAA-4AFB-98F0-C226633DCF56}"/>
              </a:ext>
            </a:extLst>
          </p:cNvPr>
          <p:cNvSpPr/>
          <p:nvPr/>
        </p:nvSpPr>
        <p:spPr>
          <a:xfrm>
            <a:off x="681134" y="2645110"/>
            <a:ext cx="7912360" cy="17728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hlinkClick r:id="" action="ppaction://noaction"/>
            <a:extLst>
              <a:ext uri="{FF2B5EF4-FFF2-40B4-BE49-F238E27FC236}">
                <a16:creationId xmlns:a16="http://schemas.microsoft.com/office/drawing/2014/main" id="{8622015A-7F73-421F-ABF1-CBFB26417774}"/>
              </a:ext>
            </a:extLst>
          </p:cNvPr>
          <p:cNvSpPr/>
          <p:nvPr/>
        </p:nvSpPr>
        <p:spPr>
          <a:xfrm>
            <a:off x="550505" y="2631850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C05ECCC-C92C-47EB-8428-491B36D73383}"/>
              </a:ext>
            </a:extLst>
          </p:cNvPr>
          <p:cNvSpPr/>
          <p:nvPr/>
        </p:nvSpPr>
        <p:spPr>
          <a:xfrm>
            <a:off x="559836" y="2923546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hlinkClick r:id="" action="ppaction://noaction"/>
            <a:extLst>
              <a:ext uri="{FF2B5EF4-FFF2-40B4-BE49-F238E27FC236}">
                <a16:creationId xmlns:a16="http://schemas.microsoft.com/office/drawing/2014/main" id="{E0EC69F5-1855-4E29-82CD-EF4C0F21A6D3}"/>
              </a:ext>
            </a:extLst>
          </p:cNvPr>
          <p:cNvSpPr/>
          <p:nvPr/>
        </p:nvSpPr>
        <p:spPr>
          <a:xfrm>
            <a:off x="513183" y="3225218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hlinkClick r:id="" action="ppaction://noaction"/>
            <a:extLst>
              <a:ext uri="{FF2B5EF4-FFF2-40B4-BE49-F238E27FC236}">
                <a16:creationId xmlns:a16="http://schemas.microsoft.com/office/drawing/2014/main" id="{93A5949E-165B-4B85-8F4F-CBD729EEDDD3}"/>
              </a:ext>
            </a:extLst>
          </p:cNvPr>
          <p:cNvSpPr/>
          <p:nvPr/>
        </p:nvSpPr>
        <p:spPr>
          <a:xfrm>
            <a:off x="503853" y="3498195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hlinkClick r:id="" action="ppaction://noaction"/>
            <a:extLst>
              <a:ext uri="{FF2B5EF4-FFF2-40B4-BE49-F238E27FC236}">
                <a16:creationId xmlns:a16="http://schemas.microsoft.com/office/drawing/2014/main" id="{6CC5F592-4908-48DA-BE0B-82FCBA9303AC}"/>
              </a:ext>
            </a:extLst>
          </p:cNvPr>
          <p:cNvSpPr/>
          <p:nvPr/>
        </p:nvSpPr>
        <p:spPr>
          <a:xfrm>
            <a:off x="513183" y="3771172"/>
            <a:ext cx="8024327" cy="19054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0BCD0-E454-4822-B831-9496C2E67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Please try to submit actual reports by the 10</a:t>
            </a:r>
            <a:r>
              <a:rPr lang="en-US" sz="2400" baseline="30000" dirty="0"/>
              <a:t>th.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It is very important that the accrual amount is as accurate as possible. </a:t>
            </a:r>
          </a:p>
          <a:p>
            <a:endParaRPr lang="en-US" sz="2400" b="1" dirty="0"/>
          </a:p>
          <a:p>
            <a:r>
              <a:rPr lang="en-US" sz="2400" dirty="0"/>
              <a:t>Note that you do NOT need to submit an accrual for December report, as F&amp;A will process ONLY actual reports for December.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28342"/>
      </p:ext>
    </p:extLst>
  </p:cSld>
  <p:clrMapOvr>
    <a:masterClrMapping/>
  </p:clrMapOvr>
</p:sld>
</file>

<file path=ppt/theme/theme1.xml><?xml version="1.0" encoding="utf-8"?>
<a:theme xmlns:a="http://schemas.openxmlformats.org/drawingml/2006/main" name="Partners Branding">
  <a:themeElements>
    <a:clrScheme name="Partners Palette">
      <a:dk1>
        <a:srgbClr val="FFFFFF"/>
      </a:dk1>
      <a:lt1>
        <a:srgbClr val="000000"/>
      </a:lt1>
      <a:dk2>
        <a:srgbClr val="FDBB30"/>
      </a:dk2>
      <a:lt2>
        <a:srgbClr val="0054A4"/>
      </a:lt2>
      <a:accent1>
        <a:srgbClr val="0084A9"/>
      </a:accent1>
      <a:accent2>
        <a:srgbClr val="711471"/>
      </a:accent2>
      <a:accent3>
        <a:srgbClr val="9FA617"/>
      </a:accent3>
      <a:accent4>
        <a:srgbClr val="B50938"/>
      </a:accent4>
      <a:accent5>
        <a:srgbClr val="439539"/>
      </a:accent5>
      <a:accent6>
        <a:srgbClr val="D60C8C"/>
      </a:accent6>
      <a:hlink>
        <a:srgbClr val="F15D22"/>
      </a:hlink>
      <a:folHlink>
        <a:srgbClr val="5958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53691C-0102-46CD-A76E-0CE3C582CD6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c808d36-874f-4b27-aec2-2fd649817929"/>
    <ds:schemaRef ds:uri="f8135ccf-0908-4d8c-8b6a-2ec449ff78ed"/>
    <ds:schemaRef ds:uri="http://www.w3.org/XML/1998/namespace"/>
    <ds:schemaRef ds:uri="http://purl.org/dc/dcmitype/"/>
    <ds:schemaRef ds:uri="f2466082-b6bf-4153-98c3-3c41e85fda18"/>
  </ds:schemaRefs>
</ds:datastoreItem>
</file>

<file path=customXml/itemProps2.xml><?xml version="1.0" encoding="utf-8"?>
<ds:datastoreItem xmlns:ds="http://schemas.openxmlformats.org/officeDocument/2006/customXml" ds:itemID="{FF1CF4ED-F990-4F91-B722-ABF0A3FCC9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28D435-048F-48DB-AF82-E69FC3C524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466082-b6bf-4153-98c3-3c41e85fda18"/>
    <ds:schemaRef ds:uri="dc808d36-874f-4b27-aec2-2fd6498179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Partners Branding.thmx</Template>
  <TotalTime>18281</TotalTime>
  <Words>89</Words>
  <Application>Microsoft Office PowerPoint</Application>
  <PresentationFormat>Presentación en pantalla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Partners Branding</vt:lpstr>
      <vt:lpstr>F.O and Subs Accrual Policy  Effective March 31st, 2021</vt:lpstr>
      <vt:lpstr>Purpose</vt:lpstr>
      <vt:lpstr>Important Dates</vt:lpstr>
      <vt:lpstr>Reminders</vt:lpstr>
    </vt:vector>
  </TitlesOfParts>
  <Company>Partners of the Americas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&amp; Activating  NGO Audiences</dc:title>
  <dc:creator>Taylor Nelson</dc:creator>
  <cp:lastModifiedBy>Hanyu Zhang</cp:lastModifiedBy>
  <cp:revision>136</cp:revision>
  <dcterms:created xsi:type="dcterms:W3CDTF">2015-10-21T15:01:49Z</dcterms:created>
  <dcterms:modified xsi:type="dcterms:W3CDTF">2024-02-12T15:35:23Z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1374800</vt:r8>
  </property>
  <property fmtid="{D5CDD505-2E9C-101B-9397-08002B2CF9AE}" pid="4" name="MediaServiceImageTags">
    <vt:lpwstr/>
  </property>
</Properties>
</file>