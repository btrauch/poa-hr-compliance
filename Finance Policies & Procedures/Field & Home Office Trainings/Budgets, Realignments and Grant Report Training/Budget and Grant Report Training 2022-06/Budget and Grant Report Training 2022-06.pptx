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9" r:id="rId6"/>
    <p:sldId id="308" r:id="rId7"/>
    <p:sldId id="338" r:id="rId8"/>
    <p:sldId id="306" r:id="rId9"/>
    <p:sldId id="309" r:id="rId10"/>
    <p:sldId id="264" r:id="rId11"/>
    <p:sldId id="30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5386EB-131E-2441-9F30-10B2D8BD703C}">
          <p14:sldIdLst>
            <p14:sldId id="256"/>
            <p14:sldId id="259"/>
            <p14:sldId id="308"/>
            <p14:sldId id="338"/>
            <p14:sldId id="306"/>
            <p14:sldId id="309"/>
            <p14:sldId id="264"/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A4"/>
    <a:srgbClr val="008400"/>
    <a:srgbClr val="F82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C38F8F-0C84-45CD-86B3-C3EFF0EF2720}" v="6" dt="2022-06-14T19:57:40.302"/>
    <p1510:client id="{C5362427-7A46-B640-4A02-DE87C7D86630}" v="1" dt="2023-11-30T20:00:31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5" autoAdjust="0"/>
    <p:restoredTop sz="90738" autoAdjust="0"/>
  </p:normalViewPr>
  <p:slideViewPr>
    <p:cSldViewPr snapToGrid="0" snapToObjects="1">
      <p:cViewPr varScale="1">
        <p:scale>
          <a:sx n="79" d="100"/>
          <a:sy n="79" d="100"/>
        </p:scale>
        <p:origin x="1565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4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" userId="04f63225-1d27-46ab-9c7c-1c8b513bed32" providerId="ADAL" clId="{5C20980E-9489-4E24-895E-4D7855D51011}"/>
    <pc:docChg chg="undo custSel addSld modSld modSection">
      <pc:chgData name="Danielle" userId="04f63225-1d27-46ab-9c7c-1c8b513bed32" providerId="ADAL" clId="{5C20980E-9489-4E24-895E-4D7855D51011}" dt="2021-04-19T18:39:56.828" v="1343" actId="1076"/>
      <pc:docMkLst>
        <pc:docMk/>
      </pc:docMkLst>
      <pc:sldChg chg="modSp add mod">
        <pc:chgData name="Danielle" userId="04f63225-1d27-46ab-9c7c-1c8b513bed32" providerId="ADAL" clId="{5C20980E-9489-4E24-895E-4D7855D51011}" dt="2021-04-19T18:39:56.828" v="1343" actId="1076"/>
        <pc:sldMkLst>
          <pc:docMk/>
          <pc:sldMk cId="2481432751" sldId="318"/>
        </pc:sldMkLst>
        <pc:spChg chg="mod">
          <ac:chgData name="Danielle" userId="04f63225-1d27-46ab-9c7c-1c8b513bed32" providerId="ADAL" clId="{5C20980E-9489-4E24-895E-4D7855D51011}" dt="2021-04-19T18:28:51.780" v="38" actId="20577"/>
          <ac:spMkLst>
            <pc:docMk/>
            <pc:sldMk cId="2481432751" sldId="318"/>
            <ac:spMk id="2" creationId="{00000000-0000-0000-0000-000000000000}"/>
          </ac:spMkLst>
        </pc:spChg>
        <pc:spChg chg="mod">
          <ac:chgData name="Danielle" userId="04f63225-1d27-46ab-9c7c-1c8b513bed32" providerId="ADAL" clId="{5C20980E-9489-4E24-895E-4D7855D51011}" dt="2021-04-19T18:39:56.828" v="1343" actId="1076"/>
          <ac:spMkLst>
            <pc:docMk/>
            <pc:sldMk cId="2481432751" sldId="318"/>
            <ac:spMk id="3" creationId="{00000000-0000-0000-0000-000000000000}"/>
          </ac:spMkLst>
        </pc:spChg>
      </pc:sldChg>
    </pc:docChg>
  </pc:docChgLst>
  <pc:docChgLst>
    <pc:chgData name="Danielle" userId="04f63225-1d27-46ab-9c7c-1c8b513bed32" providerId="ADAL" clId="{EF1DAEB1-4E10-4C28-9B4D-578136D67522}"/>
    <pc:docChg chg="undo redo custSel modSld">
      <pc:chgData name="Danielle" userId="04f63225-1d27-46ab-9c7c-1c8b513bed32" providerId="ADAL" clId="{EF1DAEB1-4E10-4C28-9B4D-578136D67522}" dt="2020-10-15T13:35:33.800" v="115" actId="6549"/>
      <pc:docMkLst>
        <pc:docMk/>
      </pc:docMkLst>
      <pc:sldChg chg="addSp delSp modSp">
        <pc:chgData name="Danielle" userId="04f63225-1d27-46ab-9c7c-1c8b513bed32" providerId="ADAL" clId="{EF1DAEB1-4E10-4C28-9B4D-578136D67522}" dt="2020-10-15T13:29:45.258" v="30" actId="14100"/>
        <pc:sldMkLst>
          <pc:docMk/>
          <pc:sldMk cId="628208286" sldId="260"/>
        </pc:sldMkLst>
        <pc:spChg chg="mod">
          <ac:chgData name="Danielle" userId="04f63225-1d27-46ab-9c7c-1c8b513bed32" providerId="ADAL" clId="{EF1DAEB1-4E10-4C28-9B4D-578136D67522}" dt="2020-10-15T13:28:40.807" v="23" actId="20577"/>
          <ac:spMkLst>
            <pc:docMk/>
            <pc:sldMk cId="628208286" sldId="260"/>
            <ac:spMk id="3" creationId="{00000000-0000-0000-0000-000000000000}"/>
          </ac:spMkLst>
        </pc:spChg>
        <pc:picChg chg="del">
          <ac:chgData name="Danielle" userId="04f63225-1d27-46ab-9c7c-1c8b513bed32" providerId="ADAL" clId="{EF1DAEB1-4E10-4C28-9B4D-578136D67522}" dt="2020-10-15T13:28:44.315" v="24" actId="478"/>
          <ac:picMkLst>
            <pc:docMk/>
            <pc:sldMk cId="628208286" sldId="260"/>
            <ac:picMk id="4" creationId="{00000000-0000-0000-0000-000000000000}"/>
          </ac:picMkLst>
        </pc:picChg>
        <pc:picChg chg="del">
          <ac:chgData name="Danielle" userId="04f63225-1d27-46ab-9c7c-1c8b513bed32" providerId="ADAL" clId="{EF1DAEB1-4E10-4C28-9B4D-578136D67522}" dt="2020-10-15T13:28:47.262" v="25" actId="478"/>
          <ac:picMkLst>
            <pc:docMk/>
            <pc:sldMk cId="628208286" sldId="260"/>
            <ac:picMk id="5" creationId="{00000000-0000-0000-0000-000000000000}"/>
          </ac:picMkLst>
        </pc:picChg>
        <pc:picChg chg="add mod modCrop">
          <ac:chgData name="Danielle" userId="04f63225-1d27-46ab-9c7c-1c8b513bed32" providerId="ADAL" clId="{EF1DAEB1-4E10-4C28-9B4D-578136D67522}" dt="2020-10-15T13:29:45.258" v="30" actId="14100"/>
          <ac:picMkLst>
            <pc:docMk/>
            <pc:sldMk cId="628208286" sldId="260"/>
            <ac:picMk id="6" creationId="{81D3A2F8-5F3C-415E-BC90-81AE6CBDCE5C}"/>
          </ac:picMkLst>
        </pc:picChg>
      </pc:sldChg>
      <pc:sldChg chg="modSp">
        <pc:chgData name="Danielle" userId="04f63225-1d27-46ab-9c7c-1c8b513bed32" providerId="ADAL" clId="{EF1DAEB1-4E10-4C28-9B4D-578136D67522}" dt="2020-10-15T13:28:40.366" v="11" actId="27636"/>
        <pc:sldMkLst>
          <pc:docMk/>
          <pc:sldMk cId="36853573" sldId="265"/>
        </pc:sldMkLst>
        <pc:spChg chg="mod">
          <ac:chgData name="Danielle" userId="04f63225-1d27-46ab-9c7c-1c8b513bed32" providerId="ADAL" clId="{EF1DAEB1-4E10-4C28-9B4D-578136D67522}" dt="2020-10-15T13:28:40.366" v="11" actId="27636"/>
          <ac:spMkLst>
            <pc:docMk/>
            <pc:sldMk cId="36853573" sldId="265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405" v="13" actId="27636"/>
        <pc:sldMkLst>
          <pc:docMk/>
          <pc:sldMk cId="4203792416" sldId="269"/>
        </pc:sldMkLst>
        <pc:spChg chg="mod">
          <ac:chgData name="Danielle" userId="04f63225-1d27-46ab-9c7c-1c8b513bed32" providerId="ADAL" clId="{EF1DAEB1-4E10-4C28-9B4D-578136D67522}" dt="2020-10-15T13:28:40.405" v="13" actId="27636"/>
          <ac:spMkLst>
            <pc:docMk/>
            <pc:sldMk cId="4203792416" sldId="269"/>
            <ac:spMk id="3" creationId="{00000000-0000-0000-0000-000000000000}"/>
          </ac:spMkLst>
        </pc:spChg>
      </pc:sldChg>
      <pc:sldChg chg="addSp delSp modSp">
        <pc:chgData name="Danielle" userId="04f63225-1d27-46ab-9c7c-1c8b513bed32" providerId="ADAL" clId="{EF1DAEB1-4E10-4C28-9B4D-578136D67522}" dt="2020-10-15T13:35:33.800" v="115" actId="6549"/>
        <pc:sldMkLst>
          <pc:docMk/>
          <pc:sldMk cId="1867741448" sldId="273"/>
        </pc:sldMkLst>
        <pc:spChg chg="mod">
          <ac:chgData name="Danielle" userId="04f63225-1d27-46ab-9c7c-1c8b513bed32" providerId="ADAL" clId="{EF1DAEB1-4E10-4C28-9B4D-578136D67522}" dt="2020-10-15T13:35:33.800" v="115" actId="6549"/>
          <ac:spMkLst>
            <pc:docMk/>
            <pc:sldMk cId="1867741448" sldId="273"/>
            <ac:spMk id="3" creationId="{00000000-0000-0000-0000-000000000000}"/>
          </ac:spMkLst>
        </pc:spChg>
        <pc:picChg chg="add del">
          <ac:chgData name="Danielle" userId="04f63225-1d27-46ab-9c7c-1c8b513bed32" providerId="ADAL" clId="{EF1DAEB1-4E10-4C28-9B4D-578136D67522}" dt="2020-10-15T13:34:30.087" v="60"/>
          <ac:picMkLst>
            <pc:docMk/>
            <pc:sldMk cId="1867741448" sldId="273"/>
            <ac:picMk id="4" creationId="{A53EE732-7C02-42EB-8DB2-AF342DD9C302}"/>
          </ac:picMkLst>
        </pc:picChg>
      </pc:sldChg>
      <pc:sldChg chg="modSp">
        <pc:chgData name="Danielle" userId="04f63225-1d27-46ab-9c7c-1c8b513bed32" providerId="ADAL" clId="{EF1DAEB1-4E10-4C28-9B4D-578136D67522}" dt="2020-10-15T13:28:40.544" v="19" actId="27636"/>
        <pc:sldMkLst>
          <pc:docMk/>
          <pc:sldMk cId="1964203576" sldId="280"/>
        </pc:sldMkLst>
        <pc:spChg chg="mod">
          <ac:chgData name="Danielle" userId="04f63225-1d27-46ab-9c7c-1c8b513bed32" providerId="ADAL" clId="{EF1DAEB1-4E10-4C28-9B4D-578136D67522}" dt="2020-10-15T13:28:40.544" v="19" actId="27636"/>
          <ac:spMkLst>
            <pc:docMk/>
            <pc:sldMk cId="1964203576" sldId="280"/>
            <ac:spMk id="2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498" v="17" actId="27636"/>
        <pc:sldMkLst>
          <pc:docMk/>
          <pc:sldMk cId="1692586781" sldId="294"/>
        </pc:sldMkLst>
        <pc:spChg chg="mod">
          <ac:chgData name="Danielle" userId="04f63225-1d27-46ab-9c7c-1c8b513bed32" providerId="ADAL" clId="{EF1DAEB1-4E10-4C28-9B4D-578136D67522}" dt="2020-10-15T13:28:40.488" v="16" actId="27636"/>
          <ac:spMkLst>
            <pc:docMk/>
            <pc:sldMk cId="1692586781" sldId="294"/>
            <ac:spMk id="2" creationId="{00000000-0000-0000-0000-000000000000}"/>
          </ac:spMkLst>
        </pc:spChg>
        <pc:spChg chg="mod">
          <ac:chgData name="Danielle" userId="04f63225-1d27-46ab-9c7c-1c8b513bed32" providerId="ADAL" clId="{EF1DAEB1-4E10-4C28-9B4D-578136D67522}" dt="2020-10-15T13:28:40.498" v="17" actId="27636"/>
          <ac:spMkLst>
            <pc:docMk/>
            <pc:sldMk cId="1692586781" sldId="294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532" v="18" actId="27636"/>
        <pc:sldMkLst>
          <pc:docMk/>
          <pc:sldMk cId="1139437449" sldId="295"/>
        </pc:sldMkLst>
        <pc:spChg chg="mod">
          <ac:chgData name="Danielle" userId="04f63225-1d27-46ab-9c7c-1c8b513bed32" providerId="ADAL" clId="{EF1DAEB1-4E10-4C28-9B4D-578136D67522}" dt="2020-10-15T13:28:40.532" v="18" actId="27636"/>
          <ac:spMkLst>
            <pc:docMk/>
            <pc:sldMk cId="1139437449" sldId="295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445" v="15" actId="27636"/>
        <pc:sldMkLst>
          <pc:docMk/>
          <pc:sldMk cId="924245429" sldId="301"/>
        </pc:sldMkLst>
        <pc:spChg chg="mod">
          <ac:chgData name="Danielle" userId="04f63225-1d27-46ab-9c7c-1c8b513bed32" providerId="ADAL" clId="{EF1DAEB1-4E10-4C28-9B4D-578136D67522}" dt="2020-10-15T13:28:40.431" v="14" actId="27636"/>
          <ac:spMkLst>
            <pc:docMk/>
            <pc:sldMk cId="924245429" sldId="301"/>
            <ac:spMk id="2" creationId="{00000000-0000-0000-0000-000000000000}"/>
          </ac:spMkLst>
        </pc:spChg>
        <pc:spChg chg="mod">
          <ac:chgData name="Danielle" userId="04f63225-1d27-46ab-9c7c-1c8b513bed32" providerId="ADAL" clId="{EF1DAEB1-4E10-4C28-9B4D-578136D67522}" dt="2020-10-15T13:28:40.445" v="15" actId="27636"/>
          <ac:spMkLst>
            <pc:docMk/>
            <pc:sldMk cId="924245429" sldId="301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651" v="22" actId="27636"/>
        <pc:sldMkLst>
          <pc:docMk/>
          <pc:sldMk cId="3603285254" sldId="307"/>
        </pc:sldMkLst>
        <pc:spChg chg="mod">
          <ac:chgData name="Danielle" userId="04f63225-1d27-46ab-9c7c-1c8b513bed32" providerId="ADAL" clId="{EF1DAEB1-4E10-4C28-9B4D-578136D67522}" dt="2020-10-15T13:28:40.651" v="22" actId="27636"/>
          <ac:spMkLst>
            <pc:docMk/>
            <pc:sldMk cId="3603285254" sldId="307"/>
            <ac:spMk id="2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595" v="20" actId="27636"/>
        <pc:sldMkLst>
          <pc:docMk/>
          <pc:sldMk cId="2484058205" sldId="312"/>
        </pc:sldMkLst>
        <pc:spChg chg="mod">
          <ac:chgData name="Danielle" userId="04f63225-1d27-46ab-9c7c-1c8b513bed32" providerId="ADAL" clId="{EF1DAEB1-4E10-4C28-9B4D-578136D67522}" dt="2020-10-15T13:28:40.595" v="20" actId="27636"/>
          <ac:spMkLst>
            <pc:docMk/>
            <pc:sldMk cId="2484058205" sldId="312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3:28:40.623" v="21" actId="27636"/>
        <pc:sldMkLst>
          <pc:docMk/>
          <pc:sldMk cId="839178257" sldId="314"/>
        </pc:sldMkLst>
        <pc:spChg chg="mod">
          <ac:chgData name="Danielle" userId="04f63225-1d27-46ab-9c7c-1c8b513bed32" providerId="ADAL" clId="{EF1DAEB1-4E10-4C28-9B4D-578136D67522}" dt="2020-10-15T13:28:40.623" v="21" actId="27636"/>
          <ac:spMkLst>
            <pc:docMk/>
            <pc:sldMk cId="839178257" sldId="314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EF1DAEB1-4E10-4C28-9B4D-578136D67522}" dt="2020-10-15T12:50:32.482" v="0" actId="20577"/>
        <pc:sldMkLst>
          <pc:docMk/>
          <pc:sldMk cId="1520623683" sldId="317"/>
        </pc:sldMkLst>
        <pc:spChg chg="mod">
          <ac:chgData name="Danielle" userId="04f63225-1d27-46ab-9c7c-1c8b513bed32" providerId="ADAL" clId="{EF1DAEB1-4E10-4C28-9B4D-578136D67522}" dt="2020-10-15T12:50:32.482" v="0" actId="20577"/>
          <ac:spMkLst>
            <pc:docMk/>
            <pc:sldMk cId="1520623683" sldId="317"/>
            <ac:spMk id="3" creationId="{00000000-0000-0000-0000-000000000000}"/>
          </ac:spMkLst>
        </pc:spChg>
      </pc:sldChg>
    </pc:docChg>
  </pc:docChgLst>
  <pc:docChgLst>
    <pc:chgData name="Danielle Martin" userId="04f63225-1d27-46ab-9c7c-1c8b513bed32" providerId="ADAL" clId="{784C21A1-872A-42C9-AFB3-4FCC6E0715C0}"/>
    <pc:docChg chg="undo redo custSel addSld delSld modSld sldOrd">
      <pc:chgData name="Danielle Martin" userId="04f63225-1d27-46ab-9c7c-1c8b513bed32" providerId="ADAL" clId="{784C21A1-872A-42C9-AFB3-4FCC6E0715C0}" dt="2019-11-27T20:26:32.431" v="3442" actId="20577"/>
      <pc:docMkLst>
        <pc:docMk/>
      </pc:docMkLst>
      <pc:sldChg chg="modSp">
        <pc:chgData name="Danielle Martin" userId="04f63225-1d27-46ab-9c7c-1c8b513bed32" providerId="ADAL" clId="{784C21A1-872A-42C9-AFB3-4FCC6E0715C0}" dt="2019-10-24T13:30:29.785" v="879" actId="108"/>
        <pc:sldMkLst>
          <pc:docMk/>
          <pc:sldMk cId="2462752721" sldId="256"/>
        </pc:sldMkLst>
        <pc:spChg chg="mod">
          <ac:chgData name="Danielle Martin" userId="04f63225-1d27-46ab-9c7c-1c8b513bed32" providerId="ADAL" clId="{784C21A1-872A-42C9-AFB3-4FCC6E0715C0}" dt="2019-10-24T13:30:29.785" v="879" actId="108"/>
          <ac:spMkLst>
            <pc:docMk/>
            <pc:sldMk cId="2462752721" sldId="256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784C21A1-872A-42C9-AFB3-4FCC6E0715C0}" dt="2019-10-24T14:29:48.785" v="934" actId="20577"/>
        <pc:sldMkLst>
          <pc:docMk/>
          <pc:sldMk cId="628208286" sldId="260"/>
        </pc:sldMkLst>
        <pc:spChg chg="mod">
          <ac:chgData name="Danielle Martin" userId="04f63225-1d27-46ab-9c7c-1c8b513bed32" providerId="ADAL" clId="{784C21A1-872A-42C9-AFB3-4FCC6E0715C0}" dt="2019-10-24T14:28:38.504" v="926" actId="20577"/>
          <ac:spMkLst>
            <pc:docMk/>
            <pc:sldMk cId="628208286" sldId="260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0-24T14:29:48.785" v="934" actId="20577"/>
          <ac:spMkLst>
            <pc:docMk/>
            <pc:sldMk cId="628208286" sldId="260"/>
            <ac:spMk id="3" creationId="{00000000-0000-0000-0000-000000000000}"/>
          </ac:spMkLst>
        </pc:spChg>
      </pc:sldChg>
      <pc:sldChg chg="modSp ord">
        <pc:chgData name="Danielle Martin" userId="04f63225-1d27-46ab-9c7c-1c8b513bed32" providerId="ADAL" clId="{784C21A1-872A-42C9-AFB3-4FCC6E0715C0}" dt="2019-11-06T19:55:48.081" v="1919" actId="20577"/>
        <pc:sldMkLst>
          <pc:docMk/>
          <pc:sldMk cId="36853573" sldId="264"/>
        </pc:sldMkLst>
        <pc:spChg chg="mod">
          <ac:chgData name="Danielle Martin" userId="04f63225-1d27-46ab-9c7c-1c8b513bed32" providerId="ADAL" clId="{784C21A1-872A-42C9-AFB3-4FCC6E0715C0}" dt="2019-11-06T19:55:48.081" v="1919" actId="20577"/>
          <ac:spMkLst>
            <pc:docMk/>
            <pc:sldMk cId="36853573" sldId="264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784C21A1-872A-42C9-AFB3-4FCC6E0715C0}" dt="2019-11-07T20:12:14.585" v="1935" actId="20577"/>
        <pc:sldMkLst>
          <pc:docMk/>
          <pc:sldMk cId="36853573" sldId="265"/>
        </pc:sldMkLst>
        <pc:spChg chg="mod">
          <ac:chgData name="Danielle Martin" userId="04f63225-1d27-46ab-9c7c-1c8b513bed32" providerId="ADAL" clId="{784C21A1-872A-42C9-AFB3-4FCC6E0715C0}" dt="2019-10-24T14:28:30.553" v="918" actId="20577"/>
          <ac:spMkLst>
            <pc:docMk/>
            <pc:sldMk cId="36853573" sldId="265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07T20:12:14.585" v="1935" actId="20577"/>
          <ac:spMkLst>
            <pc:docMk/>
            <pc:sldMk cId="36853573" sldId="265"/>
            <ac:spMk id="3" creationId="{00000000-0000-0000-0000-000000000000}"/>
          </ac:spMkLst>
        </pc:spChg>
      </pc:sldChg>
      <pc:sldChg chg="modSp ord">
        <pc:chgData name="Danielle Martin" userId="04f63225-1d27-46ab-9c7c-1c8b513bed32" providerId="ADAL" clId="{784C21A1-872A-42C9-AFB3-4FCC6E0715C0}" dt="2019-11-27T20:26:32.431" v="3442" actId="20577"/>
        <pc:sldMkLst>
          <pc:docMk/>
          <pc:sldMk cId="2262606785" sldId="271"/>
        </pc:sldMkLst>
        <pc:spChg chg="mod">
          <ac:chgData name="Danielle Martin" userId="04f63225-1d27-46ab-9c7c-1c8b513bed32" providerId="ADAL" clId="{784C21A1-872A-42C9-AFB3-4FCC6E0715C0}" dt="2019-11-27T20:26:32.431" v="3442" actId="20577"/>
          <ac:spMkLst>
            <pc:docMk/>
            <pc:sldMk cId="2262606785" sldId="271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27T20:26:17.610" v="3418" actId="20577"/>
          <ac:spMkLst>
            <pc:docMk/>
            <pc:sldMk cId="2262606785" sldId="271"/>
            <ac:spMk id="3" creationId="{00000000-0000-0000-0000-000000000000}"/>
          </ac:spMkLst>
        </pc:spChg>
      </pc:sldChg>
      <pc:sldChg chg="addSp delSp modSp">
        <pc:chgData name="Danielle Martin" userId="04f63225-1d27-46ab-9c7c-1c8b513bed32" providerId="ADAL" clId="{784C21A1-872A-42C9-AFB3-4FCC6E0715C0}" dt="2019-11-01T18:01:58.737" v="1019" actId="1076"/>
        <pc:sldMkLst>
          <pc:docMk/>
          <pc:sldMk cId="2380556952" sldId="298"/>
        </pc:sldMkLst>
        <pc:spChg chg="mod">
          <ac:chgData name="Danielle Martin" userId="04f63225-1d27-46ab-9c7c-1c8b513bed32" providerId="ADAL" clId="{784C21A1-872A-42C9-AFB3-4FCC6E0715C0}" dt="2019-11-01T18:00:58.307" v="1009" actId="20577"/>
          <ac:spMkLst>
            <pc:docMk/>
            <pc:sldMk cId="2380556952" sldId="298"/>
            <ac:spMk id="2" creationId="{00000000-0000-0000-0000-000000000000}"/>
          </ac:spMkLst>
        </pc:spChg>
        <pc:spChg chg="del mod">
          <ac:chgData name="Danielle Martin" userId="04f63225-1d27-46ab-9c7c-1c8b513bed32" providerId="ADAL" clId="{784C21A1-872A-42C9-AFB3-4FCC6E0715C0}" dt="2019-11-01T18:01:37.022" v="1013"/>
          <ac:spMkLst>
            <pc:docMk/>
            <pc:sldMk cId="2380556952" sldId="298"/>
            <ac:spMk id="3" creationId="{00000000-0000-0000-0000-000000000000}"/>
          </ac:spMkLst>
        </pc:spChg>
        <pc:picChg chg="add mod modCrop">
          <ac:chgData name="Danielle Martin" userId="04f63225-1d27-46ab-9c7c-1c8b513bed32" providerId="ADAL" clId="{784C21A1-872A-42C9-AFB3-4FCC6E0715C0}" dt="2019-11-01T18:01:58.737" v="1019" actId="1076"/>
          <ac:picMkLst>
            <pc:docMk/>
            <pc:sldMk cId="2380556952" sldId="298"/>
            <ac:picMk id="4" creationId="{698CBB7C-1647-44DA-981E-7D38887716A8}"/>
          </ac:picMkLst>
        </pc:picChg>
      </pc:sldChg>
      <pc:sldChg chg="modSp">
        <pc:chgData name="Danielle Martin" userId="04f63225-1d27-46ab-9c7c-1c8b513bed32" providerId="ADAL" clId="{784C21A1-872A-42C9-AFB3-4FCC6E0715C0}" dt="2019-10-24T15:16:10.273" v="945" actId="1076"/>
        <pc:sldMkLst>
          <pc:docMk/>
          <pc:sldMk cId="2468337771" sldId="299"/>
        </pc:sldMkLst>
        <pc:spChg chg="mod">
          <ac:chgData name="Danielle Martin" userId="04f63225-1d27-46ab-9c7c-1c8b513bed32" providerId="ADAL" clId="{784C21A1-872A-42C9-AFB3-4FCC6E0715C0}" dt="2019-10-24T15:16:10.273" v="945" actId="1076"/>
          <ac:spMkLst>
            <pc:docMk/>
            <pc:sldMk cId="2468337771" sldId="299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784C21A1-872A-42C9-AFB3-4FCC6E0715C0}" dt="2019-10-18T16:19:45.478" v="649" actId="5793"/>
        <pc:sldMkLst>
          <pc:docMk/>
          <pc:sldMk cId="404907745" sldId="308"/>
        </pc:sldMkLst>
        <pc:spChg chg="mod">
          <ac:chgData name="Danielle Martin" userId="04f63225-1d27-46ab-9c7c-1c8b513bed32" providerId="ADAL" clId="{784C21A1-872A-42C9-AFB3-4FCC6E0715C0}" dt="2019-10-18T16:10:49.981" v="22" actId="20577"/>
          <ac:spMkLst>
            <pc:docMk/>
            <pc:sldMk cId="404907745" sldId="308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0-18T16:19:45.478" v="649" actId="5793"/>
          <ac:spMkLst>
            <pc:docMk/>
            <pc:sldMk cId="404907745" sldId="308"/>
            <ac:spMk id="3" creationId="{00000000-0000-0000-0000-000000000000}"/>
          </ac:spMkLst>
        </pc:spChg>
      </pc:sldChg>
      <pc:sldChg chg="add del">
        <pc:chgData name="Danielle Martin" userId="04f63225-1d27-46ab-9c7c-1c8b513bed32" providerId="ADAL" clId="{784C21A1-872A-42C9-AFB3-4FCC6E0715C0}" dt="2019-10-18T16:10:39.522" v="2"/>
        <pc:sldMkLst>
          <pc:docMk/>
          <pc:sldMk cId="117483764" sldId="309"/>
        </pc:sldMkLst>
      </pc:sldChg>
      <pc:sldChg chg="modSp add">
        <pc:chgData name="Danielle Martin" userId="04f63225-1d27-46ab-9c7c-1c8b513bed32" providerId="ADAL" clId="{784C21A1-872A-42C9-AFB3-4FCC6E0715C0}" dt="2019-10-20T17:20:09.328" v="877" actId="113"/>
        <pc:sldMkLst>
          <pc:docMk/>
          <pc:sldMk cId="1055862491" sldId="309"/>
        </pc:sldMkLst>
        <pc:spChg chg="mod">
          <ac:chgData name="Danielle Martin" userId="04f63225-1d27-46ab-9c7c-1c8b513bed32" providerId="ADAL" clId="{784C21A1-872A-42C9-AFB3-4FCC6E0715C0}" dt="2019-10-20T17:20:09.328" v="877" actId="113"/>
          <ac:spMkLst>
            <pc:docMk/>
            <pc:sldMk cId="1055862491" sldId="309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1T23:57:27.939" v="1164" actId="20577"/>
        <pc:sldMkLst>
          <pc:docMk/>
          <pc:sldMk cId="2571508918" sldId="310"/>
        </pc:sldMkLst>
        <pc:spChg chg="mod">
          <ac:chgData name="Danielle Martin" userId="04f63225-1d27-46ab-9c7c-1c8b513bed32" providerId="ADAL" clId="{784C21A1-872A-42C9-AFB3-4FCC6E0715C0}" dt="2019-11-01T23:57:27.939" v="1164" actId="20577"/>
          <ac:spMkLst>
            <pc:docMk/>
            <pc:sldMk cId="2571508918" sldId="310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2T00:02:34.629" v="1424" actId="20577"/>
        <pc:sldMkLst>
          <pc:docMk/>
          <pc:sldMk cId="543745489" sldId="311"/>
        </pc:sldMkLst>
        <pc:spChg chg="mod">
          <ac:chgData name="Danielle Martin" userId="04f63225-1d27-46ab-9c7c-1c8b513bed32" providerId="ADAL" clId="{784C21A1-872A-42C9-AFB3-4FCC6E0715C0}" dt="2019-11-01T17:55:52.785" v="967" actId="5793"/>
          <ac:spMkLst>
            <pc:docMk/>
            <pc:sldMk cId="543745489" sldId="311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02T00:02:34.629" v="1424" actId="20577"/>
          <ac:spMkLst>
            <pc:docMk/>
            <pc:sldMk cId="543745489" sldId="311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2T00:04:38.764" v="1572" actId="313"/>
        <pc:sldMkLst>
          <pc:docMk/>
          <pc:sldMk cId="2484058205" sldId="312"/>
        </pc:sldMkLst>
        <pc:spChg chg="mod">
          <ac:chgData name="Danielle Martin" userId="04f63225-1d27-46ab-9c7c-1c8b513bed32" providerId="ADAL" clId="{784C21A1-872A-42C9-AFB3-4FCC6E0715C0}" dt="2019-11-02T00:04:38.764" v="1572" actId="313"/>
          <ac:spMkLst>
            <pc:docMk/>
            <pc:sldMk cId="2484058205" sldId="312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2T00:00:47.915" v="1384" actId="6549"/>
        <pc:sldMkLst>
          <pc:docMk/>
          <pc:sldMk cId="3359353191" sldId="313"/>
        </pc:sldMkLst>
        <pc:spChg chg="mod">
          <ac:chgData name="Danielle Martin" userId="04f63225-1d27-46ab-9c7c-1c8b513bed32" providerId="ADAL" clId="{784C21A1-872A-42C9-AFB3-4FCC6E0715C0}" dt="2019-11-01T23:58:13.375" v="1197" actId="20577"/>
          <ac:spMkLst>
            <pc:docMk/>
            <pc:sldMk cId="3359353191" sldId="313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02T00:00:47.915" v="1384" actId="6549"/>
          <ac:spMkLst>
            <pc:docMk/>
            <pc:sldMk cId="3359353191" sldId="313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4T02:11:25.780" v="1914" actId="113"/>
        <pc:sldMkLst>
          <pc:docMk/>
          <pc:sldMk cId="839178257" sldId="314"/>
        </pc:sldMkLst>
        <pc:spChg chg="mod">
          <ac:chgData name="Danielle Martin" userId="04f63225-1d27-46ab-9c7c-1c8b513bed32" providerId="ADAL" clId="{784C21A1-872A-42C9-AFB3-4FCC6E0715C0}" dt="2019-11-02T00:02:52.621" v="1446" actId="20577"/>
          <ac:spMkLst>
            <pc:docMk/>
            <pc:sldMk cId="839178257" sldId="314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04T02:11:25.780" v="1914" actId="113"/>
          <ac:spMkLst>
            <pc:docMk/>
            <pc:sldMk cId="839178257" sldId="314"/>
            <ac:spMk id="3" creationId="{00000000-0000-0000-0000-000000000000}"/>
          </ac:spMkLst>
        </pc:spChg>
      </pc:sldChg>
      <pc:sldChg chg="modSp add ord">
        <pc:chgData name="Danielle Martin" userId="04f63225-1d27-46ab-9c7c-1c8b513bed32" providerId="ADAL" clId="{784C21A1-872A-42C9-AFB3-4FCC6E0715C0}" dt="2019-11-20T15:49:16.211" v="2393" actId="20577"/>
        <pc:sldMkLst>
          <pc:docMk/>
          <pc:sldMk cId="3480800267" sldId="315"/>
        </pc:sldMkLst>
        <pc:spChg chg="mod">
          <ac:chgData name="Danielle Martin" userId="04f63225-1d27-46ab-9c7c-1c8b513bed32" providerId="ADAL" clId="{784C21A1-872A-42C9-AFB3-4FCC6E0715C0}" dt="2019-11-19T20:30:20.592" v="1960" actId="20577"/>
          <ac:spMkLst>
            <pc:docMk/>
            <pc:sldMk cId="3480800267" sldId="315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20T15:49:16.211" v="2393" actId="20577"/>
          <ac:spMkLst>
            <pc:docMk/>
            <pc:sldMk cId="3480800267" sldId="315"/>
            <ac:spMk id="3" creationId="{00000000-0000-0000-0000-000000000000}"/>
          </ac:spMkLst>
        </pc:spChg>
      </pc:sldChg>
      <pc:sldChg chg="add">
        <pc:chgData name="Danielle Martin" userId="04f63225-1d27-46ab-9c7c-1c8b513bed32" providerId="ADAL" clId="{784C21A1-872A-42C9-AFB3-4FCC6E0715C0}" dt="2019-11-22T15:49:32.043" v="2396"/>
        <pc:sldMkLst>
          <pc:docMk/>
          <pc:sldMk cId="957614778" sldId="316"/>
        </pc:sldMkLst>
      </pc:sldChg>
      <pc:sldChg chg="add del">
        <pc:chgData name="Danielle Martin" userId="04f63225-1d27-46ab-9c7c-1c8b513bed32" providerId="ADAL" clId="{784C21A1-872A-42C9-AFB3-4FCC6E0715C0}" dt="2019-11-22T15:49:26.272" v="2395"/>
        <pc:sldMkLst>
          <pc:docMk/>
          <pc:sldMk cId="3785806518" sldId="316"/>
        </pc:sldMkLst>
      </pc:sldChg>
      <pc:sldChg chg="modSp add">
        <pc:chgData name="Danielle Martin" userId="04f63225-1d27-46ab-9c7c-1c8b513bed32" providerId="ADAL" clId="{784C21A1-872A-42C9-AFB3-4FCC6E0715C0}" dt="2019-11-27T20:22:37.829" v="3011" actId="20577"/>
        <pc:sldMkLst>
          <pc:docMk/>
          <pc:sldMk cId="1520623683" sldId="317"/>
        </pc:sldMkLst>
        <pc:spChg chg="mod">
          <ac:chgData name="Danielle Martin" userId="04f63225-1d27-46ab-9c7c-1c8b513bed32" providerId="ADAL" clId="{784C21A1-872A-42C9-AFB3-4FCC6E0715C0}" dt="2019-11-27T20:22:37.829" v="3011" actId="20577"/>
          <ac:spMkLst>
            <pc:docMk/>
            <pc:sldMk cId="1520623683" sldId="317"/>
            <ac:spMk id="3" creationId="{00000000-0000-0000-0000-000000000000}"/>
          </ac:spMkLst>
        </pc:spChg>
      </pc:sldChg>
    </pc:docChg>
  </pc:docChgLst>
  <pc:docChgLst>
    <pc:chgData name="Danielle" userId="04f63225-1d27-46ab-9c7c-1c8b513bed32" providerId="ADAL" clId="{6464679C-C925-42C4-8FB5-A952FC9A1761}"/>
    <pc:docChg chg="custSel modSld sldOrd">
      <pc:chgData name="Danielle" userId="04f63225-1d27-46ab-9c7c-1c8b513bed32" providerId="ADAL" clId="{6464679C-C925-42C4-8FB5-A952FC9A1761}" dt="2020-10-15T15:18:46.242" v="113" actId="6549"/>
      <pc:docMkLst>
        <pc:docMk/>
      </pc:docMkLst>
      <pc:sldChg chg="ord">
        <pc:chgData name="Danielle" userId="04f63225-1d27-46ab-9c7c-1c8b513bed32" providerId="ADAL" clId="{6464679C-C925-42C4-8FB5-A952FC9A1761}" dt="2020-10-15T15:08:01.385" v="0"/>
        <pc:sldMkLst>
          <pc:docMk/>
          <pc:sldMk cId="628208286" sldId="260"/>
        </pc:sldMkLst>
      </pc:sldChg>
      <pc:sldChg chg="modSp">
        <pc:chgData name="Danielle" userId="04f63225-1d27-46ab-9c7c-1c8b513bed32" providerId="ADAL" clId="{6464679C-C925-42C4-8FB5-A952FC9A1761}" dt="2020-10-15T15:18:46.242" v="113" actId="6549"/>
        <pc:sldMkLst>
          <pc:docMk/>
          <pc:sldMk cId="1505840706" sldId="267"/>
        </pc:sldMkLst>
        <pc:spChg chg="mod">
          <ac:chgData name="Danielle" userId="04f63225-1d27-46ab-9c7c-1c8b513bed32" providerId="ADAL" clId="{6464679C-C925-42C4-8FB5-A952FC9A1761}" dt="2020-10-15T15:18:46.242" v="113" actId="6549"/>
          <ac:spMkLst>
            <pc:docMk/>
            <pc:sldMk cId="1505840706" sldId="267"/>
            <ac:spMk id="3" creationId="{00000000-0000-0000-0000-000000000000}"/>
          </ac:spMkLst>
        </pc:spChg>
      </pc:sldChg>
      <pc:sldChg chg="modSp">
        <pc:chgData name="Danielle" userId="04f63225-1d27-46ab-9c7c-1c8b513bed32" providerId="ADAL" clId="{6464679C-C925-42C4-8FB5-A952FC9A1761}" dt="2020-10-15T15:12:10.916" v="56" actId="20577"/>
        <pc:sldMkLst>
          <pc:docMk/>
          <pc:sldMk cId="2378171338" sldId="297"/>
        </pc:sldMkLst>
        <pc:spChg chg="mod">
          <ac:chgData name="Danielle" userId="04f63225-1d27-46ab-9c7c-1c8b513bed32" providerId="ADAL" clId="{6464679C-C925-42C4-8FB5-A952FC9A1761}" dt="2020-10-15T15:12:10.916" v="56" actId="20577"/>
          <ac:spMkLst>
            <pc:docMk/>
            <pc:sldMk cId="2378171338" sldId="297"/>
            <ac:spMk id="3" creationId="{00000000-0000-0000-0000-000000000000}"/>
          </ac:spMkLst>
        </pc:spChg>
      </pc:sldChg>
    </pc:docChg>
  </pc:docChgLst>
  <pc:docChgLst>
    <pc:chgData name="Danielle Martin" userId="04f63225-1d27-46ab-9c7c-1c8b513bed32" providerId="ADAL" clId="{CA96C98E-DA2B-4D46-B6D1-8C97A34A942C}"/>
    <pc:docChg chg="custSel modSld">
      <pc:chgData name="Danielle Martin" userId="04f63225-1d27-46ab-9c7c-1c8b513bed32" providerId="ADAL" clId="{CA96C98E-DA2B-4D46-B6D1-8C97A34A942C}" dt="2020-06-05T12:32:55.245" v="188" actId="27636"/>
      <pc:docMkLst>
        <pc:docMk/>
      </pc:docMkLst>
      <pc:sldChg chg="modSp">
        <pc:chgData name="Danielle Martin" userId="04f63225-1d27-46ab-9c7c-1c8b513bed32" providerId="ADAL" clId="{CA96C98E-DA2B-4D46-B6D1-8C97A34A942C}" dt="2020-06-05T12:32:55.245" v="188" actId="27636"/>
        <pc:sldMkLst>
          <pc:docMk/>
          <pc:sldMk cId="3765842492" sldId="296"/>
        </pc:sldMkLst>
        <pc:spChg chg="mod">
          <ac:chgData name="Danielle Martin" userId="04f63225-1d27-46ab-9c7c-1c8b513bed32" providerId="ADAL" clId="{CA96C98E-DA2B-4D46-B6D1-8C97A34A942C}" dt="2020-06-05T12:32:55.245" v="188" actId="27636"/>
          <ac:spMkLst>
            <pc:docMk/>
            <pc:sldMk cId="3765842492" sldId="296"/>
            <ac:spMk id="3" creationId="{00000000-0000-0000-0000-000000000000}"/>
          </ac:spMkLst>
        </pc:spChg>
      </pc:sldChg>
    </pc:docChg>
  </pc:docChgLst>
  <pc:docChgLst>
    <pc:chgData name="Danielle Martin" userId="04f63225-1d27-46ab-9c7c-1c8b513bed32" providerId="ADAL" clId="{3083253D-BF7E-4D77-80AA-7DAE3BADBB47}"/>
    <pc:docChg chg="modSld">
      <pc:chgData name="Danielle Martin" userId="04f63225-1d27-46ab-9c7c-1c8b513bed32" providerId="ADAL" clId="{3083253D-BF7E-4D77-80AA-7DAE3BADBB47}" dt="2020-06-05T15:22:52.740" v="4" actId="20577"/>
      <pc:docMkLst>
        <pc:docMk/>
      </pc:docMkLst>
      <pc:sldChg chg="modSp">
        <pc:chgData name="Danielle Martin" userId="04f63225-1d27-46ab-9c7c-1c8b513bed32" providerId="ADAL" clId="{3083253D-BF7E-4D77-80AA-7DAE3BADBB47}" dt="2020-06-05T15:22:52.740" v="4" actId="20577"/>
        <pc:sldMkLst>
          <pc:docMk/>
          <pc:sldMk cId="2553327719" sldId="268"/>
        </pc:sldMkLst>
        <pc:spChg chg="mod">
          <ac:chgData name="Danielle Martin" userId="04f63225-1d27-46ab-9c7c-1c8b513bed32" providerId="ADAL" clId="{3083253D-BF7E-4D77-80AA-7DAE3BADBB47}" dt="2020-06-05T15:22:52.740" v="4" actId="20577"/>
          <ac:spMkLst>
            <pc:docMk/>
            <pc:sldMk cId="2553327719" sldId="268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3083253D-BF7E-4D77-80AA-7DAE3BADBB47}" dt="2020-06-05T15:18:21.068" v="0" actId="20577"/>
        <pc:sldMkLst>
          <pc:docMk/>
          <pc:sldMk cId="3765842492" sldId="296"/>
        </pc:sldMkLst>
        <pc:spChg chg="mod">
          <ac:chgData name="Danielle Martin" userId="04f63225-1d27-46ab-9c7c-1c8b513bed32" providerId="ADAL" clId="{3083253D-BF7E-4D77-80AA-7DAE3BADBB47}" dt="2020-06-05T15:18:21.068" v="0" actId="20577"/>
          <ac:spMkLst>
            <pc:docMk/>
            <pc:sldMk cId="3765842492" sldId="296"/>
            <ac:spMk id="3" creationId="{00000000-0000-0000-0000-000000000000}"/>
          </ac:spMkLst>
        </pc:spChg>
      </pc:sldChg>
    </pc:docChg>
  </pc:docChgLst>
  <pc:docChgLst>
    <pc:chgData name="Danielle Martin" userId="04f63225-1d27-46ab-9c7c-1c8b513bed32" providerId="ADAL" clId="{0AE3F476-4D60-4C42-BA4B-5822FC3962B8}"/>
    <pc:docChg chg="undo redo custSel addSld modSld sldOrd">
      <pc:chgData name="Danielle Martin" userId="04f63225-1d27-46ab-9c7c-1c8b513bed32" providerId="ADAL" clId="{0AE3F476-4D60-4C42-BA4B-5822FC3962B8}" dt="2019-10-17T13:14:24.969" v="1700" actId="27636"/>
      <pc:docMkLst>
        <pc:docMk/>
      </pc:docMkLst>
      <pc:sldChg chg="modSp">
        <pc:chgData name="Danielle Martin" userId="04f63225-1d27-46ab-9c7c-1c8b513bed32" providerId="ADAL" clId="{0AE3F476-4D60-4C42-BA4B-5822FC3962B8}" dt="2019-10-17T13:13:53.917" v="1679" actId="20577"/>
        <pc:sldMkLst>
          <pc:docMk/>
          <pc:sldMk cId="1756117661" sldId="259"/>
        </pc:sldMkLst>
        <pc:spChg chg="mod">
          <ac:chgData name="Danielle Martin" userId="04f63225-1d27-46ab-9c7c-1c8b513bed32" providerId="ADAL" clId="{0AE3F476-4D60-4C42-BA4B-5822FC3962B8}" dt="2019-10-17T13:13:53.917" v="1679" actId="20577"/>
          <ac:spMkLst>
            <pc:docMk/>
            <pc:sldMk cId="1756117661" sldId="259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0AE3F476-4D60-4C42-BA4B-5822FC3962B8}" dt="2019-10-17T05:01:43.358" v="29" actId="14100"/>
        <pc:sldMkLst>
          <pc:docMk/>
          <pc:sldMk cId="628208286" sldId="260"/>
        </pc:sldMkLst>
        <pc:spChg chg="mod">
          <ac:chgData name="Danielle Martin" userId="04f63225-1d27-46ab-9c7c-1c8b513bed32" providerId="ADAL" clId="{0AE3F476-4D60-4C42-BA4B-5822FC3962B8}" dt="2019-10-17T05:01:43.358" v="29" actId="14100"/>
          <ac:spMkLst>
            <pc:docMk/>
            <pc:sldMk cId="628208286" sldId="260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0AE3F476-4D60-4C42-BA4B-5822FC3962B8}" dt="2019-10-17T05:05:49.386" v="185" actId="14100"/>
        <pc:sldMkLst>
          <pc:docMk/>
          <pc:sldMk cId="2553327719" sldId="268"/>
        </pc:sldMkLst>
        <pc:spChg chg="mod">
          <ac:chgData name="Danielle Martin" userId="04f63225-1d27-46ab-9c7c-1c8b513bed32" providerId="ADAL" clId="{0AE3F476-4D60-4C42-BA4B-5822FC3962B8}" dt="2019-10-17T05:05:49.386" v="185" actId="14100"/>
          <ac:spMkLst>
            <pc:docMk/>
            <pc:sldMk cId="2553327719" sldId="268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0AE3F476-4D60-4C42-BA4B-5822FC3962B8}" dt="2019-10-17T05:02:58.214" v="164" actId="20577"/>
        <pc:sldMkLst>
          <pc:docMk/>
          <pc:sldMk cId="1867741448" sldId="273"/>
        </pc:sldMkLst>
        <pc:spChg chg="mod">
          <ac:chgData name="Danielle Martin" userId="04f63225-1d27-46ab-9c7c-1c8b513bed32" providerId="ADAL" clId="{0AE3F476-4D60-4C42-BA4B-5822FC3962B8}" dt="2019-10-17T05:02:58.214" v="164" actId="20577"/>
          <ac:spMkLst>
            <pc:docMk/>
            <pc:sldMk cId="1867741448" sldId="273"/>
            <ac:spMk id="3" creationId="{00000000-0000-0000-0000-000000000000}"/>
          </ac:spMkLst>
        </pc:spChg>
      </pc:sldChg>
      <pc:sldChg chg="modSp ord">
        <pc:chgData name="Danielle Martin" userId="04f63225-1d27-46ab-9c7c-1c8b513bed32" providerId="ADAL" clId="{0AE3F476-4D60-4C42-BA4B-5822FC3962B8}" dt="2019-10-17T05:04:47.092" v="179" actId="20577"/>
        <pc:sldMkLst>
          <pc:docMk/>
          <pc:sldMk cId="1692586781" sldId="294"/>
        </pc:sldMkLst>
        <pc:spChg chg="mod">
          <ac:chgData name="Danielle Martin" userId="04f63225-1d27-46ab-9c7c-1c8b513bed32" providerId="ADAL" clId="{0AE3F476-4D60-4C42-BA4B-5822FC3962B8}" dt="2019-10-17T05:04:47.092" v="179" actId="20577"/>
          <ac:spMkLst>
            <pc:docMk/>
            <pc:sldMk cId="1692586781" sldId="294"/>
            <ac:spMk id="2" creationId="{00000000-0000-0000-0000-000000000000}"/>
          </ac:spMkLst>
        </pc:spChg>
      </pc:sldChg>
      <pc:sldChg chg="modSp">
        <pc:chgData name="Danielle Martin" userId="04f63225-1d27-46ab-9c7c-1c8b513bed32" providerId="ADAL" clId="{0AE3F476-4D60-4C42-BA4B-5822FC3962B8}" dt="2019-10-17T13:13:05.285" v="1655" actId="20577"/>
        <pc:sldMkLst>
          <pc:docMk/>
          <pc:sldMk cId="2380556952" sldId="298"/>
        </pc:sldMkLst>
        <pc:spChg chg="mod">
          <ac:chgData name="Danielle Martin" userId="04f63225-1d27-46ab-9c7c-1c8b513bed32" providerId="ADAL" clId="{0AE3F476-4D60-4C42-BA4B-5822FC3962B8}" dt="2019-10-17T13:12:35.878" v="1639" actId="1076"/>
          <ac:spMkLst>
            <pc:docMk/>
            <pc:sldMk cId="2380556952" sldId="298"/>
            <ac:spMk id="2" creationId="{00000000-0000-0000-0000-000000000000}"/>
          </ac:spMkLst>
        </pc:spChg>
        <pc:spChg chg="mod">
          <ac:chgData name="Danielle Martin" userId="04f63225-1d27-46ab-9c7c-1c8b513bed32" providerId="ADAL" clId="{0AE3F476-4D60-4C42-BA4B-5822FC3962B8}" dt="2019-10-17T13:13:05.285" v="1655" actId="20577"/>
          <ac:spMkLst>
            <pc:docMk/>
            <pc:sldMk cId="2380556952" sldId="298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0AE3F476-4D60-4C42-BA4B-5822FC3962B8}" dt="2019-10-17T12:33:26.183" v="1167" actId="1076"/>
        <pc:sldMkLst>
          <pc:docMk/>
          <pc:sldMk cId="3603285254" sldId="307"/>
        </pc:sldMkLst>
        <pc:spChg chg="mod">
          <ac:chgData name="Danielle Martin" userId="04f63225-1d27-46ab-9c7c-1c8b513bed32" providerId="ADAL" clId="{0AE3F476-4D60-4C42-BA4B-5822FC3962B8}" dt="2019-10-17T05:07:03.341" v="210" actId="20577"/>
          <ac:spMkLst>
            <pc:docMk/>
            <pc:sldMk cId="3603285254" sldId="307"/>
            <ac:spMk id="2" creationId="{00000000-0000-0000-0000-000000000000}"/>
          </ac:spMkLst>
        </pc:spChg>
        <pc:spChg chg="mod">
          <ac:chgData name="Danielle Martin" userId="04f63225-1d27-46ab-9c7c-1c8b513bed32" providerId="ADAL" clId="{0AE3F476-4D60-4C42-BA4B-5822FC3962B8}" dt="2019-10-17T12:33:26.183" v="1167" actId="1076"/>
          <ac:spMkLst>
            <pc:docMk/>
            <pc:sldMk cId="3603285254" sldId="307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0AE3F476-4D60-4C42-BA4B-5822FC3962B8}" dt="2019-10-17T13:14:24.969" v="1700" actId="27636"/>
        <pc:sldMkLst>
          <pc:docMk/>
          <pc:sldMk cId="404907745" sldId="308"/>
        </pc:sldMkLst>
        <pc:spChg chg="mod">
          <ac:chgData name="Danielle Martin" userId="04f63225-1d27-46ab-9c7c-1c8b513bed32" providerId="ADAL" clId="{0AE3F476-4D60-4C42-BA4B-5822FC3962B8}" dt="2019-10-17T13:14:20.533" v="1698" actId="20577"/>
          <ac:spMkLst>
            <pc:docMk/>
            <pc:sldMk cId="404907745" sldId="308"/>
            <ac:spMk id="2" creationId="{00000000-0000-0000-0000-000000000000}"/>
          </ac:spMkLst>
        </pc:spChg>
        <pc:spChg chg="mod">
          <ac:chgData name="Danielle Martin" userId="04f63225-1d27-46ab-9c7c-1c8b513bed32" providerId="ADAL" clId="{0AE3F476-4D60-4C42-BA4B-5822FC3962B8}" dt="2019-10-17T13:14:24.969" v="1700" actId="27636"/>
          <ac:spMkLst>
            <pc:docMk/>
            <pc:sldMk cId="404907745" sldId="308"/>
            <ac:spMk id="3" creationId="{00000000-0000-0000-0000-000000000000}"/>
          </ac:spMkLst>
        </pc:spChg>
      </pc:sldChg>
    </pc:docChg>
  </pc:docChgLst>
  <pc:docChgLst>
    <pc:chgData name="Danielle Martin" userId="04f63225-1d27-46ab-9c7c-1c8b513bed32" providerId="ADAL" clId="{5AC38F8F-0C84-45CD-86B3-C3EFF0EF2720}"/>
    <pc:docChg chg="undo custSel addSld delSld modSld modMainMaster modSection">
      <pc:chgData name="Danielle Martin" userId="04f63225-1d27-46ab-9c7c-1c8b513bed32" providerId="ADAL" clId="{5AC38F8F-0C84-45CD-86B3-C3EFF0EF2720}" dt="2022-06-14T20:54:03.933" v="530" actId="47"/>
      <pc:docMkLst>
        <pc:docMk/>
      </pc:docMkLst>
      <pc:sldChg chg="addSp delSp modSp mod">
        <pc:chgData name="Danielle Martin" userId="04f63225-1d27-46ab-9c7c-1c8b513bed32" providerId="ADAL" clId="{5AC38F8F-0C84-45CD-86B3-C3EFF0EF2720}" dt="2022-06-14T19:10:52.385" v="45" actId="1076"/>
        <pc:sldMkLst>
          <pc:docMk/>
          <pc:sldMk cId="2462752721" sldId="256"/>
        </pc:sldMkLst>
        <pc:spChg chg="del">
          <ac:chgData name="Danielle Martin" userId="04f63225-1d27-46ab-9c7c-1c8b513bed32" providerId="ADAL" clId="{5AC38F8F-0C84-45CD-86B3-C3EFF0EF2720}" dt="2022-06-14T19:08:57.720" v="1" actId="478"/>
          <ac:spMkLst>
            <pc:docMk/>
            <pc:sldMk cId="2462752721" sldId="256"/>
            <ac:spMk id="2" creationId="{00000000-0000-0000-0000-000000000000}"/>
          </ac:spMkLst>
        </pc:spChg>
        <pc:spChg chg="mod">
          <ac:chgData name="Danielle Martin" userId="04f63225-1d27-46ab-9c7c-1c8b513bed32" providerId="ADAL" clId="{5AC38F8F-0C84-45CD-86B3-C3EFF0EF2720}" dt="2022-06-14T19:09:03.222" v="3" actId="1076"/>
          <ac:spMkLst>
            <pc:docMk/>
            <pc:sldMk cId="2462752721" sldId="256"/>
            <ac:spMk id="3" creationId="{00000000-0000-0000-0000-000000000000}"/>
          </ac:spMkLst>
        </pc:spChg>
        <pc:spChg chg="add del mod">
          <ac:chgData name="Danielle Martin" userId="04f63225-1d27-46ab-9c7c-1c8b513bed32" providerId="ADAL" clId="{5AC38F8F-0C84-45CD-86B3-C3EFF0EF2720}" dt="2022-06-14T19:08:59.872" v="2" actId="478"/>
          <ac:spMkLst>
            <pc:docMk/>
            <pc:sldMk cId="2462752721" sldId="256"/>
            <ac:spMk id="5" creationId="{9F932D3B-97AF-4116-A4C6-C10C066968C9}"/>
          </ac:spMkLst>
        </pc:spChg>
        <pc:spChg chg="add mod">
          <ac:chgData name="Danielle Martin" userId="04f63225-1d27-46ab-9c7c-1c8b513bed32" providerId="ADAL" clId="{5AC38F8F-0C84-45CD-86B3-C3EFF0EF2720}" dt="2022-06-14T19:10:52.385" v="45" actId="1076"/>
          <ac:spMkLst>
            <pc:docMk/>
            <pc:sldMk cId="2462752721" sldId="256"/>
            <ac:spMk id="6" creationId="{F27452EB-2C1C-4571-A826-3220B2104780}"/>
          </ac:spMkLst>
        </pc:spChg>
      </pc:sldChg>
      <pc:sldChg chg="modSp mod">
        <pc:chgData name="Danielle Martin" userId="04f63225-1d27-46ab-9c7c-1c8b513bed32" providerId="ADAL" clId="{5AC38F8F-0C84-45CD-86B3-C3EFF0EF2720}" dt="2022-06-14T19:49:35.338" v="411"/>
        <pc:sldMkLst>
          <pc:docMk/>
          <pc:sldMk cId="1756117661" sldId="259"/>
        </pc:sldMkLst>
        <pc:spChg chg="mod">
          <ac:chgData name="Danielle Martin" userId="04f63225-1d27-46ab-9c7c-1c8b513bed32" providerId="ADAL" clId="{5AC38F8F-0C84-45CD-86B3-C3EFF0EF2720}" dt="2022-06-14T19:49:35.338" v="411"/>
          <ac:spMkLst>
            <pc:docMk/>
            <pc:sldMk cId="1756117661" sldId="259"/>
            <ac:spMk id="3" creationId="{00000000-0000-0000-0000-000000000000}"/>
          </ac:spMkLst>
        </pc:spChg>
      </pc:sldChg>
      <pc:sldChg chg="del">
        <pc:chgData name="Danielle Martin" userId="04f63225-1d27-46ab-9c7c-1c8b513bed32" providerId="ADAL" clId="{5AC38F8F-0C84-45CD-86B3-C3EFF0EF2720}" dt="2022-06-14T19:09:32.917" v="18" actId="47"/>
        <pc:sldMkLst>
          <pc:docMk/>
          <pc:sldMk cId="628208286" sldId="260"/>
        </pc:sldMkLst>
      </pc:sldChg>
      <pc:sldChg chg="modSp mod">
        <pc:chgData name="Danielle Martin" userId="04f63225-1d27-46ab-9c7c-1c8b513bed32" providerId="ADAL" clId="{5AC38F8F-0C84-45CD-86B3-C3EFF0EF2720}" dt="2022-06-14T19:47:43.293" v="410" actId="20577"/>
        <pc:sldMkLst>
          <pc:docMk/>
          <pc:sldMk cId="36853573" sldId="264"/>
        </pc:sldMkLst>
        <pc:spChg chg="mod">
          <ac:chgData name="Danielle Martin" userId="04f63225-1d27-46ab-9c7c-1c8b513bed32" providerId="ADAL" clId="{5AC38F8F-0C84-45CD-86B3-C3EFF0EF2720}" dt="2022-06-14T19:13:20.741" v="85" actId="20577"/>
          <ac:spMkLst>
            <pc:docMk/>
            <pc:sldMk cId="36853573" sldId="264"/>
            <ac:spMk id="2" creationId="{00000000-0000-0000-0000-000000000000}"/>
          </ac:spMkLst>
        </pc:spChg>
        <pc:spChg chg="mod">
          <ac:chgData name="Danielle Martin" userId="04f63225-1d27-46ab-9c7c-1c8b513bed32" providerId="ADAL" clId="{5AC38F8F-0C84-45CD-86B3-C3EFF0EF2720}" dt="2022-06-14T19:47:43.293" v="410" actId="20577"/>
          <ac:spMkLst>
            <pc:docMk/>
            <pc:sldMk cId="36853573" sldId="264"/>
            <ac:spMk id="3" creationId="{00000000-0000-0000-0000-000000000000}"/>
          </ac:spMkLst>
        </pc:spChg>
      </pc:sldChg>
      <pc:sldChg chg="del">
        <pc:chgData name="Danielle Martin" userId="04f63225-1d27-46ab-9c7c-1c8b513bed32" providerId="ADAL" clId="{5AC38F8F-0C84-45CD-86B3-C3EFF0EF2720}" dt="2022-06-14T19:12:58.368" v="66" actId="47"/>
        <pc:sldMkLst>
          <pc:docMk/>
          <pc:sldMk cId="36853573" sldId="265"/>
        </pc:sldMkLst>
      </pc:sldChg>
      <pc:sldChg chg="del">
        <pc:chgData name="Danielle Martin" userId="04f63225-1d27-46ab-9c7c-1c8b513bed32" providerId="ADAL" clId="{5AC38F8F-0C84-45CD-86B3-C3EFF0EF2720}" dt="2022-06-14T19:09:55.479" v="25" actId="47"/>
        <pc:sldMkLst>
          <pc:docMk/>
          <pc:sldMk cId="1505840706" sldId="267"/>
        </pc:sldMkLst>
      </pc:sldChg>
      <pc:sldChg chg="del">
        <pc:chgData name="Danielle Martin" userId="04f63225-1d27-46ab-9c7c-1c8b513bed32" providerId="ADAL" clId="{5AC38F8F-0C84-45CD-86B3-C3EFF0EF2720}" dt="2022-06-14T19:09:12.685" v="9" actId="47"/>
        <pc:sldMkLst>
          <pc:docMk/>
          <pc:sldMk cId="2553327719" sldId="268"/>
        </pc:sldMkLst>
      </pc:sldChg>
      <pc:sldChg chg="del">
        <pc:chgData name="Danielle Martin" userId="04f63225-1d27-46ab-9c7c-1c8b513bed32" providerId="ADAL" clId="{5AC38F8F-0C84-45CD-86B3-C3EFF0EF2720}" dt="2022-06-14T19:09:30.140" v="17" actId="47"/>
        <pc:sldMkLst>
          <pc:docMk/>
          <pc:sldMk cId="4203792416" sldId="269"/>
        </pc:sldMkLst>
      </pc:sldChg>
      <pc:sldChg chg="del">
        <pc:chgData name="Danielle Martin" userId="04f63225-1d27-46ab-9c7c-1c8b513bed32" providerId="ADAL" clId="{5AC38F8F-0C84-45CD-86B3-C3EFF0EF2720}" dt="2022-06-14T19:09:28.271" v="16" actId="47"/>
        <pc:sldMkLst>
          <pc:docMk/>
          <pc:sldMk cId="15513227" sldId="270"/>
        </pc:sldMkLst>
      </pc:sldChg>
      <pc:sldChg chg="del">
        <pc:chgData name="Danielle Martin" userId="04f63225-1d27-46ab-9c7c-1c8b513bed32" providerId="ADAL" clId="{5AC38F8F-0C84-45CD-86B3-C3EFF0EF2720}" dt="2022-06-14T19:12:55.872" v="64" actId="47"/>
        <pc:sldMkLst>
          <pc:docMk/>
          <pc:sldMk cId="2262606785" sldId="271"/>
        </pc:sldMkLst>
      </pc:sldChg>
      <pc:sldChg chg="del">
        <pc:chgData name="Danielle Martin" userId="04f63225-1d27-46ab-9c7c-1c8b513bed32" providerId="ADAL" clId="{5AC38F8F-0C84-45CD-86B3-C3EFF0EF2720}" dt="2022-06-14T19:09:37.520" v="19" actId="47"/>
        <pc:sldMkLst>
          <pc:docMk/>
          <pc:sldMk cId="1867741448" sldId="273"/>
        </pc:sldMkLst>
      </pc:sldChg>
      <pc:sldChg chg="del">
        <pc:chgData name="Danielle Martin" userId="04f63225-1d27-46ab-9c7c-1c8b513bed32" providerId="ADAL" clId="{5AC38F8F-0C84-45CD-86B3-C3EFF0EF2720}" dt="2022-06-14T19:10:04.063" v="26" actId="47"/>
        <pc:sldMkLst>
          <pc:docMk/>
          <pc:sldMk cId="3392060563" sldId="279"/>
        </pc:sldMkLst>
      </pc:sldChg>
      <pc:sldChg chg="del">
        <pc:chgData name="Danielle Martin" userId="04f63225-1d27-46ab-9c7c-1c8b513bed32" providerId="ADAL" clId="{5AC38F8F-0C84-45CD-86B3-C3EFF0EF2720}" dt="2022-06-14T19:09:15.691" v="12" actId="47"/>
        <pc:sldMkLst>
          <pc:docMk/>
          <pc:sldMk cId="1964203576" sldId="280"/>
        </pc:sldMkLst>
      </pc:sldChg>
      <pc:sldChg chg="del">
        <pc:chgData name="Danielle Martin" userId="04f63225-1d27-46ab-9c7c-1c8b513bed32" providerId="ADAL" clId="{5AC38F8F-0C84-45CD-86B3-C3EFF0EF2720}" dt="2022-06-14T19:09:49.767" v="24" actId="47"/>
        <pc:sldMkLst>
          <pc:docMk/>
          <pc:sldMk cId="2195691085" sldId="282"/>
        </pc:sldMkLst>
      </pc:sldChg>
      <pc:sldChg chg="del">
        <pc:chgData name="Danielle Martin" userId="04f63225-1d27-46ab-9c7c-1c8b513bed32" providerId="ADAL" clId="{5AC38F8F-0C84-45CD-86B3-C3EFF0EF2720}" dt="2022-06-14T19:09:46.844" v="22" actId="47"/>
        <pc:sldMkLst>
          <pc:docMk/>
          <pc:sldMk cId="3161671308" sldId="285"/>
        </pc:sldMkLst>
      </pc:sldChg>
      <pc:sldChg chg="del">
        <pc:chgData name="Danielle Martin" userId="04f63225-1d27-46ab-9c7c-1c8b513bed32" providerId="ADAL" clId="{5AC38F8F-0C84-45CD-86B3-C3EFF0EF2720}" dt="2022-06-14T19:09:10.815" v="7" actId="47"/>
        <pc:sldMkLst>
          <pc:docMk/>
          <pc:sldMk cId="1692586781" sldId="294"/>
        </pc:sldMkLst>
      </pc:sldChg>
      <pc:sldChg chg="del">
        <pc:chgData name="Danielle Martin" userId="04f63225-1d27-46ab-9c7c-1c8b513bed32" providerId="ADAL" clId="{5AC38F8F-0C84-45CD-86B3-C3EFF0EF2720}" dt="2022-06-14T19:09:13.454" v="10" actId="47"/>
        <pc:sldMkLst>
          <pc:docMk/>
          <pc:sldMk cId="1139437449" sldId="295"/>
        </pc:sldMkLst>
      </pc:sldChg>
      <pc:sldChg chg="del">
        <pc:chgData name="Danielle Martin" userId="04f63225-1d27-46ab-9c7c-1c8b513bed32" providerId="ADAL" clId="{5AC38F8F-0C84-45CD-86B3-C3EFF0EF2720}" dt="2022-06-14T19:09:11.868" v="8" actId="47"/>
        <pc:sldMkLst>
          <pc:docMk/>
          <pc:sldMk cId="3765842492" sldId="296"/>
        </pc:sldMkLst>
      </pc:sldChg>
      <pc:sldChg chg="del">
        <pc:chgData name="Danielle Martin" userId="04f63225-1d27-46ab-9c7c-1c8b513bed32" providerId="ADAL" clId="{5AC38F8F-0C84-45CD-86B3-C3EFF0EF2720}" dt="2022-06-14T19:12:59.763" v="67" actId="47"/>
        <pc:sldMkLst>
          <pc:docMk/>
          <pc:sldMk cId="2378171338" sldId="297"/>
        </pc:sldMkLst>
      </pc:sldChg>
      <pc:sldChg chg="del">
        <pc:chgData name="Danielle Martin" userId="04f63225-1d27-46ab-9c7c-1c8b513bed32" providerId="ADAL" clId="{5AC38F8F-0C84-45CD-86B3-C3EFF0EF2720}" dt="2022-06-14T20:54:00.542" v="524" actId="47"/>
        <pc:sldMkLst>
          <pc:docMk/>
          <pc:sldMk cId="2380556952" sldId="298"/>
        </pc:sldMkLst>
      </pc:sldChg>
      <pc:sldChg chg="del">
        <pc:chgData name="Danielle Martin" userId="04f63225-1d27-46ab-9c7c-1c8b513bed32" providerId="ADAL" clId="{5AC38F8F-0C84-45CD-86B3-C3EFF0EF2720}" dt="2022-06-14T19:09:42.342" v="20" actId="47"/>
        <pc:sldMkLst>
          <pc:docMk/>
          <pc:sldMk cId="2468337771" sldId="299"/>
        </pc:sldMkLst>
      </pc:sldChg>
      <pc:sldChg chg="modSp mod">
        <pc:chgData name="Danielle Martin" userId="04f63225-1d27-46ab-9c7c-1c8b513bed32" providerId="ADAL" clId="{5AC38F8F-0C84-45CD-86B3-C3EFF0EF2720}" dt="2022-06-14T19:49:35.338" v="411"/>
        <pc:sldMkLst>
          <pc:docMk/>
          <pc:sldMk cId="3515195073" sldId="300"/>
        </pc:sldMkLst>
        <pc:spChg chg="mod">
          <ac:chgData name="Danielle Martin" userId="04f63225-1d27-46ab-9c7c-1c8b513bed32" providerId="ADAL" clId="{5AC38F8F-0C84-45CD-86B3-C3EFF0EF2720}" dt="2022-06-14T19:49:35.338" v="411"/>
          <ac:spMkLst>
            <pc:docMk/>
            <pc:sldMk cId="3515195073" sldId="300"/>
            <ac:spMk id="3" creationId="{00000000-0000-0000-0000-000000000000}"/>
          </ac:spMkLst>
        </pc:spChg>
      </pc:sldChg>
      <pc:sldChg chg="del">
        <pc:chgData name="Danielle Martin" userId="04f63225-1d27-46ab-9c7c-1c8b513bed32" providerId="ADAL" clId="{5AC38F8F-0C84-45CD-86B3-C3EFF0EF2720}" dt="2022-06-14T19:09:22.035" v="13" actId="47"/>
        <pc:sldMkLst>
          <pc:docMk/>
          <pc:sldMk cId="924245429" sldId="301"/>
        </pc:sldMkLst>
      </pc:sldChg>
      <pc:sldChg chg="del">
        <pc:chgData name="Danielle Martin" userId="04f63225-1d27-46ab-9c7c-1c8b513bed32" providerId="ADAL" clId="{5AC38F8F-0C84-45CD-86B3-C3EFF0EF2720}" dt="2022-06-14T19:09:09.329" v="5" actId="47"/>
        <pc:sldMkLst>
          <pc:docMk/>
          <pc:sldMk cId="3625330530" sldId="302"/>
        </pc:sldMkLst>
      </pc:sldChg>
      <pc:sldChg chg="del">
        <pc:chgData name="Danielle Martin" userId="04f63225-1d27-46ab-9c7c-1c8b513bed32" providerId="ADAL" clId="{5AC38F8F-0C84-45CD-86B3-C3EFF0EF2720}" dt="2022-06-14T19:09:09.844" v="6" actId="47"/>
        <pc:sldMkLst>
          <pc:docMk/>
          <pc:sldMk cId="1238487165" sldId="303"/>
        </pc:sldMkLst>
      </pc:sldChg>
      <pc:sldChg chg="del">
        <pc:chgData name="Danielle Martin" userId="04f63225-1d27-46ab-9c7c-1c8b513bed32" providerId="ADAL" clId="{5AC38F8F-0C84-45CD-86B3-C3EFF0EF2720}" dt="2022-06-14T19:09:25.528" v="15" actId="47"/>
        <pc:sldMkLst>
          <pc:docMk/>
          <pc:sldMk cId="3823631711" sldId="304"/>
        </pc:sldMkLst>
      </pc:sldChg>
      <pc:sldChg chg="del">
        <pc:chgData name="Danielle Martin" userId="04f63225-1d27-46ab-9c7c-1c8b513bed32" providerId="ADAL" clId="{5AC38F8F-0C84-45CD-86B3-C3EFF0EF2720}" dt="2022-06-14T19:09:08.731" v="4" actId="47"/>
        <pc:sldMkLst>
          <pc:docMk/>
          <pc:sldMk cId="3013257180" sldId="305"/>
        </pc:sldMkLst>
      </pc:sldChg>
      <pc:sldChg chg="modSp add del mod">
        <pc:chgData name="Danielle Martin" userId="04f63225-1d27-46ab-9c7c-1c8b513bed32" providerId="ADAL" clId="{5AC38F8F-0C84-45CD-86B3-C3EFF0EF2720}" dt="2022-06-14T19:59:32.794" v="523" actId="20577"/>
        <pc:sldMkLst>
          <pc:docMk/>
          <pc:sldMk cId="2904671261" sldId="306"/>
        </pc:sldMkLst>
        <pc:spChg chg="mod">
          <ac:chgData name="Danielle Martin" userId="04f63225-1d27-46ab-9c7c-1c8b513bed32" providerId="ADAL" clId="{5AC38F8F-0C84-45CD-86B3-C3EFF0EF2720}" dt="2022-06-14T19:59:32.794" v="523" actId="20577"/>
          <ac:spMkLst>
            <pc:docMk/>
            <pc:sldMk cId="2904671261" sldId="306"/>
            <ac:spMk id="3" creationId="{00000000-0000-0000-0000-000000000000}"/>
          </ac:spMkLst>
        </pc:spChg>
      </pc:sldChg>
      <pc:sldChg chg="modSp del mod">
        <pc:chgData name="Danielle Martin" userId="04f63225-1d27-46ab-9c7c-1c8b513bed32" providerId="ADAL" clId="{5AC38F8F-0C84-45CD-86B3-C3EFF0EF2720}" dt="2022-06-14T20:54:03.933" v="530" actId="47"/>
        <pc:sldMkLst>
          <pc:docMk/>
          <pc:sldMk cId="3603285254" sldId="307"/>
        </pc:sldMkLst>
        <pc:spChg chg="mod">
          <ac:chgData name="Danielle Martin" userId="04f63225-1d27-46ab-9c7c-1c8b513bed32" providerId="ADAL" clId="{5AC38F8F-0C84-45CD-86B3-C3EFF0EF2720}" dt="2022-06-14T19:49:35.338" v="411"/>
          <ac:spMkLst>
            <pc:docMk/>
            <pc:sldMk cId="3603285254" sldId="307"/>
            <ac:spMk id="3" creationId="{00000000-0000-0000-0000-000000000000}"/>
          </ac:spMkLst>
        </pc:spChg>
      </pc:sldChg>
      <pc:sldChg chg="modSp mod">
        <pc:chgData name="Danielle Martin" userId="04f63225-1d27-46ab-9c7c-1c8b513bed32" providerId="ADAL" clId="{5AC38F8F-0C84-45CD-86B3-C3EFF0EF2720}" dt="2022-06-14T19:39:39.588" v="282" actId="14"/>
        <pc:sldMkLst>
          <pc:docMk/>
          <pc:sldMk cId="404907745" sldId="308"/>
        </pc:sldMkLst>
        <pc:spChg chg="mod">
          <ac:chgData name="Danielle Martin" userId="04f63225-1d27-46ab-9c7c-1c8b513bed32" providerId="ADAL" clId="{5AC38F8F-0C84-45CD-86B3-C3EFF0EF2720}" dt="2022-06-14T19:39:39.588" v="282" actId="14"/>
          <ac:spMkLst>
            <pc:docMk/>
            <pc:sldMk cId="404907745" sldId="308"/>
            <ac:spMk id="3" creationId="{00000000-0000-0000-0000-000000000000}"/>
          </ac:spMkLst>
        </pc:spChg>
      </pc:sldChg>
      <pc:sldChg chg="modSp mod">
        <pc:chgData name="Danielle Martin" userId="04f63225-1d27-46ab-9c7c-1c8b513bed32" providerId="ADAL" clId="{5AC38F8F-0C84-45CD-86B3-C3EFF0EF2720}" dt="2022-06-14T19:12:47.720" v="63" actId="5793"/>
        <pc:sldMkLst>
          <pc:docMk/>
          <pc:sldMk cId="1055862491" sldId="309"/>
        </pc:sldMkLst>
        <pc:spChg chg="mod">
          <ac:chgData name="Danielle Martin" userId="04f63225-1d27-46ab-9c7c-1c8b513bed32" providerId="ADAL" clId="{5AC38F8F-0C84-45CD-86B3-C3EFF0EF2720}" dt="2022-06-14T19:12:47.720" v="63" actId="5793"/>
          <ac:spMkLst>
            <pc:docMk/>
            <pc:sldMk cId="1055862491" sldId="309"/>
            <ac:spMk id="3" creationId="{00000000-0000-0000-0000-000000000000}"/>
          </ac:spMkLst>
        </pc:spChg>
      </pc:sldChg>
      <pc:sldChg chg="modSp del mod">
        <pc:chgData name="Danielle Martin" userId="04f63225-1d27-46ab-9c7c-1c8b513bed32" providerId="ADAL" clId="{5AC38F8F-0C84-45CD-86B3-C3EFF0EF2720}" dt="2022-06-14T20:54:03.380" v="529" actId="47"/>
        <pc:sldMkLst>
          <pc:docMk/>
          <pc:sldMk cId="2571508918" sldId="310"/>
        </pc:sldMkLst>
        <pc:spChg chg="mod">
          <ac:chgData name="Danielle Martin" userId="04f63225-1d27-46ab-9c7c-1c8b513bed32" providerId="ADAL" clId="{5AC38F8F-0C84-45CD-86B3-C3EFF0EF2720}" dt="2022-06-14T19:49:35.338" v="411"/>
          <ac:spMkLst>
            <pc:docMk/>
            <pc:sldMk cId="2571508918" sldId="310"/>
            <ac:spMk id="3" creationId="{00000000-0000-0000-0000-000000000000}"/>
          </ac:spMkLst>
        </pc:spChg>
      </pc:sldChg>
      <pc:sldChg chg="modSp del mod">
        <pc:chgData name="Danielle Martin" userId="04f63225-1d27-46ab-9c7c-1c8b513bed32" providerId="ADAL" clId="{5AC38F8F-0C84-45CD-86B3-C3EFF0EF2720}" dt="2022-06-14T20:54:01.891" v="526" actId="47"/>
        <pc:sldMkLst>
          <pc:docMk/>
          <pc:sldMk cId="543745489" sldId="311"/>
        </pc:sldMkLst>
        <pc:spChg chg="mod">
          <ac:chgData name="Danielle Martin" userId="04f63225-1d27-46ab-9c7c-1c8b513bed32" providerId="ADAL" clId="{5AC38F8F-0C84-45CD-86B3-C3EFF0EF2720}" dt="2022-06-14T19:49:35.338" v="411"/>
          <ac:spMkLst>
            <pc:docMk/>
            <pc:sldMk cId="543745489" sldId="311"/>
            <ac:spMk id="3" creationId="{00000000-0000-0000-0000-000000000000}"/>
          </ac:spMkLst>
        </pc:spChg>
      </pc:sldChg>
      <pc:sldChg chg="modSp del mod">
        <pc:chgData name="Danielle Martin" userId="04f63225-1d27-46ab-9c7c-1c8b513bed32" providerId="ADAL" clId="{5AC38F8F-0C84-45CD-86B3-C3EFF0EF2720}" dt="2022-06-14T20:54:01.362" v="525" actId="47"/>
        <pc:sldMkLst>
          <pc:docMk/>
          <pc:sldMk cId="2484058205" sldId="312"/>
        </pc:sldMkLst>
        <pc:spChg chg="mod">
          <ac:chgData name="Danielle Martin" userId="04f63225-1d27-46ab-9c7c-1c8b513bed32" providerId="ADAL" clId="{5AC38F8F-0C84-45CD-86B3-C3EFF0EF2720}" dt="2022-06-14T19:24:09.180" v="124" actId="1076"/>
          <ac:spMkLst>
            <pc:docMk/>
            <pc:sldMk cId="2484058205" sldId="312"/>
            <ac:spMk id="3" creationId="{00000000-0000-0000-0000-000000000000}"/>
          </ac:spMkLst>
        </pc:spChg>
      </pc:sldChg>
      <pc:sldChg chg="modSp del mod">
        <pc:chgData name="Danielle Martin" userId="04f63225-1d27-46ab-9c7c-1c8b513bed32" providerId="ADAL" clId="{5AC38F8F-0C84-45CD-86B3-C3EFF0EF2720}" dt="2022-06-14T20:54:02.843" v="528" actId="47"/>
        <pc:sldMkLst>
          <pc:docMk/>
          <pc:sldMk cId="3359353191" sldId="313"/>
        </pc:sldMkLst>
        <pc:spChg chg="mod">
          <ac:chgData name="Danielle Martin" userId="04f63225-1d27-46ab-9c7c-1c8b513bed32" providerId="ADAL" clId="{5AC38F8F-0C84-45CD-86B3-C3EFF0EF2720}" dt="2022-06-14T19:17:31.602" v="109" actId="1076"/>
          <ac:spMkLst>
            <pc:docMk/>
            <pc:sldMk cId="3359353191" sldId="313"/>
            <ac:spMk id="3" creationId="{00000000-0000-0000-0000-000000000000}"/>
          </ac:spMkLst>
        </pc:spChg>
      </pc:sldChg>
      <pc:sldChg chg="modSp del mod">
        <pc:chgData name="Danielle Martin" userId="04f63225-1d27-46ab-9c7c-1c8b513bed32" providerId="ADAL" clId="{5AC38F8F-0C84-45CD-86B3-C3EFF0EF2720}" dt="2022-06-14T20:54:02.339" v="527" actId="47"/>
        <pc:sldMkLst>
          <pc:docMk/>
          <pc:sldMk cId="839178257" sldId="314"/>
        </pc:sldMkLst>
        <pc:spChg chg="mod">
          <ac:chgData name="Danielle Martin" userId="04f63225-1d27-46ab-9c7c-1c8b513bed32" providerId="ADAL" clId="{5AC38F8F-0C84-45CD-86B3-C3EFF0EF2720}" dt="2022-06-14T19:23:26.861" v="110" actId="5793"/>
          <ac:spMkLst>
            <pc:docMk/>
            <pc:sldMk cId="839178257" sldId="314"/>
            <ac:spMk id="3" creationId="{00000000-0000-0000-0000-000000000000}"/>
          </ac:spMkLst>
        </pc:spChg>
      </pc:sldChg>
      <pc:sldChg chg="del">
        <pc:chgData name="Danielle Martin" userId="04f63225-1d27-46ab-9c7c-1c8b513bed32" providerId="ADAL" clId="{5AC38F8F-0C84-45CD-86B3-C3EFF0EF2720}" dt="2022-06-14T19:09:14.990" v="11" actId="47"/>
        <pc:sldMkLst>
          <pc:docMk/>
          <pc:sldMk cId="3480800267" sldId="315"/>
        </pc:sldMkLst>
      </pc:sldChg>
      <pc:sldChg chg="del">
        <pc:chgData name="Danielle Martin" userId="04f63225-1d27-46ab-9c7c-1c8b513bed32" providerId="ADAL" clId="{5AC38F8F-0C84-45CD-86B3-C3EFF0EF2720}" dt="2022-06-14T19:09:47.772" v="23" actId="47"/>
        <pc:sldMkLst>
          <pc:docMk/>
          <pc:sldMk cId="957614778" sldId="316"/>
        </pc:sldMkLst>
      </pc:sldChg>
      <pc:sldChg chg="del">
        <pc:chgData name="Danielle Martin" userId="04f63225-1d27-46ab-9c7c-1c8b513bed32" providerId="ADAL" clId="{5AC38F8F-0C84-45CD-86B3-C3EFF0EF2720}" dt="2022-06-14T19:12:56.709" v="65" actId="47"/>
        <pc:sldMkLst>
          <pc:docMk/>
          <pc:sldMk cId="1520623683" sldId="317"/>
        </pc:sldMkLst>
      </pc:sldChg>
      <pc:sldChg chg="del">
        <pc:chgData name="Danielle Martin" userId="04f63225-1d27-46ab-9c7c-1c8b513bed32" providerId="ADAL" clId="{5AC38F8F-0C84-45CD-86B3-C3EFF0EF2720}" dt="2022-06-14T19:09:44.337" v="21" actId="47"/>
        <pc:sldMkLst>
          <pc:docMk/>
          <pc:sldMk cId="2481432751" sldId="318"/>
        </pc:sldMkLst>
      </pc:sldChg>
      <pc:sldChg chg="modSp add mod">
        <pc:chgData name="Danielle Martin" userId="04f63225-1d27-46ab-9c7c-1c8b513bed32" providerId="ADAL" clId="{5AC38F8F-0C84-45CD-86B3-C3EFF0EF2720}" dt="2022-06-14T19:44:07.038" v="293" actId="27636"/>
        <pc:sldMkLst>
          <pc:docMk/>
          <pc:sldMk cId="3267589310" sldId="338"/>
        </pc:sldMkLst>
        <pc:spChg chg="mod">
          <ac:chgData name="Danielle Martin" userId="04f63225-1d27-46ab-9c7c-1c8b513bed32" providerId="ADAL" clId="{5AC38F8F-0C84-45CD-86B3-C3EFF0EF2720}" dt="2022-06-14T19:44:07.038" v="293" actId="27636"/>
          <ac:spMkLst>
            <pc:docMk/>
            <pc:sldMk cId="3267589310" sldId="338"/>
            <ac:spMk id="3" creationId="{00000000-0000-0000-0000-000000000000}"/>
          </ac:spMkLst>
        </pc:spChg>
      </pc:sldChg>
      <pc:sldMasterChg chg="modSp">
        <pc:chgData name="Danielle Martin" userId="04f63225-1d27-46ab-9c7c-1c8b513bed32" providerId="ADAL" clId="{5AC38F8F-0C84-45CD-86B3-C3EFF0EF2720}" dt="2022-06-14T19:49:35.338" v="411"/>
        <pc:sldMasterMkLst>
          <pc:docMk/>
          <pc:sldMasterMk cId="2189238356" sldId="2147483660"/>
        </pc:sldMasterMkLst>
        <pc:spChg chg="mod">
          <ac:chgData name="Danielle Martin" userId="04f63225-1d27-46ab-9c7c-1c8b513bed32" providerId="ADAL" clId="{5AC38F8F-0C84-45CD-86B3-C3EFF0EF2720}" dt="2022-06-14T19:49:35.338" v="411"/>
          <ac:spMkLst>
            <pc:docMk/>
            <pc:sldMasterMk cId="2189238356" sldId="2147483660"/>
            <ac:spMk id="15" creationId="{00000000-0000-0000-0000-000000000000}"/>
          </ac:spMkLst>
        </pc:spChg>
      </pc:sldMasterChg>
    </pc:docChg>
  </pc:docChgLst>
  <pc:docChgLst>
    <pc:chgData name="Danielle" userId="04f63225-1d27-46ab-9c7c-1c8b513bed32" providerId="ADAL" clId="{985F85AC-2927-42BA-B5E6-75959BE114BB}"/>
    <pc:docChg chg="modSld">
      <pc:chgData name="Danielle" userId="04f63225-1d27-46ab-9c7c-1c8b513bed32" providerId="ADAL" clId="{985F85AC-2927-42BA-B5E6-75959BE114BB}" dt="2021-02-19T21:08:59.409" v="82" actId="20577"/>
      <pc:docMkLst>
        <pc:docMk/>
      </pc:docMkLst>
      <pc:sldChg chg="modSp mod">
        <pc:chgData name="Danielle" userId="04f63225-1d27-46ab-9c7c-1c8b513bed32" providerId="ADAL" clId="{985F85AC-2927-42BA-B5E6-75959BE114BB}" dt="2021-02-19T03:17:24.472" v="72" actId="20577"/>
        <pc:sldMkLst>
          <pc:docMk/>
          <pc:sldMk cId="1756117661" sldId="259"/>
        </pc:sldMkLst>
        <pc:spChg chg="mod">
          <ac:chgData name="Danielle" userId="04f63225-1d27-46ab-9c7c-1c8b513bed32" providerId="ADAL" clId="{985F85AC-2927-42BA-B5E6-75959BE114BB}" dt="2021-02-19T03:17:24.472" v="72" actId="20577"/>
          <ac:spMkLst>
            <pc:docMk/>
            <pc:sldMk cId="1756117661" sldId="259"/>
            <ac:spMk id="3" creationId="{00000000-0000-0000-0000-000000000000}"/>
          </ac:spMkLst>
        </pc:spChg>
      </pc:sldChg>
      <pc:sldChg chg="modSp mod">
        <pc:chgData name="Danielle" userId="04f63225-1d27-46ab-9c7c-1c8b513bed32" providerId="ADAL" clId="{985F85AC-2927-42BA-B5E6-75959BE114BB}" dt="2021-02-19T03:15:38.030" v="19" actId="20577"/>
        <pc:sldMkLst>
          <pc:docMk/>
          <pc:sldMk cId="36853573" sldId="265"/>
        </pc:sldMkLst>
        <pc:spChg chg="mod">
          <ac:chgData name="Danielle" userId="04f63225-1d27-46ab-9c7c-1c8b513bed32" providerId="ADAL" clId="{985F85AC-2927-42BA-B5E6-75959BE114BB}" dt="2021-02-19T03:15:38.030" v="19" actId="20577"/>
          <ac:spMkLst>
            <pc:docMk/>
            <pc:sldMk cId="36853573" sldId="265"/>
            <ac:spMk id="3" creationId="{00000000-0000-0000-0000-000000000000}"/>
          </ac:spMkLst>
        </pc:spChg>
      </pc:sldChg>
      <pc:sldChg chg="modSp mod">
        <pc:chgData name="Danielle" userId="04f63225-1d27-46ab-9c7c-1c8b513bed32" providerId="ADAL" clId="{985F85AC-2927-42BA-B5E6-75959BE114BB}" dt="2021-02-19T03:16:30.142" v="43" actId="20577"/>
        <pc:sldMkLst>
          <pc:docMk/>
          <pc:sldMk cId="15513227" sldId="270"/>
        </pc:sldMkLst>
        <pc:spChg chg="mod">
          <ac:chgData name="Danielle" userId="04f63225-1d27-46ab-9c7c-1c8b513bed32" providerId="ADAL" clId="{985F85AC-2927-42BA-B5E6-75959BE114BB}" dt="2021-02-19T03:16:30.142" v="43" actId="20577"/>
          <ac:spMkLst>
            <pc:docMk/>
            <pc:sldMk cId="15513227" sldId="270"/>
            <ac:spMk id="3" creationId="{00000000-0000-0000-0000-000000000000}"/>
          </ac:spMkLst>
        </pc:spChg>
      </pc:sldChg>
      <pc:sldChg chg="modSp mod">
        <pc:chgData name="Danielle" userId="04f63225-1d27-46ab-9c7c-1c8b513bed32" providerId="ADAL" clId="{985F85AC-2927-42BA-B5E6-75959BE114BB}" dt="2021-02-19T21:08:59.409" v="82" actId="20577"/>
        <pc:sldMkLst>
          <pc:docMk/>
          <pc:sldMk cId="3392060563" sldId="279"/>
        </pc:sldMkLst>
        <pc:spChg chg="mod">
          <ac:chgData name="Danielle" userId="04f63225-1d27-46ab-9c7c-1c8b513bed32" providerId="ADAL" clId="{985F85AC-2927-42BA-B5E6-75959BE114BB}" dt="2021-02-19T21:08:59.409" v="82" actId="20577"/>
          <ac:spMkLst>
            <pc:docMk/>
            <pc:sldMk cId="3392060563" sldId="279"/>
            <ac:spMk id="3" creationId="{00000000-0000-0000-0000-000000000000}"/>
          </ac:spMkLst>
        </pc:spChg>
      </pc:sldChg>
    </pc:docChg>
  </pc:docChgLst>
  <pc:docChgLst>
    <pc:chgData name="Sara Jebena" userId="S::sjebena@partners.net::6350a94c-984c-46af-a75b-dd47032abc2f" providerId="AD" clId="Web-{C5362427-7A46-B640-4A02-DE87C7D86630}"/>
    <pc:docChg chg="sldOrd">
      <pc:chgData name="Sara Jebena" userId="S::sjebena@partners.net::6350a94c-984c-46af-a75b-dd47032abc2f" providerId="AD" clId="Web-{C5362427-7A46-B640-4A02-DE87C7D86630}" dt="2023-11-30T20:00:31.389" v="0"/>
      <pc:docMkLst>
        <pc:docMk/>
      </pc:docMkLst>
      <pc:sldChg chg="ord">
        <pc:chgData name="Sara Jebena" userId="S::sjebena@partners.net::6350a94c-984c-46af-a75b-dd47032abc2f" providerId="AD" clId="Web-{C5362427-7A46-B640-4A02-DE87C7D86630}" dt="2023-11-30T20:00:31.389" v="0"/>
        <pc:sldMkLst>
          <pc:docMk/>
          <pc:sldMk cId="2904671261" sldId="306"/>
        </pc:sldMkLst>
      </pc:sldChg>
    </pc:docChg>
  </pc:docChgLst>
  <pc:docChgLst>
    <pc:chgData name="Danielle" userId="04f63225-1d27-46ab-9c7c-1c8b513bed32" providerId="ADAL" clId="{BFFB0F6D-3519-4031-AC08-D7B70782A8A1}"/>
    <pc:docChg chg="custSel modSld sldOrd">
      <pc:chgData name="Danielle" userId="04f63225-1d27-46ab-9c7c-1c8b513bed32" providerId="ADAL" clId="{BFFB0F6D-3519-4031-AC08-D7B70782A8A1}" dt="2020-11-12T17:34:14.171" v="2" actId="27636"/>
      <pc:docMkLst>
        <pc:docMk/>
      </pc:docMkLst>
      <pc:sldChg chg="modSp">
        <pc:chgData name="Danielle" userId="04f63225-1d27-46ab-9c7c-1c8b513bed32" providerId="ADAL" clId="{BFFB0F6D-3519-4031-AC08-D7B70782A8A1}" dt="2020-11-12T17:34:14.171" v="2" actId="27636"/>
        <pc:sldMkLst>
          <pc:docMk/>
          <pc:sldMk cId="2195691085" sldId="282"/>
        </pc:sldMkLst>
        <pc:spChg chg="mod">
          <ac:chgData name="Danielle" userId="04f63225-1d27-46ab-9c7c-1c8b513bed32" providerId="ADAL" clId="{BFFB0F6D-3519-4031-AC08-D7B70782A8A1}" dt="2020-11-12T17:34:14.171" v="2" actId="27636"/>
          <ac:spMkLst>
            <pc:docMk/>
            <pc:sldMk cId="2195691085" sldId="282"/>
            <ac:spMk id="3" creationId="{00000000-0000-0000-0000-000000000000}"/>
          </ac:spMkLst>
        </pc:spChg>
      </pc:sldChg>
      <pc:sldChg chg="ord">
        <pc:chgData name="Danielle" userId="04f63225-1d27-46ab-9c7c-1c8b513bed32" providerId="ADAL" clId="{BFFB0F6D-3519-4031-AC08-D7B70782A8A1}" dt="2020-11-12T17:33:19.420" v="0"/>
        <pc:sldMkLst>
          <pc:docMk/>
          <pc:sldMk cId="1520623683" sldId="317"/>
        </pc:sldMkLst>
      </pc:sldChg>
    </pc:docChg>
  </pc:docChgLst>
  <pc:docChgLst>
    <pc:chgData name="Danielle" userId="04f63225-1d27-46ab-9c7c-1c8b513bed32" providerId="ADAL" clId="{086998E3-3A67-4071-BD80-535A067500CD}"/>
    <pc:docChg chg="modSld">
      <pc:chgData name="Danielle" userId="04f63225-1d27-46ab-9c7c-1c8b513bed32" providerId="ADAL" clId="{086998E3-3A67-4071-BD80-535A067500CD}" dt="2020-12-21T20:48:58.957" v="2" actId="20577"/>
      <pc:docMkLst>
        <pc:docMk/>
      </pc:docMkLst>
      <pc:sldChg chg="modSp mod">
        <pc:chgData name="Danielle" userId="04f63225-1d27-46ab-9c7c-1c8b513bed32" providerId="ADAL" clId="{086998E3-3A67-4071-BD80-535A067500CD}" dt="2020-12-21T20:48:58.957" v="2" actId="20577"/>
        <pc:sldMkLst>
          <pc:docMk/>
          <pc:sldMk cId="1964203576" sldId="280"/>
        </pc:sldMkLst>
        <pc:spChg chg="mod">
          <ac:chgData name="Danielle" userId="04f63225-1d27-46ab-9c7c-1c8b513bed32" providerId="ADAL" clId="{086998E3-3A67-4071-BD80-535A067500CD}" dt="2020-12-21T20:48:58.957" v="2" actId="20577"/>
          <ac:spMkLst>
            <pc:docMk/>
            <pc:sldMk cId="1964203576" sldId="28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A4E6E-29E7-184B-A326-CC2DCCCA3E86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0909D-415D-4A4A-8A76-A2874E320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01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36A7F-32CE-4148-9637-F356B0271D12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0F363-85DC-8841-8385-107C0746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5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0F363-85DC-8841-8385-107C07463B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55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dirty="0"/>
              <a:t>Click to edit Master subtitle style</a:t>
            </a:r>
            <a:endParaRPr lang="en-US" dirty="0"/>
          </a:p>
        </p:txBody>
      </p:sp>
      <p:pic>
        <p:nvPicPr>
          <p:cNvPr id="7" name="Picture 6" descr="Textile-Block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r="2859" b="2365"/>
          <a:stretch/>
        </p:blipFill>
        <p:spPr>
          <a:xfrm>
            <a:off x="-1" y="-32869"/>
            <a:ext cx="9149995" cy="1918287"/>
          </a:xfrm>
          <a:prstGeom prst="rect">
            <a:avLst/>
          </a:prstGeom>
        </p:spPr>
      </p:pic>
      <p:pic>
        <p:nvPicPr>
          <p:cNvPr id="8" name="Picture 7" descr="Partners-Logo_White_transparent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2" y="572356"/>
            <a:ext cx="3613915" cy="66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8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9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/>
          <a:srcRect l="-216" t="10376" b="37974"/>
          <a:stretch/>
        </p:blipFill>
        <p:spPr>
          <a:xfrm>
            <a:off x="-13654" y="1996973"/>
            <a:ext cx="9157654" cy="2005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22356"/>
            <a:ext cx="91440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06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0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2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33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5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8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9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86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xtile-Block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t="1" r="2859" b="42638"/>
          <a:stretch/>
        </p:blipFill>
        <p:spPr>
          <a:xfrm>
            <a:off x="0" y="5731732"/>
            <a:ext cx="9144000" cy="112626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Title (Memphis Medium)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04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Content (TradeGothic)</a:t>
            </a:r>
          </a:p>
          <a:p>
            <a:pPr lvl="0"/>
            <a:endParaRPr lang="x-none" dirty="0"/>
          </a:p>
          <a:p>
            <a:pPr lvl="0"/>
            <a:r>
              <a:rPr lang="x-none" dirty="0"/>
              <a:t>Content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pic>
        <p:nvPicPr>
          <p:cNvPr id="9" name="Picture 8" descr="Partners-Logo_White_transparent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79131"/>
            <a:ext cx="2803280" cy="513001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3981326" y="6415008"/>
            <a:ext cx="5265763" cy="314795"/>
            <a:chOff x="3981326" y="6415008"/>
            <a:chExt cx="5265763" cy="314795"/>
          </a:xfrm>
        </p:grpSpPr>
        <p:grpSp>
          <p:nvGrpSpPr>
            <p:cNvPr id="14" name="Group 13"/>
            <p:cNvGrpSpPr/>
            <p:nvPr userDrawn="1"/>
          </p:nvGrpSpPr>
          <p:grpSpPr>
            <a:xfrm>
              <a:off x="3981326" y="6422800"/>
              <a:ext cx="5265763" cy="276999"/>
              <a:chOff x="3981326" y="6422800"/>
              <a:chExt cx="5265763" cy="276999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3981326" y="6422800"/>
                <a:ext cx="526576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Trade Gothic"/>
                    <a:cs typeface="Trade Gothic"/>
                  </a:rPr>
                  <a:t>www.POA.net   |       @POAAmerica   |     \</a:t>
                </a:r>
                <a:r>
                  <a:rPr lang="en-US" sz="1200" dirty="0" err="1">
                    <a:solidFill>
                      <a:schemeClr val="bg1"/>
                    </a:solidFill>
                    <a:latin typeface="Trade Gothic"/>
                    <a:cs typeface="Trade Gothic"/>
                  </a:rPr>
                  <a:t>POAAmericas</a:t>
                </a:r>
                <a:endParaRPr lang="en-US" sz="1200" dirty="0">
                  <a:solidFill>
                    <a:schemeClr val="bg1"/>
                  </a:solidFill>
                  <a:latin typeface="Trade Gothic"/>
                  <a:cs typeface="Trade Gothic"/>
                </a:endParaRPr>
              </a:p>
            </p:txBody>
          </p:sp>
          <p:pic>
            <p:nvPicPr>
              <p:cNvPr id="16" name="Picture 15" descr="facebook-icon -white-transparent-background.png"/>
              <p:cNvPicPr>
                <a:picLocks noChangeAspect="1"/>
              </p:cNvPicPr>
              <p:nvPr/>
            </p:nvPicPr>
            <p:blipFill>
              <a:blip r:embed="rId15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7739" y="6446173"/>
                <a:ext cx="221009" cy="221009"/>
              </a:xfrm>
              <a:prstGeom prst="rect">
                <a:avLst/>
              </a:prstGeom>
            </p:spPr>
          </p:pic>
        </p:grpSp>
        <p:pic>
          <p:nvPicPr>
            <p:cNvPr id="17" name="Picture 16" descr="twitter-bird-white-transparent-background.png"/>
            <p:cNvPicPr>
              <a:picLocks noChangeAspect="1"/>
            </p:cNvPicPr>
            <p:nvPr userDrawn="1"/>
          </p:nvPicPr>
          <p:blipFill>
            <a:blip r:embed="rId16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6678" y="6415008"/>
              <a:ext cx="314795" cy="314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92383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F82136"/>
          </a:solidFill>
          <a:latin typeface="Memphis Medium"/>
          <a:ea typeface="+mj-ea"/>
          <a:cs typeface="Memphis Medium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Courier New"/>
        <a:buChar char="o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artnersnet107.sharepoint.com/:f:/s/FA/Eu1uQBHSpUNSpX_awVivTxABLjkhoePjIt84ibzlkDJCzw?e=g5WaE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pandadoc.com/a/#/templates/MZHRq4jbktC8vJk2mXoic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3219" y="2749248"/>
            <a:ext cx="6400800" cy="1752600"/>
          </a:xfrm>
        </p:spPr>
        <p:txBody>
          <a:bodyPr/>
          <a:lstStyle/>
          <a:p>
            <a:r>
              <a:rPr lang="en-US" sz="4400" b="1" dirty="0">
                <a:solidFill>
                  <a:srgbClr val="F82136"/>
                </a:solidFill>
                <a:latin typeface="Memphis Medium"/>
                <a:ea typeface="+mj-ea"/>
              </a:rPr>
              <a:t>Budget and Grant Report Training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27452EB-2C1C-4571-A826-3220B2104780}"/>
              </a:ext>
            </a:extLst>
          </p:cNvPr>
          <p:cNvSpPr txBox="1">
            <a:spLocks/>
          </p:cNvSpPr>
          <p:nvPr/>
        </p:nvSpPr>
        <p:spPr>
          <a:xfrm>
            <a:off x="1323219" y="4631267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rade Gothic"/>
                <a:ea typeface="+mn-ea"/>
                <a:cs typeface="Trade Gothic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rade Gothic"/>
                <a:ea typeface="+mn-ea"/>
                <a:cs typeface="Trade Gothic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Courier New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rade Gothic"/>
                <a:ea typeface="+mn-ea"/>
                <a:cs typeface="Trade Gothic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rade Gothic"/>
                <a:ea typeface="+mn-ea"/>
                <a:cs typeface="Trade Gothic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rade Gothic"/>
                <a:ea typeface="+mn-ea"/>
                <a:cs typeface="Trade Gothic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Presented by: Danielle Martin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752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Coding and Budgeting</a:t>
            </a:r>
          </a:p>
          <a:p>
            <a:r>
              <a:rPr lang="en-US" dirty="0"/>
              <a:t>Grant Report</a:t>
            </a:r>
          </a:p>
          <a:p>
            <a:r>
              <a:rPr lang="en-US" dirty="0"/>
              <a:t>Reclassification of Expenses</a:t>
            </a:r>
          </a:p>
          <a:p>
            <a:r>
              <a:rPr lang="en-US" dirty="0"/>
              <a:t>Cost Share/Leverage/In-Kind (POA Count)</a:t>
            </a:r>
          </a:p>
        </p:txBody>
      </p:sp>
    </p:spTree>
    <p:extLst>
      <p:ext uri="{BB962C8B-B14F-4D97-AF65-F5344CB8AC3E}">
        <p14:creationId xmlns:p14="http://schemas.microsoft.com/office/powerpoint/2010/main" val="175611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Read the budget narrative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Review the proposal budget (Excel)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Read the Direct Award document from Donor (or other agreement with the donor describing the terms of the arrange and any special conditions)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applicable (USG Grants Only) – review the mandatory provisions or standard terms and conditions for the award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Copies of the program budget with accounting codes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90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Budget Realignments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8328"/>
            <a:ext cx="8229600" cy="43758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Reporting of budget deviations:</a:t>
            </a:r>
          </a:p>
          <a:p>
            <a:pPr lvl="1"/>
            <a:r>
              <a:rPr lang="en-US" dirty="0"/>
              <a:t>Donor approval is required to authorize the POA to reassign funds between budget categories if the expected change is more than 10% of the total award value </a:t>
            </a:r>
          </a:p>
          <a:p>
            <a:pPr lvl="2"/>
            <a:r>
              <a:rPr lang="en-US" dirty="0"/>
              <a:t>Budget categories for DOL program: Outcome 1, Outcome 2, M&amp;E, and Indirect costs</a:t>
            </a:r>
          </a:p>
          <a:p>
            <a:pPr lvl="2"/>
            <a:r>
              <a:rPr lang="en-US" dirty="0"/>
              <a:t>Budget categories for DOS &amp; USAID: Personnel, fringe, travel, supplies, equipment, contractual, other direct costs, and indirect costs</a:t>
            </a:r>
          </a:p>
          <a:p>
            <a:pPr lvl="2"/>
            <a:r>
              <a:rPr lang="en-US" dirty="0"/>
              <a:t>Budget categories for USDA: Administrative, activity 1, activity 2, activity 3, etc.</a:t>
            </a:r>
          </a:p>
          <a:p>
            <a:pPr lvl="1"/>
            <a:r>
              <a:rPr lang="en-US" dirty="0"/>
              <a:t>Any change to indirect cost allocation must be approved</a:t>
            </a:r>
          </a:p>
          <a:p>
            <a:pPr lvl="1"/>
            <a:r>
              <a:rPr lang="en-US" dirty="0"/>
              <a:t>Formal award modification is required</a:t>
            </a:r>
          </a:p>
          <a:p>
            <a:endParaRPr lang="en-US" dirty="0"/>
          </a:p>
          <a:p>
            <a:pPr lvl="1"/>
            <a:r>
              <a:rPr lang="en-US" dirty="0"/>
              <a:t>For minor budget deviations below the 10% threshold</a:t>
            </a:r>
          </a:p>
          <a:p>
            <a:pPr lvl="2"/>
            <a:r>
              <a:rPr lang="en-US" dirty="0"/>
              <a:t>Does not require a formal budget modification </a:t>
            </a:r>
          </a:p>
        </p:txBody>
      </p:sp>
    </p:spTree>
    <p:extLst>
      <p:ext uri="{BB962C8B-B14F-4D97-AF65-F5344CB8AC3E}">
        <p14:creationId xmlns:p14="http://schemas.microsoft.com/office/powerpoint/2010/main" val="3267589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Total Award and Obligated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4332"/>
            <a:ext cx="8229600" cy="4375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Total Estimated Award:</a:t>
            </a:r>
          </a:p>
          <a:p>
            <a:r>
              <a:rPr lang="en-US" dirty="0"/>
              <a:t>Total estimated award, if the award is fully funded.</a:t>
            </a:r>
          </a:p>
          <a:p>
            <a:r>
              <a:rPr lang="en-US" dirty="0"/>
              <a:t>Fully funded is subject to performance and availability of funds from the donor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Obligated Funding:</a:t>
            </a:r>
          </a:p>
          <a:p>
            <a:r>
              <a:rPr lang="en-US" dirty="0"/>
              <a:t>Is the amount currently available for POA to spend on allowable program costs</a:t>
            </a:r>
          </a:p>
          <a:p>
            <a:r>
              <a:rPr lang="en-US" dirty="0"/>
              <a:t>POA cannot exceed the obligated funding threshold</a:t>
            </a:r>
          </a:p>
          <a:p>
            <a:pPr lvl="1"/>
            <a:r>
              <a:rPr lang="en-US" dirty="0"/>
              <a:t>Donor is not required to pay any amounts to POA above the current obligated amount</a:t>
            </a:r>
          </a:p>
          <a:p>
            <a:pPr lvl="1"/>
            <a:endParaRPr lang="en-US" dirty="0"/>
          </a:p>
          <a:p>
            <a:r>
              <a:rPr lang="en-US" dirty="0"/>
              <a:t>POA must notify the donor when an obligation increased is needed</a:t>
            </a:r>
          </a:p>
          <a:p>
            <a:pPr lvl="1"/>
            <a:r>
              <a:rPr lang="en-US" dirty="0"/>
              <a:t>Pending availability of funding and review of performance, the donor will increase the obligated threshold in a formal award modification</a:t>
            </a:r>
          </a:p>
        </p:txBody>
      </p:sp>
    </p:spTree>
    <p:extLst>
      <p:ext uri="{BB962C8B-B14F-4D97-AF65-F5344CB8AC3E}">
        <p14:creationId xmlns:p14="http://schemas.microsoft.com/office/powerpoint/2010/main" val="2904671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of Expenses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8529"/>
            <a:ext cx="8229600" cy="46211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What is expected Program/Dept. Staff?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Review all expenses listed in the report and supporting documentation to ensure they are in line with the program goals and approved work plan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Review </a:t>
            </a:r>
            <a:r>
              <a:rPr lang="en-US" sz="2400" b="1" u="sng" dirty="0"/>
              <a:t>activity codes </a:t>
            </a:r>
            <a:r>
              <a:rPr lang="en-US" sz="2400" dirty="0"/>
              <a:t>to make sure they are in line with approved budget</a:t>
            </a:r>
          </a:p>
          <a:p>
            <a:pPr marL="457200" lvl="1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What is expected of F&amp;A?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Make sure all of the supporting documents are included and consistent and accurate for the expense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Review to make sure expenses are allocable, allowable and following GAAP principles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 dirty="0"/>
              <a:t>Change </a:t>
            </a:r>
            <a:r>
              <a:rPr lang="en-US" sz="2400" b="1" u="sng" dirty="0"/>
              <a:t>object codes/line</a:t>
            </a:r>
            <a:r>
              <a:rPr lang="en-US" sz="2400" dirty="0"/>
              <a:t> items as necessary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Report all the expenses questioned or not approved to the respective Program Manager and CFO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6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886" indent="-457200">
              <a:buFont typeface="Arial" pitchFamily="34" charset="0"/>
              <a:buChar char="•"/>
            </a:pPr>
            <a:r>
              <a:rPr lang="en-US" sz="2400" dirty="0"/>
              <a:t>Sent monthly</a:t>
            </a:r>
          </a:p>
          <a:p>
            <a:pPr marL="502886" indent="-457200">
              <a:buFont typeface="Arial" pitchFamily="34" charset="0"/>
              <a:buChar char="•"/>
            </a:pPr>
            <a:r>
              <a:rPr lang="en-US" sz="2400" dirty="0"/>
              <a:t>Program team reviews for any corrections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3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Reclassification of Expenses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a monthly basis, POA F&amp;A team requests program team to review grant reports and general ledger to confirm expenditures.</a:t>
            </a:r>
          </a:p>
          <a:p>
            <a:pPr lvl="1"/>
            <a:r>
              <a:rPr lang="en-US" dirty="0"/>
              <a:t>If errors or corrections are necessary, a reclassification request must be made</a:t>
            </a:r>
          </a:p>
          <a:p>
            <a:pPr lvl="1"/>
            <a:endParaRPr lang="en-US" dirty="0"/>
          </a:p>
          <a:p>
            <a:r>
              <a:rPr lang="en-US" dirty="0"/>
              <a:t>F&amp;A requires a reclassification memo which includes the following:</a:t>
            </a:r>
          </a:p>
          <a:p>
            <a:pPr lvl="1"/>
            <a:r>
              <a:rPr lang="en-US" dirty="0"/>
              <a:t>Original expenses to be reclassification</a:t>
            </a:r>
          </a:p>
          <a:p>
            <a:pPr lvl="1"/>
            <a:r>
              <a:rPr lang="en-US" dirty="0"/>
              <a:t>Indication of where the expenses are to be reclassified</a:t>
            </a:r>
          </a:p>
          <a:p>
            <a:pPr lvl="1"/>
            <a:r>
              <a:rPr lang="en-US" dirty="0"/>
              <a:t>Justification for the reclassification</a:t>
            </a:r>
          </a:p>
          <a:p>
            <a:pPr lvl="1"/>
            <a:r>
              <a:rPr lang="en-US" dirty="0"/>
              <a:t>Signature of the appropriate program manager</a:t>
            </a:r>
          </a:p>
          <a:p>
            <a:pPr lvl="1"/>
            <a:endParaRPr lang="en-US" dirty="0"/>
          </a:p>
          <a:p>
            <a:r>
              <a:rPr lang="en-US" b="1" dirty="0">
                <a:hlinkClick r:id="rId2"/>
              </a:rPr>
              <a:t>Must complete the reclassification request in PandaDoc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5195073"/>
      </p:ext>
    </p:extLst>
  </p:cSld>
  <p:clrMapOvr>
    <a:masterClrMapping/>
  </p:clrMapOvr>
</p:sld>
</file>

<file path=ppt/theme/theme1.xml><?xml version="1.0" encoding="utf-8"?>
<a:theme xmlns:a="http://schemas.openxmlformats.org/drawingml/2006/main" name="Partners Branding">
  <a:themeElements>
    <a:clrScheme name="Partners Palette">
      <a:dk1>
        <a:srgbClr val="FFFFFF"/>
      </a:dk1>
      <a:lt1>
        <a:srgbClr val="000000"/>
      </a:lt1>
      <a:dk2>
        <a:srgbClr val="FDBB30"/>
      </a:dk2>
      <a:lt2>
        <a:srgbClr val="0054A4"/>
      </a:lt2>
      <a:accent1>
        <a:srgbClr val="0084A9"/>
      </a:accent1>
      <a:accent2>
        <a:srgbClr val="711471"/>
      </a:accent2>
      <a:accent3>
        <a:srgbClr val="9FA617"/>
      </a:accent3>
      <a:accent4>
        <a:srgbClr val="B50938"/>
      </a:accent4>
      <a:accent5>
        <a:srgbClr val="439539"/>
      </a:accent5>
      <a:accent6>
        <a:srgbClr val="D60C8C"/>
      </a:accent6>
      <a:hlink>
        <a:srgbClr val="F15D22"/>
      </a:hlink>
      <a:folHlink>
        <a:srgbClr val="59582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Props1.xml><?xml version="1.0" encoding="utf-8"?>
<ds:datastoreItem xmlns:ds="http://schemas.openxmlformats.org/officeDocument/2006/customXml" ds:itemID="{FF1CF4ED-F990-4F91-B722-ABF0A3FCC9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877742-F5CA-46F6-84AD-FA9AA1E2E16A}"/>
</file>

<file path=customXml/itemProps3.xml><?xml version="1.0" encoding="utf-8"?>
<ds:datastoreItem xmlns:ds="http://schemas.openxmlformats.org/officeDocument/2006/customXml" ds:itemID="{5753691C-0102-46CD-A76E-0CE3C582CD6C}">
  <ds:schemaRefs>
    <ds:schemaRef ds:uri="http://schemas.microsoft.com/office/2006/metadata/properties"/>
    <ds:schemaRef ds:uri="http://schemas.microsoft.com/office/infopath/2007/PartnerControls"/>
    <ds:schemaRef ds:uri="f8135ccf-0908-4d8c-8b6a-2ec449ff78ed"/>
    <ds:schemaRef ds:uri="dc808d36-874f-4b27-aec2-2fd649817929"/>
    <ds:schemaRef ds:uri="f2466082-b6bf-4153-98c3-3c41e85fda1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Partners Branding.thmx</Template>
  <TotalTime>27135</TotalTime>
  <Words>528</Words>
  <Application>Microsoft Office PowerPoint</Application>
  <PresentationFormat>On-screen Show (4:3)</PresentationFormat>
  <Paragraphs>63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Partners Branding</vt:lpstr>
      <vt:lpstr>PowerPoint Presentation</vt:lpstr>
      <vt:lpstr>Agenda</vt:lpstr>
      <vt:lpstr>Budgeting</vt:lpstr>
      <vt:lpstr>Budget Realignments</vt:lpstr>
      <vt:lpstr>Total Award and Obligated Funds</vt:lpstr>
      <vt:lpstr>Coding of Expenses</vt:lpstr>
      <vt:lpstr>Grant Report</vt:lpstr>
      <vt:lpstr>Reclassification of Expenses</vt:lpstr>
    </vt:vector>
  </TitlesOfParts>
  <Company>Partners of the Americas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&amp; Activating  NGO Audiences</dc:title>
  <dc:creator>Taylor Nelson</dc:creator>
  <cp:lastModifiedBy>Danielle Martin</cp:lastModifiedBy>
  <cp:revision>133</cp:revision>
  <dcterms:created xsi:type="dcterms:W3CDTF">2015-10-21T15:01:49Z</dcterms:created>
  <dcterms:modified xsi:type="dcterms:W3CDTF">2023-11-30T20:00:31Z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1374800</vt:r8>
  </property>
  <property fmtid="{D5CDD505-2E9C-101B-9397-08002B2CF9AE}" pid="4" name="MediaServiceImageTags">
    <vt:lpwstr/>
  </property>
</Properties>
</file>