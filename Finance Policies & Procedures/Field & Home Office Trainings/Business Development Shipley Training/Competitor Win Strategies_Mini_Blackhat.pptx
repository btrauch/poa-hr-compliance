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1" r:id="rId1"/>
  </p:sldMasterIdLst>
  <p:notesMasterIdLst>
    <p:notesMasterId r:id="rId18"/>
  </p:notesMasterIdLst>
  <p:sldIdLst>
    <p:sldId id="256" r:id="rId2"/>
    <p:sldId id="455" r:id="rId3"/>
    <p:sldId id="457" r:id="rId4"/>
    <p:sldId id="462" r:id="rId5"/>
    <p:sldId id="458" r:id="rId6"/>
    <p:sldId id="461" r:id="rId7"/>
    <p:sldId id="419" r:id="rId8"/>
    <p:sldId id="421" r:id="rId9"/>
    <p:sldId id="430" r:id="rId10"/>
    <p:sldId id="432" r:id="rId11"/>
    <p:sldId id="456" r:id="rId12"/>
    <p:sldId id="442" r:id="rId13"/>
    <p:sldId id="443" r:id="rId14"/>
    <p:sldId id="449" r:id="rId15"/>
    <p:sldId id="450" r:id="rId16"/>
    <p:sldId id="454" r:id="rId17"/>
  </p:sldIdLst>
  <p:sldSz cx="9144000" cy="6858000" type="screen4x3"/>
  <p:notesSz cx="7010400" cy="12039600"/>
  <p:defaultTextStyle>
    <a:defPPr>
      <a:defRPr lang="en-US"/>
    </a:defPPr>
    <a:lvl1pPr algn="l" rtl="0" fontAlgn="base">
      <a:spcBef>
        <a:spcPct val="0"/>
      </a:spcBef>
      <a:spcAft>
        <a:spcPct val="0"/>
      </a:spcAft>
      <a:defRPr b="1" kern="1200">
        <a:solidFill>
          <a:schemeClr val="tx1"/>
        </a:solidFill>
        <a:latin typeface="Arial" charset="0"/>
        <a:ea typeface="+mn-ea"/>
        <a:cs typeface="+mn-cs"/>
      </a:defRPr>
    </a:lvl1pPr>
    <a:lvl2pPr marL="457200" algn="l" rtl="0" fontAlgn="base">
      <a:spcBef>
        <a:spcPct val="0"/>
      </a:spcBef>
      <a:spcAft>
        <a:spcPct val="0"/>
      </a:spcAft>
      <a:defRPr b="1" kern="1200">
        <a:solidFill>
          <a:schemeClr val="tx1"/>
        </a:solidFill>
        <a:latin typeface="Arial" charset="0"/>
        <a:ea typeface="+mn-ea"/>
        <a:cs typeface="+mn-cs"/>
      </a:defRPr>
    </a:lvl2pPr>
    <a:lvl3pPr marL="914400" algn="l" rtl="0" fontAlgn="base">
      <a:spcBef>
        <a:spcPct val="0"/>
      </a:spcBef>
      <a:spcAft>
        <a:spcPct val="0"/>
      </a:spcAft>
      <a:defRPr b="1" kern="1200">
        <a:solidFill>
          <a:schemeClr val="tx1"/>
        </a:solidFill>
        <a:latin typeface="Arial" charset="0"/>
        <a:ea typeface="+mn-ea"/>
        <a:cs typeface="+mn-cs"/>
      </a:defRPr>
    </a:lvl3pPr>
    <a:lvl4pPr marL="1371600" algn="l" rtl="0" fontAlgn="base">
      <a:spcBef>
        <a:spcPct val="0"/>
      </a:spcBef>
      <a:spcAft>
        <a:spcPct val="0"/>
      </a:spcAft>
      <a:defRPr b="1" kern="1200">
        <a:solidFill>
          <a:schemeClr val="tx1"/>
        </a:solidFill>
        <a:latin typeface="Arial" charset="0"/>
        <a:ea typeface="+mn-ea"/>
        <a:cs typeface="+mn-cs"/>
      </a:defRPr>
    </a:lvl4pPr>
    <a:lvl5pPr marL="1828800" algn="l" rtl="0" fontAlgn="base">
      <a:spcBef>
        <a:spcPct val="0"/>
      </a:spcBef>
      <a:spcAft>
        <a:spcPct val="0"/>
      </a:spcAft>
      <a:defRPr b="1" kern="1200">
        <a:solidFill>
          <a:schemeClr val="tx1"/>
        </a:solidFill>
        <a:latin typeface="Arial" charset="0"/>
        <a:ea typeface="+mn-ea"/>
        <a:cs typeface="+mn-cs"/>
      </a:defRPr>
    </a:lvl5pPr>
    <a:lvl6pPr marL="2286000" algn="l" defTabSz="914400" rtl="0" eaLnBrk="1" latinLnBrk="0" hangingPunct="1">
      <a:defRPr b="1" kern="1200">
        <a:solidFill>
          <a:schemeClr val="tx1"/>
        </a:solidFill>
        <a:latin typeface="Arial" charset="0"/>
        <a:ea typeface="+mn-ea"/>
        <a:cs typeface="+mn-cs"/>
      </a:defRPr>
    </a:lvl6pPr>
    <a:lvl7pPr marL="2743200" algn="l" defTabSz="914400" rtl="0" eaLnBrk="1" latinLnBrk="0" hangingPunct="1">
      <a:defRPr b="1" kern="1200">
        <a:solidFill>
          <a:schemeClr val="tx1"/>
        </a:solidFill>
        <a:latin typeface="Arial" charset="0"/>
        <a:ea typeface="+mn-ea"/>
        <a:cs typeface="+mn-cs"/>
      </a:defRPr>
    </a:lvl7pPr>
    <a:lvl8pPr marL="3200400" algn="l" defTabSz="914400" rtl="0" eaLnBrk="1" latinLnBrk="0" hangingPunct="1">
      <a:defRPr b="1" kern="1200">
        <a:solidFill>
          <a:schemeClr val="tx1"/>
        </a:solidFill>
        <a:latin typeface="Arial" charset="0"/>
        <a:ea typeface="+mn-ea"/>
        <a:cs typeface="+mn-cs"/>
      </a:defRPr>
    </a:lvl8pPr>
    <a:lvl9pPr marL="3657600" algn="l" defTabSz="914400" rtl="0" eaLnBrk="1" latinLnBrk="0" hangingPunct="1">
      <a:defRPr b="1"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D2CD"/>
    <a:srgbClr val="EDA49D"/>
    <a:srgbClr val="F4C196"/>
    <a:srgbClr val="D9DADC"/>
    <a:srgbClr val="000000"/>
    <a:srgbClr val="D1FFFE"/>
    <a:srgbClr val="95A0A9"/>
    <a:srgbClr val="005B9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422" autoAdjust="0"/>
    <p:restoredTop sz="77419" autoAdjust="0"/>
  </p:normalViewPr>
  <p:slideViewPr>
    <p:cSldViewPr snapToGrid="0">
      <p:cViewPr varScale="1">
        <p:scale>
          <a:sx n="100" d="100"/>
          <a:sy n="100" d="100"/>
        </p:scale>
        <p:origin x="1050" y="42"/>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1332"/>
    </p:cViewPr>
  </p:sorter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customXml" Target="../customXml/item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customXml" Target="../customXml/item1.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ric Gregory" userId="04e28c78-14cd-415c-9dc1-5da98aec9022" providerId="ADAL" clId="{2E7751D2-686A-4656-98E3-0923D5D57575}"/>
    <pc:docChg chg="undo custSel delSld modSld">
      <pc:chgData name="Eric Gregory" userId="04e28c78-14cd-415c-9dc1-5da98aec9022" providerId="ADAL" clId="{2E7751D2-686A-4656-98E3-0923D5D57575}" dt="2022-03-05T16:43:12.526" v="2197" actId="20577"/>
      <pc:docMkLst>
        <pc:docMk/>
      </pc:docMkLst>
      <pc:sldChg chg="delSp modSp mod">
        <pc:chgData name="Eric Gregory" userId="04e28c78-14cd-415c-9dc1-5da98aec9022" providerId="ADAL" clId="{2E7751D2-686A-4656-98E3-0923D5D57575}" dt="2022-03-05T16:04:26.212" v="42" actId="478"/>
        <pc:sldMkLst>
          <pc:docMk/>
          <pc:sldMk cId="0" sldId="256"/>
        </pc:sldMkLst>
        <pc:spChg chg="del">
          <ac:chgData name="Eric Gregory" userId="04e28c78-14cd-415c-9dc1-5da98aec9022" providerId="ADAL" clId="{2E7751D2-686A-4656-98E3-0923D5D57575}" dt="2022-03-05T16:04:26.212" v="42" actId="478"/>
          <ac:spMkLst>
            <pc:docMk/>
            <pc:sldMk cId="0" sldId="256"/>
            <ac:spMk id="2" creationId="{00000000-0000-0000-0000-000000000000}"/>
          </ac:spMkLst>
        </pc:spChg>
        <pc:spChg chg="mod">
          <ac:chgData name="Eric Gregory" userId="04e28c78-14cd-415c-9dc1-5da98aec9022" providerId="ADAL" clId="{2E7751D2-686A-4656-98E3-0923D5D57575}" dt="2022-03-05T16:04:06.349" v="21" actId="20577"/>
          <ac:spMkLst>
            <pc:docMk/>
            <pc:sldMk cId="0" sldId="256"/>
            <ac:spMk id="5138" creationId="{00000000-0000-0000-0000-000000000000}"/>
          </ac:spMkLst>
        </pc:spChg>
        <pc:spChg chg="mod">
          <ac:chgData name="Eric Gregory" userId="04e28c78-14cd-415c-9dc1-5da98aec9022" providerId="ADAL" clId="{2E7751D2-686A-4656-98E3-0923D5D57575}" dt="2022-03-05T16:04:19.398" v="41" actId="20577"/>
          <ac:spMkLst>
            <pc:docMk/>
            <pc:sldMk cId="0" sldId="256"/>
            <ac:spMk id="5139" creationId="{00000000-0000-0000-0000-000000000000}"/>
          </ac:spMkLst>
        </pc:spChg>
      </pc:sldChg>
      <pc:sldChg chg="delSp modSp mod">
        <pc:chgData name="Eric Gregory" userId="04e28c78-14cd-415c-9dc1-5da98aec9022" providerId="ADAL" clId="{2E7751D2-686A-4656-98E3-0923D5D57575}" dt="2022-03-05T16:16:40.869" v="558" actId="478"/>
        <pc:sldMkLst>
          <pc:docMk/>
          <pc:sldMk cId="2191273137" sldId="419"/>
        </pc:sldMkLst>
        <pc:spChg chg="mod">
          <ac:chgData name="Eric Gregory" userId="04e28c78-14cd-415c-9dc1-5da98aec9022" providerId="ADAL" clId="{2E7751D2-686A-4656-98E3-0923D5D57575}" dt="2022-03-05T16:16:34.842" v="557" actId="5793"/>
          <ac:spMkLst>
            <pc:docMk/>
            <pc:sldMk cId="2191273137" sldId="419"/>
            <ac:spMk id="3" creationId="{00000000-0000-0000-0000-000000000000}"/>
          </ac:spMkLst>
        </pc:spChg>
        <pc:spChg chg="del">
          <ac:chgData name="Eric Gregory" userId="04e28c78-14cd-415c-9dc1-5da98aec9022" providerId="ADAL" clId="{2E7751D2-686A-4656-98E3-0923D5D57575}" dt="2022-03-05T16:16:40.869" v="558" actId="478"/>
          <ac:spMkLst>
            <pc:docMk/>
            <pc:sldMk cId="2191273137" sldId="419"/>
            <ac:spMk id="5" creationId="{00000000-0000-0000-0000-000000000000}"/>
          </ac:spMkLst>
        </pc:spChg>
      </pc:sldChg>
      <pc:sldChg chg="del">
        <pc:chgData name="Eric Gregory" userId="04e28c78-14cd-415c-9dc1-5da98aec9022" providerId="ADAL" clId="{2E7751D2-686A-4656-98E3-0923D5D57575}" dt="2022-03-05T16:16:49.904" v="559" actId="47"/>
        <pc:sldMkLst>
          <pc:docMk/>
          <pc:sldMk cId="224307306" sldId="420"/>
        </pc:sldMkLst>
      </pc:sldChg>
      <pc:sldChg chg="delSp modSp mod">
        <pc:chgData name="Eric Gregory" userId="04e28c78-14cd-415c-9dc1-5da98aec9022" providerId="ADAL" clId="{2E7751D2-686A-4656-98E3-0923D5D57575}" dt="2022-03-05T16:43:12.526" v="2197" actId="20577"/>
        <pc:sldMkLst>
          <pc:docMk/>
          <pc:sldMk cId="646169290" sldId="421"/>
        </pc:sldMkLst>
        <pc:spChg chg="mod">
          <ac:chgData name="Eric Gregory" userId="04e28c78-14cd-415c-9dc1-5da98aec9022" providerId="ADAL" clId="{2E7751D2-686A-4656-98E3-0923D5D57575}" dt="2022-03-05T16:43:12.526" v="2197" actId="20577"/>
          <ac:spMkLst>
            <pc:docMk/>
            <pc:sldMk cId="646169290" sldId="421"/>
            <ac:spMk id="3" creationId="{00000000-0000-0000-0000-000000000000}"/>
          </ac:spMkLst>
        </pc:spChg>
        <pc:spChg chg="del">
          <ac:chgData name="Eric Gregory" userId="04e28c78-14cd-415c-9dc1-5da98aec9022" providerId="ADAL" clId="{2E7751D2-686A-4656-98E3-0923D5D57575}" dt="2022-03-05T16:42:42.511" v="2193" actId="478"/>
          <ac:spMkLst>
            <pc:docMk/>
            <pc:sldMk cId="646169290" sldId="421"/>
            <ac:spMk id="5" creationId="{00000000-0000-0000-0000-000000000000}"/>
          </ac:spMkLst>
        </pc:spChg>
      </pc:sldChg>
      <pc:sldChg chg="del">
        <pc:chgData name="Eric Gregory" userId="04e28c78-14cd-415c-9dc1-5da98aec9022" providerId="ADAL" clId="{2E7751D2-686A-4656-98E3-0923D5D57575}" dt="2022-03-05T16:18:48.298" v="686" actId="47"/>
        <pc:sldMkLst>
          <pc:docMk/>
          <pc:sldMk cId="276012437" sldId="422"/>
        </pc:sldMkLst>
      </pc:sldChg>
      <pc:sldChg chg="del">
        <pc:chgData name="Eric Gregory" userId="04e28c78-14cd-415c-9dc1-5da98aec9022" providerId="ADAL" clId="{2E7751D2-686A-4656-98E3-0923D5D57575}" dt="2022-03-05T16:16:49.904" v="559" actId="47"/>
        <pc:sldMkLst>
          <pc:docMk/>
          <pc:sldMk cId="3763734289" sldId="423"/>
        </pc:sldMkLst>
      </pc:sldChg>
      <pc:sldChg chg="del">
        <pc:chgData name="Eric Gregory" userId="04e28c78-14cd-415c-9dc1-5da98aec9022" providerId="ADAL" clId="{2E7751D2-686A-4656-98E3-0923D5D57575}" dt="2022-03-05T16:18:48.298" v="686" actId="47"/>
        <pc:sldMkLst>
          <pc:docMk/>
          <pc:sldMk cId="198127252" sldId="426"/>
        </pc:sldMkLst>
      </pc:sldChg>
      <pc:sldChg chg="del">
        <pc:chgData name="Eric Gregory" userId="04e28c78-14cd-415c-9dc1-5da98aec9022" providerId="ADAL" clId="{2E7751D2-686A-4656-98E3-0923D5D57575}" dt="2022-03-05T16:16:49.904" v="559" actId="47"/>
        <pc:sldMkLst>
          <pc:docMk/>
          <pc:sldMk cId="1050495216" sldId="427"/>
        </pc:sldMkLst>
      </pc:sldChg>
      <pc:sldChg chg="del">
        <pc:chgData name="Eric Gregory" userId="04e28c78-14cd-415c-9dc1-5da98aec9022" providerId="ADAL" clId="{2E7751D2-686A-4656-98E3-0923D5D57575}" dt="2022-03-05T16:18:48.298" v="686" actId="47"/>
        <pc:sldMkLst>
          <pc:docMk/>
          <pc:sldMk cId="424050445" sldId="428"/>
        </pc:sldMkLst>
      </pc:sldChg>
      <pc:sldChg chg="del">
        <pc:chgData name="Eric Gregory" userId="04e28c78-14cd-415c-9dc1-5da98aec9022" providerId="ADAL" clId="{2E7751D2-686A-4656-98E3-0923D5D57575}" dt="2022-03-05T16:18:48.298" v="686" actId="47"/>
        <pc:sldMkLst>
          <pc:docMk/>
          <pc:sldMk cId="1760041655" sldId="429"/>
        </pc:sldMkLst>
      </pc:sldChg>
      <pc:sldChg chg="delSp modSp mod">
        <pc:chgData name="Eric Gregory" userId="04e28c78-14cd-415c-9dc1-5da98aec9022" providerId="ADAL" clId="{2E7751D2-686A-4656-98E3-0923D5D57575}" dt="2022-03-05T16:21:06.931" v="915" actId="20577"/>
        <pc:sldMkLst>
          <pc:docMk/>
          <pc:sldMk cId="3309339056" sldId="430"/>
        </pc:sldMkLst>
        <pc:spChg chg="mod">
          <ac:chgData name="Eric Gregory" userId="04e28c78-14cd-415c-9dc1-5da98aec9022" providerId="ADAL" clId="{2E7751D2-686A-4656-98E3-0923D5D57575}" dt="2022-03-05T16:21:06.931" v="915" actId="20577"/>
          <ac:spMkLst>
            <pc:docMk/>
            <pc:sldMk cId="3309339056" sldId="430"/>
            <ac:spMk id="3" creationId="{00000000-0000-0000-0000-000000000000}"/>
          </ac:spMkLst>
        </pc:spChg>
        <pc:spChg chg="del">
          <ac:chgData name="Eric Gregory" userId="04e28c78-14cd-415c-9dc1-5da98aec9022" providerId="ADAL" clId="{2E7751D2-686A-4656-98E3-0923D5D57575}" dt="2022-03-05T16:19:01.433" v="688" actId="478"/>
          <ac:spMkLst>
            <pc:docMk/>
            <pc:sldMk cId="3309339056" sldId="430"/>
            <ac:spMk id="5" creationId="{00000000-0000-0000-0000-000000000000}"/>
          </ac:spMkLst>
        </pc:spChg>
      </pc:sldChg>
      <pc:sldChg chg="del">
        <pc:chgData name="Eric Gregory" userId="04e28c78-14cd-415c-9dc1-5da98aec9022" providerId="ADAL" clId="{2E7751D2-686A-4656-98E3-0923D5D57575}" dt="2022-03-05T16:22:38.820" v="916" actId="47"/>
        <pc:sldMkLst>
          <pc:docMk/>
          <pc:sldMk cId="1019694790" sldId="431"/>
        </pc:sldMkLst>
      </pc:sldChg>
      <pc:sldChg chg="delSp modSp mod">
        <pc:chgData name="Eric Gregory" userId="04e28c78-14cd-415c-9dc1-5da98aec9022" providerId="ADAL" clId="{2E7751D2-686A-4656-98E3-0923D5D57575}" dt="2022-03-05T16:30:10.873" v="1035" actId="478"/>
        <pc:sldMkLst>
          <pc:docMk/>
          <pc:sldMk cId="3661337227" sldId="432"/>
        </pc:sldMkLst>
        <pc:spChg chg="mod">
          <ac:chgData name="Eric Gregory" userId="04e28c78-14cd-415c-9dc1-5da98aec9022" providerId="ADAL" clId="{2E7751D2-686A-4656-98E3-0923D5D57575}" dt="2022-03-05T16:30:00.451" v="1034" actId="20577"/>
          <ac:spMkLst>
            <pc:docMk/>
            <pc:sldMk cId="3661337227" sldId="432"/>
            <ac:spMk id="3" creationId="{00000000-0000-0000-0000-000000000000}"/>
          </ac:spMkLst>
        </pc:spChg>
        <pc:spChg chg="del">
          <ac:chgData name="Eric Gregory" userId="04e28c78-14cd-415c-9dc1-5da98aec9022" providerId="ADAL" clId="{2E7751D2-686A-4656-98E3-0923D5D57575}" dt="2022-03-05T16:30:10.873" v="1035" actId="478"/>
          <ac:spMkLst>
            <pc:docMk/>
            <pc:sldMk cId="3661337227" sldId="432"/>
            <ac:spMk id="5" creationId="{00000000-0000-0000-0000-000000000000}"/>
          </ac:spMkLst>
        </pc:spChg>
      </pc:sldChg>
      <pc:sldChg chg="del">
        <pc:chgData name="Eric Gregory" userId="04e28c78-14cd-415c-9dc1-5da98aec9022" providerId="ADAL" clId="{2E7751D2-686A-4656-98E3-0923D5D57575}" dt="2022-03-05T16:30:23.210" v="1036" actId="47"/>
        <pc:sldMkLst>
          <pc:docMk/>
          <pc:sldMk cId="1404676424" sldId="433"/>
        </pc:sldMkLst>
      </pc:sldChg>
      <pc:sldChg chg="del">
        <pc:chgData name="Eric Gregory" userId="04e28c78-14cd-415c-9dc1-5da98aec9022" providerId="ADAL" clId="{2E7751D2-686A-4656-98E3-0923D5D57575}" dt="2022-03-05T16:22:38.820" v="916" actId="47"/>
        <pc:sldMkLst>
          <pc:docMk/>
          <pc:sldMk cId="2897042981" sldId="434"/>
        </pc:sldMkLst>
      </pc:sldChg>
      <pc:sldChg chg="del">
        <pc:chgData name="Eric Gregory" userId="04e28c78-14cd-415c-9dc1-5da98aec9022" providerId="ADAL" clId="{2E7751D2-686A-4656-98E3-0923D5D57575}" dt="2022-03-05T16:22:38.820" v="916" actId="47"/>
        <pc:sldMkLst>
          <pc:docMk/>
          <pc:sldMk cId="3763953895" sldId="435"/>
        </pc:sldMkLst>
      </pc:sldChg>
      <pc:sldChg chg="del">
        <pc:chgData name="Eric Gregory" userId="04e28c78-14cd-415c-9dc1-5da98aec9022" providerId="ADAL" clId="{2E7751D2-686A-4656-98E3-0923D5D57575}" dt="2022-03-05T16:22:38.820" v="916" actId="47"/>
        <pc:sldMkLst>
          <pc:docMk/>
          <pc:sldMk cId="2170152573" sldId="436"/>
        </pc:sldMkLst>
      </pc:sldChg>
      <pc:sldChg chg="del">
        <pc:chgData name="Eric Gregory" userId="04e28c78-14cd-415c-9dc1-5da98aec9022" providerId="ADAL" clId="{2E7751D2-686A-4656-98E3-0923D5D57575}" dt="2022-03-05T16:22:38.820" v="916" actId="47"/>
        <pc:sldMkLst>
          <pc:docMk/>
          <pc:sldMk cId="3627205324" sldId="437"/>
        </pc:sldMkLst>
      </pc:sldChg>
      <pc:sldChg chg="del">
        <pc:chgData name="Eric Gregory" userId="04e28c78-14cd-415c-9dc1-5da98aec9022" providerId="ADAL" clId="{2E7751D2-686A-4656-98E3-0923D5D57575}" dt="2022-03-05T16:30:23.210" v="1036" actId="47"/>
        <pc:sldMkLst>
          <pc:docMk/>
          <pc:sldMk cId="2731027816" sldId="438"/>
        </pc:sldMkLst>
      </pc:sldChg>
      <pc:sldChg chg="del">
        <pc:chgData name="Eric Gregory" userId="04e28c78-14cd-415c-9dc1-5da98aec9022" providerId="ADAL" clId="{2E7751D2-686A-4656-98E3-0923D5D57575}" dt="2022-03-05T16:30:23.210" v="1036" actId="47"/>
        <pc:sldMkLst>
          <pc:docMk/>
          <pc:sldMk cId="1942744935" sldId="439"/>
        </pc:sldMkLst>
      </pc:sldChg>
      <pc:sldChg chg="del">
        <pc:chgData name="Eric Gregory" userId="04e28c78-14cd-415c-9dc1-5da98aec9022" providerId="ADAL" clId="{2E7751D2-686A-4656-98E3-0923D5D57575}" dt="2022-03-05T16:30:23.210" v="1036" actId="47"/>
        <pc:sldMkLst>
          <pc:docMk/>
          <pc:sldMk cId="2944793253" sldId="440"/>
        </pc:sldMkLst>
      </pc:sldChg>
      <pc:sldChg chg="del">
        <pc:chgData name="Eric Gregory" userId="04e28c78-14cd-415c-9dc1-5da98aec9022" providerId="ADAL" clId="{2E7751D2-686A-4656-98E3-0923D5D57575}" dt="2022-03-05T16:18:48.298" v="686" actId="47"/>
        <pc:sldMkLst>
          <pc:docMk/>
          <pc:sldMk cId="2852241622" sldId="441"/>
        </pc:sldMkLst>
      </pc:sldChg>
      <pc:sldChg chg="delSp modSp mod">
        <pc:chgData name="Eric Gregory" userId="04e28c78-14cd-415c-9dc1-5da98aec9022" providerId="ADAL" clId="{2E7751D2-686A-4656-98E3-0923D5D57575}" dt="2022-03-05T16:34:06.560" v="1513" actId="478"/>
        <pc:sldMkLst>
          <pc:docMk/>
          <pc:sldMk cId="863691875" sldId="442"/>
        </pc:sldMkLst>
        <pc:spChg chg="mod">
          <ac:chgData name="Eric Gregory" userId="04e28c78-14cd-415c-9dc1-5da98aec9022" providerId="ADAL" clId="{2E7751D2-686A-4656-98E3-0923D5D57575}" dt="2022-03-05T16:32:44.786" v="1403" actId="20577"/>
          <ac:spMkLst>
            <pc:docMk/>
            <pc:sldMk cId="863691875" sldId="442"/>
            <ac:spMk id="3" creationId="{00000000-0000-0000-0000-000000000000}"/>
          </ac:spMkLst>
        </pc:spChg>
        <pc:spChg chg="del">
          <ac:chgData name="Eric Gregory" userId="04e28c78-14cd-415c-9dc1-5da98aec9022" providerId="ADAL" clId="{2E7751D2-686A-4656-98E3-0923D5D57575}" dt="2022-03-05T16:34:06.560" v="1513" actId="478"/>
          <ac:spMkLst>
            <pc:docMk/>
            <pc:sldMk cId="863691875" sldId="442"/>
            <ac:spMk id="5" creationId="{00000000-0000-0000-0000-000000000000}"/>
          </ac:spMkLst>
        </pc:spChg>
      </pc:sldChg>
      <pc:sldChg chg="delSp modSp mod">
        <pc:chgData name="Eric Gregory" userId="04e28c78-14cd-415c-9dc1-5da98aec9022" providerId="ADAL" clId="{2E7751D2-686A-4656-98E3-0923D5D57575}" dt="2022-03-05T16:34:17.134" v="1515" actId="478"/>
        <pc:sldMkLst>
          <pc:docMk/>
          <pc:sldMk cId="3403081504" sldId="443"/>
        </pc:sldMkLst>
        <pc:spChg chg="mod">
          <ac:chgData name="Eric Gregory" userId="04e28c78-14cd-415c-9dc1-5da98aec9022" providerId="ADAL" clId="{2E7751D2-686A-4656-98E3-0923D5D57575}" dt="2022-03-05T16:34:12.876" v="1514" actId="20577"/>
          <ac:spMkLst>
            <pc:docMk/>
            <pc:sldMk cId="3403081504" sldId="443"/>
            <ac:spMk id="3" creationId="{00000000-0000-0000-0000-000000000000}"/>
          </ac:spMkLst>
        </pc:spChg>
        <pc:spChg chg="del">
          <ac:chgData name="Eric Gregory" userId="04e28c78-14cd-415c-9dc1-5da98aec9022" providerId="ADAL" clId="{2E7751D2-686A-4656-98E3-0923D5D57575}" dt="2022-03-05T16:34:17.134" v="1515" actId="478"/>
          <ac:spMkLst>
            <pc:docMk/>
            <pc:sldMk cId="3403081504" sldId="443"/>
            <ac:spMk id="5" creationId="{00000000-0000-0000-0000-000000000000}"/>
          </ac:spMkLst>
        </pc:spChg>
      </pc:sldChg>
      <pc:sldChg chg="del">
        <pc:chgData name="Eric Gregory" userId="04e28c78-14cd-415c-9dc1-5da98aec9022" providerId="ADAL" clId="{2E7751D2-686A-4656-98E3-0923D5D57575}" dt="2022-03-05T16:33:17.706" v="1410" actId="47"/>
        <pc:sldMkLst>
          <pc:docMk/>
          <pc:sldMk cId="901471955" sldId="444"/>
        </pc:sldMkLst>
      </pc:sldChg>
      <pc:sldChg chg="del">
        <pc:chgData name="Eric Gregory" userId="04e28c78-14cd-415c-9dc1-5da98aec9022" providerId="ADAL" clId="{2E7751D2-686A-4656-98E3-0923D5D57575}" dt="2022-03-05T16:33:17.706" v="1410" actId="47"/>
        <pc:sldMkLst>
          <pc:docMk/>
          <pc:sldMk cId="1783958699" sldId="445"/>
        </pc:sldMkLst>
      </pc:sldChg>
      <pc:sldChg chg="del">
        <pc:chgData name="Eric Gregory" userId="04e28c78-14cd-415c-9dc1-5da98aec9022" providerId="ADAL" clId="{2E7751D2-686A-4656-98E3-0923D5D57575}" dt="2022-03-05T16:34:25.158" v="1516" actId="47"/>
        <pc:sldMkLst>
          <pc:docMk/>
          <pc:sldMk cId="3500674878" sldId="446"/>
        </pc:sldMkLst>
      </pc:sldChg>
      <pc:sldChg chg="del">
        <pc:chgData name="Eric Gregory" userId="04e28c78-14cd-415c-9dc1-5da98aec9022" providerId="ADAL" clId="{2E7751D2-686A-4656-98E3-0923D5D57575}" dt="2022-03-05T16:34:25.158" v="1516" actId="47"/>
        <pc:sldMkLst>
          <pc:docMk/>
          <pc:sldMk cId="3226416628" sldId="447"/>
        </pc:sldMkLst>
      </pc:sldChg>
      <pc:sldChg chg="del">
        <pc:chgData name="Eric Gregory" userId="04e28c78-14cd-415c-9dc1-5da98aec9022" providerId="ADAL" clId="{2E7751D2-686A-4656-98E3-0923D5D57575}" dt="2022-03-05T16:33:17.706" v="1410" actId="47"/>
        <pc:sldMkLst>
          <pc:docMk/>
          <pc:sldMk cId="325558618" sldId="448"/>
        </pc:sldMkLst>
      </pc:sldChg>
      <pc:sldChg chg="delSp modSp mod">
        <pc:chgData name="Eric Gregory" userId="04e28c78-14cd-415c-9dc1-5da98aec9022" providerId="ADAL" clId="{2E7751D2-686A-4656-98E3-0923D5D57575}" dt="2022-03-05T16:35:35.859" v="1648" actId="478"/>
        <pc:sldMkLst>
          <pc:docMk/>
          <pc:sldMk cId="2910230204" sldId="449"/>
        </pc:sldMkLst>
        <pc:spChg chg="mod">
          <ac:chgData name="Eric Gregory" userId="04e28c78-14cd-415c-9dc1-5da98aec9022" providerId="ADAL" clId="{2E7751D2-686A-4656-98E3-0923D5D57575}" dt="2022-03-05T16:35:26.960" v="1647" actId="20577"/>
          <ac:spMkLst>
            <pc:docMk/>
            <pc:sldMk cId="2910230204" sldId="449"/>
            <ac:spMk id="3" creationId="{00000000-0000-0000-0000-000000000000}"/>
          </ac:spMkLst>
        </pc:spChg>
        <pc:spChg chg="del">
          <ac:chgData name="Eric Gregory" userId="04e28c78-14cd-415c-9dc1-5da98aec9022" providerId="ADAL" clId="{2E7751D2-686A-4656-98E3-0923D5D57575}" dt="2022-03-05T16:35:35.859" v="1648" actId="478"/>
          <ac:spMkLst>
            <pc:docMk/>
            <pc:sldMk cId="2910230204" sldId="449"/>
            <ac:spMk id="5" creationId="{00000000-0000-0000-0000-000000000000}"/>
          </ac:spMkLst>
        </pc:spChg>
      </pc:sldChg>
      <pc:sldChg chg="delSp modSp mod">
        <pc:chgData name="Eric Gregory" userId="04e28c78-14cd-415c-9dc1-5da98aec9022" providerId="ADAL" clId="{2E7751D2-686A-4656-98E3-0923D5D57575}" dt="2022-03-05T16:37:27.861" v="1857" actId="478"/>
        <pc:sldMkLst>
          <pc:docMk/>
          <pc:sldMk cId="4140759494" sldId="450"/>
        </pc:sldMkLst>
        <pc:spChg chg="mod">
          <ac:chgData name="Eric Gregory" userId="04e28c78-14cd-415c-9dc1-5da98aec9022" providerId="ADAL" clId="{2E7751D2-686A-4656-98E3-0923D5D57575}" dt="2022-03-05T16:37:13.092" v="1856" actId="20577"/>
          <ac:spMkLst>
            <pc:docMk/>
            <pc:sldMk cId="4140759494" sldId="450"/>
            <ac:spMk id="3" creationId="{00000000-0000-0000-0000-000000000000}"/>
          </ac:spMkLst>
        </pc:spChg>
        <pc:spChg chg="del">
          <ac:chgData name="Eric Gregory" userId="04e28c78-14cd-415c-9dc1-5da98aec9022" providerId="ADAL" clId="{2E7751D2-686A-4656-98E3-0923D5D57575}" dt="2022-03-05T16:37:27.861" v="1857" actId="478"/>
          <ac:spMkLst>
            <pc:docMk/>
            <pc:sldMk cId="4140759494" sldId="450"/>
            <ac:spMk id="5" creationId="{00000000-0000-0000-0000-000000000000}"/>
          </ac:spMkLst>
        </pc:spChg>
      </pc:sldChg>
      <pc:sldChg chg="del">
        <pc:chgData name="Eric Gregory" userId="04e28c78-14cd-415c-9dc1-5da98aec9022" providerId="ADAL" clId="{2E7751D2-686A-4656-98E3-0923D5D57575}" dt="2022-03-05T16:35:47.123" v="1649" actId="47"/>
        <pc:sldMkLst>
          <pc:docMk/>
          <pc:sldMk cId="3878712550" sldId="451"/>
        </pc:sldMkLst>
      </pc:sldChg>
      <pc:sldChg chg="del">
        <pc:chgData name="Eric Gregory" userId="04e28c78-14cd-415c-9dc1-5da98aec9022" providerId="ADAL" clId="{2E7751D2-686A-4656-98E3-0923D5D57575}" dt="2022-03-05T16:35:47.123" v="1649" actId="47"/>
        <pc:sldMkLst>
          <pc:docMk/>
          <pc:sldMk cId="1053884545" sldId="452"/>
        </pc:sldMkLst>
      </pc:sldChg>
      <pc:sldChg chg="del">
        <pc:chgData name="Eric Gregory" userId="04e28c78-14cd-415c-9dc1-5da98aec9022" providerId="ADAL" clId="{2E7751D2-686A-4656-98E3-0923D5D57575}" dt="2022-03-05T16:37:37.685" v="1858" actId="47"/>
        <pc:sldMkLst>
          <pc:docMk/>
          <pc:sldMk cId="1741644179" sldId="453"/>
        </pc:sldMkLst>
      </pc:sldChg>
      <pc:sldChg chg="modSp mod">
        <pc:chgData name="Eric Gregory" userId="04e28c78-14cd-415c-9dc1-5da98aec9022" providerId="ADAL" clId="{2E7751D2-686A-4656-98E3-0923D5D57575}" dt="2022-03-05T16:39:08.190" v="2082" actId="20577"/>
        <pc:sldMkLst>
          <pc:docMk/>
          <pc:sldMk cId="151804600" sldId="454"/>
        </pc:sldMkLst>
        <pc:spChg chg="mod">
          <ac:chgData name="Eric Gregory" userId="04e28c78-14cd-415c-9dc1-5da98aec9022" providerId="ADAL" clId="{2E7751D2-686A-4656-98E3-0923D5D57575}" dt="2022-03-05T16:39:08.190" v="2082" actId="20577"/>
          <ac:spMkLst>
            <pc:docMk/>
            <pc:sldMk cId="151804600" sldId="454"/>
            <ac:spMk id="3" creationId="{00000000-0000-0000-0000-000000000000}"/>
          </ac:spMkLst>
        </pc:spChg>
      </pc:sldChg>
      <pc:sldChg chg="delSp modSp mod">
        <pc:chgData name="Eric Gregory" userId="04e28c78-14cd-415c-9dc1-5da98aec9022" providerId="ADAL" clId="{2E7751D2-686A-4656-98E3-0923D5D57575}" dt="2022-03-05T16:41:01.030" v="2191" actId="20577"/>
        <pc:sldMkLst>
          <pc:docMk/>
          <pc:sldMk cId="3176016885" sldId="455"/>
        </pc:sldMkLst>
        <pc:spChg chg="mod">
          <ac:chgData name="Eric Gregory" userId="04e28c78-14cd-415c-9dc1-5da98aec9022" providerId="ADAL" clId="{2E7751D2-686A-4656-98E3-0923D5D57575}" dt="2022-03-05T16:41:01.030" v="2191" actId="20577"/>
          <ac:spMkLst>
            <pc:docMk/>
            <pc:sldMk cId="3176016885" sldId="455"/>
            <ac:spMk id="3" creationId="{00000000-0000-0000-0000-000000000000}"/>
          </ac:spMkLst>
        </pc:spChg>
        <pc:spChg chg="del">
          <ac:chgData name="Eric Gregory" userId="04e28c78-14cd-415c-9dc1-5da98aec9022" providerId="ADAL" clId="{2E7751D2-686A-4656-98E3-0923D5D57575}" dt="2022-03-05T16:05:36.359" v="83" actId="478"/>
          <ac:spMkLst>
            <pc:docMk/>
            <pc:sldMk cId="3176016885" sldId="455"/>
            <ac:spMk id="5" creationId="{00000000-0000-0000-0000-000000000000}"/>
          </ac:spMkLst>
        </pc:spChg>
      </pc:sldChg>
      <pc:sldChg chg="delSp modSp mod">
        <pc:chgData name="Eric Gregory" userId="04e28c78-14cd-415c-9dc1-5da98aec9022" providerId="ADAL" clId="{2E7751D2-686A-4656-98E3-0923D5D57575}" dt="2022-03-05T16:33:06.149" v="1409" actId="478"/>
        <pc:sldMkLst>
          <pc:docMk/>
          <pc:sldMk cId="2821804576" sldId="456"/>
        </pc:sldMkLst>
        <pc:spChg chg="mod">
          <ac:chgData name="Eric Gregory" userId="04e28c78-14cd-415c-9dc1-5da98aec9022" providerId="ADAL" clId="{2E7751D2-686A-4656-98E3-0923D5D57575}" dt="2022-03-05T16:32:53.514" v="1408" actId="20577"/>
          <ac:spMkLst>
            <pc:docMk/>
            <pc:sldMk cId="2821804576" sldId="456"/>
            <ac:spMk id="3" creationId="{00000000-0000-0000-0000-000000000000}"/>
          </ac:spMkLst>
        </pc:spChg>
        <pc:spChg chg="del">
          <ac:chgData name="Eric Gregory" userId="04e28c78-14cd-415c-9dc1-5da98aec9022" providerId="ADAL" clId="{2E7751D2-686A-4656-98E3-0923D5D57575}" dt="2022-03-05T16:33:06.149" v="1409" actId="478"/>
          <ac:spMkLst>
            <pc:docMk/>
            <pc:sldMk cId="2821804576" sldId="456"/>
            <ac:spMk id="5" creationId="{00000000-0000-0000-0000-000000000000}"/>
          </ac:spMkLst>
        </pc:spChg>
      </pc:sldChg>
      <pc:sldChg chg="delSp modSp mod">
        <pc:chgData name="Eric Gregory" userId="04e28c78-14cd-415c-9dc1-5da98aec9022" providerId="ADAL" clId="{2E7751D2-686A-4656-98E3-0923D5D57575}" dt="2022-03-05T16:07:59.404" v="200" actId="478"/>
        <pc:sldMkLst>
          <pc:docMk/>
          <pc:sldMk cId="1703439900" sldId="457"/>
        </pc:sldMkLst>
        <pc:spChg chg="mod">
          <ac:chgData name="Eric Gregory" userId="04e28c78-14cd-415c-9dc1-5da98aec9022" providerId="ADAL" clId="{2E7751D2-686A-4656-98E3-0923D5D57575}" dt="2022-03-05T16:07:55.148" v="199" actId="20577"/>
          <ac:spMkLst>
            <pc:docMk/>
            <pc:sldMk cId="1703439900" sldId="457"/>
            <ac:spMk id="3" creationId="{00000000-0000-0000-0000-000000000000}"/>
          </ac:spMkLst>
        </pc:spChg>
        <pc:spChg chg="del">
          <ac:chgData name="Eric Gregory" userId="04e28c78-14cd-415c-9dc1-5da98aec9022" providerId="ADAL" clId="{2E7751D2-686A-4656-98E3-0923D5D57575}" dt="2022-03-05T16:07:59.404" v="200" actId="478"/>
          <ac:spMkLst>
            <pc:docMk/>
            <pc:sldMk cId="1703439900" sldId="457"/>
            <ac:spMk id="5" creationId="{00000000-0000-0000-0000-000000000000}"/>
          </ac:spMkLst>
        </pc:spChg>
      </pc:sldChg>
      <pc:sldChg chg="delSp modSp mod">
        <pc:chgData name="Eric Gregory" userId="04e28c78-14cd-415c-9dc1-5da98aec9022" providerId="ADAL" clId="{2E7751D2-686A-4656-98E3-0923D5D57575}" dt="2022-03-05T16:10:49.970" v="259" actId="478"/>
        <pc:sldMkLst>
          <pc:docMk/>
          <pc:sldMk cId="169601959" sldId="458"/>
        </pc:sldMkLst>
        <pc:spChg chg="mod">
          <ac:chgData name="Eric Gregory" userId="04e28c78-14cd-415c-9dc1-5da98aec9022" providerId="ADAL" clId="{2E7751D2-686A-4656-98E3-0923D5D57575}" dt="2022-03-05T16:10:06.070" v="257" actId="20577"/>
          <ac:spMkLst>
            <pc:docMk/>
            <pc:sldMk cId="169601959" sldId="458"/>
            <ac:spMk id="2" creationId="{00000000-0000-0000-0000-000000000000}"/>
          </ac:spMkLst>
        </pc:spChg>
        <pc:spChg chg="mod">
          <ac:chgData name="Eric Gregory" userId="04e28c78-14cd-415c-9dc1-5da98aec9022" providerId="ADAL" clId="{2E7751D2-686A-4656-98E3-0923D5D57575}" dt="2022-03-05T16:10:45.881" v="258" actId="20577"/>
          <ac:spMkLst>
            <pc:docMk/>
            <pc:sldMk cId="169601959" sldId="458"/>
            <ac:spMk id="3" creationId="{00000000-0000-0000-0000-000000000000}"/>
          </ac:spMkLst>
        </pc:spChg>
        <pc:spChg chg="del">
          <ac:chgData name="Eric Gregory" userId="04e28c78-14cd-415c-9dc1-5da98aec9022" providerId="ADAL" clId="{2E7751D2-686A-4656-98E3-0923D5D57575}" dt="2022-03-05T16:10:49.970" v="259" actId="478"/>
          <ac:spMkLst>
            <pc:docMk/>
            <pc:sldMk cId="169601959" sldId="458"/>
            <ac:spMk id="5" creationId="{00000000-0000-0000-0000-000000000000}"/>
          </ac:spMkLst>
        </pc:spChg>
      </pc:sldChg>
      <pc:sldChg chg="del">
        <pc:chgData name="Eric Gregory" userId="04e28c78-14cd-415c-9dc1-5da98aec9022" providerId="ADAL" clId="{2E7751D2-686A-4656-98E3-0923D5D57575}" dt="2022-03-05T16:11:10.409" v="260" actId="47"/>
        <pc:sldMkLst>
          <pc:docMk/>
          <pc:sldMk cId="201886315" sldId="459"/>
        </pc:sldMkLst>
      </pc:sldChg>
      <pc:sldChg chg="del">
        <pc:chgData name="Eric Gregory" userId="04e28c78-14cd-415c-9dc1-5da98aec9022" providerId="ADAL" clId="{2E7751D2-686A-4656-98E3-0923D5D57575}" dt="2022-03-05T16:11:10.409" v="260" actId="47"/>
        <pc:sldMkLst>
          <pc:docMk/>
          <pc:sldMk cId="3801068744" sldId="460"/>
        </pc:sldMkLst>
      </pc:sldChg>
      <pc:sldChg chg="delSp modSp mod">
        <pc:chgData name="Eric Gregory" userId="04e28c78-14cd-415c-9dc1-5da98aec9022" providerId="ADAL" clId="{2E7751D2-686A-4656-98E3-0923D5D57575}" dt="2022-03-05T16:42:29.320" v="2192" actId="478"/>
        <pc:sldMkLst>
          <pc:docMk/>
          <pc:sldMk cId="3735038719" sldId="461"/>
        </pc:sldMkLst>
        <pc:spChg chg="mod">
          <ac:chgData name="Eric Gregory" userId="04e28c78-14cd-415c-9dc1-5da98aec9022" providerId="ADAL" clId="{2E7751D2-686A-4656-98E3-0923D5D57575}" dt="2022-03-05T16:11:40.665" v="282" actId="20577"/>
          <ac:spMkLst>
            <pc:docMk/>
            <pc:sldMk cId="3735038719" sldId="461"/>
            <ac:spMk id="2" creationId="{00000000-0000-0000-0000-000000000000}"/>
          </ac:spMkLst>
        </pc:spChg>
        <pc:spChg chg="mod">
          <ac:chgData name="Eric Gregory" userId="04e28c78-14cd-415c-9dc1-5da98aec9022" providerId="ADAL" clId="{2E7751D2-686A-4656-98E3-0923D5D57575}" dt="2022-03-05T16:12:36.205" v="382" actId="20577"/>
          <ac:spMkLst>
            <pc:docMk/>
            <pc:sldMk cId="3735038719" sldId="461"/>
            <ac:spMk id="3" creationId="{00000000-0000-0000-0000-000000000000}"/>
          </ac:spMkLst>
        </pc:spChg>
        <pc:spChg chg="del">
          <ac:chgData name="Eric Gregory" userId="04e28c78-14cd-415c-9dc1-5da98aec9022" providerId="ADAL" clId="{2E7751D2-686A-4656-98E3-0923D5D57575}" dt="2022-03-05T16:42:29.320" v="2192" actId="478"/>
          <ac:spMkLst>
            <pc:docMk/>
            <pc:sldMk cId="3735038719" sldId="461"/>
            <ac:spMk id="5" creationId="{00000000-0000-0000-0000-000000000000}"/>
          </ac:spMkLst>
        </pc:spChg>
      </pc:sldChg>
      <pc:sldChg chg="delSp modSp mod">
        <pc:chgData name="Eric Gregory" userId="04e28c78-14cd-415c-9dc1-5da98aec9022" providerId="ADAL" clId="{2E7751D2-686A-4656-98E3-0923D5D57575}" dt="2022-03-05T16:08:32.475" v="215" actId="478"/>
        <pc:sldMkLst>
          <pc:docMk/>
          <pc:sldMk cId="3673405189" sldId="462"/>
        </pc:sldMkLst>
        <pc:spChg chg="mod">
          <ac:chgData name="Eric Gregory" userId="04e28c78-14cd-415c-9dc1-5da98aec9022" providerId="ADAL" clId="{2E7751D2-686A-4656-98E3-0923D5D57575}" dt="2022-03-05T16:08:21.199" v="213" actId="20577"/>
          <ac:spMkLst>
            <pc:docMk/>
            <pc:sldMk cId="3673405189" sldId="462"/>
            <ac:spMk id="2" creationId="{00000000-0000-0000-0000-000000000000}"/>
          </ac:spMkLst>
        </pc:spChg>
        <pc:spChg chg="mod">
          <ac:chgData name="Eric Gregory" userId="04e28c78-14cd-415c-9dc1-5da98aec9022" providerId="ADAL" clId="{2E7751D2-686A-4656-98E3-0923D5D57575}" dt="2022-03-05T16:08:27.520" v="214" actId="20577"/>
          <ac:spMkLst>
            <pc:docMk/>
            <pc:sldMk cId="3673405189" sldId="462"/>
            <ac:spMk id="3" creationId="{00000000-0000-0000-0000-000000000000}"/>
          </ac:spMkLst>
        </pc:spChg>
        <pc:spChg chg="del">
          <ac:chgData name="Eric Gregory" userId="04e28c78-14cd-415c-9dc1-5da98aec9022" providerId="ADAL" clId="{2E7751D2-686A-4656-98E3-0923D5D57575}" dt="2022-03-05T16:08:32.475" v="215" actId="478"/>
          <ac:spMkLst>
            <pc:docMk/>
            <pc:sldMk cId="3673405189" sldId="462"/>
            <ac:spMk id="5" creationId="{00000000-0000-0000-0000-000000000000}"/>
          </ac:spMkLst>
        </pc:spChg>
      </pc:sldChg>
      <pc:sldChg chg="del">
        <pc:chgData name="Eric Gregory" userId="04e28c78-14cd-415c-9dc1-5da98aec9022" providerId="ADAL" clId="{2E7751D2-686A-4656-98E3-0923D5D57575}" dt="2022-03-05T16:09:00.383" v="216" actId="47"/>
        <pc:sldMkLst>
          <pc:docMk/>
          <pc:sldMk cId="1516209990" sldId="463"/>
        </pc:sldMkLst>
      </pc:sldChg>
      <pc:sldChg chg="del">
        <pc:chgData name="Eric Gregory" userId="04e28c78-14cd-415c-9dc1-5da98aec9022" providerId="ADAL" clId="{2E7751D2-686A-4656-98E3-0923D5D57575}" dt="2022-03-05T16:09:01.766" v="217" actId="47"/>
        <pc:sldMkLst>
          <pc:docMk/>
          <pc:sldMk cId="3846788562" sldId="464"/>
        </pc:sldMkLst>
      </pc:sldChg>
      <pc:sldChg chg="modSp del mod">
        <pc:chgData name="Eric Gregory" userId="04e28c78-14cd-415c-9dc1-5da98aec9022" providerId="ADAL" clId="{2E7751D2-686A-4656-98E3-0923D5D57575}" dt="2022-03-05T16:09:47.946" v="236" actId="47"/>
        <pc:sldMkLst>
          <pc:docMk/>
          <pc:sldMk cId="895222081" sldId="465"/>
        </pc:sldMkLst>
        <pc:spChg chg="mod">
          <ac:chgData name="Eric Gregory" userId="04e28c78-14cd-415c-9dc1-5da98aec9022" providerId="ADAL" clId="{2E7751D2-686A-4656-98E3-0923D5D57575}" dt="2022-03-05T16:09:25.972" v="235" actId="20577"/>
          <ac:spMkLst>
            <pc:docMk/>
            <pc:sldMk cId="895222081" sldId="465"/>
            <ac:spMk id="2" creationId="{00000000-0000-0000-0000-000000000000}"/>
          </ac:spMkLst>
        </pc:spChg>
      </pc:sldChg>
      <pc:sldChg chg="del">
        <pc:chgData name="Eric Gregory" userId="04e28c78-14cd-415c-9dc1-5da98aec9022" providerId="ADAL" clId="{2E7751D2-686A-4656-98E3-0923D5D57575}" dt="2022-03-05T16:09:49.228" v="237" actId="47"/>
        <pc:sldMkLst>
          <pc:docMk/>
          <pc:sldMk cId="1805804675" sldId="46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42" name="Rectangle 2"/>
          <p:cNvSpPr>
            <a:spLocks noGrp="1" noChangeArrowheads="1"/>
          </p:cNvSpPr>
          <p:nvPr>
            <p:ph type="hdr" sz="quarter"/>
          </p:nvPr>
        </p:nvSpPr>
        <p:spPr bwMode="auto">
          <a:xfrm>
            <a:off x="0" y="0"/>
            <a:ext cx="3038475" cy="601663"/>
          </a:xfrm>
          <a:prstGeom prst="rect">
            <a:avLst/>
          </a:prstGeom>
          <a:noFill/>
          <a:ln w="9525">
            <a:noFill/>
            <a:miter lim="800000"/>
            <a:headEnd/>
            <a:tailEnd/>
          </a:ln>
          <a:effectLst/>
        </p:spPr>
        <p:txBody>
          <a:bodyPr vert="horz" wrap="square" lIns="108850" tIns="54425" rIns="108850" bIns="54425" numCol="1" anchor="t" anchorCtr="0" compatLnSpc="1">
            <a:prstTxWarp prst="textNoShape">
              <a:avLst/>
            </a:prstTxWarp>
          </a:bodyPr>
          <a:lstStyle>
            <a:lvl1pPr defTabSz="1089025">
              <a:defRPr sz="1400" b="0" smtClean="0"/>
            </a:lvl1pPr>
          </a:lstStyle>
          <a:p>
            <a:pPr>
              <a:defRPr/>
            </a:pPr>
            <a:endParaRPr lang="en-US"/>
          </a:p>
        </p:txBody>
      </p:sp>
      <p:sp>
        <p:nvSpPr>
          <p:cNvPr id="10243" name="Rectangle 3"/>
          <p:cNvSpPr>
            <a:spLocks noGrp="1" noChangeArrowheads="1"/>
          </p:cNvSpPr>
          <p:nvPr>
            <p:ph type="dt" idx="1"/>
          </p:nvPr>
        </p:nvSpPr>
        <p:spPr bwMode="auto">
          <a:xfrm>
            <a:off x="3970338" y="0"/>
            <a:ext cx="3038475" cy="601663"/>
          </a:xfrm>
          <a:prstGeom prst="rect">
            <a:avLst/>
          </a:prstGeom>
          <a:noFill/>
          <a:ln w="9525">
            <a:noFill/>
            <a:miter lim="800000"/>
            <a:headEnd/>
            <a:tailEnd/>
          </a:ln>
          <a:effectLst/>
        </p:spPr>
        <p:txBody>
          <a:bodyPr vert="horz" wrap="square" lIns="108850" tIns="54425" rIns="108850" bIns="54425" numCol="1" anchor="t" anchorCtr="0" compatLnSpc="1">
            <a:prstTxWarp prst="textNoShape">
              <a:avLst/>
            </a:prstTxWarp>
          </a:bodyPr>
          <a:lstStyle>
            <a:lvl1pPr algn="r" defTabSz="1089025">
              <a:defRPr sz="1400" b="0" smtClean="0"/>
            </a:lvl1pPr>
          </a:lstStyle>
          <a:p>
            <a:pPr>
              <a:defRPr/>
            </a:pPr>
            <a:endParaRPr lang="en-US"/>
          </a:p>
        </p:txBody>
      </p:sp>
      <p:sp>
        <p:nvSpPr>
          <p:cNvPr id="133124" name="Rectangle 4"/>
          <p:cNvSpPr>
            <a:spLocks noGrp="1" noRot="1" noChangeAspect="1" noChangeArrowheads="1" noTextEdit="1"/>
          </p:cNvSpPr>
          <p:nvPr>
            <p:ph type="sldImg" idx="2"/>
          </p:nvPr>
        </p:nvSpPr>
        <p:spPr bwMode="auto">
          <a:xfrm>
            <a:off x="495300" y="903288"/>
            <a:ext cx="6019800" cy="4514850"/>
          </a:xfrm>
          <a:prstGeom prst="rect">
            <a:avLst/>
          </a:prstGeom>
          <a:noFill/>
          <a:ln w="9525">
            <a:solidFill>
              <a:srgbClr val="000000"/>
            </a:solidFill>
            <a:miter lim="800000"/>
            <a:headEnd/>
            <a:tailEnd/>
          </a:ln>
        </p:spPr>
      </p:sp>
      <p:sp>
        <p:nvSpPr>
          <p:cNvPr id="10245" name="Rectangle 5"/>
          <p:cNvSpPr>
            <a:spLocks noGrp="1" noChangeArrowheads="1"/>
          </p:cNvSpPr>
          <p:nvPr>
            <p:ph type="body" sz="quarter" idx="3"/>
          </p:nvPr>
        </p:nvSpPr>
        <p:spPr bwMode="auto">
          <a:xfrm>
            <a:off x="701675" y="5718175"/>
            <a:ext cx="5607050" cy="5418138"/>
          </a:xfrm>
          <a:prstGeom prst="rect">
            <a:avLst/>
          </a:prstGeom>
          <a:noFill/>
          <a:ln w="9525">
            <a:noFill/>
            <a:miter lim="800000"/>
            <a:headEnd/>
            <a:tailEnd/>
          </a:ln>
          <a:effectLst/>
        </p:spPr>
        <p:txBody>
          <a:bodyPr vert="horz" wrap="square" lIns="108850" tIns="54425" rIns="108850" bIns="54425"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246" name="Rectangle 6"/>
          <p:cNvSpPr>
            <a:spLocks noGrp="1" noChangeArrowheads="1"/>
          </p:cNvSpPr>
          <p:nvPr>
            <p:ph type="ftr" sz="quarter" idx="4"/>
          </p:nvPr>
        </p:nvSpPr>
        <p:spPr bwMode="auto">
          <a:xfrm>
            <a:off x="0" y="11434763"/>
            <a:ext cx="3038475" cy="603250"/>
          </a:xfrm>
          <a:prstGeom prst="rect">
            <a:avLst/>
          </a:prstGeom>
          <a:noFill/>
          <a:ln w="9525">
            <a:noFill/>
            <a:miter lim="800000"/>
            <a:headEnd/>
            <a:tailEnd/>
          </a:ln>
          <a:effectLst/>
        </p:spPr>
        <p:txBody>
          <a:bodyPr vert="horz" wrap="square" lIns="108850" tIns="54425" rIns="108850" bIns="54425" numCol="1" anchor="b" anchorCtr="0" compatLnSpc="1">
            <a:prstTxWarp prst="textNoShape">
              <a:avLst/>
            </a:prstTxWarp>
          </a:bodyPr>
          <a:lstStyle>
            <a:lvl1pPr defTabSz="1089025">
              <a:defRPr sz="1400" b="0" smtClean="0"/>
            </a:lvl1pPr>
          </a:lstStyle>
          <a:p>
            <a:pPr>
              <a:defRPr/>
            </a:pPr>
            <a:endParaRPr lang="en-US"/>
          </a:p>
        </p:txBody>
      </p:sp>
      <p:sp>
        <p:nvSpPr>
          <p:cNvPr id="10247" name="Rectangle 7"/>
          <p:cNvSpPr>
            <a:spLocks noGrp="1" noChangeArrowheads="1"/>
          </p:cNvSpPr>
          <p:nvPr>
            <p:ph type="sldNum" sz="quarter" idx="5"/>
          </p:nvPr>
        </p:nvSpPr>
        <p:spPr bwMode="auto">
          <a:xfrm>
            <a:off x="3970338" y="11434763"/>
            <a:ext cx="3038475" cy="603250"/>
          </a:xfrm>
          <a:prstGeom prst="rect">
            <a:avLst/>
          </a:prstGeom>
          <a:noFill/>
          <a:ln w="9525">
            <a:noFill/>
            <a:miter lim="800000"/>
            <a:headEnd/>
            <a:tailEnd/>
          </a:ln>
          <a:effectLst/>
        </p:spPr>
        <p:txBody>
          <a:bodyPr vert="horz" wrap="square" lIns="108850" tIns="54425" rIns="108850" bIns="54425" numCol="1" anchor="b" anchorCtr="0" compatLnSpc="1">
            <a:prstTxWarp prst="textNoShape">
              <a:avLst/>
            </a:prstTxWarp>
          </a:bodyPr>
          <a:lstStyle>
            <a:lvl1pPr algn="r" defTabSz="1089025">
              <a:defRPr sz="1400" b="0" smtClean="0"/>
            </a:lvl1pPr>
          </a:lstStyle>
          <a:p>
            <a:pPr>
              <a:defRPr/>
            </a:pPr>
            <a:fld id="{9FDAECCF-E1AE-4808-ADF3-781C765DD280}" type="slidenum">
              <a:rPr lang="en-US"/>
              <a:pPr>
                <a:defRPr/>
              </a:pPr>
              <a:t>‹#›</a:t>
            </a:fld>
            <a:endParaRPr lang="en-US"/>
          </a:p>
        </p:txBody>
      </p:sp>
    </p:spTree>
    <p:extLst>
      <p:ext uri="{BB962C8B-B14F-4D97-AF65-F5344CB8AC3E}">
        <p14:creationId xmlns:p14="http://schemas.microsoft.com/office/powerpoint/2010/main" val="322720407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7"/>
          <p:cNvSpPr>
            <a:spLocks noGrp="1" noChangeArrowheads="1"/>
          </p:cNvSpPr>
          <p:nvPr>
            <p:ph type="sldNum" sz="quarter" idx="5"/>
          </p:nvPr>
        </p:nvSpPr>
        <p:spPr>
          <a:noFill/>
        </p:spPr>
        <p:txBody>
          <a:bodyPr/>
          <a:lstStyle/>
          <a:p>
            <a:fld id="{85F138A2-9A9F-43C4-9156-55406755109F}" type="slidenum">
              <a:rPr lang="en-US"/>
              <a:pPr/>
              <a:t>1</a:t>
            </a:fld>
            <a:endParaRPr lang="en-US"/>
          </a:p>
        </p:txBody>
      </p:sp>
      <p:sp>
        <p:nvSpPr>
          <p:cNvPr id="135171" name="Rectangle 2"/>
          <p:cNvSpPr>
            <a:spLocks noGrp="1" noRot="1" noChangeAspect="1" noChangeArrowheads="1" noTextEdit="1"/>
          </p:cNvSpPr>
          <p:nvPr>
            <p:ph type="sldImg"/>
          </p:nvPr>
        </p:nvSpPr>
        <p:spPr>
          <a:xfrm>
            <a:off x="2028825" y="317500"/>
            <a:ext cx="2927350" cy="2197100"/>
          </a:xfrm>
          <a:ln/>
        </p:spPr>
      </p:sp>
      <p:sp>
        <p:nvSpPr>
          <p:cNvPr id="135172" name="Rectangle 3"/>
          <p:cNvSpPr>
            <a:spLocks noGrp="1" noChangeArrowheads="1"/>
          </p:cNvSpPr>
          <p:nvPr>
            <p:ph type="body" idx="1"/>
          </p:nvPr>
        </p:nvSpPr>
        <p:spPr>
          <a:xfrm>
            <a:off x="508000" y="2667000"/>
            <a:ext cx="6096000" cy="8890000"/>
          </a:xfrm>
          <a:noFill/>
          <a:ln/>
        </p:spPr>
        <p:txBody>
          <a:bodyPr lIns="0" tIns="0" rIns="0" bIns="0"/>
          <a:lstStyle/>
          <a:p>
            <a:pPr eaLnBrk="1" hangingPunct="1">
              <a:spcBef>
                <a:spcPct val="40000"/>
              </a:spcBef>
            </a:pPr>
            <a:r>
              <a:rPr lang="en-US" sz="900"/>
              <a:t>Image does not show in workbook. Workshop title display only.</a:t>
            </a:r>
          </a:p>
          <a:p>
            <a:pPr eaLnBrk="1" hangingPunct="1">
              <a:spcBef>
                <a:spcPct val="40000"/>
              </a:spcBef>
            </a:pPr>
            <a:r>
              <a:rPr lang="en-US" sz="900" b="1"/>
              <a:t>Note: </a:t>
            </a:r>
            <a:r>
              <a:rPr lang="en-US" sz="900"/>
              <a:t>Instructor should fill in name, APMP accreditation, and title.</a:t>
            </a:r>
          </a:p>
          <a:p>
            <a:pPr eaLnBrk="1" hangingPunct="1">
              <a:spcBef>
                <a:spcPct val="40000"/>
              </a:spcBef>
            </a:pPr>
            <a:r>
              <a:rPr lang="en-US" sz="900"/>
              <a:t>###</a:t>
            </a: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 name="Picture 5" descr="SA Title Slide_Enable.jpg"/>
          <p:cNvPicPr>
            <a:picLocks noChangeAspect="1"/>
          </p:cNvPicPr>
          <p:nvPr userDrawn="1"/>
        </p:nvPicPr>
        <p:blipFill>
          <a:blip r:embed="rId2" cstate="print"/>
          <a:stretch>
            <a:fillRect/>
          </a:stretch>
        </p:blipFill>
        <p:spPr>
          <a:xfrm>
            <a:off x="0" y="0"/>
            <a:ext cx="9144000" cy="6858000"/>
          </a:xfrm>
          <a:prstGeom prst="rect">
            <a:avLst/>
          </a:prstGeom>
        </p:spPr>
      </p:pic>
      <p:sp>
        <p:nvSpPr>
          <p:cNvPr id="290819" name="Rectangle 3"/>
          <p:cNvSpPr>
            <a:spLocks noGrp="1" noChangeArrowheads="1"/>
          </p:cNvSpPr>
          <p:nvPr>
            <p:ph type="ctrTitle"/>
          </p:nvPr>
        </p:nvSpPr>
        <p:spPr>
          <a:xfrm>
            <a:off x="1289050" y="1330325"/>
            <a:ext cx="7169150" cy="1736725"/>
          </a:xfrm>
        </p:spPr>
        <p:txBody>
          <a:bodyPr/>
          <a:lstStyle>
            <a:lvl1pPr>
              <a:defRPr sz="3600"/>
            </a:lvl1pPr>
          </a:lstStyle>
          <a:p>
            <a:r>
              <a:rPr lang="en-US"/>
              <a:t>Click to edit Master title style</a:t>
            </a:r>
          </a:p>
        </p:txBody>
      </p:sp>
      <p:sp>
        <p:nvSpPr>
          <p:cNvPr id="290820" name="Rectangle 4"/>
          <p:cNvSpPr>
            <a:spLocks noGrp="1" noChangeArrowheads="1"/>
          </p:cNvSpPr>
          <p:nvPr>
            <p:ph type="subTitle" idx="1"/>
          </p:nvPr>
        </p:nvSpPr>
        <p:spPr>
          <a:xfrm>
            <a:off x="1301750" y="3429000"/>
            <a:ext cx="7154863" cy="1752600"/>
          </a:xfrm>
        </p:spPr>
        <p:txBody>
          <a:bodyPr/>
          <a:lstStyle>
            <a:lvl1pPr marL="0" indent="0">
              <a:buFont typeface="Wingdings" pitchFamily="2" charset="2"/>
              <a:buNone/>
              <a:defRPr i="1">
                <a:solidFill>
                  <a:schemeClr val="bg2"/>
                </a:solidFill>
              </a:defRPr>
            </a:lvl1pPr>
          </a:lstStyle>
          <a:p>
            <a:r>
              <a:rPr lang="en-US"/>
              <a:t>Click to edit Master subtitle style</a:t>
            </a:r>
          </a:p>
        </p:txBody>
      </p:sp>
      <p:sp>
        <p:nvSpPr>
          <p:cNvPr id="5" name="Rectangle 5"/>
          <p:cNvSpPr>
            <a:spLocks noGrp="1" noChangeArrowheads="1"/>
          </p:cNvSpPr>
          <p:nvPr>
            <p:ph type="sldNum" sz="quarter" idx="10"/>
          </p:nvPr>
        </p:nvSpPr>
        <p:spPr>
          <a:xfrm>
            <a:off x="6553200" y="6245225"/>
            <a:ext cx="2133600" cy="476250"/>
          </a:xfrm>
        </p:spPr>
        <p:txBody>
          <a:bodyPr/>
          <a:lstStyle>
            <a:lvl1pPr>
              <a:defRPr>
                <a:solidFill>
                  <a:schemeClr val="bg1"/>
                </a:solidFill>
              </a:defRPr>
            </a:lvl1pPr>
          </a:lstStyle>
          <a:p>
            <a:pPr>
              <a:defRPr/>
            </a:pPr>
            <a:fld id="{14065FF8-6F4C-49BB-966E-796DC9A52FE2}" type="slidenum">
              <a:rPr lang="en-US"/>
              <a:pPr>
                <a:defRPr/>
              </a:pPr>
              <a:t>‹#›</a:t>
            </a:fld>
            <a:endParaRPr lang="en-US"/>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p:cNvSpPr>
            <a:spLocks noGrp="1" noChangeArrowheads="1"/>
          </p:cNvSpPr>
          <p:nvPr>
            <p:ph type="sldNum" sz="quarter" idx="10"/>
          </p:nvPr>
        </p:nvSpPr>
        <p:spPr>
          <a:ln/>
        </p:spPr>
        <p:txBody>
          <a:bodyPr/>
          <a:lstStyle>
            <a:lvl1pPr>
              <a:defRPr/>
            </a:lvl1pPr>
          </a:lstStyle>
          <a:p>
            <a:pPr>
              <a:defRPr/>
            </a:pPr>
            <a:fld id="{3DEF7411-6033-4B0F-9110-3B6A93FFBF6A}"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5"/>
          <p:cNvSpPr>
            <a:spLocks noGrp="1" noChangeArrowheads="1"/>
          </p:cNvSpPr>
          <p:nvPr>
            <p:ph type="sldNum" sz="quarter" idx="10"/>
          </p:nvPr>
        </p:nvSpPr>
        <p:spPr>
          <a:ln/>
        </p:spPr>
        <p:txBody>
          <a:bodyPr/>
          <a:lstStyle>
            <a:lvl1pPr>
              <a:defRPr/>
            </a:lvl1pPr>
          </a:lstStyle>
          <a:p>
            <a:pPr>
              <a:defRPr/>
            </a:pPr>
            <a:fld id="{9B7A37A9-DBF1-42AF-842B-047BC4D0C8D0}"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50813" y="1857375"/>
            <a:ext cx="4344987" cy="44354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857375"/>
            <a:ext cx="4344988" cy="44354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p:cNvSpPr>
            <a:spLocks noGrp="1" noChangeArrowheads="1"/>
          </p:cNvSpPr>
          <p:nvPr>
            <p:ph type="sldNum" sz="quarter" idx="10"/>
          </p:nvPr>
        </p:nvSpPr>
        <p:spPr>
          <a:ln/>
        </p:spPr>
        <p:txBody>
          <a:bodyPr/>
          <a:lstStyle>
            <a:lvl1pPr>
              <a:defRPr/>
            </a:lvl1pPr>
          </a:lstStyle>
          <a:p>
            <a:pPr>
              <a:defRPr/>
            </a:pPr>
            <a:fld id="{E65D84C7-2A79-4526-8275-8BCA725997E1}"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5"/>
          <p:cNvSpPr>
            <a:spLocks noGrp="1" noChangeArrowheads="1"/>
          </p:cNvSpPr>
          <p:nvPr>
            <p:ph type="sldNum" sz="quarter" idx="10"/>
          </p:nvPr>
        </p:nvSpPr>
        <p:spPr>
          <a:ln/>
        </p:spPr>
        <p:txBody>
          <a:bodyPr/>
          <a:lstStyle>
            <a:lvl1pPr>
              <a:defRPr/>
            </a:lvl1pPr>
          </a:lstStyle>
          <a:p>
            <a:pPr>
              <a:defRPr/>
            </a:pPr>
            <a:fld id="{096E29D8-D105-4881-8580-24DAA10E9257}"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5"/>
          <p:cNvSpPr>
            <a:spLocks noGrp="1" noChangeArrowheads="1"/>
          </p:cNvSpPr>
          <p:nvPr>
            <p:ph type="sldNum" sz="quarter" idx="10"/>
          </p:nvPr>
        </p:nvSpPr>
        <p:spPr>
          <a:ln/>
        </p:spPr>
        <p:txBody>
          <a:bodyPr/>
          <a:lstStyle>
            <a:lvl1pPr>
              <a:defRPr/>
            </a:lvl1pPr>
          </a:lstStyle>
          <a:p>
            <a:pPr>
              <a:defRPr/>
            </a:pPr>
            <a:fld id="{3A2DD148-2D2C-4453-8ED7-689C9B6B5861}"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5"/>
          <p:cNvSpPr>
            <a:spLocks noGrp="1" noChangeArrowheads="1"/>
          </p:cNvSpPr>
          <p:nvPr>
            <p:ph type="sldNum" sz="quarter" idx="10"/>
          </p:nvPr>
        </p:nvSpPr>
        <p:spPr>
          <a:ln/>
        </p:spPr>
        <p:txBody>
          <a:bodyPr/>
          <a:lstStyle>
            <a:lvl1pPr>
              <a:defRPr/>
            </a:lvl1pPr>
          </a:lstStyle>
          <a:p>
            <a:pPr>
              <a:defRPr/>
            </a:pPr>
            <a:fld id="{2020733E-B941-473D-8752-2771E44DB8BA}"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p:cNvSpPr>
            <a:spLocks noGrp="1" noChangeArrowheads="1"/>
          </p:cNvSpPr>
          <p:nvPr>
            <p:ph type="sldNum" sz="quarter" idx="10"/>
          </p:nvPr>
        </p:nvSpPr>
        <p:spPr>
          <a:ln/>
        </p:spPr>
        <p:txBody>
          <a:bodyPr/>
          <a:lstStyle>
            <a:lvl1pPr>
              <a:defRPr/>
            </a:lvl1pPr>
          </a:lstStyle>
          <a:p>
            <a:pPr>
              <a:defRPr/>
            </a:pPr>
            <a:fld id="{8F178FD6-062A-4ECB-A3AB-07E7992A39EC}"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p:cNvSpPr>
            <a:spLocks noGrp="1" noChangeArrowheads="1"/>
          </p:cNvSpPr>
          <p:nvPr>
            <p:ph type="sldNum" sz="quarter" idx="10"/>
          </p:nvPr>
        </p:nvSpPr>
        <p:spPr>
          <a:ln/>
        </p:spPr>
        <p:txBody>
          <a:bodyPr/>
          <a:lstStyle>
            <a:lvl1pPr>
              <a:defRPr/>
            </a:lvl1pPr>
          </a:lstStyle>
          <a:p>
            <a:pPr>
              <a:defRPr/>
            </a:pPr>
            <a:fld id="{C3281EC6-731E-4189-BEA3-3BC501A5F86D}"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p:cNvSpPr>
            <a:spLocks noGrp="1" noChangeArrowheads="1"/>
          </p:cNvSpPr>
          <p:nvPr>
            <p:ph type="sldNum" sz="quarter" idx="10"/>
          </p:nvPr>
        </p:nvSpPr>
        <p:spPr>
          <a:ln/>
        </p:spPr>
        <p:txBody>
          <a:bodyPr/>
          <a:lstStyle>
            <a:lvl1pPr>
              <a:defRPr/>
            </a:lvl1pPr>
          </a:lstStyle>
          <a:p>
            <a:pPr>
              <a:defRPr/>
            </a:pPr>
            <a:fld id="{2667A893-C44E-4F88-A13D-4E687B6DE544}"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83388" y="839788"/>
            <a:ext cx="2209800" cy="5453062"/>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50813" y="839788"/>
            <a:ext cx="6480175" cy="54530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p:cNvSpPr>
            <a:spLocks noGrp="1" noChangeArrowheads="1"/>
          </p:cNvSpPr>
          <p:nvPr>
            <p:ph type="sldNum" sz="quarter" idx="10"/>
          </p:nvPr>
        </p:nvSpPr>
        <p:spPr>
          <a:ln/>
        </p:spPr>
        <p:txBody>
          <a:bodyPr/>
          <a:lstStyle>
            <a:lvl1pPr>
              <a:defRPr/>
            </a:lvl1pPr>
          </a:lstStyle>
          <a:p>
            <a:pPr>
              <a:defRPr/>
            </a:pPr>
            <a:fld id="{CB1F3AE1-B0A4-4947-A9DB-DB3CF60E8EA8}" type="slidenum">
              <a:rPr lang="en-US"/>
              <a:pPr>
                <a:defRPr/>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150813" y="839788"/>
            <a:ext cx="8831262" cy="914400"/>
          </a:xfrm>
        </p:spPr>
        <p:txBody>
          <a:bodyPr/>
          <a:lstStyle/>
          <a:p>
            <a:r>
              <a:rPr lang="en-US"/>
              <a:t>Click to edit Master title style</a:t>
            </a:r>
          </a:p>
        </p:txBody>
      </p:sp>
      <p:sp>
        <p:nvSpPr>
          <p:cNvPr id="3" name="Table Placeholder 2"/>
          <p:cNvSpPr>
            <a:spLocks noGrp="1"/>
          </p:cNvSpPr>
          <p:nvPr>
            <p:ph type="tbl" idx="1"/>
          </p:nvPr>
        </p:nvSpPr>
        <p:spPr>
          <a:xfrm>
            <a:off x="150813" y="1857375"/>
            <a:ext cx="8842375" cy="4435475"/>
          </a:xfrm>
        </p:spPr>
        <p:txBody>
          <a:bodyPr/>
          <a:lstStyle/>
          <a:p>
            <a:pPr lvl="0"/>
            <a:r>
              <a:rPr lang="en-US" noProof="0"/>
              <a:t>Click icon to add table</a:t>
            </a:r>
          </a:p>
        </p:txBody>
      </p:sp>
      <p:sp>
        <p:nvSpPr>
          <p:cNvPr id="4" name="Rectangle 5"/>
          <p:cNvSpPr>
            <a:spLocks noGrp="1" noChangeArrowheads="1"/>
          </p:cNvSpPr>
          <p:nvPr>
            <p:ph type="sldNum" sz="quarter" idx="10"/>
          </p:nvPr>
        </p:nvSpPr>
        <p:spPr>
          <a:ln/>
        </p:spPr>
        <p:txBody>
          <a:bodyPr/>
          <a:lstStyle>
            <a:lvl1pPr>
              <a:defRPr/>
            </a:lvl1pPr>
          </a:lstStyle>
          <a:p>
            <a:pPr>
              <a:defRPr/>
            </a:pPr>
            <a:fld id="{B06765EB-40EE-490A-B1F5-8660D77A275F}" type="slidenum">
              <a:rPr lang="en-US"/>
              <a:pPr>
                <a:defRPr/>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50813" y="839788"/>
            <a:ext cx="8831262" cy="914400"/>
          </a:xfrm>
        </p:spPr>
        <p:txBody>
          <a:bodyPr/>
          <a:lstStyle/>
          <a:p>
            <a:r>
              <a:rPr lang="en-US"/>
              <a:t>Click to edit Master title style</a:t>
            </a:r>
          </a:p>
        </p:txBody>
      </p:sp>
      <p:sp>
        <p:nvSpPr>
          <p:cNvPr id="3" name="Text Placeholder 2"/>
          <p:cNvSpPr>
            <a:spLocks noGrp="1"/>
          </p:cNvSpPr>
          <p:nvPr>
            <p:ph type="body" sz="half" idx="1"/>
          </p:nvPr>
        </p:nvSpPr>
        <p:spPr>
          <a:xfrm>
            <a:off x="150813" y="1857375"/>
            <a:ext cx="4344987" cy="44354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857375"/>
            <a:ext cx="4344988" cy="44354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p:cNvSpPr>
            <a:spLocks noGrp="1" noChangeArrowheads="1"/>
          </p:cNvSpPr>
          <p:nvPr>
            <p:ph type="sldNum" sz="quarter" idx="10"/>
          </p:nvPr>
        </p:nvSpPr>
        <p:spPr>
          <a:ln/>
        </p:spPr>
        <p:txBody>
          <a:bodyPr/>
          <a:lstStyle>
            <a:lvl1pPr>
              <a:defRPr/>
            </a:lvl1pPr>
          </a:lstStyle>
          <a:p>
            <a:pPr>
              <a:defRPr/>
            </a:pPr>
            <a:fld id="{B943FF10-EC4A-4B6D-9E6D-98EA19222A49}" type="slidenum">
              <a:rPr lang="en-US"/>
              <a:pPr>
                <a:defRPr/>
              </a:pPr>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OverObj" preserve="1">
  <p:cSld name="Title and Text over Content">
    <p:spTree>
      <p:nvGrpSpPr>
        <p:cNvPr id="1" name=""/>
        <p:cNvGrpSpPr/>
        <p:nvPr/>
      </p:nvGrpSpPr>
      <p:grpSpPr>
        <a:xfrm>
          <a:off x="0" y="0"/>
          <a:ext cx="0" cy="0"/>
          <a:chOff x="0" y="0"/>
          <a:chExt cx="0" cy="0"/>
        </a:xfrm>
      </p:grpSpPr>
      <p:sp>
        <p:nvSpPr>
          <p:cNvPr id="2" name="Title 1"/>
          <p:cNvSpPr>
            <a:spLocks noGrp="1"/>
          </p:cNvSpPr>
          <p:nvPr>
            <p:ph type="title"/>
          </p:nvPr>
        </p:nvSpPr>
        <p:spPr>
          <a:xfrm>
            <a:off x="150813" y="839788"/>
            <a:ext cx="8831262" cy="914400"/>
          </a:xfrm>
        </p:spPr>
        <p:txBody>
          <a:bodyPr/>
          <a:lstStyle/>
          <a:p>
            <a:r>
              <a:rPr lang="en-US"/>
              <a:t>Click to edit Master title style</a:t>
            </a:r>
          </a:p>
        </p:txBody>
      </p:sp>
      <p:sp>
        <p:nvSpPr>
          <p:cNvPr id="3" name="Text Placeholder 2"/>
          <p:cNvSpPr>
            <a:spLocks noGrp="1"/>
          </p:cNvSpPr>
          <p:nvPr>
            <p:ph type="body" sz="half" idx="1"/>
          </p:nvPr>
        </p:nvSpPr>
        <p:spPr>
          <a:xfrm>
            <a:off x="150813" y="1857375"/>
            <a:ext cx="8842375" cy="21415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150813" y="4151313"/>
            <a:ext cx="8842375" cy="21415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p:cNvSpPr>
            <a:spLocks noGrp="1" noChangeArrowheads="1"/>
          </p:cNvSpPr>
          <p:nvPr>
            <p:ph type="sldNum" sz="quarter" idx="10"/>
          </p:nvPr>
        </p:nvSpPr>
        <p:spPr>
          <a:ln/>
        </p:spPr>
        <p:txBody>
          <a:bodyPr/>
          <a:lstStyle>
            <a:lvl1pPr>
              <a:defRPr/>
            </a:lvl1pPr>
          </a:lstStyle>
          <a:p>
            <a:pPr>
              <a:defRPr/>
            </a:pPr>
            <a:fld id="{36974055-7599-4283-831D-B8FF57BA6F35}"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6" name="Picture 5" descr="SA Secondary Slide_Enable.jpg"/>
          <p:cNvPicPr>
            <a:picLocks noChangeAspect="1"/>
          </p:cNvPicPr>
          <p:nvPr/>
        </p:nvPicPr>
        <p:blipFill>
          <a:blip r:embed="rId16" cstate="print"/>
          <a:stretch>
            <a:fillRect/>
          </a:stretch>
        </p:blipFill>
        <p:spPr>
          <a:xfrm>
            <a:off x="0" y="0"/>
            <a:ext cx="9146981" cy="6858000"/>
          </a:xfrm>
          <a:prstGeom prst="rect">
            <a:avLst/>
          </a:prstGeom>
        </p:spPr>
      </p:pic>
      <p:sp>
        <p:nvSpPr>
          <p:cNvPr id="1027" name="Rectangle 3"/>
          <p:cNvSpPr>
            <a:spLocks noGrp="1" noChangeArrowheads="1"/>
          </p:cNvSpPr>
          <p:nvPr>
            <p:ph type="title"/>
          </p:nvPr>
        </p:nvSpPr>
        <p:spPr bwMode="auto">
          <a:xfrm>
            <a:off x="150813" y="839788"/>
            <a:ext cx="8831262" cy="9144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8" name="Rectangle 4"/>
          <p:cNvSpPr>
            <a:spLocks noGrp="1" noChangeArrowheads="1"/>
          </p:cNvSpPr>
          <p:nvPr>
            <p:ph type="body" idx="1"/>
          </p:nvPr>
        </p:nvSpPr>
        <p:spPr bwMode="auto">
          <a:xfrm>
            <a:off x="150813" y="1857375"/>
            <a:ext cx="8842375" cy="443547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Rectangle 5"/>
          <p:cNvSpPr>
            <a:spLocks noGrp="1" noChangeArrowheads="1"/>
          </p:cNvSpPr>
          <p:nvPr>
            <p:ph type="sldNum" sz="quarter" idx="4"/>
          </p:nvPr>
        </p:nvSpPr>
        <p:spPr bwMode="auto">
          <a:xfrm>
            <a:off x="0" y="6534150"/>
            <a:ext cx="685800" cy="323850"/>
          </a:xfrm>
          <a:prstGeom prst="rect">
            <a:avLst/>
          </a:prstGeom>
          <a:noFill/>
          <a:ln>
            <a:miter lim="800000"/>
            <a:headEnd/>
            <a:tailEnd/>
          </a:ln>
        </p:spPr>
        <p:txBody>
          <a:bodyPr vert="horz" wrap="square" lIns="91440" tIns="45720" rIns="91440" bIns="45720" numCol="1" anchor="t" anchorCtr="0" compatLnSpc="1">
            <a:prstTxWarp prst="textNoShape">
              <a:avLst/>
            </a:prstTxWarp>
          </a:bodyPr>
          <a:lstStyle>
            <a:lvl1pPr algn="ctr">
              <a:defRPr sz="1000">
                <a:solidFill>
                  <a:srgbClr val="005B92"/>
                </a:solidFill>
              </a:defRPr>
            </a:lvl1pPr>
          </a:lstStyle>
          <a:p>
            <a:pPr>
              <a:defRPr/>
            </a:pPr>
            <a:fld id="{2ADC7758-EED9-4D22-B541-EA33135FB97B}"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82" r:id="rId1"/>
    <p:sldLayoutId id="2147483683" r:id="rId2"/>
    <p:sldLayoutId id="2147483684" r:id="rId3"/>
    <p:sldLayoutId id="2147483685" r:id="rId4"/>
    <p:sldLayoutId id="2147483686" r:id="rId5"/>
    <p:sldLayoutId id="2147483687" r:id="rId6"/>
    <p:sldLayoutId id="2147483688" r:id="rId7"/>
    <p:sldLayoutId id="2147483689" r:id="rId8"/>
    <p:sldLayoutId id="2147483690" r:id="rId9"/>
    <p:sldLayoutId id="2147483691" r:id="rId10"/>
    <p:sldLayoutId id="2147483692" r:id="rId11"/>
    <p:sldLayoutId id="2147483693" r:id="rId12"/>
    <p:sldLayoutId id="2147483694" r:id="rId13"/>
    <p:sldLayoutId id="2147483695" r:id="rId14"/>
  </p:sldLayoutIdLst>
  <p:hf hdr="0" ftr="0" dt="0"/>
  <p:txStyles>
    <p:titleStyle>
      <a:lvl1pPr algn="l" rtl="0" eaLnBrk="1" fontAlgn="base" hangingPunct="1">
        <a:spcBef>
          <a:spcPct val="0"/>
        </a:spcBef>
        <a:spcAft>
          <a:spcPct val="0"/>
        </a:spcAft>
        <a:defRPr sz="3000" b="1">
          <a:solidFill>
            <a:srgbClr val="005B92"/>
          </a:solidFill>
          <a:latin typeface="+mj-lt"/>
          <a:ea typeface="+mj-ea"/>
          <a:cs typeface="+mj-cs"/>
        </a:defRPr>
      </a:lvl1pPr>
      <a:lvl2pPr algn="l" rtl="0" eaLnBrk="1" fontAlgn="base" hangingPunct="1">
        <a:spcBef>
          <a:spcPct val="0"/>
        </a:spcBef>
        <a:spcAft>
          <a:spcPct val="0"/>
        </a:spcAft>
        <a:defRPr sz="3000" b="1">
          <a:solidFill>
            <a:srgbClr val="005B92"/>
          </a:solidFill>
          <a:latin typeface="Calibri" pitchFamily="34" charset="0"/>
        </a:defRPr>
      </a:lvl2pPr>
      <a:lvl3pPr algn="l" rtl="0" eaLnBrk="1" fontAlgn="base" hangingPunct="1">
        <a:spcBef>
          <a:spcPct val="0"/>
        </a:spcBef>
        <a:spcAft>
          <a:spcPct val="0"/>
        </a:spcAft>
        <a:defRPr sz="3000" b="1">
          <a:solidFill>
            <a:srgbClr val="005B92"/>
          </a:solidFill>
          <a:latin typeface="Calibri" pitchFamily="34" charset="0"/>
        </a:defRPr>
      </a:lvl3pPr>
      <a:lvl4pPr algn="l" rtl="0" eaLnBrk="1" fontAlgn="base" hangingPunct="1">
        <a:spcBef>
          <a:spcPct val="0"/>
        </a:spcBef>
        <a:spcAft>
          <a:spcPct val="0"/>
        </a:spcAft>
        <a:defRPr sz="3000" b="1">
          <a:solidFill>
            <a:srgbClr val="005B92"/>
          </a:solidFill>
          <a:latin typeface="Calibri" pitchFamily="34" charset="0"/>
        </a:defRPr>
      </a:lvl4pPr>
      <a:lvl5pPr algn="l" rtl="0" eaLnBrk="1" fontAlgn="base" hangingPunct="1">
        <a:spcBef>
          <a:spcPct val="0"/>
        </a:spcBef>
        <a:spcAft>
          <a:spcPct val="0"/>
        </a:spcAft>
        <a:defRPr sz="3000" b="1">
          <a:solidFill>
            <a:srgbClr val="005B92"/>
          </a:solidFill>
          <a:latin typeface="Calibri" pitchFamily="34" charset="0"/>
        </a:defRPr>
      </a:lvl5pPr>
      <a:lvl6pPr marL="457200" algn="l" rtl="0" eaLnBrk="1" fontAlgn="base" hangingPunct="1">
        <a:spcBef>
          <a:spcPct val="0"/>
        </a:spcBef>
        <a:spcAft>
          <a:spcPct val="0"/>
        </a:spcAft>
        <a:defRPr sz="3000" b="1">
          <a:solidFill>
            <a:srgbClr val="005B92"/>
          </a:solidFill>
          <a:latin typeface="Calibri" pitchFamily="34" charset="0"/>
        </a:defRPr>
      </a:lvl6pPr>
      <a:lvl7pPr marL="914400" algn="l" rtl="0" eaLnBrk="1" fontAlgn="base" hangingPunct="1">
        <a:spcBef>
          <a:spcPct val="0"/>
        </a:spcBef>
        <a:spcAft>
          <a:spcPct val="0"/>
        </a:spcAft>
        <a:defRPr sz="3000" b="1">
          <a:solidFill>
            <a:srgbClr val="005B92"/>
          </a:solidFill>
          <a:latin typeface="Calibri" pitchFamily="34" charset="0"/>
        </a:defRPr>
      </a:lvl7pPr>
      <a:lvl8pPr marL="1371600" algn="l" rtl="0" eaLnBrk="1" fontAlgn="base" hangingPunct="1">
        <a:spcBef>
          <a:spcPct val="0"/>
        </a:spcBef>
        <a:spcAft>
          <a:spcPct val="0"/>
        </a:spcAft>
        <a:defRPr sz="3000" b="1">
          <a:solidFill>
            <a:srgbClr val="005B92"/>
          </a:solidFill>
          <a:latin typeface="Calibri" pitchFamily="34" charset="0"/>
        </a:defRPr>
      </a:lvl8pPr>
      <a:lvl9pPr marL="1828800" algn="l" rtl="0" eaLnBrk="1" fontAlgn="base" hangingPunct="1">
        <a:spcBef>
          <a:spcPct val="0"/>
        </a:spcBef>
        <a:spcAft>
          <a:spcPct val="0"/>
        </a:spcAft>
        <a:defRPr sz="3000" b="1">
          <a:solidFill>
            <a:srgbClr val="005B92"/>
          </a:solidFill>
          <a:latin typeface="Calibri" pitchFamily="34" charset="0"/>
        </a:defRPr>
      </a:lvl9pPr>
    </p:titleStyle>
    <p:bodyStyle>
      <a:lvl1pPr marL="342900" indent="-342900" algn="l" rtl="0" eaLnBrk="1" fontAlgn="base" hangingPunct="1">
        <a:spcBef>
          <a:spcPct val="0"/>
        </a:spcBef>
        <a:spcAft>
          <a:spcPct val="50000"/>
        </a:spcAft>
        <a:buClr>
          <a:srgbClr val="005B92"/>
        </a:buClr>
        <a:buFont typeface="Wingdings" pitchFamily="2" charset="2"/>
        <a:buChar char="§"/>
        <a:defRPr sz="2600">
          <a:solidFill>
            <a:schemeClr val="tx1"/>
          </a:solidFill>
          <a:latin typeface="+mn-lt"/>
          <a:ea typeface="+mn-ea"/>
          <a:cs typeface="+mn-cs"/>
        </a:defRPr>
      </a:lvl1pPr>
      <a:lvl2pPr marL="742950" indent="-285750" algn="l" rtl="0" eaLnBrk="1" fontAlgn="base" hangingPunct="1">
        <a:spcBef>
          <a:spcPct val="0"/>
        </a:spcBef>
        <a:spcAft>
          <a:spcPct val="50000"/>
        </a:spcAft>
        <a:buClr>
          <a:srgbClr val="005B92"/>
        </a:buClr>
        <a:buSzPct val="105000"/>
        <a:buChar char="•"/>
        <a:defRPr sz="2400">
          <a:solidFill>
            <a:schemeClr val="tx1"/>
          </a:solidFill>
          <a:latin typeface="+mn-lt"/>
        </a:defRPr>
      </a:lvl2pPr>
      <a:lvl3pPr marL="1143000" indent="-228600" algn="l" rtl="0" eaLnBrk="1" fontAlgn="base" hangingPunct="1">
        <a:spcBef>
          <a:spcPct val="0"/>
        </a:spcBef>
        <a:spcAft>
          <a:spcPct val="50000"/>
        </a:spcAft>
        <a:buClr>
          <a:srgbClr val="005B92"/>
        </a:buClr>
        <a:buFont typeface="Arial" charset="0"/>
        <a:buChar char="–"/>
        <a:defRPr sz="2200">
          <a:solidFill>
            <a:schemeClr val="tx1"/>
          </a:solidFill>
          <a:latin typeface="+mn-lt"/>
        </a:defRPr>
      </a:lvl3pPr>
      <a:lvl4pPr marL="1600200" indent="-228600" algn="l" rtl="0" eaLnBrk="1" fontAlgn="base" hangingPunct="1">
        <a:spcBef>
          <a:spcPct val="0"/>
        </a:spcBef>
        <a:spcAft>
          <a:spcPct val="50000"/>
        </a:spcAft>
        <a:buClr>
          <a:srgbClr val="808080"/>
        </a:buClr>
        <a:buFont typeface="Arial" charset="0"/>
        <a:buChar char="–"/>
        <a:defRPr>
          <a:solidFill>
            <a:schemeClr val="tx1"/>
          </a:solidFill>
          <a:latin typeface="+mn-lt"/>
        </a:defRPr>
      </a:lvl4pPr>
      <a:lvl5pPr marL="2057400" indent="-228600" algn="l" rtl="0" eaLnBrk="1" fontAlgn="base" hangingPunct="1">
        <a:spcBef>
          <a:spcPct val="0"/>
        </a:spcBef>
        <a:spcAft>
          <a:spcPct val="50000"/>
        </a:spcAft>
        <a:buChar char="»"/>
        <a:defRPr>
          <a:solidFill>
            <a:srgbClr val="808080"/>
          </a:solidFill>
          <a:latin typeface="+mn-lt"/>
        </a:defRPr>
      </a:lvl5pPr>
      <a:lvl6pPr marL="2514600" indent="-228600" algn="l" rtl="0" eaLnBrk="1" fontAlgn="base" hangingPunct="1">
        <a:spcBef>
          <a:spcPct val="0"/>
        </a:spcBef>
        <a:spcAft>
          <a:spcPct val="50000"/>
        </a:spcAft>
        <a:buChar char="»"/>
        <a:defRPr>
          <a:solidFill>
            <a:srgbClr val="808080"/>
          </a:solidFill>
          <a:latin typeface="+mn-lt"/>
        </a:defRPr>
      </a:lvl6pPr>
      <a:lvl7pPr marL="2971800" indent="-228600" algn="l" rtl="0" eaLnBrk="1" fontAlgn="base" hangingPunct="1">
        <a:spcBef>
          <a:spcPct val="0"/>
        </a:spcBef>
        <a:spcAft>
          <a:spcPct val="50000"/>
        </a:spcAft>
        <a:buChar char="»"/>
        <a:defRPr>
          <a:solidFill>
            <a:srgbClr val="808080"/>
          </a:solidFill>
          <a:latin typeface="+mn-lt"/>
        </a:defRPr>
      </a:lvl7pPr>
      <a:lvl8pPr marL="3429000" indent="-228600" algn="l" rtl="0" eaLnBrk="1" fontAlgn="base" hangingPunct="1">
        <a:spcBef>
          <a:spcPct val="0"/>
        </a:spcBef>
        <a:spcAft>
          <a:spcPct val="50000"/>
        </a:spcAft>
        <a:buChar char="»"/>
        <a:defRPr>
          <a:solidFill>
            <a:srgbClr val="808080"/>
          </a:solidFill>
          <a:latin typeface="+mn-lt"/>
        </a:defRPr>
      </a:lvl8pPr>
      <a:lvl9pPr marL="3886200" indent="-228600" algn="l" rtl="0" eaLnBrk="1" fontAlgn="base" hangingPunct="1">
        <a:spcBef>
          <a:spcPct val="0"/>
        </a:spcBef>
        <a:spcAft>
          <a:spcPct val="50000"/>
        </a:spcAft>
        <a:buChar char="»"/>
        <a:defRPr>
          <a:solidFill>
            <a:srgbClr val="808080"/>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38" name="Rectangle 18"/>
          <p:cNvSpPr>
            <a:spLocks noGrp="1" noChangeArrowheads="1"/>
          </p:cNvSpPr>
          <p:nvPr>
            <p:ph type="ctrTitle"/>
          </p:nvPr>
        </p:nvSpPr>
        <p:spPr/>
        <p:txBody>
          <a:bodyPr/>
          <a:lstStyle/>
          <a:p>
            <a:r>
              <a:rPr lang="en-US" dirty="0"/>
              <a:t>Opportunity Win Strategies: How Competitor Can Win</a:t>
            </a:r>
          </a:p>
        </p:txBody>
      </p:sp>
      <p:sp>
        <p:nvSpPr>
          <p:cNvPr id="5139" name="Rectangle 19"/>
          <p:cNvSpPr>
            <a:spLocks noGrp="1" noChangeArrowheads="1"/>
          </p:cNvSpPr>
          <p:nvPr>
            <p:ph type="subTitle" idx="1"/>
          </p:nvPr>
        </p:nvSpPr>
        <p:spPr/>
        <p:txBody>
          <a:bodyPr/>
          <a:lstStyle/>
          <a:p>
            <a:r>
              <a:rPr lang="en-US" dirty="0"/>
              <a:t>Opportunity Name</a:t>
            </a:r>
          </a:p>
          <a:p>
            <a:r>
              <a:rPr lang="en-US" dirty="0"/>
              <a:t>Date</a:t>
            </a:r>
          </a:p>
          <a:p>
            <a:endParaRPr lang="en-US" dirty="0"/>
          </a:p>
        </p:txBody>
      </p:sp>
      <p:sp>
        <p:nvSpPr>
          <p:cNvPr id="5122" name="Rectangle 5"/>
          <p:cNvSpPr>
            <a:spLocks noGrp="1" noChangeArrowheads="1"/>
          </p:cNvSpPr>
          <p:nvPr>
            <p:ph type="sldNum" sz="quarter" idx="10"/>
          </p:nvPr>
        </p:nvSpPr>
        <p:spPr>
          <a:xfrm>
            <a:off x="0" y="6534150"/>
            <a:ext cx="685800" cy="323850"/>
          </a:xfrm>
          <a:noFill/>
        </p:spPr>
        <p:txBody>
          <a:bodyPr/>
          <a:lstStyle/>
          <a:p>
            <a:fld id="{CDC62B60-F9F0-4990-86CA-B5FF474FD109}" type="slidenum">
              <a:rPr lang="en-US">
                <a:solidFill>
                  <a:srgbClr val="005B92"/>
                </a:solidFill>
              </a:rPr>
              <a:pPr/>
              <a:t>1</a:t>
            </a:fld>
            <a:endParaRPr lang="en-US">
              <a:solidFill>
                <a:srgbClr val="005B92"/>
              </a:solidFill>
            </a:endParaRPr>
          </a:p>
        </p:txBody>
      </p:sp>
    </p:spTree>
  </p:cSld>
  <p:clrMapOvr>
    <a:masterClrMapping/>
  </p:clrMapOvr>
  <p:transition spd="med">
    <p:fade thruBlk="1"/>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0813" y="451168"/>
            <a:ext cx="8831262" cy="914400"/>
          </a:xfrm>
        </p:spPr>
        <p:txBody>
          <a:bodyPr/>
          <a:lstStyle/>
          <a:p>
            <a:r>
              <a:rPr lang="en-US" dirty="0"/>
              <a:t>Process</a:t>
            </a:r>
          </a:p>
        </p:txBody>
      </p:sp>
      <p:sp>
        <p:nvSpPr>
          <p:cNvPr id="3" name="Content Placeholder 2"/>
          <p:cNvSpPr>
            <a:spLocks noGrp="1"/>
          </p:cNvSpPr>
          <p:nvPr>
            <p:ph idx="1"/>
          </p:nvPr>
        </p:nvSpPr>
        <p:spPr>
          <a:xfrm>
            <a:off x="143193" y="1102995"/>
            <a:ext cx="8842375" cy="4435475"/>
          </a:xfrm>
        </p:spPr>
        <p:txBody>
          <a:bodyPr/>
          <a:lstStyle/>
          <a:p>
            <a:r>
              <a:rPr lang="en-US" sz="2400" dirty="0"/>
              <a:t>Select team of knowledgeable and competitive people</a:t>
            </a:r>
          </a:p>
          <a:p>
            <a:pPr>
              <a:spcAft>
                <a:spcPts val="0"/>
              </a:spcAft>
            </a:pPr>
            <a:r>
              <a:rPr lang="en-US" sz="2400" dirty="0"/>
              <a:t>Interview identified internal personnel to gain sense of company vulnerabilities, past performance issues, and customer comments to competitors</a:t>
            </a:r>
          </a:p>
          <a:p>
            <a:pPr>
              <a:spcAft>
                <a:spcPts val="0"/>
              </a:spcAft>
            </a:pPr>
            <a:r>
              <a:rPr lang="en-US" sz="2400" dirty="0"/>
              <a:t>Review potential strategies competitors could use to defeat S&amp;K. Consolidate best ideas under the guise of a fictional company that represents the best multiple competitors could offer.</a:t>
            </a:r>
          </a:p>
          <a:p>
            <a:pPr lvl="1"/>
            <a:endParaRPr lang="en-US" dirty="0"/>
          </a:p>
          <a:p>
            <a:pPr lvl="1"/>
            <a:endParaRPr lang="en-US" dirty="0"/>
          </a:p>
        </p:txBody>
      </p:sp>
      <p:sp>
        <p:nvSpPr>
          <p:cNvPr id="4" name="Slide Number Placeholder 3"/>
          <p:cNvSpPr>
            <a:spLocks noGrp="1"/>
          </p:cNvSpPr>
          <p:nvPr>
            <p:ph type="sldNum" sz="quarter" idx="10"/>
          </p:nvPr>
        </p:nvSpPr>
        <p:spPr/>
        <p:txBody>
          <a:bodyPr/>
          <a:lstStyle/>
          <a:p>
            <a:pPr>
              <a:defRPr/>
            </a:pPr>
            <a:fld id="{3DEF7411-6033-4B0F-9110-3B6A93FFBF6A}" type="slidenum">
              <a:rPr lang="en-US" smtClean="0"/>
              <a:pPr>
                <a:defRPr/>
              </a:pPr>
              <a:t>2</a:t>
            </a:fld>
            <a:endParaRPr lang="en-US"/>
          </a:p>
        </p:txBody>
      </p:sp>
    </p:spTree>
    <p:extLst>
      <p:ext uri="{BB962C8B-B14F-4D97-AF65-F5344CB8AC3E}">
        <p14:creationId xmlns:p14="http://schemas.microsoft.com/office/powerpoint/2010/main" val="31760168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0813" y="451168"/>
            <a:ext cx="8831262" cy="914400"/>
          </a:xfrm>
        </p:spPr>
        <p:txBody>
          <a:bodyPr/>
          <a:lstStyle/>
          <a:p>
            <a:r>
              <a:rPr lang="en-US" dirty="0"/>
              <a:t>Process</a:t>
            </a:r>
          </a:p>
        </p:txBody>
      </p:sp>
      <p:sp>
        <p:nvSpPr>
          <p:cNvPr id="3" name="Content Placeholder 2"/>
          <p:cNvSpPr>
            <a:spLocks noGrp="1"/>
          </p:cNvSpPr>
          <p:nvPr>
            <p:ph idx="1"/>
          </p:nvPr>
        </p:nvSpPr>
        <p:spPr>
          <a:xfrm>
            <a:off x="150813" y="1369695"/>
            <a:ext cx="8842375" cy="4435475"/>
          </a:xfrm>
        </p:spPr>
        <p:txBody>
          <a:bodyPr/>
          <a:lstStyle/>
          <a:p>
            <a:r>
              <a:rPr lang="en-US" dirty="0"/>
              <a:t>Develop strategies for key categories</a:t>
            </a:r>
          </a:p>
          <a:p>
            <a:pPr lvl="1">
              <a:spcAft>
                <a:spcPts val="0"/>
              </a:spcAft>
            </a:pPr>
            <a:r>
              <a:rPr lang="en-US" dirty="0"/>
              <a:t>Business Development: Gain knowledge and separate S&amp;K from customer. Focus on customer knowledge and perceptions</a:t>
            </a:r>
          </a:p>
          <a:p>
            <a:pPr lvl="1">
              <a:spcAft>
                <a:spcPts val="0"/>
              </a:spcAft>
            </a:pPr>
            <a:r>
              <a:rPr lang="en-US" dirty="0"/>
              <a:t>Capture: Position for a win through shaping and discrimination</a:t>
            </a:r>
          </a:p>
          <a:p>
            <a:pPr lvl="1">
              <a:spcAft>
                <a:spcPts val="0"/>
              </a:spcAft>
            </a:pPr>
            <a:r>
              <a:rPr lang="en-US" dirty="0"/>
              <a:t>Technical: Focus on better solutions for program success</a:t>
            </a:r>
          </a:p>
          <a:p>
            <a:pPr lvl="1">
              <a:spcAft>
                <a:spcPts val="0"/>
              </a:spcAft>
            </a:pPr>
            <a:r>
              <a:rPr lang="en-US" dirty="0"/>
              <a:t>Management: Focus on more efficiencies and reduced cost</a:t>
            </a:r>
          </a:p>
          <a:p>
            <a:pPr lvl="1">
              <a:spcAft>
                <a:spcPts val="0"/>
              </a:spcAft>
            </a:pPr>
            <a:r>
              <a:rPr lang="en-US" dirty="0"/>
              <a:t>Personnel: Better people; workforce stability</a:t>
            </a:r>
          </a:p>
          <a:p>
            <a:pPr lvl="1">
              <a:spcAft>
                <a:spcPts val="0"/>
              </a:spcAft>
            </a:pPr>
            <a:r>
              <a:rPr lang="en-US" dirty="0"/>
              <a:t>Past Performance: New ideas, less risk</a:t>
            </a:r>
          </a:p>
          <a:p>
            <a:pPr lvl="1">
              <a:spcAft>
                <a:spcPts val="0"/>
              </a:spcAft>
            </a:pPr>
            <a:r>
              <a:rPr lang="en-US" dirty="0"/>
              <a:t>Teaming: New ideas and disruptive thinking for mission performance</a:t>
            </a:r>
          </a:p>
          <a:p>
            <a:pPr lvl="1">
              <a:spcAft>
                <a:spcPts val="0"/>
              </a:spcAft>
            </a:pPr>
            <a:r>
              <a:rPr lang="en-US" dirty="0"/>
              <a:t>Transition: Reduced cost and risk</a:t>
            </a:r>
          </a:p>
          <a:p>
            <a:pPr marL="457200" lvl="1" indent="0">
              <a:buNone/>
            </a:pPr>
            <a:endParaRPr lang="en-US" dirty="0"/>
          </a:p>
          <a:p>
            <a:pPr lvl="1"/>
            <a:endParaRPr lang="en-US" dirty="0"/>
          </a:p>
          <a:p>
            <a:pPr lvl="1"/>
            <a:endParaRPr lang="en-US" dirty="0"/>
          </a:p>
        </p:txBody>
      </p:sp>
      <p:sp>
        <p:nvSpPr>
          <p:cNvPr id="4" name="Slide Number Placeholder 3"/>
          <p:cNvSpPr>
            <a:spLocks noGrp="1"/>
          </p:cNvSpPr>
          <p:nvPr>
            <p:ph type="sldNum" sz="quarter" idx="10"/>
          </p:nvPr>
        </p:nvSpPr>
        <p:spPr/>
        <p:txBody>
          <a:bodyPr/>
          <a:lstStyle/>
          <a:p>
            <a:pPr>
              <a:defRPr/>
            </a:pPr>
            <a:fld id="{3DEF7411-6033-4B0F-9110-3B6A93FFBF6A}" type="slidenum">
              <a:rPr lang="en-US" smtClean="0"/>
              <a:pPr>
                <a:defRPr/>
              </a:pPr>
              <a:t>3</a:t>
            </a:fld>
            <a:endParaRPr lang="en-US"/>
          </a:p>
        </p:txBody>
      </p:sp>
    </p:spTree>
    <p:extLst>
      <p:ext uri="{BB962C8B-B14F-4D97-AF65-F5344CB8AC3E}">
        <p14:creationId xmlns:p14="http://schemas.microsoft.com/office/powerpoint/2010/main" val="17034399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0813" y="451168"/>
            <a:ext cx="8831262" cy="914400"/>
          </a:xfrm>
        </p:spPr>
        <p:txBody>
          <a:bodyPr/>
          <a:lstStyle/>
          <a:p>
            <a:r>
              <a:rPr lang="en-US" dirty="0"/>
              <a:t>Key Customer Issues/Hot Buttons</a:t>
            </a:r>
          </a:p>
        </p:txBody>
      </p:sp>
      <p:sp>
        <p:nvSpPr>
          <p:cNvPr id="3" name="Content Placeholder 2"/>
          <p:cNvSpPr>
            <a:spLocks noGrp="1"/>
          </p:cNvSpPr>
          <p:nvPr>
            <p:ph idx="1"/>
          </p:nvPr>
        </p:nvSpPr>
        <p:spPr>
          <a:xfrm>
            <a:off x="158433" y="1247775"/>
            <a:ext cx="8842375" cy="4435475"/>
          </a:xfrm>
        </p:spPr>
        <p:txBody>
          <a:bodyPr/>
          <a:lstStyle/>
          <a:p>
            <a:endParaRPr lang="en-US" dirty="0"/>
          </a:p>
          <a:p>
            <a:pPr lvl="1"/>
            <a:endParaRPr lang="en-US" dirty="0"/>
          </a:p>
          <a:p>
            <a:pPr lvl="1"/>
            <a:endParaRPr lang="en-US" dirty="0"/>
          </a:p>
        </p:txBody>
      </p:sp>
      <p:sp>
        <p:nvSpPr>
          <p:cNvPr id="4" name="Slide Number Placeholder 3"/>
          <p:cNvSpPr>
            <a:spLocks noGrp="1"/>
          </p:cNvSpPr>
          <p:nvPr>
            <p:ph type="sldNum" sz="quarter" idx="10"/>
          </p:nvPr>
        </p:nvSpPr>
        <p:spPr/>
        <p:txBody>
          <a:bodyPr/>
          <a:lstStyle/>
          <a:p>
            <a:pPr>
              <a:defRPr/>
            </a:pPr>
            <a:fld id="{3DEF7411-6033-4B0F-9110-3B6A93FFBF6A}" type="slidenum">
              <a:rPr lang="en-US" smtClean="0"/>
              <a:pPr>
                <a:defRPr/>
              </a:pPr>
              <a:t>4</a:t>
            </a:fld>
            <a:endParaRPr lang="en-US"/>
          </a:p>
        </p:txBody>
      </p:sp>
    </p:spTree>
    <p:extLst>
      <p:ext uri="{BB962C8B-B14F-4D97-AF65-F5344CB8AC3E}">
        <p14:creationId xmlns:p14="http://schemas.microsoft.com/office/powerpoint/2010/main" val="36734051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0813" y="451168"/>
            <a:ext cx="8831262" cy="914400"/>
          </a:xfrm>
        </p:spPr>
        <p:txBody>
          <a:bodyPr/>
          <a:lstStyle/>
          <a:p>
            <a:r>
              <a:rPr lang="en-US" dirty="0"/>
              <a:t>Overall Competitor Win Strategy and Story</a:t>
            </a:r>
          </a:p>
        </p:txBody>
      </p:sp>
      <p:sp>
        <p:nvSpPr>
          <p:cNvPr id="3" name="Content Placeholder 2"/>
          <p:cNvSpPr>
            <a:spLocks noGrp="1"/>
          </p:cNvSpPr>
          <p:nvPr>
            <p:ph idx="1"/>
          </p:nvPr>
        </p:nvSpPr>
        <p:spPr>
          <a:xfrm>
            <a:off x="143193" y="1217295"/>
            <a:ext cx="8842375" cy="4435475"/>
          </a:xfrm>
        </p:spPr>
        <p:txBody>
          <a:bodyPr/>
          <a:lstStyle/>
          <a:p>
            <a:endParaRPr lang="en-US" dirty="0"/>
          </a:p>
          <a:p>
            <a:pPr lvl="1"/>
            <a:endParaRPr lang="en-US" dirty="0"/>
          </a:p>
          <a:p>
            <a:pPr lvl="1"/>
            <a:endParaRPr lang="en-US" dirty="0"/>
          </a:p>
        </p:txBody>
      </p:sp>
      <p:sp>
        <p:nvSpPr>
          <p:cNvPr id="4" name="Slide Number Placeholder 3"/>
          <p:cNvSpPr>
            <a:spLocks noGrp="1"/>
          </p:cNvSpPr>
          <p:nvPr>
            <p:ph type="sldNum" sz="quarter" idx="10"/>
          </p:nvPr>
        </p:nvSpPr>
        <p:spPr/>
        <p:txBody>
          <a:bodyPr/>
          <a:lstStyle/>
          <a:p>
            <a:pPr>
              <a:defRPr/>
            </a:pPr>
            <a:fld id="{3DEF7411-6033-4B0F-9110-3B6A93FFBF6A}" type="slidenum">
              <a:rPr lang="en-US" smtClean="0"/>
              <a:pPr>
                <a:defRPr/>
              </a:pPr>
              <a:t>5</a:t>
            </a:fld>
            <a:endParaRPr lang="en-US"/>
          </a:p>
        </p:txBody>
      </p:sp>
    </p:spTree>
    <p:extLst>
      <p:ext uri="{BB962C8B-B14F-4D97-AF65-F5344CB8AC3E}">
        <p14:creationId xmlns:p14="http://schemas.microsoft.com/office/powerpoint/2010/main" val="1696019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0813" y="451168"/>
            <a:ext cx="8831262" cy="914400"/>
          </a:xfrm>
        </p:spPr>
        <p:txBody>
          <a:bodyPr/>
          <a:lstStyle/>
          <a:p>
            <a:r>
              <a:rPr lang="en-US" dirty="0"/>
              <a:t>Competitor Win Themes</a:t>
            </a:r>
          </a:p>
        </p:txBody>
      </p:sp>
      <p:sp>
        <p:nvSpPr>
          <p:cNvPr id="3" name="Content Placeholder 2"/>
          <p:cNvSpPr>
            <a:spLocks noGrp="1"/>
          </p:cNvSpPr>
          <p:nvPr>
            <p:ph idx="1"/>
          </p:nvPr>
        </p:nvSpPr>
        <p:spPr>
          <a:xfrm>
            <a:off x="143193" y="1423035"/>
            <a:ext cx="8842375" cy="4435475"/>
          </a:xfrm>
        </p:spPr>
        <p:txBody>
          <a:bodyPr/>
          <a:lstStyle/>
          <a:p>
            <a:r>
              <a:rPr lang="en-US" b="1" dirty="0"/>
              <a:t>Overall Proposal Theme</a:t>
            </a:r>
            <a:r>
              <a:rPr lang="en-US" dirty="0"/>
              <a:t>: </a:t>
            </a:r>
          </a:p>
          <a:p>
            <a:r>
              <a:rPr lang="en-US" b="1" dirty="0"/>
              <a:t>Technical Theme:</a:t>
            </a:r>
          </a:p>
          <a:p>
            <a:r>
              <a:rPr lang="en-US" b="1" dirty="0"/>
              <a:t>Management Theme:</a:t>
            </a:r>
          </a:p>
          <a:p>
            <a:r>
              <a:rPr lang="en-US" b="1" dirty="0"/>
              <a:t>Past Performance Themes:</a:t>
            </a:r>
          </a:p>
          <a:p>
            <a:r>
              <a:rPr lang="en-US" b="1" dirty="0"/>
              <a:t>Risk Management Theme</a:t>
            </a:r>
          </a:p>
          <a:p>
            <a:r>
              <a:rPr lang="en-US" b="1" dirty="0"/>
              <a:t>Risk Theme:</a:t>
            </a:r>
          </a:p>
          <a:p>
            <a:r>
              <a:rPr lang="en-US" b="1" dirty="0"/>
              <a:t>Cost/Price Theme:</a:t>
            </a:r>
            <a:endParaRPr lang="en-US" dirty="0"/>
          </a:p>
          <a:p>
            <a:pPr lvl="1"/>
            <a:endParaRPr lang="en-US" dirty="0"/>
          </a:p>
          <a:p>
            <a:pPr lvl="1"/>
            <a:endParaRPr lang="en-US" dirty="0"/>
          </a:p>
        </p:txBody>
      </p:sp>
      <p:sp>
        <p:nvSpPr>
          <p:cNvPr id="4" name="Slide Number Placeholder 3"/>
          <p:cNvSpPr>
            <a:spLocks noGrp="1"/>
          </p:cNvSpPr>
          <p:nvPr>
            <p:ph type="sldNum" sz="quarter" idx="10"/>
          </p:nvPr>
        </p:nvSpPr>
        <p:spPr/>
        <p:txBody>
          <a:bodyPr/>
          <a:lstStyle/>
          <a:p>
            <a:pPr>
              <a:defRPr/>
            </a:pPr>
            <a:fld id="{3DEF7411-6033-4B0F-9110-3B6A93FFBF6A}" type="slidenum">
              <a:rPr lang="en-US" smtClean="0"/>
              <a:pPr>
                <a:defRPr/>
              </a:pPr>
              <a:t>6</a:t>
            </a:fld>
            <a:endParaRPr lang="en-US"/>
          </a:p>
        </p:txBody>
      </p:sp>
    </p:spTree>
    <p:extLst>
      <p:ext uri="{BB962C8B-B14F-4D97-AF65-F5344CB8AC3E}">
        <p14:creationId xmlns:p14="http://schemas.microsoft.com/office/powerpoint/2010/main" val="37350387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3673" y="428308"/>
            <a:ext cx="8831262" cy="914400"/>
          </a:xfrm>
        </p:spPr>
        <p:txBody>
          <a:bodyPr/>
          <a:lstStyle/>
          <a:p>
            <a:r>
              <a:rPr lang="en-US" dirty="0"/>
              <a:t>Business Development Strategies</a:t>
            </a:r>
          </a:p>
        </p:txBody>
      </p:sp>
      <p:sp>
        <p:nvSpPr>
          <p:cNvPr id="3" name="Content Placeholder 2"/>
          <p:cNvSpPr>
            <a:spLocks noGrp="1"/>
          </p:cNvSpPr>
          <p:nvPr>
            <p:ph idx="1"/>
          </p:nvPr>
        </p:nvSpPr>
        <p:spPr>
          <a:xfrm>
            <a:off x="150813" y="1110615"/>
            <a:ext cx="8842375" cy="4435475"/>
          </a:xfrm>
        </p:spPr>
        <p:txBody>
          <a:bodyPr/>
          <a:lstStyle/>
          <a:p>
            <a:r>
              <a:rPr lang="en-US" sz="2000" dirty="0"/>
              <a:t>Highlight key business development strategies the competitor can use to gain customer, competitor, and opportunity knowledge that will gain them a competitive advantage.</a:t>
            </a:r>
          </a:p>
        </p:txBody>
      </p:sp>
      <p:sp>
        <p:nvSpPr>
          <p:cNvPr id="4" name="Slide Number Placeholder 3"/>
          <p:cNvSpPr>
            <a:spLocks noGrp="1"/>
          </p:cNvSpPr>
          <p:nvPr>
            <p:ph type="sldNum" sz="quarter" idx="10"/>
          </p:nvPr>
        </p:nvSpPr>
        <p:spPr/>
        <p:txBody>
          <a:bodyPr/>
          <a:lstStyle/>
          <a:p>
            <a:pPr>
              <a:defRPr/>
            </a:pPr>
            <a:fld id="{3DEF7411-6033-4B0F-9110-3B6A93FFBF6A}" type="slidenum">
              <a:rPr lang="en-US" smtClean="0"/>
              <a:pPr>
                <a:defRPr/>
              </a:pPr>
              <a:t>7</a:t>
            </a:fld>
            <a:endParaRPr lang="en-US"/>
          </a:p>
        </p:txBody>
      </p:sp>
    </p:spTree>
    <p:extLst>
      <p:ext uri="{BB962C8B-B14F-4D97-AF65-F5344CB8AC3E}">
        <p14:creationId xmlns:p14="http://schemas.microsoft.com/office/powerpoint/2010/main" val="21912731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9125" y="648595"/>
            <a:ext cx="8831262" cy="914400"/>
          </a:xfrm>
        </p:spPr>
        <p:txBody>
          <a:bodyPr/>
          <a:lstStyle/>
          <a:p>
            <a:r>
              <a:rPr lang="en-US" dirty="0"/>
              <a:t>Capture Strategies</a:t>
            </a:r>
          </a:p>
        </p:txBody>
      </p:sp>
      <p:sp>
        <p:nvSpPr>
          <p:cNvPr id="3" name="Content Placeholder 2"/>
          <p:cNvSpPr>
            <a:spLocks noGrp="1"/>
          </p:cNvSpPr>
          <p:nvPr>
            <p:ph idx="1"/>
          </p:nvPr>
        </p:nvSpPr>
        <p:spPr>
          <a:xfrm>
            <a:off x="191684" y="1432040"/>
            <a:ext cx="8842375" cy="4435475"/>
          </a:xfrm>
        </p:spPr>
        <p:txBody>
          <a:bodyPr/>
          <a:lstStyle/>
          <a:p>
            <a:pPr>
              <a:spcAft>
                <a:spcPts val="0"/>
              </a:spcAft>
            </a:pPr>
            <a:r>
              <a:rPr lang="en-US" sz="2000" dirty="0"/>
              <a:t>Identify key capture strategies the competitor can use to become the preferred provider of </a:t>
            </a:r>
            <a:r>
              <a:rPr lang="en-US" sz="2000"/>
              <a:t>the customer’s preferred solution.</a:t>
            </a:r>
            <a:endParaRPr lang="en-US" sz="2000" dirty="0"/>
          </a:p>
        </p:txBody>
      </p:sp>
      <p:sp>
        <p:nvSpPr>
          <p:cNvPr id="4" name="Slide Number Placeholder 3"/>
          <p:cNvSpPr>
            <a:spLocks noGrp="1"/>
          </p:cNvSpPr>
          <p:nvPr>
            <p:ph type="sldNum" sz="quarter" idx="10"/>
          </p:nvPr>
        </p:nvSpPr>
        <p:spPr/>
        <p:txBody>
          <a:bodyPr/>
          <a:lstStyle/>
          <a:p>
            <a:pPr>
              <a:defRPr/>
            </a:pPr>
            <a:fld id="{3DEF7411-6033-4B0F-9110-3B6A93FFBF6A}" type="slidenum">
              <a:rPr lang="en-US" smtClean="0"/>
              <a:pPr>
                <a:defRPr/>
              </a:pPr>
              <a:t>8</a:t>
            </a:fld>
            <a:endParaRPr lang="en-US"/>
          </a:p>
        </p:txBody>
      </p:sp>
    </p:spTree>
    <p:extLst>
      <p:ext uri="{BB962C8B-B14F-4D97-AF65-F5344CB8AC3E}">
        <p14:creationId xmlns:p14="http://schemas.microsoft.com/office/powerpoint/2010/main" val="6461692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193" y="664528"/>
            <a:ext cx="8831262" cy="914400"/>
          </a:xfrm>
        </p:spPr>
        <p:txBody>
          <a:bodyPr/>
          <a:lstStyle/>
          <a:p>
            <a:r>
              <a:rPr lang="en-US" dirty="0"/>
              <a:t>Technical Strategies</a:t>
            </a:r>
          </a:p>
        </p:txBody>
      </p:sp>
      <p:sp>
        <p:nvSpPr>
          <p:cNvPr id="3" name="Content Placeholder 2"/>
          <p:cNvSpPr>
            <a:spLocks noGrp="1"/>
          </p:cNvSpPr>
          <p:nvPr>
            <p:ph idx="1"/>
          </p:nvPr>
        </p:nvSpPr>
        <p:spPr>
          <a:xfrm>
            <a:off x="150813" y="1506855"/>
            <a:ext cx="8842375" cy="4435475"/>
          </a:xfrm>
        </p:spPr>
        <p:txBody>
          <a:bodyPr/>
          <a:lstStyle/>
          <a:p>
            <a:r>
              <a:rPr lang="en-US" sz="2000" dirty="0"/>
              <a:t>Highlight key feature and benefits of the projected technical solution competitor can offer to gain strengths and avoid weaknesses in evaluation. Relate these to hot buttons, issues, and key performance requirements.</a:t>
            </a:r>
          </a:p>
        </p:txBody>
      </p:sp>
      <p:sp>
        <p:nvSpPr>
          <p:cNvPr id="4" name="Slide Number Placeholder 3"/>
          <p:cNvSpPr>
            <a:spLocks noGrp="1"/>
          </p:cNvSpPr>
          <p:nvPr>
            <p:ph type="sldNum" sz="quarter" idx="10"/>
          </p:nvPr>
        </p:nvSpPr>
        <p:spPr/>
        <p:txBody>
          <a:bodyPr/>
          <a:lstStyle/>
          <a:p>
            <a:pPr>
              <a:defRPr/>
            </a:pPr>
            <a:fld id="{3DEF7411-6033-4B0F-9110-3B6A93FFBF6A}" type="slidenum">
              <a:rPr lang="en-US" smtClean="0"/>
              <a:pPr>
                <a:defRPr/>
              </a:pPr>
              <a:t>9</a:t>
            </a:fld>
            <a:endParaRPr lang="en-US"/>
          </a:p>
        </p:txBody>
      </p:sp>
    </p:spTree>
    <p:extLst>
      <p:ext uri="{BB962C8B-B14F-4D97-AF65-F5344CB8AC3E}">
        <p14:creationId xmlns:p14="http://schemas.microsoft.com/office/powerpoint/2010/main" val="33093390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0813" y="481648"/>
            <a:ext cx="8831262" cy="914400"/>
          </a:xfrm>
        </p:spPr>
        <p:txBody>
          <a:bodyPr/>
          <a:lstStyle/>
          <a:p>
            <a:r>
              <a:rPr lang="en-US" dirty="0"/>
              <a:t>Management Strategies</a:t>
            </a:r>
          </a:p>
        </p:txBody>
      </p:sp>
      <p:sp>
        <p:nvSpPr>
          <p:cNvPr id="3" name="Content Placeholder 2"/>
          <p:cNvSpPr>
            <a:spLocks noGrp="1"/>
          </p:cNvSpPr>
          <p:nvPr>
            <p:ph idx="1"/>
          </p:nvPr>
        </p:nvSpPr>
        <p:spPr>
          <a:xfrm>
            <a:off x="143193" y="1522095"/>
            <a:ext cx="8842375" cy="4435475"/>
          </a:xfrm>
        </p:spPr>
        <p:txBody>
          <a:bodyPr/>
          <a:lstStyle/>
          <a:p>
            <a:r>
              <a:rPr lang="en-US" sz="2000" dirty="0"/>
              <a:t>Highlight key management strategies competitor can use to gain strengths in management related to performance.</a:t>
            </a:r>
          </a:p>
          <a:p>
            <a:pPr marL="457200" indent="-457200">
              <a:buAutoNum type="arabicPeriod"/>
            </a:pPr>
            <a:endParaRPr lang="en-US" sz="2000" dirty="0"/>
          </a:p>
        </p:txBody>
      </p:sp>
      <p:sp>
        <p:nvSpPr>
          <p:cNvPr id="4" name="Slide Number Placeholder 3"/>
          <p:cNvSpPr>
            <a:spLocks noGrp="1"/>
          </p:cNvSpPr>
          <p:nvPr>
            <p:ph type="sldNum" sz="quarter" idx="10"/>
          </p:nvPr>
        </p:nvSpPr>
        <p:spPr/>
        <p:txBody>
          <a:bodyPr/>
          <a:lstStyle/>
          <a:p>
            <a:pPr>
              <a:defRPr/>
            </a:pPr>
            <a:fld id="{3DEF7411-6033-4B0F-9110-3B6A93FFBF6A}" type="slidenum">
              <a:rPr lang="en-US" smtClean="0"/>
              <a:pPr>
                <a:defRPr/>
              </a:pPr>
              <a:t>10</a:t>
            </a:fld>
            <a:endParaRPr lang="en-US"/>
          </a:p>
        </p:txBody>
      </p:sp>
    </p:spTree>
    <p:extLst>
      <p:ext uri="{BB962C8B-B14F-4D97-AF65-F5344CB8AC3E}">
        <p14:creationId xmlns:p14="http://schemas.microsoft.com/office/powerpoint/2010/main" val="36613372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473" y="481648"/>
            <a:ext cx="8831262" cy="914400"/>
          </a:xfrm>
        </p:spPr>
        <p:txBody>
          <a:bodyPr/>
          <a:lstStyle/>
          <a:p>
            <a:r>
              <a:rPr lang="en-US" dirty="0"/>
              <a:t>Transition Strategies</a:t>
            </a:r>
          </a:p>
        </p:txBody>
      </p:sp>
      <p:sp>
        <p:nvSpPr>
          <p:cNvPr id="3" name="Content Placeholder 2"/>
          <p:cNvSpPr>
            <a:spLocks noGrp="1"/>
          </p:cNvSpPr>
          <p:nvPr>
            <p:ph idx="1"/>
          </p:nvPr>
        </p:nvSpPr>
        <p:spPr>
          <a:xfrm>
            <a:off x="181293" y="1346835"/>
            <a:ext cx="8842375" cy="4435475"/>
          </a:xfrm>
        </p:spPr>
        <p:txBody>
          <a:bodyPr/>
          <a:lstStyle/>
          <a:p>
            <a:r>
              <a:rPr lang="en-US" sz="2000" dirty="0"/>
              <a:t>Highlight key transition strategies resulting in accelerated transition of the contract (if applicable) or start-up strategies that can be used to establish excellent contract execution.</a:t>
            </a:r>
          </a:p>
        </p:txBody>
      </p:sp>
      <p:sp>
        <p:nvSpPr>
          <p:cNvPr id="4" name="Slide Number Placeholder 3"/>
          <p:cNvSpPr>
            <a:spLocks noGrp="1"/>
          </p:cNvSpPr>
          <p:nvPr>
            <p:ph type="sldNum" sz="quarter" idx="10"/>
          </p:nvPr>
        </p:nvSpPr>
        <p:spPr/>
        <p:txBody>
          <a:bodyPr/>
          <a:lstStyle/>
          <a:p>
            <a:pPr>
              <a:defRPr/>
            </a:pPr>
            <a:fld id="{3DEF7411-6033-4B0F-9110-3B6A93FFBF6A}" type="slidenum">
              <a:rPr lang="en-US" smtClean="0"/>
              <a:pPr>
                <a:defRPr/>
              </a:pPr>
              <a:t>11</a:t>
            </a:fld>
            <a:endParaRPr lang="en-US"/>
          </a:p>
        </p:txBody>
      </p:sp>
    </p:spTree>
    <p:extLst>
      <p:ext uri="{BB962C8B-B14F-4D97-AF65-F5344CB8AC3E}">
        <p14:creationId xmlns:p14="http://schemas.microsoft.com/office/powerpoint/2010/main" val="28218045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853" y="634048"/>
            <a:ext cx="8831262" cy="914400"/>
          </a:xfrm>
        </p:spPr>
        <p:txBody>
          <a:bodyPr/>
          <a:lstStyle/>
          <a:p>
            <a:r>
              <a:rPr lang="en-US" dirty="0"/>
              <a:t>Personnel Strategies</a:t>
            </a:r>
          </a:p>
        </p:txBody>
      </p:sp>
      <p:sp>
        <p:nvSpPr>
          <p:cNvPr id="3" name="Content Placeholder 2"/>
          <p:cNvSpPr>
            <a:spLocks noGrp="1"/>
          </p:cNvSpPr>
          <p:nvPr>
            <p:ph idx="1"/>
          </p:nvPr>
        </p:nvSpPr>
        <p:spPr>
          <a:xfrm>
            <a:off x="143193" y="1522095"/>
            <a:ext cx="8842375" cy="4435475"/>
          </a:xfrm>
        </p:spPr>
        <p:txBody>
          <a:bodyPr/>
          <a:lstStyle/>
          <a:p>
            <a:pPr lvl="0"/>
            <a:r>
              <a:rPr lang="en-US" sz="2000" dirty="0"/>
              <a:t>Highlight personnel strategies such as incumbent capture, recruiting and retention, and staffing mix that will deliver superior performance and workforce stability.</a:t>
            </a:r>
          </a:p>
        </p:txBody>
      </p:sp>
      <p:sp>
        <p:nvSpPr>
          <p:cNvPr id="4" name="Slide Number Placeholder 3"/>
          <p:cNvSpPr>
            <a:spLocks noGrp="1"/>
          </p:cNvSpPr>
          <p:nvPr>
            <p:ph type="sldNum" sz="quarter" idx="10"/>
          </p:nvPr>
        </p:nvSpPr>
        <p:spPr/>
        <p:txBody>
          <a:bodyPr/>
          <a:lstStyle/>
          <a:p>
            <a:pPr>
              <a:defRPr/>
            </a:pPr>
            <a:fld id="{3DEF7411-6033-4B0F-9110-3B6A93FFBF6A}" type="slidenum">
              <a:rPr lang="en-US" smtClean="0"/>
              <a:pPr>
                <a:defRPr/>
              </a:pPr>
              <a:t>12</a:t>
            </a:fld>
            <a:endParaRPr lang="en-US"/>
          </a:p>
        </p:txBody>
      </p:sp>
    </p:spTree>
    <p:extLst>
      <p:ext uri="{BB962C8B-B14F-4D97-AF65-F5344CB8AC3E}">
        <p14:creationId xmlns:p14="http://schemas.microsoft.com/office/powerpoint/2010/main" val="8636918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4613" y="496888"/>
            <a:ext cx="8831262" cy="914400"/>
          </a:xfrm>
        </p:spPr>
        <p:txBody>
          <a:bodyPr/>
          <a:lstStyle/>
          <a:p>
            <a:r>
              <a:rPr lang="en-US" dirty="0"/>
              <a:t>Past Performance Use Strategies</a:t>
            </a:r>
          </a:p>
        </p:txBody>
      </p:sp>
      <p:sp>
        <p:nvSpPr>
          <p:cNvPr id="3" name="Content Placeholder 2"/>
          <p:cNvSpPr>
            <a:spLocks noGrp="1"/>
          </p:cNvSpPr>
          <p:nvPr>
            <p:ph idx="1"/>
          </p:nvPr>
        </p:nvSpPr>
        <p:spPr>
          <a:xfrm>
            <a:off x="150813" y="1263015"/>
            <a:ext cx="8842375" cy="4435475"/>
          </a:xfrm>
        </p:spPr>
        <p:txBody>
          <a:bodyPr/>
          <a:lstStyle/>
          <a:p>
            <a:r>
              <a:rPr lang="en-US" sz="2000" dirty="0"/>
              <a:t>Highlight past performance </a:t>
            </a:r>
            <a:r>
              <a:rPr lang="en-US" sz="2000" dirty="0" err="1"/>
              <a:t>stratgeis</a:t>
            </a:r>
            <a:r>
              <a:rPr lang="en-US" sz="2000" dirty="0"/>
              <a:t> that can be used to gain High Confidence in contract execution.</a:t>
            </a:r>
          </a:p>
        </p:txBody>
      </p:sp>
      <p:sp>
        <p:nvSpPr>
          <p:cNvPr id="4" name="Slide Number Placeholder 3"/>
          <p:cNvSpPr>
            <a:spLocks noGrp="1"/>
          </p:cNvSpPr>
          <p:nvPr>
            <p:ph type="sldNum" sz="quarter" idx="10"/>
          </p:nvPr>
        </p:nvSpPr>
        <p:spPr/>
        <p:txBody>
          <a:bodyPr/>
          <a:lstStyle/>
          <a:p>
            <a:pPr>
              <a:defRPr/>
            </a:pPr>
            <a:fld id="{3DEF7411-6033-4B0F-9110-3B6A93FFBF6A}" type="slidenum">
              <a:rPr lang="en-US" smtClean="0"/>
              <a:pPr>
                <a:defRPr/>
              </a:pPr>
              <a:t>13</a:t>
            </a:fld>
            <a:endParaRPr lang="en-US"/>
          </a:p>
        </p:txBody>
      </p:sp>
    </p:spTree>
    <p:extLst>
      <p:ext uri="{BB962C8B-B14F-4D97-AF65-F5344CB8AC3E}">
        <p14:creationId xmlns:p14="http://schemas.microsoft.com/office/powerpoint/2010/main" val="34030815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473" y="481648"/>
            <a:ext cx="8831262" cy="914400"/>
          </a:xfrm>
        </p:spPr>
        <p:txBody>
          <a:bodyPr/>
          <a:lstStyle/>
          <a:p>
            <a:r>
              <a:rPr lang="en-US" dirty="0"/>
              <a:t>Pricing Strategies</a:t>
            </a:r>
          </a:p>
        </p:txBody>
      </p:sp>
      <p:sp>
        <p:nvSpPr>
          <p:cNvPr id="3" name="Content Placeholder 2"/>
          <p:cNvSpPr>
            <a:spLocks noGrp="1"/>
          </p:cNvSpPr>
          <p:nvPr>
            <p:ph idx="1"/>
          </p:nvPr>
        </p:nvSpPr>
        <p:spPr>
          <a:xfrm>
            <a:off x="204153" y="1369695"/>
            <a:ext cx="8842375" cy="4435475"/>
          </a:xfrm>
        </p:spPr>
        <p:txBody>
          <a:bodyPr/>
          <a:lstStyle/>
          <a:p>
            <a:r>
              <a:rPr lang="en-US" sz="2000" dirty="0"/>
              <a:t>Highlight pricing strategies that can be used to meet price to win and bid 5% below S&amp;K with reduced program execution risk.</a:t>
            </a:r>
          </a:p>
        </p:txBody>
      </p:sp>
      <p:sp>
        <p:nvSpPr>
          <p:cNvPr id="4" name="Slide Number Placeholder 3"/>
          <p:cNvSpPr>
            <a:spLocks noGrp="1"/>
          </p:cNvSpPr>
          <p:nvPr>
            <p:ph type="sldNum" sz="quarter" idx="10"/>
          </p:nvPr>
        </p:nvSpPr>
        <p:spPr/>
        <p:txBody>
          <a:bodyPr/>
          <a:lstStyle/>
          <a:p>
            <a:pPr>
              <a:defRPr/>
            </a:pPr>
            <a:fld id="{3DEF7411-6033-4B0F-9110-3B6A93FFBF6A}" type="slidenum">
              <a:rPr lang="en-US" smtClean="0"/>
              <a:pPr>
                <a:defRPr/>
              </a:pPr>
              <a:t>14</a:t>
            </a:fld>
            <a:endParaRPr lang="en-US"/>
          </a:p>
        </p:txBody>
      </p:sp>
    </p:spTree>
    <p:extLst>
      <p:ext uri="{BB962C8B-B14F-4D97-AF65-F5344CB8AC3E}">
        <p14:creationId xmlns:p14="http://schemas.microsoft.com/office/powerpoint/2010/main" val="29102302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473" y="481648"/>
            <a:ext cx="8831262" cy="914400"/>
          </a:xfrm>
        </p:spPr>
        <p:txBody>
          <a:bodyPr/>
          <a:lstStyle/>
          <a:p>
            <a:r>
              <a:rPr lang="en-US" dirty="0"/>
              <a:t>Teaming Strategies</a:t>
            </a:r>
          </a:p>
        </p:txBody>
      </p:sp>
      <p:sp>
        <p:nvSpPr>
          <p:cNvPr id="3" name="Content Placeholder 2"/>
          <p:cNvSpPr>
            <a:spLocks noGrp="1"/>
          </p:cNvSpPr>
          <p:nvPr>
            <p:ph idx="1"/>
          </p:nvPr>
        </p:nvSpPr>
        <p:spPr>
          <a:xfrm>
            <a:off x="173673" y="1339215"/>
            <a:ext cx="8842375" cy="4435475"/>
          </a:xfrm>
        </p:spPr>
        <p:txBody>
          <a:bodyPr/>
          <a:lstStyle/>
          <a:p>
            <a:r>
              <a:rPr lang="en-US" sz="2000" dirty="0"/>
              <a:t>Highlight teaming strategies that can gain customer perception of team capability and credibility to deliver the needed and wanted solution </a:t>
            </a:r>
            <a:r>
              <a:rPr lang="en-US" sz="2000" dirty="0" err="1"/>
              <a:t>wth</a:t>
            </a:r>
            <a:r>
              <a:rPr lang="en-US" sz="2000" dirty="0"/>
              <a:t> reduced risk and high confidence of performance.</a:t>
            </a:r>
          </a:p>
        </p:txBody>
      </p:sp>
      <p:sp>
        <p:nvSpPr>
          <p:cNvPr id="4" name="Slide Number Placeholder 3"/>
          <p:cNvSpPr>
            <a:spLocks noGrp="1"/>
          </p:cNvSpPr>
          <p:nvPr>
            <p:ph type="sldNum" sz="quarter" idx="10"/>
          </p:nvPr>
        </p:nvSpPr>
        <p:spPr/>
        <p:txBody>
          <a:bodyPr/>
          <a:lstStyle/>
          <a:p>
            <a:pPr>
              <a:defRPr/>
            </a:pPr>
            <a:fld id="{3DEF7411-6033-4B0F-9110-3B6A93FFBF6A}" type="slidenum">
              <a:rPr lang="en-US" smtClean="0"/>
              <a:pPr>
                <a:defRPr/>
              </a:pPr>
              <a:t>15</a:t>
            </a:fld>
            <a:endParaRPr lang="en-US"/>
          </a:p>
        </p:txBody>
      </p:sp>
    </p:spTree>
    <p:extLst>
      <p:ext uri="{BB962C8B-B14F-4D97-AF65-F5344CB8AC3E}">
        <p14:creationId xmlns:p14="http://schemas.microsoft.com/office/powerpoint/2010/main" val="41407594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0813" y="512128"/>
            <a:ext cx="8831262" cy="914400"/>
          </a:xfrm>
        </p:spPr>
        <p:txBody>
          <a:bodyPr/>
          <a:lstStyle/>
          <a:p>
            <a:r>
              <a:rPr lang="en-US" dirty="0"/>
              <a:t>Summary</a:t>
            </a:r>
          </a:p>
        </p:txBody>
      </p:sp>
      <p:sp>
        <p:nvSpPr>
          <p:cNvPr id="3" name="Content Placeholder 2"/>
          <p:cNvSpPr>
            <a:spLocks noGrp="1"/>
          </p:cNvSpPr>
          <p:nvPr>
            <p:ph idx="1"/>
          </p:nvPr>
        </p:nvSpPr>
        <p:spPr>
          <a:xfrm>
            <a:off x="166053" y="1362075"/>
            <a:ext cx="8842375" cy="4435475"/>
          </a:xfrm>
        </p:spPr>
        <p:txBody>
          <a:bodyPr/>
          <a:lstStyle/>
          <a:p>
            <a:r>
              <a:rPr lang="en-US" dirty="0"/>
              <a:t>Provide brief summary of collective strengths of the competitor that can be used to defeat S&amp;K.</a:t>
            </a:r>
          </a:p>
          <a:p>
            <a:r>
              <a:rPr lang="en-US" dirty="0"/>
              <a:t>This briefing should be used to develop counter actions S&amp;K can take from a capture perspective to thwart any competitor.</a:t>
            </a:r>
          </a:p>
          <a:p>
            <a:endParaRPr lang="en-US" dirty="0"/>
          </a:p>
        </p:txBody>
      </p:sp>
      <p:sp>
        <p:nvSpPr>
          <p:cNvPr id="4" name="Slide Number Placeholder 3"/>
          <p:cNvSpPr>
            <a:spLocks noGrp="1"/>
          </p:cNvSpPr>
          <p:nvPr>
            <p:ph type="sldNum" sz="quarter" idx="10"/>
          </p:nvPr>
        </p:nvSpPr>
        <p:spPr/>
        <p:txBody>
          <a:bodyPr/>
          <a:lstStyle/>
          <a:p>
            <a:pPr>
              <a:defRPr/>
            </a:pPr>
            <a:fld id="{3DEF7411-6033-4B0F-9110-3B6A93FFBF6A}" type="slidenum">
              <a:rPr lang="en-US" smtClean="0"/>
              <a:pPr>
                <a:defRPr/>
              </a:pPr>
              <a:t>16</a:t>
            </a:fld>
            <a:endParaRPr lang="en-US"/>
          </a:p>
        </p:txBody>
      </p:sp>
    </p:spTree>
    <p:extLst>
      <p:ext uri="{BB962C8B-B14F-4D97-AF65-F5344CB8AC3E}">
        <p14:creationId xmlns:p14="http://schemas.microsoft.com/office/powerpoint/2010/main" val="151804600"/>
      </p:ext>
    </p:extLst>
  </p:cSld>
  <p:clrMapOvr>
    <a:masterClrMapping/>
  </p:clrMapOvr>
</p:sld>
</file>

<file path=ppt/theme/theme1.xml><?xml version="1.0" encoding="utf-8"?>
<a:theme xmlns:a="http://schemas.openxmlformats.org/drawingml/2006/main" name="SA PowerPoint Template_Enable">
  <a:themeElements>
    <a:clrScheme name="3_SA_template_v1.3 2">
      <a:dk1>
        <a:srgbClr val="000000"/>
      </a:dk1>
      <a:lt1>
        <a:srgbClr val="FFFFFF"/>
      </a:lt1>
      <a:dk2>
        <a:srgbClr val="005B92"/>
      </a:dk2>
      <a:lt2>
        <a:srgbClr val="808080"/>
      </a:lt2>
      <a:accent1>
        <a:srgbClr val="D9DADC"/>
      </a:accent1>
      <a:accent2>
        <a:srgbClr val="F37021"/>
      </a:accent2>
      <a:accent3>
        <a:srgbClr val="FFFFFF"/>
      </a:accent3>
      <a:accent4>
        <a:srgbClr val="000000"/>
      </a:accent4>
      <a:accent5>
        <a:srgbClr val="E9EAEB"/>
      </a:accent5>
      <a:accent6>
        <a:srgbClr val="DC651D"/>
      </a:accent6>
      <a:hlink>
        <a:srgbClr val="1107DF"/>
      </a:hlink>
      <a:folHlink>
        <a:srgbClr val="F4C496"/>
      </a:folHlink>
    </a:clrScheme>
    <a:fontScheme name="3_SA_template_v1.3">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Arial" charset="0"/>
          </a:defRPr>
        </a:defPPr>
      </a:lstStyle>
    </a:lnDef>
  </a:objectDefaults>
  <a:extraClrSchemeLst>
    <a:extraClrScheme>
      <a:clrScheme name="3_SA_template_v1.3 1">
        <a:dk1>
          <a:srgbClr val="000000"/>
        </a:dk1>
        <a:lt1>
          <a:srgbClr val="FFFFFF"/>
        </a:lt1>
        <a:dk2>
          <a:srgbClr val="5472A5"/>
        </a:dk2>
        <a:lt2>
          <a:srgbClr val="808080"/>
        </a:lt2>
        <a:accent1>
          <a:srgbClr val="D9DADC"/>
        </a:accent1>
        <a:accent2>
          <a:srgbClr val="94B9E3"/>
        </a:accent2>
        <a:accent3>
          <a:srgbClr val="FFFFFF"/>
        </a:accent3>
        <a:accent4>
          <a:srgbClr val="000000"/>
        </a:accent4>
        <a:accent5>
          <a:srgbClr val="E9EAEB"/>
        </a:accent5>
        <a:accent6>
          <a:srgbClr val="86A7CE"/>
        </a:accent6>
        <a:hlink>
          <a:srgbClr val="FEDEA3"/>
        </a:hlink>
        <a:folHlink>
          <a:srgbClr val="F4C496"/>
        </a:folHlink>
      </a:clrScheme>
      <a:clrMap bg1="lt1" tx1="dk1" bg2="lt2" tx2="dk2" accent1="accent1" accent2="accent2" accent3="accent3" accent4="accent4" accent5="accent5" accent6="accent6" hlink="hlink" folHlink="folHlink"/>
    </a:extraClrScheme>
    <a:extraClrScheme>
      <a:clrScheme name="3_SA_template_v1.3 2">
        <a:dk1>
          <a:srgbClr val="000000"/>
        </a:dk1>
        <a:lt1>
          <a:srgbClr val="FFFFFF"/>
        </a:lt1>
        <a:dk2>
          <a:srgbClr val="005B92"/>
        </a:dk2>
        <a:lt2>
          <a:srgbClr val="808080"/>
        </a:lt2>
        <a:accent1>
          <a:srgbClr val="D9DADC"/>
        </a:accent1>
        <a:accent2>
          <a:srgbClr val="F37021"/>
        </a:accent2>
        <a:accent3>
          <a:srgbClr val="FFFFFF"/>
        </a:accent3>
        <a:accent4>
          <a:srgbClr val="000000"/>
        </a:accent4>
        <a:accent5>
          <a:srgbClr val="E9EAEB"/>
        </a:accent5>
        <a:accent6>
          <a:srgbClr val="DC651D"/>
        </a:accent6>
        <a:hlink>
          <a:srgbClr val="1107DF"/>
        </a:hlink>
        <a:folHlink>
          <a:srgbClr val="F4C49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206C8355D678A459F2EF8957171B231" ma:contentTypeVersion="18" ma:contentTypeDescription="Create a new document." ma:contentTypeScope="" ma:versionID="efd9b4af885478ed0a3e84c6362c6fb3">
  <xsd:schema xmlns:xsd="http://www.w3.org/2001/XMLSchema" xmlns:xs="http://www.w3.org/2001/XMLSchema" xmlns:p="http://schemas.microsoft.com/office/2006/metadata/properties" xmlns:ns2="f2466082-b6bf-4153-98c3-3c41e85fda18" xmlns:ns3="dc808d36-874f-4b27-aec2-2fd649817929" targetNamespace="http://schemas.microsoft.com/office/2006/metadata/properties" ma:root="true" ma:fieldsID="3b6abc503e38a49174dd9e5072c65339" ns2:_="" ns3:_="">
    <xsd:import namespace="f2466082-b6bf-4153-98c3-3c41e85fda18"/>
    <xsd:import namespace="dc808d36-874f-4b27-aec2-2fd649817929"/>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3:SharedWithUsers" minOccurs="0"/>
                <xsd:element ref="ns3:SharedWithDetails" minOccurs="0"/>
                <xsd:element ref="ns2:MediaLengthInSeconds" minOccurs="0"/>
                <xsd:element ref="ns2:MediaServiceLocation" minOccurs="0"/>
                <xsd:element ref="ns2:lcf76f155ced4ddcb4097134ff3c332f" minOccurs="0"/>
                <xsd:element ref="ns3:TaxCatchAll"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2466082-b6bf-4153-98c3-3c41e85fda1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9" nillable="true" ma:displayName="Length (seconds)" ma:internalName="MediaLengthInSeconds" ma:readOnly="true">
      <xsd:simpleType>
        <xsd:restriction base="dms:Unknown"/>
      </xsd:simpleType>
    </xsd:element>
    <xsd:element name="MediaServiceLocation" ma:index="20" nillable="true" ma:displayName="Location" ma:internalName="MediaServiceLocation" ma:readOnly="true">
      <xsd:simpleType>
        <xsd:restriction base="dms:Text"/>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21e634b9-0c0d-402e-b683-49cec2011975" ma:termSetId="09814cd3-568e-fe90-9814-8d621ff8fb84" ma:anchorId="fba54fb3-c3e1-fe81-a776-ca4b69148c4d" ma:open="true" ma:isKeyword="false">
      <xsd:complexType>
        <xsd:sequence>
          <xsd:element ref="pc:Terms" minOccurs="0" maxOccurs="1"/>
        </xsd:sequence>
      </xsd:complexType>
    </xsd:element>
    <xsd:element name="MediaServiceSearchProperties" ma:index="24" nillable="true" ma:displayName="MediaServiceSearchProperties" ma:hidden="true" ma:internalName="MediaServiceSearchProperties" ma:readOnly="true">
      <xsd:simpleType>
        <xsd:restriction base="dms:Note"/>
      </xsd:simpleType>
    </xsd:element>
    <xsd:element name="MediaServiceObjectDetectorVersions" ma:index="25"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c808d36-874f-4b27-aec2-2fd649817929"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4796171e-60a5-48ad-9b94-11b7e9399efd}" ma:internalName="TaxCatchAll" ma:showField="CatchAllData" ma:web="dc808d36-874f-4b27-aec2-2fd64981792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FED65CF-A3A1-453C-B885-F636E3D62086}"/>
</file>

<file path=customXml/itemProps2.xml><?xml version="1.0" encoding="utf-8"?>
<ds:datastoreItem xmlns:ds="http://schemas.openxmlformats.org/officeDocument/2006/customXml" ds:itemID="{B690DD1B-4ABE-4E9C-ABB6-E7BB079EAC01}"/>
</file>

<file path=docProps/app.xml><?xml version="1.0" encoding="utf-8"?>
<Properties xmlns="http://schemas.openxmlformats.org/officeDocument/2006/extended-properties" xmlns:vt="http://schemas.openxmlformats.org/officeDocument/2006/docPropsVTypes">
  <Template>SA PowerPoint Template_Enable</Template>
  <TotalTime>2677</TotalTime>
  <Words>521</Words>
  <Application>Microsoft Office PowerPoint</Application>
  <PresentationFormat>On-screen Show (4:3)</PresentationFormat>
  <Paragraphs>71</Paragraphs>
  <Slides>16</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Wingdings</vt:lpstr>
      <vt:lpstr>SA PowerPoint Template_Enable</vt:lpstr>
      <vt:lpstr>Opportunity Win Strategies: How Competitor Can Win</vt:lpstr>
      <vt:lpstr>Process</vt:lpstr>
      <vt:lpstr>Process</vt:lpstr>
      <vt:lpstr>Key Customer Issues/Hot Buttons</vt:lpstr>
      <vt:lpstr>Overall Competitor Win Strategy and Story</vt:lpstr>
      <vt:lpstr>Competitor Win Themes</vt:lpstr>
      <vt:lpstr>Business Development Strategies</vt:lpstr>
      <vt:lpstr>Capture Strategies</vt:lpstr>
      <vt:lpstr>Technical Strategies</vt:lpstr>
      <vt:lpstr>Management Strategies</vt:lpstr>
      <vt:lpstr>Transition Strategies</vt:lpstr>
      <vt:lpstr>Personnel Strategies</vt:lpstr>
      <vt:lpstr>Past Performance Use Strategies</vt:lpstr>
      <vt:lpstr>Pricing Strategies</vt:lpstr>
      <vt:lpstr>Teaming Strategies</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Slide Sample</dc:title>
  <dc:creator>Eric</dc:creator>
  <cp:lastModifiedBy>Eric Gregory</cp:lastModifiedBy>
  <cp:revision>222</cp:revision>
  <dcterms:created xsi:type="dcterms:W3CDTF">2013-01-03T16:22:09Z</dcterms:created>
  <dcterms:modified xsi:type="dcterms:W3CDTF">2022-03-05T16:43:13Z</dcterms:modified>
  <cp:category>Training Materials</cp:category>
</cp:coreProperties>
</file>