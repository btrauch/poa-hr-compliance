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2" r:id="rId1"/>
    <p:sldMasterId id="2147483697" r:id="rId2"/>
  </p:sldMasterIdLst>
  <p:notesMasterIdLst>
    <p:notesMasterId r:id="rId8"/>
  </p:notesMasterIdLst>
  <p:handoutMasterIdLst>
    <p:handoutMasterId r:id="rId9"/>
  </p:handoutMasterIdLst>
  <p:sldIdLst>
    <p:sldId id="447" r:id="rId3"/>
    <p:sldId id="536" r:id="rId4"/>
    <p:sldId id="537" r:id="rId5"/>
    <p:sldId id="538" r:id="rId6"/>
    <p:sldId id="53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ith Edwards" initials="" lastIdx="0" clrIdx="0"/>
  <p:cmAuthor id="2" name="Alison Brady" initials="AB" lastIdx="3" clrIdx="1">
    <p:extLst>
      <p:ext uri="{19B8F6BF-5375-455C-9EA6-DF929625EA0E}">
        <p15:presenceInfo xmlns:p15="http://schemas.microsoft.com/office/powerpoint/2012/main" userId="5ba59beacd2e704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BC"/>
    <a:srgbClr val="00A94F"/>
    <a:srgbClr val="0089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 autoAdjust="0"/>
    <p:restoredTop sz="92955"/>
  </p:normalViewPr>
  <p:slideViewPr>
    <p:cSldViewPr snapToGrid="0">
      <p:cViewPr varScale="1">
        <p:scale>
          <a:sx n="68" d="100"/>
          <a:sy n="68" d="100"/>
        </p:scale>
        <p:origin x="200" y="10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304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customXml" Target="../customXml/item1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70E4B-8476-4A2B-A7CF-2B1D785501BE}" type="datetimeFigureOut">
              <a:rPr lang="en-US" smtClean="0"/>
              <a:t>9/24/20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5FB02-F4ED-44B7-958B-A60A5EDD0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599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34BB2-A241-481F-869B-B043B082E995}" type="datetimeFigureOut">
              <a:rPr lang="en-US" smtClean="0"/>
              <a:t>9/24/20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91398-F291-4536-AAEB-4F36881E1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64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ＭＳ Ｐゴシック" charset="-128"/>
            </a:endParaRPr>
          </a:p>
        </p:txBody>
      </p:sp>
      <p:sp>
        <p:nvSpPr>
          <p:cNvPr id="686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59A16B9-C1B6-0B4D-ABD3-91EE00CB49B5}" type="slidenum">
              <a:rPr lang="en-US" altLang="en-US">
                <a:latin typeface="Calibri" charset="0"/>
              </a:rPr>
              <a:pPr/>
              <a:t>1</a:t>
            </a:fld>
            <a:endParaRPr lang="en-US" alt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696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1" y="362858"/>
            <a:ext cx="6024348" cy="62634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1520131"/>
            <a:ext cx="7392189" cy="2550877"/>
          </a:xfrm>
        </p:spPr>
        <p:txBody>
          <a:bodyPr anchor="b"/>
          <a:lstStyle>
            <a:lvl1pPr>
              <a:lnSpc>
                <a:spcPts val="5000"/>
              </a:lnSpc>
              <a:defRPr sz="5400" spc="-15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071008"/>
            <a:ext cx="7392189" cy="861420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spc="-100" baseline="0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0" y="6807199"/>
            <a:ext cx="9144000" cy="67587"/>
          </a:xfrm>
          <a:prstGeom prst="rect">
            <a:avLst/>
          </a:prstGeom>
          <a:solidFill>
            <a:srgbClr val="639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697E"/>
              </a:solidFill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127" y="362858"/>
            <a:ext cx="3614057" cy="1073948"/>
          </a:xfrm>
          <a:prstGeom prst="rect">
            <a:avLst/>
          </a:prstGeom>
        </p:spPr>
      </p:pic>
      <p:sp>
        <p:nvSpPr>
          <p:cNvPr id="31" name="Round Same Side Corner Rectangle 30"/>
          <p:cNvSpPr/>
          <p:nvPr/>
        </p:nvSpPr>
        <p:spPr>
          <a:xfrm>
            <a:off x="866440" y="6277429"/>
            <a:ext cx="1041045" cy="529772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3" hasCustomPrompt="1"/>
          </p:nvPr>
        </p:nvSpPr>
        <p:spPr>
          <a:xfrm>
            <a:off x="870632" y="6325990"/>
            <a:ext cx="1037998" cy="412977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8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Day 1</a:t>
            </a:r>
          </a:p>
        </p:txBody>
      </p:sp>
    </p:spTree>
    <p:extLst>
      <p:ext uri="{BB962C8B-B14F-4D97-AF65-F5344CB8AC3E}">
        <p14:creationId xmlns:p14="http://schemas.microsoft.com/office/powerpoint/2010/main" val="363125395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57" y="130630"/>
            <a:ext cx="8191500" cy="1175656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885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46220" cy="449580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1524000"/>
            <a:ext cx="4008119" cy="44958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93633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4046220" cy="759290"/>
          </a:xfrm>
        </p:spPr>
        <p:txBody>
          <a:bodyPr anchor="b" anchorCtr="0">
            <a:noAutofit/>
          </a:bodyPr>
          <a:lstStyle>
            <a:lvl1pPr marL="0" indent="0">
              <a:buNone/>
              <a:defRPr sz="2400" b="0" spc="-6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60172"/>
            <a:ext cx="4046220" cy="355963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1524000"/>
            <a:ext cx="400811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 spc="-6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0" y="2474687"/>
            <a:ext cx="4008119" cy="354511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2366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8262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446" y="52466"/>
            <a:ext cx="8979108" cy="1334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493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148771" y="154640"/>
            <a:ext cx="8846457" cy="65314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1" y="362858"/>
            <a:ext cx="6024348" cy="62634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66440" y="849087"/>
            <a:ext cx="7392189" cy="2757714"/>
          </a:xfrm>
        </p:spPr>
        <p:txBody>
          <a:bodyPr anchor="b"/>
          <a:lstStyle>
            <a:lvl1pPr algn="ctr">
              <a:lnSpc>
                <a:spcPts val="5000"/>
              </a:lnSpc>
              <a:defRPr sz="5400" spc="-15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Divider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6440" y="3722665"/>
            <a:ext cx="7392189" cy="861420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spc="-100" baseline="0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Divider subtitle style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7199"/>
            <a:ext cx="9144000" cy="67587"/>
          </a:xfrm>
          <a:prstGeom prst="rect">
            <a:avLst/>
          </a:prstGeom>
          <a:solidFill>
            <a:srgbClr val="639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697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912821"/>
            <a:ext cx="967394" cy="537538"/>
          </a:xfrm>
          <a:prstGeom prst="rect">
            <a:avLst/>
          </a:prstGeom>
        </p:spPr>
      </p:pic>
      <p:sp>
        <p:nvSpPr>
          <p:cNvPr id="9" name="Slide Number Placeholder 5"/>
          <p:cNvSpPr txBox="1">
            <a:spLocks/>
          </p:cNvSpPr>
          <p:nvPr/>
        </p:nvSpPr>
        <p:spPr>
          <a:xfrm>
            <a:off x="8084456" y="6237335"/>
            <a:ext cx="564243" cy="449943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algn="ctr" defTabSz="4572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57F1E4F-1CFF-5643-939E-217C01CDF565}" type="slidenum">
              <a:rPr lang="en-US" sz="1400" smtClean="0"/>
              <a:pPr algn="ctr"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347732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148771" y="154640"/>
            <a:ext cx="8846457" cy="65314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1" y="362858"/>
            <a:ext cx="6024348" cy="62634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66440" y="849087"/>
            <a:ext cx="7392189" cy="2757714"/>
          </a:xfrm>
        </p:spPr>
        <p:txBody>
          <a:bodyPr anchor="b"/>
          <a:lstStyle>
            <a:lvl1pPr algn="ctr">
              <a:lnSpc>
                <a:spcPts val="5000"/>
              </a:lnSpc>
              <a:defRPr sz="5400" spc="-1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Divider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6440" y="3722665"/>
            <a:ext cx="7392189" cy="861420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spc="-1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Divider subtitle style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7199"/>
            <a:ext cx="9144000" cy="67587"/>
          </a:xfrm>
          <a:prstGeom prst="rect">
            <a:avLst/>
          </a:prstGeom>
          <a:solidFill>
            <a:srgbClr val="639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697E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25" y="5856514"/>
            <a:ext cx="1025222" cy="658005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>
            <a:off x="8084456" y="6237335"/>
            <a:ext cx="564243" cy="449943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algn="ctr" defTabSz="4572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57F1E4F-1CFF-5643-939E-217C01CDF565}" type="slidenum">
              <a:rPr lang="en-US" sz="14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1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63511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1" y="362858"/>
            <a:ext cx="6024348" cy="62634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66440" y="849087"/>
            <a:ext cx="7392189" cy="2757714"/>
          </a:xfrm>
        </p:spPr>
        <p:txBody>
          <a:bodyPr anchor="b"/>
          <a:lstStyle>
            <a:lvl1pPr algn="ctr">
              <a:lnSpc>
                <a:spcPts val="5000"/>
              </a:lnSpc>
              <a:defRPr sz="5400" spc="-15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Divider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6440" y="3722665"/>
            <a:ext cx="7392189" cy="861420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spc="-100" baseline="0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Divider subtitle style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7199"/>
            <a:ext cx="9144000" cy="67587"/>
          </a:xfrm>
          <a:prstGeom prst="rect">
            <a:avLst/>
          </a:prstGeom>
          <a:solidFill>
            <a:srgbClr val="639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697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912821"/>
            <a:ext cx="967394" cy="537538"/>
          </a:xfrm>
          <a:prstGeom prst="rect">
            <a:avLst/>
          </a:prstGeom>
        </p:spPr>
      </p:pic>
      <p:sp>
        <p:nvSpPr>
          <p:cNvPr id="7" name="Slide Number Placeholder 5"/>
          <p:cNvSpPr txBox="1">
            <a:spLocks/>
          </p:cNvSpPr>
          <p:nvPr/>
        </p:nvSpPr>
        <p:spPr>
          <a:xfrm>
            <a:off x="8084456" y="6237335"/>
            <a:ext cx="564243" cy="449943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algn="ctr" defTabSz="4572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57F1E4F-1CFF-5643-939E-217C01CDF565}" type="slidenum">
              <a:rPr lang="en-US" sz="1400" smtClean="0"/>
              <a:pPr algn="ctr"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9247936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8771" y="154640"/>
            <a:ext cx="8846457" cy="65314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1" y="362858"/>
            <a:ext cx="6024348" cy="62634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66440" y="849087"/>
            <a:ext cx="3524131" cy="2757714"/>
          </a:xfrm>
        </p:spPr>
        <p:txBody>
          <a:bodyPr anchor="b"/>
          <a:lstStyle>
            <a:lvl1pPr algn="l">
              <a:lnSpc>
                <a:spcPts val="5000"/>
              </a:lnSpc>
              <a:defRPr sz="5400" spc="-15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Divider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6440" y="3722664"/>
            <a:ext cx="3531389" cy="2032249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spc="-100" baseline="0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Divider subtitle style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7199"/>
            <a:ext cx="9144000" cy="67587"/>
          </a:xfrm>
          <a:prstGeom prst="rect">
            <a:avLst/>
          </a:prstGeom>
          <a:solidFill>
            <a:srgbClr val="639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697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912821"/>
            <a:ext cx="967394" cy="537538"/>
          </a:xfrm>
          <a:prstGeom prst="rect">
            <a:avLst/>
          </a:prstGeom>
        </p:spPr>
      </p:pic>
      <p:sp>
        <p:nvSpPr>
          <p:cNvPr id="11" name="Slide Number Placeholder 5"/>
          <p:cNvSpPr txBox="1">
            <a:spLocks/>
          </p:cNvSpPr>
          <p:nvPr/>
        </p:nvSpPr>
        <p:spPr>
          <a:xfrm>
            <a:off x="8084456" y="6237335"/>
            <a:ext cx="564243" cy="449943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algn="ctr" defTabSz="4572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57F1E4F-1CFF-5643-939E-217C01CDF565}" type="slidenum">
              <a:rPr lang="en-US" sz="1400" smtClean="0"/>
              <a:pPr algn="ctr"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723842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8771" y="154640"/>
            <a:ext cx="4539343" cy="65314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66440" y="849087"/>
            <a:ext cx="3524131" cy="2757714"/>
          </a:xfrm>
        </p:spPr>
        <p:txBody>
          <a:bodyPr anchor="b"/>
          <a:lstStyle>
            <a:lvl1pPr algn="l">
              <a:lnSpc>
                <a:spcPts val="5000"/>
              </a:lnSpc>
              <a:defRPr sz="5400" spc="-15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Divider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6440" y="3722664"/>
            <a:ext cx="3531389" cy="2032249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spc="-100" baseline="0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Divider subtitle style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7199"/>
            <a:ext cx="9144000" cy="67587"/>
          </a:xfrm>
          <a:prstGeom prst="rect">
            <a:avLst/>
          </a:prstGeom>
          <a:solidFill>
            <a:srgbClr val="639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697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912821"/>
            <a:ext cx="967394" cy="537538"/>
          </a:xfrm>
          <a:prstGeom prst="rect">
            <a:avLst/>
          </a:prstGeom>
        </p:spPr>
      </p:pic>
      <p:sp>
        <p:nvSpPr>
          <p:cNvPr id="7" name="Slide Number Placeholder 5"/>
          <p:cNvSpPr txBox="1">
            <a:spLocks/>
          </p:cNvSpPr>
          <p:nvPr/>
        </p:nvSpPr>
        <p:spPr>
          <a:xfrm>
            <a:off x="8084456" y="6237335"/>
            <a:ext cx="564243" cy="449943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algn="ctr" defTabSz="4572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57F1E4F-1CFF-5643-939E-217C01CDF565}" type="slidenum">
              <a:rPr lang="en-US" sz="1400" smtClean="0"/>
              <a:pPr algn="ctr"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2936078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8771" y="125612"/>
            <a:ext cx="8846457" cy="4315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58" y="116114"/>
            <a:ext cx="8184242" cy="3918857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8165"/>
            <a:ext cx="8191500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38657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68903" y="2084110"/>
            <a:ext cx="7339966" cy="587753"/>
          </a:xfrm>
        </p:spPr>
        <p:txBody>
          <a:bodyPr anchor="b">
            <a:noAutofit/>
          </a:bodyPr>
          <a:lstStyle>
            <a:lvl1pPr algn="l">
              <a:defRPr sz="2800" baseline="0">
                <a:solidFill>
                  <a:srgbClr val="0072BC"/>
                </a:solidFill>
                <a:latin typeface="Calibri (Headings)"/>
              </a:defRPr>
            </a:lvl1pPr>
          </a:lstStyle>
          <a:p>
            <a:r>
              <a:rPr lang="en-US" dirty="0"/>
              <a:t>Main Title Calibri 28 Pt. (RGB: 0 – 114 – 188)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68903" y="2671863"/>
            <a:ext cx="6355896" cy="394832"/>
          </a:xfrm>
        </p:spPr>
        <p:txBody>
          <a:bodyPr>
            <a:normAutofit/>
          </a:bodyPr>
          <a:lstStyle>
            <a:lvl1pPr marL="0" indent="0" algn="l">
              <a:buNone/>
              <a:defRPr sz="2400" baseline="0">
                <a:solidFill>
                  <a:srgbClr val="0089CF"/>
                </a:solidFill>
                <a:latin typeface="Calibri (Headings)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 Title Calibri 24 Pt. (RGB: 0 – 137 – 207)</a:t>
            </a:r>
          </a:p>
        </p:txBody>
      </p:sp>
      <p:pic>
        <p:nvPicPr>
          <p:cNvPr id="10" name="Picture 9" descr="InsideNGO logo FINAL tagline rgb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2008" y="353694"/>
            <a:ext cx="4114800" cy="1539916"/>
          </a:xfrm>
          <a:prstGeom prst="rect">
            <a:avLst/>
          </a:prstGeom>
        </p:spPr>
      </p:pic>
      <p:pic>
        <p:nvPicPr>
          <p:cNvPr id="11" name="Picture 10" descr="InsideNGO logo FINAL without tagline rgb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1450" y="6267026"/>
            <a:ext cx="1083037" cy="393788"/>
          </a:xfrm>
          <a:prstGeom prst="rect">
            <a:avLst/>
          </a:prstGeom>
        </p:spPr>
      </p:pic>
      <p:pic>
        <p:nvPicPr>
          <p:cNvPr id="9" name="Picture 8" descr="InsideNGO 2015 Annual Conference ppt crop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3733800"/>
            <a:ext cx="9144000" cy="2415396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1568903" y="3184525"/>
            <a:ext cx="6355896" cy="358775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00A94F"/>
                </a:solidFill>
                <a:latin typeface="Calibri (Headings)"/>
              </a:defRPr>
            </a:lvl1pPr>
          </a:lstStyle>
          <a:p>
            <a:pPr lvl="0"/>
            <a:r>
              <a:rPr lang="en-US" dirty="0"/>
              <a:t>Date Calibri 20 Pt. (0 – 169 – 79)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299" y="6303918"/>
            <a:ext cx="2057400" cy="365125"/>
          </a:xfrm>
        </p:spPr>
        <p:txBody>
          <a:bodyPr/>
          <a:lstStyle>
            <a:lvl1pPr>
              <a:defRPr sz="1400">
                <a:solidFill>
                  <a:srgbClr val="00A94F"/>
                </a:solidFill>
              </a:defRPr>
            </a:lvl1pPr>
          </a:lstStyle>
          <a:p>
            <a:fld id="{F835777C-F70B-4E45-83E3-50DA26F782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71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nal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nsideNGO ppt border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7309" y="268786"/>
            <a:ext cx="8686800" cy="6359287"/>
          </a:xfrm>
          <a:prstGeom prst="rect">
            <a:avLst/>
          </a:prstGeom>
        </p:spPr>
      </p:pic>
      <p:sp>
        <p:nvSpPr>
          <p:cNvPr id="8" name="Content Placeholder 7"/>
          <p:cNvSpPr>
            <a:spLocks noGrp="1"/>
          </p:cNvSpPr>
          <p:nvPr>
            <p:ph sz="quarter" idx="10" hasCustomPrompt="1"/>
          </p:nvPr>
        </p:nvSpPr>
        <p:spPr>
          <a:xfrm>
            <a:off x="2024425" y="3352802"/>
            <a:ext cx="5234487" cy="1114698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latin typeface="Calibri (Headings)"/>
              </a:defRPr>
            </a:lvl1pPr>
          </a:lstStyle>
          <a:p>
            <a:pPr lvl="0"/>
            <a:r>
              <a:rPr lang="en-US" dirty="0"/>
              <a:t>If you would like more information, please contact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1" hasCustomPrompt="1"/>
          </p:nvPr>
        </p:nvSpPr>
        <p:spPr>
          <a:xfrm>
            <a:off x="2024425" y="4467500"/>
            <a:ext cx="5234487" cy="1227908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rgbClr val="00A94F"/>
                </a:solidFill>
                <a:latin typeface="Calibri (Headings)"/>
              </a:defRPr>
            </a:lvl1pPr>
          </a:lstStyle>
          <a:p>
            <a:pPr lvl="0"/>
            <a:r>
              <a:rPr lang="en-US" dirty="0"/>
              <a:t>[name]@InsideNGO.org</a:t>
            </a:r>
            <a:br>
              <a:rPr lang="en-US" dirty="0"/>
            </a:br>
            <a:r>
              <a:rPr lang="en-US" dirty="0"/>
              <a:t>InsideNGO.org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53625" y="1866139"/>
            <a:ext cx="64706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rgbClr val="0072BC"/>
                </a:solidFill>
                <a:latin typeface="Calibri (Headings)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436587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68903" y="2084110"/>
            <a:ext cx="7339966" cy="587753"/>
          </a:xfrm>
        </p:spPr>
        <p:txBody>
          <a:bodyPr anchor="b">
            <a:noAutofit/>
          </a:bodyPr>
          <a:lstStyle>
            <a:lvl1pPr algn="l">
              <a:defRPr sz="2800" baseline="0">
                <a:solidFill>
                  <a:srgbClr val="0072BC"/>
                </a:solidFill>
                <a:latin typeface="Calibri (Headings)"/>
              </a:defRPr>
            </a:lvl1pPr>
          </a:lstStyle>
          <a:p>
            <a:r>
              <a:rPr lang="en-US" dirty="0"/>
              <a:t>Main Title Calibri 28 Pt. (RGB: 0 – 114 – 188)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68903" y="2671863"/>
            <a:ext cx="6355896" cy="394832"/>
          </a:xfrm>
        </p:spPr>
        <p:txBody>
          <a:bodyPr>
            <a:normAutofit/>
          </a:bodyPr>
          <a:lstStyle>
            <a:lvl1pPr marL="0" indent="0" algn="l">
              <a:buNone/>
              <a:defRPr sz="2400" baseline="0">
                <a:solidFill>
                  <a:srgbClr val="0089CF"/>
                </a:solidFill>
                <a:latin typeface="Calibri (Headings)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 Title Calibri 24 Pt. (RGB: 0 – 137 – 207)</a:t>
            </a:r>
          </a:p>
        </p:txBody>
      </p:sp>
      <p:pic>
        <p:nvPicPr>
          <p:cNvPr id="10" name="Picture 9" descr="InsideNGO logo FINAL tagline rgb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2008" y="353694"/>
            <a:ext cx="4114800" cy="1539916"/>
          </a:xfrm>
          <a:prstGeom prst="rect">
            <a:avLst/>
          </a:prstGeom>
        </p:spPr>
      </p:pic>
      <p:pic>
        <p:nvPicPr>
          <p:cNvPr id="11" name="Picture 10" descr="InsideNGO logo FINAL without tagline rgb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1450" y="6267026"/>
            <a:ext cx="1083037" cy="39378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299" y="6303918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00A94F"/>
                </a:solidFill>
              </a:defRPr>
            </a:lvl1pPr>
          </a:lstStyle>
          <a:p>
            <a:fld id="{F835777C-F70B-4E45-83E3-50DA26F782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378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57650" cy="4805363"/>
          </a:xfrm>
        </p:spPr>
        <p:txBody>
          <a:bodyPr/>
          <a:lstStyle>
            <a:lvl2pPr marL="685800" indent="-228600">
              <a:buFont typeface="Calibri" panose="020F0502020204030204" pitchFamily="34" charset="0"/>
              <a:buChar char="–"/>
              <a:defRPr/>
            </a:lvl2pPr>
            <a:lvl3pPr>
              <a:defRPr sz="2200"/>
            </a:lvl3pPr>
            <a:lvl4pPr marL="1600200" indent="-228600">
              <a:buFont typeface="Calibri" panose="020F0502020204030204" pitchFamily="34" charset="0"/>
              <a:buChar char="–"/>
              <a:defRPr/>
            </a:lvl4pPr>
            <a:lvl5pPr marL="2057400" indent="-228600">
              <a:buFont typeface="Calibri" panose="020F0502020204030204" pitchFamily="34" charset="0"/>
              <a:buChar char="»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1600"/>
            <a:ext cx="4019550" cy="4805363"/>
          </a:xfrm>
        </p:spPr>
        <p:txBody>
          <a:bodyPr/>
          <a:lstStyle>
            <a:lvl2pPr marL="685800" indent="-228600">
              <a:buFont typeface="Calibri" panose="020F0502020204030204" pitchFamily="34" charset="0"/>
              <a:buChar char="–"/>
              <a:defRPr/>
            </a:lvl2pPr>
            <a:lvl3pPr>
              <a:defRPr sz="2200"/>
            </a:lvl3pPr>
            <a:lvl4pPr marL="1600200" indent="-228600">
              <a:buFont typeface="Calibri" panose="020F0502020204030204" pitchFamily="34" charset="0"/>
              <a:buChar char="–"/>
              <a:defRPr/>
            </a:lvl4pPr>
            <a:lvl5pPr marL="2057400" indent="-228600">
              <a:buFont typeface="Calibri" panose="020F0502020204030204" pitchFamily="34" charset="0"/>
              <a:buChar char="»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65127"/>
            <a:ext cx="8191500" cy="66357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2BC"/>
                </a:solidFill>
                <a:latin typeface="Calibri (Headings)"/>
              </a:defRPr>
            </a:lvl1pPr>
          </a:lstStyle>
          <a:p>
            <a:r>
              <a:rPr lang="en-US" dirty="0"/>
              <a:t>Page Titles – 32 Pt</a:t>
            </a:r>
          </a:p>
        </p:txBody>
      </p:sp>
      <p:pic>
        <p:nvPicPr>
          <p:cNvPr id="9" name="Picture 8" descr="InsideNGO logo FINAL without tagline rgb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0525" y="6303918"/>
            <a:ext cx="1083037" cy="393788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299" y="6303918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00A94F"/>
                </a:solidFill>
              </a:defRPr>
            </a:lvl1pPr>
          </a:lstStyle>
          <a:p>
            <a:fld id="{F835777C-F70B-4E45-83E3-50DA26F782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9239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4251" y="1371600"/>
            <a:ext cx="4024449" cy="4805363"/>
          </a:xfrm>
        </p:spPr>
        <p:txBody>
          <a:bodyPr/>
          <a:lstStyle>
            <a:lvl2pPr marL="685800" indent="-228600">
              <a:buFont typeface="Calibri" panose="020F0502020204030204" pitchFamily="34" charset="0"/>
              <a:buChar char="–"/>
              <a:defRPr/>
            </a:lvl2pPr>
            <a:lvl3pPr>
              <a:defRPr sz="2200"/>
            </a:lvl3pPr>
            <a:lvl4pPr marL="1600200" indent="-228600">
              <a:buFont typeface="Calibri" panose="020F0502020204030204" pitchFamily="34" charset="0"/>
              <a:buChar char="–"/>
              <a:defRPr/>
            </a:lvl4pPr>
            <a:lvl5pPr marL="2057400" indent="-228600">
              <a:buFont typeface="Calibri" panose="020F0502020204030204" pitchFamily="34" charset="0"/>
              <a:buChar char="»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65127"/>
            <a:ext cx="8191500" cy="66357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2BC"/>
                </a:solidFill>
                <a:latin typeface="Calibri (Headings)"/>
              </a:defRPr>
            </a:lvl1pPr>
          </a:lstStyle>
          <a:p>
            <a:r>
              <a:rPr lang="en-US" dirty="0"/>
              <a:t>Page Titles – 32 Pt</a:t>
            </a:r>
          </a:p>
        </p:txBody>
      </p:sp>
      <p:pic>
        <p:nvPicPr>
          <p:cNvPr id="9" name="Picture 8" descr="InsideNGO logo FINAL without tagline rgb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0525" y="6303918"/>
            <a:ext cx="1083037" cy="393788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299" y="6303918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00A94F"/>
                </a:solidFill>
              </a:defRPr>
            </a:lvl1pPr>
          </a:lstStyle>
          <a:p>
            <a:fld id="{F835777C-F70B-4E45-83E3-50DA26F782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457200" y="1371600"/>
            <a:ext cx="4036423" cy="48053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91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aragrap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65127"/>
            <a:ext cx="8191500" cy="66357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2BC"/>
                </a:solidFill>
                <a:latin typeface="Calibri (Headings)"/>
              </a:defRPr>
            </a:lvl1pPr>
          </a:lstStyle>
          <a:p>
            <a:r>
              <a:rPr lang="en-US" dirty="0"/>
              <a:t>Page Titles – 32 Pt</a:t>
            </a:r>
          </a:p>
        </p:txBody>
      </p:sp>
      <p:pic>
        <p:nvPicPr>
          <p:cNvPr id="7" name="Picture 6" descr="InsideNGO logo FINAL without tagline rgb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0525" y="6303918"/>
            <a:ext cx="1083037" cy="393788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299" y="6303918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00A94F"/>
                </a:solidFill>
              </a:defRPr>
            </a:lvl1pPr>
          </a:lstStyle>
          <a:p>
            <a:fld id="{F835777C-F70B-4E45-83E3-50DA26F782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304925"/>
            <a:ext cx="8191500" cy="4634321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Body Copy Paragraph #1 – 28pt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Body Copy Paragraph #2 – 28pt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Body Copy Paragraph #3 – 28pt</a:t>
            </a:r>
          </a:p>
        </p:txBody>
      </p:sp>
    </p:spTree>
    <p:extLst>
      <p:ext uri="{BB962C8B-B14F-4D97-AF65-F5344CB8AC3E}">
        <p14:creationId xmlns:p14="http://schemas.microsoft.com/office/powerpoint/2010/main" val="14893415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and Paragrap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65127"/>
            <a:ext cx="8191500" cy="66357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2BC"/>
                </a:solidFill>
                <a:latin typeface="Calibri (Headings)"/>
              </a:defRPr>
            </a:lvl1pPr>
          </a:lstStyle>
          <a:p>
            <a:r>
              <a:rPr lang="en-US" dirty="0"/>
              <a:t>Page Titles – 32 Pt</a:t>
            </a:r>
          </a:p>
        </p:txBody>
      </p:sp>
      <p:pic>
        <p:nvPicPr>
          <p:cNvPr id="7" name="Picture 6" descr="InsideNGO logo FINAL without tagline rgb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0525" y="6303918"/>
            <a:ext cx="1083037" cy="393788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299" y="6303918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00A94F"/>
                </a:solidFill>
              </a:defRPr>
            </a:lvl1pPr>
          </a:lstStyle>
          <a:p>
            <a:fld id="{F835777C-F70B-4E45-83E3-50DA26F782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57199" y="1665514"/>
            <a:ext cx="8191500" cy="440871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 hasCustomPrompt="1"/>
          </p:nvPr>
        </p:nvSpPr>
        <p:spPr>
          <a:xfrm>
            <a:off x="457199" y="1058365"/>
            <a:ext cx="8191500" cy="400049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rgbClr val="0089CF"/>
                </a:solidFill>
              </a:defRPr>
            </a:lvl1pPr>
          </a:lstStyle>
          <a:p>
            <a:pPr lvl="0"/>
            <a:r>
              <a:rPr lang="en-US" dirty="0"/>
              <a:t>Sub Title – 22 Pt</a:t>
            </a:r>
          </a:p>
        </p:txBody>
      </p:sp>
    </p:spTree>
    <p:extLst>
      <p:ext uri="{BB962C8B-B14F-4D97-AF65-F5344CB8AC3E}">
        <p14:creationId xmlns:p14="http://schemas.microsoft.com/office/powerpoint/2010/main" val="39064167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Paragrap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65127"/>
            <a:ext cx="8191500" cy="66357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2BC"/>
                </a:solidFill>
                <a:latin typeface="Calibri (Headings)"/>
              </a:defRPr>
            </a:lvl1pPr>
          </a:lstStyle>
          <a:p>
            <a:r>
              <a:rPr lang="en-US" dirty="0"/>
              <a:t>Page Titles – 32 Pt</a:t>
            </a:r>
          </a:p>
        </p:txBody>
      </p:sp>
      <p:pic>
        <p:nvPicPr>
          <p:cNvPr id="7" name="Picture 6" descr="InsideNGO logo FINAL without tagline rgb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0525" y="6303918"/>
            <a:ext cx="1083037" cy="393788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299" y="6303918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00A94F"/>
                </a:solidFill>
              </a:defRPr>
            </a:lvl1pPr>
          </a:lstStyle>
          <a:p>
            <a:fld id="{F835777C-F70B-4E45-83E3-50DA26F782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220936"/>
            <a:ext cx="8191500" cy="1718310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Body Copy Paragraph #1 – 28pt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57200" y="1273175"/>
            <a:ext cx="8191500" cy="254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2402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65127"/>
            <a:ext cx="8191500" cy="66357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2BC"/>
                </a:solidFill>
                <a:latin typeface="Calibri (Headings)"/>
              </a:defRPr>
            </a:lvl1pPr>
          </a:lstStyle>
          <a:p>
            <a:r>
              <a:rPr lang="en-US" dirty="0"/>
              <a:t>Page Titles – 32 Pt</a:t>
            </a:r>
          </a:p>
        </p:txBody>
      </p:sp>
      <p:pic>
        <p:nvPicPr>
          <p:cNvPr id="7" name="Picture 6" descr="InsideNGO logo FINAL without tagline rgb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0525" y="6303918"/>
            <a:ext cx="1083037" cy="393788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299" y="6303918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00A94F"/>
                </a:solidFill>
              </a:defRPr>
            </a:lvl1pPr>
          </a:lstStyle>
          <a:p>
            <a:fld id="{F835777C-F70B-4E45-83E3-50DA26F782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57200" y="1273175"/>
            <a:ext cx="8191500" cy="254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457200" y="3967163"/>
            <a:ext cx="8191500" cy="21478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5883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75909" y="1880755"/>
            <a:ext cx="3647208" cy="2628611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2BC"/>
                </a:solidFill>
                <a:latin typeface="Calibri (Headings)"/>
              </a:defRPr>
            </a:lvl1pPr>
          </a:lstStyle>
          <a:p>
            <a:r>
              <a:rPr lang="en-US" dirty="0"/>
              <a:t>Page Titles – 32 Pt</a:t>
            </a:r>
          </a:p>
        </p:txBody>
      </p:sp>
      <p:pic>
        <p:nvPicPr>
          <p:cNvPr id="7" name="Picture 6" descr="InsideNGO logo FINAL without tagline rgb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0525" y="6303918"/>
            <a:ext cx="1083037" cy="393788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299" y="6303918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00A94F"/>
                </a:solidFill>
              </a:defRPr>
            </a:lvl1pPr>
          </a:lstStyle>
          <a:p>
            <a:fld id="{F835777C-F70B-4E45-83E3-50DA26F782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58536" y="1880755"/>
            <a:ext cx="3605645" cy="262861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982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nsideNGO ppt border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7309" y="268786"/>
            <a:ext cx="8686800" cy="6359287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253625" y="1866139"/>
            <a:ext cx="64706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rgbClr val="0072BC"/>
                </a:solidFill>
                <a:latin typeface="Calibri (Headings)"/>
              </a:rPr>
              <a:t>Thank you!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2" hasCustomPrompt="1"/>
          </p:nvPr>
        </p:nvSpPr>
        <p:spPr>
          <a:xfrm>
            <a:off x="1963465" y="4985826"/>
            <a:ext cx="5234487" cy="122790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rgbClr val="00A94F"/>
                </a:solidFill>
                <a:latin typeface="Calibri (Headings)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If you would like more information, please contact [name]@InsideNGO.org</a:t>
            </a:r>
            <a:br>
              <a:rPr lang="en-US" dirty="0"/>
            </a:br>
            <a:r>
              <a:rPr lang="en-US" dirty="0"/>
              <a:t>InsideNGO.org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1963464" y="3196046"/>
            <a:ext cx="523448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400" i="1" dirty="0">
                <a:solidFill>
                  <a:srgbClr val="00A94F"/>
                </a:solidFill>
              </a:rPr>
              <a:t>Evaluations please.</a:t>
            </a:r>
          </a:p>
        </p:txBody>
      </p:sp>
    </p:spTree>
    <p:extLst>
      <p:ext uri="{BB962C8B-B14F-4D97-AF65-F5344CB8AC3E}">
        <p14:creationId xmlns:p14="http://schemas.microsoft.com/office/powerpoint/2010/main" val="11612194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1" t="-953" r="-43174" b="462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675993"/>
            <a:ext cx="4154846" cy="289858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  <a:latin typeface="Oxygen" charset="0"/>
                <a:ea typeface="Oxygen" charset="0"/>
                <a:cs typeface="Oxygen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634008"/>
            <a:ext cx="4154846" cy="13901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89D33"/>
                </a:solidFill>
                <a:latin typeface="Oxygen" charset="0"/>
                <a:ea typeface="Oxygen" charset="0"/>
                <a:cs typeface="Oxygen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6299" y="75219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9" t="18310" r="21441" b="18310"/>
          <a:stretch/>
        </p:blipFill>
        <p:spPr>
          <a:xfrm>
            <a:off x="4960025" y="5231958"/>
            <a:ext cx="4183976" cy="113703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648" y="6731890"/>
            <a:ext cx="9144000" cy="142671"/>
          </a:xfrm>
          <a:prstGeom prst="rect">
            <a:avLst/>
          </a:prstGeom>
          <a:solidFill>
            <a:srgbClr val="639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553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-1" y="116114"/>
            <a:ext cx="9144001" cy="6749836"/>
          </a:xfrm>
          <a:prstGeom prst="rect">
            <a:avLst/>
          </a:prstGeom>
          <a:solidFill>
            <a:srgbClr val="0069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0" t="1797" r="-43222" b="462"/>
          <a:stretch/>
        </p:blipFill>
        <p:spPr>
          <a:xfrm>
            <a:off x="-7952" y="143125"/>
            <a:ext cx="9088343" cy="6627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2431229"/>
            <a:ext cx="7886700" cy="139943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rgbClr val="F89D33"/>
                </a:solidFill>
                <a:latin typeface="Oxygen" charset="0"/>
                <a:ea typeface="Oxygen" charset="0"/>
                <a:cs typeface="Oxygen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890089"/>
            <a:ext cx="7886700" cy="4415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Oxygen" charset="0"/>
                <a:ea typeface="Oxygen" charset="0"/>
                <a:cs typeface="Oxygen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9" t="18310" r="16206" b="18310"/>
          <a:stretch/>
        </p:blipFill>
        <p:spPr>
          <a:xfrm>
            <a:off x="4667416" y="564544"/>
            <a:ext cx="4484535" cy="11370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48" y="6731890"/>
            <a:ext cx="9144000" cy="142671"/>
          </a:xfrm>
          <a:prstGeom prst="rect">
            <a:avLst/>
          </a:prstGeom>
          <a:solidFill>
            <a:srgbClr val="639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750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2" y="1393370"/>
            <a:ext cx="5033168" cy="523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2988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77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46220" cy="449580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1524000"/>
            <a:ext cx="4008119" cy="44958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9525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4046220" cy="759290"/>
          </a:xfrm>
        </p:spPr>
        <p:txBody>
          <a:bodyPr anchor="b" anchorCtr="0">
            <a:noAutofit/>
          </a:bodyPr>
          <a:lstStyle>
            <a:lvl1pPr marL="0" indent="0">
              <a:buNone/>
              <a:defRPr sz="2400" b="0" spc="-6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60172"/>
            <a:ext cx="4046220" cy="355963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1524000"/>
            <a:ext cx="400811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 spc="-6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0" y="2474687"/>
            <a:ext cx="4008119" cy="354511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2652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5689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446" y="52466"/>
            <a:ext cx="8979108" cy="1334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678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" y="151307"/>
            <a:ext cx="9144001" cy="6714643"/>
          </a:xfrm>
          <a:prstGeom prst="rect">
            <a:avLst/>
          </a:prstGeom>
          <a:solidFill>
            <a:srgbClr val="639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1" t="-953" r="-46149" b="462"/>
          <a:stretch/>
        </p:blipFill>
        <p:spPr>
          <a:xfrm>
            <a:off x="-1" y="151307"/>
            <a:ext cx="9144000" cy="67146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1038226"/>
            <a:ext cx="78867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000">
                <a:solidFill>
                  <a:schemeClr val="bg1"/>
                </a:solidFill>
                <a:latin typeface="Oxygen" charset="0"/>
                <a:ea typeface="Oxygen" charset="0"/>
                <a:cs typeface="Oxygen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917951"/>
            <a:ext cx="78867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Oxygen" charset="0"/>
                <a:ea typeface="Oxygen" charset="0"/>
                <a:cs typeface="Oxygen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8" y="6731890"/>
            <a:ext cx="9144000" cy="142671"/>
          </a:xfrm>
          <a:prstGeom prst="rect">
            <a:avLst/>
          </a:prstGeom>
          <a:solidFill>
            <a:srgbClr val="0069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25" y="5856514"/>
            <a:ext cx="1025222" cy="658005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/>
        </p:nvSpPr>
        <p:spPr>
          <a:xfrm>
            <a:off x="8084456" y="6237335"/>
            <a:ext cx="564243" cy="449943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algn="ctr" defTabSz="4572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57F1E4F-1CFF-5643-939E-217C01CDF565}" type="slidenum">
              <a:rPr lang="en-US" sz="14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1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7263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-1" y="151307"/>
            <a:ext cx="9144001" cy="6714643"/>
          </a:xfrm>
          <a:prstGeom prst="rect">
            <a:avLst/>
          </a:prstGeom>
          <a:solidFill>
            <a:srgbClr val="0069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1" t="-953" r="-46149" b="462"/>
          <a:stretch/>
        </p:blipFill>
        <p:spPr>
          <a:xfrm>
            <a:off x="-1" y="151307"/>
            <a:ext cx="9144000" cy="671464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48" y="6731890"/>
            <a:ext cx="9144000" cy="142671"/>
          </a:xfrm>
          <a:prstGeom prst="rect">
            <a:avLst/>
          </a:prstGeom>
          <a:solidFill>
            <a:srgbClr val="639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508628"/>
            <a:ext cx="78867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>
                <a:solidFill>
                  <a:schemeClr val="bg1"/>
                </a:solidFill>
                <a:latin typeface="Oxygen" charset="0"/>
                <a:ea typeface="Oxygen" charset="0"/>
                <a:cs typeface="Oxygen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Name of Presenter </a:t>
            </a:r>
            <a:br>
              <a:rPr lang="en-US" dirty="0"/>
            </a:br>
            <a:r>
              <a:rPr lang="en-US" dirty="0"/>
              <a:t>and contact information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8" y="2367646"/>
            <a:ext cx="3763618" cy="114098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25" y="5856514"/>
            <a:ext cx="1025222" cy="658005"/>
          </a:xfrm>
          <a:prstGeom prst="rect">
            <a:avLst/>
          </a:prstGeom>
        </p:spPr>
      </p:pic>
      <p:sp>
        <p:nvSpPr>
          <p:cNvPr id="15" name="Slide Number Placeholder 5"/>
          <p:cNvSpPr txBox="1">
            <a:spLocks/>
          </p:cNvSpPr>
          <p:nvPr/>
        </p:nvSpPr>
        <p:spPr>
          <a:xfrm>
            <a:off x="8084456" y="6237335"/>
            <a:ext cx="564243" cy="449943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algn="ctr" defTabSz="4572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57F1E4F-1CFF-5643-939E-217C01CDF565}" type="slidenum">
              <a:rPr lang="en-US" sz="14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1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6799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vider Slide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8771" y="154640"/>
            <a:ext cx="4539343" cy="65314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66440" y="849087"/>
            <a:ext cx="3524131" cy="2757714"/>
          </a:xfrm>
        </p:spPr>
        <p:txBody>
          <a:bodyPr anchor="b"/>
          <a:lstStyle>
            <a:lvl1pPr algn="l">
              <a:lnSpc>
                <a:spcPts val="5000"/>
              </a:lnSpc>
              <a:defRPr sz="5400" spc="-15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Divider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6440" y="3722664"/>
            <a:ext cx="3531389" cy="2032249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spc="-100" baseline="0">
                <a:solidFill>
                  <a:schemeClr val="accent4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Divider subtitle style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7199"/>
            <a:ext cx="9144000" cy="67587"/>
          </a:xfrm>
          <a:prstGeom prst="rect">
            <a:avLst/>
          </a:prstGeom>
          <a:solidFill>
            <a:srgbClr val="639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697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25" y="5856514"/>
            <a:ext cx="1025222" cy="6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666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Slide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8771" y="125612"/>
            <a:ext cx="8846457" cy="431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58" y="116114"/>
            <a:ext cx="8184242" cy="3918857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8165"/>
            <a:ext cx="8191500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5459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 Same Side Corner Rectangle 33"/>
          <p:cNvSpPr/>
          <p:nvPr/>
        </p:nvSpPr>
        <p:spPr>
          <a:xfrm>
            <a:off x="8088127" y="6350002"/>
            <a:ext cx="560574" cy="457199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56029" y="118355"/>
            <a:ext cx="8846457" cy="1181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64458" y="116114"/>
            <a:ext cx="8184242" cy="11901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8191500" cy="4463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152307"/>
            <a:ext cx="967394" cy="5375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2002971" y="208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0" y="6807199"/>
            <a:ext cx="9144000" cy="67587"/>
          </a:xfrm>
          <a:prstGeom prst="rect">
            <a:avLst/>
          </a:prstGeom>
          <a:solidFill>
            <a:srgbClr val="639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697E"/>
              </a:solidFill>
            </a:endParaRPr>
          </a:p>
        </p:txBody>
      </p:sp>
      <p:sp>
        <p:nvSpPr>
          <p:cNvPr id="32" name="Slide Number Placeholder 5"/>
          <p:cNvSpPr txBox="1">
            <a:spLocks/>
          </p:cNvSpPr>
          <p:nvPr/>
        </p:nvSpPr>
        <p:spPr>
          <a:xfrm>
            <a:off x="8084456" y="6357256"/>
            <a:ext cx="564243" cy="449943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algn="ctr" defTabSz="4572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57F1E4F-1CFF-5643-939E-217C01CDF565}" type="slidenum">
              <a:rPr lang="en-US" sz="1400" smtClean="0"/>
              <a:pPr algn="ctr"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73927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81" r:id="rId15"/>
    <p:sldLayoutId id="2147483664" r:id="rId16"/>
    <p:sldLayoutId id="2147483680" r:id="rId17"/>
    <p:sldLayoutId id="2147483666" r:id="rId18"/>
    <p:sldLayoutId id="2147483677" r:id="rId19"/>
    <p:sldLayoutId id="2147483675" r:id="rId20"/>
    <p:sldLayoutId id="2147483676" r:id="rId21"/>
    <p:sldLayoutId id="2147483678" r:id="rId22"/>
    <p:sldLayoutId id="2147483679" r:id="rId23"/>
  </p:sldLayoutIdLst>
  <p:hf sldNum="0" hdr="0" ftr="0" dt="0"/>
  <p:txStyles>
    <p:titleStyle>
      <a:lvl1pPr algn="l" defTabSz="457200" rtl="0" eaLnBrk="1" latinLnBrk="0" hangingPunct="1">
        <a:lnSpc>
          <a:spcPts val="3800"/>
        </a:lnSpc>
        <a:spcBef>
          <a:spcPct val="0"/>
        </a:spcBef>
        <a:buNone/>
        <a:defRPr sz="4000" b="0" i="0" kern="1200" spc="-100" baseline="0">
          <a:solidFill>
            <a:schemeClr val="accent2"/>
          </a:solidFill>
          <a:latin typeface="Calibri" charset="0"/>
          <a:ea typeface="Calibri" charset="0"/>
          <a:cs typeface="Calibri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100000"/>
        <a:buFont typeface="Arial" charset="0"/>
        <a:buChar char="•"/>
        <a:defRPr sz="2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100000"/>
        <a:buFont typeface="Arial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100000"/>
        <a:buFont typeface="Arial" charset="0"/>
        <a:buChar char="•"/>
        <a:defRPr sz="2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marR="0" indent="-228600" algn="l" defTabSz="457200" rtl="0" eaLnBrk="1" fontAlgn="auto" latinLnBrk="0" hangingPunct="1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 typeface="Arial" charset="0"/>
        <a:buChar char="•"/>
        <a:tabLst/>
        <a:defRPr sz="20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100000"/>
        <a:buFont typeface="Arial" charset="0"/>
        <a:buChar char="•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">
          <p15:clr>
            <a:srgbClr val="F26B43"/>
          </p15:clr>
        </p15:guide>
        <p15:guide id="3" pos="5448">
          <p15:clr>
            <a:srgbClr val="F26B43"/>
          </p15:clr>
        </p15:guide>
        <p15:guide id="4" orient="horz" pos="9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6029" y="118355"/>
            <a:ext cx="8846457" cy="11815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18383"/>
            <a:ext cx="8191500" cy="11879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8191500" cy="465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152307"/>
            <a:ext cx="967394" cy="53753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807199"/>
            <a:ext cx="9144000" cy="67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697E"/>
              </a:solidFill>
            </a:endParaRPr>
          </a:p>
        </p:txBody>
      </p:sp>
      <p:sp>
        <p:nvSpPr>
          <p:cNvPr id="15" name="Text Placeholder 2"/>
          <p:cNvSpPr txBox="1">
            <a:spLocks/>
          </p:cNvSpPr>
          <p:nvPr/>
        </p:nvSpPr>
        <p:spPr>
          <a:xfrm>
            <a:off x="457200" y="1524000"/>
            <a:ext cx="8191500" cy="4463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088127" y="6350002"/>
            <a:ext cx="560574" cy="457199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0" name="Slide Number Placeholder 5"/>
          <p:cNvSpPr txBox="1">
            <a:spLocks/>
          </p:cNvSpPr>
          <p:nvPr/>
        </p:nvSpPr>
        <p:spPr>
          <a:xfrm>
            <a:off x="8084457" y="6357257"/>
            <a:ext cx="564243" cy="449943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marL="0" algn="ctr" defTabSz="457200" rtl="0" eaLnBrk="1" latinLnBrk="0" hangingPunct="1"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57F1E4F-1CFF-5643-939E-217C01CDF565}" type="slidenum">
              <a:rPr lang="en-US" sz="1400" smtClean="0"/>
              <a:pPr algn="ctr"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7370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15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4"/>
        </a:buClr>
        <a:buFont typeface="Arial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Arial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Arial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Arial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Font typeface="Arial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F26B43"/>
          </p15:clr>
        </p15:guide>
        <p15:guide id="2" pos="5448">
          <p15:clr>
            <a:srgbClr val="F26B43"/>
          </p15:clr>
        </p15:guide>
        <p15:guide id="3" orient="horz" pos="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792288" y="2692400"/>
            <a:ext cx="5559425" cy="1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pitchFamily="-106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 Black" pitchFamily="34" charset="0"/>
                <a:ea typeface="ＭＳ Ｐゴシック" charset="0"/>
                <a:cs typeface="ＭＳ Ｐゴシック" pitchFamily="-106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 Black" pitchFamily="34" charset="0"/>
                <a:ea typeface="ＭＳ Ｐゴシック" charset="0"/>
                <a:cs typeface="ＭＳ Ｐゴシック" pitchFamily="-106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 Black" pitchFamily="34" charset="0"/>
                <a:ea typeface="ＭＳ Ｐゴシック" charset="0"/>
                <a:cs typeface="ＭＳ Ｐゴシック" pitchFamily="-106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 Black" pitchFamily="34" charset="0"/>
                <a:ea typeface="ＭＳ Ｐゴシック" charset="0"/>
                <a:cs typeface="ＭＳ Ｐゴシック" pitchFamily="-106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 Black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 Black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 Black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 Black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5000" b="1" kern="0" dirty="0">
              <a:solidFill>
                <a:schemeClr val="accent2"/>
              </a:solidFill>
              <a:latin typeface="Calibri (Headings)"/>
              <a:ea typeface="ＭＳ Ｐゴシック" charset="-128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2A84290-B94D-4EC2-8FD2-2C837FBD9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6440" y="1520131"/>
            <a:ext cx="7392189" cy="1451669"/>
          </a:xfrm>
        </p:spPr>
        <p:txBody>
          <a:bodyPr/>
          <a:lstStyle/>
          <a:p>
            <a:r>
              <a:rPr lang="en-US" dirty="0"/>
              <a:t>2 CFR 200.308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92FBFA3-073F-4798-AC8E-8137D024D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440" y="3048000"/>
            <a:ext cx="7392189" cy="1884428"/>
          </a:xfrm>
        </p:spPr>
        <p:txBody>
          <a:bodyPr>
            <a:normAutofit/>
          </a:bodyPr>
          <a:lstStyle/>
          <a:p>
            <a:r>
              <a:rPr lang="en-US" dirty="0"/>
              <a:t>10% budget revision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B1C-9C6A-4147-A2E3-5F7EB40FE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revisions 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F4A10-CAE1-4A40-B09D-637116839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320" y="1306286"/>
            <a:ext cx="7057349" cy="5220738"/>
          </a:xfrm>
          <a:prstGeom prst="rect">
            <a:avLst/>
          </a:prstGeom>
        </p:spPr>
      </p:pic>
      <p:sp>
        <p:nvSpPr>
          <p:cNvPr id="7" name="Multidocument 5">
            <a:extLst>
              <a:ext uri="{FF2B5EF4-FFF2-40B4-BE49-F238E27FC236}">
                <a16:creationId xmlns:a16="http://schemas.microsoft.com/office/drawing/2014/main" id="{DF25E707-0D8C-4F4F-89F1-D88BB0B6F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3193" y="212726"/>
            <a:ext cx="1635512" cy="989012"/>
          </a:xfrm>
          <a:prstGeom prst="flowChartMultidocumen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63500" dir="3000007" algn="br" rotWithShape="0">
              <a:srgbClr val="000000">
                <a:alpha val="34998"/>
              </a:srgbClr>
            </a:outerShdw>
          </a:effec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Arial Rounded MT Bold" charset="0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2372B473-0C21-3A4C-8495-62B7F1EF3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0905" y="436507"/>
            <a:ext cx="1447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Arial Rounded MT Bold" charset="0"/>
              </a:rPr>
              <a:t>200.308 </a:t>
            </a:r>
          </a:p>
        </p:txBody>
      </p:sp>
    </p:spTree>
    <p:extLst>
      <p:ext uri="{BB962C8B-B14F-4D97-AF65-F5344CB8AC3E}">
        <p14:creationId xmlns:p14="http://schemas.microsoft.com/office/powerpoint/2010/main" val="2527019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B1C-9C6A-4147-A2E3-5F7EB40FE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revisions </a:t>
            </a:r>
          </a:p>
        </p:txBody>
      </p:sp>
      <p:sp>
        <p:nvSpPr>
          <p:cNvPr id="7" name="Multidocument 5">
            <a:extLst>
              <a:ext uri="{FF2B5EF4-FFF2-40B4-BE49-F238E27FC236}">
                <a16:creationId xmlns:a16="http://schemas.microsoft.com/office/drawing/2014/main" id="{DF25E707-0D8C-4F4F-89F1-D88BB0B6F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3193" y="212726"/>
            <a:ext cx="1635512" cy="989012"/>
          </a:xfrm>
          <a:prstGeom prst="flowChartMultidocumen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63500" dir="3000007" algn="br" rotWithShape="0">
              <a:srgbClr val="000000">
                <a:alpha val="34998"/>
              </a:srgbClr>
            </a:outerShdw>
          </a:effec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Arial Rounded MT Bold" charset="0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2372B473-0C21-3A4C-8495-62B7F1EF3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0905" y="436507"/>
            <a:ext cx="1447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Arial Rounded MT Bold" charset="0"/>
              </a:rPr>
              <a:t>200.308 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89FB257F-72E3-D44D-97F9-681C97D47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32" y="1306286"/>
            <a:ext cx="7057349" cy="492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3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B1C-9C6A-4147-A2E3-5F7EB40FE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revisions </a:t>
            </a:r>
          </a:p>
        </p:txBody>
      </p:sp>
      <p:sp>
        <p:nvSpPr>
          <p:cNvPr id="7" name="Multidocument 5">
            <a:extLst>
              <a:ext uri="{FF2B5EF4-FFF2-40B4-BE49-F238E27FC236}">
                <a16:creationId xmlns:a16="http://schemas.microsoft.com/office/drawing/2014/main" id="{DF25E707-0D8C-4F4F-89F1-D88BB0B6F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3193" y="212726"/>
            <a:ext cx="1635512" cy="989012"/>
          </a:xfrm>
          <a:prstGeom prst="flowChartMultidocumen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63500" dir="3000007" algn="br" rotWithShape="0">
              <a:srgbClr val="000000">
                <a:alpha val="34998"/>
              </a:srgbClr>
            </a:outerShdw>
          </a:effec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Arial Rounded MT Bold" charset="0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2372B473-0C21-3A4C-8495-62B7F1EF3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0905" y="436507"/>
            <a:ext cx="1447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Arial Rounded MT Bold" charset="0"/>
              </a:rPr>
              <a:t>200.308 </a:t>
            </a:r>
          </a:p>
        </p:txBody>
      </p:sp>
      <p:pic>
        <p:nvPicPr>
          <p:cNvPr id="5" name="Picture 4" descr="A screenshot of text&#10;&#10;Description automatically generated">
            <a:extLst>
              <a:ext uri="{FF2B5EF4-FFF2-40B4-BE49-F238E27FC236}">
                <a16:creationId xmlns:a16="http://schemas.microsoft.com/office/drawing/2014/main" id="{21A1004A-D54C-994E-846C-E3AD56E6B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74" y="1283834"/>
            <a:ext cx="6686420" cy="497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36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B1C-9C6A-4147-A2E3-5F7EB40FE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revisions </a:t>
            </a:r>
          </a:p>
        </p:txBody>
      </p:sp>
      <p:sp>
        <p:nvSpPr>
          <p:cNvPr id="7" name="Multidocument 5">
            <a:extLst>
              <a:ext uri="{FF2B5EF4-FFF2-40B4-BE49-F238E27FC236}">
                <a16:creationId xmlns:a16="http://schemas.microsoft.com/office/drawing/2014/main" id="{DF25E707-0D8C-4F4F-89F1-D88BB0B6F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3193" y="212726"/>
            <a:ext cx="1635512" cy="989012"/>
          </a:xfrm>
          <a:prstGeom prst="flowChartMultidocumen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63500" dir="3000007" algn="br" rotWithShape="0">
              <a:srgbClr val="000000">
                <a:alpha val="34998"/>
              </a:srgbClr>
            </a:outerShdw>
          </a:effec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Arial Rounded MT Bold" charset="0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2372B473-0C21-3A4C-8495-62B7F1EF3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0905" y="436507"/>
            <a:ext cx="1447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Arial Rounded MT Bold" charset="0"/>
              </a:rPr>
              <a:t>200.308 </a:t>
            </a:r>
          </a:p>
        </p:txBody>
      </p:sp>
      <p:pic>
        <p:nvPicPr>
          <p:cNvPr id="4" name="Picture 3" descr="A screenshot of text&#10;&#10;Description automatically generated">
            <a:extLst>
              <a:ext uri="{FF2B5EF4-FFF2-40B4-BE49-F238E27FC236}">
                <a16:creationId xmlns:a16="http://schemas.microsoft.com/office/drawing/2014/main" id="{BA6E289D-5DB3-B04F-9B5F-619AD19EA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41" y="1306286"/>
            <a:ext cx="6417352" cy="474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0608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tion2">
  <a:themeElements>
    <a:clrScheme name="Humentum General Presentation 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99480"/>
      </a:accent1>
      <a:accent2>
        <a:srgbClr val="076F83"/>
      </a:accent2>
      <a:accent3>
        <a:srgbClr val="733654"/>
      </a:accent3>
      <a:accent4>
        <a:srgbClr val="F79E41"/>
      </a:accent4>
      <a:accent5>
        <a:srgbClr val="000000"/>
      </a:accent5>
      <a:accent6>
        <a:srgbClr val="3E3F3E"/>
      </a:accent6>
      <a:hlink>
        <a:srgbClr val="F79E41"/>
      </a:hlink>
      <a:folHlink>
        <a:srgbClr val="69948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F0B4AF8F-1612-465C-976B-564886DCAF49}" vid="{060622CD-2801-4201-9FFF-53D1633A10F9}"/>
    </a:ext>
  </a:extLst>
</a:theme>
</file>

<file path=ppt/theme/theme2.xml><?xml version="1.0" encoding="utf-8"?>
<a:theme xmlns:a="http://schemas.openxmlformats.org/drawingml/2006/main" name="Custom Design">
  <a:themeElements>
    <a:clrScheme name="Humentum General Presentation 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99480"/>
      </a:accent1>
      <a:accent2>
        <a:srgbClr val="076F83"/>
      </a:accent2>
      <a:accent3>
        <a:srgbClr val="733654"/>
      </a:accent3>
      <a:accent4>
        <a:srgbClr val="F79E41"/>
      </a:accent4>
      <a:accent5>
        <a:srgbClr val="000000"/>
      </a:accent5>
      <a:accent6>
        <a:srgbClr val="3E3F3E"/>
      </a:accent6>
      <a:hlink>
        <a:srgbClr val="F79E41"/>
      </a:hlink>
      <a:folHlink>
        <a:srgbClr val="69948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A7A1E566-47BE-9944-8803-F0CC7D0C6B66}" vid="{4746719E-365C-E346-82BF-78F4826A073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808d36-874f-4b27-aec2-2fd649817929" xsi:nil="true"/>
    <lcf76f155ced4ddcb4097134ff3c332f xmlns="f2466082-b6bf-4153-98c3-3c41e85fda1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2E9E905-92D8-4EA1-A9BF-23A52826F237}"/>
</file>

<file path=customXml/itemProps2.xml><?xml version="1.0" encoding="utf-8"?>
<ds:datastoreItem xmlns:ds="http://schemas.openxmlformats.org/officeDocument/2006/customXml" ds:itemID="{2AC27BCB-4F7B-4AF9-AE24-A0BBCCEE7FCE}"/>
</file>

<file path=customXml/itemProps3.xml><?xml version="1.0" encoding="utf-8"?>
<ds:datastoreItem xmlns:ds="http://schemas.openxmlformats.org/officeDocument/2006/customXml" ds:itemID="{94DD1C7F-9758-454D-9893-68E2A393F2B9}"/>
</file>

<file path=docProps/app.xml><?xml version="1.0" encoding="utf-8"?>
<Properties xmlns="http://schemas.openxmlformats.org/officeDocument/2006/extended-properties" xmlns:vt="http://schemas.openxmlformats.org/officeDocument/2006/docPropsVTypes">
  <Template>PPT Template</Template>
  <TotalTime>2005</TotalTime>
  <Words>21</Words>
  <Application>Microsoft Macintosh PowerPoint</Application>
  <PresentationFormat>On-screen Show (4:3)</PresentationFormat>
  <Paragraphs>11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Arial Rounded MT Bold</vt:lpstr>
      <vt:lpstr>Calibri</vt:lpstr>
      <vt:lpstr>Calibri (Headings)</vt:lpstr>
      <vt:lpstr>Calibri Light</vt:lpstr>
      <vt:lpstr>Oxygen</vt:lpstr>
      <vt:lpstr>Wingdings 3</vt:lpstr>
      <vt:lpstr>Presentation2</vt:lpstr>
      <vt:lpstr>Custom Design</vt:lpstr>
      <vt:lpstr>2 CFR 200.308</vt:lpstr>
      <vt:lpstr>Budget revisions </vt:lpstr>
      <vt:lpstr>Budget revisions </vt:lpstr>
      <vt:lpstr>Budget revisions </vt:lpstr>
      <vt:lpstr>Budget revisions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Alexia Kime</dc:creator>
  <cp:lastModifiedBy>Keith Edwards</cp:lastModifiedBy>
  <cp:revision>112</cp:revision>
  <dcterms:created xsi:type="dcterms:W3CDTF">2016-02-09T13:56:59Z</dcterms:created>
  <dcterms:modified xsi:type="dcterms:W3CDTF">2020-09-24T09:12:37Z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</Properties>
</file>