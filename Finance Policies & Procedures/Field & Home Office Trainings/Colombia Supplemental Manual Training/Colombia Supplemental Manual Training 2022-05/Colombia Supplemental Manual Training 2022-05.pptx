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4"/>
  </p:notesMasterIdLst>
  <p:handoutMasterIdLst>
    <p:handoutMasterId r:id="rId45"/>
  </p:handoutMasterIdLst>
  <p:sldIdLst>
    <p:sldId id="256" r:id="rId5"/>
    <p:sldId id="308" r:id="rId6"/>
    <p:sldId id="309" r:id="rId7"/>
    <p:sldId id="310" r:id="rId8"/>
    <p:sldId id="311" r:id="rId9"/>
    <p:sldId id="314" r:id="rId10"/>
    <p:sldId id="312" r:id="rId11"/>
    <p:sldId id="313" r:id="rId12"/>
    <p:sldId id="315" r:id="rId13"/>
    <p:sldId id="317" r:id="rId14"/>
    <p:sldId id="316" r:id="rId15"/>
    <p:sldId id="271" r:id="rId16"/>
    <p:sldId id="346" r:id="rId17"/>
    <p:sldId id="319" r:id="rId18"/>
    <p:sldId id="320" r:id="rId19"/>
    <p:sldId id="321" r:id="rId20"/>
    <p:sldId id="322" r:id="rId21"/>
    <p:sldId id="323" r:id="rId22"/>
    <p:sldId id="324" r:id="rId23"/>
    <p:sldId id="325" r:id="rId24"/>
    <p:sldId id="326" r:id="rId25"/>
    <p:sldId id="327" r:id="rId26"/>
    <p:sldId id="328" r:id="rId27"/>
    <p:sldId id="329" r:id="rId28"/>
    <p:sldId id="330" r:id="rId29"/>
    <p:sldId id="331" r:id="rId30"/>
    <p:sldId id="332" r:id="rId31"/>
    <p:sldId id="333" r:id="rId32"/>
    <p:sldId id="334" r:id="rId33"/>
    <p:sldId id="335" r:id="rId34"/>
    <p:sldId id="338" r:id="rId35"/>
    <p:sldId id="337" r:id="rId36"/>
    <p:sldId id="339" r:id="rId37"/>
    <p:sldId id="336" r:id="rId38"/>
    <p:sldId id="340" r:id="rId39"/>
    <p:sldId id="341" r:id="rId40"/>
    <p:sldId id="342" r:id="rId41"/>
    <p:sldId id="343" r:id="rId42"/>
    <p:sldId id="344"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5386EB-131E-2441-9F30-10B2D8BD703C}">
          <p14:sldIdLst>
            <p14:sldId id="256"/>
            <p14:sldId id="308"/>
            <p14:sldId id="309"/>
            <p14:sldId id="310"/>
            <p14:sldId id="311"/>
            <p14:sldId id="314"/>
            <p14:sldId id="312"/>
            <p14:sldId id="313"/>
            <p14:sldId id="315"/>
            <p14:sldId id="317"/>
            <p14:sldId id="316"/>
          </p14:sldIdLst>
        </p14:section>
        <p14:section name="Default Section" id="{C55E81C3-6069-4528-A5AB-20C1F92EA3EB}">
          <p14:sldIdLst>
            <p14:sldId id="271"/>
            <p14:sldId id="346"/>
            <p14:sldId id="319"/>
            <p14:sldId id="320"/>
            <p14:sldId id="321"/>
            <p14:sldId id="322"/>
            <p14:sldId id="323"/>
            <p14:sldId id="324"/>
            <p14:sldId id="325"/>
            <p14:sldId id="326"/>
            <p14:sldId id="327"/>
            <p14:sldId id="328"/>
            <p14:sldId id="329"/>
            <p14:sldId id="330"/>
            <p14:sldId id="331"/>
            <p14:sldId id="332"/>
            <p14:sldId id="333"/>
            <p14:sldId id="334"/>
            <p14:sldId id="335"/>
            <p14:sldId id="338"/>
            <p14:sldId id="337"/>
            <p14:sldId id="339"/>
            <p14:sldId id="336"/>
            <p14:sldId id="340"/>
            <p14:sldId id="341"/>
            <p14:sldId id="342"/>
            <p14:sldId id="343"/>
            <p14:sldId id="34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4A4"/>
    <a:srgbClr val="008400"/>
    <a:srgbClr val="F8213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24ABA2-B919-44D1-B441-D7EB4CA8D858}" v="1" dt="2022-05-24T14:51:11.548"/>
    <p1510:client id="{F198C219-3CB3-8278-C8C8-780FE132C917}" v="1" dt="2023-09-01T01:47:07.3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5" autoAdjust="0"/>
    <p:restoredTop sz="90738" autoAdjust="0"/>
  </p:normalViewPr>
  <p:slideViewPr>
    <p:cSldViewPr snapToGrid="0" snapToObjects="1">
      <p:cViewPr>
        <p:scale>
          <a:sx n="79" d="100"/>
          <a:sy n="79" d="100"/>
        </p:scale>
        <p:origin x="1565" y="38"/>
      </p:cViewPr>
      <p:guideLst>
        <p:guide orient="horz" pos="2160"/>
        <p:guide pos="2880"/>
      </p:guideLst>
    </p:cSldViewPr>
  </p:slideViewPr>
  <p:outlineViewPr>
    <p:cViewPr>
      <p:scale>
        <a:sx n="33" d="100"/>
        <a:sy n="33" d="100"/>
      </p:scale>
      <p:origin x="0" y="44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userId="04f63225-1d27-46ab-9c7c-1c8b513bed32" providerId="ADAL" clId="{5C20980E-9489-4E24-895E-4D7855D51011}"/>
    <pc:docChg chg="undo custSel addSld modSld modSection">
      <pc:chgData name="Danielle" userId="04f63225-1d27-46ab-9c7c-1c8b513bed32" providerId="ADAL" clId="{5C20980E-9489-4E24-895E-4D7855D51011}" dt="2021-04-19T18:39:56.828" v="1343" actId="1076"/>
      <pc:docMkLst>
        <pc:docMk/>
      </pc:docMkLst>
      <pc:sldChg chg="modSp add mod">
        <pc:chgData name="Danielle" userId="04f63225-1d27-46ab-9c7c-1c8b513bed32" providerId="ADAL" clId="{5C20980E-9489-4E24-895E-4D7855D51011}" dt="2021-04-19T18:39:56.828" v="1343" actId="1076"/>
        <pc:sldMkLst>
          <pc:docMk/>
          <pc:sldMk cId="2481432751" sldId="318"/>
        </pc:sldMkLst>
        <pc:spChg chg="mod">
          <ac:chgData name="Danielle" userId="04f63225-1d27-46ab-9c7c-1c8b513bed32" providerId="ADAL" clId="{5C20980E-9489-4E24-895E-4D7855D51011}" dt="2021-04-19T18:28:51.780" v="38" actId="20577"/>
          <ac:spMkLst>
            <pc:docMk/>
            <pc:sldMk cId="2481432751" sldId="318"/>
            <ac:spMk id="2" creationId="{00000000-0000-0000-0000-000000000000}"/>
          </ac:spMkLst>
        </pc:spChg>
        <pc:spChg chg="mod">
          <ac:chgData name="Danielle" userId="04f63225-1d27-46ab-9c7c-1c8b513bed32" providerId="ADAL" clId="{5C20980E-9489-4E24-895E-4D7855D51011}" dt="2021-04-19T18:39:56.828" v="1343" actId="1076"/>
          <ac:spMkLst>
            <pc:docMk/>
            <pc:sldMk cId="2481432751" sldId="318"/>
            <ac:spMk id="3" creationId="{00000000-0000-0000-0000-000000000000}"/>
          </ac:spMkLst>
        </pc:spChg>
      </pc:sldChg>
    </pc:docChg>
  </pc:docChgLst>
  <pc:docChgLst>
    <pc:chgData name="Danielle" userId="04f63225-1d27-46ab-9c7c-1c8b513bed32" providerId="ADAL" clId="{EF1DAEB1-4E10-4C28-9B4D-578136D67522}"/>
    <pc:docChg chg="undo redo custSel modSld">
      <pc:chgData name="Danielle" userId="04f63225-1d27-46ab-9c7c-1c8b513bed32" providerId="ADAL" clId="{EF1DAEB1-4E10-4C28-9B4D-578136D67522}" dt="2020-10-15T13:35:33.800" v="115" actId="6549"/>
      <pc:docMkLst>
        <pc:docMk/>
      </pc:docMkLst>
      <pc:sldChg chg="addSp delSp modSp">
        <pc:chgData name="Danielle" userId="04f63225-1d27-46ab-9c7c-1c8b513bed32" providerId="ADAL" clId="{EF1DAEB1-4E10-4C28-9B4D-578136D67522}" dt="2020-10-15T13:29:45.258" v="30" actId="14100"/>
        <pc:sldMkLst>
          <pc:docMk/>
          <pc:sldMk cId="628208286" sldId="260"/>
        </pc:sldMkLst>
        <pc:spChg chg="mod">
          <ac:chgData name="Danielle" userId="04f63225-1d27-46ab-9c7c-1c8b513bed32" providerId="ADAL" clId="{EF1DAEB1-4E10-4C28-9B4D-578136D67522}" dt="2020-10-15T13:28:40.807" v="23" actId="20577"/>
          <ac:spMkLst>
            <pc:docMk/>
            <pc:sldMk cId="628208286" sldId="260"/>
            <ac:spMk id="3" creationId="{00000000-0000-0000-0000-000000000000}"/>
          </ac:spMkLst>
        </pc:spChg>
        <pc:picChg chg="del">
          <ac:chgData name="Danielle" userId="04f63225-1d27-46ab-9c7c-1c8b513bed32" providerId="ADAL" clId="{EF1DAEB1-4E10-4C28-9B4D-578136D67522}" dt="2020-10-15T13:28:44.315" v="24" actId="478"/>
          <ac:picMkLst>
            <pc:docMk/>
            <pc:sldMk cId="628208286" sldId="260"/>
            <ac:picMk id="4" creationId="{00000000-0000-0000-0000-000000000000}"/>
          </ac:picMkLst>
        </pc:picChg>
        <pc:picChg chg="del">
          <ac:chgData name="Danielle" userId="04f63225-1d27-46ab-9c7c-1c8b513bed32" providerId="ADAL" clId="{EF1DAEB1-4E10-4C28-9B4D-578136D67522}" dt="2020-10-15T13:28:47.262" v="25" actId="478"/>
          <ac:picMkLst>
            <pc:docMk/>
            <pc:sldMk cId="628208286" sldId="260"/>
            <ac:picMk id="5" creationId="{00000000-0000-0000-0000-000000000000}"/>
          </ac:picMkLst>
        </pc:picChg>
        <pc:picChg chg="add mod modCrop">
          <ac:chgData name="Danielle" userId="04f63225-1d27-46ab-9c7c-1c8b513bed32" providerId="ADAL" clId="{EF1DAEB1-4E10-4C28-9B4D-578136D67522}" dt="2020-10-15T13:29:45.258" v="30" actId="14100"/>
          <ac:picMkLst>
            <pc:docMk/>
            <pc:sldMk cId="628208286" sldId="260"/>
            <ac:picMk id="6" creationId="{81D3A2F8-5F3C-415E-BC90-81AE6CBDCE5C}"/>
          </ac:picMkLst>
        </pc:picChg>
      </pc:sldChg>
      <pc:sldChg chg="modSp">
        <pc:chgData name="Danielle" userId="04f63225-1d27-46ab-9c7c-1c8b513bed32" providerId="ADAL" clId="{EF1DAEB1-4E10-4C28-9B4D-578136D67522}" dt="2020-10-15T13:28:40.366" v="11" actId="27636"/>
        <pc:sldMkLst>
          <pc:docMk/>
          <pc:sldMk cId="36853573" sldId="265"/>
        </pc:sldMkLst>
        <pc:spChg chg="mod">
          <ac:chgData name="Danielle" userId="04f63225-1d27-46ab-9c7c-1c8b513bed32" providerId="ADAL" clId="{EF1DAEB1-4E10-4C28-9B4D-578136D67522}" dt="2020-10-15T13:28:40.366" v="11" actId="27636"/>
          <ac:spMkLst>
            <pc:docMk/>
            <pc:sldMk cId="36853573" sldId="265"/>
            <ac:spMk id="3" creationId="{00000000-0000-0000-0000-000000000000}"/>
          </ac:spMkLst>
        </pc:spChg>
      </pc:sldChg>
      <pc:sldChg chg="modSp">
        <pc:chgData name="Danielle" userId="04f63225-1d27-46ab-9c7c-1c8b513bed32" providerId="ADAL" clId="{EF1DAEB1-4E10-4C28-9B4D-578136D67522}" dt="2020-10-15T13:28:40.405" v="13" actId="27636"/>
        <pc:sldMkLst>
          <pc:docMk/>
          <pc:sldMk cId="4203792416" sldId="269"/>
        </pc:sldMkLst>
        <pc:spChg chg="mod">
          <ac:chgData name="Danielle" userId="04f63225-1d27-46ab-9c7c-1c8b513bed32" providerId="ADAL" clId="{EF1DAEB1-4E10-4C28-9B4D-578136D67522}" dt="2020-10-15T13:28:40.405" v="13" actId="27636"/>
          <ac:spMkLst>
            <pc:docMk/>
            <pc:sldMk cId="4203792416" sldId="269"/>
            <ac:spMk id="3" creationId="{00000000-0000-0000-0000-000000000000}"/>
          </ac:spMkLst>
        </pc:spChg>
      </pc:sldChg>
      <pc:sldChg chg="addSp delSp modSp">
        <pc:chgData name="Danielle" userId="04f63225-1d27-46ab-9c7c-1c8b513bed32" providerId="ADAL" clId="{EF1DAEB1-4E10-4C28-9B4D-578136D67522}" dt="2020-10-15T13:35:33.800" v="115" actId="6549"/>
        <pc:sldMkLst>
          <pc:docMk/>
          <pc:sldMk cId="1867741448" sldId="273"/>
        </pc:sldMkLst>
        <pc:spChg chg="mod">
          <ac:chgData name="Danielle" userId="04f63225-1d27-46ab-9c7c-1c8b513bed32" providerId="ADAL" clId="{EF1DAEB1-4E10-4C28-9B4D-578136D67522}" dt="2020-10-15T13:35:33.800" v="115" actId="6549"/>
          <ac:spMkLst>
            <pc:docMk/>
            <pc:sldMk cId="1867741448" sldId="273"/>
            <ac:spMk id="3" creationId="{00000000-0000-0000-0000-000000000000}"/>
          </ac:spMkLst>
        </pc:spChg>
        <pc:picChg chg="add del">
          <ac:chgData name="Danielle" userId="04f63225-1d27-46ab-9c7c-1c8b513bed32" providerId="ADAL" clId="{EF1DAEB1-4E10-4C28-9B4D-578136D67522}" dt="2020-10-15T13:34:30.087" v="60"/>
          <ac:picMkLst>
            <pc:docMk/>
            <pc:sldMk cId="1867741448" sldId="273"/>
            <ac:picMk id="4" creationId="{A53EE732-7C02-42EB-8DB2-AF342DD9C302}"/>
          </ac:picMkLst>
        </pc:picChg>
      </pc:sldChg>
      <pc:sldChg chg="modSp">
        <pc:chgData name="Danielle" userId="04f63225-1d27-46ab-9c7c-1c8b513bed32" providerId="ADAL" clId="{EF1DAEB1-4E10-4C28-9B4D-578136D67522}" dt="2020-10-15T13:28:40.544" v="19" actId="27636"/>
        <pc:sldMkLst>
          <pc:docMk/>
          <pc:sldMk cId="1964203576" sldId="280"/>
        </pc:sldMkLst>
        <pc:spChg chg="mod">
          <ac:chgData name="Danielle" userId="04f63225-1d27-46ab-9c7c-1c8b513bed32" providerId="ADAL" clId="{EF1DAEB1-4E10-4C28-9B4D-578136D67522}" dt="2020-10-15T13:28:40.544" v="19" actId="27636"/>
          <ac:spMkLst>
            <pc:docMk/>
            <pc:sldMk cId="1964203576" sldId="280"/>
            <ac:spMk id="2" creationId="{00000000-0000-0000-0000-000000000000}"/>
          </ac:spMkLst>
        </pc:spChg>
      </pc:sldChg>
      <pc:sldChg chg="modSp">
        <pc:chgData name="Danielle" userId="04f63225-1d27-46ab-9c7c-1c8b513bed32" providerId="ADAL" clId="{EF1DAEB1-4E10-4C28-9B4D-578136D67522}" dt="2020-10-15T13:28:40.498" v="17" actId="27636"/>
        <pc:sldMkLst>
          <pc:docMk/>
          <pc:sldMk cId="1692586781" sldId="294"/>
        </pc:sldMkLst>
        <pc:spChg chg="mod">
          <ac:chgData name="Danielle" userId="04f63225-1d27-46ab-9c7c-1c8b513bed32" providerId="ADAL" clId="{EF1DAEB1-4E10-4C28-9B4D-578136D67522}" dt="2020-10-15T13:28:40.488" v="16" actId="27636"/>
          <ac:spMkLst>
            <pc:docMk/>
            <pc:sldMk cId="1692586781" sldId="294"/>
            <ac:spMk id="2" creationId="{00000000-0000-0000-0000-000000000000}"/>
          </ac:spMkLst>
        </pc:spChg>
        <pc:spChg chg="mod">
          <ac:chgData name="Danielle" userId="04f63225-1d27-46ab-9c7c-1c8b513bed32" providerId="ADAL" clId="{EF1DAEB1-4E10-4C28-9B4D-578136D67522}" dt="2020-10-15T13:28:40.498" v="17" actId="27636"/>
          <ac:spMkLst>
            <pc:docMk/>
            <pc:sldMk cId="1692586781" sldId="294"/>
            <ac:spMk id="3" creationId="{00000000-0000-0000-0000-000000000000}"/>
          </ac:spMkLst>
        </pc:spChg>
      </pc:sldChg>
      <pc:sldChg chg="modSp">
        <pc:chgData name="Danielle" userId="04f63225-1d27-46ab-9c7c-1c8b513bed32" providerId="ADAL" clId="{EF1DAEB1-4E10-4C28-9B4D-578136D67522}" dt="2020-10-15T13:28:40.532" v="18" actId="27636"/>
        <pc:sldMkLst>
          <pc:docMk/>
          <pc:sldMk cId="1139437449" sldId="295"/>
        </pc:sldMkLst>
        <pc:spChg chg="mod">
          <ac:chgData name="Danielle" userId="04f63225-1d27-46ab-9c7c-1c8b513bed32" providerId="ADAL" clId="{EF1DAEB1-4E10-4C28-9B4D-578136D67522}" dt="2020-10-15T13:28:40.532" v="18" actId="27636"/>
          <ac:spMkLst>
            <pc:docMk/>
            <pc:sldMk cId="1139437449" sldId="295"/>
            <ac:spMk id="3" creationId="{00000000-0000-0000-0000-000000000000}"/>
          </ac:spMkLst>
        </pc:spChg>
      </pc:sldChg>
      <pc:sldChg chg="modSp">
        <pc:chgData name="Danielle" userId="04f63225-1d27-46ab-9c7c-1c8b513bed32" providerId="ADAL" clId="{EF1DAEB1-4E10-4C28-9B4D-578136D67522}" dt="2020-10-15T13:28:40.445" v="15" actId="27636"/>
        <pc:sldMkLst>
          <pc:docMk/>
          <pc:sldMk cId="924245429" sldId="301"/>
        </pc:sldMkLst>
        <pc:spChg chg="mod">
          <ac:chgData name="Danielle" userId="04f63225-1d27-46ab-9c7c-1c8b513bed32" providerId="ADAL" clId="{EF1DAEB1-4E10-4C28-9B4D-578136D67522}" dt="2020-10-15T13:28:40.431" v="14" actId="27636"/>
          <ac:spMkLst>
            <pc:docMk/>
            <pc:sldMk cId="924245429" sldId="301"/>
            <ac:spMk id="2" creationId="{00000000-0000-0000-0000-000000000000}"/>
          </ac:spMkLst>
        </pc:spChg>
        <pc:spChg chg="mod">
          <ac:chgData name="Danielle" userId="04f63225-1d27-46ab-9c7c-1c8b513bed32" providerId="ADAL" clId="{EF1DAEB1-4E10-4C28-9B4D-578136D67522}" dt="2020-10-15T13:28:40.445" v="15" actId="27636"/>
          <ac:spMkLst>
            <pc:docMk/>
            <pc:sldMk cId="924245429" sldId="301"/>
            <ac:spMk id="3" creationId="{00000000-0000-0000-0000-000000000000}"/>
          </ac:spMkLst>
        </pc:spChg>
      </pc:sldChg>
      <pc:sldChg chg="modSp">
        <pc:chgData name="Danielle" userId="04f63225-1d27-46ab-9c7c-1c8b513bed32" providerId="ADAL" clId="{EF1DAEB1-4E10-4C28-9B4D-578136D67522}" dt="2020-10-15T13:28:40.651" v="22" actId="27636"/>
        <pc:sldMkLst>
          <pc:docMk/>
          <pc:sldMk cId="3603285254" sldId="307"/>
        </pc:sldMkLst>
        <pc:spChg chg="mod">
          <ac:chgData name="Danielle" userId="04f63225-1d27-46ab-9c7c-1c8b513bed32" providerId="ADAL" clId="{EF1DAEB1-4E10-4C28-9B4D-578136D67522}" dt="2020-10-15T13:28:40.651" v="22" actId="27636"/>
          <ac:spMkLst>
            <pc:docMk/>
            <pc:sldMk cId="3603285254" sldId="307"/>
            <ac:spMk id="2" creationId="{00000000-0000-0000-0000-000000000000}"/>
          </ac:spMkLst>
        </pc:spChg>
      </pc:sldChg>
      <pc:sldChg chg="modSp">
        <pc:chgData name="Danielle" userId="04f63225-1d27-46ab-9c7c-1c8b513bed32" providerId="ADAL" clId="{EF1DAEB1-4E10-4C28-9B4D-578136D67522}" dt="2020-10-15T13:28:40.595" v="20" actId="27636"/>
        <pc:sldMkLst>
          <pc:docMk/>
          <pc:sldMk cId="2484058205" sldId="312"/>
        </pc:sldMkLst>
        <pc:spChg chg="mod">
          <ac:chgData name="Danielle" userId="04f63225-1d27-46ab-9c7c-1c8b513bed32" providerId="ADAL" clId="{EF1DAEB1-4E10-4C28-9B4D-578136D67522}" dt="2020-10-15T13:28:40.595" v="20" actId="27636"/>
          <ac:spMkLst>
            <pc:docMk/>
            <pc:sldMk cId="2484058205" sldId="312"/>
            <ac:spMk id="3" creationId="{00000000-0000-0000-0000-000000000000}"/>
          </ac:spMkLst>
        </pc:spChg>
      </pc:sldChg>
      <pc:sldChg chg="modSp">
        <pc:chgData name="Danielle" userId="04f63225-1d27-46ab-9c7c-1c8b513bed32" providerId="ADAL" clId="{EF1DAEB1-4E10-4C28-9B4D-578136D67522}" dt="2020-10-15T13:28:40.623" v="21" actId="27636"/>
        <pc:sldMkLst>
          <pc:docMk/>
          <pc:sldMk cId="839178257" sldId="314"/>
        </pc:sldMkLst>
        <pc:spChg chg="mod">
          <ac:chgData name="Danielle" userId="04f63225-1d27-46ab-9c7c-1c8b513bed32" providerId="ADAL" clId="{EF1DAEB1-4E10-4C28-9B4D-578136D67522}" dt="2020-10-15T13:28:40.623" v="21" actId="27636"/>
          <ac:spMkLst>
            <pc:docMk/>
            <pc:sldMk cId="839178257" sldId="314"/>
            <ac:spMk id="3" creationId="{00000000-0000-0000-0000-000000000000}"/>
          </ac:spMkLst>
        </pc:spChg>
      </pc:sldChg>
      <pc:sldChg chg="modSp">
        <pc:chgData name="Danielle" userId="04f63225-1d27-46ab-9c7c-1c8b513bed32" providerId="ADAL" clId="{EF1DAEB1-4E10-4C28-9B4D-578136D67522}" dt="2020-10-15T12:50:32.482" v="0" actId="20577"/>
        <pc:sldMkLst>
          <pc:docMk/>
          <pc:sldMk cId="1520623683" sldId="317"/>
        </pc:sldMkLst>
        <pc:spChg chg="mod">
          <ac:chgData name="Danielle" userId="04f63225-1d27-46ab-9c7c-1c8b513bed32" providerId="ADAL" clId="{EF1DAEB1-4E10-4C28-9B4D-578136D67522}" dt="2020-10-15T12:50:32.482" v="0" actId="20577"/>
          <ac:spMkLst>
            <pc:docMk/>
            <pc:sldMk cId="1520623683" sldId="317"/>
            <ac:spMk id="3" creationId="{00000000-0000-0000-0000-000000000000}"/>
          </ac:spMkLst>
        </pc:spChg>
      </pc:sldChg>
    </pc:docChg>
  </pc:docChgLst>
  <pc:docChgLst>
    <pc:chgData name="Danielle Martin" userId="04f63225-1d27-46ab-9c7c-1c8b513bed32" providerId="ADAL" clId="{784C21A1-872A-42C9-AFB3-4FCC6E0715C0}"/>
    <pc:docChg chg="undo redo custSel addSld delSld modSld sldOrd">
      <pc:chgData name="Danielle Martin" userId="04f63225-1d27-46ab-9c7c-1c8b513bed32" providerId="ADAL" clId="{784C21A1-872A-42C9-AFB3-4FCC6E0715C0}" dt="2019-11-27T20:26:32.431" v="3442" actId="20577"/>
      <pc:docMkLst>
        <pc:docMk/>
      </pc:docMkLst>
      <pc:sldChg chg="modSp">
        <pc:chgData name="Danielle Martin" userId="04f63225-1d27-46ab-9c7c-1c8b513bed32" providerId="ADAL" clId="{784C21A1-872A-42C9-AFB3-4FCC6E0715C0}" dt="2019-10-24T13:30:29.785" v="879" actId="108"/>
        <pc:sldMkLst>
          <pc:docMk/>
          <pc:sldMk cId="2462752721" sldId="256"/>
        </pc:sldMkLst>
        <pc:spChg chg="mod">
          <ac:chgData name="Danielle Martin" userId="04f63225-1d27-46ab-9c7c-1c8b513bed32" providerId="ADAL" clId="{784C21A1-872A-42C9-AFB3-4FCC6E0715C0}" dt="2019-10-24T13:30:29.785" v="879" actId="108"/>
          <ac:spMkLst>
            <pc:docMk/>
            <pc:sldMk cId="2462752721" sldId="256"/>
            <ac:spMk id="3" creationId="{00000000-0000-0000-0000-000000000000}"/>
          </ac:spMkLst>
        </pc:spChg>
      </pc:sldChg>
      <pc:sldChg chg="modSp">
        <pc:chgData name="Danielle Martin" userId="04f63225-1d27-46ab-9c7c-1c8b513bed32" providerId="ADAL" clId="{784C21A1-872A-42C9-AFB3-4FCC6E0715C0}" dt="2019-10-24T14:29:48.785" v="934" actId="20577"/>
        <pc:sldMkLst>
          <pc:docMk/>
          <pc:sldMk cId="628208286" sldId="260"/>
        </pc:sldMkLst>
        <pc:spChg chg="mod">
          <ac:chgData name="Danielle Martin" userId="04f63225-1d27-46ab-9c7c-1c8b513bed32" providerId="ADAL" clId="{784C21A1-872A-42C9-AFB3-4FCC6E0715C0}" dt="2019-10-24T14:28:38.504" v="926" actId="20577"/>
          <ac:spMkLst>
            <pc:docMk/>
            <pc:sldMk cId="628208286" sldId="260"/>
            <ac:spMk id="2" creationId="{00000000-0000-0000-0000-000000000000}"/>
          </ac:spMkLst>
        </pc:spChg>
        <pc:spChg chg="mod">
          <ac:chgData name="Danielle Martin" userId="04f63225-1d27-46ab-9c7c-1c8b513bed32" providerId="ADAL" clId="{784C21A1-872A-42C9-AFB3-4FCC6E0715C0}" dt="2019-10-24T14:29:48.785" v="934" actId="20577"/>
          <ac:spMkLst>
            <pc:docMk/>
            <pc:sldMk cId="628208286" sldId="260"/>
            <ac:spMk id="3" creationId="{00000000-0000-0000-0000-000000000000}"/>
          </ac:spMkLst>
        </pc:spChg>
      </pc:sldChg>
      <pc:sldChg chg="modSp ord">
        <pc:chgData name="Danielle Martin" userId="04f63225-1d27-46ab-9c7c-1c8b513bed32" providerId="ADAL" clId="{784C21A1-872A-42C9-AFB3-4FCC6E0715C0}" dt="2019-11-06T19:55:48.081" v="1919" actId="20577"/>
        <pc:sldMkLst>
          <pc:docMk/>
          <pc:sldMk cId="36853573" sldId="264"/>
        </pc:sldMkLst>
        <pc:spChg chg="mod">
          <ac:chgData name="Danielle Martin" userId="04f63225-1d27-46ab-9c7c-1c8b513bed32" providerId="ADAL" clId="{784C21A1-872A-42C9-AFB3-4FCC6E0715C0}" dt="2019-11-06T19:55:48.081" v="1919" actId="20577"/>
          <ac:spMkLst>
            <pc:docMk/>
            <pc:sldMk cId="36853573" sldId="264"/>
            <ac:spMk id="3" creationId="{00000000-0000-0000-0000-000000000000}"/>
          </ac:spMkLst>
        </pc:spChg>
      </pc:sldChg>
      <pc:sldChg chg="modSp">
        <pc:chgData name="Danielle Martin" userId="04f63225-1d27-46ab-9c7c-1c8b513bed32" providerId="ADAL" clId="{784C21A1-872A-42C9-AFB3-4FCC6E0715C0}" dt="2019-11-07T20:12:14.585" v="1935" actId="20577"/>
        <pc:sldMkLst>
          <pc:docMk/>
          <pc:sldMk cId="36853573" sldId="265"/>
        </pc:sldMkLst>
        <pc:spChg chg="mod">
          <ac:chgData name="Danielle Martin" userId="04f63225-1d27-46ab-9c7c-1c8b513bed32" providerId="ADAL" clId="{784C21A1-872A-42C9-AFB3-4FCC6E0715C0}" dt="2019-10-24T14:28:30.553" v="918" actId="20577"/>
          <ac:spMkLst>
            <pc:docMk/>
            <pc:sldMk cId="36853573" sldId="265"/>
            <ac:spMk id="2" creationId="{00000000-0000-0000-0000-000000000000}"/>
          </ac:spMkLst>
        </pc:spChg>
        <pc:spChg chg="mod">
          <ac:chgData name="Danielle Martin" userId="04f63225-1d27-46ab-9c7c-1c8b513bed32" providerId="ADAL" clId="{784C21A1-872A-42C9-AFB3-4FCC6E0715C0}" dt="2019-11-07T20:12:14.585" v="1935" actId="20577"/>
          <ac:spMkLst>
            <pc:docMk/>
            <pc:sldMk cId="36853573" sldId="265"/>
            <ac:spMk id="3" creationId="{00000000-0000-0000-0000-000000000000}"/>
          </ac:spMkLst>
        </pc:spChg>
      </pc:sldChg>
      <pc:sldChg chg="modSp ord">
        <pc:chgData name="Danielle Martin" userId="04f63225-1d27-46ab-9c7c-1c8b513bed32" providerId="ADAL" clId="{784C21A1-872A-42C9-AFB3-4FCC6E0715C0}" dt="2019-11-27T20:26:32.431" v="3442" actId="20577"/>
        <pc:sldMkLst>
          <pc:docMk/>
          <pc:sldMk cId="2262606785" sldId="271"/>
        </pc:sldMkLst>
        <pc:spChg chg="mod">
          <ac:chgData name="Danielle Martin" userId="04f63225-1d27-46ab-9c7c-1c8b513bed32" providerId="ADAL" clId="{784C21A1-872A-42C9-AFB3-4FCC6E0715C0}" dt="2019-11-27T20:26:32.431" v="3442" actId="20577"/>
          <ac:spMkLst>
            <pc:docMk/>
            <pc:sldMk cId="2262606785" sldId="271"/>
            <ac:spMk id="2" creationId="{00000000-0000-0000-0000-000000000000}"/>
          </ac:spMkLst>
        </pc:spChg>
        <pc:spChg chg="mod">
          <ac:chgData name="Danielle Martin" userId="04f63225-1d27-46ab-9c7c-1c8b513bed32" providerId="ADAL" clId="{784C21A1-872A-42C9-AFB3-4FCC6E0715C0}" dt="2019-11-27T20:26:17.610" v="3418" actId="20577"/>
          <ac:spMkLst>
            <pc:docMk/>
            <pc:sldMk cId="2262606785" sldId="271"/>
            <ac:spMk id="3" creationId="{00000000-0000-0000-0000-000000000000}"/>
          </ac:spMkLst>
        </pc:spChg>
      </pc:sldChg>
      <pc:sldChg chg="addSp delSp modSp">
        <pc:chgData name="Danielle Martin" userId="04f63225-1d27-46ab-9c7c-1c8b513bed32" providerId="ADAL" clId="{784C21A1-872A-42C9-AFB3-4FCC6E0715C0}" dt="2019-11-01T18:01:58.737" v="1019" actId="1076"/>
        <pc:sldMkLst>
          <pc:docMk/>
          <pc:sldMk cId="2380556952" sldId="298"/>
        </pc:sldMkLst>
        <pc:spChg chg="mod">
          <ac:chgData name="Danielle Martin" userId="04f63225-1d27-46ab-9c7c-1c8b513bed32" providerId="ADAL" clId="{784C21A1-872A-42C9-AFB3-4FCC6E0715C0}" dt="2019-11-01T18:00:58.307" v="1009" actId="20577"/>
          <ac:spMkLst>
            <pc:docMk/>
            <pc:sldMk cId="2380556952" sldId="298"/>
            <ac:spMk id="2" creationId="{00000000-0000-0000-0000-000000000000}"/>
          </ac:spMkLst>
        </pc:spChg>
        <pc:spChg chg="del mod">
          <ac:chgData name="Danielle Martin" userId="04f63225-1d27-46ab-9c7c-1c8b513bed32" providerId="ADAL" clId="{784C21A1-872A-42C9-AFB3-4FCC6E0715C0}" dt="2019-11-01T18:01:37.022" v="1013"/>
          <ac:spMkLst>
            <pc:docMk/>
            <pc:sldMk cId="2380556952" sldId="298"/>
            <ac:spMk id="3" creationId="{00000000-0000-0000-0000-000000000000}"/>
          </ac:spMkLst>
        </pc:spChg>
        <pc:picChg chg="add mod modCrop">
          <ac:chgData name="Danielle Martin" userId="04f63225-1d27-46ab-9c7c-1c8b513bed32" providerId="ADAL" clId="{784C21A1-872A-42C9-AFB3-4FCC6E0715C0}" dt="2019-11-01T18:01:58.737" v="1019" actId="1076"/>
          <ac:picMkLst>
            <pc:docMk/>
            <pc:sldMk cId="2380556952" sldId="298"/>
            <ac:picMk id="4" creationId="{698CBB7C-1647-44DA-981E-7D38887716A8}"/>
          </ac:picMkLst>
        </pc:picChg>
      </pc:sldChg>
      <pc:sldChg chg="modSp">
        <pc:chgData name="Danielle Martin" userId="04f63225-1d27-46ab-9c7c-1c8b513bed32" providerId="ADAL" clId="{784C21A1-872A-42C9-AFB3-4FCC6E0715C0}" dt="2019-10-24T15:16:10.273" v="945" actId="1076"/>
        <pc:sldMkLst>
          <pc:docMk/>
          <pc:sldMk cId="2468337771" sldId="299"/>
        </pc:sldMkLst>
        <pc:spChg chg="mod">
          <ac:chgData name="Danielle Martin" userId="04f63225-1d27-46ab-9c7c-1c8b513bed32" providerId="ADAL" clId="{784C21A1-872A-42C9-AFB3-4FCC6E0715C0}" dt="2019-10-24T15:16:10.273" v="945" actId="1076"/>
          <ac:spMkLst>
            <pc:docMk/>
            <pc:sldMk cId="2468337771" sldId="299"/>
            <ac:spMk id="3" creationId="{00000000-0000-0000-0000-000000000000}"/>
          </ac:spMkLst>
        </pc:spChg>
      </pc:sldChg>
      <pc:sldChg chg="modSp">
        <pc:chgData name="Danielle Martin" userId="04f63225-1d27-46ab-9c7c-1c8b513bed32" providerId="ADAL" clId="{784C21A1-872A-42C9-AFB3-4FCC6E0715C0}" dt="2019-10-18T16:19:45.478" v="649" actId="5793"/>
        <pc:sldMkLst>
          <pc:docMk/>
          <pc:sldMk cId="404907745" sldId="308"/>
        </pc:sldMkLst>
        <pc:spChg chg="mod">
          <ac:chgData name="Danielle Martin" userId="04f63225-1d27-46ab-9c7c-1c8b513bed32" providerId="ADAL" clId="{784C21A1-872A-42C9-AFB3-4FCC6E0715C0}" dt="2019-10-18T16:10:49.981" v="22" actId="20577"/>
          <ac:spMkLst>
            <pc:docMk/>
            <pc:sldMk cId="404907745" sldId="308"/>
            <ac:spMk id="2" creationId="{00000000-0000-0000-0000-000000000000}"/>
          </ac:spMkLst>
        </pc:spChg>
        <pc:spChg chg="mod">
          <ac:chgData name="Danielle Martin" userId="04f63225-1d27-46ab-9c7c-1c8b513bed32" providerId="ADAL" clId="{784C21A1-872A-42C9-AFB3-4FCC6E0715C0}" dt="2019-10-18T16:19:45.478" v="649" actId="5793"/>
          <ac:spMkLst>
            <pc:docMk/>
            <pc:sldMk cId="404907745" sldId="308"/>
            <ac:spMk id="3" creationId="{00000000-0000-0000-0000-000000000000}"/>
          </ac:spMkLst>
        </pc:spChg>
      </pc:sldChg>
      <pc:sldChg chg="add del">
        <pc:chgData name="Danielle Martin" userId="04f63225-1d27-46ab-9c7c-1c8b513bed32" providerId="ADAL" clId="{784C21A1-872A-42C9-AFB3-4FCC6E0715C0}" dt="2019-10-18T16:10:39.522" v="2"/>
        <pc:sldMkLst>
          <pc:docMk/>
          <pc:sldMk cId="117483764" sldId="309"/>
        </pc:sldMkLst>
      </pc:sldChg>
      <pc:sldChg chg="modSp add">
        <pc:chgData name="Danielle Martin" userId="04f63225-1d27-46ab-9c7c-1c8b513bed32" providerId="ADAL" clId="{784C21A1-872A-42C9-AFB3-4FCC6E0715C0}" dt="2019-10-20T17:20:09.328" v="877" actId="113"/>
        <pc:sldMkLst>
          <pc:docMk/>
          <pc:sldMk cId="1055862491" sldId="309"/>
        </pc:sldMkLst>
        <pc:spChg chg="mod">
          <ac:chgData name="Danielle Martin" userId="04f63225-1d27-46ab-9c7c-1c8b513bed32" providerId="ADAL" clId="{784C21A1-872A-42C9-AFB3-4FCC6E0715C0}" dt="2019-10-20T17:20:09.328" v="877" actId="113"/>
          <ac:spMkLst>
            <pc:docMk/>
            <pc:sldMk cId="1055862491" sldId="309"/>
            <ac:spMk id="3" creationId="{00000000-0000-0000-0000-000000000000}"/>
          </ac:spMkLst>
        </pc:spChg>
      </pc:sldChg>
      <pc:sldChg chg="modSp add">
        <pc:chgData name="Danielle Martin" userId="04f63225-1d27-46ab-9c7c-1c8b513bed32" providerId="ADAL" clId="{784C21A1-872A-42C9-AFB3-4FCC6E0715C0}" dt="2019-11-01T23:57:27.939" v="1164" actId="20577"/>
        <pc:sldMkLst>
          <pc:docMk/>
          <pc:sldMk cId="2571508918" sldId="310"/>
        </pc:sldMkLst>
        <pc:spChg chg="mod">
          <ac:chgData name="Danielle Martin" userId="04f63225-1d27-46ab-9c7c-1c8b513bed32" providerId="ADAL" clId="{784C21A1-872A-42C9-AFB3-4FCC6E0715C0}" dt="2019-11-01T23:57:27.939" v="1164" actId="20577"/>
          <ac:spMkLst>
            <pc:docMk/>
            <pc:sldMk cId="2571508918" sldId="310"/>
            <ac:spMk id="3" creationId="{00000000-0000-0000-0000-000000000000}"/>
          </ac:spMkLst>
        </pc:spChg>
      </pc:sldChg>
      <pc:sldChg chg="modSp add">
        <pc:chgData name="Danielle Martin" userId="04f63225-1d27-46ab-9c7c-1c8b513bed32" providerId="ADAL" clId="{784C21A1-872A-42C9-AFB3-4FCC6E0715C0}" dt="2019-11-02T00:02:34.629" v="1424" actId="20577"/>
        <pc:sldMkLst>
          <pc:docMk/>
          <pc:sldMk cId="543745489" sldId="311"/>
        </pc:sldMkLst>
        <pc:spChg chg="mod">
          <ac:chgData name="Danielle Martin" userId="04f63225-1d27-46ab-9c7c-1c8b513bed32" providerId="ADAL" clId="{784C21A1-872A-42C9-AFB3-4FCC6E0715C0}" dt="2019-11-01T17:55:52.785" v="967" actId="5793"/>
          <ac:spMkLst>
            <pc:docMk/>
            <pc:sldMk cId="543745489" sldId="311"/>
            <ac:spMk id="2" creationId="{00000000-0000-0000-0000-000000000000}"/>
          </ac:spMkLst>
        </pc:spChg>
        <pc:spChg chg="mod">
          <ac:chgData name="Danielle Martin" userId="04f63225-1d27-46ab-9c7c-1c8b513bed32" providerId="ADAL" clId="{784C21A1-872A-42C9-AFB3-4FCC6E0715C0}" dt="2019-11-02T00:02:34.629" v="1424" actId="20577"/>
          <ac:spMkLst>
            <pc:docMk/>
            <pc:sldMk cId="543745489" sldId="311"/>
            <ac:spMk id="3" creationId="{00000000-0000-0000-0000-000000000000}"/>
          </ac:spMkLst>
        </pc:spChg>
      </pc:sldChg>
      <pc:sldChg chg="modSp add">
        <pc:chgData name="Danielle Martin" userId="04f63225-1d27-46ab-9c7c-1c8b513bed32" providerId="ADAL" clId="{784C21A1-872A-42C9-AFB3-4FCC6E0715C0}" dt="2019-11-02T00:04:38.764" v="1572" actId="313"/>
        <pc:sldMkLst>
          <pc:docMk/>
          <pc:sldMk cId="2484058205" sldId="312"/>
        </pc:sldMkLst>
        <pc:spChg chg="mod">
          <ac:chgData name="Danielle Martin" userId="04f63225-1d27-46ab-9c7c-1c8b513bed32" providerId="ADAL" clId="{784C21A1-872A-42C9-AFB3-4FCC6E0715C0}" dt="2019-11-02T00:04:38.764" v="1572" actId="313"/>
          <ac:spMkLst>
            <pc:docMk/>
            <pc:sldMk cId="2484058205" sldId="312"/>
            <ac:spMk id="3" creationId="{00000000-0000-0000-0000-000000000000}"/>
          </ac:spMkLst>
        </pc:spChg>
      </pc:sldChg>
      <pc:sldChg chg="modSp add">
        <pc:chgData name="Danielle Martin" userId="04f63225-1d27-46ab-9c7c-1c8b513bed32" providerId="ADAL" clId="{784C21A1-872A-42C9-AFB3-4FCC6E0715C0}" dt="2019-11-02T00:00:47.915" v="1384" actId="6549"/>
        <pc:sldMkLst>
          <pc:docMk/>
          <pc:sldMk cId="3359353191" sldId="313"/>
        </pc:sldMkLst>
        <pc:spChg chg="mod">
          <ac:chgData name="Danielle Martin" userId="04f63225-1d27-46ab-9c7c-1c8b513bed32" providerId="ADAL" clId="{784C21A1-872A-42C9-AFB3-4FCC6E0715C0}" dt="2019-11-01T23:58:13.375" v="1197" actId="20577"/>
          <ac:spMkLst>
            <pc:docMk/>
            <pc:sldMk cId="3359353191" sldId="313"/>
            <ac:spMk id="2" creationId="{00000000-0000-0000-0000-000000000000}"/>
          </ac:spMkLst>
        </pc:spChg>
        <pc:spChg chg="mod">
          <ac:chgData name="Danielle Martin" userId="04f63225-1d27-46ab-9c7c-1c8b513bed32" providerId="ADAL" clId="{784C21A1-872A-42C9-AFB3-4FCC6E0715C0}" dt="2019-11-02T00:00:47.915" v="1384" actId="6549"/>
          <ac:spMkLst>
            <pc:docMk/>
            <pc:sldMk cId="3359353191" sldId="313"/>
            <ac:spMk id="3" creationId="{00000000-0000-0000-0000-000000000000}"/>
          </ac:spMkLst>
        </pc:spChg>
      </pc:sldChg>
      <pc:sldChg chg="modSp add">
        <pc:chgData name="Danielle Martin" userId="04f63225-1d27-46ab-9c7c-1c8b513bed32" providerId="ADAL" clId="{784C21A1-872A-42C9-AFB3-4FCC6E0715C0}" dt="2019-11-04T02:11:25.780" v="1914" actId="113"/>
        <pc:sldMkLst>
          <pc:docMk/>
          <pc:sldMk cId="839178257" sldId="314"/>
        </pc:sldMkLst>
        <pc:spChg chg="mod">
          <ac:chgData name="Danielle Martin" userId="04f63225-1d27-46ab-9c7c-1c8b513bed32" providerId="ADAL" clId="{784C21A1-872A-42C9-AFB3-4FCC6E0715C0}" dt="2019-11-02T00:02:52.621" v="1446" actId="20577"/>
          <ac:spMkLst>
            <pc:docMk/>
            <pc:sldMk cId="839178257" sldId="314"/>
            <ac:spMk id="2" creationId="{00000000-0000-0000-0000-000000000000}"/>
          </ac:spMkLst>
        </pc:spChg>
        <pc:spChg chg="mod">
          <ac:chgData name="Danielle Martin" userId="04f63225-1d27-46ab-9c7c-1c8b513bed32" providerId="ADAL" clId="{784C21A1-872A-42C9-AFB3-4FCC6E0715C0}" dt="2019-11-04T02:11:25.780" v="1914" actId="113"/>
          <ac:spMkLst>
            <pc:docMk/>
            <pc:sldMk cId="839178257" sldId="314"/>
            <ac:spMk id="3" creationId="{00000000-0000-0000-0000-000000000000}"/>
          </ac:spMkLst>
        </pc:spChg>
      </pc:sldChg>
      <pc:sldChg chg="modSp add ord">
        <pc:chgData name="Danielle Martin" userId="04f63225-1d27-46ab-9c7c-1c8b513bed32" providerId="ADAL" clId="{784C21A1-872A-42C9-AFB3-4FCC6E0715C0}" dt="2019-11-20T15:49:16.211" v="2393" actId="20577"/>
        <pc:sldMkLst>
          <pc:docMk/>
          <pc:sldMk cId="3480800267" sldId="315"/>
        </pc:sldMkLst>
        <pc:spChg chg="mod">
          <ac:chgData name="Danielle Martin" userId="04f63225-1d27-46ab-9c7c-1c8b513bed32" providerId="ADAL" clId="{784C21A1-872A-42C9-AFB3-4FCC6E0715C0}" dt="2019-11-19T20:30:20.592" v="1960" actId="20577"/>
          <ac:spMkLst>
            <pc:docMk/>
            <pc:sldMk cId="3480800267" sldId="315"/>
            <ac:spMk id="2" creationId="{00000000-0000-0000-0000-000000000000}"/>
          </ac:spMkLst>
        </pc:spChg>
        <pc:spChg chg="mod">
          <ac:chgData name="Danielle Martin" userId="04f63225-1d27-46ab-9c7c-1c8b513bed32" providerId="ADAL" clId="{784C21A1-872A-42C9-AFB3-4FCC6E0715C0}" dt="2019-11-20T15:49:16.211" v="2393" actId="20577"/>
          <ac:spMkLst>
            <pc:docMk/>
            <pc:sldMk cId="3480800267" sldId="315"/>
            <ac:spMk id="3" creationId="{00000000-0000-0000-0000-000000000000}"/>
          </ac:spMkLst>
        </pc:spChg>
      </pc:sldChg>
      <pc:sldChg chg="add">
        <pc:chgData name="Danielle Martin" userId="04f63225-1d27-46ab-9c7c-1c8b513bed32" providerId="ADAL" clId="{784C21A1-872A-42C9-AFB3-4FCC6E0715C0}" dt="2019-11-22T15:49:32.043" v="2396"/>
        <pc:sldMkLst>
          <pc:docMk/>
          <pc:sldMk cId="957614778" sldId="316"/>
        </pc:sldMkLst>
      </pc:sldChg>
      <pc:sldChg chg="add del">
        <pc:chgData name="Danielle Martin" userId="04f63225-1d27-46ab-9c7c-1c8b513bed32" providerId="ADAL" clId="{784C21A1-872A-42C9-AFB3-4FCC6E0715C0}" dt="2019-11-22T15:49:26.272" v="2395"/>
        <pc:sldMkLst>
          <pc:docMk/>
          <pc:sldMk cId="3785806518" sldId="316"/>
        </pc:sldMkLst>
      </pc:sldChg>
      <pc:sldChg chg="modSp add">
        <pc:chgData name="Danielle Martin" userId="04f63225-1d27-46ab-9c7c-1c8b513bed32" providerId="ADAL" clId="{784C21A1-872A-42C9-AFB3-4FCC6E0715C0}" dt="2019-11-27T20:22:37.829" v="3011" actId="20577"/>
        <pc:sldMkLst>
          <pc:docMk/>
          <pc:sldMk cId="1520623683" sldId="317"/>
        </pc:sldMkLst>
        <pc:spChg chg="mod">
          <ac:chgData name="Danielle Martin" userId="04f63225-1d27-46ab-9c7c-1c8b513bed32" providerId="ADAL" clId="{784C21A1-872A-42C9-AFB3-4FCC6E0715C0}" dt="2019-11-27T20:22:37.829" v="3011" actId="20577"/>
          <ac:spMkLst>
            <pc:docMk/>
            <pc:sldMk cId="1520623683" sldId="317"/>
            <ac:spMk id="3" creationId="{00000000-0000-0000-0000-000000000000}"/>
          </ac:spMkLst>
        </pc:spChg>
      </pc:sldChg>
    </pc:docChg>
  </pc:docChgLst>
  <pc:docChgLst>
    <pc:chgData name="Danielle" userId="04f63225-1d27-46ab-9c7c-1c8b513bed32" providerId="ADAL" clId="{6464679C-C925-42C4-8FB5-A952FC9A1761}"/>
    <pc:docChg chg="custSel modSld sldOrd">
      <pc:chgData name="Danielle" userId="04f63225-1d27-46ab-9c7c-1c8b513bed32" providerId="ADAL" clId="{6464679C-C925-42C4-8FB5-A952FC9A1761}" dt="2020-10-15T15:18:46.242" v="113" actId="6549"/>
      <pc:docMkLst>
        <pc:docMk/>
      </pc:docMkLst>
      <pc:sldChg chg="ord">
        <pc:chgData name="Danielle" userId="04f63225-1d27-46ab-9c7c-1c8b513bed32" providerId="ADAL" clId="{6464679C-C925-42C4-8FB5-A952FC9A1761}" dt="2020-10-15T15:08:01.385" v="0"/>
        <pc:sldMkLst>
          <pc:docMk/>
          <pc:sldMk cId="628208286" sldId="260"/>
        </pc:sldMkLst>
      </pc:sldChg>
      <pc:sldChg chg="modSp">
        <pc:chgData name="Danielle" userId="04f63225-1d27-46ab-9c7c-1c8b513bed32" providerId="ADAL" clId="{6464679C-C925-42C4-8FB5-A952FC9A1761}" dt="2020-10-15T15:18:46.242" v="113" actId="6549"/>
        <pc:sldMkLst>
          <pc:docMk/>
          <pc:sldMk cId="1505840706" sldId="267"/>
        </pc:sldMkLst>
        <pc:spChg chg="mod">
          <ac:chgData name="Danielle" userId="04f63225-1d27-46ab-9c7c-1c8b513bed32" providerId="ADAL" clId="{6464679C-C925-42C4-8FB5-A952FC9A1761}" dt="2020-10-15T15:18:46.242" v="113" actId="6549"/>
          <ac:spMkLst>
            <pc:docMk/>
            <pc:sldMk cId="1505840706" sldId="267"/>
            <ac:spMk id="3" creationId="{00000000-0000-0000-0000-000000000000}"/>
          </ac:spMkLst>
        </pc:spChg>
      </pc:sldChg>
      <pc:sldChg chg="modSp">
        <pc:chgData name="Danielle" userId="04f63225-1d27-46ab-9c7c-1c8b513bed32" providerId="ADAL" clId="{6464679C-C925-42C4-8FB5-A952FC9A1761}" dt="2020-10-15T15:12:10.916" v="56" actId="20577"/>
        <pc:sldMkLst>
          <pc:docMk/>
          <pc:sldMk cId="2378171338" sldId="297"/>
        </pc:sldMkLst>
        <pc:spChg chg="mod">
          <ac:chgData name="Danielle" userId="04f63225-1d27-46ab-9c7c-1c8b513bed32" providerId="ADAL" clId="{6464679C-C925-42C4-8FB5-A952FC9A1761}" dt="2020-10-15T15:12:10.916" v="56" actId="20577"/>
          <ac:spMkLst>
            <pc:docMk/>
            <pc:sldMk cId="2378171338" sldId="297"/>
            <ac:spMk id="3" creationId="{00000000-0000-0000-0000-000000000000}"/>
          </ac:spMkLst>
        </pc:spChg>
      </pc:sldChg>
    </pc:docChg>
  </pc:docChgLst>
  <pc:docChgLst>
    <pc:chgData name="Danielle Martin" userId="04f63225-1d27-46ab-9c7c-1c8b513bed32" providerId="ADAL" clId="{CA96C98E-DA2B-4D46-B6D1-8C97A34A942C}"/>
    <pc:docChg chg="custSel modSld">
      <pc:chgData name="Danielle Martin" userId="04f63225-1d27-46ab-9c7c-1c8b513bed32" providerId="ADAL" clId="{CA96C98E-DA2B-4D46-B6D1-8C97A34A942C}" dt="2020-06-05T12:32:55.245" v="188" actId="27636"/>
      <pc:docMkLst>
        <pc:docMk/>
      </pc:docMkLst>
      <pc:sldChg chg="modSp">
        <pc:chgData name="Danielle Martin" userId="04f63225-1d27-46ab-9c7c-1c8b513bed32" providerId="ADAL" clId="{CA96C98E-DA2B-4D46-B6D1-8C97A34A942C}" dt="2020-06-05T12:32:55.245" v="188" actId="27636"/>
        <pc:sldMkLst>
          <pc:docMk/>
          <pc:sldMk cId="3765842492" sldId="296"/>
        </pc:sldMkLst>
        <pc:spChg chg="mod">
          <ac:chgData name="Danielle Martin" userId="04f63225-1d27-46ab-9c7c-1c8b513bed32" providerId="ADAL" clId="{CA96C98E-DA2B-4D46-B6D1-8C97A34A942C}" dt="2020-06-05T12:32:55.245" v="188" actId="27636"/>
          <ac:spMkLst>
            <pc:docMk/>
            <pc:sldMk cId="3765842492" sldId="296"/>
            <ac:spMk id="3" creationId="{00000000-0000-0000-0000-000000000000}"/>
          </ac:spMkLst>
        </pc:spChg>
      </pc:sldChg>
    </pc:docChg>
  </pc:docChgLst>
  <pc:docChgLst>
    <pc:chgData name="Danielle Martin" userId="04f63225-1d27-46ab-9c7c-1c8b513bed32" providerId="ADAL" clId="{0AE3F476-4D60-4C42-BA4B-5822FC3962B8}"/>
    <pc:docChg chg="undo redo custSel addSld modSld sldOrd">
      <pc:chgData name="Danielle Martin" userId="04f63225-1d27-46ab-9c7c-1c8b513bed32" providerId="ADAL" clId="{0AE3F476-4D60-4C42-BA4B-5822FC3962B8}" dt="2019-10-17T13:14:24.969" v="1700" actId="27636"/>
      <pc:docMkLst>
        <pc:docMk/>
      </pc:docMkLst>
      <pc:sldChg chg="modSp">
        <pc:chgData name="Danielle Martin" userId="04f63225-1d27-46ab-9c7c-1c8b513bed32" providerId="ADAL" clId="{0AE3F476-4D60-4C42-BA4B-5822FC3962B8}" dt="2019-10-17T13:13:53.917" v="1679" actId="20577"/>
        <pc:sldMkLst>
          <pc:docMk/>
          <pc:sldMk cId="1756117661" sldId="259"/>
        </pc:sldMkLst>
        <pc:spChg chg="mod">
          <ac:chgData name="Danielle Martin" userId="04f63225-1d27-46ab-9c7c-1c8b513bed32" providerId="ADAL" clId="{0AE3F476-4D60-4C42-BA4B-5822FC3962B8}" dt="2019-10-17T13:13:53.917" v="1679" actId="20577"/>
          <ac:spMkLst>
            <pc:docMk/>
            <pc:sldMk cId="1756117661" sldId="259"/>
            <ac:spMk id="3" creationId="{00000000-0000-0000-0000-000000000000}"/>
          </ac:spMkLst>
        </pc:spChg>
      </pc:sldChg>
      <pc:sldChg chg="modSp">
        <pc:chgData name="Danielle Martin" userId="04f63225-1d27-46ab-9c7c-1c8b513bed32" providerId="ADAL" clId="{0AE3F476-4D60-4C42-BA4B-5822FC3962B8}" dt="2019-10-17T05:01:43.358" v="29" actId="14100"/>
        <pc:sldMkLst>
          <pc:docMk/>
          <pc:sldMk cId="628208286" sldId="260"/>
        </pc:sldMkLst>
        <pc:spChg chg="mod">
          <ac:chgData name="Danielle Martin" userId="04f63225-1d27-46ab-9c7c-1c8b513bed32" providerId="ADAL" clId="{0AE3F476-4D60-4C42-BA4B-5822FC3962B8}" dt="2019-10-17T05:01:43.358" v="29" actId="14100"/>
          <ac:spMkLst>
            <pc:docMk/>
            <pc:sldMk cId="628208286" sldId="260"/>
            <ac:spMk id="3" creationId="{00000000-0000-0000-0000-000000000000}"/>
          </ac:spMkLst>
        </pc:spChg>
      </pc:sldChg>
      <pc:sldChg chg="modSp">
        <pc:chgData name="Danielle Martin" userId="04f63225-1d27-46ab-9c7c-1c8b513bed32" providerId="ADAL" clId="{0AE3F476-4D60-4C42-BA4B-5822FC3962B8}" dt="2019-10-17T05:05:49.386" v="185" actId="14100"/>
        <pc:sldMkLst>
          <pc:docMk/>
          <pc:sldMk cId="2553327719" sldId="268"/>
        </pc:sldMkLst>
        <pc:spChg chg="mod">
          <ac:chgData name="Danielle Martin" userId="04f63225-1d27-46ab-9c7c-1c8b513bed32" providerId="ADAL" clId="{0AE3F476-4D60-4C42-BA4B-5822FC3962B8}" dt="2019-10-17T05:05:49.386" v="185" actId="14100"/>
          <ac:spMkLst>
            <pc:docMk/>
            <pc:sldMk cId="2553327719" sldId="268"/>
            <ac:spMk id="3" creationId="{00000000-0000-0000-0000-000000000000}"/>
          </ac:spMkLst>
        </pc:spChg>
      </pc:sldChg>
      <pc:sldChg chg="modSp">
        <pc:chgData name="Danielle Martin" userId="04f63225-1d27-46ab-9c7c-1c8b513bed32" providerId="ADAL" clId="{0AE3F476-4D60-4C42-BA4B-5822FC3962B8}" dt="2019-10-17T05:02:58.214" v="164" actId="20577"/>
        <pc:sldMkLst>
          <pc:docMk/>
          <pc:sldMk cId="1867741448" sldId="273"/>
        </pc:sldMkLst>
        <pc:spChg chg="mod">
          <ac:chgData name="Danielle Martin" userId="04f63225-1d27-46ab-9c7c-1c8b513bed32" providerId="ADAL" clId="{0AE3F476-4D60-4C42-BA4B-5822FC3962B8}" dt="2019-10-17T05:02:58.214" v="164" actId="20577"/>
          <ac:spMkLst>
            <pc:docMk/>
            <pc:sldMk cId="1867741448" sldId="273"/>
            <ac:spMk id="3" creationId="{00000000-0000-0000-0000-000000000000}"/>
          </ac:spMkLst>
        </pc:spChg>
      </pc:sldChg>
      <pc:sldChg chg="modSp ord">
        <pc:chgData name="Danielle Martin" userId="04f63225-1d27-46ab-9c7c-1c8b513bed32" providerId="ADAL" clId="{0AE3F476-4D60-4C42-BA4B-5822FC3962B8}" dt="2019-10-17T05:04:47.092" v="179" actId="20577"/>
        <pc:sldMkLst>
          <pc:docMk/>
          <pc:sldMk cId="1692586781" sldId="294"/>
        </pc:sldMkLst>
        <pc:spChg chg="mod">
          <ac:chgData name="Danielle Martin" userId="04f63225-1d27-46ab-9c7c-1c8b513bed32" providerId="ADAL" clId="{0AE3F476-4D60-4C42-BA4B-5822FC3962B8}" dt="2019-10-17T05:04:47.092" v="179" actId="20577"/>
          <ac:spMkLst>
            <pc:docMk/>
            <pc:sldMk cId="1692586781" sldId="294"/>
            <ac:spMk id="2" creationId="{00000000-0000-0000-0000-000000000000}"/>
          </ac:spMkLst>
        </pc:spChg>
      </pc:sldChg>
      <pc:sldChg chg="modSp">
        <pc:chgData name="Danielle Martin" userId="04f63225-1d27-46ab-9c7c-1c8b513bed32" providerId="ADAL" clId="{0AE3F476-4D60-4C42-BA4B-5822FC3962B8}" dt="2019-10-17T13:13:05.285" v="1655" actId="20577"/>
        <pc:sldMkLst>
          <pc:docMk/>
          <pc:sldMk cId="2380556952" sldId="298"/>
        </pc:sldMkLst>
        <pc:spChg chg="mod">
          <ac:chgData name="Danielle Martin" userId="04f63225-1d27-46ab-9c7c-1c8b513bed32" providerId="ADAL" clId="{0AE3F476-4D60-4C42-BA4B-5822FC3962B8}" dt="2019-10-17T13:12:35.878" v="1639" actId="1076"/>
          <ac:spMkLst>
            <pc:docMk/>
            <pc:sldMk cId="2380556952" sldId="298"/>
            <ac:spMk id="2" creationId="{00000000-0000-0000-0000-000000000000}"/>
          </ac:spMkLst>
        </pc:spChg>
        <pc:spChg chg="mod">
          <ac:chgData name="Danielle Martin" userId="04f63225-1d27-46ab-9c7c-1c8b513bed32" providerId="ADAL" clId="{0AE3F476-4D60-4C42-BA4B-5822FC3962B8}" dt="2019-10-17T13:13:05.285" v="1655" actId="20577"/>
          <ac:spMkLst>
            <pc:docMk/>
            <pc:sldMk cId="2380556952" sldId="298"/>
            <ac:spMk id="3" creationId="{00000000-0000-0000-0000-000000000000}"/>
          </ac:spMkLst>
        </pc:spChg>
      </pc:sldChg>
      <pc:sldChg chg="modSp add">
        <pc:chgData name="Danielle Martin" userId="04f63225-1d27-46ab-9c7c-1c8b513bed32" providerId="ADAL" clId="{0AE3F476-4D60-4C42-BA4B-5822FC3962B8}" dt="2019-10-17T12:33:26.183" v="1167" actId="1076"/>
        <pc:sldMkLst>
          <pc:docMk/>
          <pc:sldMk cId="3603285254" sldId="307"/>
        </pc:sldMkLst>
        <pc:spChg chg="mod">
          <ac:chgData name="Danielle Martin" userId="04f63225-1d27-46ab-9c7c-1c8b513bed32" providerId="ADAL" clId="{0AE3F476-4D60-4C42-BA4B-5822FC3962B8}" dt="2019-10-17T05:07:03.341" v="210" actId="20577"/>
          <ac:spMkLst>
            <pc:docMk/>
            <pc:sldMk cId="3603285254" sldId="307"/>
            <ac:spMk id="2" creationId="{00000000-0000-0000-0000-000000000000}"/>
          </ac:spMkLst>
        </pc:spChg>
        <pc:spChg chg="mod">
          <ac:chgData name="Danielle Martin" userId="04f63225-1d27-46ab-9c7c-1c8b513bed32" providerId="ADAL" clId="{0AE3F476-4D60-4C42-BA4B-5822FC3962B8}" dt="2019-10-17T12:33:26.183" v="1167" actId="1076"/>
          <ac:spMkLst>
            <pc:docMk/>
            <pc:sldMk cId="3603285254" sldId="307"/>
            <ac:spMk id="3" creationId="{00000000-0000-0000-0000-000000000000}"/>
          </ac:spMkLst>
        </pc:spChg>
      </pc:sldChg>
      <pc:sldChg chg="modSp add">
        <pc:chgData name="Danielle Martin" userId="04f63225-1d27-46ab-9c7c-1c8b513bed32" providerId="ADAL" clId="{0AE3F476-4D60-4C42-BA4B-5822FC3962B8}" dt="2019-10-17T13:14:24.969" v="1700" actId="27636"/>
        <pc:sldMkLst>
          <pc:docMk/>
          <pc:sldMk cId="404907745" sldId="308"/>
        </pc:sldMkLst>
        <pc:spChg chg="mod">
          <ac:chgData name="Danielle Martin" userId="04f63225-1d27-46ab-9c7c-1c8b513bed32" providerId="ADAL" clId="{0AE3F476-4D60-4C42-BA4B-5822FC3962B8}" dt="2019-10-17T13:14:20.533" v="1698" actId="20577"/>
          <ac:spMkLst>
            <pc:docMk/>
            <pc:sldMk cId="404907745" sldId="308"/>
            <ac:spMk id="2" creationId="{00000000-0000-0000-0000-000000000000}"/>
          </ac:spMkLst>
        </pc:spChg>
        <pc:spChg chg="mod">
          <ac:chgData name="Danielle Martin" userId="04f63225-1d27-46ab-9c7c-1c8b513bed32" providerId="ADAL" clId="{0AE3F476-4D60-4C42-BA4B-5822FC3962B8}" dt="2019-10-17T13:14:24.969" v="1700" actId="27636"/>
          <ac:spMkLst>
            <pc:docMk/>
            <pc:sldMk cId="404907745" sldId="308"/>
            <ac:spMk id="3" creationId="{00000000-0000-0000-0000-000000000000}"/>
          </ac:spMkLst>
        </pc:spChg>
      </pc:sldChg>
    </pc:docChg>
  </pc:docChgLst>
  <pc:docChgLst>
    <pc:chgData name="Danielle Martin" userId="04f63225-1d27-46ab-9c7c-1c8b513bed32" providerId="ADAL" clId="{3083253D-BF7E-4D77-80AA-7DAE3BADBB47}"/>
    <pc:docChg chg="modSld">
      <pc:chgData name="Danielle Martin" userId="04f63225-1d27-46ab-9c7c-1c8b513bed32" providerId="ADAL" clId="{3083253D-BF7E-4D77-80AA-7DAE3BADBB47}" dt="2020-06-05T15:22:52.740" v="4" actId="20577"/>
      <pc:docMkLst>
        <pc:docMk/>
      </pc:docMkLst>
      <pc:sldChg chg="modSp">
        <pc:chgData name="Danielle Martin" userId="04f63225-1d27-46ab-9c7c-1c8b513bed32" providerId="ADAL" clId="{3083253D-BF7E-4D77-80AA-7DAE3BADBB47}" dt="2020-06-05T15:22:52.740" v="4" actId="20577"/>
        <pc:sldMkLst>
          <pc:docMk/>
          <pc:sldMk cId="2553327719" sldId="268"/>
        </pc:sldMkLst>
        <pc:spChg chg="mod">
          <ac:chgData name="Danielle Martin" userId="04f63225-1d27-46ab-9c7c-1c8b513bed32" providerId="ADAL" clId="{3083253D-BF7E-4D77-80AA-7DAE3BADBB47}" dt="2020-06-05T15:22:52.740" v="4" actId="20577"/>
          <ac:spMkLst>
            <pc:docMk/>
            <pc:sldMk cId="2553327719" sldId="268"/>
            <ac:spMk id="3" creationId="{00000000-0000-0000-0000-000000000000}"/>
          </ac:spMkLst>
        </pc:spChg>
      </pc:sldChg>
      <pc:sldChg chg="modSp">
        <pc:chgData name="Danielle Martin" userId="04f63225-1d27-46ab-9c7c-1c8b513bed32" providerId="ADAL" clId="{3083253D-BF7E-4D77-80AA-7DAE3BADBB47}" dt="2020-06-05T15:18:21.068" v="0" actId="20577"/>
        <pc:sldMkLst>
          <pc:docMk/>
          <pc:sldMk cId="3765842492" sldId="296"/>
        </pc:sldMkLst>
        <pc:spChg chg="mod">
          <ac:chgData name="Danielle Martin" userId="04f63225-1d27-46ab-9c7c-1c8b513bed32" providerId="ADAL" clId="{3083253D-BF7E-4D77-80AA-7DAE3BADBB47}" dt="2020-06-05T15:18:21.068" v="0" actId="20577"/>
          <ac:spMkLst>
            <pc:docMk/>
            <pc:sldMk cId="3765842492" sldId="296"/>
            <ac:spMk id="3" creationId="{00000000-0000-0000-0000-000000000000}"/>
          </ac:spMkLst>
        </pc:spChg>
      </pc:sldChg>
    </pc:docChg>
  </pc:docChgLst>
  <pc:docChgLst>
    <pc:chgData name="Danielle Martin" userId="04f63225-1d27-46ab-9c7c-1c8b513bed32" providerId="ADAL" clId="{0D24ABA2-B919-44D1-B441-D7EB4CA8D858}"/>
    <pc:docChg chg="addSld delSld modSld sldOrd modSection">
      <pc:chgData name="Danielle Martin" userId="04f63225-1d27-46ab-9c7c-1c8b513bed32" providerId="ADAL" clId="{0D24ABA2-B919-44D1-B441-D7EB4CA8D858}" dt="2022-05-24T14:51:30.449" v="4" actId="47"/>
      <pc:docMkLst>
        <pc:docMk/>
      </pc:docMkLst>
      <pc:sldChg chg="add">
        <pc:chgData name="Danielle Martin" userId="04f63225-1d27-46ab-9c7c-1c8b513bed32" providerId="ADAL" clId="{0D24ABA2-B919-44D1-B441-D7EB4CA8D858}" dt="2022-05-24T14:51:11.544" v="0"/>
        <pc:sldMkLst>
          <pc:docMk/>
          <pc:sldMk cId="2262606785" sldId="271"/>
        </pc:sldMkLst>
      </pc:sldChg>
      <pc:sldChg chg="del">
        <pc:chgData name="Danielle Martin" userId="04f63225-1d27-46ab-9c7c-1c8b513bed32" providerId="ADAL" clId="{0D24ABA2-B919-44D1-B441-D7EB4CA8D858}" dt="2022-05-24T14:51:30.449" v="4" actId="47"/>
        <pc:sldMkLst>
          <pc:docMk/>
          <pc:sldMk cId="3383731464" sldId="318"/>
        </pc:sldMkLst>
      </pc:sldChg>
      <pc:sldChg chg="add del">
        <pc:chgData name="Danielle Martin" userId="04f63225-1d27-46ab-9c7c-1c8b513bed32" providerId="ADAL" clId="{0D24ABA2-B919-44D1-B441-D7EB4CA8D858}" dt="2022-05-24T14:51:13.779" v="1" actId="47"/>
        <pc:sldMkLst>
          <pc:docMk/>
          <pc:sldMk cId="3457364114" sldId="345"/>
        </pc:sldMkLst>
      </pc:sldChg>
      <pc:sldChg chg="add ord">
        <pc:chgData name="Danielle Martin" userId="04f63225-1d27-46ab-9c7c-1c8b513bed32" providerId="ADAL" clId="{0D24ABA2-B919-44D1-B441-D7EB4CA8D858}" dt="2022-05-24T14:51:28.969" v="3"/>
        <pc:sldMkLst>
          <pc:docMk/>
          <pc:sldMk cId="1520623683" sldId="346"/>
        </pc:sldMkLst>
      </pc:sldChg>
    </pc:docChg>
  </pc:docChgLst>
  <pc:docChgLst>
    <pc:chgData name="Danielle Martin" userId="04f63225-1d27-46ab-9c7c-1c8b513bed32" providerId="ADAL" clId="{D269AB9C-BA5C-406C-A846-A68926AEAC7F}"/>
    <pc:docChg chg="undo custSel addSld delSld modSld sldOrd modMainMaster modSection">
      <pc:chgData name="Danielle Martin" userId="04f63225-1d27-46ab-9c7c-1c8b513bed32" providerId="ADAL" clId="{D269AB9C-BA5C-406C-A846-A68926AEAC7F}" dt="2021-11-18T19:31:44.010" v="1558" actId="2"/>
      <pc:docMkLst>
        <pc:docMk/>
      </pc:docMkLst>
      <pc:sldChg chg="modSp mod">
        <pc:chgData name="Danielle Martin" userId="04f63225-1d27-46ab-9c7c-1c8b513bed32" providerId="ADAL" clId="{D269AB9C-BA5C-406C-A846-A68926AEAC7F}" dt="2021-11-18T19:18:48.049" v="37" actId="255"/>
        <pc:sldMkLst>
          <pc:docMk/>
          <pc:sldMk cId="2462752721" sldId="256"/>
        </pc:sldMkLst>
        <pc:spChg chg="mod">
          <ac:chgData name="Danielle Martin" userId="04f63225-1d27-46ab-9c7c-1c8b513bed32" providerId="ADAL" clId="{D269AB9C-BA5C-406C-A846-A68926AEAC7F}" dt="2021-11-18T19:17:56.300" v="18" actId="5793"/>
          <ac:spMkLst>
            <pc:docMk/>
            <pc:sldMk cId="2462752721" sldId="256"/>
            <ac:spMk id="2" creationId="{00000000-0000-0000-0000-000000000000}"/>
          </ac:spMkLst>
        </pc:spChg>
        <pc:spChg chg="mod">
          <ac:chgData name="Danielle Martin" userId="04f63225-1d27-46ab-9c7c-1c8b513bed32" providerId="ADAL" clId="{D269AB9C-BA5C-406C-A846-A68926AEAC7F}" dt="2021-11-18T19:18:48.049" v="37" actId="255"/>
          <ac:spMkLst>
            <pc:docMk/>
            <pc:sldMk cId="2462752721" sldId="256"/>
            <ac:spMk id="3" creationId="{00000000-0000-0000-0000-000000000000}"/>
          </ac:spMkLst>
        </pc:spChg>
      </pc:sldChg>
      <pc:sldChg chg="del">
        <pc:chgData name="Danielle Martin" userId="04f63225-1d27-46ab-9c7c-1c8b513bed32" providerId="ADAL" clId="{D269AB9C-BA5C-406C-A846-A68926AEAC7F}" dt="2021-11-18T19:22:14.480" v="524" actId="47"/>
        <pc:sldMkLst>
          <pc:docMk/>
          <pc:sldMk cId="1756117661" sldId="259"/>
        </pc:sldMkLst>
      </pc:sldChg>
      <pc:sldChg chg="del">
        <pc:chgData name="Danielle Martin" userId="04f63225-1d27-46ab-9c7c-1c8b513bed32" providerId="ADAL" clId="{D269AB9C-BA5C-406C-A846-A68926AEAC7F}" dt="2021-11-18T19:21:52.799" v="493" actId="47"/>
        <pc:sldMkLst>
          <pc:docMk/>
          <pc:sldMk cId="628208286" sldId="260"/>
        </pc:sldMkLst>
      </pc:sldChg>
      <pc:sldChg chg="del">
        <pc:chgData name="Danielle Martin" userId="04f63225-1d27-46ab-9c7c-1c8b513bed32" providerId="ADAL" clId="{D269AB9C-BA5C-406C-A846-A68926AEAC7F}" dt="2021-11-18T19:21:48.774" v="488" actId="47"/>
        <pc:sldMkLst>
          <pc:docMk/>
          <pc:sldMk cId="36853573" sldId="264"/>
        </pc:sldMkLst>
      </pc:sldChg>
      <pc:sldChg chg="del">
        <pc:chgData name="Danielle Martin" userId="04f63225-1d27-46ab-9c7c-1c8b513bed32" providerId="ADAL" clId="{D269AB9C-BA5C-406C-A846-A68926AEAC7F}" dt="2021-11-18T19:21:50.878" v="491" actId="47"/>
        <pc:sldMkLst>
          <pc:docMk/>
          <pc:sldMk cId="36853573" sldId="265"/>
        </pc:sldMkLst>
      </pc:sldChg>
      <pc:sldChg chg="del">
        <pc:chgData name="Danielle Martin" userId="04f63225-1d27-46ab-9c7c-1c8b513bed32" providerId="ADAL" clId="{D269AB9C-BA5C-406C-A846-A68926AEAC7F}" dt="2021-11-18T19:22:02.169" v="510" actId="47"/>
        <pc:sldMkLst>
          <pc:docMk/>
          <pc:sldMk cId="1505840706" sldId="267"/>
        </pc:sldMkLst>
      </pc:sldChg>
      <pc:sldChg chg="del">
        <pc:chgData name="Danielle Martin" userId="04f63225-1d27-46ab-9c7c-1c8b513bed32" providerId="ADAL" clId="{D269AB9C-BA5C-406C-A846-A68926AEAC7F}" dt="2021-11-18T19:21:59.337" v="505" actId="47"/>
        <pc:sldMkLst>
          <pc:docMk/>
          <pc:sldMk cId="2553327719" sldId="268"/>
        </pc:sldMkLst>
      </pc:sldChg>
      <pc:sldChg chg="del">
        <pc:chgData name="Danielle Martin" userId="04f63225-1d27-46ab-9c7c-1c8b513bed32" providerId="ADAL" clId="{D269AB9C-BA5C-406C-A846-A68926AEAC7F}" dt="2021-11-18T19:21:53.418" v="494" actId="47"/>
        <pc:sldMkLst>
          <pc:docMk/>
          <pc:sldMk cId="4203792416" sldId="269"/>
        </pc:sldMkLst>
      </pc:sldChg>
      <pc:sldChg chg="del">
        <pc:chgData name="Danielle Martin" userId="04f63225-1d27-46ab-9c7c-1c8b513bed32" providerId="ADAL" clId="{D269AB9C-BA5C-406C-A846-A68926AEAC7F}" dt="2021-11-18T19:21:53.958" v="495" actId="47"/>
        <pc:sldMkLst>
          <pc:docMk/>
          <pc:sldMk cId="15513227" sldId="270"/>
        </pc:sldMkLst>
      </pc:sldChg>
      <pc:sldChg chg="del">
        <pc:chgData name="Danielle Martin" userId="04f63225-1d27-46ab-9c7c-1c8b513bed32" providerId="ADAL" clId="{D269AB9C-BA5C-406C-A846-A68926AEAC7F}" dt="2021-11-18T19:21:49.635" v="489" actId="47"/>
        <pc:sldMkLst>
          <pc:docMk/>
          <pc:sldMk cId="2262606785" sldId="271"/>
        </pc:sldMkLst>
      </pc:sldChg>
      <pc:sldChg chg="del">
        <pc:chgData name="Danielle Martin" userId="04f63225-1d27-46ab-9c7c-1c8b513bed32" providerId="ADAL" clId="{D269AB9C-BA5C-406C-A846-A68926AEAC7F}" dt="2021-11-18T19:21:51.810" v="492" actId="47"/>
        <pc:sldMkLst>
          <pc:docMk/>
          <pc:sldMk cId="1867741448" sldId="273"/>
        </pc:sldMkLst>
      </pc:sldChg>
      <pc:sldChg chg="del">
        <pc:chgData name="Danielle Martin" userId="04f63225-1d27-46ab-9c7c-1c8b513bed32" providerId="ADAL" clId="{D269AB9C-BA5C-406C-A846-A68926AEAC7F}" dt="2021-11-18T19:22:09.546" v="523" actId="47"/>
        <pc:sldMkLst>
          <pc:docMk/>
          <pc:sldMk cId="3392060563" sldId="279"/>
        </pc:sldMkLst>
      </pc:sldChg>
      <pc:sldChg chg="del">
        <pc:chgData name="Danielle Martin" userId="04f63225-1d27-46ab-9c7c-1c8b513bed32" providerId="ADAL" clId="{D269AB9C-BA5C-406C-A846-A68926AEAC7F}" dt="2021-11-18T19:22:01.012" v="508" actId="47"/>
        <pc:sldMkLst>
          <pc:docMk/>
          <pc:sldMk cId="1964203576" sldId="280"/>
        </pc:sldMkLst>
      </pc:sldChg>
      <pc:sldChg chg="del">
        <pc:chgData name="Danielle Martin" userId="04f63225-1d27-46ab-9c7c-1c8b513bed32" providerId="ADAL" clId="{D269AB9C-BA5C-406C-A846-A68926AEAC7F}" dt="2021-11-18T19:22:02.688" v="511" actId="47"/>
        <pc:sldMkLst>
          <pc:docMk/>
          <pc:sldMk cId="2195691085" sldId="282"/>
        </pc:sldMkLst>
      </pc:sldChg>
      <pc:sldChg chg="del">
        <pc:chgData name="Danielle Martin" userId="04f63225-1d27-46ab-9c7c-1c8b513bed32" providerId="ADAL" clId="{D269AB9C-BA5C-406C-A846-A68926AEAC7F}" dt="2021-11-18T19:22:03.221" v="512" actId="47"/>
        <pc:sldMkLst>
          <pc:docMk/>
          <pc:sldMk cId="3161671308" sldId="285"/>
        </pc:sldMkLst>
      </pc:sldChg>
      <pc:sldChg chg="del">
        <pc:chgData name="Danielle Martin" userId="04f63225-1d27-46ab-9c7c-1c8b513bed32" providerId="ADAL" clId="{D269AB9C-BA5C-406C-A846-A68926AEAC7F}" dt="2021-11-18T19:21:58.049" v="503" actId="47"/>
        <pc:sldMkLst>
          <pc:docMk/>
          <pc:sldMk cId="1692586781" sldId="294"/>
        </pc:sldMkLst>
      </pc:sldChg>
      <pc:sldChg chg="del">
        <pc:chgData name="Danielle Martin" userId="04f63225-1d27-46ab-9c7c-1c8b513bed32" providerId="ADAL" clId="{D269AB9C-BA5C-406C-A846-A68926AEAC7F}" dt="2021-11-18T19:21:59.902" v="506" actId="47"/>
        <pc:sldMkLst>
          <pc:docMk/>
          <pc:sldMk cId="1139437449" sldId="295"/>
        </pc:sldMkLst>
      </pc:sldChg>
      <pc:sldChg chg="del">
        <pc:chgData name="Danielle Martin" userId="04f63225-1d27-46ab-9c7c-1c8b513bed32" providerId="ADAL" clId="{D269AB9C-BA5C-406C-A846-A68926AEAC7F}" dt="2021-11-18T19:21:58.701" v="504" actId="47"/>
        <pc:sldMkLst>
          <pc:docMk/>
          <pc:sldMk cId="3765842492" sldId="296"/>
        </pc:sldMkLst>
      </pc:sldChg>
      <pc:sldChg chg="del">
        <pc:chgData name="Danielle Martin" userId="04f63225-1d27-46ab-9c7c-1c8b513bed32" providerId="ADAL" clId="{D269AB9C-BA5C-406C-A846-A68926AEAC7F}" dt="2021-11-18T19:21:54.533" v="496" actId="47"/>
        <pc:sldMkLst>
          <pc:docMk/>
          <pc:sldMk cId="2378171338" sldId="297"/>
        </pc:sldMkLst>
      </pc:sldChg>
      <pc:sldChg chg="del">
        <pc:chgData name="Danielle Martin" userId="04f63225-1d27-46ab-9c7c-1c8b513bed32" providerId="ADAL" clId="{D269AB9C-BA5C-406C-A846-A68926AEAC7F}" dt="2021-11-18T19:22:05.115" v="516" actId="47"/>
        <pc:sldMkLst>
          <pc:docMk/>
          <pc:sldMk cId="2380556952" sldId="298"/>
        </pc:sldMkLst>
      </pc:sldChg>
      <pc:sldChg chg="del">
        <pc:chgData name="Danielle Martin" userId="04f63225-1d27-46ab-9c7c-1c8b513bed32" providerId="ADAL" clId="{D269AB9C-BA5C-406C-A846-A68926AEAC7F}" dt="2021-11-18T19:22:04.805" v="515" actId="47"/>
        <pc:sldMkLst>
          <pc:docMk/>
          <pc:sldMk cId="2468337771" sldId="299"/>
        </pc:sldMkLst>
      </pc:sldChg>
      <pc:sldChg chg="del">
        <pc:chgData name="Danielle Martin" userId="04f63225-1d27-46ab-9c7c-1c8b513bed32" providerId="ADAL" clId="{D269AB9C-BA5C-406C-A846-A68926AEAC7F}" dt="2021-11-18T19:22:01.604" v="509" actId="47"/>
        <pc:sldMkLst>
          <pc:docMk/>
          <pc:sldMk cId="3515195073" sldId="300"/>
        </pc:sldMkLst>
      </pc:sldChg>
      <pc:sldChg chg="del">
        <pc:chgData name="Danielle Martin" userId="04f63225-1d27-46ab-9c7c-1c8b513bed32" providerId="ADAL" clId="{D269AB9C-BA5C-406C-A846-A68926AEAC7F}" dt="2021-11-18T19:21:55.095" v="497" actId="47"/>
        <pc:sldMkLst>
          <pc:docMk/>
          <pc:sldMk cId="924245429" sldId="301"/>
        </pc:sldMkLst>
      </pc:sldChg>
      <pc:sldChg chg="del">
        <pc:chgData name="Danielle Martin" userId="04f63225-1d27-46ab-9c7c-1c8b513bed32" providerId="ADAL" clId="{D269AB9C-BA5C-406C-A846-A68926AEAC7F}" dt="2021-11-18T19:21:56.849" v="501" actId="47"/>
        <pc:sldMkLst>
          <pc:docMk/>
          <pc:sldMk cId="3625330530" sldId="302"/>
        </pc:sldMkLst>
      </pc:sldChg>
      <pc:sldChg chg="del">
        <pc:chgData name="Danielle Martin" userId="04f63225-1d27-46ab-9c7c-1c8b513bed32" providerId="ADAL" clId="{D269AB9C-BA5C-406C-A846-A68926AEAC7F}" dt="2021-11-18T19:21:57.443" v="502" actId="47"/>
        <pc:sldMkLst>
          <pc:docMk/>
          <pc:sldMk cId="1238487165" sldId="303"/>
        </pc:sldMkLst>
      </pc:sldChg>
      <pc:sldChg chg="del">
        <pc:chgData name="Danielle Martin" userId="04f63225-1d27-46ab-9c7c-1c8b513bed32" providerId="ADAL" clId="{D269AB9C-BA5C-406C-A846-A68926AEAC7F}" dt="2021-11-18T19:21:55.795" v="499" actId="47"/>
        <pc:sldMkLst>
          <pc:docMk/>
          <pc:sldMk cId="3823631711" sldId="304"/>
        </pc:sldMkLst>
      </pc:sldChg>
      <pc:sldChg chg="del">
        <pc:chgData name="Danielle Martin" userId="04f63225-1d27-46ab-9c7c-1c8b513bed32" providerId="ADAL" clId="{D269AB9C-BA5C-406C-A846-A68926AEAC7F}" dt="2021-11-18T19:21:56.354" v="500" actId="47"/>
        <pc:sldMkLst>
          <pc:docMk/>
          <pc:sldMk cId="3013257180" sldId="305"/>
        </pc:sldMkLst>
      </pc:sldChg>
      <pc:sldChg chg="del">
        <pc:chgData name="Danielle Martin" userId="04f63225-1d27-46ab-9c7c-1c8b513bed32" providerId="ADAL" clId="{D269AB9C-BA5C-406C-A846-A68926AEAC7F}" dt="2021-11-18T19:21:55.426" v="498" actId="47"/>
        <pc:sldMkLst>
          <pc:docMk/>
          <pc:sldMk cId="2904671261" sldId="306"/>
        </pc:sldMkLst>
      </pc:sldChg>
      <pc:sldChg chg="del">
        <pc:chgData name="Danielle Martin" userId="04f63225-1d27-46ab-9c7c-1c8b513bed32" providerId="ADAL" clId="{D269AB9C-BA5C-406C-A846-A68926AEAC7F}" dt="2021-11-18T19:22:08.859" v="522" actId="47"/>
        <pc:sldMkLst>
          <pc:docMk/>
          <pc:sldMk cId="3603285254" sldId="307"/>
        </pc:sldMkLst>
      </pc:sldChg>
      <pc:sldChg chg="modSp mod ord">
        <pc:chgData name="Danielle Martin" userId="04f63225-1d27-46ab-9c7c-1c8b513bed32" providerId="ADAL" clId="{D269AB9C-BA5C-406C-A846-A68926AEAC7F}" dt="2021-11-18T19:23:09.999" v="600" actId="20577"/>
        <pc:sldMkLst>
          <pc:docMk/>
          <pc:sldMk cId="404907745" sldId="308"/>
        </pc:sldMkLst>
        <pc:spChg chg="mod">
          <ac:chgData name="Danielle Martin" userId="04f63225-1d27-46ab-9c7c-1c8b513bed32" providerId="ADAL" clId="{D269AB9C-BA5C-406C-A846-A68926AEAC7F}" dt="2021-11-18T19:19:40.455" v="56" actId="20577"/>
          <ac:spMkLst>
            <pc:docMk/>
            <pc:sldMk cId="404907745" sldId="308"/>
            <ac:spMk id="2" creationId="{00000000-0000-0000-0000-000000000000}"/>
          </ac:spMkLst>
        </pc:spChg>
        <pc:spChg chg="mod">
          <ac:chgData name="Danielle Martin" userId="04f63225-1d27-46ab-9c7c-1c8b513bed32" providerId="ADAL" clId="{D269AB9C-BA5C-406C-A846-A68926AEAC7F}" dt="2021-11-18T19:23:09.999" v="600" actId="20577"/>
          <ac:spMkLst>
            <pc:docMk/>
            <pc:sldMk cId="404907745" sldId="308"/>
            <ac:spMk id="3" creationId="{00000000-0000-0000-0000-000000000000}"/>
          </ac:spMkLst>
        </pc:spChg>
      </pc:sldChg>
      <pc:sldChg chg="del">
        <pc:chgData name="Danielle Martin" userId="04f63225-1d27-46ab-9c7c-1c8b513bed32" providerId="ADAL" clId="{D269AB9C-BA5C-406C-A846-A68926AEAC7F}" dt="2021-11-18T19:21:48.391" v="487" actId="47"/>
        <pc:sldMkLst>
          <pc:docMk/>
          <pc:sldMk cId="1055862491" sldId="309"/>
        </pc:sldMkLst>
      </pc:sldChg>
      <pc:sldChg chg="modSp add mod">
        <pc:chgData name="Danielle Martin" userId="04f63225-1d27-46ab-9c7c-1c8b513bed32" providerId="ADAL" clId="{D269AB9C-BA5C-406C-A846-A68926AEAC7F}" dt="2021-11-18T19:31:44.010" v="1558" actId="2"/>
        <pc:sldMkLst>
          <pc:docMk/>
          <pc:sldMk cId="1901663034" sldId="309"/>
        </pc:sldMkLst>
        <pc:spChg chg="mod">
          <ac:chgData name="Danielle Martin" userId="04f63225-1d27-46ab-9c7c-1c8b513bed32" providerId="ADAL" clId="{D269AB9C-BA5C-406C-A846-A68926AEAC7F}" dt="2021-11-18T19:25:22.264" v="866" actId="20577"/>
          <ac:spMkLst>
            <pc:docMk/>
            <pc:sldMk cId="1901663034" sldId="309"/>
            <ac:spMk id="2" creationId="{00000000-0000-0000-0000-000000000000}"/>
          </ac:spMkLst>
        </pc:spChg>
        <pc:spChg chg="mod">
          <ac:chgData name="Danielle Martin" userId="04f63225-1d27-46ab-9c7c-1c8b513bed32" providerId="ADAL" clId="{D269AB9C-BA5C-406C-A846-A68926AEAC7F}" dt="2021-11-18T19:31:44.010" v="1558" actId="2"/>
          <ac:spMkLst>
            <pc:docMk/>
            <pc:sldMk cId="1901663034" sldId="309"/>
            <ac:spMk id="3" creationId="{00000000-0000-0000-0000-000000000000}"/>
          </ac:spMkLst>
        </pc:spChg>
      </pc:sldChg>
      <pc:sldChg chg="del">
        <pc:chgData name="Danielle Martin" userId="04f63225-1d27-46ab-9c7c-1c8b513bed32" providerId="ADAL" clId="{D269AB9C-BA5C-406C-A846-A68926AEAC7F}" dt="2021-11-18T19:22:08.180" v="521" actId="47"/>
        <pc:sldMkLst>
          <pc:docMk/>
          <pc:sldMk cId="2571508918" sldId="310"/>
        </pc:sldMkLst>
      </pc:sldChg>
      <pc:sldChg chg="modSp add mod">
        <pc:chgData name="Danielle Martin" userId="04f63225-1d27-46ab-9c7c-1c8b513bed32" providerId="ADAL" clId="{D269AB9C-BA5C-406C-A846-A68926AEAC7F}" dt="2021-11-18T19:31:31.235" v="1556" actId="20577"/>
        <pc:sldMkLst>
          <pc:docMk/>
          <pc:sldMk cId="3049616394" sldId="310"/>
        </pc:sldMkLst>
        <pc:spChg chg="mod">
          <ac:chgData name="Danielle Martin" userId="04f63225-1d27-46ab-9c7c-1c8b513bed32" providerId="ADAL" clId="{D269AB9C-BA5C-406C-A846-A68926AEAC7F}" dt="2021-11-18T19:25:40.885" v="896" actId="20577"/>
          <ac:spMkLst>
            <pc:docMk/>
            <pc:sldMk cId="3049616394" sldId="310"/>
            <ac:spMk id="2" creationId="{00000000-0000-0000-0000-000000000000}"/>
          </ac:spMkLst>
        </pc:spChg>
        <pc:spChg chg="mod">
          <ac:chgData name="Danielle Martin" userId="04f63225-1d27-46ab-9c7c-1c8b513bed32" providerId="ADAL" clId="{D269AB9C-BA5C-406C-A846-A68926AEAC7F}" dt="2021-11-18T19:31:31.235" v="1556" actId="20577"/>
          <ac:spMkLst>
            <pc:docMk/>
            <pc:sldMk cId="3049616394" sldId="310"/>
            <ac:spMk id="3" creationId="{00000000-0000-0000-0000-000000000000}"/>
          </ac:spMkLst>
        </pc:spChg>
      </pc:sldChg>
      <pc:sldChg chg="del">
        <pc:chgData name="Danielle Martin" userId="04f63225-1d27-46ab-9c7c-1c8b513bed32" providerId="ADAL" clId="{D269AB9C-BA5C-406C-A846-A68926AEAC7F}" dt="2021-11-18T19:22:06.371" v="518" actId="47"/>
        <pc:sldMkLst>
          <pc:docMk/>
          <pc:sldMk cId="543745489" sldId="311"/>
        </pc:sldMkLst>
      </pc:sldChg>
      <pc:sldChg chg="del">
        <pc:chgData name="Danielle Martin" userId="04f63225-1d27-46ab-9c7c-1c8b513bed32" providerId="ADAL" clId="{D269AB9C-BA5C-406C-A846-A68926AEAC7F}" dt="2021-11-18T19:22:05.800" v="517" actId="47"/>
        <pc:sldMkLst>
          <pc:docMk/>
          <pc:sldMk cId="2484058205" sldId="312"/>
        </pc:sldMkLst>
      </pc:sldChg>
      <pc:sldChg chg="del">
        <pc:chgData name="Danielle Martin" userId="04f63225-1d27-46ab-9c7c-1c8b513bed32" providerId="ADAL" clId="{D269AB9C-BA5C-406C-A846-A68926AEAC7F}" dt="2021-11-18T19:22:07.568" v="520" actId="47"/>
        <pc:sldMkLst>
          <pc:docMk/>
          <pc:sldMk cId="3359353191" sldId="313"/>
        </pc:sldMkLst>
      </pc:sldChg>
      <pc:sldChg chg="del">
        <pc:chgData name="Danielle Martin" userId="04f63225-1d27-46ab-9c7c-1c8b513bed32" providerId="ADAL" clId="{D269AB9C-BA5C-406C-A846-A68926AEAC7F}" dt="2021-11-18T19:22:06.936" v="519" actId="47"/>
        <pc:sldMkLst>
          <pc:docMk/>
          <pc:sldMk cId="839178257" sldId="314"/>
        </pc:sldMkLst>
      </pc:sldChg>
      <pc:sldChg chg="del">
        <pc:chgData name="Danielle Martin" userId="04f63225-1d27-46ab-9c7c-1c8b513bed32" providerId="ADAL" clId="{D269AB9C-BA5C-406C-A846-A68926AEAC7F}" dt="2021-11-18T19:22:00.455" v="507" actId="47"/>
        <pc:sldMkLst>
          <pc:docMk/>
          <pc:sldMk cId="3480800267" sldId="315"/>
        </pc:sldMkLst>
      </pc:sldChg>
      <pc:sldChg chg="del">
        <pc:chgData name="Danielle Martin" userId="04f63225-1d27-46ab-9c7c-1c8b513bed32" providerId="ADAL" clId="{D269AB9C-BA5C-406C-A846-A68926AEAC7F}" dt="2021-11-18T19:22:04.261" v="514" actId="47"/>
        <pc:sldMkLst>
          <pc:docMk/>
          <pc:sldMk cId="957614778" sldId="316"/>
        </pc:sldMkLst>
      </pc:sldChg>
      <pc:sldChg chg="del">
        <pc:chgData name="Danielle Martin" userId="04f63225-1d27-46ab-9c7c-1c8b513bed32" providerId="ADAL" clId="{D269AB9C-BA5C-406C-A846-A68926AEAC7F}" dt="2021-11-18T19:21:50.258" v="490" actId="47"/>
        <pc:sldMkLst>
          <pc:docMk/>
          <pc:sldMk cId="1520623683" sldId="317"/>
        </pc:sldMkLst>
      </pc:sldChg>
      <pc:sldChg chg="del">
        <pc:chgData name="Danielle Martin" userId="04f63225-1d27-46ab-9c7c-1c8b513bed32" providerId="ADAL" clId="{D269AB9C-BA5C-406C-A846-A68926AEAC7F}" dt="2021-11-18T19:22:03.704" v="513" actId="47"/>
        <pc:sldMkLst>
          <pc:docMk/>
          <pc:sldMk cId="2481432751" sldId="318"/>
        </pc:sldMkLst>
      </pc:sldChg>
      <pc:sldMasterChg chg="modSp mod">
        <pc:chgData name="Danielle Martin" userId="04f63225-1d27-46ab-9c7c-1c8b513bed32" providerId="ADAL" clId="{D269AB9C-BA5C-406C-A846-A68926AEAC7F}" dt="2021-11-18T19:31:41.269" v="1557" actId="2"/>
        <pc:sldMasterMkLst>
          <pc:docMk/>
          <pc:sldMasterMk cId="2189238356" sldId="2147483660"/>
        </pc:sldMasterMkLst>
        <pc:spChg chg="mod">
          <ac:chgData name="Danielle Martin" userId="04f63225-1d27-46ab-9c7c-1c8b513bed32" providerId="ADAL" clId="{D269AB9C-BA5C-406C-A846-A68926AEAC7F}" dt="2021-11-18T19:31:41.269" v="1557" actId="2"/>
          <ac:spMkLst>
            <pc:docMk/>
            <pc:sldMasterMk cId="2189238356" sldId="2147483660"/>
            <ac:spMk id="15" creationId="{00000000-0000-0000-0000-000000000000}"/>
          </ac:spMkLst>
        </pc:spChg>
      </pc:sldMasterChg>
    </pc:docChg>
  </pc:docChgLst>
  <pc:docChgLst>
    <pc:chgData name="Danielle" userId="04f63225-1d27-46ab-9c7c-1c8b513bed32" providerId="ADAL" clId="{985F85AC-2927-42BA-B5E6-75959BE114BB}"/>
    <pc:docChg chg="modSld">
      <pc:chgData name="Danielle" userId="04f63225-1d27-46ab-9c7c-1c8b513bed32" providerId="ADAL" clId="{985F85AC-2927-42BA-B5E6-75959BE114BB}" dt="2021-02-19T21:08:59.409" v="82" actId="20577"/>
      <pc:docMkLst>
        <pc:docMk/>
      </pc:docMkLst>
      <pc:sldChg chg="modSp mod">
        <pc:chgData name="Danielle" userId="04f63225-1d27-46ab-9c7c-1c8b513bed32" providerId="ADAL" clId="{985F85AC-2927-42BA-B5E6-75959BE114BB}" dt="2021-02-19T03:17:24.472" v="72" actId="20577"/>
        <pc:sldMkLst>
          <pc:docMk/>
          <pc:sldMk cId="1756117661" sldId="259"/>
        </pc:sldMkLst>
        <pc:spChg chg="mod">
          <ac:chgData name="Danielle" userId="04f63225-1d27-46ab-9c7c-1c8b513bed32" providerId="ADAL" clId="{985F85AC-2927-42BA-B5E6-75959BE114BB}" dt="2021-02-19T03:17:24.472" v="72" actId="20577"/>
          <ac:spMkLst>
            <pc:docMk/>
            <pc:sldMk cId="1756117661" sldId="259"/>
            <ac:spMk id="3" creationId="{00000000-0000-0000-0000-000000000000}"/>
          </ac:spMkLst>
        </pc:spChg>
      </pc:sldChg>
      <pc:sldChg chg="modSp mod">
        <pc:chgData name="Danielle" userId="04f63225-1d27-46ab-9c7c-1c8b513bed32" providerId="ADAL" clId="{985F85AC-2927-42BA-B5E6-75959BE114BB}" dt="2021-02-19T03:15:38.030" v="19" actId="20577"/>
        <pc:sldMkLst>
          <pc:docMk/>
          <pc:sldMk cId="36853573" sldId="265"/>
        </pc:sldMkLst>
        <pc:spChg chg="mod">
          <ac:chgData name="Danielle" userId="04f63225-1d27-46ab-9c7c-1c8b513bed32" providerId="ADAL" clId="{985F85AC-2927-42BA-B5E6-75959BE114BB}" dt="2021-02-19T03:15:38.030" v="19" actId="20577"/>
          <ac:spMkLst>
            <pc:docMk/>
            <pc:sldMk cId="36853573" sldId="265"/>
            <ac:spMk id="3" creationId="{00000000-0000-0000-0000-000000000000}"/>
          </ac:spMkLst>
        </pc:spChg>
      </pc:sldChg>
      <pc:sldChg chg="modSp mod">
        <pc:chgData name="Danielle" userId="04f63225-1d27-46ab-9c7c-1c8b513bed32" providerId="ADAL" clId="{985F85AC-2927-42BA-B5E6-75959BE114BB}" dt="2021-02-19T03:16:30.142" v="43" actId="20577"/>
        <pc:sldMkLst>
          <pc:docMk/>
          <pc:sldMk cId="15513227" sldId="270"/>
        </pc:sldMkLst>
        <pc:spChg chg="mod">
          <ac:chgData name="Danielle" userId="04f63225-1d27-46ab-9c7c-1c8b513bed32" providerId="ADAL" clId="{985F85AC-2927-42BA-B5E6-75959BE114BB}" dt="2021-02-19T03:16:30.142" v="43" actId="20577"/>
          <ac:spMkLst>
            <pc:docMk/>
            <pc:sldMk cId="15513227" sldId="270"/>
            <ac:spMk id="3" creationId="{00000000-0000-0000-0000-000000000000}"/>
          </ac:spMkLst>
        </pc:spChg>
      </pc:sldChg>
      <pc:sldChg chg="modSp mod">
        <pc:chgData name="Danielle" userId="04f63225-1d27-46ab-9c7c-1c8b513bed32" providerId="ADAL" clId="{985F85AC-2927-42BA-B5E6-75959BE114BB}" dt="2021-02-19T21:08:59.409" v="82" actId="20577"/>
        <pc:sldMkLst>
          <pc:docMk/>
          <pc:sldMk cId="3392060563" sldId="279"/>
        </pc:sldMkLst>
        <pc:spChg chg="mod">
          <ac:chgData name="Danielle" userId="04f63225-1d27-46ab-9c7c-1c8b513bed32" providerId="ADAL" clId="{985F85AC-2927-42BA-B5E6-75959BE114BB}" dt="2021-02-19T21:08:59.409" v="82" actId="20577"/>
          <ac:spMkLst>
            <pc:docMk/>
            <pc:sldMk cId="3392060563" sldId="279"/>
            <ac:spMk id="3" creationId="{00000000-0000-0000-0000-000000000000}"/>
          </ac:spMkLst>
        </pc:spChg>
      </pc:sldChg>
    </pc:docChg>
  </pc:docChgLst>
  <pc:docChgLst>
    <pc:chgData name="Melisa Arrazola" userId="S::marrazola@partners.net::6a2424bb-3c39-4cdf-917b-878d4d598821" providerId="AD" clId="Web-{F198C219-3CB3-8278-C8C8-780FE132C917}"/>
    <pc:docChg chg="modSld">
      <pc:chgData name="Melisa Arrazola" userId="S::marrazola@partners.net::6a2424bb-3c39-4cdf-917b-878d4d598821" providerId="AD" clId="Web-{F198C219-3CB3-8278-C8C8-780FE132C917}" dt="2023-09-01T01:47:07.327" v="0" actId="1076"/>
      <pc:docMkLst>
        <pc:docMk/>
      </pc:docMkLst>
      <pc:sldChg chg="modSp">
        <pc:chgData name="Melisa Arrazola" userId="S::marrazola@partners.net::6a2424bb-3c39-4cdf-917b-878d4d598821" providerId="AD" clId="Web-{F198C219-3CB3-8278-C8C8-780FE132C917}" dt="2023-09-01T01:47:07.327" v="0" actId="1076"/>
        <pc:sldMkLst>
          <pc:docMk/>
          <pc:sldMk cId="2331484922" sldId="324"/>
        </pc:sldMkLst>
        <pc:spChg chg="mod">
          <ac:chgData name="Melisa Arrazola" userId="S::marrazola@partners.net::6a2424bb-3c39-4cdf-917b-878d4d598821" providerId="AD" clId="Web-{F198C219-3CB3-8278-C8C8-780FE132C917}" dt="2023-09-01T01:47:07.327" v="0" actId="1076"/>
          <ac:spMkLst>
            <pc:docMk/>
            <pc:sldMk cId="2331484922" sldId="324"/>
            <ac:spMk id="3" creationId="{00000000-0000-0000-0000-000000000000}"/>
          </ac:spMkLst>
        </pc:spChg>
      </pc:sldChg>
    </pc:docChg>
  </pc:docChgLst>
  <pc:docChgLst>
    <pc:chgData name="Danielle" userId="04f63225-1d27-46ab-9c7c-1c8b513bed32" providerId="ADAL" clId="{BFFB0F6D-3519-4031-AC08-D7B70782A8A1}"/>
    <pc:docChg chg="custSel modSld sldOrd">
      <pc:chgData name="Danielle" userId="04f63225-1d27-46ab-9c7c-1c8b513bed32" providerId="ADAL" clId="{BFFB0F6D-3519-4031-AC08-D7B70782A8A1}" dt="2020-11-12T17:34:14.171" v="2" actId="27636"/>
      <pc:docMkLst>
        <pc:docMk/>
      </pc:docMkLst>
      <pc:sldChg chg="modSp">
        <pc:chgData name="Danielle" userId="04f63225-1d27-46ab-9c7c-1c8b513bed32" providerId="ADAL" clId="{BFFB0F6D-3519-4031-AC08-D7B70782A8A1}" dt="2020-11-12T17:34:14.171" v="2" actId="27636"/>
        <pc:sldMkLst>
          <pc:docMk/>
          <pc:sldMk cId="2195691085" sldId="282"/>
        </pc:sldMkLst>
        <pc:spChg chg="mod">
          <ac:chgData name="Danielle" userId="04f63225-1d27-46ab-9c7c-1c8b513bed32" providerId="ADAL" clId="{BFFB0F6D-3519-4031-AC08-D7B70782A8A1}" dt="2020-11-12T17:34:14.171" v="2" actId="27636"/>
          <ac:spMkLst>
            <pc:docMk/>
            <pc:sldMk cId="2195691085" sldId="282"/>
            <ac:spMk id="3" creationId="{00000000-0000-0000-0000-000000000000}"/>
          </ac:spMkLst>
        </pc:spChg>
      </pc:sldChg>
      <pc:sldChg chg="ord">
        <pc:chgData name="Danielle" userId="04f63225-1d27-46ab-9c7c-1c8b513bed32" providerId="ADAL" clId="{BFFB0F6D-3519-4031-AC08-D7B70782A8A1}" dt="2020-11-12T17:33:19.420" v="0"/>
        <pc:sldMkLst>
          <pc:docMk/>
          <pc:sldMk cId="1520623683" sldId="317"/>
        </pc:sldMkLst>
      </pc:sldChg>
    </pc:docChg>
  </pc:docChgLst>
  <pc:docChgLst>
    <pc:chgData name="Danielle" userId="04f63225-1d27-46ab-9c7c-1c8b513bed32" providerId="ADAL" clId="{086998E3-3A67-4071-BD80-535A067500CD}"/>
    <pc:docChg chg="modSld">
      <pc:chgData name="Danielle" userId="04f63225-1d27-46ab-9c7c-1c8b513bed32" providerId="ADAL" clId="{086998E3-3A67-4071-BD80-535A067500CD}" dt="2020-12-21T20:48:58.957" v="2" actId="20577"/>
      <pc:docMkLst>
        <pc:docMk/>
      </pc:docMkLst>
      <pc:sldChg chg="modSp mod">
        <pc:chgData name="Danielle" userId="04f63225-1d27-46ab-9c7c-1c8b513bed32" providerId="ADAL" clId="{086998E3-3A67-4071-BD80-535A067500CD}" dt="2020-12-21T20:48:58.957" v="2" actId="20577"/>
        <pc:sldMkLst>
          <pc:docMk/>
          <pc:sldMk cId="1964203576" sldId="280"/>
        </pc:sldMkLst>
        <pc:spChg chg="mod">
          <ac:chgData name="Danielle" userId="04f63225-1d27-46ab-9c7c-1c8b513bed32" providerId="ADAL" clId="{086998E3-3A67-4071-BD80-535A067500CD}" dt="2020-12-21T20:48:58.957" v="2" actId="20577"/>
          <ac:spMkLst>
            <pc:docMk/>
            <pc:sldMk cId="1964203576" sldId="280"/>
            <ac:spMk id="3" creationId="{00000000-0000-0000-0000-000000000000}"/>
          </ac:spMkLst>
        </pc:spChg>
      </pc:sldChg>
    </pc:docChg>
  </pc:docChgLst>
  <pc:docChgLst>
    <pc:chgData name="Danielle Martin" userId="04f63225-1d27-46ab-9c7c-1c8b513bed32" providerId="ADAL" clId="{019069D3-78D5-4AA1-9A8A-174352A62F5B}"/>
    <pc:docChg chg="undo redo custSel modSld">
      <pc:chgData name="Danielle Martin" userId="04f63225-1d27-46ab-9c7c-1c8b513bed32" providerId="ADAL" clId="{019069D3-78D5-4AA1-9A8A-174352A62F5B}" dt="2021-11-24T22:45:29.701" v="1488" actId="20577"/>
      <pc:docMkLst>
        <pc:docMk/>
      </pc:docMkLst>
      <pc:sldChg chg="modSp mod">
        <pc:chgData name="Danielle Martin" userId="04f63225-1d27-46ab-9c7c-1c8b513bed32" providerId="ADAL" clId="{019069D3-78D5-4AA1-9A8A-174352A62F5B}" dt="2021-11-18T21:33:21.140" v="27" actId="20577"/>
        <pc:sldMkLst>
          <pc:docMk/>
          <pc:sldMk cId="2462752721" sldId="256"/>
        </pc:sldMkLst>
        <pc:spChg chg="mod">
          <ac:chgData name="Danielle Martin" userId="04f63225-1d27-46ab-9c7c-1c8b513bed32" providerId="ADAL" clId="{019069D3-78D5-4AA1-9A8A-174352A62F5B}" dt="2021-11-18T21:33:21.140" v="27" actId="20577"/>
          <ac:spMkLst>
            <pc:docMk/>
            <pc:sldMk cId="2462752721" sldId="256"/>
            <ac:spMk id="2" creationId="{00000000-0000-0000-0000-000000000000}"/>
          </ac:spMkLst>
        </pc:spChg>
      </pc:sldChg>
      <pc:sldChg chg="modSp mod">
        <pc:chgData name="Danielle Martin" userId="04f63225-1d27-46ab-9c7c-1c8b513bed32" providerId="ADAL" clId="{019069D3-78D5-4AA1-9A8A-174352A62F5B}" dt="2021-11-18T21:36:41.156" v="231" actId="20577"/>
        <pc:sldMkLst>
          <pc:docMk/>
          <pc:sldMk cId="404907745" sldId="308"/>
        </pc:sldMkLst>
        <pc:spChg chg="mod">
          <ac:chgData name="Danielle Martin" userId="04f63225-1d27-46ab-9c7c-1c8b513bed32" providerId="ADAL" clId="{019069D3-78D5-4AA1-9A8A-174352A62F5B}" dt="2021-11-18T21:35:18.450" v="183" actId="20577"/>
          <ac:spMkLst>
            <pc:docMk/>
            <pc:sldMk cId="404907745" sldId="308"/>
            <ac:spMk id="2" creationId="{00000000-0000-0000-0000-000000000000}"/>
          </ac:spMkLst>
        </pc:spChg>
        <pc:spChg chg="mod">
          <ac:chgData name="Danielle Martin" userId="04f63225-1d27-46ab-9c7c-1c8b513bed32" providerId="ADAL" clId="{019069D3-78D5-4AA1-9A8A-174352A62F5B}" dt="2021-11-18T21:36:41.156" v="231" actId="20577"/>
          <ac:spMkLst>
            <pc:docMk/>
            <pc:sldMk cId="404907745" sldId="308"/>
            <ac:spMk id="3" creationId="{00000000-0000-0000-0000-000000000000}"/>
          </ac:spMkLst>
        </pc:spChg>
      </pc:sldChg>
      <pc:sldChg chg="modSp mod">
        <pc:chgData name="Danielle Martin" userId="04f63225-1d27-46ab-9c7c-1c8b513bed32" providerId="ADAL" clId="{019069D3-78D5-4AA1-9A8A-174352A62F5B}" dt="2021-11-18T21:42:39.440" v="853" actId="1076"/>
        <pc:sldMkLst>
          <pc:docMk/>
          <pc:sldMk cId="1901663034" sldId="309"/>
        </pc:sldMkLst>
        <pc:spChg chg="mod">
          <ac:chgData name="Danielle Martin" userId="04f63225-1d27-46ab-9c7c-1c8b513bed32" providerId="ADAL" clId="{019069D3-78D5-4AA1-9A8A-174352A62F5B}" dt="2021-11-18T21:37:07.339" v="275" actId="6549"/>
          <ac:spMkLst>
            <pc:docMk/>
            <pc:sldMk cId="1901663034" sldId="309"/>
            <ac:spMk id="2" creationId="{00000000-0000-0000-0000-000000000000}"/>
          </ac:spMkLst>
        </pc:spChg>
        <pc:spChg chg="mod">
          <ac:chgData name="Danielle Martin" userId="04f63225-1d27-46ab-9c7c-1c8b513bed32" providerId="ADAL" clId="{019069D3-78D5-4AA1-9A8A-174352A62F5B}" dt="2021-11-18T21:42:39.440" v="853" actId="1076"/>
          <ac:spMkLst>
            <pc:docMk/>
            <pc:sldMk cId="1901663034" sldId="309"/>
            <ac:spMk id="3" creationId="{00000000-0000-0000-0000-000000000000}"/>
          </ac:spMkLst>
        </pc:spChg>
      </pc:sldChg>
      <pc:sldChg chg="modSp mod">
        <pc:chgData name="Danielle Martin" userId="04f63225-1d27-46ab-9c7c-1c8b513bed32" providerId="ADAL" clId="{019069D3-78D5-4AA1-9A8A-174352A62F5B}" dt="2021-11-18T21:56:59.221" v="1470" actId="313"/>
        <pc:sldMkLst>
          <pc:docMk/>
          <pc:sldMk cId="3049616394" sldId="310"/>
        </pc:sldMkLst>
        <pc:spChg chg="mod">
          <ac:chgData name="Danielle Martin" userId="04f63225-1d27-46ab-9c7c-1c8b513bed32" providerId="ADAL" clId="{019069D3-78D5-4AA1-9A8A-174352A62F5B}" dt="2021-11-18T21:45:34.668" v="888" actId="20577"/>
          <ac:spMkLst>
            <pc:docMk/>
            <pc:sldMk cId="3049616394" sldId="310"/>
            <ac:spMk id="2" creationId="{00000000-0000-0000-0000-000000000000}"/>
          </ac:spMkLst>
        </pc:spChg>
        <pc:spChg chg="mod">
          <ac:chgData name="Danielle Martin" userId="04f63225-1d27-46ab-9c7c-1c8b513bed32" providerId="ADAL" clId="{019069D3-78D5-4AA1-9A8A-174352A62F5B}" dt="2021-11-18T21:56:59.221" v="1470" actId="313"/>
          <ac:spMkLst>
            <pc:docMk/>
            <pc:sldMk cId="3049616394" sldId="310"/>
            <ac:spMk id="3" creationId="{00000000-0000-0000-0000-000000000000}"/>
          </ac:spMkLst>
        </pc:spChg>
      </pc:sldChg>
      <pc:sldChg chg="modSp mod">
        <pc:chgData name="Danielle Martin" userId="04f63225-1d27-46ab-9c7c-1c8b513bed32" providerId="ADAL" clId="{019069D3-78D5-4AA1-9A8A-174352A62F5B}" dt="2021-11-24T22:45:29.701" v="1488" actId="20577"/>
        <pc:sldMkLst>
          <pc:docMk/>
          <pc:sldMk cId="3371064392" sldId="341"/>
        </pc:sldMkLst>
        <pc:spChg chg="mod">
          <ac:chgData name="Danielle Martin" userId="04f63225-1d27-46ab-9c7c-1c8b513bed32" providerId="ADAL" clId="{019069D3-78D5-4AA1-9A8A-174352A62F5B}" dt="2021-11-24T22:45:29.701" v="1488" actId="20577"/>
          <ac:spMkLst>
            <pc:docMk/>
            <pc:sldMk cId="3371064392" sldId="341"/>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7A4E6E-29E7-184B-A326-CC2DCCCA3E86}" type="datetimeFigureOut">
              <a:rPr lang="en-US" smtClean="0"/>
              <a:t>8/31/2023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330909D-415D-4A4A-8A76-A2874E32097F}" type="slidenum">
              <a:rPr lang="en-US" smtClean="0"/>
              <a:t>‹#›</a:t>
            </a:fld>
            <a:endParaRPr lang="en-US" dirty="0"/>
          </a:p>
        </p:txBody>
      </p:sp>
    </p:spTree>
    <p:extLst>
      <p:ext uri="{BB962C8B-B14F-4D97-AF65-F5344CB8AC3E}">
        <p14:creationId xmlns:p14="http://schemas.microsoft.com/office/powerpoint/2010/main" val="15553013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936A7F-32CE-4148-9637-F356B0271D12}" type="datetimeFigureOut">
              <a:rPr lang="en-US" smtClean="0"/>
              <a:t>8/31/2023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40F363-85DC-8841-8385-107C07463BE2}" type="slidenum">
              <a:rPr lang="en-US" smtClean="0"/>
              <a:t>‹#›</a:t>
            </a:fld>
            <a:endParaRPr lang="en-US" dirty="0"/>
          </a:p>
        </p:txBody>
      </p:sp>
    </p:spTree>
    <p:extLst>
      <p:ext uri="{BB962C8B-B14F-4D97-AF65-F5344CB8AC3E}">
        <p14:creationId xmlns:p14="http://schemas.microsoft.com/office/powerpoint/2010/main" val="268255182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40F363-85DC-8841-8385-107C07463BE2}" type="slidenum">
              <a:rPr lang="en-US" smtClean="0"/>
              <a:t>1</a:t>
            </a:fld>
            <a:endParaRPr lang="en-US" dirty="0"/>
          </a:p>
        </p:txBody>
      </p:sp>
    </p:spTree>
    <p:extLst>
      <p:ext uri="{BB962C8B-B14F-4D97-AF65-F5344CB8AC3E}">
        <p14:creationId xmlns:p14="http://schemas.microsoft.com/office/powerpoint/2010/main" val="19230555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dirty="0"/>
              <a:t>Click to edit Master subtitle style</a:t>
            </a:r>
            <a:endParaRPr lang="en-US" dirty="0"/>
          </a:p>
        </p:txBody>
      </p:sp>
      <p:pic>
        <p:nvPicPr>
          <p:cNvPr id="7" name="Picture 6" descr="Textile-Block"/>
          <p:cNvPicPr>
            <a:picLocks noChangeAspect="1"/>
          </p:cNvPicPr>
          <p:nvPr userDrawn="1"/>
        </p:nvPicPr>
        <p:blipFill rotWithShape="1">
          <a:blip r:embed="rId2">
            <a:extLst>
              <a:ext uri="{28A0092B-C50C-407E-A947-70E740481C1C}">
                <a14:useLocalDpi xmlns:a14="http://schemas.microsoft.com/office/drawing/2010/main" val="0"/>
              </a:ext>
            </a:extLst>
          </a:blip>
          <a:srcRect l="3087" r="2859" b="2365"/>
          <a:stretch/>
        </p:blipFill>
        <p:spPr>
          <a:xfrm>
            <a:off x="-1" y="-32869"/>
            <a:ext cx="9149995" cy="1918287"/>
          </a:xfrm>
          <a:prstGeom prst="rect">
            <a:avLst/>
          </a:prstGeom>
        </p:spPr>
      </p:pic>
      <p:pic>
        <p:nvPicPr>
          <p:cNvPr id="8" name="Picture 7" descr="Partners-Logo_White_transparen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39242" y="572356"/>
            <a:ext cx="3613915" cy="661347"/>
          </a:xfrm>
          <a:prstGeom prst="rect">
            <a:avLst/>
          </a:prstGeom>
        </p:spPr>
      </p:pic>
    </p:spTree>
    <p:extLst>
      <p:ext uri="{BB962C8B-B14F-4D97-AF65-F5344CB8AC3E}">
        <p14:creationId xmlns:p14="http://schemas.microsoft.com/office/powerpoint/2010/main" val="2232581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idx="1"/>
          </p:nvPr>
        </p:nvSpPr>
        <p:spPr/>
        <p:txBody>
          <a:bodyPr>
            <a:normAutofit/>
          </a:bodyPr>
          <a:lstStyle>
            <a:lvl1pPr>
              <a:defRPr sz="1800"/>
            </a:lvl1pPr>
            <a:lvl2pPr>
              <a:defRPr sz="1800"/>
            </a:lvl2pPr>
            <a:lvl3pPr>
              <a:defRPr sz="1800"/>
            </a:lvl3pPr>
            <a:lvl4pPr>
              <a:defRPr sz="1800"/>
            </a:lvl4pPr>
            <a:lvl5pPr>
              <a:defRPr sz="1800"/>
            </a:lvl5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Tree>
    <p:extLst>
      <p:ext uri="{BB962C8B-B14F-4D97-AF65-F5344CB8AC3E}">
        <p14:creationId xmlns:p14="http://schemas.microsoft.com/office/powerpoint/2010/main" val="1842391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srcRect l="-216" t="10376" b="37974"/>
          <a:stretch/>
        </p:blipFill>
        <p:spPr>
          <a:xfrm>
            <a:off x="-13654" y="1996973"/>
            <a:ext cx="9157654" cy="2005725"/>
          </a:xfrm>
          <a:prstGeom prst="rect">
            <a:avLst/>
          </a:prstGeom>
        </p:spPr>
      </p:pic>
      <p:sp>
        <p:nvSpPr>
          <p:cNvPr id="2" name="Title 1"/>
          <p:cNvSpPr>
            <a:spLocks noGrp="1"/>
          </p:cNvSpPr>
          <p:nvPr>
            <p:ph type="title"/>
          </p:nvPr>
        </p:nvSpPr>
        <p:spPr>
          <a:xfrm>
            <a:off x="0" y="2322356"/>
            <a:ext cx="9144000" cy="1362075"/>
          </a:xfrm>
        </p:spPr>
        <p:txBody>
          <a:bodyPr anchor="t"/>
          <a:lstStyle>
            <a:lvl1pPr algn="ctr">
              <a:defRPr sz="4000" b="1" cap="all"/>
            </a:lvl1pPr>
          </a:lstStyle>
          <a:p>
            <a:r>
              <a:rPr lang="x-none" dirty="0"/>
              <a:t>Click to edit Master title style</a:t>
            </a:r>
            <a:endParaRPr lang="en-US" dirty="0"/>
          </a:p>
        </p:txBody>
      </p:sp>
    </p:spTree>
    <p:extLst>
      <p:ext uri="{BB962C8B-B14F-4D97-AF65-F5344CB8AC3E}">
        <p14:creationId xmlns:p14="http://schemas.microsoft.com/office/powerpoint/2010/main" val="2761061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8/31/2023</a:t>
            </a:fld>
            <a:endParaRPr lang="en-US" dirty="0"/>
          </a:p>
        </p:txBody>
      </p:sp>
      <p:sp>
        <p:nvSpPr>
          <p:cNvPr id="6" name="Footer Placeholder 5"/>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1256504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x-none"/>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8/31/2023</a:t>
            </a:fld>
            <a:endParaRPr lang="en-US" dirty="0"/>
          </a:p>
        </p:txBody>
      </p:sp>
      <p:sp>
        <p:nvSpPr>
          <p:cNvPr id="8" name="Footer Placeholder 7"/>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3335929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8/31/2023</a:t>
            </a:fld>
            <a:endParaRPr lang="en-US" dirty="0"/>
          </a:p>
        </p:txBody>
      </p:sp>
      <p:sp>
        <p:nvSpPr>
          <p:cNvPr id="4" name="Footer Placeholder 3"/>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4069633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8/31/2023</a:t>
            </a:fld>
            <a:endParaRPr lang="en-US" dirty="0"/>
          </a:p>
        </p:txBody>
      </p:sp>
      <p:sp>
        <p:nvSpPr>
          <p:cNvPr id="3" name="Footer Placeholder 2"/>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622450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x-none"/>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8/31/2023</a:t>
            </a:fld>
            <a:endParaRPr lang="en-US" dirty="0"/>
          </a:p>
        </p:txBody>
      </p:sp>
      <p:sp>
        <p:nvSpPr>
          <p:cNvPr id="6" name="Footer Placeholder 5"/>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1695982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x-none"/>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a:t>Drag picture to placeholder or click icon to add</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8/31/2023</a:t>
            </a:fld>
            <a:endParaRPr lang="en-US" dirty="0"/>
          </a:p>
        </p:txBody>
      </p:sp>
      <p:sp>
        <p:nvSpPr>
          <p:cNvPr id="6" name="Footer Placeholder 5"/>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2608097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8/31/2023</a:t>
            </a:fld>
            <a:endParaRPr lang="en-US" dirty="0"/>
          </a:p>
        </p:txBody>
      </p:sp>
      <p:sp>
        <p:nvSpPr>
          <p:cNvPr id="5" name="Footer Placeholder 4"/>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3987286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x-none"/>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8/31/2023</a:t>
            </a:fld>
            <a:endParaRPr lang="en-US" dirty="0"/>
          </a:p>
        </p:txBody>
      </p:sp>
      <p:sp>
        <p:nvSpPr>
          <p:cNvPr id="5" name="Footer Placeholder 4"/>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61586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Textile-Block"/>
          <p:cNvPicPr>
            <a:picLocks noChangeAspect="1"/>
          </p:cNvPicPr>
          <p:nvPr/>
        </p:nvPicPr>
        <p:blipFill rotWithShape="1">
          <a:blip r:embed="rId13">
            <a:extLst>
              <a:ext uri="{28A0092B-C50C-407E-A947-70E740481C1C}">
                <a14:useLocalDpi xmlns:a14="http://schemas.microsoft.com/office/drawing/2010/main" val="0"/>
              </a:ext>
            </a:extLst>
          </a:blip>
          <a:srcRect l="3087" t="1" r="2859" b="42638"/>
          <a:stretch/>
        </p:blipFill>
        <p:spPr>
          <a:xfrm>
            <a:off x="0" y="5731732"/>
            <a:ext cx="9144000" cy="1126267"/>
          </a:xfrm>
          <a:prstGeom prst="rect">
            <a:avLst/>
          </a:prstGeom>
        </p:spPr>
      </p:pic>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x-none" dirty="0"/>
              <a:t>Title (Memphis Medium)</a:t>
            </a:r>
            <a:endParaRPr lang="en-US" dirty="0"/>
          </a:p>
        </p:txBody>
      </p:sp>
      <p:sp>
        <p:nvSpPr>
          <p:cNvPr id="3" name="Text Placeholder 2"/>
          <p:cNvSpPr>
            <a:spLocks noGrp="1"/>
          </p:cNvSpPr>
          <p:nvPr>
            <p:ph type="body" idx="1"/>
          </p:nvPr>
        </p:nvSpPr>
        <p:spPr>
          <a:xfrm>
            <a:off x="457200" y="1600200"/>
            <a:ext cx="8229600" cy="4040352"/>
          </a:xfrm>
          <a:prstGeom prst="rect">
            <a:avLst/>
          </a:prstGeom>
        </p:spPr>
        <p:txBody>
          <a:bodyPr vert="horz" lIns="91440" tIns="45720" rIns="91440" bIns="45720" rtlCol="0">
            <a:normAutofit/>
          </a:bodyPr>
          <a:lstStyle/>
          <a:p>
            <a:pPr lvl="0"/>
            <a:r>
              <a:rPr lang="x-none" dirty="0"/>
              <a:t>Content (TradeGothic)</a:t>
            </a:r>
          </a:p>
          <a:p>
            <a:pPr lvl="0"/>
            <a:endParaRPr lang="x-none" dirty="0"/>
          </a:p>
          <a:p>
            <a:pPr lvl="0"/>
            <a:r>
              <a:rPr lang="x-none" dirty="0"/>
              <a:t>Content</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pic>
        <p:nvPicPr>
          <p:cNvPr id="9" name="Picture 8" descr="Partners-Logo_White_transparent.png"/>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57200" y="6279131"/>
            <a:ext cx="2803280" cy="513001"/>
          </a:xfrm>
          <a:prstGeom prst="rect">
            <a:avLst/>
          </a:prstGeom>
        </p:spPr>
      </p:pic>
      <p:grpSp>
        <p:nvGrpSpPr>
          <p:cNvPr id="18" name="Group 17"/>
          <p:cNvGrpSpPr/>
          <p:nvPr/>
        </p:nvGrpSpPr>
        <p:grpSpPr>
          <a:xfrm>
            <a:off x="3981326" y="6415008"/>
            <a:ext cx="5265763" cy="314795"/>
            <a:chOff x="3981326" y="6415008"/>
            <a:chExt cx="5265763" cy="314795"/>
          </a:xfrm>
        </p:grpSpPr>
        <p:grpSp>
          <p:nvGrpSpPr>
            <p:cNvPr id="14" name="Group 13"/>
            <p:cNvGrpSpPr/>
            <p:nvPr userDrawn="1"/>
          </p:nvGrpSpPr>
          <p:grpSpPr>
            <a:xfrm>
              <a:off x="3981326" y="6422800"/>
              <a:ext cx="5265763" cy="276999"/>
              <a:chOff x="3981326" y="6422800"/>
              <a:chExt cx="5265763" cy="276999"/>
            </a:xfrm>
          </p:grpSpPr>
          <p:sp>
            <p:nvSpPr>
              <p:cNvPr id="15" name="Rectangle 14"/>
              <p:cNvSpPr/>
              <p:nvPr/>
            </p:nvSpPr>
            <p:spPr>
              <a:xfrm>
                <a:off x="3981326" y="6422800"/>
                <a:ext cx="5265763" cy="276999"/>
              </a:xfrm>
              <a:prstGeom prst="rect">
                <a:avLst/>
              </a:prstGeom>
            </p:spPr>
            <p:txBody>
              <a:bodyPr wrap="square">
                <a:spAutoFit/>
              </a:bodyPr>
              <a:lstStyle/>
              <a:p>
                <a:r>
                  <a:rPr lang="en-US" sz="1200" dirty="0">
                    <a:solidFill>
                      <a:schemeClr val="bg1"/>
                    </a:solidFill>
                    <a:latin typeface="Trade Gothic"/>
                    <a:cs typeface="Trade Gothic"/>
                  </a:rPr>
                  <a:t>www.partners.net   |       @PartnersAmerica   |     \PartnersAmericas</a:t>
                </a:r>
              </a:p>
            </p:txBody>
          </p:sp>
          <p:pic>
            <p:nvPicPr>
              <p:cNvPr id="16" name="Picture 15" descr="facebook-icon -white-transparent-background.png"/>
              <p:cNvPicPr>
                <a:picLocks noChangeAspect="1"/>
              </p:cNvPicPr>
              <p:nvPr/>
            </p:nvPicPr>
            <p:blipFill>
              <a:blip r:embed="rId15">
                <a:alphaModFix/>
                <a:extLst>
                  <a:ext uri="{28A0092B-C50C-407E-A947-70E740481C1C}">
                    <a14:useLocalDpi xmlns:a14="http://schemas.microsoft.com/office/drawing/2010/main" val="0"/>
                  </a:ext>
                </a:extLst>
              </a:blip>
              <a:stretch>
                <a:fillRect/>
              </a:stretch>
            </p:blipFill>
            <p:spPr>
              <a:xfrm>
                <a:off x="7107739" y="6446173"/>
                <a:ext cx="221009" cy="221009"/>
              </a:xfrm>
              <a:prstGeom prst="rect">
                <a:avLst/>
              </a:prstGeom>
            </p:spPr>
          </p:pic>
        </p:grpSp>
        <p:pic>
          <p:nvPicPr>
            <p:cNvPr id="17" name="Picture 16" descr="twitter-bird-white-transparent-background.png"/>
            <p:cNvPicPr>
              <a:picLocks noChangeAspect="1"/>
            </p:cNvPicPr>
            <p:nvPr userDrawn="1"/>
          </p:nvPicPr>
          <p:blipFill>
            <a:blip r:embed="rId16">
              <a:alphaModFix/>
              <a:extLst>
                <a:ext uri="{28A0092B-C50C-407E-A947-70E740481C1C}">
                  <a14:useLocalDpi xmlns:a14="http://schemas.microsoft.com/office/drawing/2010/main" val="0"/>
                </a:ext>
              </a:extLst>
            </a:blip>
            <a:stretch>
              <a:fillRect/>
            </a:stretch>
          </p:blipFill>
          <p:spPr>
            <a:xfrm>
              <a:off x="5446678" y="6415008"/>
              <a:ext cx="314795" cy="314795"/>
            </a:xfrm>
            <a:prstGeom prst="rect">
              <a:avLst/>
            </a:prstGeom>
          </p:spPr>
        </p:pic>
      </p:grpSp>
    </p:spTree>
    <p:extLst>
      <p:ext uri="{BB962C8B-B14F-4D97-AF65-F5344CB8AC3E}">
        <p14:creationId xmlns:p14="http://schemas.microsoft.com/office/powerpoint/2010/main" val="218923835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b="1" kern="1200">
          <a:solidFill>
            <a:srgbClr val="F82136"/>
          </a:solidFill>
          <a:latin typeface="Memphis Medium"/>
          <a:ea typeface="+mj-ea"/>
          <a:cs typeface="Memphis Medium"/>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Trade Gothic"/>
          <a:ea typeface="+mn-ea"/>
          <a:cs typeface="Trade Gothic"/>
        </a:defRPr>
      </a:lvl1pPr>
      <a:lvl2pPr marL="742950" indent="-285750" algn="l" defTabSz="457200" rtl="0" eaLnBrk="1" latinLnBrk="0" hangingPunct="1">
        <a:spcBef>
          <a:spcPct val="20000"/>
        </a:spcBef>
        <a:buFont typeface="Arial"/>
        <a:buChar char="•"/>
        <a:defRPr sz="1800" kern="1200">
          <a:solidFill>
            <a:schemeClr val="tx1"/>
          </a:solidFill>
          <a:latin typeface="Trade Gothic"/>
          <a:ea typeface="+mn-ea"/>
          <a:cs typeface="Trade Gothic"/>
        </a:defRPr>
      </a:lvl2pPr>
      <a:lvl3pPr marL="1143000" indent="-228600" algn="l" defTabSz="457200" rtl="0" eaLnBrk="1" latinLnBrk="0" hangingPunct="1">
        <a:spcBef>
          <a:spcPct val="20000"/>
        </a:spcBef>
        <a:buFont typeface="Courier New"/>
        <a:buChar char="o"/>
        <a:defRPr sz="1800" kern="1200">
          <a:solidFill>
            <a:schemeClr val="tx1"/>
          </a:solidFill>
          <a:latin typeface="Trade Gothic"/>
          <a:ea typeface="+mn-ea"/>
          <a:cs typeface="Trade Gothic"/>
        </a:defRPr>
      </a:lvl3pPr>
      <a:lvl4pPr marL="1600200" indent="-228600" algn="l" defTabSz="457200" rtl="0" eaLnBrk="1" latinLnBrk="0" hangingPunct="1">
        <a:spcBef>
          <a:spcPct val="20000"/>
        </a:spcBef>
        <a:buFont typeface="Arial"/>
        <a:buChar char="–"/>
        <a:defRPr sz="1800" kern="1200">
          <a:solidFill>
            <a:schemeClr val="tx1"/>
          </a:solidFill>
          <a:latin typeface="Trade Gothic"/>
          <a:ea typeface="+mn-ea"/>
          <a:cs typeface="Trade Gothic"/>
        </a:defRPr>
      </a:lvl4pPr>
      <a:lvl5pPr marL="2057400" indent="-228600" algn="l" defTabSz="457200" rtl="0" eaLnBrk="1" latinLnBrk="0" hangingPunct="1">
        <a:spcBef>
          <a:spcPct val="20000"/>
        </a:spcBef>
        <a:buFont typeface="Arial"/>
        <a:buChar char="»"/>
        <a:defRPr sz="1800" kern="1200">
          <a:solidFill>
            <a:schemeClr val="tx1"/>
          </a:solidFill>
          <a:latin typeface="Trade Gothic"/>
          <a:ea typeface="+mn-ea"/>
          <a:cs typeface="Trade Gothic"/>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partnersnet107.sharepoint.com/:b:/s/FA/ESp_7KC8xphDnljM8TXK--IBszAvOmX5clvlE7kFsHeK8Q?e=oFCT35" TargetMode="External"/><Relationship Id="rId2" Type="http://schemas.openxmlformats.org/officeDocument/2006/relationships/hyperlink" Target="https://partnersnet107.sharepoint.com/:b:/s/FA/ESAdVSBXAIJCij_vZg9W9xUBnCaVzczueptn3ee8L8_2aw?e=RKVbGj"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scsanctions.un.org/search/" TargetMode="External"/><Relationship Id="rId2" Type="http://schemas.openxmlformats.org/officeDocument/2006/relationships/hyperlink" Target="http://www.sam.gov/" TargetMode="External"/><Relationship Id="rId1" Type="http://schemas.openxmlformats.org/officeDocument/2006/relationships/slideLayout" Target="../slideLayouts/slideLayout2.xml"/><Relationship Id="rId4" Type="http://schemas.openxmlformats.org/officeDocument/2006/relationships/hyperlink" Target="https://sanctionssearch.ofac.treas.gov/" TargetMode="External"/></Relationships>
</file>

<file path=ppt/slides/_rels/slide13.xml.rels><?xml version="1.0" encoding="UTF-8" standalone="yes"?>
<Relationships xmlns="http://schemas.openxmlformats.org/package/2006/relationships"><Relationship Id="rId2" Type="http://schemas.openxmlformats.org/officeDocument/2006/relationships/hyperlink" Target="https://www.visualcompliance.co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partnersnet107.sharepoint.com/:b:/s/FA/Eb53bfz86EBWqHvHY80X14UB0slhGJwHHCbP3RMqKZIJPg?e=Vsvzpb"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partnersnet107.sharepoint.com/:x:/s/FA/EZA-NOASLwhPl7na84KacOcBfI0S3ieNb6IJdpwD6yHL4g?e=8ibkZ0"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oanda.com/fx-for-business/historical-rate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Colombia Supplemental Manual Training	</a:t>
            </a:r>
          </a:p>
        </p:txBody>
      </p:sp>
      <p:sp>
        <p:nvSpPr>
          <p:cNvPr id="3" name="Subtitle 2"/>
          <p:cNvSpPr>
            <a:spLocks noGrp="1"/>
          </p:cNvSpPr>
          <p:nvPr>
            <p:ph type="subTitle" idx="1"/>
          </p:nvPr>
        </p:nvSpPr>
        <p:spPr/>
        <p:txBody>
          <a:bodyPr>
            <a:normAutofit/>
          </a:bodyPr>
          <a:lstStyle/>
          <a:p>
            <a:r>
              <a:rPr lang="en-US" sz="2400" dirty="0"/>
              <a:t>Presented by: Danielle Martin</a:t>
            </a:r>
          </a:p>
        </p:txBody>
      </p:sp>
    </p:spTree>
    <p:extLst>
      <p:ext uri="{BB962C8B-B14F-4D97-AF65-F5344CB8AC3E}">
        <p14:creationId xmlns:p14="http://schemas.microsoft.com/office/powerpoint/2010/main" val="2462752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Policies for the Field Offices</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2400" dirty="0">
                <a:hlinkClick r:id="rId2"/>
              </a:rPr>
              <a:t>General Field Office Manual of Operations</a:t>
            </a:r>
            <a:endParaRPr lang="en-US" sz="2400" dirty="0"/>
          </a:p>
          <a:p>
            <a:pPr>
              <a:buFont typeface="Arial" panose="020B0604020202020204" pitchFamily="34" charset="0"/>
              <a:buChar char="•"/>
            </a:pPr>
            <a:endParaRPr lang="en-US" sz="2400" dirty="0"/>
          </a:p>
          <a:p>
            <a:pPr>
              <a:buFont typeface="Arial" panose="020B0604020202020204" pitchFamily="34" charset="0"/>
              <a:buChar char="•"/>
            </a:pPr>
            <a:r>
              <a:rPr lang="en-US" sz="2400" dirty="0">
                <a:hlinkClick r:id="rId3"/>
              </a:rPr>
              <a:t>Colombia Supplemental Field Office Manual for Personnel and Operations</a:t>
            </a:r>
            <a:endParaRPr lang="en-US" sz="2400"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404907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Supplemental Manual Overview </a:t>
            </a:r>
          </a:p>
        </p:txBody>
      </p:sp>
      <p:sp>
        <p:nvSpPr>
          <p:cNvPr id="3" name="Content Placeholder 2"/>
          <p:cNvSpPr>
            <a:spLocks noGrp="1"/>
          </p:cNvSpPr>
          <p:nvPr>
            <p:ph idx="1"/>
          </p:nvPr>
        </p:nvSpPr>
        <p:spPr>
          <a:xfrm>
            <a:off x="457200" y="1417638"/>
            <a:ext cx="8229600" cy="4428067"/>
          </a:xfrm>
        </p:spPr>
        <p:txBody>
          <a:bodyPr>
            <a:normAutofit fontScale="85000" lnSpcReduction="20000"/>
          </a:bodyPr>
          <a:lstStyle/>
          <a:p>
            <a:pPr marL="457200" indent="-457200">
              <a:buFont typeface="+mj-lt"/>
              <a:buAutoNum type="arabicPeriod"/>
            </a:pPr>
            <a:r>
              <a:rPr lang="en-US" sz="2400" dirty="0"/>
              <a:t>Introduction and manual control</a:t>
            </a:r>
          </a:p>
          <a:p>
            <a:pPr marL="457200" indent="-457200">
              <a:buFont typeface="+mj-lt"/>
              <a:buAutoNum type="arabicPeriod"/>
            </a:pPr>
            <a:r>
              <a:rPr lang="en-US" sz="2400" dirty="0"/>
              <a:t>Internal controls</a:t>
            </a:r>
          </a:p>
          <a:p>
            <a:pPr marL="457200" indent="-457200">
              <a:buFont typeface="+mj-lt"/>
              <a:buAutoNum type="arabicPeriod"/>
            </a:pPr>
            <a:r>
              <a:rPr lang="en-US" sz="2400" dirty="0"/>
              <a:t>Monthly reconciliation of accounts</a:t>
            </a:r>
          </a:p>
          <a:p>
            <a:pPr marL="457200" indent="-457200">
              <a:buFont typeface="+mj-lt"/>
              <a:buAutoNum type="arabicPeriod"/>
            </a:pPr>
            <a:r>
              <a:rPr lang="en-US" sz="2400" dirty="0"/>
              <a:t>Financial records, audits, &amp; record retention</a:t>
            </a:r>
          </a:p>
          <a:p>
            <a:pPr marL="457200" indent="-457200">
              <a:buFont typeface="+mj-lt"/>
              <a:buAutoNum type="arabicPeriod"/>
            </a:pPr>
            <a:r>
              <a:rPr lang="en-US" sz="2400" dirty="0"/>
              <a:t>Inventory control</a:t>
            </a:r>
          </a:p>
          <a:p>
            <a:pPr marL="457200" indent="-457200">
              <a:buFont typeface="+mj-lt"/>
              <a:buAutoNum type="arabicPeriod"/>
            </a:pPr>
            <a:r>
              <a:rPr lang="en-US" sz="2400" dirty="0"/>
              <a:t>Cash management </a:t>
            </a:r>
          </a:p>
          <a:p>
            <a:pPr marL="457200" indent="-457200">
              <a:buFont typeface="+mj-lt"/>
              <a:buAutoNum type="arabicPeriod"/>
            </a:pPr>
            <a:r>
              <a:rPr lang="en-US" sz="2400" dirty="0"/>
              <a:t>Partners Colombia general policies</a:t>
            </a:r>
          </a:p>
          <a:p>
            <a:pPr marL="457200" indent="-457200">
              <a:buFont typeface="+mj-lt"/>
              <a:buAutoNum type="arabicPeriod"/>
            </a:pPr>
            <a:r>
              <a:rPr lang="en-US" sz="2400" dirty="0"/>
              <a:t>Recruitment and labor contracts</a:t>
            </a:r>
          </a:p>
          <a:p>
            <a:pPr marL="457200" indent="-457200">
              <a:buFont typeface="+mj-lt"/>
              <a:buAutoNum type="arabicPeriod"/>
            </a:pPr>
            <a:r>
              <a:rPr lang="en-US" sz="2400" dirty="0"/>
              <a:t>Worktime, workdays and holidays</a:t>
            </a:r>
          </a:p>
          <a:p>
            <a:pPr marL="457200" indent="-457200">
              <a:buFont typeface="+mj-lt"/>
              <a:buAutoNum type="arabicPeriod"/>
            </a:pPr>
            <a:r>
              <a:rPr lang="en-US" sz="2400" dirty="0"/>
              <a:t>Wages and social benefits</a:t>
            </a:r>
          </a:p>
          <a:p>
            <a:pPr marL="457200" indent="-457200">
              <a:buFont typeface="+mj-lt"/>
              <a:buAutoNum type="arabicPeriod"/>
            </a:pPr>
            <a:r>
              <a:rPr lang="en-US" sz="2400" dirty="0"/>
              <a:t>Employee management</a:t>
            </a:r>
          </a:p>
          <a:p>
            <a:pPr marL="457200" indent="-457200">
              <a:buFont typeface="+mj-lt"/>
              <a:buAutoNum type="arabicPeriod"/>
            </a:pPr>
            <a:r>
              <a:rPr lang="en-US" sz="2400" dirty="0"/>
              <a:t>Risk assessment and contractor/subrecipient monitoring </a:t>
            </a:r>
          </a:p>
          <a:p>
            <a:pPr marL="457200" indent="-457200">
              <a:buFont typeface="+mj-lt"/>
              <a:buAutoNum type="arabicPeriod"/>
            </a:pPr>
            <a:r>
              <a:rPr lang="en-US" sz="2400" dirty="0"/>
              <a:t>Procurement </a:t>
            </a:r>
          </a:p>
          <a:p>
            <a:pPr marL="457200" indent="-457200">
              <a:buFont typeface="+mj-lt"/>
              <a:buAutoNum type="arabicPeriod"/>
            </a:pPr>
            <a:r>
              <a:rPr lang="en-US" sz="2400" dirty="0"/>
              <a:t>Colombia field office travel policies and procedures</a:t>
            </a:r>
          </a:p>
        </p:txBody>
      </p:sp>
    </p:spTree>
    <p:extLst>
      <p:ext uri="{BB962C8B-B14F-4D97-AF65-F5344CB8AC3E}">
        <p14:creationId xmlns:p14="http://schemas.microsoft.com/office/powerpoint/2010/main" val="1901663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&amp; Manual Controls</a:t>
            </a:r>
          </a:p>
        </p:txBody>
      </p:sp>
      <p:sp>
        <p:nvSpPr>
          <p:cNvPr id="3" name="Content Placeholder 2"/>
          <p:cNvSpPr>
            <a:spLocks noGrp="1"/>
          </p:cNvSpPr>
          <p:nvPr>
            <p:ph idx="1"/>
          </p:nvPr>
        </p:nvSpPr>
        <p:spPr>
          <a:xfrm>
            <a:off x="457200" y="1475619"/>
            <a:ext cx="8229600" cy="4164933"/>
          </a:xfrm>
        </p:spPr>
        <p:txBody>
          <a:bodyPr>
            <a:normAutofit fontScale="85000" lnSpcReduction="20000"/>
          </a:bodyPr>
          <a:lstStyle/>
          <a:p>
            <a:pPr>
              <a:buFont typeface="Arial" panose="020B0604020202020204" pitchFamily="34" charset="0"/>
              <a:buChar char="•"/>
            </a:pPr>
            <a:r>
              <a:rPr lang="en-US" sz="2400" dirty="0"/>
              <a:t>The CFO controls changes to the supplemental manual </a:t>
            </a:r>
          </a:p>
          <a:p>
            <a:pPr>
              <a:buFont typeface="Arial" panose="020B0604020202020204" pitchFamily="34" charset="0"/>
              <a:buChar char="•"/>
            </a:pPr>
            <a:r>
              <a:rPr lang="en-US" sz="2400" dirty="0"/>
              <a:t>Field office team is encouraged to recommended edits/comments for HQ review</a:t>
            </a:r>
          </a:p>
          <a:p>
            <a:pPr>
              <a:buFont typeface="Arial" panose="020B0604020202020204" pitchFamily="34" charset="0"/>
              <a:buChar char="•"/>
            </a:pPr>
            <a:r>
              <a:rPr lang="en-US" sz="2400" dirty="0"/>
              <a:t>Responsibility for manual enforcement:</a:t>
            </a:r>
          </a:p>
          <a:p>
            <a:pPr lvl="1">
              <a:buFont typeface="Arial" panose="020B0604020202020204" pitchFamily="34" charset="0"/>
              <a:buChar char="•"/>
            </a:pPr>
            <a:r>
              <a:rPr lang="en-US" sz="2400" dirty="0"/>
              <a:t>Project Director (PD) (Field Office (FO) Director, Chief of Party, and Deputy Chief of Party, etc.) </a:t>
            </a:r>
          </a:p>
          <a:p>
            <a:pPr lvl="2">
              <a:buFont typeface="Arial" panose="020B0604020202020204" pitchFamily="34" charset="0"/>
              <a:buChar char="•"/>
            </a:pPr>
            <a:r>
              <a:rPr lang="en-US" sz="2400" dirty="0"/>
              <a:t>Oversee project/program management and the operations of the field on a day-to-day basis</a:t>
            </a:r>
          </a:p>
          <a:p>
            <a:pPr lvl="2">
              <a:buFont typeface="Arial" panose="020B0604020202020204" pitchFamily="34" charset="0"/>
              <a:buChar char="•"/>
            </a:pPr>
            <a:r>
              <a:rPr lang="en-US" sz="2400" dirty="0"/>
              <a:t>Approval all the finance operations including payment authorizations and internal controls</a:t>
            </a:r>
          </a:p>
          <a:p>
            <a:pPr lvl="1">
              <a:buFont typeface="Arial" panose="020B0604020202020204" pitchFamily="34" charset="0"/>
              <a:buChar char="•"/>
            </a:pPr>
            <a:r>
              <a:rPr lang="en-US" sz="2400" dirty="0"/>
              <a:t>FO Finance Manager (Admin Manager, Admin &amp; Finance Assistant/Manager, Finance &amp; Admin Director) </a:t>
            </a:r>
          </a:p>
          <a:p>
            <a:pPr lvl="2">
              <a:buFont typeface="Arial" panose="020B0604020202020204" pitchFamily="34" charset="0"/>
              <a:buChar char="•"/>
            </a:pPr>
            <a:r>
              <a:rPr lang="en-US" sz="2400" dirty="0"/>
              <a:t>Oversee all the finance operations and internal controls </a:t>
            </a:r>
          </a:p>
          <a:p>
            <a:pPr lvl="2">
              <a:buFont typeface="Arial" panose="020B0604020202020204" pitchFamily="34" charset="0"/>
              <a:buChar char="•"/>
            </a:pPr>
            <a:r>
              <a:rPr lang="en-US" sz="2400" dirty="0"/>
              <a:t>Managing data entry, overseeing and reconciling accounts</a:t>
            </a:r>
          </a:p>
          <a:p>
            <a:pPr marL="0" indent="0">
              <a:buNone/>
            </a:pPr>
            <a:endParaRPr lang="en-US" sz="2400"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3049616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Controls</a:t>
            </a:r>
          </a:p>
        </p:txBody>
      </p:sp>
      <p:sp>
        <p:nvSpPr>
          <p:cNvPr id="3" name="Content Placeholder 2"/>
          <p:cNvSpPr>
            <a:spLocks noGrp="1"/>
          </p:cNvSpPr>
          <p:nvPr>
            <p:ph idx="1"/>
          </p:nvPr>
        </p:nvSpPr>
        <p:spPr>
          <a:xfrm>
            <a:off x="371324" y="1233714"/>
            <a:ext cx="8401352" cy="4692952"/>
          </a:xfrm>
        </p:spPr>
        <p:txBody>
          <a:bodyPr>
            <a:normAutofit fontScale="77500" lnSpcReduction="20000"/>
          </a:bodyPr>
          <a:lstStyle/>
          <a:p>
            <a:pPr>
              <a:buFont typeface="Arial" panose="020B0604020202020204" pitchFamily="34" charset="0"/>
              <a:buChar char="•"/>
            </a:pPr>
            <a:r>
              <a:rPr lang="en-US" sz="2400" dirty="0"/>
              <a:t>Approval authority:</a:t>
            </a:r>
          </a:p>
          <a:p>
            <a:pPr lvl="1">
              <a:buFont typeface="Arial" panose="020B0604020202020204" pitchFamily="34" charset="0"/>
              <a:buChar char="•"/>
            </a:pPr>
            <a:r>
              <a:rPr lang="en-US" sz="2400" dirty="0"/>
              <a:t>POA HQ approves all timesheets and payments for the Chief of Party (COP)/Project Director (PD)</a:t>
            </a:r>
          </a:p>
          <a:p>
            <a:pPr lvl="1">
              <a:buFont typeface="Arial" panose="020B0604020202020204" pitchFamily="34" charset="0"/>
              <a:buChar char="•"/>
            </a:pPr>
            <a:endParaRPr lang="en-US" sz="2400" dirty="0"/>
          </a:p>
          <a:p>
            <a:pPr lvl="1">
              <a:buFont typeface="Arial" panose="020B0604020202020204" pitchFamily="34" charset="0"/>
              <a:buChar char="•"/>
            </a:pPr>
            <a:r>
              <a:rPr lang="en-US" sz="2400" dirty="0"/>
              <a:t>The COP/PD is authorized to approve all procurements, contracts, and transactions valued up to USD $10,000 (or the local COP equivalent)</a:t>
            </a:r>
          </a:p>
          <a:p>
            <a:pPr lvl="2">
              <a:buFont typeface="Arial" panose="020B0604020202020204" pitchFamily="34" charset="0"/>
              <a:buChar char="•"/>
            </a:pPr>
            <a:r>
              <a:rPr lang="en-US" sz="2400" dirty="0"/>
              <a:t>Exception applies for all consultant contracts, employment contracts, and payroll for their project, in which there is no limit for the COP/PD </a:t>
            </a:r>
          </a:p>
          <a:p>
            <a:pPr lvl="2">
              <a:buFont typeface="Arial" panose="020B0604020202020204" pitchFamily="34" charset="0"/>
              <a:buChar char="•"/>
            </a:pPr>
            <a:r>
              <a:rPr lang="en-US" sz="2400" dirty="0"/>
              <a:t>Outside of the above exception, anything $10,000+ will need approval from POA HQ</a:t>
            </a:r>
          </a:p>
          <a:p>
            <a:pPr lvl="2">
              <a:buFont typeface="Arial" panose="020B0604020202020204" pitchFamily="34" charset="0"/>
              <a:buChar char="•"/>
            </a:pPr>
            <a:endParaRPr lang="en-US" sz="2400" dirty="0"/>
          </a:p>
          <a:p>
            <a:pPr lvl="1">
              <a:buFont typeface="Arial" panose="020B0604020202020204" pitchFamily="34" charset="0"/>
              <a:buChar char="•"/>
            </a:pPr>
            <a:r>
              <a:rPr lang="en-US" sz="2400" dirty="0"/>
              <a:t>Deputy Chief of Party/Deputy Project Director is authorized to approve all procurements, contracts, and transactions valued up to USD $5,000 (or the local COP equivalent)</a:t>
            </a:r>
          </a:p>
          <a:p>
            <a:pPr lvl="1">
              <a:buFont typeface="Arial" panose="020B0604020202020204" pitchFamily="34" charset="0"/>
              <a:buChar char="•"/>
            </a:pPr>
            <a:endParaRPr lang="en-US" sz="2400" dirty="0"/>
          </a:p>
          <a:p>
            <a:pPr lvl="1">
              <a:buFont typeface="Arial" panose="020B0604020202020204" pitchFamily="34" charset="0"/>
              <a:buChar char="•"/>
            </a:pPr>
            <a:r>
              <a:rPr lang="en-US" sz="2400" dirty="0"/>
              <a:t>Financial review of all transaction is done by the Finance Director/F&amp;A Director</a:t>
            </a:r>
          </a:p>
          <a:p>
            <a:pPr lvl="1">
              <a:buFont typeface="Arial" panose="020B0604020202020204" pitchFamily="34" charset="0"/>
              <a:buChar char="•"/>
            </a:pPr>
            <a:endParaRPr lang="en-US" sz="2400" dirty="0"/>
          </a:p>
        </p:txBody>
      </p:sp>
    </p:spTree>
    <p:extLst>
      <p:ext uri="{BB962C8B-B14F-4D97-AF65-F5344CB8AC3E}">
        <p14:creationId xmlns:p14="http://schemas.microsoft.com/office/powerpoint/2010/main" val="372467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&amp; Signatures</a:t>
            </a:r>
          </a:p>
        </p:txBody>
      </p:sp>
      <p:sp>
        <p:nvSpPr>
          <p:cNvPr id="3" name="Content Placeholder 2"/>
          <p:cNvSpPr>
            <a:spLocks noGrp="1"/>
          </p:cNvSpPr>
          <p:nvPr>
            <p:ph idx="1"/>
          </p:nvPr>
        </p:nvSpPr>
        <p:spPr>
          <a:xfrm>
            <a:off x="371324" y="1369181"/>
            <a:ext cx="8401352" cy="4692952"/>
          </a:xfrm>
        </p:spPr>
        <p:txBody>
          <a:bodyPr>
            <a:normAutofit/>
          </a:bodyPr>
          <a:lstStyle/>
          <a:p>
            <a:pPr>
              <a:buFont typeface="Arial" panose="020B0604020202020204" pitchFamily="34" charset="0"/>
              <a:buChar char="•"/>
            </a:pPr>
            <a:r>
              <a:rPr lang="en-US" sz="2400" dirty="0"/>
              <a:t>Authorizing signatures:</a:t>
            </a:r>
          </a:p>
          <a:p>
            <a:pPr lvl="1">
              <a:buFont typeface="Arial" panose="020B0604020202020204" pitchFamily="34" charset="0"/>
              <a:buChar char="•"/>
            </a:pPr>
            <a:r>
              <a:rPr lang="en-US" sz="2400" dirty="0"/>
              <a:t>Can be physical, imagines of signature, or electronically signed</a:t>
            </a:r>
          </a:p>
          <a:p>
            <a:pPr lvl="1">
              <a:buFont typeface="Arial" panose="020B0604020202020204" pitchFamily="34" charset="0"/>
              <a:buChar char="•"/>
            </a:pPr>
            <a:r>
              <a:rPr lang="en-US" sz="2400" dirty="0"/>
              <a:t>Cannot be typed</a:t>
            </a:r>
          </a:p>
          <a:p>
            <a:pPr>
              <a:buFont typeface="Arial" panose="020B0604020202020204" pitchFamily="34" charset="0"/>
              <a:buChar char="•"/>
            </a:pPr>
            <a:r>
              <a:rPr lang="en-US" sz="2400" dirty="0"/>
              <a:t>Upward approval is required for all transactions</a:t>
            </a:r>
          </a:p>
          <a:p>
            <a:pPr>
              <a:buFont typeface="Arial" panose="020B0604020202020204" pitchFamily="34" charset="0"/>
              <a:buChar char="•"/>
            </a:pPr>
            <a:r>
              <a:rPr lang="en-US" sz="2400" dirty="0"/>
              <a:t>Under no circumstances may an originator approve their own expenses</a:t>
            </a:r>
          </a:p>
          <a:p>
            <a:pPr>
              <a:buFont typeface="Arial" panose="020B0604020202020204" pitchFamily="34" charset="0"/>
              <a:buChar char="•"/>
            </a:pPr>
            <a:r>
              <a:rPr lang="en-US" sz="2400" dirty="0"/>
              <a:t>When the authority holder is temporary absence or away from the office, the next level of authority in that office should be sought for approvals</a:t>
            </a:r>
          </a:p>
          <a:p>
            <a:pPr>
              <a:buFont typeface="Arial" panose="020B0604020202020204" pitchFamily="34" charset="0"/>
              <a:buChar char="•"/>
            </a:pPr>
            <a:endParaRPr lang="en-US" sz="2400" dirty="0"/>
          </a:p>
        </p:txBody>
      </p:sp>
    </p:spTree>
    <p:extLst>
      <p:ext uri="{BB962C8B-B14F-4D97-AF65-F5344CB8AC3E}">
        <p14:creationId xmlns:p14="http://schemas.microsoft.com/office/powerpoint/2010/main" val="1735195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Responsibilities of Approvers</a:t>
            </a:r>
          </a:p>
        </p:txBody>
      </p:sp>
      <p:sp>
        <p:nvSpPr>
          <p:cNvPr id="3" name="Content Placeholder 2"/>
          <p:cNvSpPr>
            <a:spLocks noGrp="1"/>
          </p:cNvSpPr>
          <p:nvPr>
            <p:ph idx="1"/>
          </p:nvPr>
        </p:nvSpPr>
        <p:spPr>
          <a:xfrm>
            <a:off x="457200" y="1572380"/>
            <a:ext cx="8229600" cy="4136571"/>
          </a:xfrm>
        </p:spPr>
        <p:txBody>
          <a:bodyPr>
            <a:normAutofit/>
          </a:bodyPr>
          <a:lstStyle/>
          <a:p>
            <a:pPr marL="857250" lvl="1" indent="-457200">
              <a:buFont typeface="+mj-lt"/>
              <a:buAutoNum type="arabicPeriod"/>
            </a:pPr>
            <a:r>
              <a:rPr lang="en-US" sz="2400" dirty="0"/>
              <a:t>The expenditure is necessary, reasonable, and appropriate; </a:t>
            </a:r>
          </a:p>
          <a:p>
            <a:pPr marL="857250" lvl="1" indent="-457200">
              <a:buFont typeface="+mj-lt"/>
              <a:buAutoNum type="arabicPeriod"/>
            </a:pPr>
            <a:r>
              <a:rPr lang="en-US" sz="2400" dirty="0"/>
              <a:t>The item is not currently in stock or available; </a:t>
            </a:r>
          </a:p>
          <a:p>
            <a:pPr marL="857250" lvl="1" indent="-457200">
              <a:buFont typeface="+mj-lt"/>
              <a:buAutoNum type="arabicPeriod"/>
            </a:pPr>
            <a:r>
              <a:rPr lang="en-US" sz="2400" dirty="0"/>
              <a:t>The technical specifications are correct and adequately detailed; </a:t>
            </a:r>
          </a:p>
          <a:p>
            <a:pPr marL="857250" lvl="1" indent="-457200">
              <a:buFont typeface="+mj-lt"/>
              <a:buAutoNum type="arabicPeriod"/>
            </a:pPr>
            <a:r>
              <a:rPr lang="en-US" sz="2400" dirty="0"/>
              <a:t>The required forms are complete; </a:t>
            </a:r>
          </a:p>
          <a:p>
            <a:pPr marL="857250" lvl="1" indent="-457200">
              <a:buFont typeface="+mj-lt"/>
              <a:buAutoNum type="arabicPeriod"/>
            </a:pPr>
            <a:r>
              <a:rPr lang="en-US" sz="2400" dirty="0"/>
              <a:t>Funds are available within the budget; </a:t>
            </a:r>
          </a:p>
          <a:p>
            <a:pPr marL="857250" lvl="1" indent="-457200">
              <a:buFont typeface="+mj-lt"/>
              <a:buAutoNum type="arabicPeriod"/>
            </a:pPr>
            <a:r>
              <a:rPr lang="en-US" sz="2400" dirty="0"/>
              <a:t>The expenditure is in compliance with POA policies and procedures.</a:t>
            </a:r>
          </a:p>
          <a:p>
            <a:pPr lvl="1">
              <a:buFont typeface="Arial" panose="020B0604020202020204" pitchFamily="34" charset="0"/>
              <a:buChar char="•"/>
            </a:pPr>
            <a:endParaRPr lang="en-US" sz="2400" dirty="0"/>
          </a:p>
        </p:txBody>
      </p:sp>
    </p:spTree>
    <p:extLst>
      <p:ext uri="{BB962C8B-B14F-4D97-AF65-F5344CB8AC3E}">
        <p14:creationId xmlns:p14="http://schemas.microsoft.com/office/powerpoint/2010/main" val="783429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Responsibilities of Financial Reviewer</a:t>
            </a:r>
          </a:p>
        </p:txBody>
      </p:sp>
      <p:sp>
        <p:nvSpPr>
          <p:cNvPr id="3" name="Content Placeholder 2"/>
          <p:cNvSpPr>
            <a:spLocks noGrp="1"/>
          </p:cNvSpPr>
          <p:nvPr>
            <p:ph idx="1"/>
          </p:nvPr>
        </p:nvSpPr>
        <p:spPr>
          <a:xfrm>
            <a:off x="457200" y="1572380"/>
            <a:ext cx="8229600" cy="4136571"/>
          </a:xfrm>
        </p:spPr>
        <p:txBody>
          <a:bodyPr>
            <a:normAutofit fontScale="85000" lnSpcReduction="10000"/>
          </a:bodyPr>
          <a:lstStyle/>
          <a:p>
            <a:pPr marL="400050" lvl="1" indent="0">
              <a:buNone/>
            </a:pPr>
            <a:r>
              <a:rPr lang="en-US" sz="2400" dirty="0"/>
              <a:t>The expense:</a:t>
            </a:r>
          </a:p>
          <a:p>
            <a:pPr marL="857250" lvl="1" indent="-457200">
              <a:buFont typeface="+mj-lt"/>
              <a:buAutoNum type="arabicPeriod"/>
            </a:pPr>
            <a:r>
              <a:rPr lang="en-US" sz="2400" dirty="0"/>
              <a:t>Has been authorized by the appropriate authorizer; </a:t>
            </a:r>
          </a:p>
          <a:p>
            <a:pPr marL="857250" lvl="1" indent="-457200">
              <a:buFont typeface="+mj-lt"/>
              <a:buAutoNum type="arabicPeriod"/>
            </a:pPr>
            <a:r>
              <a:rPr lang="en-US" sz="2400" dirty="0"/>
              <a:t>Is within budget guidelines; </a:t>
            </a:r>
          </a:p>
          <a:p>
            <a:pPr marL="857250" lvl="1" indent="-457200">
              <a:buFont typeface="+mj-lt"/>
              <a:buAutoNum type="arabicPeriod"/>
            </a:pPr>
            <a:r>
              <a:rPr lang="en-US" sz="2400" dirty="0"/>
              <a:t>Complies with POA HQ and donor policies; </a:t>
            </a:r>
          </a:p>
          <a:p>
            <a:pPr marL="857250" lvl="1" indent="-457200">
              <a:buFont typeface="+mj-lt"/>
              <a:buAutoNum type="arabicPeriod"/>
            </a:pPr>
            <a:r>
              <a:rPr lang="en-US" sz="2400" dirty="0"/>
              <a:t>Has been coded correctly; </a:t>
            </a:r>
          </a:p>
          <a:p>
            <a:pPr marL="857250" lvl="1" indent="-457200">
              <a:buFont typeface="+mj-lt"/>
              <a:buAutoNum type="arabicPeriod"/>
            </a:pPr>
            <a:r>
              <a:rPr lang="en-US" sz="2400" dirty="0"/>
              <a:t>The calculations are correct; </a:t>
            </a:r>
          </a:p>
          <a:p>
            <a:pPr marL="857250" lvl="1" indent="-457200">
              <a:buFont typeface="+mj-lt"/>
              <a:buAutoNum type="arabicPeriod"/>
            </a:pPr>
            <a:r>
              <a:rPr lang="en-US" sz="2400" dirty="0"/>
              <a:t>Required supporting documentation is in order and adequately explains the transaction; and</a:t>
            </a:r>
          </a:p>
          <a:p>
            <a:pPr marL="857250" lvl="1" indent="-457200">
              <a:buFont typeface="+mj-lt"/>
              <a:buAutoNum type="arabicPeriod"/>
            </a:pPr>
            <a:r>
              <a:rPr lang="en-US" sz="2400" dirty="0"/>
              <a:t>Ensure all payments are being paid to the party which appears on the procurement records and/or other approval documentation.  </a:t>
            </a:r>
          </a:p>
          <a:p>
            <a:pPr marL="800100" lvl="2" indent="0">
              <a:buNone/>
            </a:pPr>
            <a:r>
              <a:rPr lang="en-US" sz="2400" dirty="0"/>
              <a:t>		- Payments cannot be made to 3</a:t>
            </a:r>
            <a:r>
              <a:rPr lang="en-US" sz="2400" baseline="30000" dirty="0"/>
              <a:t>rd</a:t>
            </a:r>
            <a:r>
              <a:rPr lang="en-US" sz="2400" dirty="0"/>
              <a:t> parties</a:t>
            </a:r>
          </a:p>
          <a:p>
            <a:pPr marL="857250" lvl="1" indent="-457200">
              <a:buFont typeface="+mj-lt"/>
              <a:buAutoNum type="arabicPeriod"/>
            </a:pPr>
            <a:r>
              <a:rPr lang="en-US" sz="2400" dirty="0"/>
              <a:t>Expenses are recorded at full cost and not net of taxes.</a:t>
            </a:r>
          </a:p>
        </p:txBody>
      </p:sp>
    </p:spTree>
    <p:extLst>
      <p:ext uri="{BB962C8B-B14F-4D97-AF65-F5344CB8AC3E}">
        <p14:creationId xmlns:p14="http://schemas.microsoft.com/office/powerpoint/2010/main" val="2003112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Monthly Reconciliation of Accounts</a:t>
            </a:r>
          </a:p>
        </p:txBody>
      </p:sp>
      <p:sp>
        <p:nvSpPr>
          <p:cNvPr id="3" name="Content Placeholder 2"/>
          <p:cNvSpPr>
            <a:spLocks noGrp="1"/>
          </p:cNvSpPr>
          <p:nvPr>
            <p:ph idx="1"/>
          </p:nvPr>
        </p:nvSpPr>
        <p:spPr>
          <a:xfrm>
            <a:off x="457200" y="1369181"/>
            <a:ext cx="8315476" cy="4692952"/>
          </a:xfrm>
        </p:spPr>
        <p:txBody>
          <a:bodyPr>
            <a:normAutofit/>
          </a:bodyPr>
          <a:lstStyle/>
          <a:p>
            <a:pPr>
              <a:buFont typeface="Arial" panose="020B0604020202020204" pitchFamily="34" charset="0"/>
              <a:buChar char="•"/>
            </a:pPr>
            <a:r>
              <a:rPr lang="en-US" sz="2400" dirty="0"/>
              <a:t>All assets and liabilities accounts (i.e., cash, accounts receivable, accounts payable and other balance sheet accounts) must be properly reconciled on a monthly basis. </a:t>
            </a:r>
          </a:p>
          <a:p>
            <a:pPr lvl="1">
              <a:buFont typeface="Arial" panose="020B0604020202020204" pitchFamily="34" charset="0"/>
              <a:buChar char="•"/>
            </a:pPr>
            <a:r>
              <a:rPr lang="en-US" sz="2400" dirty="0"/>
              <a:t>Sent to HQ monthly</a:t>
            </a:r>
          </a:p>
          <a:p>
            <a:pPr>
              <a:buFont typeface="Arial" panose="020B0604020202020204" pitchFamily="34" charset="0"/>
              <a:buChar char="•"/>
            </a:pPr>
            <a:endParaRPr lang="en-US" sz="2400" dirty="0"/>
          </a:p>
        </p:txBody>
      </p:sp>
    </p:spTree>
    <p:extLst>
      <p:ext uri="{BB962C8B-B14F-4D97-AF65-F5344CB8AC3E}">
        <p14:creationId xmlns:p14="http://schemas.microsoft.com/office/powerpoint/2010/main" val="948241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Monthly Financial Reporting Package​</a:t>
            </a:r>
          </a:p>
        </p:txBody>
      </p:sp>
      <p:sp>
        <p:nvSpPr>
          <p:cNvPr id="3" name="Content Placeholder 2"/>
          <p:cNvSpPr>
            <a:spLocks noGrp="1"/>
          </p:cNvSpPr>
          <p:nvPr>
            <p:ph idx="1"/>
          </p:nvPr>
        </p:nvSpPr>
        <p:spPr>
          <a:xfrm>
            <a:off x="457200" y="1417638"/>
            <a:ext cx="8401352" cy="4402666"/>
          </a:xfrm>
        </p:spPr>
        <p:txBody>
          <a:bodyPr numCol="1">
            <a:normAutofit fontScale="92500" lnSpcReduction="20000"/>
          </a:bodyPr>
          <a:lstStyle/>
          <a:p>
            <a:pPr marL="457200" indent="-457200">
              <a:buFont typeface="+mj-lt"/>
              <a:buAutoNum type="arabicPeriod"/>
            </a:pPr>
            <a:r>
              <a:rPr lang="en-US" sz="2400" dirty="0"/>
              <a:t>Certification of Expenses​</a:t>
            </a:r>
          </a:p>
          <a:p>
            <a:pPr marL="457200" indent="-457200">
              <a:buFont typeface="+mj-lt"/>
              <a:buAutoNum type="arabicPeriod"/>
            </a:pPr>
            <a:r>
              <a:rPr lang="en-US" sz="2400" dirty="0"/>
              <a:t>Bank Statement &amp; Bank Reconciliation​</a:t>
            </a:r>
          </a:p>
          <a:p>
            <a:pPr marL="457200" indent="-457200">
              <a:buFont typeface="+mj-lt"/>
              <a:buAutoNum type="arabicPeriod"/>
            </a:pPr>
            <a:r>
              <a:rPr lang="en-US" sz="2400" dirty="0"/>
              <a:t>Detailed Excel expense report​</a:t>
            </a:r>
          </a:p>
          <a:p>
            <a:pPr marL="457200" indent="-457200">
              <a:buFont typeface="+mj-lt"/>
              <a:buAutoNum type="arabicPeriod"/>
            </a:pPr>
            <a:r>
              <a:rPr lang="en-US" sz="2400" dirty="0"/>
              <a:t>Expense supporting documentation​</a:t>
            </a:r>
          </a:p>
          <a:p>
            <a:pPr marL="857250" lvl="1" indent="-457200">
              <a:buFont typeface="+mj-lt"/>
              <a:buAutoNum type="arabicPeriod"/>
            </a:pPr>
            <a:r>
              <a:rPr lang="en-US" sz="2400" dirty="0"/>
              <a:t>Proof of exchange rate​</a:t>
            </a:r>
          </a:p>
          <a:p>
            <a:pPr marL="857250" lvl="1" indent="-457200">
              <a:buFont typeface="+mj-lt"/>
              <a:buAutoNum type="arabicPeriod"/>
            </a:pPr>
            <a:r>
              <a:rPr lang="en-US" sz="2400" dirty="0"/>
              <a:t>Copies of receipts/invoices​</a:t>
            </a:r>
          </a:p>
          <a:p>
            <a:pPr marL="857250" lvl="1" indent="-457200">
              <a:buFont typeface="+mj-lt"/>
              <a:buAutoNum type="arabicPeriod"/>
            </a:pPr>
            <a:r>
              <a:rPr lang="en-US" sz="2400" dirty="0"/>
              <a:t>Fully executed expense reports in Replicon​</a:t>
            </a:r>
          </a:p>
          <a:p>
            <a:pPr marL="857250" lvl="1" indent="-457200">
              <a:buFont typeface="+mj-lt"/>
              <a:buAutoNum type="arabicPeriod"/>
            </a:pPr>
            <a:r>
              <a:rPr lang="en-US" sz="2400" dirty="0"/>
              <a:t>Visual compliance checks​</a:t>
            </a:r>
          </a:p>
          <a:p>
            <a:pPr marL="857250" lvl="1" indent="-457200">
              <a:buFont typeface="+mj-lt"/>
              <a:buAutoNum type="arabicPeriod"/>
            </a:pPr>
            <a:r>
              <a:rPr lang="en-US" sz="2400" dirty="0"/>
              <a:t>Payroll (Excel &amp; PDF with signatures)​</a:t>
            </a:r>
          </a:p>
          <a:p>
            <a:pPr marL="857250" lvl="1" indent="-457200">
              <a:buFont typeface="+mj-lt"/>
              <a:buAutoNum type="arabicPeriod"/>
            </a:pPr>
            <a:r>
              <a:rPr lang="en-US" sz="2400" dirty="0"/>
              <a:t>Contracts for new employees​</a:t>
            </a:r>
          </a:p>
          <a:p>
            <a:pPr marL="857250" lvl="1" indent="-457200">
              <a:buFont typeface="+mj-lt"/>
              <a:buAutoNum type="arabicPeriod"/>
            </a:pPr>
            <a:r>
              <a:rPr lang="en-US" sz="2400" dirty="0"/>
              <a:t>Fully executed timesheets in Replicon​</a:t>
            </a:r>
          </a:p>
          <a:p>
            <a:pPr marL="857250" lvl="1" indent="-457200">
              <a:buFont typeface="+mj-lt"/>
              <a:buAutoNum type="arabicPeriod"/>
            </a:pPr>
            <a:r>
              <a:rPr lang="en-US" sz="2400" dirty="0"/>
              <a:t>Procurement​</a:t>
            </a:r>
          </a:p>
          <a:p>
            <a:pPr marL="457200" indent="-457200">
              <a:buFont typeface="+mj-lt"/>
              <a:buAutoNum type="arabicPeriod"/>
            </a:pPr>
            <a:r>
              <a:rPr lang="en-US" sz="2400" dirty="0"/>
              <a:t>Cash flow request​</a:t>
            </a:r>
          </a:p>
          <a:p>
            <a:pPr marL="457200" indent="-457200">
              <a:buFont typeface="+mj-lt"/>
              <a:buAutoNum type="arabicPeriod"/>
            </a:pPr>
            <a:endParaRPr lang="en-US" sz="2400" dirty="0"/>
          </a:p>
        </p:txBody>
      </p:sp>
    </p:spTree>
    <p:extLst>
      <p:ext uri="{BB962C8B-B14F-4D97-AF65-F5344CB8AC3E}">
        <p14:creationId xmlns:p14="http://schemas.microsoft.com/office/powerpoint/2010/main" val="1280937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Financial Reporting Due Dates</a:t>
            </a:r>
          </a:p>
        </p:txBody>
      </p:sp>
      <p:sp>
        <p:nvSpPr>
          <p:cNvPr id="3" name="Content Placeholder 2"/>
          <p:cNvSpPr>
            <a:spLocks noGrp="1"/>
          </p:cNvSpPr>
          <p:nvPr>
            <p:ph idx="1"/>
          </p:nvPr>
        </p:nvSpPr>
        <p:spPr>
          <a:xfrm>
            <a:off x="371324" y="1615924"/>
            <a:ext cx="8401352" cy="4692952"/>
          </a:xfrm>
        </p:spPr>
        <p:txBody>
          <a:bodyPr>
            <a:normAutofit/>
          </a:bodyPr>
          <a:lstStyle/>
          <a:p>
            <a:pPr lvl="1">
              <a:buFont typeface="Arial" panose="020B0604020202020204" pitchFamily="34" charset="0"/>
              <a:buChar char="•"/>
            </a:pPr>
            <a:r>
              <a:rPr lang="en-US" sz="2400" b="1" i="0" u="none" strike="noStrike" dirty="0">
                <a:solidFill>
                  <a:srgbClr val="000000"/>
                </a:solidFill>
                <a:effectLst/>
                <a:latin typeface="Trade Gothic"/>
              </a:rPr>
              <a:t>Reports are due to the HQ Program Team on or before the 7th of the following month.</a:t>
            </a:r>
            <a:r>
              <a:rPr lang="en-US" sz="2400" b="0" i="0" u="none" strike="noStrike" dirty="0">
                <a:solidFill>
                  <a:srgbClr val="000000"/>
                </a:solidFill>
                <a:effectLst/>
                <a:latin typeface="Trade Gothic"/>
              </a:rPr>
              <a:t> ​</a:t>
            </a:r>
            <a:r>
              <a:rPr lang="en-US" sz="2400" b="0" i="0" dirty="0">
                <a:solidFill>
                  <a:srgbClr val="000000"/>
                </a:solidFill>
                <a:effectLst/>
                <a:latin typeface="Trade Gothic"/>
              </a:rPr>
              <a:t>​</a:t>
            </a:r>
          </a:p>
          <a:p>
            <a:pPr lvl="1">
              <a:buFont typeface="Arial" panose="020B0604020202020204" pitchFamily="34" charset="0"/>
              <a:buChar char="•"/>
            </a:pPr>
            <a:endParaRPr lang="en-US" sz="2400" dirty="0">
              <a:solidFill>
                <a:srgbClr val="000000"/>
              </a:solidFill>
              <a:latin typeface="Arial" panose="020B0604020202020204" pitchFamily="34" charset="0"/>
            </a:endParaRPr>
          </a:p>
          <a:p>
            <a:pPr lvl="1">
              <a:buFont typeface="Arial" panose="020B0604020202020204" pitchFamily="34" charset="0"/>
              <a:buChar char="•"/>
            </a:pPr>
            <a:r>
              <a:rPr lang="en-US" sz="2400" b="0" i="0" u="none" strike="noStrike" dirty="0">
                <a:solidFill>
                  <a:srgbClr val="000000"/>
                </a:solidFill>
                <a:effectLst/>
                <a:latin typeface="Trade Gothic"/>
              </a:rPr>
              <a:t>If the 7th falls on a holiday or a weekend, reports are due the </a:t>
            </a:r>
            <a:r>
              <a:rPr lang="en-US" sz="2400" b="0" i="0" u="sng" dirty="0">
                <a:solidFill>
                  <a:srgbClr val="000000"/>
                </a:solidFill>
                <a:effectLst/>
                <a:latin typeface="Trade Gothic"/>
              </a:rPr>
              <a:t>prior</a:t>
            </a:r>
            <a:r>
              <a:rPr lang="en-US" sz="2400" b="0" i="0" u="none" strike="noStrike" dirty="0">
                <a:solidFill>
                  <a:srgbClr val="000000"/>
                </a:solidFill>
                <a:effectLst/>
                <a:latin typeface="Trade Gothic"/>
              </a:rPr>
              <a:t> business day. </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marL="457200" lvl="1" indent="0">
              <a:buNone/>
            </a:pPr>
            <a:endParaRPr lang="en-US" sz="2400" dirty="0"/>
          </a:p>
          <a:p>
            <a:pPr>
              <a:buFont typeface="Arial" panose="020B0604020202020204" pitchFamily="34" charset="0"/>
              <a:buChar char="•"/>
            </a:pPr>
            <a:endParaRPr lang="en-US" sz="2400" dirty="0"/>
          </a:p>
        </p:txBody>
      </p:sp>
    </p:spTree>
    <p:extLst>
      <p:ext uri="{BB962C8B-B14F-4D97-AF65-F5344CB8AC3E}">
        <p14:creationId xmlns:p14="http://schemas.microsoft.com/office/powerpoint/2010/main" val="1095901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Suspension &amp; Debarment</a:t>
            </a:r>
          </a:p>
        </p:txBody>
      </p:sp>
      <p:sp>
        <p:nvSpPr>
          <p:cNvPr id="3" name="Content Placeholder 2"/>
          <p:cNvSpPr>
            <a:spLocks noGrp="1"/>
          </p:cNvSpPr>
          <p:nvPr>
            <p:ph idx="1"/>
          </p:nvPr>
        </p:nvSpPr>
        <p:spPr>
          <a:xfrm>
            <a:off x="296524" y="1304624"/>
            <a:ext cx="8690578" cy="4583337"/>
          </a:xfrm>
        </p:spPr>
        <p:txBody>
          <a:bodyPr>
            <a:normAutofit fontScale="77500" lnSpcReduction="20000"/>
          </a:bodyPr>
          <a:lstStyle/>
          <a:p>
            <a:r>
              <a:rPr lang="en-US" sz="2300" dirty="0"/>
              <a:t>Partners or its subrecipients cannot transact or conduct business with any individual or entity that has an active exclusion on the System for Award Management (SAM) (</a:t>
            </a:r>
            <a:r>
              <a:rPr lang="en-US" sz="2300" dirty="0">
                <a:hlinkClick r:id="rId2"/>
              </a:rPr>
              <a:t>www.sam.gov</a:t>
            </a:r>
            <a:r>
              <a:rPr lang="en-US" sz="2300" dirty="0"/>
              <a:t>) </a:t>
            </a:r>
          </a:p>
          <a:p>
            <a:pPr lvl="1" indent="-342900">
              <a:buFont typeface="Arial" panose="020B0604020202020204" pitchFamily="34" charset="0"/>
              <a:buChar char="•"/>
            </a:pPr>
            <a:r>
              <a:rPr lang="en-US" sz="2300" dirty="0"/>
              <a:t>The list contains those individuals and entities that the U.S. Government has suspended or debarred based on misconduct or because the individual or entity cannot be trusted to safeguard U.S. Government funds. </a:t>
            </a:r>
          </a:p>
          <a:p>
            <a:pPr lvl="1" indent="-342900">
              <a:buFont typeface="Arial" panose="020B0604020202020204" pitchFamily="34" charset="0"/>
              <a:buChar char="•"/>
            </a:pPr>
            <a:endParaRPr lang="en-US" sz="2300" dirty="0"/>
          </a:p>
          <a:p>
            <a:pPr>
              <a:buFont typeface="Arial" panose="020B0604020202020204" pitchFamily="34" charset="0"/>
              <a:buChar char="•"/>
            </a:pPr>
            <a:r>
              <a:rPr lang="en-US" sz="2400" dirty="0">
                <a:effectLst/>
                <a:ea typeface="MS Mincho" panose="02020609040205080304" pitchFamily="49" charset="-128"/>
                <a:cs typeface="Times New Roman" panose="02020603050405020304" pitchFamily="18" charset="0"/>
              </a:rPr>
              <a:t>Similarly, the U.S. Government requires compliance checks on the following </a:t>
            </a:r>
            <a:r>
              <a:rPr lang="en-US" sz="2400" dirty="0">
                <a:ea typeface="MS Mincho" panose="02020609040205080304" pitchFamily="49" charset="-128"/>
                <a:cs typeface="Times New Roman" panose="02020603050405020304" pitchFamily="18" charset="0"/>
              </a:rPr>
              <a:t>databases to ensure Partners and its subrecipients are not transacting with restricted individuals or entities:</a:t>
            </a:r>
          </a:p>
          <a:p>
            <a:pPr lvl="1">
              <a:buFont typeface="Arial" panose="020B0604020202020204" pitchFamily="34" charset="0"/>
              <a:buChar char="•"/>
            </a:pPr>
            <a:r>
              <a:rPr lang="en-US" sz="2400" dirty="0"/>
              <a:t> </a:t>
            </a:r>
            <a:r>
              <a:rPr lang="en-US" sz="2400" u="sng" dirty="0">
                <a:solidFill>
                  <a:srgbClr val="0000FF"/>
                </a:solidFill>
                <a:effectLst/>
                <a:ea typeface="MS Mincho" panose="02020609040205080304" pitchFamily="49" charset="-128"/>
                <a:cs typeface="Times New Roman" panose="02020603050405020304" pitchFamily="18" charset="0"/>
                <a:hlinkClick r:id="rId3"/>
              </a:rPr>
              <a:t>UN’s Specially Designated Nationals And Blocked Persons List (SDN)</a:t>
            </a:r>
            <a:endParaRPr lang="en-US" sz="2400" u="sng" dirty="0">
              <a:solidFill>
                <a:srgbClr val="0000FF"/>
              </a:solidFill>
              <a:effectLst/>
              <a:ea typeface="MS Mincho" panose="02020609040205080304" pitchFamily="49" charset="-128"/>
              <a:cs typeface="Times New Roman" panose="02020603050405020304" pitchFamily="18" charset="0"/>
            </a:endParaRPr>
          </a:p>
          <a:p>
            <a:pPr lvl="1">
              <a:buFont typeface="Arial" panose="020B0604020202020204" pitchFamily="34" charset="0"/>
              <a:buChar char="•"/>
            </a:pPr>
            <a:r>
              <a:rPr lang="en-US" sz="2400" dirty="0"/>
              <a:t> </a:t>
            </a:r>
            <a:r>
              <a:rPr lang="en-US" sz="2400" u="sng" dirty="0">
                <a:solidFill>
                  <a:srgbClr val="0000FF"/>
                </a:solidFill>
                <a:effectLst/>
                <a:ea typeface="MS Mincho" panose="02020609040205080304" pitchFamily="49" charset="-128"/>
                <a:cs typeface="Times New Roman" panose="02020603050405020304" pitchFamily="18" charset="0"/>
                <a:hlinkClick r:id="rId4"/>
              </a:rPr>
              <a:t>Office of Foreign Assets Control (OFAC) Sanctions Lists</a:t>
            </a:r>
            <a:endParaRPr lang="en-US" sz="2300" dirty="0"/>
          </a:p>
          <a:p>
            <a:pPr lvl="1" indent="-342900">
              <a:buFont typeface="Arial" panose="020B0604020202020204" pitchFamily="34" charset="0"/>
              <a:buChar char="•"/>
            </a:pPr>
            <a:endParaRPr lang="en-US" sz="2300" dirty="0"/>
          </a:p>
          <a:p>
            <a:pPr marL="285750">
              <a:buFont typeface="Arial" panose="020B0604020202020204" pitchFamily="34" charset="0"/>
              <a:buChar char="•"/>
            </a:pPr>
            <a:r>
              <a:rPr lang="en-US" sz="2300" dirty="0"/>
              <a:t>Non-compliance can result in the following:</a:t>
            </a:r>
          </a:p>
          <a:p>
            <a:pPr lvl="1" indent="-342900">
              <a:buFont typeface="Arial" panose="020B0604020202020204" pitchFamily="34" charset="0"/>
              <a:buChar char="•"/>
            </a:pPr>
            <a:r>
              <a:rPr lang="en-US" sz="2300" dirty="0"/>
              <a:t>Disallowed expenses </a:t>
            </a:r>
          </a:p>
          <a:p>
            <a:pPr lvl="1" indent="-342900">
              <a:buFont typeface="Arial" panose="020B0604020202020204" pitchFamily="34" charset="0"/>
              <a:buChar char="•"/>
            </a:pPr>
            <a:r>
              <a:rPr lang="en-US" sz="2300" dirty="0"/>
              <a:t>Termination of contract (with subrecipients)</a:t>
            </a:r>
          </a:p>
          <a:p>
            <a:pPr lvl="1" indent="-342900">
              <a:buFont typeface="Arial" panose="020B0604020202020204" pitchFamily="34" charset="0"/>
              <a:buChar char="•"/>
            </a:pPr>
            <a:r>
              <a:rPr lang="en-US" sz="2300" dirty="0"/>
              <a:t>Termination of prime award</a:t>
            </a:r>
          </a:p>
        </p:txBody>
      </p:sp>
    </p:spTree>
    <p:extLst>
      <p:ext uri="{BB962C8B-B14F-4D97-AF65-F5344CB8AC3E}">
        <p14:creationId xmlns:p14="http://schemas.microsoft.com/office/powerpoint/2010/main" val="2262606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Visual Compliance </a:t>
            </a:r>
          </a:p>
        </p:txBody>
      </p:sp>
      <p:sp>
        <p:nvSpPr>
          <p:cNvPr id="3" name="Content Placeholder 2"/>
          <p:cNvSpPr>
            <a:spLocks noGrp="1"/>
          </p:cNvSpPr>
          <p:nvPr>
            <p:ph idx="1"/>
          </p:nvPr>
        </p:nvSpPr>
        <p:spPr>
          <a:xfrm>
            <a:off x="340067" y="1473958"/>
            <a:ext cx="8690578" cy="4251278"/>
          </a:xfrm>
        </p:spPr>
        <p:txBody>
          <a:bodyPr>
            <a:normAutofit fontScale="77500" lnSpcReduction="20000"/>
          </a:bodyPr>
          <a:lstStyle/>
          <a:p>
            <a:pPr>
              <a:buFont typeface="Arial" panose="020B0604020202020204" pitchFamily="34" charset="0"/>
              <a:buChar char="•"/>
            </a:pPr>
            <a:r>
              <a:rPr lang="en-US" sz="2300" dirty="0"/>
              <a:t>To comply with the requirements of suspension and debarment, Partners uses Visual Compliance. </a:t>
            </a:r>
          </a:p>
          <a:p>
            <a:pPr lvl="1" indent="-342900">
              <a:buFont typeface="Arial" panose="020B0604020202020204" pitchFamily="34" charset="0"/>
              <a:buChar char="•"/>
            </a:pPr>
            <a:r>
              <a:rPr lang="en-US" sz="2300" dirty="0"/>
              <a:t>The platform checks multiple databases for restrictions on individual or entities</a:t>
            </a:r>
          </a:p>
          <a:p>
            <a:pPr>
              <a:buFont typeface="Arial" panose="020B0604020202020204" pitchFamily="34" charset="0"/>
              <a:buChar char="•"/>
            </a:pPr>
            <a:endParaRPr lang="en-US" sz="2300" dirty="0"/>
          </a:p>
          <a:p>
            <a:pPr>
              <a:buFont typeface="Arial" panose="020B0604020202020204" pitchFamily="34" charset="0"/>
              <a:buChar char="•"/>
            </a:pPr>
            <a:r>
              <a:rPr lang="en-US" sz="2300" dirty="0"/>
              <a:t>A suspension and debarment check must be </a:t>
            </a:r>
            <a:r>
              <a:rPr lang="en-US" sz="2300" b="1" dirty="0"/>
              <a:t>completed, and documentation retained </a:t>
            </a:r>
            <a:r>
              <a:rPr lang="en-US" sz="2300" b="1" u="sng" dirty="0"/>
              <a:t>prior</a:t>
            </a:r>
            <a:r>
              <a:rPr lang="en-US" sz="2300" b="1" dirty="0"/>
              <a:t> </a:t>
            </a:r>
            <a:r>
              <a:rPr lang="en-US" sz="2300" dirty="0"/>
              <a:t>to contracting any individual or entity</a:t>
            </a:r>
          </a:p>
          <a:p>
            <a:pPr>
              <a:buFont typeface="Arial" panose="020B0604020202020204" pitchFamily="34" charset="0"/>
              <a:buChar char="•"/>
            </a:pPr>
            <a:endParaRPr lang="en-US" sz="2300" dirty="0"/>
          </a:p>
          <a:p>
            <a:pPr>
              <a:buFont typeface="Arial" panose="020B0604020202020204" pitchFamily="34" charset="0"/>
              <a:buChar char="•"/>
            </a:pPr>
            <a:r>
              <a:rPr lang="en-US" sz="2300" dirty="0"/>
              <a:t>These compliance checks ran once per calendar year (January – December), prior to the first payment of the calendar year.</a:t>
            </a:r>
          </a:p>
          <a:p>
            <a:pPr>
              <a:buFont typeface="Arial" panose="020B0604020202020204" pitchFamily="34" charset="0"/>
              <a:buChar char="•"/>
            </a:pPr>
            <a:endParaRPr lang="en-US" sz="2300" dirty="0"/>
          </a:p>
          <a:p>
            <a:pPr>
              <a:buFont typeface="Arial" panose="020B0604020202020204" pitchFamily="34" charset="0"/>
              <a:buChar char="•"/>
            </a:pPr>
            <a:r>
              <a:rPr lang="en-US" sz="2300" dirty="0"/>
              <a:t>Below is the login information for Visual Compliance:</a:t>
            </a:r>
          </a:p>
          <a:p>
            <a:pPr>
              <a:buFont typeface="Arial" panose="020B0604020202020204" pitchFamily="34" charset="0"/>
              <a:buChar char="•"/>
            </a:pPr>
            <a:endParaRPr lang="en-US" sz="2300" dirty="0"/>
          </a:p>
          <a:p>
            <a:pPr lvl="1" indent="-342900">
              <a:buFont typeface="Arial" panose="020B0604020202020204" pitchFamily="34" charset="0"/>
              <a:buChar char="•"/>
            </a:pPr>
            <a:r>
              <a:rPr lang="en-US" sz="2300" dirty="0"/>
              <a:t>Website: </a:t>
            </a:r>
            <a:r>
              <a:rPr lang="en-US" sz="2300" dirty="0">
                <a:hlinkClick r:id="rId2"/>
              </a:rPr>
              <a:t>https://www.visualcompliance.com/</a:t>
            </a:r>
            <a:endParaRPr lang="en-US" sz="2300" dirty="0"/>
          </a:p>
          <a:p>
            <a:pPr marL="1200150" lvl="2" indent="-342900">
              <a:buFont typeface="Arial" panose="020B0604020202020204" pitchFamily="34" charset="0"/>
              <a:buChar char="•"/>
            </a:pPr>
            <a:r>
              <a:rPr lang="en-US" sz="2300" dirty="0"/>
              <a:t>Username: dmartin@partners.net</a:t>
            </a:r>
          </a:p>
          <a:p>
            <a:pPr marL="1200150" lvl="2" indent="-342900">
              <a:buFont typeface="Arial" panose="020B0604020202020204" pitchFamily="34" charset="0"/>
              <a:buChar char="•"/>
            </a:pPr>
            <a:r>
              <a:rPr lang="en-US" sz="2300" dirty="0"/>
              <a:t>Password: Partners1964!</a:t>
            </a:r>
          </a:p>
        </p:txBody>
      </p:sp>
    </p:spTree>
    <p:extLst>
      <p:ext uri="{BB962C8B-B14F-4D97-AF65-F5344CB8AC3E}">
        <p14:creationId xmlns:p14="http://schemas.microsoft.com/office/powerpoint/2010/main" val="1520623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Record Retention</a:t>
            </a:r>
            <a:endParaRPr lang="en-US" dirty="0"/>
          </a:p>
        </p:txBody>
      </p:sp>
      <p:sp>
        <p:nvSpPr>
          <p:cNvPr id="3" name="Content Placeholder 2"/>
          <p:cNvSpPr>
            <a:spLocks noGrp="1"/>
          </p:cNvSpPr>
          <p:nvPr>
            <p:ph idx="1"/>
          </p:nvPr>
        </p:nvSpPr>
        <p:spPr>
          <a:xfrm>
            <a:off x="371324" y="1354667"/>
            <a:ext cx="8401352" cy="4692952"/>
          </a:xfrm>
        </p:spPr>
        <p:txBody>
          <a:bodyPr>
            <a:normAutofit/>
          </a:bodyPr>
          <a:lstStyle/>
          <a:p>
            <a:pPr algn="l" rtl="0" fontAlgn="base">
              <a:buFont typeface="Arial" panose="020B0604020202020204" pitchFamily="34" charset="0"/>
              <a:buChar char="•"/>
            </a:pPr>
            <a:r>
              <a:rPr lang="en-US" sz="2400" b="0" i="0" u="none" strike="noStrike" dirty="0">
                <a:solidFill>
                  <a:srgbClr val="000000"/>
                </a:solidFill>
                <a:effectLst/>
                <a:latin typeface="Trade Gothic"/>
              </a:rPr>
              <a:t>Programmatic documentation:</a:t>
            </a:r>
          </a:p>
          <a:p>
            <a:pPr lvl="1" fontAlgn="base">
              <a:buFont typeface="Arial" panose="020B0604020202020204" pitchFamily="34" charset="0"/>
              <a:buChar char="•"/>
            </a:pPr>
            <a:r>
              <a:rPr lang="en-US" sz="2400" b="0" i="0" u="none" strike="noStrike" dirty="0">
                <a:solidFill>
                  <a:srgbClr val="000000"/>
                </a:solidFill>
                <a:effectLst/>
                <a:latin typeface="Trade Gothic"/>
              </a:rPr>
              <a:t>POA Colombia and any subrecipient records must be retained in country for a minimum period of 3 years from the submission date of the final expenditure report.</a:t>
            </a:r>
          </a:p>
          <a:p>
            <a:pPr marL="457200" lvl="1" indent="0" fontAlgn="base">
              <a:buNone/>
            </a:pPr>
            <a:endParaRPr lang="en-US" sz="2400" b="0" i="0" u="none" strike="noStrike" dirty="0">
              <a:solidFill>
                <a:srgbClr val="000000"/>
              </a:solidFill>
              <a:effectLst/>
              <a:latin typeface="Trade Gothic"/>
            </a:endParaRPr>
          </a:p>
          <a:p>
            <a:pPr algn="l" rtl="0" fontAlgn="base">
              <a:buFont typeface="Arial" panose="020B0604020202020204" pitchFamily="34" charset="0"/>
              <a:buChar char="•"/>
            </a:pPr>
            <a:r>
              <a:rPr lang="en-US" sz="2400" b="0" i="0" u="none" strike="noStrike" dirty="0">
                <a:solidFill>
                  <a:srgbClr val="000000"/>
                </a:solidFill>
                <a:effectLst/>
                <a:latin typeface="Trade Gothic"/>
              </a:rPr>
              <a:t>Administrative documentation:</a:t>
            </a:r>
          </a:p>
          <a:p>
            <a:pPr lvl="1" fontAlgn="base">
              <a:buFont typeface="Arial" panose="020B0604020202020204" pitchFamily="34" charset="0"/>
              <a:buChar char="•"/>
            </a:pPr>
            <a:r>
              <a:rPr lang="en-US" sz="2400" b="0" i="0" u="none" strike="noStrike" dirty="0">
                <a:solidFill>
                  <a:srgbClr val="000000"/>
                </a:solidFill>
                <a:effectLst/>
                <a:latin typeface="Trade Gothic"/>
                <a:hlinkClick r:id="rId2"/>
              </a:rPr>
              <a:t>Record Retention Policy</a:t>
            </a:r>
            <a:endParaRPr lang="en-US" sz="2400" b="0" i="0" u="none" strike="noStrike" dirty="0">
              <a:solidFill>
                <a:srgbClr val="000000"/>
              </a:solidFill>
              <a:effectLst/>
              <a:latin typeface="Trade Gothic"/>
            </a:endParaRPr>
          </a:p>
        </p:txBody>
      </p:sp>
    </p:spTree>
    <p:extLst>
      <p:ext uri="{BB962C8B-B14F-4D97-AF65-F5344CB8AC3E}">
        <p14:creationId xmlns:p14="http://schemas.microsoft.com/office/powerpoint/2010/main" val="2796796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Filing and Audits</a:t>
            </a:r>
            <a:endParaRPr lang="en-US" dirty="0"/>
          </a:p>
        </p:txBody>
      </p:sp>
      <p:sp>
        <p:nvSpPr>
          <p:cNvPr id="3" name="Content Placeholder 2"/>
          <p:cNvSpPr>
            <a:spLocks noGrp="1"/>
          </p:cNvSpPr>
          <p:nvPr>
            <p:ph idx="1"/>
          </p:nvPr>
        </p:nvSpPr>
        <p:spPr>
          <a:xfrm>
            <a:off x="371324" y="1354667"/>
            <a:ext cx="8401352" cy="4692952"/>
          </a:xfrm>
        </p:spPr>
        <p:txBody>
          <a:bodyPr>
            <a:normAutofit/>
          </a:bodyPr>
          <a:lstStyle/>
          <a:p>
            <a:pPr fontAlgn="base">
              <a:buFont typeface="Arial" panose="020B0604020202020204" pitchFamily="34" charset="0"/>
              <a:buChar char="•"/>
            </a:pPr>
            <a:r>
              <a:rPr lang="en-US" sz="2400" b="0" i="0" u="none" strike="noStrike" dirty="0">
                <a:solidFill>
                  <a:srgbClr val="000000"/>
                </a:solidFill>
                <a:effectLst/>
                <a:latin typeface="Trade Gothic"/>
              </a:rPr>
              <a:t>If in hard-copy, all files must be retained in a fire-proof filing cabinet with a lock</a:t>
            </a:r>
          </a:p>
          <a:p>
            <a:pPr fontAlgn="base">
              <a:buFont typeface="Arial" panose="020B0604020202020204" pitchFamily="34" charset="0"/>
              <a:buChar char="•"/>
            </a:pPr>
            <a:r>
              <a:rPr lang="en-US" sz="2400" b="0" i="0" u="none" strike="noStrike" dirty="0">
                <a:solidFill>
                  <a:srgbClr val="000000"/>
                </a:solidFill>
                <a:effectLst/>
                <a:latin typeface="Trade Gothic"/>
              </a:rPr>
              <a:t>Access to the files should be restricted to the COP/PD and FO Finance Manager, Country Director and Control.</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0" i="0" u="none" strike="noStrike" dirty="0">
                <a:solidFill>
                  <a:srgbClr val="000000"/>
                </a:solidFill>
                <a:effectLst/>
                <a:latin typeface="Trade Gothic"/>
              </a:rPr>
              <a:t>Audits based on calendar year (January – December) </a:t>
            </a:r>
          </a:p>
          <a:p>
            <a:pPr fontAlgn="base">
              <a:buFont typeface="Arial" panose="020B0604020202020204" pitchFamily="34" charset="0"/>
              <a:buChar char="•"/>
            </a:pPr>
            <a:r>
              <a:rPr lang="en-US" sz="2400" dirty="0">
                <a:solidFill>
                  <a:srgbClr val="000000"/>
                </a:solidFill>
              </a:rPr>
              <a:t>Required if POA</a:t>
            </a:r>
            <a:r>
              <a:rPr lang="en-US" sz="2400" b="0" i="0" u="none" strike="noStrike" dirty="0">
                <a:solidFill>
                  <a:srgbClr val="000000"/>
                </a:solidFill>
                <a:effectLst/>
                <a:latin typeface="Trade Gothic"/>
              </a:rPr>
              <a:t> Colombia expends a combined total of USD $750,000 or more in all Federal awards</a:t>
            </a:r>
          </a:p>
          <a:p>
            <a:pPr lvl="1" fontAlgn="base">
              <a:buFont typeface="Arial" panose="020B0604020202020204" pitchFamily="34" charset="0"/>
              <a:buChar char="•"/>
            </a:pPr>
            <a:r>
              <a:rPr lang="en-US" sz="2400" dirty="0">
                <a:solidFill>
                  <a:srgbClr val="000000"/>
                </a:solidFill>
              </a:rPr>
              <a:t>Currently incorporated as part of POA HQ’s A-133 audit</a:t>
            </a:r>
            <a:endParaRPr lang="en-US" sz="2400" b="0" i="0" u="none" strike="noStrike" dirty="0">
              <a:solidFill>
                <a:srgbClr val="000000"/>
              </a:solidFill>
              <a:effectLst/>
              <a:latin typeface="Trade Gothic"/>
            </a:endParaRPr>
          </a:p>
        </p:txBody>
      </p:sp>
    </p:spTree>
    <p:extLst>
      <p:ext uri="{BB962C8B-B14F-4D97-AF65-F5344CB8AC3E}">
        <p14:creationId xmlns:p14="http://schemas.microsoft.com/office/powerpoint/2010/main" val="553019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b="1" i="0" u="none" strike="noStrike" dirty="0">
                <a:solidFill>
                  <a:srgbClr val="F82136"/>
                </a:solidFill>
                <a:effectLst/>
                <a:latin typeface="Memphis Medium"/>
              </a:rPr>
              <a:t>Inventory Control</a:t>
            </a:r>
            <a:endParaRPr lang="en-US" dirty="0"/>
          </a:p>
        </p:txBody>
      </p:sp>
      <p:sp>
        <p:nvSpPr>
          <p:cNvPr id="3" name="Content Placeholder 2"/>
          <p:cNvSpPr>
            <a:spLocks noGrp="1"/>
          </p:cNvSpPr>
          <p:nvPr>
            <p:ph idx="1"/>
          </p:nvPr>
        </p:nvSpPr>
        <p:spPr>
          <a:xfrm>
            <a:off x="318105" y="1064381"/>
            <a:ext cx="8695266" cy="5229981"/>
          </a:xfrm>
        </p:spPr>
        <p:txBody>
          <a:bodyPr>
            <a:normAutofit fontScale="70000" lnSpcReduction="20000"/>
          </a:bodyPr>
          <a:lstStyle/>
          <a:p>
            <a:pPr fontAlgn="base">
              <a:buFont typeface="Arial" panose="020B0604020202020204" pitchFamily="34" charset="0"/>
              <a:buChar char="•"/>
            </a:pPr>
            <a:r>
              <a:rPr lang="en-US" sz="2400" b="1" i="0" u="none" strike="noStrike" dirty="0">
                <a:solidFill>
                  <a:srgbClr val="000000"/>
                </a:solidFill>
                <a:effectLst/>
                <a:latin typeface="Trade Gothic"/>
              </a:rPr>
              <a:t>Definition:</a:t>
            </a:r>
          </a:p>
          <a:p>
            <a:pPr lvl="1" fontAlgn="base">
              <a:buFont typeface="Arial" panose="020B0604020202020204" pitchFamily="34" charset="0"/>
              <a:buChar char="•"/>
            </a:pPr>
            <a:r>
              <a:rPr lang="en-US" sz="2400" i="1" u="sng" strike="noStrike" dirty="0">
                <a:solidFill>
                  <a:srgbClr val="000000"/>
                </a:solidFill>
                <a:effectLst/>
                <a:latin typeface="Trade Gothic"/>
              </a:rPr>
              <a:t>Equipment</a:t>
            </a:r>
            <a:r>
              <a:rPr lang="en-US" sz="2400" b="0" i="0" u="none" strike="noStrike" dirty="0">
                <a:solidFill>
                  <a:srgbClr val="000000"/>
                </a:solidFill>
                <a:effectLst/>
                <a:latin typeface="Trade Gothic"/>
              </a:rPr>
              <a:t> - tangible personal property (including information technology systems) having a useful life of more than one year and a per-unit acquisition USD $5,000 or more. </a:t>
            </a:r>
          </a:p>
          <a:p>
            <a:pPr lvl="2" fontAlgn="base">
              <a:buFont typeface="Arial" panose="020B0604020202020204" pitchFamily="34" charset="0"/>
              <a:buChar char="•"/>
            </a:pPr>
            <a:r>
              <a:rPr lang="en-US" sz="2400" dirty="0">
                <a:solidFill>
                  <a:srgbClr val="000000"/>
                </a:solidFill>
              </a:rPr>
              <a:t>Coded to object code 7440 – in country equipment</a:t>
            </a:r>
            <a:endParaRPr lang="en-US" sz="2400" b="0" i="0" u="none" strike="noStrike" dirty="0">
              <a:solidFill>
                <a:srgbClr val="000000"/>
              </a:solidFill>
              <a:effectLst/>
              <a:latin typeface="Trade Gothic"/>
            </a:endParaRPr>
          </a:p>
          <a:p>
            <a:pPr lvl="1" fontAlgn="base">
              <a:buFont typeface="Arial" panose="020B0604020202020204" pitchFamily="34" charset="0"/>
              <a:buChar char="•"/>
            </a:pPr>
            <a:r>
              <a:rPr lang="en-US" sz="2400" i="1" u="sng" strike="noStrike" dirty="0">
                <a:solidFill>
                  <a:srgbClr val="000000"/>
                </a:solidFill>
                <a:effectLst/>
                <a:latin typeface="Trade Gothic"/>
              </a:rPr>
              <a:t>Supplies</a:t>
            </a:r>
            <a:r>
              <a:rPr lang="en-US" sz="2400" b="0" i="0" u="none" strike="noStrike" dirty="0">
                <a:solidFill>
                  <a:srgbClr val="000000"/>
                </a:solidFill>
                <a:effectLst/>
                <a:latin typeface="Trade Gothic"/>
              </a:rPr>
              <a:t> - all tangible personal property </a:t>
            </a:r>
            <a:r>
              <a:rPr lang="en-US" sz="2400" dirty="0">
                <a:solidFill>
                  <a:srgbClr val="000000"/>
                </a:solidFill>
              </a:rPr>
              <a:t>including </a:t>
            </a:r>
            <a:r>
              <a:rPr lang="en-US" sz="2400" b="0" i="0" u="none" strike="noStrike" dirty="0">
                <a:solidFill>
                  <a:srgbClr val="000000"/>
                </a:solidFill>
                <a:effectLst/>
                <a:latin typeface="Trade Gothic"/>
              </a:rPr>
              <a:t>computing devices if the acquisition cost is less than USD $5,000, regardless of the length of its useful life. </a:t>
            </a:r>
          </a:p>
          <a:p>
            <a:pPr lvl="2" fontAlgn="base">
              <a:buFont typeface="Arial" panose="020B0604020202020204" pitchFamily="34" charset="0"/>
              <a:buChar char="•"/>
            </a:pPr>
            <a:r>
              <a:rPr lang="en-US" sz="2400" b="0" i="0" u="none" strike="noStrike" dirty="0">
                <a:solidFill>
                  <a:srgbClr val="000000"/>
                </a:solidFill>
                <a:effectLst/>
                <a:latin typeface="Trade Gothic"/>
              </a:rPr>
              <a:t>Coded to object code 7455 – in country supplies</a:t>
            </a:r>
          </a:p>
          <a:p>
            <a:pPr lvl="1" fontAlgn="base">
              <a:buFont typeface="Arial" panose="020B0604020202020204" pitchFamily="34" charset="0"/>
              <a:buChar char="•"/>
            </a:pPr>
            <a:endParaRPr lang="en-US" sz="2400" b="0" i="0" u="none" strike="noStrike" dirty="0">
              <a:solidFill>
                <a:srgbClr val="000000"/>
              </a:solidFill>
              <a:effectLst/>
              <a:latin typeface="Trade Gothic"/>
            </a:endParaRPr>
          </a:p>
          <a:p>
            <a:pPr fontAlgn="base">
              <a:buFont typeface="Arial" panose="020B0604020202020204" pitchFamily="34" charset="0"/>
              <a:buChar char="•"/>
            </a:pPr>
            <a:r>
              <a:rPr lang="en-US" sz="2400" b="0" i="0" u="none" strike="noStrike" dirty="0">
                <a:solidFill>
                  <a:srgbClr val="000000"/>
                </a:solidFill>
                <a:effectLst/>
                <a:latin typeface="Trade Gothic"/>
              </a:rPr>
              <a:t>A physical inventory of POA Colombia is taken annually in January, and the results reconciled with the book records </a:t>
            </a:r>
          </a:p>
          <a:p>
            <a:pPr lvl="1" fontAlgn="base">
              <a:buFont typeface="Arial" panose="020B0604020202020204" pitchFamily="34" charset="0"/>
              <a:buChar char="•"/>
            </a:pPr>
            <a:r>
              <a:rPr lang="en-US" sz="2400" dirty="0">
                <a:solidFill>
                  <a:srgbClr val="000000"/>
                </a:solidFill>
              </a:rPr>
              <a:t>M</a:t>
            </a:r>
            <a:r>
              <a:rPr lang="en-US" sz="2400" b="0" i="0" u="none" strike="noStrike" dirty="0">
                <a:solidFill>
                  <a:srgbClr val="000000"/>
                </a:solidFill>
                <a:effectLst/>
                <a:latin typeface="Trade Gothic"/>
              </a:rPr>
              <a:t>onetary value threshold for accounting of inventory items is USD $50 per item. </a:t>
            </a:r>
          </a:p>
          <a:p>
            <a:pPr lvl="1" fontAlgn="base">
              <a:buFont typeface="Arial" panose="020B0604020202020204" pitchFamily="34" charset="0"/>
              <a:buChar char="•"/>
            </a:pPr>
            <a:r>
              <a:rPr lang="en-US" sz="2400" dirty="0">
                <a:solidFill>
                  <a:srgbClr val="000000"/>
                </a:solidFill>
              </a:rPr>
              <a:t>I</a:t>
            </a:r>
            <a:r>
              <a:rPr lang="en-US" sz="2400" b="0" i="0" u="none" strike="noStrike" dirty="0">
                <a:solidFill>
                  <a:srgbClr val="000000"/>
                </a:solidFill>
                <a:effectLst/>
                <a:latin typeface="Trade Gothic"/>
              </a:rPr>
              <a:t>nventory items must be reflected at their cost of acquisitions, plus improvements, repairs, plus any cost directly attributable to their use </a:t>
            </a:r>
          </a:p>
          <a:p>
            <a:pPr lvl="1" fontAlgn="base">
              <a:buFont typeface="Arial" panose="020B0604020202020204" pitchFamily="34" charset="0"/>
              <a:buChar char="•"/>
            </a:pPr>
            <a:endParaRPr lang="en-US" sz="2400" b="0" i="0" u="none" strike="noStrike" dirty="0">
              <a:solidFill>
                <a:srgbClr val="000000"/>
              </a:solidFill>
              <a:effectLst/>
              <a:latin typeface="Trade Gothic"/>
            </a:endParaRPr>
          </a:p>
          <a:p>
            <a:pPr fontAlgn="base">
              <a:buFont typeface="Arial" panose="020B0604020202020204" pitchFamily="34" charset="0"/>
              <a:buChar char="•"/>
            </a:pPr>
            <a:r>
              <a:rPr lang="en-US" sz="2400" b="0" i="0" u="none" strike="noStrike" dirty="0">
                <a:solidFill>
                  <a:srgbClr val="000000"/>
                </a:solidFill>
                <a:effectLst/>
                <a:latin typeface="Trade Gothic"/>
                <a:hlinkClick r:id="rId2"/>
              </a:rPr>
              <a:t>Master Equipment &amp; Supply Listing</a:t>
            </a:r>
            <a:r>
              <a:rPr lang="en-US" sz="2400" dirty="0">
                <a:solidFill>
                  <a:srgbClr val="000000"/>
                </a:solidFill>
              </a:rPr>
              <a:t> </a:t>
            </a:r>
            <a:r>
              <a:rPr lang="en-US" sz="2400" b="0" i="0" u="none" strike="noStrike" dirty="0">
                <a:solidFill>
                  <a:srgbClr val="000000"/>
                </a:solidFill>
                <a:effectLst/>
                <a:latin typeface="Trade Gothic"/>
              </a:rPr>
              <a:t>must be submitted to POA HQ annually no later than January 31st. </a:t>
            </a:r>
            <a:endParaRPr lang="en-US" sz="2400" dirty="0">
              <a:solidFill>
                <a:srgbClr val="000000"/>
              </a:solidFill>
            </a:endParaRPr>
          </a:p>
          <a:p>
            <a:pPr lvl="1" fontAlgn="base">
              <a:buFont typeface="Arial" panose="020B0604020202020204" pitchFamily="34" charset="0"/>
              <a:buChar char="•"/>
            </a:pPr>
            <a:r>
              <a:rPr lang="en-US" sz="2400" dirty="0">
                <a:solidFill>
                  <a:srgbClr val="000000"/>
                </a:solidFill>
              </a:rPr>
              <a:t>Certified and reconciled by the</a:t>
            </a:r>
            <a:r>
              <a:rPr lang="en-US" sz="2400" b="0" i="0" u="none" strike="noStrike" dirty="0">
                <a:solidFill>
                  <a:srgbClr val="000000"/>
                </a:solidFill>
                <a:effectLst/>
                <a:latin typeface="Trade Gothic"/>
              </a:rPr>
              <a:t> FO Finance Manager/F&amp;A Directors</a:t>
            </a:r>
          </a:p>
          <a:p>
            <a:pPr lvl="1" fontAlgn="base">
              <a:buFont typeface="Arial" panose="020B0604020202020204" pitchFamily="34" charset="0"/>
              <a:buChar char="•"/>
            </a:pPr>
            <a:r>
              <a:rPr lang="en-US" sz="2400" b="0" i="0" u="none" strike="noStrike" dirty="0">
                <a:solidFill>
                  <a:srgbClr val="000000"/>
                </a:solidFill>
                <a:effectLst/>
                <a:latin typeface="Trade Gothic"/>
              </a:rPr>
              <a:t>COP/PD review an</a:t>
            </a:r>
            <a:r>
              <a:rPr lang="en-US" sz="2400" dirty="0">
                <a:solidFill>
                  <a:srgbClr val="000000"/>
                </a:solidFill>
              </a:rPr>
              <a:t>d approve</a:t>
            </a:r>
            <a:endParaRPr lang="en-US" sz="2400" b="0" i="0" u="none" strike="noStrike" dirty="0">
              <a:solidFill>
                <a:srgbClr val="000000"/>
              </a:solidFill>
              <a:effectLst/>
              <a:latin typeface="Trade Gothic"/>
            </a:endParaRPr>
          </a:p>
        </p:txBody>
      </p:sp>
    </p:spTree>
    <p:extLst>
      <p:ext uri="{BB962C8B-B14F-4D97-AF65-F5344CB8AC3E}">
        <p14:creationId xmlns:p14="http://schemas.microsoft.com/office/powerpoint/2010/main" val="1317747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Use of Equipment</a:t>
            </a:r>
            <a:endParaRPr lang="en-US" dirty="0"/>
          </a:p>
        </p:txBody>
      </p:sp>
      <p:sp>
        <p:nvSpPr>
          <p:cNvPr id="3" name="Content Placeholder 2"/>
          <p:cNvSpPr>
            <a:spLocks noGrp="1"/>
          </p:cNvSpPr>
          <p:nvPr>
            <p:ph idx="1"/>
          </p:nvPr>
        </p:nvSpPr>
        <p:spPr>
          <a:xfrm>
            <a:off x="371324" y="1354667"/>
            <a:ext cx="8401352" cy="4692952"/>
          </a:xfrm>
        </p:spPr>
        <p:txBody>
          <a:bodyPr>
            <a:normAutofit/>
          </a:bodyPr>
          <a:lstStyle/>
          <a:p>
            <a:pPr marL="0" indent="0" fontAlgn="base">
              <a:buNone/>
            </a:pPr>
            <a:r>
              <a:rPr lang="en-US" sz="2400" b="0" i="0" u="none" strike="noStrike" dirty="0">
                <a:solidFill>
                  <a:srgbClr val="000000"/>
                </a:solidFill>
                <a:effectLst/>
                <a:latin typeface="Trade Gothic"/>
              </a:rPr>
              <a:t>Responsibilities for the proper use of equipment:</a:t>
            </a:r>
          </a:p>
          <a:p>
            <a:pPr lvl="1" fontAlgn="base">
              <a:buFont typeface="Arial" panose="020B0604020202020204" pitchFamily="34" charset="0"/>
              <a:buChar char="•"/>
            </a:pPr>
            <a:r>
              <a:rPr lang="en-US" sz="2400" b="0" i="0" u="none" strike="noStrike" dirty="0">
                <a:solidFill>
                  <a:srgbClr val="000000"/>
                </a:solidFill>
                <a:effectLst/>
                <a:latin typeface="Trade Gothic"/>
              </a:rPr>
              <a:t>Handle the assigned equipment with care</a:t>
            </a:r>
          </a:p>
          <a:p>
            <a:pPr lvl="1" fontAlgn="base">
              <a:buFont typeface="Arial" panose="020B0604020202020204" pitchFamily="34" charset="0"/>
              <a:buChar char="•"/>
            </a:pPr>
            <a:r>
              <a:rPr lang="en-US" sz="2400" b="0" i="0" u="none" strike="noStrike" dirty="0">
                <a:solidFill>
                  <a:srgbClr val="000000"/>
                </a:solidFill>
                <a:effectLst/>
                <a:latin typeface="Trade Gothic"/>
              </a:rPr>
              <a:t>Monitor the optimal operation of assigned equipment</a:t>
            </a:r>
          </a:p>
          <a:p>
            <a:pPr lvl="1" fontAlgn="base">
              <a:buFont typeface="Arial" panose="020B0604020202020204" pitchFamily="34" charset="0"/>
              <a:buChar char="•"/>
            </a:pPr>
            <a:r>
              <a:rPr lang="en-US" sz="2400" b="0" i="0" u="none" strike="noStrike" dirty="0">
                <a:solidFill>
                  <a:srgbClr val="000000"/>
                </a:solidFill>
                <a:effectLst/>
                <a:latin typeface="Trade Gothic"/>
              </a:rPr>
              <a:t>Report any fault or loss of equipment immediately </a:t>
            </a:r>
          </a:p>
          <a:p>
            <a:pPr lvl="1" fontAlgn="base">
              <a:buFont typeface="Arial" panose="020B0604020202020204" pitchFamily="34" charset="0"/>
              <a:buChar char="•"/>
            </a:pPr>
            <a:r>
              <a:rPr lang="en-US" sz="2400" b="0" i="0" u="none" strike="noStrike" dirty="0">
                <a:solidFill>
                  <a:srgbClr val="000000"/>
                </a:solidFill>
                <a:effectLst/>
                <a:latin typeface="Trade Gothic"/>
              </a:rPr>
              <a:t>Facilitate equipment access to technical and maintenance services.</a:t>
            </a:r>
          </a:p>
          <a:p>
            <a:pPr lvl="1" fontAlgn="base">
              <a:buFont typeface="Arial" panose="020B0604020202020204" pitchFamily="34" charset="0"/>
              <a:buChar char="•"/>
            </a:pPr>
            <a:r>
              <a:rPr lang="en-US" sz="2400" b="0" i="0" u="none" strike="noStrike" dirty="0">
                <a:solidFill>
                  <a:srgbClr val="000000"/>
                </a:solidFill>
                <a:effectLst/>
                <a:latin typeface="Trade Gothic"/>
              </a:rPr>
              <a:t>Use recommended security settings on all work devices</a:t>
            </a:r>
          </a:p>
          <a:p>
            <a:pPr lvl="2" fontAlgn="base">
              <a:buFont typeface="Arial" panose="020B0604020202020204" pitchFamily="34" charset="0"/>
              <a:buChar char="•"/>
            </a:pPr>
            <a:r>
              <a:rPr lang="en-US" sz="2400" dirty="0">
                <a:solidFill>
                  <a:srgbClr val="000000"/>
                </a:solidFill>
              </a:rPr>
              <a:t>See supplemental manual for IT controls protocols</a:t>
            </a:r>
            <a:endParaRPr lang="en-US" sz="2400" b="0" i="0" u="none" strike="noStrike" dirty="0">
              <a:solidFill>
                <a:srgbClr val="000000"/>
              </a:solidFill>
              <a:effectLst/>
              <a:latin typeface="Trade Gothic"/>
            </a:endParaRPr>
          </a:p>
        </p:txBody>
      </p:sp>
    </p:spTree>
    <p:extLst>
      <p:ext uri="{BB962C8B-B14F-4D97-AF65-F5344CB8AC3E}">
        <p14:creationId xmlns:p14="http://schemas.microsoft.com/office/powerpoint/2010/main" val="2635357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Use of Equipment</a:t>
            </a:r>
            <a:endParaRPr lang="en-US" dirty="0"/>
          </a:p>
        </p:txBody>
      </p:sp>
      <p:sp>
        <p:nvSpPr>
          <p:cNvPr id="3" name="Content Placeholder 2"/>
          <p:cNvSpPr>
            <a:spLocks noGrp="1"/>
          </p:cNvSpPr>
          <p:nvPr>
            <p:ph idx="1"/>
          </p:nvPr>
        </p:nvSpPr>
        <p:spPr>
          <a:xfrm>
            <a:off x="371324" y="1354667"/>
            <a:ext cx="8401352" cy="4692952"/>
          </a:xfrm>
        </p:spPr>
        <p:txBody>
          <a:bodyPr>
            <a:normAutofit fontScale="92500" lnSpcReduction="20000"/>
          </a:bodyPr>
          <a:lstStyle/>
          <a:p>
            <a:pPr marL="0" indent="0" fontAlgn="base">
              <a:buNone/>
            </a:pPr>
            <a:r>
              <a:rPr lang="en-US" sz="2400" b="0" i="0" u="none" strike="noStrike" dirty="0">
                <a:solidFill>
                  <a:srgbClr val="000000"/>
                </a:solidFill>
                <a:effectLst/>
                <a:latin typeface="Trade Gothic"/>
              </a:rPr>
              <a:t>The following is not permitted:</a:t>
            </a:r>
          </a:p>
          <a:p>
            <a:pPr lvl="1" fontAlgn="base">
              <a:buFont typeface="Arial" panose="020B0604020202020204" pitchFamily="34" charset="0"/>
              <a:buChar char="•"/>
            </a:pPr>
            <a:r>
              <a:rPr lang="en-US" sz="2400" b="0" i="0" u="none" strike="noStrike" dirty="0">
                <a:solidFill>
                  <a:srgbClr val="000000"/>
                </a:solidFill>
                <a:effectLst/>
                <a:latin typeface="Trade Gothic"/>
              </a:rPr>
              <a:t>Installation of programs that do not have their corresponding license</a:t>
            </a:r>
          </a:p>
          <a:p>
            <a:pPr lvl="1" fontAlgn="base">
              <a:buFont typeface="Arial" panose="020B0604020202020204" pitchFamily="34" charset="0"/>
              <a:buChar char="•"/>
            </a:pPr>
            <a:r>
              <a:rPr lang="en-US" sz="2400" b="0" i="0" u="none" strike="noStrike" dirty="0">
                <a:solidFill>
                  <a:srgbClr val="000000"/>
                </a:solidFill>
                <a:effectLst/>
                <a:latin typeface="Trade Gothic"/>
              </a:rPr>
              <a:t>Use of copied programs that are not for POA</a:t>
            </a:r>
          </a:p>
          <a:p>
            <a:pPr lvl="1" fontAlgn="base">
              <a:buFont typeface="Arial" panose="020B0604020202020204" pitchFamily="34" charset="0"/>
              <a:buChar char="•"/>
            </a:pPr>
            <a:r>
              <a:rPr lang="en-US" sz="2400" b="0" i="0" u="none" strike="noStrike" dirty="0">
                <a:solidFill>
                  <a:srgbClr val="000000"/>
                </a:solidFill>
                <a:effectLst/>
                <a:latin typeface="Trade Gothic"/>
              </a:rPr>
              <a:t>Installation and use of games, movies, etc.</a:t>
            </a:r>
          </a:p>
          <a:p>
            <a:pPr lvl="1" fontAlgn="base">
              <a:buFont typeface="Arial" panose="020B0604020202020204" pitchFamily="34" charset="0"/>
              <a:buChar char="•"/>
            </a:pPr>
            <a:r>
              <a:rPr lang="en-US" sz="2400" b="0" i="0" u="none" strike="noStrike" dirty="0">
                <a:solidFill>
                  <a:srgbClr val="000000"/>
                </a:solidFill>
                <a:effectLst/>
                <a:latin typeface="Trade Gothic"/>
              </a:rPr>
              <a:t>Use of programs that may affect the operation of Partners Colombia network</a:t>
            </a:r>
          </a:p>
          <a:p>
            <a:pPr lvl="1" fontAlgn="base">
              <a:buFont typeface="Arial" panose="020B0604020202020204" pitchFamily="34" charset="0"/>
              <a:buChar char="•"/>
            </a:pPr>
            <a:r>
              <a:rPr lang="en-US" sz="2400" b="0" i="0" u="none" strike="noStrike" dirty="0">
                <a:solidFill>
                  <a:srgbClr val="000000"/>
                </a:solidFill>
                <a:effectLst/>
                <a:latin typeface="Trade Gothic"/>
              </a:rPr>
              <a:t>Block operating systems without notice</a:t>
            </a:r>
          </a:p>
          <a:p>
            <a:pPr lvl="1" fontAlgn="base">
              <a:buFont typeface="Arial" panose="020B0604020202020204" pitchFamily="34" charset="0"/>
              <a:buChar char="•"/>
            </a:pPr>
            <a:r>
              <a:rPr lang="en-US" sz="2400" b="0" i="0" u="none" strike="noStrike" dirty="0">
                <a:solidFill>
                  <a:srgbClr val="000000"/>
                </a:solidFill>
                <a:effectLst/>
                <a:latin typeface="Trade Gothic"/>
              </a:rPr>
              <a:t>Create passwords without sharing them with the COP/PD and/or the FO Finance Manager, preventing access to working documents.</a:t>
            </a:r>
          </a:p>
          <a:p>
            <a:pPr lvl="1" fontAlgn="base">
              <a:buFont typeface="Arial" panose="020B0604020202020204" pitchFamily="34" charset="0"/>
              <a:buChar char="•"/>
            </a:pPr>
            <a:r>
              <a:rPr lang="en-US" sz="2400" b="0" i="0" u="none" strike="noStrike" dirty="0">
                <a:solidFill>
                  <a:srgbClr val="000000"/>
                </a:solidFill>
                <a:effectLst/>
                <a:latin typeface="Trade Gothic"/>
              </a:rPr>
              <a:t>Delete, without warning the information necessary for the execution of programs</a:t>
            </a:r>
          </a:p>
          <a:p>
            <a:pPr lvl="1" fontAlgn="base">
              <a:buFont typeface="Arial" panose="020B0604020202020204" pitchFamily="34" charset="0"/>
              <a:buChar char="•"/>
            </a:pPr>
            <a:r>
              <a:rPr lang="en-US" sz="2400" b="0" i="0" u="none" strike="noStrike" dirty="0">
                <a:solidFill>
                  <a:srgbClr val="000000"/>
                </a:solidFill>
                <a:effectLst/>
                <a:latin typeface="Trade Gothic"/>
              </a:rPr>
              <a:t>Any conduct with bad faith or destructive intent</a:t>
            </a:r>
          </a:p>
        </p:txBody>
      </p:sp>
    </p:spTree>
    <p:extLst>
      <p:ext uri="{BB962C8B-B14F-4D97-AF65-F5344CB8AC3E}">
        <p14:creationId xmlns:p14="http://schemas.microsoft.com/office/powerpoint/2010/main" val="2718145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Cash Management – Petty Cash</a:t>
            </a:r>
            <a:endParaRPr lang="en-US" dirty="0"/>
          </a:p>
        </p:txBody>
      </p:sp>
      <p:sp>
        <p:nvSpPr>
          <p:cNvPr id="3" name="Content Placeholder 2"/>
          <p:cNvSpPr>
            <a:spLocks noGrp="1"/>
          </p:cNvSpPr>
          <p:nvPr>
            <p:ph idx="1"/>
          </p:nvPr>
        </p:nvSpPr>
        <p:spPr>
          <a:xfrm>
            <a:off x="423148" y="1487105"/>
            <a:ext cx="8401352" cy="4692952"/>
          </a:xfrm>
        </p:spPr>
        <p:txBody>
          <a:bodyPr>
            <a:normAutofit fontScale="92500"/>
          </a:bodyPr>
          <a:lstStyle/>
          <a:p>
            <a:pPr fontAlgn="base">
              <a:buFont typeface="Arial" panose="020B0604020202020204" pitchFamily="34" charset="0"/>
              <a:buChar char="•"/>
            </a:pPr>
            <a:r>
              <a:rPr lang="en-US" sz="2400" b="0" i="0" u="none" strike="noStrike" dirty="0">
                <a:solidFill>
                  <a:srgbClr val="000000"/>
                </a:solidFill>
                <a:effectLst/>
                <a:latin typeface="Trade Gothic"/>
              </a:rPr>
              <a:t>For expenditures of USD $25.00 (or Colombian peso equivalent)</a:t>
            </a:r>
          </a:p>
          <a:p>
            <a:pPr fontAlgn="base">
              <a:buFont typeface="Arial" panose="020B0604020202020204" pitchFamily="34" charset="0"/>
              <a:buChar char="•"/>
            </a:pPr>
            <a:r>
              <a:rPr lang="en-US" sz="2400" dirty="0">
                <a:solidFill>
                  <a:srgbClr val="000000"/>
                </a:solidFill>
              </a:rPr>
              <a:t>Fixed </a:t>
            </a:r>
            <a:r>
              <a:rPr lang="en-US" sz="2400" b="0" i="0" u="none" strike="noStrike" dirty="0">
                <a:solidFill>
                  <a:srgbClr val="000000"/>
                </a:solidFill>
                <a:effectLst/>
                <a:latin typeface="Trade Gothic"/>
              </a:rPr>
              <a:t>petty cash balance of USD $300.00 (or Colombian peso equivalent)</a:t>
            </a:r>
          </a:p>
          <a:p>
            <a:pPr fontAlgn="base">
              <a:buFont typeface="Arial" panose="020B0604020202020204" pitchFamily="34" charset="0"/>
              <a:buChar char="•"/>
            </a:pPr>
            <a:r>
              <a:rPr lang="en-US" sz="2400" b="0" i="0" u="none" strike="noStrike" dirty="0">
                <a:solidFill>
                  <a:srgbClr val="000000"/>
                </a:solidFill>
                <a:effectLst/>
                <a:latin typeface="Trade Gothic"/>
              </a:rPr>
              <a:t>Replenishment of petty cash occurs when </a:t>
            </a:r>
            <a:r>
              <a:rPr lang="en-US" sz="2400" dirty="0">
                <a:solidFill>
                  <a:srgbClr val="000000"/>
                </a:solidFill>
              </a:rPr>
              <a:t>it reaches </a:t>
            </a:r>
            <a:r>
              <a:rPr lang="en-US" sz="2400" b="0" i="0" u="none" strike="noStrike" dirty="0">
                <a:solidFill>
                  <a:srgbClr val="000000"/>
                </a:solidFill>
                <a:effectLst/>
                <a:latin typeface="Trade Gothic"/>
              </a:rPr>
              <a:t>USD $50.00</a:t>
            </a:r>
          </a:p>
          <a:p>
            <a:pPr lvl="1" fontAlgn="base">
              <a:buFont typeface="Arial" panose="020B0604020202020204" pitchFamily="34" charset="0"/>
              <a:buChar char="•"/>
            </a:pPr>
            <a:r>
              <a:rPr lang="en-US" sz="2400" b="0" i="0" u="none" strike="noStrike" dirty="0">
                <a:solidFill>
                  <a:srgbClr val="000000"/>
                </a:solidFill>
                <a:effectLst/>
                <a:latin typeface="Trade Gothic"/>
              </a:rPr>
              <a:t>FO Finance Manager/F&amp;A Director will reconcile the petty cash, ensuring that all receipts are accounted for, and replace funds by drawing the required amount made out to petty cash. </a:t>
            </a:r>
          </a:p>
          <a:p>
            <a:pPr fontAlgn="base">
              <a:buFont typeface="Arial" panose="020B0604020202020204" pitchFamily="34" charset="0"/>
              <a:buChar char="•"/>
            </a:pPr>
            <a:r>
              <a:rPr lang="en-US" sz="2400" dirty="0">
                <a:solidFill>
                  <a:srgbClr val="000000"/>
                </a:solidFill>
              </a:rPr>
              <a:t>COP/</a:t>
            </a:r>
            <a:r>
              <a:rPr lang="en-US" sz="2400" b="0" i="0" u="none" strike="noStrike" dirty="0">
                <a:solidFill>
                  <a:srgbClr val="000000"/>
                </a:solidFill>
                <a:effectLst/>
                <a:latin typeface="Trade Gothic"/>
              </a:rPr>
              <a:t>PD is responsible for review and approval of the petty cash reconciliation</a:t>
            </a:r>
          </a:p>
          <a:p>
            <a:pPr fontAlgn="base">
              <a:buFont typeface="Arial" panose="020B0604020202020204" pitchFamily="34" charset="0"/>
              <a:buChar char="•"/>
            </a:pPr>
            <a:r>
              <a:rPr lang="en-US" sz="2400" dirty="0">
                <a:solidFill>
                  <a:srgbClr val="000000"/>
                </a:solidFill>
              </a:rPr>
              <a:t>COP/</a:t>
            </a:r>
            <a:r>
              <a:rPr lang="en-US" sz="2400" b="0" i="0" u="none" strike="noStrike" dirty="0">
                <a:solidFill>
                  <a:srgbClr val="000000"/>
                </a:solidFill>
                <a:effectLst/>
                <a:latin typeface="Trade Gothic"/>
              </a:rPr>
              <a:t>PD is also responsible for surprise cash count to be done no less than quarterly and at the end of fiscal year closure</a:t>
            </a:r>
          </a:p>
        </p:txBody>
      </p:sp>
    </p:spTree>
    <p:extLst>
      <p:ext uri="{BB962C8B-B14F-4D97-AF65-F5344CB8AC3E}">
        <p14:creationId xmlns:p14="http://schemas.microsoft.com/office/powerpoint/2010/main" val="2331484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Exchange Rate &amp; Bank Accounts</a:t>
            </a:r>
            <a:endParaRPr lang="en-US" dirty="0"/>
          </a:p>
        </p:txBody>
      </p:sp>
      <p:sp>
        <p:nvSpPr>
          <p:cNvPr id="3" name="Content Placeholder 2"/>
          <p:cNvSpPr>
            <a:spLocks noGrp="1"/>
          </p:cNvSpPr>
          <p:nvPr>
            <p:ph idx="1"/>
          </p:nvPr>
        </p:nvSpPr>
        <p:spPr>
          <a:xfrm>
            <a:off x="371324" y="1354667"/>
            <a:ext cx="8401352" cy="4538134"/>
          </a:xfrm>
        </p:spPr>
        <p:txBody>
          <a:bodyPr>
            <a:normAutofit fontScale="92500" lnSpcReduction="10000"/>
          </a:bodyPr>
          <a:lstStyle/>
          <a:p>
            <a:pPr fontAlgn="base">
              <a:buFont typeface="Arial" panose="020B0604020202020204" pitchFamily="34" charset="0"/>
              <a:buChar char="•"/>
            </a:pPr>
            <a:r>
              <a:rPr lang="en-US" sz="2400" dirty="0">
                <a:solidFill>
                  <a:srgbClr val="000000"/>
                </a:solidFill>
              </a:rPr>
              <a:t>Use an average exchange rate for all expenses from the 1</a:t>
            </a:r>
            <a:r>
              <a:rPr lang="en-US" sz="2400" baseline="30000" dirty="0">
                <a:solidFill>
                  <a:srgbClr val="000000"/>
                </a:solidFill>
              </a:rPr>
              <a:t>st</a:t>
            </a:r>
            <a:r>
              <a:rPr lang="en-US" sz="2400" dirty="0">
                <a:solidFill>
                  <a:srgbClr val="000000"/>
                </a:solidFill>
              </a:rPr>
              <a:t> through the end of the month</a:t>
            </a:r>
          </a:p>
          <a:p>
            <a:pPr lvl="1" fontAlgn="base">
              <a:buFont typeface="Arial" panose="020B0604020202020204" pitchFamily="34" charset="0"/>
              <a:buChar char="•"/>
            </a:pPr>
            <a:r>
              <a:rPr lang="en-US" sz="2400" dirty="0">
                <a:solidFill>
                  <a:srgbClr val="000000"/>
                </a:solidFill>
                <a:hlinkClick r:id="rId2"/>
              </a:rPr>
              <a:t>OANDA</a:t>
            </a:r>
            <a:endParaRPr lang="en-US" sz="2400" dirty="0">
              <a:solidFill>
                <a:srgbClr val="000000"/>
              </a:solidFill>
            </a:endParaRP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POA Colombia is authorized to open one bank account per project, and one shared account for joint expenses</a:t>
            </a:r>
          </a:p>
          <a:p>
            <a:pPr lvl="1" fontAlgn="base">
              <a:buFont typeface="Arial" panose="020B0604020202020204" pitchFamily="34" charset="0"/>
              <a:buChar char="•"/>
            </a:pPr>
            <a:r>
              <a:rPr lang="en-US" sz="2400" dirty="0">
                <a:solidFill>
                  <a:srgbClr val="000000"/>
                </a:solidFill>
              </a:rPr>
              <a:t>Any new bank accounts must be authorized by POA HQ CFO</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0" i="0" u="none" strike="noStrike" dirty="0">
                <a:solidFill>
                  <a:srgbClr val="000000"/>
                </a:solidFill>
                <a:effectLst/>
                <a:latin typeface="Trade Gothic"/>
              </a:rPr>
              <a:t>COP/PD will approve all the payments and sign all checks, unless otherwise delegated in writing.</a:t>
            </a:r>
          </a:p>
          <a:p>
            <a:pPr lvl="1" fontAlgn="base">
              <a:buFont typeface="Arial" panose="020B0604020202020204" pitchFamily="34" charset="0"/>
              <a:buChar char="•"/>
            </a:pPr>
            <a:r>
              <a:rPr lang="en-US" sz="2400" b="0" i="0" u="none" strike="noStrike" dirty="0">
                <a:solidFill>
                  <a:srgbClr val="000000"/>
                </a:solidFill>
                <a:effectLst/>
                <a:latin typeface="Trade Gothic"/>
              </a:rPr>
              <a:t>FO Finance Manager/F&amp;A director will serve as a second signatory on the payment request if it exceeds $5,000.00</a:t>
            </a:r>
          </a:p>
        </p:txBody>
      </p:sp>
    </p:spTree>
    <p:extLst>
      <p:ext uri="{BB962C8B-B14F-4D97-AF65-F5344CB8AC3E}">
        <p14:creationId xmlns:p14="http://schemas.microsoft.com/office/powerpoint/2010/main" val="4170574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General Cash Handling Policies</a:t>
            </a:r>
            <a:endParaRPr lang="en-US" dirty="0"/>
          </a:p>
        </p:txBody>
      </p:sp>
      <p:sp>
        <p:nvSpPr>
          <p:cNvPr id="3" name="Content Placeholder 2"/>
          <p:cNvSpPr>
            <a:spLocks noGrp="1"/>
          </p:cNvSpPr>
          <p:nvPr>
            <p:ph idx="1"/>
          </p:nvPr>
        </p:nvSpPr>
        <p:spPr>
          <a:xfrm>
            <a:off x="371324" y="1354667"/>
            <a:ext cx="8401352" cy="4538134"/>
          </a:xfrm>
        </p:spPr>
        <p:txBody>
          <a:bodyPr>
            <a:normAutofit/>
          </a:bodyPr>
          <a:lstStyle/>
          <a:p>
            <a:pPr fontAlgn="base">
              <a:buFont typeface="Arial" panose="020B0604020202020204" pitchFamily="34" charset="0"/>
              <a:buChar char="•"/>
            </a:pPr>
            <a:r>
              <a:rPr lang="en-US" sz="2400" dirty="0">
                <a:solidFill>
                  <a:srgbClr val="000000"/>
                </a:solidFill>
              </a:rPr>
              <a:t>Only 30 days working capital advanced to the field</a:t>
            </a:r>
          </a:p>
          <a:p>
            <a:pPr lvl="1" fontAlgn="base">
              <a:buFont typeface="Arial" panose="020B0604020202020204" pitchFamily="34" charset="0"/>
              <a:buChar char="•"/>
            </a:pPr>
            <a:r>
              <a:rPr lang="en-US" sz="2400" dirty="0">
                <a:solidFill>
                  <a:srgbClr val="000000"/>
                </a:solidFill>
              </a:rPr>
              <a:t>POA does not permit the field to have excess funds</a:t>
            </a:r>
          </a:p>
          <a:p>
            <a:pPr lvl="2" fontAlgn="base">
              <a:buFont typeface="Arial" panose="020B0604020202020204" pitchFamily="34" charset="0"/>
              <a:buChar char="•"/>
            </a:pPr>
            <a:r>
              <a:rPr lang="en-US" sz="2400" dirty="0">
                <a:solidFill>
                  <a:srgbClr val="000000"/>
                </a:solidFill>
              </a:rPr>
              <a:t>Defined as cash in excess of 60 days working capital</a:t>
            </a:r>
          </a:p>
          <a:p>
            <a:pPr fontAlgn="base">
              <a:buFont typeface="Arial" panose="020B0604020202020204" pitchFamily="34" charset="0"/>
              <a:buChar char="•"/>
            </a:pPr>
            <a:r>
              <a:rPr lang="en-US" sz="2400" dirty="0">
                <a:solidFill>
                  <a:srgbClr val="000000"/>
                </a:solidFill>
              </a:rPr>
              <a:t>Use of safe is required for all cash – including petty cash storage</a:t>
            </a:r>
          </a:p>
          <a:p>
            <a:pPr lvl="1" fontAlgn="base">
              <a:buFont typeface="Arial" panose="020B0604020202020204" pitchFamily="34" charset="0"/>
              <a:buChar char="•"/>
            </a:pPr>
            <a:r>
              <a:rPr lang="en-US" sz="2400" dirty="0">
                <a:solidFill>
                  <a:srgbClr val="000000"/>
                </a:solidFill>
              </a:rPr>
              <a:t>Only COP/PD and the FO Finance Manager/F&amp;A Director should have access</a:t>
            </a:r>
          </a:p>
          <a:p>
            <a:pPr fontAlgn="base">
              <a:buFont typeface="Arial" panose="020B0604020202020204" pitchFamily="34" charset="0"/>
              <a:buChar char="•"/>
            </a:pPr>
            <a:r>
              <a:rPr lang="en-US" sz="2400" dirty="0">
                <a:solidFill>
                  <a:srgbClr val="000000"/>
                </a:solidFill>
              </a:rPr>
              <a:t>Minimize cash transactions to $25 USD or less</a:t>
            </a:r>
          </a:p>
          <a:p>
            <a:pPr fontAlgn="base">
              <a:buFont typeface="Arial" panose="020B0604020202020204" pitchFamily="34" charset="0"/>
              <a:buChar char="•"/>
            </a:pPr>
            <a:r>
              <a:rPr lang="en-US" sz="2400" dirty="0">
                <a:solidFill>
                  <a:srgbClr val="000000"/>
                </a:solidFill>
              </a:rPr>
              <a:t>Receipt to payee required for all cash transactions</a:t>
            </a:r>
          </a:p>
          <a:p>
            <a:pPr fontAlgn="base">
              <a:buFont typeface="Arial" panose="020B0604020202020204" pitchFamily="34" charset="0"/>
              <a:buChar char="•"/>
            </a:pPr>
            <a:r>
              <a:rPr lang="en-US" sz="2400" dirty="0">
                <a:solidFill>
                  <a:srgbClr val="000000"/>
                </a:solidFill>
              </a:rPr>
              <a:t>At a minimum, quarterly cash counts must be completed</a:t>
            </a: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2478791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dirty="0">
                <a:solidFill>
                  <a:srgbClr val="F82136"/>
                </a:solidFill>
                <a:effectLst/>
                <a:latin typeface="Memphis Medium"/>
              </a:rPr>
              <a:t>Partners Colombia General Policies</a:t>
            </a:r>
          </a:p>
        </p:txBody>
      </p:sp>
      <p:sp>
        <p:nvSpPr>
          <p:cNvPr id="3" name="Content Placeholder 2"/>
          <p:cNvSpPr>
            <a:spLocks noGrp="1"/>
          </p:cNvSpPr>
          <p:nvPr>
            <p:ph idx="1"/>
          </p:nvPr>
        </p:nvSpPr>
        <p:spPr>
          <a:xfrm>
            <a:off x="371324" y="1267581"/>
            <a:ext cx="8401352" cy="4697790"/>
          </a:xfrm>
        </p:spPr>
        <p:txBody>
          <a:bodyPr>
            <a:normAutofit fontScale="70000" lnSpcReduction="20000"/>
          </a:bodyPr>
          <a:lstStyle/>
          <a:p>
            <a:pPr fontAlgn="base">
              <a:buFont typeface="Arial" panose="020B0604020202020204" pitchFamily="34" charset="0"/>
              <a:buChar char="•"/>
            </a:pPr>
            <a:r>
              <a:rPr lang="en-US" sz="2400" dirty="0">
                <a:solidFill>
                  <a:srgbClr val="000000"/>
                </a:solidFill>
              </a:rPr>
              <a:t>General Code of Conduct</a:t>
            </a:r>
          </a:p>
          <a:p>
            <a:pPr lvl="1" fontAlgn="base">
              <a:buFont typeface="Arial" panose="020B0604020202020204" pitchFamily="34" charset="0"/>
              <a:buChar char="•"/>
            </a:pPr>
            <a:r>
              <a:rPr lang="en-US" sz="2400" dirty="0">
                <a:solidFill>
                  <a:srgbClr val="000000"/>
                </a:solidFill>
              </a:rPr>
              <a:t>Anti-discrimination</a:t>
            </a:r>
          </a:p>
          <a:p>
            <a:pPr lvl="2" fontAlgn="base">
              <a:buFont typeface="Arial" panose="020B0604020202020204" pitchFamily="34" charset="0"/>
              <a:buChar char="•"/>
            </a:pPr>
            <a:r>
              <a:rPr lang="en-US" sz="2400" dirty="0">
                <a:solidFill>
                  <a:srgbClr val="000000"/>
                </a:solidFill>
              </a:rPr>
              <a:t>Any distinction, exclusion or preference based on gender, race, maternal language, color, sex, religion, age, pregnancy or maternity, political opinion, disability, sexual orientation, disability or health condition, economic situation, philosophy, national or family origin or social origin</a:t>
            </a:r>
          </a:p>
          <a:p>
            <a:pPr lvl="1" fontAlgn="base">
              <a:buFont typeface="Arial" panose="020B0604020202020204" pitchFamily="34" charset="0"/>
              <a:buChar char="•"/>
            </a:pPr>
            <a:r>
              <a:rPr lang="en-US" sz="2400" dirty="0">
                <a:solidFill>
                  <a:srgbClr val="000000"/>
                </a:solidFill>
              </a:rPr>
              <a:t>Anti-sexual harassment</a:t>
            </a:r>
          </a:p>
          <a:p>
            <a:pPr lvl="1" fontAlgn="base">
              <a:buFont typeface="Arial" panose="020B0604020202020204" pitchFamily="34" charset="0"/>
              <a:buChar char="•"/>
            </a:pPr>
            <a:r>
              <a:rPr lang="en-US" sz="2400" dirty="0">
                <a:solidFill>
                  <a:srgbClr val="000000"/>
                </a:solidFill>
              </a:rPr>
              <a:t>Anti-Workplace Violence and Bullying</a:t>
            </a:r>
          </a:p>
          <a:p>
            <a:pPr lvl="1" fontAlgn="base">
              <a:buFont typeface="Arial" panose="020B0604020202020204" pitchFamily="34" charset="0"/>
              <a:buChar char="•"/>
            </a:pPr>
            <a:r>
              <a:rPr lang="en-US" sz="2400" dirty="0">
                <a:solidFill>
                  <a:srgbClr val="000000"/>
                </a:solidFill>
              </a:rPr>
              <a:t>Freedom of Association </a:t>
            </a:r>
          </a:p>
          <a:p>
            <a:pPr lvl="1" fontAlgn="base">
              <a:buFont typeface="Arial" panose="020B0604020202020204" pitchFamily="34" charset="0"/>
              <a:buChar char="•"/>
            </a:pPr>
            <a:r>
              <a:rPr lang="en-US" sz="2400" dirty="0">
                <a:solidFill>
                  <a:srgbClr val="000000"/>
                </a:solidFill>
              </a:rPr>
              <a:t>Freedom of Work </a:t>
            </a:r>
          </a:p>
          <a:p>
            <a:pPr lvl="1" fontAlgn="base">
              <a:buFont typeface="Arial" panose="020B0604020202020204" pitchFamily="34" charset="0"/>
              <a:buChar char="•"/>
            </a:pPr>
            <a:r>
              <a:rPr lang="en-US" sz="2400" dirty="0">
                <a:solidFill>
                  <a:srgbClr val="000000"/>
                </a:solidFill>
              </a:rPr>
              <a:t>Anti-Forced Labor </a:t>
            </a:r>
          </a:p>
          <a:p>
            <a:pPr lvl="1" fontAlgn="base">
              <a:buFont typeface="Arial" panose="020B0604020202020204" pitchFamily="34" charset="0"/>
              <a:buChar char="•"/>
            </a:pPr>
            <a:r>
              <a:rPr lang="en-US" sz="2400" dirty="0">
                <a:solidFill>
                  <a:srgbClr val="000000"/>
                </a:solidFill>
              </a:rPr>
              <a:t>Conflict of Interest </a:t>
            </a:r>
          </a:p>
          <a:p>
            <a:pPr lvl="1" fontAlgn="base">
              <a:buFont typeface="Arial" panose="020B0604020202020204" pitchFamily="34" charset="0"/>
              <a:buChar char="•"/>
            </a:pPr>
            <a:r>
              <a:rPr lang="en-US" sz="2400" dirty="0">
                <a:solidFill>
                  <a:srgbClr val="000000"/>
                </a:solidFill>
              </a:rPr>
              <a:t>Confidentially</a:t>
            </a:r>
          </a:p>
          <a:p>
            <a:pPr lvl="1" fontAlgn="base">
              <a:buFont typeface="Arial" panose="020B0604020202020204" pitchFamily="34" charset="0"/>
              <a:buChar char="•"/>
            </a:pPr>
            <a:r>
              <a:rPr lang="en-US" sz="2400" dirty="0">
                <a:solidFill>
                  <a:srgbClr val="000000"/>
                </a:solidFill>
              </a:rPr>
              <a:t>Drug and smoke free workplace</a:t>
            </a:r>
          </a:p>
          <a:p>
            <a:pPr lvl="1" fontAlgn="base">
              <a:buFont typeface="Arial" panose="020B0604020202020204" pitchFamily="34" charset="0"/>
              <a:buChar char="•"/>
            </a:pPr>
            <a:r>
              <a:rPr lang="en-US" sz="2400" dirty="0">
                <a:solidFill>
                  <a:srgbClr val="000000"/>
                </a:solidFill>
              </a:rPr>
              <a:t>Grievance Policy </a:t>
            </a:r>
          </a:p>
          <a:p>
            <a:pPr lvl="1" fontAlgn="base">
              <a:buFont typeface="Arial" panose="020B0604020202020204" pitchFamily="34" charset="0"/>
              <a:buChar char="•"/>
            </a:pPr>
            <a:r>
              <a:rPr lang="en-US" sz="2400" dirty="0">
                <a:solidFill>
                  <a:srgbClr val="000000"/>
                </a:solidFill>
              </a:rPr>
              <a:t>Whistleblower Policy  </a:t>
            </a:r>
          </a:p>
          <a:p>
            <a:pPr lvl="1" fontAlgn="base">
              <a:buFont typeface="Arial" panose="020B0604020202020204" pitchFamily="34" charset="0"/>
              <a:buChar char="•"/>
            </a:pPr>
            <a:r>
              <a:rPr lang="en-US" sz="2400" dirty="0">
                <a:solidFill>
                  <a:srgbClr val="000000"/>
                </a:solidFill>
              </a:rPr>
              <a:t>Hygiene, Health &amp; Workplace Security </a:t>
            </a:r>
          </a:p>
          <a:p>
            <a:pPr lvl="2" fontAlgn="base">
              <a:buFont typeface="Arial" panose="020B0604020202020204" pitchFamily="34" charset="0"/>
              <a:buChar char="•"/>
            </a:pPr>
            <a:r>
              <a:rPr lang="en-US" sz="2400" dirty="0">
                <a:solidFill>
                  <a:srgbClr val="000000"/>
                </a:solidFill>
              </a:rPr>
              <a:t>Job Related Injury Reporting </a:t>
            </a: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2076589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Recruitment and Labor </a:t>
            </a:r>
            <a:r>
              <a:rPr lang="en-US" dirty="0"/>
              <a:t>C</a:t>
            </a:r>
            <a:r>
              <a:rPr lang="en-US" b="1" i="0" u="none" strike="noStrike" dirty="0">
                <a:solidFill>
                  <a:srgbClr val="F82136"/>
                </a:solidFill>
                <a:effectLst/>
                <a:latin typeface="Memphis Medium"/>
              </a:rPr>
              <a:t>ontracts</a:t>
            </a:r>
          </a:p>
        </p:txBody>
      </p:sp>
      <p:sp>
        <p:nvSpPr>
          <p:cNvPr id="3" name="Content Placeholder 2"/>
          <p:cNvSpPr>
            <a:spLocks noGrp="1"/>
          </p:cNvSpPr>
          <p:nvPr>
            <p:ph idx="1"/>
          </p:nvPr>
        </p:nvSpPr>
        <p:spPr>
          <a:xfrm>
            <a:off x="371324" y="1267581"/>
            <a:ext cx="8401352" cy="4697790"/>
          </a:xfrm>
        </p:spPr>
        <p:txBody>
          <a:bodyPr>
            <a:normAutofit fontScale="85000" lnSpcReduction="20000"/>
          </a:bodyPr>
          <a:lstStyle/>
          <a:p>
            <a:pPr fontAlgn="base">
              <a:buFont typeface="Arial" panose="020B0604020202020204" pitchFamily="34" charset="0"/>
              <a:buChar char="•"/>
            </a:pPr>
            <a:r>
              <a:rPr lang="en-US" sz="2400" b="1" dirty="0">
                <a:solidFill>
                  <a:srgbClr val="000000"/>
                </a:solidFill>
              </a:rPr>
              <a:t>Definitions</a:t>
            </a:r>
            <a:r>
              <a:rPr lang="en-US" sz="2400" dirty="0">
                <a:solidFill>
                  <a:srgbClr val="000000"/>
                </a:solidFill>
              </a:rPr>
              <a:t> </a:t>
            </a:r>
          </a:p>
          <a:p>
            <a:pPr lvl="1" fontAlgn="base">
              <a:buFont typeface="Arial" panose="020B0604020202020204" pitchFamily="34" charset="0"/>
              <a:buChar char="•"/>
            </a:pPr>
            <a:r>
              <a:rPr lang="en-US" sz="2400" i="1" u="sng" dirty="0">
                <a:solidFill>
                  <a:srgbClr val="000000"/>
                </a:solidFill>
              </a:rPr>
              <a:t>Employee</a:t>
            </a:r>
            <a:r>
              <a:rPr lang="en-US" sz="2400" dirty="0">
                <a:solidFill>
                  <a:srgbClr val="000000"/>
                </a:solidFill>
              </a:rPr>
              <a:t> – individual personal service to the organization and dependent or subordinate to the entity and provide remuneration accordingly</a:t>
            </a:r>
          </a:p>
          <a:p>
            <a:pPr lvl="1" fontAlgn="base">
              <a:buFont typeface="Arial" panose="020B0604020202020204" pitchFamily="34" charset="0"/>
              <a:buChar char="•"/>
            </a:pPr>
            <a:r>
              <a:rPr lang="en-US" sz="2400" i="1" u="sng" dirty="0">
                <a:solidFill>
                  <a:srgbClr val="000000"/>
                </a:solidFill>
              </a:rPr>
              <a:t>Contractor</a:t>
            </a:r>
            <a:r>
              <a:rPr lang="en-US" sz="2400" dirty="0">
                <a:solidFill>
                  <a:srgbClr val="000000"/>
                </a:solidFill>
              </a:rPr>
              <a:t> - does not provide services under the direction and dependence of another and is not subject to specific working hours.</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1" dirty="0">
                <a:solidFill>
                  <a:srgbClr val="000000"/>
                </a:solidFill>
              </a:rPr>
              <a:t>Contracts</a:t>
            </a:r>
            <a:r>
              <a:rPr lang="en-US" sz="2400" dirty="0">
                <a:solidFill>
                  <a:srgbClr val="000000"/>
                </a:solidFill>
              </a:rPr>
              <a:t>:</a:t>
            </a:r>
          </a:p>
          <a:p>
            <a:pPr lvl="1" fontAlgn="base">
              <a:buFont typeface="Arial" panose="020B0604020202020204" pitchFamily="34" charset="0"/>
              <a:buChar char="•"/>
            </a:pPr>
            <a:r>
              <a:rPr lang="en-US" sz="2400" dirty="0">
                <a:solidFill>
                  <a:srgbClr val="000000"/>
                </a:solidFill>
              </a:rPr>
              <a:t>All contracts must be written and in Spanish</a:t>
            </a:r>
          </a:p>
          <a:p>
            <a:pPr lvl="1" fontAlgn="base">
              <a:buFont typeface="Arial" panose="020B0604020202020204" pitchFamily="34" charset="0"/>
              <a:buChar char="•"/>
            </a:pPr>
            <a:r>
              <a:rPr lang="en-US" sz="2400" dirty="0">
                <a:solidFill>
                  <a:srgbClr val="000000"/>
                </a:solidFill>
              </a:rPr>
              <a:t>All payments or salaries quoted in Colombian pesos at the gross value.  </a:t>
            </a:r>
          </a:p>
          <a:p>
            <a:pPr lvl="1" fontAlgn="base">
              <a:buFont typeface="Arial" panose="020B0604020202020204" pitchFamily="34" charset="0"/>
              <a:buChar char="•"/>
            </a:pPr>
            <a:r>
              <a:rPr lang="en-US" sz="2400" dirty="0">
                <a:solidFill>
                  <a:srgbClr val="000000"/>
                </a:solidFill>
              </a:rPr>
              <a:t>Must use the labor lawyer approved template </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1" dirty="0">
                <a:solidFill>
                  <a:srgbClr val="000000"/>
                </a:solidFill>
              </a:rPr>
              <a:t>Probationary Period:</a:t>
            </a:r>
          </a:p>
          <a:p>
            <a:pPr lvl="1" fontAlgn="base">
              <a:buFont typeface="Arial" panose="020B0604020202020204" pitchFamily="34" charset="0"/>
              <a:buChar char="•"/>
            </a:pPr>
            <a:r>
              <a:rPr lang="en-US" sz="2400" dirty="0">
                <a:solidFill>
                  <a:srgbClr val="000000"/>
                </a:solidFill>
              </a:rPr>
              <a:t>Two (2) months for indefinite term contracts </a:t>
            </a:r>
          </a:p>
          <a:p>
            <a:pPr lvl="1" fontAlgn="base">
              <a:buFont typeface="Arial" panose="020B0604020202020204" pitchFamily="34" charset="0"/>
              <a:buChar char="•"/>
            </a:pPr>
            <a:r>
              <a:rPr lang="en-US" sz="2400" dirty="0">
                <a:solidFill>
                  <a:srgbClr val="000000"/>
                </a:solidFill>
              </a:rPr>
              <a:t>One-fifth of the duration of the contract for fixed-term contracts</a:t>
            </a:r>
          </a:p>
        </p:txBody>
      </p:sp>
    </p:spTree>
    <p:extLst>
      <p:ext uri="{BB962C8B-B14F-4D97-AF65-F5344CB8AC3E}">
        <p14:creationId xmlns:p14="http://schemas.microsoft.com/office/powerpoint/2010/main" val="2331446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Termination of Labor Contracts</a:t>
            </a:r>
          </a:p>
        </p:txBody>
      </p:sp>
      <p:sp>
        <p:nvSpPr>
          <p:cNvPr id="3" name="Content Placeholder 2"/>
          <p:cNvSpPr>
            <a:spLocks noGrp="1"/>
          </p:cNvSpPr>
          <p:nvPr>
            <p:ph idx="1"/>
          </p:nvPr>
        </p:nvSpPr>
        <p:spPr>
          <a:xfrm>
            <a:off x="371324" y="1267581"/>
            <a:ext cx="8401352" cy="4489752"/>
          </a:xfrm>
        </p:spPr>
        <p:txBody>
          <a:bodyPr>
            <a:normAutofit fontScale="92500" lnSpcReduction="10000"/>
          </a:bodyPr>
          <a:lstStyle/>
          <a:p>
            <a:pPr marL="0" indent="0" fontAlgn="base">
              <a:buNone/>
            </a:pPr>
            <a:r>
              <a:rPr lang="en-US" sz="2400" b="1" dirty="0">
                <a:solidFill>
                  <a:srgbClr val="000000"/>
                </a:solidFill>
              </a:rPr>
              <a:t>1)	As a matter of law; the labor contract:</a:t>
            </a:r>
          </a:p>
          <a:p>
            <a:pPr lvl="2" fontAlgn="base">
              <a:buFont typeface="Arial" panose="020B0604020202020204" pitchFamily="34" charset="0"/>
              <a:buChar char="•"/>
            </a:pPr>
            <a:r>
              <a:rPr lang="en-US" sz="2400" dirty="0">
                <a:solidFill>
                  <a:srgbClr val="000000"/>
                </a:solidFill>
              </a:rPr>
              <a:t>By death of the employee;</a:t>
            </a:r>
          </a:p>
          <a:p>
            <a:pPr lvl="2" fontAlgn="base">
              <a:buFont typeface="Arial" panose="020B0604020202020204" pitchFamily="34" charset="0"/>
              <a:buChar char="•"/>
            </a:pPr>
            <a:r>
              <a:rPr lang="en-US" sz="2400" dirty="0">
                <a:solidFill>
                  <a:srgbClr val="000000"/>
                </a:solidFill>
              </a:rPr>
              <a:t>By mutual consent;</a:t>
            </a:r>
          </a:p>
          <a:p>
            <a:pPr lvl="2" fontAlgn="base">
              <a:buFont typeface="Arial" panose="020B0604020202020204" pitchFamily="34" charset="0"/>
              <a:buChar char="•"/>
            </a:pPr>
            <a:r>
              <a:rPr lang="en-US" sz="2400" dirty="0">
                <a:solidFill>
                  <a:srgbClr val="000000"/>
                </a:solidFill>
              </a:rPr>
              <a:t>By expiration of the agreed fixed term;</a:t>
            </a:r>
          </a:p>
          <a:p>
            <a:pPr lvl="2" fontAlgn="base">
              <a:buFont typeface="Arial" panose="020B0604020202020204" pitchFamily="34" charset="0"/>
              <a:buChar char="•"/>
            </a:pPr>
            <a:r>
              <a:rPr lang="en-US" sz="2400" dirty="0">
                <a:solidFill>
                  <a:srgbClr val="000000"/>
                </a:solidFill>
              </a:rPr>
              <a:t>By termination of the work or work contracted;</a:t>
            </a:r>
          </a:p>
          <a:p>
            <a:pPr lvl="2" fontAlgn="base">
              <a:buFont typeface="Arial" panose="020B0604020202020204" pitchFamily="34" charset="0"/>
              <a:buChar char="•"/>
            </a:pPr>
            <a:r>
              <a:rPr lang="en-US" sz="2400" dirty="0">
                <a:solidFill>
                  <a:srgbClr val="000000"/>
                </a:solidFill>
              </a:rPr>
              <a:t>By liquidation or definitive closure of the company or establishment;</a:t>
            </a:r>
          </a:p>
          <a:p>
            <a:pPr lvl="2" fontAlgn="base">
              <a:buFont typeface="Arial" panose="020B0604020202020204" pitchFamily="34" charset="0"/>
              <a:buChar char="•"/>
            </a:pPr>
            <a:r>
              <a:rPr lang="en-US" sz="2400" dirty="0">
                <a:solidFill>
                  <a:srgbClr val="000000"/>
                </a:solidFill>
              </a:rPr>
              <a:t>Due to suspension of activities by the employer for more than one hundred and twenty (120) days;</a:t>
            </a:r>
          </a:p>
          <a:p>
            <a:pPr lvl="2" fontAlgn="base">
              <a:buFont typeface="Arial" panose="020B0604020202020204" pitchFamily="34" charset="0"/>
              <a:buChar char="•"/>
            </a:pPr>
            <a:r>
              <a:rPr lang="en-US" sz="2400" dirty="0">
                <a:solidFill>
                  <a:srgbClr val="000000"/>
                </a:solidFill>
              </a:rPr>
              <a:t>By enforceable sentence;</a:t>
            </a:r>
          </a:p>
          <a:p>
            <a:pPr lvl="2" fontAlgn="base">
              <a:buFont typeface="Arial" panose="020B0604020202020204" pitchFamily="34" charset="0"/>
              <a:buChar char="•"/>
            </a:pPr>
            <a:r>
              <a:rPr lang="en-US" sz="2400" dirty="0">
                <a:solidFill>
                  <a:srgbClr val="000000"/>
                </a:solidFill>
              </a:rPr>
              <a:t>For not returning the employee to his job when the causes of the suspension of the contract disappear.</a:t>
            </a:r>
          </a:p>
        </p:txBody>
      </p:sp>
    </p:spTree>
    <p:extLst>
      <p:ext uri="{BB962C8B-B14F-4D97-AF65-F5344CB8AC3E}">
        <p14:creationId xmlns:p14="http://schemas.microsoft.com/office/powerpoint/2010/main" val="4038355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Termination of Labor Contracts</a:t>
            </a:r>
          </a:p>
        </p:txBody>
      </p:sp>
      <p:sp>
        <p:nvSpPr>
          <p:cNvPr id="3" name="Content Placeholder 2"/>
          <p:cNvSpPr>
            <a:spLocks noGrp="1"/>
          </p:cNvSpPr>
          <p:nvPr>
            <p:ph idx="1"/>
          </p:nvPr>
        </p:nvSpPr>
        <p:spPr>
          <a:xfrm>
            <a:off x="371324" y="1267581"/>
            <a:ext cx="8401352" cy="4489752"/>
          </a:xfrm>
        </p:spPr>
        <p:txBody>
          <a:bodyPr>
            <a:normAutofit/>
          </a:bodyPr>
          <a:lstStyle/>
          <a:p>
            <a:pPr marL="0" indent="0" fontAlgn="base">
              <a:buNone/>
            </a:pPr>
            <a:r>
              <a:rPr lang="en-US" sz="2400" b="1" dirty="0">
                <a:solidFill>
                  <a:srgbClr val="000000"/>
                </a:solidFill>
              </a:rPr>
              <a:t>2)	By the will of one of the parties; there are just causes to terminate the employment contract unilaterally</a:t>
            </a:r>
          </a:p>
          <a:p>
            <a:pPr lvl="2" fontAlgn="base">
              <a:buFont typeface="Arial" panose="020B0604020202020204" pitchFamily="34" charset="0"/>
              <a:buChar char="•"/>
            </a:pPr>
            <a:r>
              <a:rPr lang="en-US" sz="2400" dirty="0">
                <a:solidFill>
                  <a:srgbClr val="000000"/>
                </a:solidFill>
              </a:rPr>
              <a:t>By employee or employer with or without just cause</a:t>
            </a:r>
          </a:p>
          <a:p>
            <a:pPr lvl="2" fontAlgn="base">
              <a:buFont typeface="Arial" panose="020B0604020202020204" pitchFamily="34" charset="0"/>
              <a:buChar char="•"/>
            </a:pPr>
            <a:r>
              <a:rPr lang="en-US" sz="2400" dirty="0">
                <a:solidFill>
                  <a:srgbClr val="000000"/>
                </a:solidFill>
              </a:rPr>
              <a:t>Termination without cause</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Labor certifications are provided upon termination indicating the following:	</a:t>
            </a:r>
          </a:p>
          <a:p>
            <a:pPr lvl="2" fontAlgn="base">
              <a:buFont typeface="Arial" panose="020B0604020202020204" pitchFamily="34" charset="0"/>
              <a:buChar char="•"/>
            </a:pPr>
            <a:r>
              <a:rPr lang="en-US" sz="2400" dirty="0">
                <a:solidFill>
                  <a:srgbClr val="000000"/>
                </a:solidFill>
              </a:rPr>
              <a:t>Start and end date;</a:t>
            </a:r>
          </a:p>
          <a:p>
            <a:pPr lvl="2" fontAlgn="base">
              <a:buFont typeface="Arial" panose="020B0604020202020204" pitchFamily="34" charset="0"/>
              <a:buChar char="•"/>
            </a:pPr>
            <a:r>
              <a:rPr lang="en-US" sz="2400" dirty="0">
                <a:solidFill>
                  <a:srgbClr val="000000"/>
                </a:solidFill>
              </a:rPr>
              <a:t>Type of work performed;</a:t>
            </a:r>
          </a:p>
          <a:p>
            <a:pPr lvl="2" fontAlgn="base">
              <a:buFont typeface="Arial" panose="020B0604020202020204" pitchFamily="34" charset="0"/>
              <a:buChar char="•"/>
            </a:pPr>
            <a:r>
              <a:rPr lang="en-US" sz="2400" dirty="0">
                <a:solidFill>
                  <a:srgbClr val="000000"/>
                </a:solidFill>
              </a:rPr>
              <a:t>Salary earned. </a:t>
            </a: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30551719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dirty="0">
                <a:solidFill>
                  <a:srgbClr val="F82136"/>
                </a:solidFill>
                <a:effectLst/>
                <a:latin typeface="Memphis Medium"/>
              </a:rPr>
              <a:t>Mandatory Notices for Termination of Labor Contract</a:t>
            </a:r>
          </a:p>
        </p:txBody>
      </p:sp>
      <p:sp>
        <p:nvSpPr>
          <p:cNvPr id="3" name="Content Placeholder 2"/>
          <p:cNvSpPr>
            <a:spLocks noGrp="1"/>
          </p:cNvSpPr>
          <p:nvPr>
            <p:ph idx="1"/>
          </p:nvPr>
        </p:nvSpPr>
        <p:spPr>
          <a:xfrm>
            <a:off x="371324" y="1267581"/>
            <a:ext cx="8401352" cy="4489752"/>
          </a:xfrm>
        </p:spPr>
        <p:txBody>
          <a:bodyPr>
            <a:normAutofit fontScale="92500" lnSpcReduction="10000"/>
          </a:bodyPr>
          <a:lstStyle/>
          <a:p>
            <a:pPr marL="0" indent="0" fontAlgn="base">
              <a:buNone/>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Minimum 15 days' written notice is required in cases of poor performance</a:t>
            </a:r>
          </a:p>
          <a:p>
            <a:pPr fontAlgn="base">
              <a:buFont typeface="Arial" panose="020B0604020202020204" pitchFamily="34" charset="0"/>
              <a:buChar char="•"/>
            </a:pPr>
            <a:r>
              <a:rPr lang="en-US" sz="2400" dirty="0">
                <a:solidFill>
                  <a:srgbClr val="000000"/>
                </a:solidFill>
              </a:rPr>
              <a:t>No notice is required for misconduct or termination without cause and the termination is effective immediately </a:t>
            </a:r>
          </a:p>
          <a:p>
            <a:pPr fontAlgn="base">
              <a:buFont typeface="Arial" panose="020B0604020202020204" pitchFamily="34" charset="0"/>
              <a:buChar char="•"/>
            </a:pPr>
            <a:r>
              <a:rPr lang="en-US" sz="2400" dirty="0">
                <a:solidFill>
                  <a:srgbClr val="000000"/>
                </a:solidFill>
              </a:rPr>
              <a:t>For employees with a fixed term agreement, written notice is required at least 30 days prior to the agreement’s expiration </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As applicable, employment is in effect during the notice period. </a:t>
            </a:r>
          </a:p>
          <a:p>
            <a:pPr lvl="1" fontAlgn="base">
              <a:buFont typeface="Arial" panose="020B0604020202020204" pitchFamily="34" charset="0"/>
              <a:buChar char="•"/>
            </a:pPr>
            <a:r>
              <a:rPr lang="en-US" sz="2400" dirty="0">
                <a:solidFill>
                  <a:srgbClr val="000000"/>
                </a:solidFill>
              </a:rPr>
              <a:t>If the employer immediately terminates the labor contract, the employer pays the employee the amount of wages that would have been earned if he/she worked the notice period</a:t>
            </a: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30420757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Severance (Indemnification) Pay</a:t>
            </a:r>
          </a:p>
        </p:txBody>
      </p:sp>
      <p:sp>
        <p:nvSpPr>
          <p:cNvPr id="3" name="Content Placeholder 2"/>
          <p:cNvSpPr>
            <a:spLocks noGrp="1"/>
          </p:cNvSpPr>
          <p:nvPr>
            <p:ph idx="1"/>
          </p:nvPr>
        </p:nvSpPr>
        <p:spPr>
          <a:xfrm>
            <a:off x="371324" y="1267581"/>
            <a:ext cx="8401352" cy="4489752"/>
          </a:xfrm>
        </p:spPr>
        <p:txBody>
          <a:bodyPr>
            <a:normAutofit/>
          </a:bodyPr>
          <a:lstStyle/>
          <a:p>
            <a:pPr marL="0" indent="0" fontAlgn="base">
              <a:buNone/>
            </a:pPr>
            <a:r>
              <a:rPr lang="en-US" sz="2400" dirty="0">
                <a:solidFill>
                  <a:srgbClr val="000000"/>
                </a:solidFill>
              </a:rPr>
              <a:t>Severance payment differs based on seniority, type of contract and salary – always follow Colombian labor law</a:t>
            </a:r>
          </a:p>
          <a:p>
            <a:pPr marL="0" indent="0" fontAlgn="base">
              <a:buNone/>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For fixed price agreements:</a:t>
            </a:r>
          </a:p>
          <a:p>
            <a:pPr lvl="1" fontAlgn="base">
              <a:buFont typeface="Arial" panose="020B0604020202020204" pitchFamily="34" charset="0"/>
              <a:buChar char="•"/>
            </a:pPr>
            <a:r>
              <a:rPr lang="en-US" sz="2400" dirty="0">
                <a:solidFill>
                  <a:srgbClr val="000000"/>
                </a:solidFill>
              </a:rPr>
              <a:t>Severance is equal to the value of salaries corresponding to the time remaining to meet the stipulated term of the contract; or that of the period determined by the duration of the work or the work contracted, which cannot be less than fifteen (15) days </a:t>
            </a: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4203041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Severance (Indemnification) Pay</a:t>
            </a:r>
          </a:p>
        </p:txBody>
      </p:sp>
      <p:sp>
        <p:nvSpPr>
          <p:cNvPr id="3" name="Content Placeholder 2"/>
          <p:cNvSpPr>
            <a:spLocks noGrp="1"/>
          </p:cNvSpPr>
          <p:nvPr>
            <p:ph idx="1"/>
          </p:nvPr>
        </p:nvSpPr>
        <p:spPr>
          <a:xfrm>
            <a:off x="371324" y="1267581"/>
            <a:ext cx="8401352" cy="4489752"/>
          </a:xfrm>
        </p:spPr>
        <p:txBody>
          <a:bodyPr>
            <a:normAutofit fontScale="85000" lnSpcReduction="20000"/>
          </a:bodyPr>
          <a:lstStyle/>
          <a:p>
            <a:pPr fontAlgn="base">
              <a:buFont typeface="Arial" panose="020B0604020202020204" pitchFamily="34" charset="0"/>
              <a:buChar char="•"/>
            </a:pPr>
            <a:r>
              <a:rPr lang="en-US" sz="2400" dirty="0">
                <a:solidFill>
                  <a:srgbClr val="000000"/>
                </a:solidFill>
              </a:rPr>
              <a:t>Indefinite term contracts the compensation will be paid as follows:</a:t>
            </a:r>
          </a:p>
          <a:p>
            <a:pPr fontAlgn="base">
              <a:buFont typeface="Arial" panose="020B0604020202020204" pitchFamily="34" charset="0"/>
              <a:buChar char="•"/>
            </a:pPr>
            <a:endParaRPr lang="en-US" sz="2400" dirty="0">
              <a:solidFill>
                <a:srgbClr val="000000"/>
              </a:solidFill>
            </a:endParaRPr>
          </a:p>
          <a:p>
            <a:pPr lvl="1" fontAlgn="base">
              <a:buFont typeface="Arial" panose="020B0604020202020204" pitchFamily="34" charset="0"/>
              <a:buChar char="•"/>
            </a:pPr>
            <a:r>
              <a:rPr lang="en-US" sz="2400" i="1" dirty="0">
                <a:solidFill>
                  <a:srgbClr val="000000"/>
                </a:solidFill>
              </a:rPr>
              <a:t>For employees who earn a salary of less than ten (10) legal monthly minimum wages:</a:t>
            </a:r>
          </a:p>
          <a:p>
            <a:pPr lvl="2" fontAlgn="base">
              <a:buFont typeface="Arial" panose="020B0604020202020204" pitchFamily="34" charset="0"/>
              <a:buChar char="•"/>
            </a:pPr>
            <a:r>
              <a:rPr lang="en-US" sz="2400" dirty="0">
                <a:solidFill>
                  <a:srgbClr val="000000"/>
                </a:solidFill>
              </a:rPr>
              <a:t>For 1 year of service – 30 days of salary</a:t>
            </a:r>
          </a:p>
          <a:p>
            <a:pPr lvl="2" fontAlgn="base">
              <a:buFont typeface="Arial" panose="020B0604020202020204" pitchFamily="34" charset="0"/>
              <a:buChar char="•"/>
            </a:pPr>
            <a:r>
              <a:rPr lang="en-US" sz="2400" dirty="0">
                <a:solidFill>
                  <a:srgbClr val="000000"/>
                </a:solidFill>
              </a:rPr>
              <a:t>More than 1 year of continuous service - 20 Additional Days beyond the 30 Days of Salary above for each of the years of service - proportional in nature</a:t>
            </a:r>
          </a:p>
          <a:p>
            <a:pPr lvl="2" fontAlgn="base">
              <a:buFont typeface="Arial" panose="020B0604020202020204" pitchFamily="34" charset="0"/>
              <a:buChar char="•"/>
            </a:pPr>
            <a:endParaRPr lang="en-US" sz="2400" dirty="0">
              <a:solidFill>
                <a:srgbClr val="000000"/>
              </a:solidFill>
            </a:endParaRPr>
          </a:p>
          <a:p>
            <a:pPr lvl="1" fontAlgn="base">
              <a:buFont typeface="Arial" panose="020B0604020202020204" pitchFamily="34" charset="0"/>
              <a:buChar char="•"/>
            </a:pPr>
            <a:r>
              <a:rPr lang="en-US" sz="2400" i="1" dirty="0">
                <a:solidFill>
                  <a:srgbClr val="000000"/>
                </a:solidFill>
              </a:rPr>
              <a:t>For employees who earn a salary of more than ten (10) legal monthly minimum wages:</a:t>
            </a:r>
          </a:p>
          <a:p>
            <a:pPr lvl="2" fontAlgn="base">
              <a:buFont typeface="Arial" panose="020B0604020202020204" pitchFamily="34" charset="0"/>
              <a:buChar char="•"/>
            </a:pPr>
            <a:r>
              <a:rPr lang="en-US" sz="2400" dirty="0">
                <a:solidFill>
                  <a:srgbClr val="000000"/>
                </a:solidFill>
              </a:rPr>
              <a:t>For 1 year of service – 20 days of salary</a:t>
            </a:r>
          </a:p>
          <a:p>
            <a:pPr lvl="2" fontAlgn="base">
              <a:buFont typeface="Arial" panose="020B0604020202020204" pitchFamily="34" charset="0"/>
              <a:buChar char="•"/>
            </a:pPr>
            <a:r>
              <a:rPr lang="en-US" sz="2400" dirty="0">
                <a:solidFill>
                  <a:srgbClr val="000000"/>
                </a:solidFill>
              </a:rPr>
              <a:t>More than 1 year of continuous service - 15 Additional Days beyond the 20 Days of Salary above for each of the years of service - proportional in nature</a:t>
            </a:r>
          </a:p>
          <a:p>
            <a:pPr lvl="2"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25611897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Worktime &amp; Workdays</a:t>
            </a:r>
          </a:p>
        </p:txBody>
      </p:sp>
      <p:sp>
        <p:nvSpPr>
          <p:cNvPr id="3" name="Content Placeholder 2"/>
          <p:cNvSpPr>
            <a:spLocks noGrp="1"/>
          </p:cNvSpPr>
          <p:nvPr>
            <p:ph idx="1"/>
          </p:nvPr>
        </p:nvSpPr>
        <p:spPr>
          <a:xfrm>
            <a:off x="371324" y="1267581"/>
            <a:ext cx="8401352" cy="4489752"/>
          </a:xfrm>
        </p:spPr>
        <p:txBody>
          <a:bodyPr>
            <a:normAutofit fontScale="77500" lnSpcReduction="20000"/>
          </a:bodyPr>
          <a:lstStyle/>
          <a:p>
            <a:pPr fontAlgn="base">
              <a:buFont typeface="Arial" panose="020B0604020202020204" pitchFamily="34" charset="0"/>
              <a:buChar char="•"/>
            </a:pPr>
            <a:r>
              <a:rPr lang="en-US" sz="2400" dirty="0">
                <a:solidFill>
                  <a:srgbClr val="000000"/>
                </a:solidFill>
              </a:rPr>
              <a:t>Normal (day) worktime is 8 hours per day and 40 hours per week. </a:t>
            </a:r>
          </a:p>
          <a:p>
            <a:pPr lvl="1" fontAlgn="base">
              <a:buFont typeface="Arial" panose="020B0604020202020204" pitchFamily="34" charset="0"/>
              <a:buChar char="•"/>
            </a:pPr>
            <a:r>
              <a:rPr lang="en-US" sz="2400" dirty="0">
                <a:solidFill>
                  <a:srgbClr val="000000"/>
                </a:solidFill>
              </a:rPr>
              <a:t>Option A: Monday to Friday from 8 am to 5 pm, or 40 hours of work per week.</a:t>
            </a:r>
          </a:p>
          <a:p>
            <a:pPr lvl="1" fontAlgn="base">
              <a:buFont typeface="Arial" panose="020B0604020202020204" pitchFamily="34" charset="0"/>
              <a:buChar char="•"/>
            </a:pPr>
            <a:r>
              <a:rPr lang="en-US" sz="2400" dirty="0">
                <a:solidFill>
                  <a:srgbClr val="000000"/>
                </a:solidFill>
              </a:rPr>
              <a:t>Option B: Monday to Friday from 9 am to 6 pm, or 40 hours of work per week.</a:t>
            </a:r>
          </a:p>
          <a:p>
            <a:pPr fontAlgn="base">
              <a:buFont typeface="Arial" panose="020B0604020202020204" pitchFamily="34" charset="0"/>
              <a:buChar char="•"/>
            </a:pPr>
            <a:r>
              <a:rPr lang="en-US" sz="2400" dirty="0">
                <a:solidFill>
                  <a:srgbClr val="000000"/>
                </a:solidFill>
              </a:rPr>
              <a:t>In Replicon all staff are required to account for all workdays Monday through Friday (unless there is a federal holiday) by working a regular day or taking the appropriate type of paid leave</a:t>
            </a:r>
          </a:p>
          <a:p>
            <a:pPr fontAlgn="base">
              <a:buFont typeface="Arial" panose="020B0604020202020204" pitchFamily="34" charset="0"/>
              <a:buChar char="•"/>
            </a:pPr>
            <a:r>
              <a:rPr lang="en-US" sz="2400" dirty="0">
                <a:solidFill>
                  <a:srgbClr val="000000"/>
                </a:solidFill>
              </a:rPr>
              <a:t>Overtime is not permitted without prior approval from supervisor, as there are premiums paid</a:t>
            </a:r>
          </a:p>
          <a:p>
            <a:pPr fontAlgn="base">
              <a:buFont typeface="Arial" panose="020B0604020202020204" pitchFamily="34" charset="0"/>
              <a:buChar char="•"/>
            </a:pPr>
            <a:r>
              <a:rPr lang="en-US" sz="2400" dirty="0">
                <a:solidFill>
                  <a:srgbClr val="000000"/>
                </a:solidFill>
              </a:rPr>
              <a:t>Breaks</a:t>
            </a:r>
          </a:p>
          <a:p>
            <a:pPr lvl="1" fontAlgn="base">
              <a:buFont typeface="Arial" panose="020B0604020202020204" pitchFamily="34" charset="0"/>
              <a:buChar char="•"/>
            </a:pPr>
            <a:r>
              <a:rPr lang="en-US" sz="2400" i="1" u="sng" dirty="0">
                <a:solidFill>
                  <a:srgbClr val="000000"/>
                </a:solidFill>
              </a:rPr>
              <a:t>Lunch Break </a:t>
            </a:r>
            <a:r>
              <a:rPr lang="en-US" sz="2400" dirty="0">
                <a:solidFill>
                  <a:srgbClr val="000000"/>
                </a:solidFill>
              </a:rPr>
              <a:t>- one hour between 12:00pm and 2:00pm. </a:t>
            </a:r>
          </a:p>
          <a:p>
            <a:pPr lvl="1" fontAlgn="base">
              <a:buFont typeface="Arial" panose="020B0604020202020204" pitchFamily="34" charset="0"/>
              <a:buChar char="•"/>
            </a:pPr>
            <a:r>
              <a:rPr lang="en-US" sz="2400" i="1" u="sng" dirty="0">
                <a:solidFill>
                  <a:srgbClr val="000000"/>
                </a:solidFill>
              </a:rPr>
              <a:t>Break for Pregnant Women </a:t>
            </a:r>
            <a:r>
              <a:rPr lang="en-US" sz="2400" dirty="0">
                <a:solidFill>
                  <a:srgbClr val="000000"/>
                </a:solidFill>
              </a:rPr>
              <a:t>- Two breaks of 30 minutes each </a:t>
            </a:r>
          </a:p>
          <a:p>
            <a:pPr lvl="1" fontAlgn="base">
              <a:buFont typeface="Arial" panose="020B0604020202020204" pitchFamily="34" charset="0"/>
              <a:buChar char="•"/>
            </a:pPr>
            <a:r>
              <a:rPr lang="en-US" sz="2400" i="1" u="sng" dirty="0">
                <a:solidFill>
                  <a:srgbClr val="000000"/>
                </a:solidFill>
              </a:rPr>
              <a:t>Breastfeeding Break </a:t>
            </a:r>
            <a:r>
              <a:rPr lang="en-US" sz="2400" dirty="0">
                <a:solidFill>
                  <a:srgbClr val="000000"/>
                </a:solidFill>
              </a:rPr>
              <a:t>- Two breaks of 30 minutes each within </a:t>
            </a:r>
          </a:p>
          <a:p>
            <a:pPr lvl="2" fontAlgn="base">
              <a:buFont typeface="Arial" panose="020B0604020202020204" pitchFamily="34" charset="0"/>
              <a:buChar char="•"/>
            </a:pPr>
            <a:r>
              <a:rPr lang="en-US" sz="2400" dirty="0">
                <a:solidFill>
                  <a:srgbClr val="000000"/>
                </a:solidFill>
              </a:rPr>
              <a:t>Can merge into a 60-minute break or 1-hour late arrival or early dismissal</a:t>
            </a: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35117744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Holidays &amp; Compensatory Time</a:t>
            </a:r>
          </a:p>
        </p:txBody>
      </p:sp>
      <p:sp>
        <p:nvSpPr>
          <p:cNvPr id="3" name="Content Placeholder 2"/>
          <p:cNvSpPr>
            <a:spLocks noGrp="1"/>
          </p:cNvSpPr>
          <p:nvPr>
            <p:ph idx="1"/>
          </p:nvPr>
        </p:nvSpPr>
        <p:spPr>
          <a:xfrm>
            <a:off x="371324" y="1267581"/>
            <a:ext cx="8401352" cy="4489752"/>
          </a:xfrm>
        </p:spPr>
        <p:txBody>
          <a:bodyPr>
            <a:normAutofit fontScale="92500"/>
          </a:bodyPr>
          <a:lstStyle/>
          <a:p>
            <a:pPr fontAlgn="base">
              <a:buFont typeface="Arial" panose="020B0604020202020204" pitchFamily="34" charset="0"/>
              <a:buChar char="•"/>
            </a:pPr>
            <a:r>
              <a:rPr lang="en-US" sz="2400" dirty="0">
                <a:solidFill>
                  <a:srgbClr val="000000"/>
                </a:solidFill>
              </a:rPr>
              <a:t>All national Colombian holidays are provided to staff</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Compensatory time is not related to hours or days worked and does not accumulate or accrue.</a:t>
            </a:r>
          </a:p>
          <a:p>
            <a:pPr lvl="1" fontAlgn="base">
              <a:buFont typeface="Arial" panose="020B0604020202020204" pitchFamily="34" charset="0"/>
              <a:buChar char="•"/>
            </a:pPr>
            <a:r>
              <a:rPr lang="en-US" sz="2400" dirty="0">
                <a:solidFill>
                  <a:srgbClr val="000000"/>
                </a:solidFill>
              </a:rPr>
              <a:t>Employees are eligible for one day (8 hours) of compensatory time within thirty (30) days of the following circumstance:</a:t>
            </a:r>
          </a:p>
          <a:p>
            <a:pPr marL="0" indent="0" fontAlgn="base">
              <a:buNone/>
            </a:pPr>
            <a:r>
              <a:rPr lang="en-US" sz="2400" dirty="0">
                <a:solidFill>
                  <a:srgbClr val="000000"/>
                </a:solidFill>
              </a:rPr>
              <a:t>			- Employees on travel for six or more consecutive days</a:t>
            </a:r>
          </a:p>
          <a:p>
            <a:pPr marL="0" indent="0" fontAlgn="base">
              <a:buNone/>
            </a:pPr>
            <a:r>
              <a:rPr lang="en-US" sz="2400" dirty="0">
                <a:solidFill>
                  <a:srgbClr val="000000"/>
                </a:solidFill>
              </a:rPr>
              <a:t>			- Administrative staff following an audit</a:t>
            </a:r>
          </a:p>
          <a:p>
            <a:pPr marL="0" indent="0" fontAlgn="base">
              <a:buNone/>
            </a:pPr>
            <a:r>
              <a:rPr lang="en-US" sz="2400" dirty="0">
                <a:solidFill>
                  <a:srgbClr val="000000"/>
                </a:solidFill>
              </a:rPr>
              <a:t>			- Employees who worked on submitted proposal </a:t>
            </a:r>
          </a:p>
          <a:p>
            <a:pPr fontAlgn="base"/>
            <a:r>
              <a:rPr lang="en-US" sz="2400" dirty="0">
                <a:solidFill>
                  <a:srgbClr val="000000"/>
                </a:solidFill>
              </a:rPr>
              <a:t>Compensatory time is recorded as regular hours in Replicon, with a comment indicating the approved reason</a:t>
            </a:r>
          </a:p>
        </p:txBody>
      </p:sp>
    </p:spTree>
    <p:extLst>
      <p:ext uri="{BB962C8B-B14F-4D97-AF65-F5344CB8AC3E}">
        <p14:creationId xmlns:p14="http://schemas.microsoft.com/office/powerpoint/2010/main" val="10400241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Wages</a:t>
            </a:r>
          </a:p>
        </p:txBody>
      </p:sp>
      <p:sp>
        <p:nvSpPr>
          <p:cNvPr id="3" name="Content Placeholder 2"/>
          <p:cNvSpPr>
            <a:spLocks noGrp="1"/>
          </p:cNvSpPr>
          <p:nvPr>
            <p:ph idx="1"/>
          </p:nvPr>
        </p:nvSpPr>
        <p:spPr>
          <a:xfrm>
            <a:off x="371324" y="1267581"/>
            <a:ext cx="8401352" cy="4489752"/>
          </a:xfrm>
        </p:spPr>
        <p:txBody>
          <a:bodyPr>
            <a:normAutofit lnSpcReduction="10000"/>
          </a:bodyPr>
          <a:lstStyle/>
          <a:p>
            <a:pPr fontAlgn="base">
              <a:buFont typeface="Arial" panose="020B0604020202020204" pitchFamily="34" charset="0"/>
              <a:buChar char="•"/>
            </a:pPr>
            <a:r>
              <a:rPr lang="en-US" sz="2400" dirty="0">
                <a:solidFill>
                  <a:srgbClr val="000000"/>
                </a:solidFill>
              </a:rPr>
              <a:t>Salary payments are made by BackStart Up by the 25</a:t>
            </a:r>
            <a:r>
              <a:rPr lang="en-US" sz="2400" baseline="30000" dirty="0">
                <a:solidFill>
                  <a:srgbClr val="000000"/>
                </a:solidFill>
              </a:rPr>
              <a:t>th</a:t>
            </a:r>
            <a:r>
              <a:rPr lang="en-US" sz="2400" dirty="0">
                <a:solidFill>
                  <a:srgbClr val="000000"/>
                </a:solidFill>
              </a:rPr>
              <a:t> of the month, for the current month’s services</a:t>
            </a:r>
          </a:p>
          <a:p>
            <a:pPr fontAlgn="base">
              <a:buFont typeface="Arial" panose="020B0604020202020204" pitchFamily="34" charset="0"/>
              <a:buChar char="•"/>
            </a:pPr>
            <a:endParaRPr lang="en-US" sz="2400" dirty="0">
              <a:solidFill>
                <a:srgbClr val="000000"/>
              </a:solidFill>
            </a:endParaRPr>
          </a:p>
          <a:p>
            <a:pPr lvl="1" fontAlgn="base">
              <a:buFont typeface="Arial" panose="020B0604020202020204" pitchFamily="34" charset="0"/>
              <a:buChar char="•"/>
            </a:pPr>
            <a:r>
              <a:rPr lang="en-US" sz="2400" dirty="0">
                <a:solidFill>
                  <a:srgbClr val="000000"/>
                </a:solidFill>
              </a:rPr>
              <a:t>No advance of wages/salary or leave is permitted </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Staff must complete timesheet in Replicon to support payroll </a:t>
            </a:r>
          </a:p>
          <a:p>
            <a:pPr lvl="1" fontAlgn="base">
              <a:buFont typeface="Arial" panose="020B0604020202020204" pitchFamily="34" charset="0"/>
              <a:buChar char="•"/>
            </a:pPr>
            <a:r>
              <a:rPr lang="en-US" sz="2400" b="0" i="0" u="none" strike="noStrike" dirty="0">
                <a:solidFill>
                  <a:srgbClr val="000000"/>
                </a:solidFill>
                <a:effectLst/>
                <a:latin typeface="Trade Gothic"/>
              </a:rPr>
              <a:t>Timesheets are submitted by employees each Friday</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lvl="1" fontAlgn="base">
              <a:buFont typeface="Arial" panose="020B0604020202020204" pitchFamily="34" charset="0"/>
              <a:buChar char="•"/>
            </a:pPr>
            <a:r>
              <a:rPr lang="en-US" sz="2400" b="0" i="0" u="none" strike="noStrike" dirty="0">
                <a:solidFill>
                  <a:srgbClr val="000000"/>
                </a:solidFill>
                <a:effectLst/>
                <a:latin typeface="Trade Gothic"/>
              </a:rPr>
              <a:t>Supervisors approve timesheets by the following Tuesday</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lvl="1" fontAlgn="base">
              <a:buFont typeface="Arial" panose="020B0604020202020204" pitchFamily="34" charset="0"/>
              <a:buChar char="•"/>
            </a:pPr>
            <a:r>
              <a:rPr lang="en-US" sz="2400" b="0" i="0" u="none" strike="noStrike" dirty="0">
                <a:solidFill>
                  <a:srgbClr val="000000"/>
                </a:solidFill>
                <a:effectLst/>
                <a:latin typeface="Trade Gothic"/>
              </a:rPr>
              <a:t>Leave taken must be accurately reported on timesheets and must match the payroll journal</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marL="0" indent="0" algn="l" rtl="0" fontAlgn="base">
              <a:buNone/>
            </a:pP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2109360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Statutory Deductions</a:t>
            </a:r>
          </a:p>
        </p:txBody>
      </p:sp>
      <p:pic>
        <p:nvPicPr>
          <p:cNvPr id="6" name="Content Placeholder 5">
            <a:extLst>
              <a:ext uri="{FF2B5EF4-FFF2-40B4-BE49-F238E27FC236}">
                <a16:creationId xmlns:a16="http://schemas.microsoft.com/office/drawing/2014/main" id="{25949FFA-FABD-47CC-9156-59DB0B247E64}"/>
              </a:ext>
            </a:extLst>
          </p:cNvPr>
          <p:cNvPicPr>
            <a:picLocks noGrp="1" noChangeAspect="1"/>
          </p:cNvPicPr>
          <p:nvPr>
            <p:ph idx="1"/>
          </p:nvPr>
        </p:nvPicPr>
        <p:blipFill>
          <a:blip r:embed="rId2"/>
          <a:stretch>
            <a:fillRect/>
          </a:stretch>
        </p:blipFill>
        <p:spPr>
          <a:xfrm>
            <a:off x="870238" y="1100667"/>
            <a:ext cx="6827171" cy="3940628"/>
          </a:xfrm>
          <a:prstGeom prst="rect">
            <a:avLst/>
          </a:prstGeom>
        </p:spPr>
      </p:pic>
      <p:sp>
        <p:nvSpPr>
          <p:cNvPr id="7" name="Content Placeholder 2">
            <a:extLst>
              <a:ext uri="{FF2B5EF4-FFF2-40B4-BE49-F238E27FC236}">
                <a16:creationId xmlns:a16="http://schemas.microsoft.com/office/drawing/2014/main" id="{1BDEAC52-8075-4CF3-825F-8F0B3852791E}"/>
              </a:ext>
            </a:extLst>
          </p:cNvPr>
          <p:cNvSpPr txBox="1">
            <a:spLocks/>
          </p:cNvSpPr>
          <p:nvPr/>
        </p:nvSpPr>
        <p:spPr>
          <a:xfrm>
            <a:off x="371324" y="5121136"/>
            <a:ext cx="7650238" cy="91923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800" kern="1200">
                <a:solidFill>
                  <a:schemeClr val="tx1"/>
                </a:solidFill>
                <a:latin typeface="Trade Gothic"/>
                <a:ea typeface="+mn-ea"/>
                <a:cs typeface="Trade Gothic"/>
              </a:defRPr>
            </a:lvl1pPr>
            <a:lvl2pPr marL="742950" indent="-285750" algn="l" defTabSz="457200" rtl="0" eaLnBrk="1" latinLnBrk="0" hangingPunct="1">
              <a:spcBef>
                <a:spcPct val="20000"/>
              </a:spcBef>
              <a:buFont typeface="Arial"/>
              <a:buChar char="•"/>
              <a:defRPr sz="1800" kern="1200">
                <a:solidFill>
                  <a:schemeClr val="tx1"/>
                </a:solidFill>
                <a:latin typeface="Trade Gothic"/>
                <a:ea typeface="+mn-ea"/>
                <a:cs typeface="Trade Gothic"/>
              </a:defRPr>
            </a:lvl2pPr>
            <a:lvl3pPr marL="1143000" indent="-228600" algn="l" defTabSz="457200" rtl="0" eaLnBrk="1" latinLnBrk="0" hangingPunct="1">
              <a:spcBef>
                <a:spcPct val="20000"/>
              </a:spcBef>
              <a:buFont typeface="Courier New"/>
              <a:buChar char="o"/>
              <a:defRPr sz="1800" kern="1200">
                <a:solidFill>
                  <a:schemeClr val="tx1"/>
                </a:solidFill>
                <a:latin typeface="Trade Gothic"/>
                <a:ea typeface="+mn-ea"/>
                <a:cs typeface="Trade Gothic"/>
              </a:defRPr>
            </a:lvl3pPr>
            <a:lvl4pPr marL="1600200" indent="-228600" algn="l" defTabSz="457200" rtl="0" eaLnBrk="1" latinLnBrk="0" hangingPunct="1">
              <a:spcBef>
                <a:spcPct val="20000"/>
              </a:spcBef>
              <a:buFont typeface="Arial"/>
              <a:buChar char="–"/>
              <a:defRPr sz="1800" kern="1200">
                <a:solidFill>
                  <a:schemeClr val="tx1"/>
                </a:solidFill>
                <a:latin typeface="Trade Gothic"/>
                <a:ea typeface="+mn-ea"/>
                <a:cs typeface="Trade Gothic"/>
              </a:defRPr>
            </a:lvl4pPr>
            <a:lvl5pPr marL="2057400" indent="-228600" algn="l" defTabSz="457200" rtl="0" eaLnBrk="1" latinLnBrk="0" hangingPunct="1">
              <a:spcBef>
                <a:spcPct val="20000"/>
              </a:spcBef>
              <a:buFont typeface="Arial"/>
              <a:buChar char="»"/>
              <a:defRPr sz="1800" kern="1200">
                <a:solidFill>
                  <a:schemeClr val="tx1"/>
                </a:solidFill>
                <a:latin typeface="Trade Gothic"/>
                <a:ea typeface="+mn-ea"/>
                <a:cs typeface="Trade Gothic"/>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base">
              <a:buFont typeface="Arial" panose="020B0604020202020204" pitchFamily="34" charset="0"/>
              <a:buChar char="•"/>
            </a:pPr>
            <a:r>
              <a:rPr lang="en-US" dirty="0">
                <a:solidFill>
                  <a:srgbClr val="000000"/>
                </a:solidFill>
              </a:rPr>
              <a:t>No other deductions made without prior written agreement with employee. </a:t>
            </a:r>
          </a:p>
        </p:txBody>
      </p:sp>
    </p:spTree>
    <p:extLst>
      <p:ext uri="{BB962C8B-B14F-4D97-AF65-F5344CB8AC3E}">
        <p14:creationId xmlns:p14="http://schemas.microsoft.com/office/powerpoint/2010/main" val="11727400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Social </a:t>
            </a:r>
            <a:r>
              <a:rPr lang="en-US" dirty="0"/>
              <a:t>B</a:t>
            </a:r>
            <a:r>
              <a:rPr lang="en-US" b="1" i="0" u="none" strike="noStrike" dirty="0">
                <a:solidFill>
                  <a:srgbClr val="F82136"/>
                </a:solidFill>
                <a:effectLst/>
                <a:latin typeface="Memphis Medium"/>
              </a:rPr>
              <a:t>enefits</a:t>
            </a:r>
          </a:p>
        </p:txBody>
      </p:sp>
      <p:sp>
        <p:nvSpPr>
          <p:cNvPr id="3" name="Content Placeholder 2"/>
          <p:cNvSpPr>
            <a:spLocks noGrp="1"/>
          </p:cNvSpPr>
          <p:nvPr>
            <p:ph idx="1"/>
          </p:nvPr>
        </p:nvSpPr>
        <p:spPr>
          <a:xfrm>
            <a:off x="371324" y="1267581"/>
            <a:ext cx="8401352" cy="4489752"/>
          </a:xfrm>
        </p:spPr>
        <p:txBody>
          <a:bodyPr>
            <a:normAutofit/>
          </a:bodyPr>
          <a:lstStyle/>
          <a:p>
            <a:pPr fontAlgn="base">
              <a:buFont typeface="Arial" panose="020B0604020202020204" pitchFamily="34" charset="0"/>
              <a:buChar char="•"/>
            </a:pPr>
            <a:r>
              <a:rPr lang="en-US" sz="2400" dirty="0">
                <a:solidFill>
                  <a:srgbClr val="000000"/>
                </a:solidFill>
              </a:rPr>
              <a:t>All staff provided required minimum fringe benefits in Colombia including:</a:t>
            </a:r>
          </a:p>
          <a:p>
            <a:pPr lvl="1" fontAlgn="base">
              <a:buFont typeface="Arial" panose="020B0604020202020204" pitchFamily="34" charset="0"/>
              <a:buChar char="•"/>
            </a:pPr>
            <a:r>
              <a:rPr lang="en-US" sz="2400" dirty="0">
                <a:solidFill>
                  <a:srgbClr val="000000"/>
                </a:solidFill>
              </a:rPr>
              <a:t>Severance aid (Cesantías) - Equivalent to 30 days of salary for every year of service (proportionally)</a:t>
            </a:r>
          </a:p>
          <a:p>
            <a:pPr lvl="1" fontAlgn="base">
              <a:buFont typeface="Arial" panose="020B0604020202020204" pitchFamily="34" charset="0"/>
              <a:buChar char="•"/>
            </a:pPr>
            <a:r>
              <a:rPr lang="en-US" sz="2400" dirty="0">
                <a:solidFill>
                  <a:srgbClr val="000000"/>
                </a:solidFill>
              </a:rPr>
              <a:t>Interest on severance aid (Intereses de Cesantías)- Equivalent to 12% of the severance payment per year (proportionally)</a:t>
            </a:r>
          </a:p>
          <a:p>
            <a:pPr lvl="1" fontAlgn="base">
              <a:buFont typeface="Arial" panose="020B0604020202020204" pitchFamily="34" charset="0"/>
              <a:buChar char="•"/>
            </a:pPr>
            <a:r>
              <a:rPr lang="en-US" sz="2400" dirty="0">
                <a:solidFill>
                  <a:srgbClr val="000000"/>
                </a:solidFill>
              </a:rPr>
              <a:t>June and December service bonus (Prima) - Equivalent to 15 days' salary (or proportional)</a:t>
            </a:r>
          </a:p>
          <a:p>
            <a:pPr lvl="1" fontAlgn="base">
              <a:buFont typeface="Arial" panose="020B0604020202020204" pitchFamily="34" charset="0"/>
              <a:buChar char="•"/>
            </a:pPr>
            <a:r>
              <a:rPr lang="en-US" sz="2400" dirty="0">
                <a:solidFill>
                  <a:srgbClr val="000000"/>
                </a:solidFill>
              </a:rPr>
              <a:t>Paid Leave – see next slides</a:t>
            </a:r>
          </a:p>
          <a:p>
            <a:pPr lvl="2" fontAlgn="base">
              <a:buFont typeface="Arial" panose="020B0604020202020204" pitchFamily="34" charset="0"/>
              <a:buChar char="•"/>
            </a:pPr>
            <a:r>
              <a:rPr lang="en-US" sz="2400" b="1" u="sng" dirty="0">
                <a:solidFill>
                  <a:srgbClr val="000000"/>
                </a:solidFill>
              </a:rPr>
              <a:t>No advance leave is paid</a:t>
            </a: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25233869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Paid Annual Leave</a:t>
            </a:r>
          </a:p>
        </p:txBody>
      </p:sp>
      <p:sp>
        <p:nvSpPr>
          <p:cNvPr id="3" name="Content Placeholder 2"/>
          <p:cNvSpPr>
            <a:spLocks noGrp="1"/>
          </p:cNvSpPr>
          <p:nvPr>
            <p:ph idx="1"/>
          </p:nvPr>
        </p:nvSpPr>
        <p:spPr>
          <a:xfrm>
            <a:off x="371324" y="1267581"/>
            <a:ext cx="8401352" cy="4489752"/>
          </a:xfrm>
        </p:spPr>
        <p:txBody>
          <a:bodyPr>
            <a:normAutofit fontScale="92500" lnSpcReduction="20000"/>
          </a:bodyPr>
          <a:lstStyle/>
          <a:p>
            <a:pPr fontAlgn="base">
              <a:buFont typeface="Arial" panose="020B0604020202020204" pitchFamily="34" charset="0"/>
              <a:buChar char="•"/>
            </a:pPr>
            <a:r>
              <a:rPr lang="en-US" sz="2400" b="1" dirty="0">
                <a:solidFill>
                  <a:srgbClr val="000000"/>
                </a:solidFill>
              </a:rPr>
              <a:t>Annual leave:</a:t>
            </a:r>
          </a:p>
          <a:p>
            <a:pPr lvl="1" fontAlgn="base">
              <a:buFont typeface="Arial" panose="020B0604020202020204" pitchFamily="34" charset="0"/>
              <a:buChar char="•"/>
            </a:pPr>
            <a:r>
              <a:rPr lang="en-US" sz="2400" dirty="0">
                <a:solidFill>
                  <a:srgbClr val="000000"/>
                </a:solidFill>
              </a:rPr>
              <a:t>15 working days of annual leave per year worked</a:t>
            </a:r>
          </a:p>
          <a:p>
            <a:pPr lvl="1" fontAlgn="base">
              <a:buFont typeface="Arial" panose="020B0604020202020204" pitchFamily="34" charset="0"/>
              <a:buChar char="•"/>
            </a:pPr>
            <a:r>
              <a:rPr lang="en-US" sz="2400" dirty="0">
                <a:solidFill>
                  <a:srgbClr val="000000"/>
                </a:solidFill>
              </a:rPr>
              <a:t>On the first of each month, 1.25 days of annual leave will be accrued in Replicon</a:t>
            </a:r>
          </a:p>
          <a:p>
            <a:pPr lvl="1" fontAlgn="base">
              <a:buFont typeface="Arial" panose="020B0604020202020204" pitchFamily="34" charset="0"/>
              <a:buChar char="•"/>
            </a:pPr>
            <a:r>
              <a:rPr lang="en-US" sz="2400" dirty="0">
                <a:solidFill>
                  <a:srgbClr val="000000"/>
                </a:solidFill>
              </a:rPr>
              <a:t>Per Colombian law, at a minimum employees must take at least 6 days’ vacation per year</a:t>
            </a:r>
          </a:p>
          <a:p>
            <a:pPr lvl="1" fontAlgn="base">
              <a:buFont typeface="Arial" panose="020B0604020202020204" pitchFamily="34" charset="0"/>
              <a:buChar char="•"/>
            </a:pPr>
            <a:r>
              <a:rPr lang="en-US" sz="2400" dirty="0">
                <a:solidFill>
                  <a:srgbClr val="000000"/>
                </a:solidFill>
              </a:rPr>
              <a:t>Staff can accumulate up to 2 years of annual leave </a:t>
            </a:r>
          </a:p>
          <a:p>
            <a:pPr lvl="2" fontAlgn="base">
              <a:buFont typeface="Arial" panose="020B0604020202020204" pitchFamily="34" charset="0"/>
              <a:buChar char="•"/>
            </a:pPr>
            <a:r>
              <a:rPr lang="en-US" sz="2400" dirty="0">
                <a:solidFill>
                  <a:srgbClr val="000000"/>
                </a:solidFill>
              </a:rPr>
              <a:t>Up to 4 years for employees who are part of management, specialized in technical labors, or foreign employees whos’ families reside outside of Colombia.</a:t>
            </a:r>
          </a:p>
          <a:p>
            <a:pPr lvl="1" fontAlgn="base">
              <a:buFont typeface="Arial" panose="020B0604020202020204" pitchFamily="34" charset="0"/>
              <a:buChar char="•"/>
            </a:pPr>
            <a:r>
              <a:rPr lang="en-US" sz="2400" dirty="0">
                <a:solidFill>
                  <a:srgbClr val="000000"/>
                </a:solidFill>
              </a:rPr>
              <a:t>Leave must be coordinated in advance with employee’s supervisor</a:t>
            </a:r>
          </a:p>
          <a:p>
            <a:pPr fontAlgn="base">
              <a:buFont typeface="Arial" panose="020B0604020202020204" pitchFamily="34" charset="0"/>
              <a:buChar char="•"/>
            </a:pPr>
            <a:r>
              <a:rPr lang="en-US" sz="2400" b="1" u="sng" dirty="0">
                <a:solidFill>
                  <a:srgbClr val="000000"/>
                </a:solidFill>
              </a:rPr>
              <a:t>Upon termination, annual leave is paid to the employee. Payout of days must match the amount available in Replicon. </a:t>
            </a:r>
          </a:p>
        </p:txBody>
      </p:sp>
    </p:spTree>
    <p:extLst>
      <p:ext uri="{BB962C8B-B14F-4D97-AF65-F5344CB8AC3E}">
        <p14:creationId xmlns:p14="http://schemas.microsoft.com/office/powerpoint/2010/main" val="2374826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Paid Sick Leave</a:t>
            </a:r>
          </a:p>
        </p:txBody>
      </p:sp>
      <p:sp>
        <p:nvSpPr>
          <p:cNvPr id="3" name="Content Placeholder 2"/>
          <p:cNvSpPr>
            <a:spLocks noGrp="1"/>
          </p:cNvSpPr>
          <p:nvPr>
            <p:ph idx="1"/>
          </p:nvPr>
        </p:nvSpPr>
        <p:spPr>
          <a:xfrm>
            <a:off x="371324" y="1267581"/>
            <a:ext cx="8401352" cy="4489752"/>
          </a:xfrm>
        </p:spPr>
        <p:txBody>
          <a:bodyPr>
            <a:normAutofit lnSpcReduction="10000"/>
          </a:bodyPr>
          <a:lstStyle/>
          <a:p>
            <a:pPr fontAlgn="base">
              <a:buFont typeface="Arial" panose="020B0604020202020204" pitchFamily="34" charset="0"/>
              <a:buChar char="•"/>
            </a:pPr>
            <a:r>
              <a:rPr lang="en-US" sz="2400" b="1" dirty="0">
                <a:solidFill>
                  <a:srgbClr val="000000"/>
                </a:solidFill>
              </a:rPr>
              <a:t>Sick leave:</a:t>
            </a:r>
          </a:p>
          <a:p>
            <a:pPr lvl="1" fontAlgn="base">
              <a:buFont typeface="Arial" panose="020B0604020202020204" pitchFamily="34" charset="0"/>
              <a:buChar char="•"/>
            </a:pPr>
            <a:r>
              <a:rPr lang="en-US" sz="2400" dirty="0">
                <a:solidFill>
                  <a:srgbClr val="000000"/>
                </a:solidFill>
              </a:rPr>
              <a:t>Sick leave is paid during the employee's absence for an indefinite period.</a:t>
            </a:r>
          </a:p>
          <a:p>
            <a:pPr lvl="1" fontAlgn="base">
              <a:buFont typeface="Arial" panose="020B0604020202020204" pitchFamily="34" charset="0"/>
              <a:buChar char="•"/>
            </a:pPr>
            <a:r>
              <a:rPr lang="en-US" sz="2400" dirty="0">
                <a:solidFill>
                  <a:srgbClr val="000000"/>
                </a:solidFill>
              </a:rPr>
              <a:t>For any sick leave beyond two consecutive days a medical authorization from a Colombian Social Security entity is required </a:t>
            </a:r>
          </a:p>
          <a:p>
            <a:pPr lvl="2" fontAlgn="base">
              <a:buFont typeface="Arial" panose="020B0604020202020204" pitchFamily="34" charset="0"/>
              <a:buChar char="•"/>
            </a:pPr>
            <a:r>
              <a:rPr lang="en-US" sz="2400" dirty="0">
                <a:solidFill>
                  <a:srgbClr val="000000"/>
                </a:solidFill>
              </a:rPr>
              <a:t>POA pays the first two days of sick leave </a:t>
            </a:r>
          </a:p>
          <a:p>
            <a:pPr lvl="2" fontAlgn="base">
              <a:buFont typeface="Arial" panose="020B0604020202020204" pitchFamily="34" charset="0"/>
              <a:buChar char="•"/>
            </a:pPr>
            <a:r>
              <a:rPr lang="en-US" sz="2400" dirty="0">
                <a:solidFill>
                  <a:srgbClr val="000000"/>
                </a:solidFill>
              </a:rPr>
              <a:t>As of the third day, Entidad Promotora de Salud (EPS) pays 2/3 of the salary and POA assumes the remaining 1/3. </a:t>
            </a:r>
          </a:p>
          <a:p>
            <a:pPr lvl="3" fontAlgn="base">
              <a:buFont typeface="Arial" panose="020B0604020202020204" pitchFamily="34" charset="0"/>
              <a:buChar char="•"/>
            </a:pPr>
            <a:r>
              <a:rPr lang="en-US" sz="2400" dirty="0">
                <a:solidFill>
                  <a:srgbClr val="000000"/>
                </a:solidFill>
              </a:rPr>
              <a:t>Unless sick leave is for injury on the job, EPS will paid 100% of the salary</a:t>
            </a:r>
          </a:p>
        </p:txBody>
      </p:sp>
    </p:spTree>
    <p:extLst>
      <p:ext uri="{BB962C8B-B14F-4D97-AF65-F5344CB8AC3E}">
        <p14:creationId xmlns:p14="http://schemas.microsoft.com/office/powerpoint/2010/main" val="11477038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Paid Maternity &amp; Paternity Leave</a:t>
            </a:r>
          </a:p>
        </p:txBody>
      </p:sp>
      <p:sp>
        <p:nvSpPr>
          <p:cNvPr id="3" name="Content Placeholder 2"/>
          <p:cNvSpPr>
            <a:spLocks noGrp="1"/>
          </p:cNvSpPr>
          <p:nvPr>
            <p:ph idx="1"/>
          </p:nvPr>
        </p:nvSpPr>
        <p:spPr>
          <a:xfrm>
            <a:off x="371324" y="1267581"/>
            <a:ext cx="8401352" cy="4489752"/>
          </a:xfrm>
        </p:spPr>
        <p:txBody>
          <a:bodyPr>
            <a:normAutofit/>
          </a:bodyPr>
          <a:lstStyle/>
          <a:p>
            <a:pPr fontAlgn="base">
              <a:buFont typeface="Arial" panose="020B0604020202020204" pitchFamily="34" charset="0"/>
              <a:buChar char="•"/>
            </a:pPr>
            <a:r>
              <a:rPr lang="en-US" sz="2400" b="1" dirty="0">
                <a:solidFill>
                  <a:srgbClr val="000000"/>
                </a:solidFill>
              </a:rPr>
              <a:t>Maternity leave:</a:t>
            </a:r>
          </a:p>
          <a:p>
            <a:pPr lvl="1" fontAlgn="base">
              <a:buFont typeface="Arial" panose="020B0604020202020204" pitchFamily="34" charset="0"/>
              <a:buChar char="•"/>
            </a:pPr>
            <a:r>
              <a:rPr lang="en-US" sz="2400" dirty="0">
                <a:solidFill>
                  <a:srgbClr val="000000"/>
                </a:solidFill>
              </a:rPr>
              <a:t>18 weeks provided, however is extend for multiple births or other medical complications </a:t>
            </a:r>
          </a:p>
          <a:p>
            <a:pPr lvl="1" fontAlgn="base">
              <a:buFont typeface="Arial" panose="020B0604020202020204" pitchFamily="34" charset="0"/>
              <a:buChar char="•"/>
            </a:pPr>
            <a:r>
              <a:rPr lang="en-US" sz="2400" dirty="0">
                <a:solidFill>
                  <a:srgbClr val="000000"/>
                </a:solidFill>
              </a:rPr>
              <a:t>Medical certificate must be provided</a:t>
            </a:r>
          </a:p>
          <a:p>
            <a:pPr lvl="1" fontAlgn="base">
              <a:buFont typeface="Arial" panose="020B0604020202020204" pitchFamily="34" charset="0"/>
              <a:buChar char="•"/>
            </a:pPr>
            <a:r>
              <a:rPr lang="en-US" sz="2400" dirty="0">
                <a:solidFill>
                  <a:srgbClr val="000000"/>
                </a:solidFill>
              </a:rPr>
              <a:t>EPS pays maternity leave at 100% of the employee’s current salary</a:t>
            </a:r>
          </a:p>
          <a:p>
            <a:pPr lvl="1"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1" dirty="0">
                <a:solidFill>
                  <a:srgbClr val="000000"/>
                </a:solidFill>
              </a:rPr>
              <a:t>Paternity leave:</a:t>
            </a:r>
            <a:endParaRPr lang="en-US" sz="2400" dirty="0">
              <a:solidFill>
                <a:srgbClr val="000000"/>
              </a:solidFill>
            </a:endParaRPr>
          </a:p>
          <a:p>
            <a:pPr lvl="1" fontAlgn="base">
              <a:buFont typeface="Arial" panose="020B0604020202020204" pitchFamily="34" charset="0"/>
              <a:buChar char="•"/>
            </a:pPr>
            <a:r>
              <a:rPr lang="en-US" sz="2400" dirty="0">
                <a:solidFill>
                  <a:srgbClr val="000000"/>
                </a:solidFill>
              </a:rPr>
              <a:t>The husband or permanent partner will be entitled to two (2) weeks of paid paternity leave.</a:t>
            </a:r>
          </a:p>
        </p:txBody>
      </p:sp>
    </p:spTree>
    <p:extLst>
      <p:ext uri="{BB962C8B-B14F-4D97-AF65-F5344CB8AC3E}">
        <p14:creationId xmlns:p14="http://schemas.microsoft.com/office/powerpoint/2010/main" val="33710643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Other Paid Leave</a:t>
            </a:r>
          </a:p>
        </p:txBody>
      </p:sp>
      <p:sp>
        <p:nvSpPr>
          <p:cNvPr id="3" name="Content Placeholder 2"/>
          <p:cNvSpPr>
            <a:spLocks noGrp="1"/>
          </p:cNvSpPr>
          <p:nvPr>
            <p:ph idx="1"/>
          </p:nvPr>
        </p:nvSpPr>
        <p:spPr>
          <a:xfrm>
            <a:off x="371324" y="1267581"/>
            <a:ext cx="8401352" cy="4489752"/>
          </a:xfrm>
        </p:spPr>
        <p:txBody>
          <a:bodyPr>
            <a:normAutofit fontScale="85000" lnSpcReduction="20000"/>
          </a:bodyPr>
          <a:lstStyle/>
          <a:p>
            <a:pPr fontAlgn="base">
              <a:buFont typeface="Arial" panose="020B0604020202020204" pitchFamily="34" charset="0"/>
              <a:buChar char="•"/>
            </a:pPr>
            <a:r>
              <a:rPr lang="en-US" sz="2400" b="1" dirty="0">
                <a:solidFill>
                  <a:srgbClr val="000000"/>
                </a:solidFill>
              </a:rPr>
              <a:t>Bereavement leave:</a:t>
            </a:r>
          </a:p>
          <a:p>
            <a:pPr lvl="1" fontAlgn="base">
              <a:buFont typeface="Arial" panose="020B0604020202020204" pitchFamily="34" charset="0"/>
              <a:buChar char="•"/>
            </a:pPr>
            <a:r>
              <a:rPr lang="en-US" sz="2400" dirty="0">
                <a:solidFill>
                  <a:srgbClr val="000000"/>
                </a:solidFill>
              </a:rPr>
              <a:t>Five (5) days paid leave is provided to employees for the death of a spouse or permanent partner, a parent, a child, a sibling, a grandparent, a grandchild, a mother or father-in-law, son or daughter-in-law, a stepchild, or a stepparent. </a:t>
            </a:r>
          </a:p>
          <a:p>
            <a:pPr lvl="1"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1" dirty="0">
                <a:solidFill>
                  <a:srgbClr val="000000"/>
                </a:solidFill>
              </a:rPr>
              <a:t>Voting leave:</a:t>
            </a:r>
            <a:endParaRPr lang="en-US" sz="2400" dirty="0">
              <a:solidFill>
                <a:srgbClr val="000000"/>
              </a:solidFill>
            </a:endParaRPr>
          </a:p>
          <a:p>
            <a:pPr lvl="1" fontAlgn="base">
              <a:buFont typeface="Arial" panose="020B0604020202020204" pitchFamily="34" charset="0"/>
              <a:buChar char="•"/>
            </a:pPr>
            <a:r>
              <a:rPr lang="en-US" sz="2400" dirty="0">
                <a:solidFill>
                  <a:srgbClr val="000000"/>
                </a:solidFill>
              </a:rPr>
              <a:t>If an employee is exercising their right to vote, employees are entitled to paid leave for voting of one-half (1/2) day. </a:t>
            </a:r>
          </a:p>
          <a:p>
            <a:pPr lvl="1"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1" dirty="0">
                <a:solidFill>
                  <a:srgbClr val="000000"/>
                </a:solidFill>
              </a:rPr>
              <a:t>Family/Personal leave:</a:t>
            </a:r>
            <a:endParaRPr lang="en-US" sz="2400" dirty="0">
              <a:solidFill>
                <a:srgbClr val="000000"/>
              </a:solidFill>
            </a:endParaRPr>
          </a:p>
          <a:p>
            <a:pPr lvl="1" fontAlgn="base">
              <a:buFont typeface="Arial" panose="020B0604020202020204" pitchFamily="34" charset="0"/>
              <a:buChar char="•"/>
            </a:pPr>
            <a:r>
              <a:rPr lang="en-US" sz="2400" dirty="0">
                <a:solidFill>
                  <a:srgbClr val="000000"/>
                </a:solidFill>
              </a:rPr>
              <a:t>Employees are entitled to paid leave every six months for employees to share with their family</a:t>
            </a:r>
          </a:p>
          <a:p>
            <a:pPr lvl="1" fontAlgn="base">
              <a:buFont typeface="Arial" panose="020B0604020202020204" pitchFamily="34" charset="0"/>
              <a:buChar char="•"/>
            </a:pPr>
            <a:r>
              <a:rPr lang="en-US" sz="2400" dirty="0">
                <a:solidFill>
                  <a:srgbClr val="000000"/>
                </a:solidFill>
              </a:rPr>
              <a:t>Up to two (2) days paid leave is provided each year for this family/personal leave. </a:t>
            </a:r>
          </a:p>
        </p:txBody>
      </p:sp>
    </p:spTree>
    <p:extLst>
      <p:ext uri="{BB962C8B-B14F-4D97-AF65-F5344CB8AC3E}">
        <p14:creationId xmlns:p14="http://schemas.microsoft.com/office/powerpoint/2010/main" val="20944842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219"/>
            <a:ext cx="8229600" cy="1143000"/>
          </a:xfrm>
        </p:spPr>
        <p:txBody>
          <a:bodyPr>
            <a:normAutofit/>
          </a:bodyPr>
          <a:lstStyle/>
          <a:p>
            <a:r>
              <a:rPr lang="en-US" b="1" i="0" u="none" strike="noStrike" dirty="0">
                <a:solidFill>
                  <a:srgbClr val="F82136"/>
                </a:solidFill>
                <a:effectLst/>
                <a:latin typeface="Memphis Medium"/>
              </a:rPr>
              <a:t>Employee Management</a:t>
            </a:r>
          </a:p>
        </p:txBody>
      </p:sp>
      <p:sp>
        <p:nvSpPr>
          <p:cNvPr id="3" name="Content Placeholder 2"/>
          <p:cNvSpPr>
            <a:spLocks noGrp="1"/>
          </p:cNvSpPr>
          <p:nvPr>
            <p:ph idx="1"/>
          </p:nvPr>
        </p:nvSpPr>
        <p:spPr>
          <a:xfrm>
            <a:off x="414867" y="1093409"/>
            <a:ext cx="8401352" cy="4954209"/>
          </a:xfrm>
        </p:spPr>
        <p:txBody>
          <a:bodyPr>
            <a:normAutofit fontScale="85000" lnSpcReduction="20000"/>
          </a:bodyPr>
          <a:lstStyle/>
          <a:p>
            <a:pPr fontAlgn="base">
              <a:buFont typeface="Arial" panose="020B0604020202020204" pitchFamily="34" charset="0"/>
              <a:buChar char="•"/>
            </a:pPr>
            <a:r>
              <a:rPr lang="en-US" sz="2400" dirty="0">
                <a:solidFill>
                  <a:srgbClr val="000000"/>
                </a:solidFill>
              </a:rPr>
              <a:t>Job descriptions are required for all positions</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1" dirty="0">
                <a:solidFill>
                  <a:srgbClr val="000000"/>
                </a:solidFill>
              </a:rPr>
              <a:t>Performance evaluations:</a:t>
            </a:r>
          </a:p>
          <a:p>
            <a:pPr lvl="1" fontAlgn="base">
              <a:buFont typeface="Arial" panose="020B0604020202020204" pitchFamily="34" charset="0"/>
              <a:buChar char="•"/>
            </a:pPr>
            <a:r>
              <a:rPr lang="en-US" sz="2400" dirty="0">
                <a:solidFill>
                  <a:srgbClr val="000000"/>
                </a:solidFill>
              </a:rPr>
              <a:t>Initial evaluation is conducted after the probationary period.</a:t>
            </a:r>
          </a:p>
          <a:p>
            <a:pPr lvl="1" fontAlgn="base">
              <a:buFont typeface="Arial" panose="020B0604020202020204" pitchFamily="34" charset="0"/>
              <a:buChar char="•"/>
            </a:pPr>
            <a:r>
              <a:rPr lang="en-US" sz="2400" dirty="0">
                <a:solidFill>
                  <a:srgbClr val="000000"/>
                </a:solidFill>
              </a:rPr>
              <a:t>Annual written performance evaluations are conducted each December or the following January</a:t>
            </a:r>
          </a:p>
          <a:p>
            <a:pPr lvl="1" fontAlgn="base">
              <a:buFont typeface="Arial" panose="020B0604020202020204" pitchFamily="34" charset="0"/>
              <a:buChar char="•"/>
            </a:pPr>
            <a:r>
              <a:rPr lang="en-US" sz="2400" dirty="0">
                <a:solidFill>
                  <a:srgbClr val="000000"/>
                </a:solidFill>
              </a:rPr>
              <a:t>Basis for merit-based increases</a:t>
            </a:r>
          </a:p>
          <a:p>
            <a:pPr fontAlgn="base">
              <a:buFont typeface="Arial" panose="020B0604020202020204" pitchFamily="34" charset="0"/>
              <a:buChar char="•"/>
            </a:pPr>
            <a:endParaRPr lang="en-US" sz="2400" b="1" dirty="0">
              <a:solidFill>
                <a:srgbClr val="000000"/>
              </a:solidFill>
            </a:endParaRPr>
          </a:p>
          <a:p>
            <a:pPr fontAlgn="base">
              <a:buFont typeface="Arial" panose="020B0604020202020204" pitchFamily="34" charset="0"/>
              <a:buChar char="•"/>
            </a:pPr>
            <a:r>
              <a:rPr lang="en-US" sz="2400" b="1" dirty="0">
                <a:solidFill>
                  <a:srgbClr val="000000"/>
                </a:solidFill>
              </a:rPr>
              <a:t>Salary increases:</a:t>
            </a:r>
          </a:p>
          <a:p>
            <a:pPr lvl="1" fontAlgn="base">
              <a:buFont typeface="Arial" panose="020B0604020202020204" pitchFamily="34" charset="0"/>
              <a:buChar char="•"/>
            </a:pPr>
            <a:r>
              <a:rPr lang="en-US" sz="2400" dirty="0">
                <a:solidFill>
                  <a:srgbClr val="000000"/>
                </a:solidFill>
              </a:rPr>
              <a:t>Salaries for all employees are reviewed no less than 12 months after the last salary review or annually at the end of each year </a:t>
            </a:r>
          </a:p>
          <a:p>
            <a:pPr lvl="1" fontAlgn="base">
              <a:buFont typeface="Arial" panose="020B0604020202020204" pitchFamily="34" charset="0"/>
              <a:buChar char="•"/>
            </a:pPr>
            <a:r>
              <a:rPr lang="en-US" sz="2400" b="1" u="sng" dirty="0">
                <a:solidFill>
                  <a:srgbClr val="000000"/>
                </a:solidFill>
              </a:rPr>
              <a:t>All merit-based salary adjustment recommendations must be approved by POA HQ. </a:t>
            </a:r>
          </a:p>
          <a:p>
            <a:pPr lvl="1" fontAlgn="base">
              <a:buFont typeface="Arial" panose="020B0604020202020204" pitchFamily="34" charset="0"/>
              <a:buChar char="•"/>
            </a:pPr>
            <a:r>
              <a:rPr lang="en-US" sz="2400" dirty="0">
                <a:solidFill>
                  <a:srgbClr val="000000"/>
                </a:solidFill>
              </a:rPr>
              <a:t>Approved salary increase form must also be completed</a:t>
            </a:r>
          </a:p>
          <a:p>
            <a:pPr lvl="1"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Dispute management and disciplinary actions</a:t>
            </a:r>
          </a:p>
          <a:p>
            <a:pPr lvl="1"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38652901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895"/>
            <a:ext cx="8229600" cy="1143000"/>
          </a:xfrm>
        </p:spPr>
        <p:txBody>
          <a:bodyPr>
            <a:normAutofit/>
          </a:bodyPr>
          <a:lstStyle/>
          <a:p>
            <a:r>
              <a:rPr lang="en-US" b="1" i="0" u="none" strike="noStrike" dirty="0">
                <a:solidFill>
                  <a:srgbClr val="F82136"/>
                </a:solidFill>
                <a:effectLst/>
                <a:latin typeface="Memphis Medium"/>
              </a:rPr>
              <a:t>Questions?</a:t>
            </a:r>
          </a:p>
        </p:txBody>
      </p:sp>
    </p:spTree>
    <p:extLst>
      <p:ext uri="{BB962C8B-B14F-4D97-AF65-F5344CB8AC3E}">
        <p14:creationId xmlns:p14="http://schemas.microsoft.com/office/powerpoint/2010/main" val="2759824085"/>
      </p:ext>
    </p:extLst>
  </p:cSld>
  <p:clrMapOvr>
    <a:masterClrMapping/>
  </p:clrMapOvr>
</p:sld>
</file>

<file path=ppt/theme/theme1.xml><?xml version="1.0" encoding="utf-8"?>
<a:theme xmlns:a="http://schemas.openxmlformats.org/drawingml/2006/main" name="Partners Branding">
  <a:themeElements>
    <a:clrScheme name="Partners Palette">
      <a:dk1>
        <a:srgbClr val="FFFFFF"/>
      </a:dk1>
      <a:lt1>
        <a:srgbClr val="000000"/>
      </a:lt1>
      <a:dk2>
        <a:srgbClr val="FDBB30"/>
      </a:dk2>
      <a:lt2>
        <a:srgbClr val="0054A4"/>
      </a:lt2>
      <a:accent1>
        <a:srgbClr val="0084A9"/>
      </a:accent1>
      <a:accent2>
        <a:srgbClr val="711471"/>
      </a:accent2>
      <a:accent3>
        <a:srgbClr val="9FA617"/>
      </a:accent3>
      <a:accent4>
        <a:srgbClr val="B50938"/>
      </a:accent4>
      <a:accent5>
        <a:srgbClr val="439539"/>
      </a:accent5>
      <a:accent6>
        <a:srgbClr val="D60C8C"/>
      </a:accent6>
      <a:hlink>
        <a:srgbClr val="F15D22"/>
      </a:hlink>
      <a:folHlink>
        <a:srgbClr val="59582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8A4F509-C38C-4707-AF71-E5C81BC0B8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2466082-b6bf-4153-98c3-3c41e85fda18"/>
    <ds:schemaRef ds:uri="dc808d36-874f-4b27-aec2-2fd6498179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753691C-0102-46CD-A76E-0CE3C582CD6C}">
  <ds:schemaRefs>
    <ds:schemaRef ds:uri="http://schemas.microsoft.com/office/2006/metadata/properties"/>
    <ds:schemaRef ds:uri="http://schemas.microsoft.com/office/infopath/2007/PartnerControls"/>
    <ds:schemaRef ds:uri="f2466082-b6bf-4153-98c3-3c41e85fda18"/>
    <ds:schemaRef ds:uri="dc808d36-874f-4b27-aec2-2fd649817929"/>
  </ds:schemaRefs>
</ds:datastoreItem>
</file>

<file path=customXml/itemProps3.xml><?xml version="1.0" encoding="utf-8"?>
<ds:datastoreItem xmlns:ds="http://schemas.openxmlformats.org/officeDocument/2006/customXml" ds:itemID="{FF1CF4ED-F990-4F91-B722-ABF0A3FCC90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Partners Branding.thmx</Template>
  <TotalTime>27632</TotalTime>
  <Words>3299</Words>
  <Application>Microsoft Office PowerPoint</Application>
  <PresentationFormat>On-screen Show (4:3)</PresentationFormat>
  <Paragraphs>343</Paragraphs>
  <Slides>39</Slides>
  <Notes>1</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Partners Branding</vt:lpstr>
      <vt:lpstr>Colombia Supplemental Manual Training </vt:lpstr>
      <vt:lpstr>Policies for the Field Offices</vt:lpstr>
      <vt:lpstr>Supplemental Manual Overview </vt:lpstr>
      <vt:lpstr>Introduction &amp; Manual Controls</vt:lpstr>
      <vt:lpstr>Internal Controls</vt:lpstr>
      <vt:lpstr>Review &amp; Signatures</vt:lpstr>
      <vt:lpstr>Responsibilities of Approvers</vt:lpstr>
      <vt:lpstr>Responsibilities of Financial Reviewer</vt:lpstr>
      <vt:lpstr>Monthly Reconciliation of Accounts</vt:lpstr>
      <vt:lpstr>Monthly Financial Reporting Package​</vt:lpstr>
      <vt:lpstr>Financial Reporting Due Dates</vt:lpstr>
      <vt:lpstr>Suspension &amp; Debarment</vt:lpstr>
      <vt:lpstr>Visual Compliance </vt:lpstr>
      <vt:lpstr>Record Retention</vt:lpstr>
      <vt:lpstr>Filing and Audits</vt:lpstr>
      <vt:lpstr>Inventory Control</vt:lpstr>
      <vt:lpstr>Use of Equipment</vt:lpstr>
      <vt:lpstr>Use of Equipment</vt:lpstr>
      <vt:lpstr>Cash Management – Petty Cash</vt:lpstr>
      <vt:lpstr>Exchange Rate &amp; Bank Accounts</vt:lpstr>
      <vt:lpstr>General Cash Handling Policies</vt:lpstr>
      <vt:lpstr>Partners Colombia General Policies</vt:lpstr>
      <vt:lpstr>Recruitment and Labor Contracts</vt:lpstr>
      <vt:lpstr>Termination of Labor Contracts</vt:lpstr>
      <vt:lpstr>Termination of Labor Contracts</vt:lpstr>
      <vt:lpstr>Mandatory Notices for Termination of Labor Contract</vt:lpstr>
      <vt:lpstr>Severance (Indemnification) Pay</vt:lpstr>
      <vt:lpstr>Severance (Indemnification) Pay</vt:lpstr>
      <vt:lpstr>Worktime &amp; Workdays</vt:lpstr>
      <vt:lpstr>Holidays &amp; Compensatory Time</vt:lpstr>
      <vt:lpstr>Wages</vt:lpstr>
      <vt:lpstr>Statutory Deductions</vt:lpstr>
      <vt:lpstr>Social Benefits</vt:lpstr>
      <vt:lpstr>Paid Annual Leave</vt:lpstr>
      <vt:lpstr>Paid Sick Leave</vt:lpstr>
      <vt:lpstr>Paid Maternity &amp; Paternity Leave</vt:lpstr>
      <vt:lpstr>Other Paid Leave</vt:lpstr>
      <vt:lpstr>Employee Management</vt:lpstr>
      <vt:lpstr>Questions?</vt:lpstr>
    </vt:vector>
  </TitlesOfParts>
  <Company>Partners of the Americas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&amp; Activating  NGO Audiences</dc:title>
  <dc:creator>Taylor Nelson</dc:creator>
  <cp:lastModifiedBy>Danielle Martin</cp:lastModifiedBy>
  <cp:revision>167</cp:revision>
  <dcterms:created xsi:type="dcterms:W3CDTF">2015-10-21T15:01:49Z</dcterms:created>
  <dcterms:modified xsi:type="dcterms:W3CDTF">2023-09-01T01:47:07Z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1374800</vt:r8>
  </property>
  <property fmtid="{D5CDD505-2E9C-101B-9397-08002B2CF9AE}" pid="4" name="MediaServiceImageTags">
    <vt:lpwstr/>
  </property>
</Properties>
</file>