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71" r:id="rId6"/>
  </p:sldMasterIdLst>
  <p:notesMasterIdLst>
    <p:notesMasterId r:id="rId24"/>
  </p:notesMasterIdLst>
  <p:sldIdLst>
    <p:sldId id="257" r:id="rId7"/>
    <p:sldId id="309" r:id="rId8"/>
    <p:sldId id="311" r:id="rId9"/>
    <p:sldId id="273" r:id="rId10"/>
    <p:sldId id="318" r:id="rId11"/>
    <p:sldId id="315" r:id="rId12"/>
    <p:sldId id="312" r:id="rId13"/>
    <p:sldId id="313" r:id="rId14"/>
    <p:sldId id="279" r:id="rId15"/>
    <p:sldId id="321" r:id="rId16"/>
    <p:sldId id="322" r:id="rId17"/>
    <p:sldId id="265" r:id="rId18"/>
    <p:sldId id="320" r:id="rId19"/>
    <p:sldId id="263" r:id="rId20"/>
    <p:sldId id="317" r:id="rId21"/>
    <p:sldId id="319" r:id="rId22"/>
    <p:sldId id="283" r:id="rId2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C07"/>
    <a:srgbClr val="FDB300"/>
    <a:srgbClr val="DFB76F"/>
    <a:srgbClr val="DEAE58"/>
    <a:srgbClr val="5FACB9"/>
    <a:srgbClr val="F8A15A"/>
    <a:srgbClr val="FCCFAA"/>
    <a:srgbClr val="00B2D0"/>
    <a:srgbClr val="00C9DA"/>
    <a:srgbClr val="8BCB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45E8B9-3141-415F-859E-DD142D1B89C6}" v="1945" dt="2023-01-06T21:03:52.183"/>
    <p1510:client id="{502FFB96-67BB-424C-850F-F9249A03211D}" v="4" dt="2023-01-03T00:40:35.1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2" autoAdjust="0"/>
    <p:restoredTop sz="71454" autoAdjust="0"/>
  </p:normalViewPr>
  <p:slideViewPr>
    <p:cSldViewPr snapToGrid="0">
      <p:cViewPr varScale="1">
        <p:scale>
          <a:sx n="116" d="100"/>
          <a:sy n="116" d="100"/>
        </p:scale>
        <p:origin x="386" y="41"/>
      </p:cViewPr>
      <p:guideLst>
        <p:guide orient="horz" pos="162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anie Verganza" userId="ffc5f8f4-b46c-4eb7-ad0a-4bc869c58a2c" providerId="ADAL" clId="{502FFB96-67BB-424C-850F-F9249A03211D}"/>
    <pc:docChg chg="addSld delSld modSld">
      <pc:chgData name="Stephanie Verganza" userId="ffc5f8f4-b46c-4eb7-ad0a-4bc869c58a2c" providerId="ADAL" clId="{502FFB96-67BB-424C-850F-F9249A03211D}" dt="2023-01-03T00:41:27.765" v="78" actId="20577"/>
      <pc:docMkLst>
        <pc:docMk/>
      </pc:docMkLst>
      <pc:sldChg chg="modSp del mod">
        <pc:chgData name="Stephanie Verganza" userId="ffc5f8f4-b46c-4eb7-ad0a-4bc869c58a2c" providerId="ADAL" clId="{502FFB96-67BB-424C-850F-F9249A03211D}" dt="2023-01-03T00:40:45.922" v="43" actId="47"/>
        <pc:sldMkLst>
          <pc:docMk/>
          <pc:sldMk cId="1637460772" sldId="259"/>
        </pc:sldMkLst>
        <pc:spChg chg="mod">
          <ac:chgData name="Stephanie Verganza" userId="ffc5f8f4-b46c-4eb7-ad0a-4bc869c58a2c" providerId="ADAL" clId="{502FFB96-67BB-424C-850F-F9249A03211D}" dt="2023-01-03T00:38:50.281" v="14" actId="20577"/>
          <ac:spMkLst>
            <pc:docMk/>
            <pc:sldMk cId="1637460772" sldId="259"/>
            <ac:spMk id="67" creationId="{00000000-0000-0000-0000-000000000000}"/>
          </ac:spMkLst>
        </pc:spChg>
      </pc:sldChg>
      <pc:sldChg chg="modSp mod">
        <pc:chgData name="Stephanie Verganza" userId="ffc5f8f4-b46c-4eb7-ad0a-4bc869c58a2c" providerId="ADAL" clId="{502FFB96-67BB-424C-850F-F9249A03211D}" dt="2023-01-03T00:41:09.394" v="58" actId="20577"/>
        <pc:sldMkLst>
          <pc:docMk/>
          <pc:sldMk cId="1244445394" sldId="263"/>
        </pc:sldMkLst>
        <pc:spChg chg="mod">
          <ac:chgData name="Stephanie Verganza" userId="ffc5f8f4-b46c-4eb7-ad0a-4bc869c58a2c" providerId="ADAL" clId="{502FFB96-67BB-424C-850F-F9249A03211D}" dt="2023-01-03T00:41:09.394" v="58" actId="20577"/>
          <ac:spMkLst>
            <pc:docMk/>
            <pc:sldMk cId="1244445394" sldId="263"/>
            <ac:spMk id="101" creationId="{00000000-0000-0000-0000-000000000000}"/>
          </ac:spMkLst>
        </pc:spChg>
      </pc:sldChg>
      <pc:sldChg chg="del">
        <pc:chgData name="Stephanie Verganza" userId="ffc5f8f4-b46c-4eb7-ad0a-4bc869c58a2c" providerId="ADAL" clId="{502FFB96-67BB-424C-850F-F9249A03211D}" dt="2023-01-03T00:40:45.922" v="43" actId="47"/>
        <pc:sldMkLst>
          <pc:docMk/>
          <pc:sldMk cId="2429378618" sldId="265"/>
        </pc:sldMkLst>
      </pc:sldChg>
      <pc:sldChg chg="del">
        <pc:chgData name="Stephanie Verganza" userId="ffc5f8f4-b46c-4eb7-ad0a-4bc869c58a2c" providerId="ADAL" clId="{502FFB96-67BB-424C-850F-F9249A03211D}" dt="2023-01-03T00:40:51.958" v="44" actId="47"/>
        <pc:sldMkLst>
          <pc:docMk/>
          <pc:sldMk cId="3368432275" sldId="266"/>
        </pc:sldMkLst>
      </pc:sldChg>
      <pc:sldChg chg="del">
        <pc:chgData name="Stephanie Verganza" userId="ffc5f8f4-b46c-4eb7-ad0a-4bc869c58a2c" providerId="ADAL" clId="{502FFB96-67BB-424C-850F-F9249A03211D}" dt="2023-01-03T00:40:58.296" v="45" actId="47"/>
        <pc:sldMkLst>
          <pc:docMk/>
          <pc:sldMk cId="2502525383" sldId="267"/>
        </pc:sldMkLst>
      </pc:sldChg>
      <pc:sldChg chg="del">
        <pc:chgData name="Stephanie Verganza" userId="ffc5f8f4-b46c-4eb7-ad0a-4bc869c58a2c" providerId="ADAL" clId="{502FFB96-67BB-424C-850F-F9249A03211D}" dt="2023-01-03T00:40:45.922" v="43" actId="47"/>
        <pc:sldMkLst>
          <pc:docMk/>
          <pc:sldMk cId="3597516244" sldId="272"/>
        </pc:sldMkLst>
      </pc:sldChg>
      <pc:sldChg chg="modSp mod">
        <pc:chgData name="Stephanie Verganza" userId="ffc5f8f4-b46c-4eb7-ad0a-4bc869c58a2c" providerId="ADAL" clId="{502FFB96-67BB-424C-850F-F9249A03211D}" dt="2023-01-03T00:41:27.765" v="78" actId="20577"/>
        <pc:sldMkLst>
          <pc:docMk/>
          <pc:sldMk cId="1771842136" sldId="273"/>
        </pc:sldMkLst>
        <pc:spChg chg="mod">
          <ac:chgData name="Stephanie Verganza" userId="ffc5f8f4-b46c-4eb7-ad0a-4bc869c58a2c" providerId="ADAL" clId="{502FFB96-67BB-424C-850F-F9249A03211D}" dt="2023-01-03T00:41:27.765" v="78" actId="20577"/>
          <ac:spMkLst>
            <pc:docMk/>
            <pc:sldMk cId="1771842136" sldId="273"/>
            <ac:spMk id="88" creationId="{00000000-0000-0000-0000-000000000000}"/>
          </ac:spMkLst>
        </pc:spChg>
      </pc:sldChg>
      <pc:sldChg chg="modSp mod">
        <pc:chgData name="Stephanie Verganza" userId="ffc5f8f4-b46c-4eb7-ad0a-4bc869c58a2c" providerId="ADAL" clId="{502FFB96-67BB-424C-850F-F9249A03211D}" dt="2023-01-03T00:39:31.700" v="19" actId="20577"/>
        <pc:sldMkLst>
          <pc:docMk/>
          <pc:sldMk cId="910019463" sldId="279"/>
        </pc:sldMkLst>
        <pc:spChg chg="mod">
          <ac:chgData name="Stephanie Verganza" userId="ffc5f8f4-b46c-4eb7-ad0a-4bc869c58a2c" providerId="ADAL" clId="{502FFB96-67BB-424C-850F-F9249A03211D}" dt="2023-01-03T00:39:31.700" v="19" actId="20577"/>
          <ac:spMkLst>
            <pc:docMk/>
            <pc:sldMk cId="910019463" sldId="279"/>
            <ac:spMk id="101" creationId="{00000000-0000-0000-0000-000000000000}"/>
          </ac:spMkLst>
        </pc:spChg>
      </pc:sldChg>
      <pc:sldChg chg="del">
        <pc:chgData name="Stephanie Verganza" userId="ffc5f8f4-b46c-4eb7-ad0a-4bc869c58a2c" providerId="ADAL" clId="{502FFB96-67BB-424C-850F-F9249A03211D}" dt="2023-01-03T00:40:45.922" v="43" actId="47"/>
        <pc:sldMkLst>
          <pc:docMk/>
          <pc:sldMk cId="4164642956" sldId="284"/>
        </pc:sldMkLst>
      </pc:sldChg>
      <pc:sldChg chg="del">
        <pc:chgData name="Stephanie Verganza" userId="ffc5f8f4-b46c-4eb7-ad0a-4bc869c58a2c" providerId="ADAL" clId="{502FFB96-67BB-424C-850F-F9249A03211D}" dt="2023-01-03T00:40:45.922" v="43" actId="47"/>
        <pc:sldMkLst>
          <pc:docMk/>
          <pc:sldMk cId="241458670" sldId="293"/>
        </pc:sldMkLst>
      </pc:sldChg>
      <pc:sldChg chg="del">
        <pc:chgData name="Stephanie Verganza" userId="ffc5f8f4-b46c-4eb7-ad0a-4bc869c58a2c" providerId="ADAL" clId="{502FFB96-67BB-424C-850F-F9249A03211D}" dt="2023-01-03T00:40:51.958" v="44" actId="47"/>
        <pc:sldMkLst>
          <pc:docMk/>
          <pc:sldMk cId="1731496719" sldId="307"/>
        </pc:sldMkLst>
      </pc:sldChg>
      <pc:sldChg chg="del">
        <pc:chgData name="Stephanie Verganza" userId="ffc5f8f4-b46c-4eb7-ad0a-4bc869c58a2c" providerId="ADAL" clId="{502FFB96-67BB-424C-850F-F9249A03211D}" dt="2023-01-03T00:40:58.296" v="45" actId="47"/>
        <pc:sldMkLst>
          <pc:docMk/>
          <pc:sldMk cId="915102172" sldId="308"/>
        </pc:sldMkLst>
      </pc:sldChg>
      <pc:sldChg chg="modSp add mod setBg">
        <pc:chgData name="Stephanie Verganza" userId="ffc5f8f4-b46c-4eb7-ad0a-4bc869c58a2c" providerId="ADAL" clId="{502FFB96-67BB-424C-850F-F9249A03211D}" dt="2023-01-03T00:40:35.145" v="42"/>
        <pc:sldMkLst>
          <pc:docMk/>
          <pc:sldMk cId="594922519" sldId="309"/>
        </pc:sldMkLst>
        <pc:spChg chg="mod">
          <ac:chgData name="Stephanie Verganza" userId="ffc5f8f4-b46c-4eb7-ad0a-4bc869c58a2c" providerId="ADAL" clId="{502FFB96-67BB-424C-850F-F9249A03211D}" dt="2023-01-03T00:39:52.894" v="41" actId="20577"/>
          <ac:spMkLst>
            <pc:docMk/>
            <pc:sldMk cId="594922519" sldId="309"/>
            <ac:spMk id="88" creationId="{00000000-0000-0000-0000-000000000000}"/>
          </ac:spMkLst>
        </pc:spChg>
      </pc:sldChg>
      <pc:sldMasterChg chg="delSldLayout">
        <pc:chgData name="Stephanie Verganza" userId="ffc5f8f4-b46c-4eb7-ad0a-4bc869c58a2c" providerId="ADAL" clId="{502FFB96-67BB-424C-850F-F9249A03211D}" dt="2023-01-03T00:40:45.922" v="43" actId="47"/>
        <pc:sldMasterMkLst>
          <pc:docMk/>
          <pc:sldMasterMk cId="1109330355" sldId="2147483648"/>
        </pc:sldMasterMkLst>
        <pc:sldLayoutChg chg="del">
          <pc:chgData name="Stephanie Verganza" userId="ffc5f8f4-b46c-4eb7-ad0a-4bc869c58a2c" providerId="ADAL" clId="{502FFB96-67BB-424C-850F-F9249A03211D}" dt="2023-01-03T00:40:45.922" v="43" actId="47"/>
          <pc:sldLayoutMkLst>
            <pc:docMk/>
            <pc:sldMasterMk cId="1109330355" sldId="2147483648"/>
            <pc:sldLayoutMk cId="1887143965" sldId="2147483662"/>
          </pc:sldLayoutMkLst>
        </pc:sldLayoutChg>
      </pc:sldMasterChg>
      <pc:sldMasterChg chg="delSldLayout">
        <pc:chgData name="Stephanie Verganza" userId="ffc5f8f4-b46c-4eb7-ad0a-4bc869c58a2c" providerId="ADAL" clId="{502FFB96-67BB-424C-850F-F9249A03211D}" dt="2023-01-03T00:40:58.296" v="45" actId="47"/>
        <pc:sldMasterMkLst>
          <pc:docMk/>
          <pc:sldMasterMk cId="3454364568" sldId="2147483664"/>
        </pc:sldMasterMkLst>
        <pc:sldLayoutChg chg="del">
          <pc:chgData name="Stephanie Verganza" userId="ffc5f8f4-b46c-4eb7-ad0a-4bc869c58a2c" providerId="ADAL" clId="{502FFB96-67BB-424C-850F-F9249A03211D}" dt="2023-01-03T00:40:45.922" v="43" actId="47"/>
          <pc:sldLayoutMkLst>
            <pc:docMk/>
            <pc:sldMasterMk cId="3454364568" sldId="2147483664"/>
            <pc:sldLayoutMk cId="1104682864" sldId="2147483668"/>
          </pc:sldLayoutMkLst>
        </pc:sldLayoutChg>
        <pc:sldLayoutChg chg="del">
          <pc:chgData name="Stephanie Verganza" userId="ffc5f8f4-b46c-4eb7-ad0a-4bc869c58a2c" providerId="ADAL" clId="{502FFB96-67BB-424C-850F-F9249A03211D}" dt="2023-01-03T00:40:58.296" v="45" actId="47"/>
          <pc:sldLayoutMkLst>
            <pc:docMk/>
            <pc:sldMasterMk cId="3454364568" sldId="2147483664"/>
            <pc:sldLayoutMk cId="153608340" sldId="2147483669"/>
          </pc:sldLayoutMkLst>
        </pc:sldLayoutChg>
      </pc:sldMasterChg>
    </pc:docChg>
  </pc:docChgLst>
  <pc:docChgLst>
    <pc:chgData name="Stephanie Verganza" userId="S::sverganza@partners.net::ffc5f8f4-b46c-4eb7-ad0a-4bc869c58a2c" providerId="AD" clId="Web-{0A45E8B9-3141-415F-859E-DD142D1B89C6}"/>
    <pc:docChg chg="addSld modSld sldOrd">
      <pc:chgData name="Stephanie Verganza" userId="S::sverganza@partners.net::ffc5f8f4-b46c-4eb7-ad0a-4bc869c58a2c" providerId="AD" clId="Web-{0A45E8B9-3141-415F-859E-DD142D1B89C6}" dt="2023-01-06T21:03:51.918" v="1904" actId="20577"/>
      <pc:docMkLst>
        <pc:docMk/>
      </pc:docMkLst>
      <pc:sldChg chg="ord">
        <pc:chgData name="Stephanie Verganza" userId="S::sverganza@partners.net::ffc5f8f4-b46c-4eb7-ad0a-4bc869c58a2c" providerId="AD" clId="Web-{0A45E8B9-3141-415F-859E-DD142D1B89C6}" dt="2023-01-06T19:30:41.834" v="1654"/>
        <pc:sldMkLst>
          <pc:docMk/>
          <pc:sldMk cId="1244445394" sldId="263"/>
        </pc:sldMkLst>
      </pc:sldChg>
      <pc:sldChg chg="modSp">
        <pc:chgData name="Stephanie Verganza" userId="S::sverganza@partners.net::ffc5f8f4-b46c-4eb7-ad0a-4bc869c58a2c" providerId="AD" clId="Web-{0A45E8B9-3141-415F-859E-DD142D1B89C6}" dt="2023-01-06T15:53:30.953" v="311" actId="20577"/>
        <pc:sldMkLst>
          <pc:docMk/>
          <pc:sldMk cId="910019463" sldId="279"/>
        </pc:sldMkLst>
        <pc:spChg chg="mod">
          <ac:chgData name="Stephanie Verganza" userId="S::sverganza@partners.net::ffc5f8f4-b46c-4eb7-ad0a-4bc869c58a2c" providerId="AD" clId="Web-{0A45E8B9-3141-415F-859E-DD142D1B89C6}" dt="2023-01-06T15:53:30.953" v="311" actId="20577"/>
          <ac:spMkLst>
            <pc:docMk/>
            <pc:sldMk cId="910019463" sldId="279"/>
            <ac:spMk id="101" creationId="{00000000-0000-0000-0000-000000000000}"/>
          </ac:spMkLst>
        </pc:spChg>
      </pc:sldChg>
      <pc:sldChg chg="modSp">
        <pc:chgData name="Stephanie Verganza" userId="S::sverganza@partners.net::ffc5f8f4-b46c-4eb7-ad0a-4bc869c58a2c" providerId="AD" clId="Web-{0A45E8B9-3141-415F-859E-DD142D1B89C6}" dt="2023-01-06T19:21:54.644" v="1298" actId="20577"/>
        <pc:sldMkLst>
          <pc:docMk/>
          <pc:sldMk cId="594922519" sldId="309"/>
        </pc:sldMkLst>
        <pc:spChg chg="mod">
          <ac:chgData name="Stephanie Verganza" userId="S::sverganza@partners.net::ffc5f8f4-b46c-4eb7-ad0a-4bc869c58a2c" providerId="AD" clId="Web-{0A45E8B9-3141-415F-859E-DD142D1B89C6}" dt="2023-01-06T19:21:54.644" v="1298" actId="20577"/>
          <ac:spMkLst>
            <pc:docMk/>
            <pc:sldMk cId="594922519" sldId="309"/>
            <ac:spMk id="88" creationId="{00000000-0000-0000-0000-000000000000}"/>
          </ac:spMkLst>
        </pc:spChg>
      </pc:sldChg>
      <pc:sldChg chg="modSp add">
        <pc:chgData name="Stephanie Verganza" userId="S::sverganza@partners.net::ffc5f8f4-b46c-4eb7-ad0a-4bc869c58a2c" providerId="AD" clId="Web-{0A45E8B9-3141-415F-859E-DD142D1B89C6}" dt="2023-01-06T19:30:21.333" v="1651" actId="20577"/>
        <pc:sldMkLst>
          <pc:docMk/>
          <pc:sldMk cId="320908708" sldId="310"/>
        </pc:sldMkLst>
        <pc:spChg chg="mod">
          <ac:chgData name="Stephanie Verganza" userId="S::sverganza@partners.net::ffc5f8f4-b46c-4eb7-ad0a-4bc869c58a2c" providerId="AD" clId="Web-{0A45E8B9-3141-415F-859E-DD142D1B89C6}" dt="2023-01-06T15:13:10.090" v="15" actId="20577"/>
          <ac:spMkLst>
            <pc:docMk/>
            <pc:sldMk cId="320908708" sldId="310"/>
            <ac:spMk id="6" creationId="{00000000-0000-0000-0000-000000000000}"/>
          </ac:spMkLst>
        </pc:spChg>
        <pc:spChg chg="mod">
          <ac:chgData name="Stephanie Verganza" userId="S::sverganza@partners.net::ffc5f8f4-b46c-4eb7-ad0a-4bc869c58a2c" providerId="AD" clId="Web-{0A45E8B9-3141-415F-859E-DD142D1B89C6}" dt="2023-01-06T19:06:56.052" v="855" actId="20577"/>
          <ac:spMkLst>
            <pc:docMk/>
            <pc:sldMk cId="320908708" sldId="310"/>
            <ac:spMk id="199" creationId="{00000000-0000-0000-0000-000000000000}"/>
          </ac:spMkLst>
        </pc:spChg>
        <pc:spChg chg="mod">
          <ac:chgData name="Stephanie Verganza" userId="S::sverganza@partners.net::ffc5f8f4-b46c-4eb7-ad0a-4bc869c58a2c" providerId="AD" clId="Web-{0A45E8B9-3141-415F-859E-DD142D1B89C6}" dt="2023-01-06T19:30:21.333" v="1651" actId="20577"/>
          <ac:spMkLst>
            <pc:docMk/>
            <pc:sldMk cId="320908708" sldId="310"/>
            <ac:spMk id="200" creationId="{00000000-0000-0000-0000-000000000000}"/>
          </ac:spMkLst>
        </pc:spChg>
      </pc:sldChg>
      <pc:sldChg chg="addSp delSp modSp add ord replId">
        <pc:chgData name="Stephanie Verganza" userId="S::sverganza@partners.net::ffc5f8f4-b46c-4eb7-ad0a-4bc869c58a2c" providerId="AD" clId="Web-{0A45E8B9-3141-415F-859E-DD142D1B89C6}" dt="2023-01-06T19:39:03.929" v="1795" actId="20577"/>
        <pc:sldMkLst>
          <pc:docMk/>
          <pc:sldMk cId="428975187" sldId="311"/>
        </pc:sldMkLst>
        <pc:spChg chg="add del mod">
          <ac:chgData name="Stephanie Verganza" userId="S::sverganza@partners.net::ffc5f8f4-b46c-4eb7-ad0a-4bc869c58a2c" providerId="AD" clId="Web-{0A45E8B9-3141-415F-859E-DD142D1B89C6}" dt="2023-01-06T15:32:02.694" v="292"/>
          <ac:spMkLst>
            <pc:docMk/>
            <pc:sldMk cId="428975187" sldId="311"/>
            <ac:spMk id="2" creationId="{8A1C4335-3123-CEDA-AD6F-89D3019DF2CD}"/>
          </ac:spMkLst>
        </pc:spChg>
        <pc:spChg chg="add mod">
          <ac:chgData name="Stephanie Verganza" userId="S::sverganza@partners.net::ffc5f8f4-b46c-4eb7-ad0a-4bc869c58a2c" providerId="AD" clId="Web-{0A45E8B9-3141-415F-859E-DD142D1B89C6}" dt="2023-01-06T19:39:03.929" v="1795" actId="20577"/>
          <ac:spMkLst>
            <pc:docMk/>
            <pc:sldMk cId="428975187" sldId="311"/>
            <ac:spMk id="3" creationId="{15DD428D-FF39-D852-374D-F6DAE2A1D5F5}"/>
          </ac:spMkLst>
        </pc:spChg>
        <pc:spChg chg="del">
          <ac:chgData name="Stephanie Verganza" userId="S::sverganza@partners.net::ffc5f8f4-b46c-4eb7-ad0a-4bc869c58a2c" providerId="AD" clId="Web-{0A45E8B9-3141-415F-859E-DD142D1B89C6}" dt="2023-01-06T15:30:49.611" v="286"/>
          <ac:spMkLst>
            <pc:docMk/>
            <pc:sldMk cId="428975187" sldId="311"/>
            <ac:spMk id="6" creationId="{00000000-0000-0000-0000-000000000000}"/>
          </ac:spMkLst>
        </pc:spChg>
        <pc:spChg chg="add mod">
          <ac:chgData name="Stephanie Verganza" userId="S::sverganza@partners.net::ffc5f8f4-b46c-4eb7-ad0a-4bc869c58a2c" providerId="AD" clId="Web-{0A45E8B9-3141-415F-859E-DD142D1B89C6}" dt="2023-01-06T19:22:23.864" v="1313" actId="20577"/>
          <ac:spMkLst>
            <pc:docMk/>
            <pc:sldMk cId="428975187" sldId="311"/>
            <ac:spMk id="6" creationId="{B1B9F6A9-51E8-5BEB-917E-E0C6C0A53B45}"/>
          </ac:spMkLst>
        </pc:spChg>
        <pc:spChg chg="mod">
          <ac:chgData name="Stephanie Verganza" userId="S::sverganza@partners.net::ffc5f8f4-b46c-4eb7-ad0a-4bc869c58a2c" providerId="AD" clId="Web-{0A45E8B9-3141-415F-859E-DD142D1B89C6}" dt="2023-01-06T19:22:18.426" v="1311" actId="20577"/>
          <ac:spMkLst>
            <pc:docMk/>
            <pc:sldMk cId="428975187" sldId="311"/>
            <ac:spMk id="199" creationId="{00000000-0000-0000-0000-000000000000}"/>
          </ac:spMkLst>
        </pc:spChg>
        <pc:spChg chg="del mod">
          <ac:chgData name="Stephanie Verganza" userId="S::sverganza@partners.net::ffc5f8f4-b46c-4eb7-ad0a-4bc869c58a2c" providerId="AD" clId="Web-{0A45E8B9-3141-415F-859E-DD142D1B89C6}" dt="2023-01-06T15:31:55.100" v="288"/>
          <ac:spMkLst>
            <pc:docMk/>
            <pc:sldMk cId="428975187" sldId="311"/>
            <ac:spMk id="200" creationId="{00000000-0000-0000-0000-000000000000}"/>
          </ac:spMkLst>
        </pc:spChg>
        <pc:picChg chg="add del mod">
          <ac:chgData name="Stephanie Verganza" userId="S::sverganza@partners.net::ffc5f8f4-b46c-4eb7-ad0a-4bc869c58a2c" providerId="AD" clId="Web-{0A45E8B9-3141-415F-859E-DD142D1B89C6}" dt="2023-01-06T15:33:05.870" v="297"/>
          <ac:picMkLst>
            <pc:docMk/>
            <pc:sldMk cId="428975187" sldId="311"/>
            <ac:picMk id="3" creationId="{51E391C9-6ABC-EF9B-B7E6-8113B895E869}"/>
          </ac:picMkLst>
        </pc:picChg>
        <pc:picChg chg="add del mod">
          <ac:chgData name="Stephanie Verganza" userId="S::sverganza@partners.net::ffc5f8f4-b46c-4eb7-ad0a-4bc869c58a2c" providerId="AD" clId="Web-{0A45E8B9-3141-415F-859E-DD142D1B89C6}" dt="2023-01-06T15:35:05.049" v="302"/>
          <ac:picMkLst>
            <pc:docMk/>
            <pc:sldMk cId="428975187" sldId="311"/>
            <ac:picMk id="4" creationId="{7E0A7630-DA00-208E-A12F-9ADCD62E824B}"/>
          </ac:picMkLst>
        </pc:picChg>
        <pc:picChg chg="add del mod">
          <ac:chgData name="Stephanie Verganza" userId="S::sverganza@partners.net::ffc5f8f4-b46c-4eb7-ad0a-4bc869c58a2c" providerId="AD" clId="Web-{0A45E8B9-3141-415F-859E-DD142D1B89C6}" dt="2023-01-06T19:22:00.613" v="1300"/>
          <ac:picMkLst>
            <pc:docMk/>
            <pc:sldMk cId="428975187" sldId="311"/>
            <ac:picMk id="5" creationId="{08A2D1BC-A483-C31F-4071-D137E92F8684}"/>
          </ac:picMkLst>
        </pc:picChg>
      </pc:sldChg>
      <pc:sldChg chg="modSp add ord replId">
        <pc:chgData name="Stephanie Verganza" userId="S::sverganza@partners.net::ffc5f8f4-b46c-4eb7-ad0a-4bc869c58a2c" providerId="AD" clId="Web-{0A45E8B9-3141-415F-859E-DD142D1B89C6}" dt="2023-01-06T16:18:10.567" v="445" actId="20577"/>
        <pc:sldMkLst>
          <pc:docMk/>
          <pc:sldMk cId="2901685877" sldId="312"/>
        </pc:sldMkLst>
        <pc:spChg chg="mod">
          <ac:chgData name="Stephanie Verganza" userId="S::sverganza@partners.net::ffc5f8f4-b46c-4eb7-ad0a-4bc869c58a2c" providerId="AD" clId="Web-{0A45E8B9-3141-415F-859E-DD142D1B89C6}" dt="2023-01-06T15:53:48.969" v="317" actId="20577"/>
          <ac:spMkLst>
            <pc:docMk/>
            <pc:sldMk cId="2901685877" sldId="312"/>
            <ac:spMk id="6" creationId="{00000000-0000-0000-0000-000000000000}"/>
          </ac:spMkLst>
        </pc:spChg>
        <pc:spChg chg="mod">
          <ac:chgData name="Stephanie Verganza" userId="S::sverganza@partners.net::ffc5f8f4-b46c-4eb7-ad0a-4bc869c58a2c" providerId="AD" clId="Web-{0A45E8B9-3141-415F-859E-DD142D1B89C6}" dt="2023-01-06T15:53:58.047" v="321" actId="20577"/>
          <ac:spMkLst>
            <pc:docMk/>
            <pc:sldMk cId="2901685877" sldId="312"/>
            <ac:spMk id="199" creationId="{00000000-0000-0000-0000-000000000000}"/>
          </ac:spMkLst>
        </pc:spChg>
        <pc:spChg chg="mod">
          <ac:chgData name="Stephanie Verganza" userId="S::sverganza@partners.net::ffc5f8f4-b46c-4eb7-ad0a-4bc869c58a2c" providerId="AD" clId="Web-{0A45E8B9-3141-415F-859E-DD142D1B89C6}" dt="2023-01-06T16:18:10.567" v="445" actId="20577"/>
          <ac:spMkLst>
            <pc:docMk/>
            <pc:sldMk cId="2901685877" sldId="312"/>
            <ac:spMk id="200" creationId="{00000000-0000-0000-0000-000000000000}"/>
          </ac:spMkLst>
        </pc:spChg>
      </pc:sldChg>
      <pc:sldChg chg="addSp delSp modSp add mod replId setBg">
        <pc:chgData name="Stephanie Verganza" userId="S::sverganza@partners.net::ffc5f8f4-b46c-4eb7-ad0a-4bc869c58a2c" providerId="AD" clId="Web-{0A45E8B9-3141-415F-859E-DD142D1B89C6}" dt="2023-01-06T16:39:22.924" v="479" actId="14100"/>
        <pc:sldMkLst>
          <pc:docMk/>
          <pc:sldMk cId="1500099002" sldId="313"/>
        </pc:sldMkLst>
        <pc:spChg chg="del">
          <ac:chgData name="Stephanie Verganza" userId="S::sverganza@partners.net::ffc5f8f4-b46c-4eb7-ad0a-4bc869c58a2c" providerId="AD" clId="Web-{0A45E8B9-3141-415F-859E-DD142D1B89C6}" dt="2023-01-06T16:36:22.370" v="456"/>
          <ac:spMkLst>
            <pc:docMk/>
            <pc:sldMk cId="1500099002" sldId="313"/>
            <ac:spMk id="6" creationId="{00000000-0000-0000-0000-000000000000}"/>
          </ac:spMkLst>
        </pc:spChg>
        <pc:spChg chg="mod">
          <ac:chgData name="Stephanie Verganza" userId="S::sverganza@partners.net::ffc5f8f4-b46c-4eb7-ad0a-4bc869c58a2c" providerId="AD" clId="Web-{0A45E8B9-3141-415F-859E-DD142D1B89C6}" dt="2023-01-06T16:37:09.840" v="461" actId="20577"/>
          <ac:spMkLst>
            <pc:docMk/>
            <pc:sldMk cId="1500099002" sldId="313"/>
            <ac:spMk id="199" creationId="{00000000-0000-0000-0000-000000000000}"/>
          </ac:spMkLst>
        </pc:spChg>
        <pc:spChg chg="del mod">
          <ac:chgData name="Stephanie Verganza" userId="S::sverganza@partners.net::ffc5f8f4-b46c-4eb7-ad0a-4bc869c58a2c" providerId="AD" clId="Web-{0A45E8B9-3141-415F-859E-DD142D1B89C6}" dt="2023-01-06T16:35:53.931" v="448"/>
          <ac:spMkLst>
            <pc:docMk/>
            <pc:sldMk cId="1500099002" sldId="313"/>
            <ac:spMk id="200" creationId="{00000000-0000-0000-0000-000000000000}"/>
          </ac:spMkLst>
        </pc:spChg>
        <pc:picChg chg="add del mod">
          <ac:chgData name="Stephanie Verganza" userId="S::sverganza@partners.net::ffc5f8f4-b46c-4eb7-ad0a-4bc869c58a2c" providerId="AD" clId="Web-{0A45E8B9-3141-415F-859E-DD142D1B89C6}" dt="2023-01-06T16:37:11.512" v="462"/>
          <ac:picMkLst>
            <pc:docMk/>
            <pc:sldMk cId="1500099002" sldId="313"/>
            <ac:picMk id="2" creationId="{51CE7107-D338-668B-D9C5-068AD160967C}"/>
          </ac:picMkLst>
        </pc:picChg>
        <pc:picChg chg="add del mod">
          <ac:chgData name="Stephanie Verganza" userId="S::sverganza@partners.net::ffc5f8f4-b46c-4eb7-ad0a-4bc869c58a2c" providerId="AD" clId="Web-{0A45E8B9-3141-415F-859E-DD142D1B89C6}" dt="2023-01-06T16:37:53.967" v="464"/>
          <ac:picMkLst>
            <pc:docMk/>
            <pc:sldMk cId="1500099002" sldId="313"/>
            <ac:picMk id="3" creationId="{BBAA66F5-87E3-11BE-693E-30044A653E25}"/>
          </ac:picMkLst>
        </pc:picChg>
        <pc:picChg chg="add del mod">
          <ac:chgData name="Stephanie Verganza" userId="S::sverganza@partners.net::ffc5f8f4-b46c-4eb7-ad0a-4bc869c58a2c" providerId="AD" clId="Web-{0A45E8B9-3141-415F-859E-DD142D1B89C6}" dt="2023-01-06T16:38:00.483" v="467"/>
          <ac:picMkLst>
            <pc:docMk/>
            <pc:sldMk cId="1500099002" sldId="313"/>
            <ac:picMk id="4" creationId="{BACFBAC9-8AF8-3B78-AC1D-36CF6E742F78}"/>
          </ac:picMkLst>
        </pc:picChg>
        <pc:picChg chg="add mod modCrop">
          <ac:chgData name="Stephanie Verganza" userId="S::sverganza@partners.net::ffc5f8f4-b46c-4eb7-ad0a-4bc869c58a2c" providerId="AD" clId="Web-{0A45E8B9-3141-415F-859E-DD142D1B89C6}" dt="2023-01-06T16:39:22.924" v="479" actId="14100"/>
          <ac:picMkLst>
            <pc:docMk/>
            <pc:sldMk cId="1500099002" sldId="313"/>
            <ac:picMk id="5" creationId="{A5825104-A43B-BC97-E522-DBD0649C235B}"/>
          </ac:picMkLst>
        </pc:picChg>
      </pc:sldChg>
      <pc:sldChg chg="add replId">
        <pc:chgData name="Stephanie Verganza" userId="S::sverganza@partners.net::ffc5f8f4-b46c-4eb7-ad0a-4bc869c58a2c" providerId="AD" clId="Web-{0A45E8B9-3141-415F-859E-DD142D1B89C6}" dt="2023-01-06T16:37:00.621" v="459"/>
        <pc:sldMkLst>
          <pc:docMk/>
          <pc:sldMk cId="2819852725" sldId="314"/>
        </pc:sldMkLst>
      </pc:sldChg>
      <pc:sldChg chg="addSp delSp modSp add mod replId setBg">
        <pc:chgData name="Stephanie Verganza" userId="S::sverganza@partners.net::ffc5f8f4-b46c-4eb7-ad0a-4bc869c58a2c" providerId="AD" clId="Web-{0A45E8B9-3141-415F-859E-DD142D1B89C6}" dt="2023-01-06T16:46:29.989" v="488"/>
        <pc:sldMkLst>
          <pc:docMk/>
          <pc:sldMk cId="55553395" sldId="315"/>
        </pc:sldMkLst>
        <pc:spChg chg="add del mod">
          <ac:chgData name="Stephanie Verganza" userId="S::sverganza@partners.net::ffc5f8f4-b46c-4eb7-ad0a-4bc869c58a2c" providerId="AD" clId="Web-{0A45E8B9-3141-415F-859E-DD142D1B89C6}" dt="2023-01-06T16:46:15.942" v="483"/>
          <ac:spMkLst>
            <pc:docMk/>
            <pc:sldMk cId="55553395" sldId="315"/>
            <ac:spMk id="3" creationId="{820D8195-1764-6E90-2C30-8E3D661F19BF}"/>
          </ac:spMkLst>
        </pc:spChg>
        <pc:spChg chg="del">
          <ac:chgData name="Stephanie Verganza" userId="S::sverganza@partners.net::ffc5f8f4-b46c-4eb7-ad0a-4bc869c58a2c" providerId="AD" clId="Web-{0A45E8B9-3141-415F-859E-DD142D1B89C6}" dt="2023-01-06T16:46:17.223" v="484"/>
          <ac:spMkLst>
            <pc:docMk/>
            <pc:sldMk cId="55553395" sldId="315"/>
            <ac:spMk id="6" creationId="{00000000-0000-0000-0000-000000000000}"/>
          </ac:spMkLst>
        </pc:spChg>
        <pc:spChg chg="del">
          <ac:chgData name="Stephanie Verganza" userId="S::sverganza@partners.net::ffc5f8f4-b46c-4eb7-ad0a-4bc869c58a2c" providerId="AD" clId="Web-{0A45E8B9-3141-415F-859E-DD142D1B89C6}" dt="2023-01-06T16:45:32.127" v="481"/>
          <ac:spMkLst>
            <pc:docMk/>
            <pc:sldMk cId="55553395" sldId="315"/>
            <ac:spMk id="200" creationId="{00000000-0000-0000-0000-000000000000}"/>
          </ac:spMkLst>
        </pc:spChg>
        <pc:picChg chg="add mod">
          <ac:chgData name="Stephanie Verganza" userId="S::sverganza@partners.net::ffc5f8f4-b46c-4eb7-ad0a-4bc869c58a2c" providerId="AD" clId="Web-{0A45E8B9-3141-415F-859E-DD142D1B89C6}" dt="2023-01-06T16:46:24.364" v="487" actId="14100"/>
          <ac:picMkLst>
            <pc:docMk/>
            <pc:sldMk cId="55553395" sldId="315"/>
            <ac:picMk id="4" creationId="{C2175040-1BE8-4FA9-4E27-E68AA72C3E1B}"/>
          </ac:picMkLst>
        </pc:picChg>
      </pc:sldChg>
      <pc:sldChg chg="addSp delSp modSp add mod ord replId setBg">
        <pc:chgData name="Stephanie Verganza" userId="S::sverganza@partners.net::ffc5f8f4-b46c-4eb7-ad0a-4bc869c58a2c" providerId="AD" clId="Web-{0A45E8B9-3141-415F-859E-DD142D1B89C6}" dt="2023-01-06T21:03:51.918" v="1904" actId="20577"/>
        <pc:sldMkLst>
          <pc:docMk/>
          <pc:sldMk cId="4038704443" sldId="316"/>
        </pc:sldMkLst>
        <pc:spChg chg="del">
          <ac:chgData name="Stephanie Verganza" userId="S::sverganza@partners.net::ffc5f8f4-b46c-4eb7-ad0a-4bc869c58a2c" providerId="AD" clId="Web-{0A45E8B9-3141-415F-859E-DD142D1B89C6}" dt="2023-01-06T20:10:45.429" v="1806"/>
          <ac:spMkLst>
            <pc:docMk/>
            <pc:sldMk cId="4038704443" sldId="316"/>
            <ac:spMk id="6" creationId="{00000000-0000-0000-0000-000000000000}"/>
          </ac:spMkLst>
        </pc:spChg>
        <pc:spChg chg="mod">
          <ac:chgData name="Stephanie Verganza" userId="S::sverganza@partners.net::ffc5f8f4-b46c-4eb7-ad0a-4bc869c58a2c" providerId="AD" clId="Web-{0A45E8B9-3141-415F-859E-DD142D1B89C6}" dt="2023-01-06T16:51:55.253" v="493" actId="20577"/>
          <ac:spMkLst>
            <pc:docMk/>
            <pc:sldMk cId="4038704443" sldId="316"/>
            <ac:spMk id="199" creationId="{00000000-0000-0000-0000-000000000000}"/>
          </ac:spMkLst>
        </pc:spChg>
        <pc:spChg chg="mod">
          <ac:chgData name="Stephanie Verganza" userId="S::sverganza@partners.net::ffc5f8f4-b46c-4eb7-ad0a-4bc869c58a2c" providerId="AD" clId="Web-{0A45E8B9-3141-415F-859E-DD142D1B89C6}" dt="2023-01-06T21:03:51.918" v="1904" actId="20577"/>
          <ac:spMkLst>
            <pc:docMk/>
            <pc:sldMk cId="4038704443" sldId="316"/>
            <ac:spMk id="200" creationId="{00000000-0000-0000-0000-000000000000}"/>
          </ac:spMkLst>
        </pc:spChg>
        <pc:picChg chg="add mod">
          <ac:chgData name="Stephanie Verganza" userId="S::sverganza@partners.net::ffc5f8f4-b46c-4eb7-ad0a-4bc869c58a2c" providerId="AD" clId="Web-{0A45E8B9-3141-415F-859E-DD142D1B89C6}" dt="2023-01-06T20:10:56.149" v="1808" actId="14100"/>
          <ac:picMkLst>
            <pc:docMk/>
            <pc:sldMk cId="4038704443" sldId="316"/>
            <ac:picMk id="2" creationId="{B5AB6A46-79B4-A908-D65B-8580AEC896C3}"/>
          </ac:picMkLst>
        </pc:picChg>
      </pc:sldChg>
      <pc:sldChg chg="modSp add ord replId">
        <pc:chgData name="Stephanie Verganza" userId="S::sverganza@partners.net::ffc5f8f4-b46c-4eb7-ad0a-4bc869c58a2c" providerId="AD" clId="Web-{0A45E8B9-3141-415F-859E-DD142D1B89C6}" dt="2023-01-06T20:57:25.171" v="1833" actId="20577"/>
        <pc:sldMkLst>
          <pc:docMk/>
          <pc:sldMk cId="1220069023" sldId="317"/>
        </pc:sldMkLst>
        <pc:spChg chg="mod">
          <ac:chgData name="Stephanie Verganza" userId="S::sverganza@partners.net::ffc5f8f4-b46c-4eb7-ad0a-4bc869c58a2c" providerId="AD" clId="Web-{0A45E8B9-3141-415F-859E-DD142D1B89C6}" dt="2023-01-06T17:23:41.082" v="635" actId="20577"/>
          <ac:spMkLst>
            <pc:docMk/>
            <pc:sldMk cId="1220069023" sldId="317"/>
            <ac:spMk id="6" creationId="{00000000-0000-0000-0000-000000000000}"/>
          </ac:spMkLst>
        </pc:spChg>
        <pc:spChg chg="mod">
          <ac:chgData name="Stephanie Verganza" userId="S::sverganza@partners.net::ffc5f8f4-b46c-4eb7-ad0a-4bc869c58a2c" providerId="AD" clId="Web-{0A45E8B9-3141-415F-859E-DD142D1B89C6}" dt="2023-01-06T17:23:32.066" v="629" actId="20577"/>
          <ac:spMkLst>
            <pc:docMk/>
            <pc:sldMk cId="1220069023" sldId="317"/>
            <ac:spMk id="199" creationId="{00000000-0000-0000-0000-000000000000}"/>
          </ac:spMkLst>
        </pc:spChg>
        <pc:spChg chg="mod">
          <ac:chgData name="Stephanie Verganza" userId="S::sverganza@partners.net::ffc5f8f4-b46c-4eb7-ad0a-4bc869c58a2c" providerId="AD" clId="Web-{0A45E8B9-3141-415F-859E-DD142D1B89C6}" dt="2023-01-06T20:57:25.171" v="1833" actId="20577"/>
          <ac:spMkLst>
            <pc:docMk/>
            <pc:sldMk cId="1220069023" sldId="317"/>
            <ac:spMk id="200" creationId="{00000000-0000-0000-0000-000000000000}"/>
          </ac:spMkLst>
        </pc:spChg>
      </pc:sldChg>
      <pc:sldChg chg="modSp add replId">
        <pc:chgData name="Stephanie Verganza" userId="S::sverganza@partners.net::ffc5f8f4-b46c-4eb7-ad0a-4bc869c58a2c" providerId="AD" clId="Web-{0A45E8B9-3141-415F-859E-DD142D1B89C6}" dt="2023-01-06T21:01:38.992" v="1876" actId="20577"/>
        <pc:sldMkLst>
          <pc:docMk/>
          <pc:sldMk cId="1732055878" sldId="318"/>
        </pc:sldMkLst>
        <pc:spChg chg="mod">
          <ac:chgData name="Stephanie Verganza" userId="S::sverganza@partners.net::ffc5f8f4-b46c-4eb7-ad0a-4bc869c58a2c" providerId="AD" clId="Web-{0A45E8B9-3141-415F-859E-DD142D1B89C6}" dt="2023-01-06T21:01:38.992" v="1876" actId="20577"/>
          <ac:spMkLst>
            <pc:docMk/>
            <pc:sldMk cId="1732055878" sldId="318"/>
            <ac:spMk id="200" creationId="{00000000-0000-0000-0000-000000000000}"/>
          </ac:spMkLst>
        </pc:spChg>
      </pc:sldChg>
      <pc:sldChg chg="modSp add ord replId">
        <pc:chgData name="Stephanie Verganza" userId="S::sverganza@partners.net::ffc5f8f4-b46c-4eb7-ad0a-4bc869c58a2c" providerId="AD" clId="Web-{0A45E8B9-3141-415F-859E-DD142D1B89C6}" dt="2023-01-06T19:30:41.834" v="1652"/>
        <pc:sldMkLst>
          <pc:docMk/>
          <pc:sldMk cId="3723459923" sldId="319"/>
        </pc:sldMkLst>
        <pc:spChg chg="mod">
          <ac:chgData name="Stephanie Verganza" userId="S::sverganza@partners.net::ffc5f8f4-b46c-4eb7-ad0a-4bc869c58a2c" providerId="AD" clId="Web-{0A45E8B9-3141-415F-859E-DD142D1B89C6}" dt="2023-01-06T19:18:24.606" v="1121" actId="20577"/>
          <ac:spMkLst>
            <pc:docMk/>
            <pc:sldMk cId="3723459923" sldId="319"/>
            <ac:spMk id="199" creationId="{00000000-0000-0000-0000-000000000000}"/>
          </ac:spMkLst>
        </pc:spChg>
        <pc:spChg chg="mod">
          <ac:chgData name="Stephanie Verganza" userId="S::sverganza@partners.net::ffc5f8f4-b46c-4eb7-ad0a-4bc869c58a2c" providerId="AD" clId="Web-{0A45E8B9-3141-415F-859E-DD142D1B89C6}" dt="2023-01-06T19:21:32.362" v="1295" actId="20577"/>
          <ac:spMkLst>
            <pc:docMk/>
            <pc:sldMk cId="3723459923" sldId="319"/>
            <ac:spMk id="200" creationId="{00000000-0000-0000-0000-000000000000}"/>
          </ac:spMkLst>
        </pc:spChg>
      </pc:sldChg>
      <pc:sldChg chg="add ord replId">
        <pc:chgData name="Stephanie Verganza" userId="S::sverganza@partners.net::ffc5f8f4-b46c-4eb7-ad0a-4bc869c58a2c" providerId="AD" clId="Web-{0A45E8B9-3141-415F-859E-DD142D1B89C6}" dt="2023-01-06T20:10:10.819" v="1797"/>
        <pc:sldMkLst>
          <pc:docMk/>
          <pc:sldMk cId="3723510320" sldId="320"/>
        </pc:sldMkLst>
      </pc:sldChg>
      <pc:sldChg chg="modSp add ord replId">
        <pc:chgData name="Stephanie Verganza" userId="S::sverganza@partners.net::ffc5f8f4-b46c-4eb7-ad0a-4bc869c58a2c" providerId="AD" clId="Web-{0A45E8B9-3141-415F-859E-DD142D1B89C6}" dt="2023-01-06T20:10:34.804" v="1805" actId="20577"/>
        <pc:sldMkLst>
          <pc:docMk/>
          <pc:sldMk cId="610993745" sldId="321"/>
        </pc:sldMkLst>
        <pc:spChg chg="mod">
          <ac:chgData name="Stephanie Verganza" userId="S::sverganza@partners.net::ffc5f8f4-b46c-4eb7-ad0a-4bc869c58a2c" providerId="AD" clId="Web-{0A45E8B9-3141-415F-859E-DD142D1B89C6}" dt="2023-01-06T20:10:34.804" v="1805" actId="20577"/>
          <ac:spMkLst>
            <pc:docMk/>
            <pc:sldMk cId="610993745" sldId="321"/>
            <ac:spMk id="88" creationId="{00000000-0000-0000-0000-000000000000}"/>
          </ac:spMkLst>
        </pc:spChg>
      </pc:sldChg>
      <pc:sldMasterChg chg="addSldLayout">
        <pc:chgData name="Stephanie Verganza" userId="S::sverganza@partners.net::ffc5f8f4-b46c-4eb7-ad0a-4bc869c58a2c" providerId="AD" clId="Web-{0A45E8B9-3141-415F-859E-DD142D1B89C6}" dt="2023-01-06T15:12:49.573" v="0"/>
        <pc:sldMasterMkLst>
          <pc:docMk/>
          <pc:sldMasterMk cId="3454364568" sldId="2147483664"/>
        </pc:sldMasterMkLst>
        <pc:sldLayoutChg chg="add">
          <pc:chgData name="Stephanie Verganza" userId="S::sverganza@partners.net::ffc5f8f4-b46c-4eb7-ad0a-4bc869c58a2c" providerId="AD" clId="Web-{0A45E8B9-3141-415F-859E-DD142D1B89C6}" dt="2023-01-06T15:12:49.573" v="0"/>
          <pc:sldLayoutMkLst>
            <pc:docMk/>
            <pc:sldMasterMk cId="3454364568" sldId="2147483664"/>
            <pc:sldLayoutMk cId="3834229284" sldId="2147483667"/>
          </pc:sldLayoutMkLst>
        </pc:sldLayoutChg>
        <pc:sldLayoutChg chg="add">
          <pc:chgData name="Stephanie Verganza" userId="S::sverganza@partners.net::ffc5f8f4-b46c-4eb7-ad0a-4bc869c58a2c" providerId="AD" clId="Web-{0A45E8B9-3141-415F-859E-DD142D1B89C6}" dt="2023-01-06T15:12:49.573" v="0"/>
          <pc:sldLayoutMkLst>
            <pc:docMk/>
            <pc:sldMasterMk cId="3454364568" sldId="2147483664"/>
            <pc:sldLayoutMk cId="1104682864" sldId="2147483668"/>
          </pc:sldLayoutMkLst>
        </pc:sldLayoutChg>
        <pc:sldLayoutChg chg="add">
          <pc:chgData name="Stephanie Verganza" userId="S::sverganza@partners.net::ffc5f8f4-b46c-4eb7-ad0a-4bc869c58a2c" providerId="AD" clId="Web-{0A45E8B9-3141-415F-859E-DD142D1B89C6}" dt="2023-01-06T15:12:49.573" v="0"/>
          <pc:sldLayoutMkLst>
            <pc:docMk/>
            <pc:sldMasterMk cId="3454364568" sldId="2147483664"/>
            <pc:sldLayoutMk cId="153608340" sldId="2147483669"/>
          </pc:sldLayoutMkLst>
        </pc:sldLayoutChg>
      </pc:sldMasterChg>
    </pc:docChg>
  </pc:docChgLst>
  <pc:docChgLst>
    <pc:chgData name="Danielle Martin" userId="S::dmartin@partners.net::04f63225-1d27-46ab-9c7c-1c8b513bed32" providerId="AD" clId="Web-{449061FE-3668-BE53-59D4-A0FF2EDDA239}"/>
    <pc:docChg chg="modSld">
      <pc:chgData name="Danielle Martin" userId="S::dmartin@partners.net::04f63225-1d27-46ab-9c7c-1c8b513bed32" providerId="AD" clId="Web-{449061FE-3668-BE53-59D4-A0FF2EDDA239}" dt="2022-12-30T06:40:20.108" v="15" actId="20577"/>
      <pc:docMkLst>
        <pc:docMk/>
      </pc:docMkLst>
      <pc:sldChg chg="modSp">
        <pc:chgData name="Danielle Martin" userId="S::dmartin@partners.net::04f63225-1d27-46ab-9c7c-1c8b513bed32" providerId="AD" clId="Web-{449061FE-3668-BE53-59D4-A0FF2EDDA239}" dt="2022-12-30T06:40:20.108" v="15" actId="20577"/>
        <pc:sldMkLst>
          <pc:docMk/>
          <pc:sldMk cId="1637460772" sldId="259"/>
        </pc:sldMkLst>
        <pc:spChg chg="mod">
          <ac:chgData name="Danielle Martin" userId="S::dmartin@partners.net::04f63225-1d27-46ab-9c7c-1c8b513bed32" providerId="AD" clId="Web-{449061FE-3668-BE53-59D4-A0FF2EDDA239}" dt="2022-12-30T06:40:20.108" v="15" actId="20577"/>
          <ac:spMkLst>
            <pc:docMk/>
            <pc:sldMk cId="1637460772" sldId="259"/>
            <ac:spMk id="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203F82-69B2-4E0B-BA84-A107AD31EA49}" type="datetimeFigureOut">
              <a:rPr lang="en-US" smtClean="0"/>
              <a:t>6/9/2023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B1F323-6A80-4D1A-89AA-49486A57E67A}" type="slidenum">
              <a:rPr lang="en-US" smtClean="0"/>
              <a:t>‹#›</a:t>
            </a:fld>
            <a:endParaRPr lang="en-US" dirty="0"/>
          </a:p>
        </p:txBody>
      </p:sp>
    </p:spTree>
    <p:extLst>
      <p:ext uri="{BB962C8B-B14F-4D97-AF65-F5344CB8AC3E}">
        <p14:creationId xmlns:p14="http://schemas.microsoft.com/office/powerpoint/2010/main" val="257103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 CFR 200, subpart E</a:t>
            </a:r>
            <a:endParaRPr dirty="0"/>
          </a:p>
        </p:txBody>
      </p:sp>
    </p:spTree>
    <p:extLst>
      <p:ext uri="{BB962C8B-B14F-4D97-AF65-F5344CB8AC3E}">
        <p14:creationId xmlns:p14="http://schemas.microsoft.com/office/powerpoint/2010/main" val="1339627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We’re going to go over the federal definitions and review non-construction procurement (most relevant to our operations). The POA policies set lower thresholds for procurements for field offices.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extLst>
      <p:ext uri="{BB962C8B-B14F-4D97-AF65-F5344CB8AC3E}">
        <p14:creationId xmlns:p14="http://schemas.microsoft.com/office/powerpoint/2010/main" val="878816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 CFR 200, subpart E</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We’re going to go over the federal definitions and review non-construction procurement (most relevant to our operations). The POA policies set lower thresholds for procurements for field offices.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extLst>
      <p:ext uri="{BB962C8B-B14F-4D97-AF65-F5344CB8AC3E}">
        <p14:creationId xmlns:p14="http://schemas.microsoft.com/office/powerpoint/2010/main" val="1218294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We’re going to go over the federal definitions and review non-construction procurement (most relevant to our operations). The POA policies set lower thresholds for procurements for field offices.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extLst>
      <p:ext uri="{BB962C8B-B14F-4D97-AF65-F5344CB8AC3E}">
        <p14:creationId xmlns:p14="http://schemas.microsoft.com/office/powerpoint/2010/main" val="2644820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We’re going to go over the federal definitions and review non-construction procurement (most relevant to our operations). The POA policies set lower thresholds for procurements for field offices.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extLst>
      <p:ext uri="{BB962C8B-B14F-4D97-AF65-F5344CB8AC3E}">
        <p14:creationId xmlns:p14="http://schemas.microsoft.com/office/powerpoint/2010/main" val="1612082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We’re going to go over the federal definitions and review non-construction procurement (most relevant to our operations). The POA policies set lower thresholds for procurements for field offices.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extLst>
      <p:ext uri="{BB962C8B-B14F-4D97-AF65-F5344CB8AC3E}">
        <p14:creationId xmlns:p14="http://schemas.microsoft.com/office/powerpoint/2010/main" val="1718842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255504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4196305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14906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We’re going to go over the federal definitions and review non-construction procurement (most relevant to our operations). The POA policies set lower thresholds for procurements for field offices.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extLst>
      <p:ext uri="{BB962C8B-B14F-4D97-AF65-F5344CB8AC3E}">
        <p14:creationId xmlns:p14="http://schemas.microsoft.com/office/powerpoint/2010/main" val="1450713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We’re going to go over the federal definitions and review non-construction procurement (most relevant to our operations). The POA policies set lower thresholds for procurements for field offices.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extLst>
      <p:ext uri="{BB962C8B-B14F-4D97-AF65-F5344CB8AC3E}">
        <p14:creationId xmlns:p14="http://schemas.microsoft.com/office/powerpoint/2010/main" val="3377176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21642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44493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1"/>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18336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63334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7"/>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37346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078863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322918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1966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063271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55295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8"/>
            <a:ext cx="2057400" cy="43886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8"/>
            <a:ext cx="6019800" cy="43886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57687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5" y="1"/>
            <a:ext cx="4095677" cy="5143500"/>
          </a:xfrm>
          <a:prstGeom prst="rect">
            <a:avLst/>
          </a:prstGeom>
          <a:noFill/>
          <a:ln>
            <a:noFill/>
          </a:ln>
        </p:spPr>
      </p:pic>
      <p:sp>
        <p:nvSpPr>
          <p:cNvPr id="11" name="Google Shape;11;p2"/>
          <p:cNvSpPr txBox="1">
            <a:spLocks noGrp="1"/>
          </p:cNvSpPr>
          <p:nvPr>
            <p:ph type="ctrTitle"/>
          </p:nvPr>
        </p:nvSpPr>
        <p:spPr>
          <a:xfrm>
            <a:off x="3208125" y="3287226"/>
            <a:ext cx="5250300" cy="1159801"/>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4157233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2683976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3543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834229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104682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536083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0811092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535816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600558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7391259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012378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40972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143621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rectangle">
  <p:cSld name="Blank rectangle">
    <p:bg>
      <p:bgPr>
        <a:blipFill>
          <a:blip r:embed="rId2">
            <a:alphaModFix/>
          </a:blip>
          <a:stretch>
            <a:fillRect/>
          </a:stretch>
        </a:blipFill>
        <a:effectLst/>
      </p:bgPr>
    </p:bg>
    <p:spTree>
      <p:nvGrpSpPr>
        <p:cNvPr id="1" name="Shape 50"/>
        <p:cNvGrpSpPr/>
        <p:nvPr/>
      </p:nvGrpSpPr>
      <p:grpSpPr>
        <a:xfrm>
          <a:off x="0" y="0"/>
          <a:ext cx="0" cy="0"/>
          <a:chOff x="0" y="0"/>
          <a:chExt cx="0" cy="0"/>
        </a:xfrm>
      </p:grpSpPr>
      <p:pic>
        <p:nvPicPr>
          <p:cNvPr id="51" name="Google Shape;51;p11" descr="paint_transparent3.png"/>
          <p:cNvPicPr preferRelativeResize="0"/>
          <p:nvPr/>
        </p:nvPicPr>
        <p:blipFill>
          <a:blip r:embed="rId3">
            <a:alphaModFix/>
          </a:blip>
          <a:stretch>
            <a:fillRect/>
          </a:stretch>
        </p:blipFill>
        <p:spPr>
          <a:xfrm>
            <a:off x="0" y="1"/>
            <a:ext cx="9144000" cy="5143503"/>
          </a:xfrm>
          <a:prstGeom prst="rect">
            <a:avLst/>
          </a:prstGeom>
          <a:noFill/>
          <a:ln>
            <a:noFill/>
          </a:ln>
        </p:spPr>
      </p:pic>
      <p:sp>
        <p:nvSpPr>
          <p:cNvPr id="52" name="Google Shape;52;p11"/>
          <p:cNvSpPr txBox="1">
            <a:spLocks noGrp="1"/>
          </p:cNvSpPr>
          <p:nvPr>
            <p:ph type="sldNum" idx="12"/>
          </p:nvPr>
        </p:nvSpPr>
        <p:spPr>
          <a:xfrm>
            <a:off x="4297650" y="4447973"/>
            <a:ext cx="548700" cy="393600"/>
          </a:xfrm>
          <a:prstGeom prst="rect">
            <a:avLst/>
          </a:prstGeom>
        </p:spPr>
        <p:txBody>
          <a:bodyPr spcFirstLastPara="1" wrap="square" lIns="91425" tIns="91425" rIns="91425" bIns="91425" anchor="ctr" anchorCtr="0">
            <a:noAutofit/>
          </a:bodyPr>
          <a:lstStyle>
            <a:lvl1pPr lvl="0" algn="ctr" rtl="0">
              <a:buNone/>
              <a:defRPr>
                <a:solidFill>
                  <a:srgbClr val="999999"/>
                </a:solidFill>
              </a:defRPr>
            </a:lvl1pPr>
            <a:lvl2pPr lvl="1" algn="ctr" rtl="0">
              <a:buNone/>
              <a:defRPr>
                <a:solidFill>
                  <a:srgbClr val="999999"/>
                </a:solidFill>
              </a:defRPr>
            </a:lvl2pPr>
            <a:lvl3pPr lvl="2" algn="ctr" rtl="0">
              <a:buNone/>
              <a:defRPr>
                <a:solidFill>
                  <a:srgbClr val="999999"/>
                </a:solidFill>
              </a:defRPr>
            </a:lvl3pPr>
            <a:lvl4pPr lvl="3" algn="ctr" rtl="0">
              <a:buNone/>
              <a:defRPr>
                <a:solidFill>
                  <a:srgbClr val="999999"/>
                </a:solidFill>
              </a:defRPr>
            </a:lvl4pPr>
            <a:lvl5pPr lvl="4" algn="ctr" rtl="0">
              <a:buNone/>
              <a:defRPr>
                <a:solidFill>
                  <a:srgbClr val="999999"/>
                </a:solidFill>
              </a:defRPr>
            </a:lvl5pPr>
            <a:lvl6pPr lvl="5" algn="ctr" rtl="0">
              <a:buNone/>
              <a:defRPr>
                <a:solidFill>
                  <a:srgbClr val="999999"/>
                </a:solidFill>
              </a:defRPr>
            </a:lvl6pPr>
            <a:lvl7pPr lvl="6" algn="ctr" rtl="0">
              <a:buNone/>
              <a:defRPr>
                <a:solidFill>
                  <a:srgbClr val="999999"/>
                </a:solidFill>
              </a:defRPr>
            </a:lvl7pPr>
            <a:lvl8pPr lvl="7" algn="ctr" rtl="0">
              <a:buNone/>
              <a:defRPr>
                <a:solidFill>
                  <a:srgbClr val="999999"/>
                </a:solidFill>
              </a:defRPr>
            </a:lvl8pPr>
            <a:lvl9pPr lvl="8" algn="ctr" rtl="0">
              <a:buNone/>
              <a:defRPr>
                <a:solidFill>
                  <a:srgbClr val="999999"/>
                </a:solidFill>
              </a:defRPr>
            </a:lvl9pPr>
          </a:lstStyle>
          <a:p>
            <a:fld id="{00000000-1234-1234-1234-123412341234}" type="slidenum">
              <a:rPr lang="en"/>
              <a:pPr/>
              <a:t>‹#›</a:t>
            </a:fld>
            <a:endParaRPr dirty="0"/>
          </a:p>
        </p:txBody>
      </p:sp>
    </p:spTree>
    <p:extLst>
      <p:ext uri="{BB962C8B-B14F-4D97-AF65-F5344CB8AC3E}">
        <p14:creationId xmlns:p14="http://schemas.microsoft.com/office/powerpoint/2010/main" val="365262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7B3C591-59DC-4018-8F9B-DC064D3F1B80}" type="datetimeFigureOut">
              <a:rPr lang="en-US" smtClean="0"/>
              <a:t>6/9/2023</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F9F2E89-3652-49D8-B08D-2B87096A2995}" type="slidenum">
              <a:rPr lang="en-US" smtClean="0"/>
              <a:t>‹#›</a:t>
            </a:fld>
            <a:endParaRPr lang="en-US" dirty="0"/>
          </a:p>
        </p:txBody>
      </p:sp>
    </p:spTree>
    <p:extLst>
      <p:ext uri="{BB962C8B-B14F-4D97-AF65-F5344CB8AC3E}">
        <p14:creationId xmlns:p14="http://schemas.microsoft.com/office/powerpoint/2010/main" val="1109330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3454364568"/>
      </p:ext>
    </p:extLst>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95317590"/>
      </p:ext>
    </p:extLst>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25.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2227980" y="1159329"/>
            <a:ext cx="6598649" cy="2897451"/>
          </a:xfrm>
          <a:prstGeom prst="rect">
            <a:avLst/>
          </a:prstGeom>
        </p:spPr>
        <p:txBody>
          <a:bodyPr spcFirstLastPara="1" wrap="square" lIns="91425" tIns="91425" rIns="91425" bIns="91425" anchor="b" anchorCtr="0">
            <a:noAutofit/>
          </a:bodyPr>
          <a:lstStyle/>
          <a:p>
            <a:r>
              <a:rPr lang="en-US" sz="4800" dirty="0">
                <a:solidFill>
                  <a:schemeClr val="bg1"/>
                </a:solidFill>
                <a:latin typeface="Segoe UI" pitchFamily="34" charset="0"/>
                <a:ea typeface="Segoe UI" pitchFamily="34" charset="0"/>
                <a:cs typeface="Segoe UI" pitchFamily="34" charset="0"/>
              </a:rPr>
              <a:t>AVOP Sub-award Closeout:</a:t>
            </a:r>
            <a:br>
              <a:rPr lang="en-US" sz="4800" dirty="0">
                <a:solidFill>
                  <a:schemeClr val="bg1"/>
                </a:solidFill>
                <a:latin typeface="Segoe UI" pitchFamily="34" charset="0"/>
                <a:ea typeface="Segoe UI" pitchFamily="34" charset="0"/>
                <a:cs typeface="Segoe UI" pitchFamily="34" charset="0"/>
              </a:rPr>
            </a:br>
            <a:endParaRPr dirty="0"/>
          </a:p>
        </p:txBody>
      </p:sp>
      <p:cxnSp>
        <p:nvCxnSpPr>
          <p:cNvPr id="4" name="Straight Connector 3"/>
          <p:cNvCxnSpPr/>
          <p:nvPr/>
        </p:nvCxnSpPr>
        <p:spPr>
          <a:xfrm>
            <a:off x="5854826" y="4262520"/>
            <a:ext cx="29718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9952" y="4347705"/>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a:spLocks noChangeAspect="1"/>
          </p:cNvSpPr>
          <p:nvPr/>
        </p:nvSpPr>
        <p:spPr>
          <a:xfrm>
            <a:off x="4498376" y="320006"/>
            <a:ext cx="3970254" cy="411397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6357166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duotone>
              <a:schemeClr val="accent2">
                <a:shade val="45000"/>
                <a:satMod val="135000"/>
              </a:schemeClr>
              <a:prstClr val="white"/>
            </a:duotone>
          </a:blip>
          <a:stretch>
            <a:fillRect/>
          </a:stretch>
        </a:blipFill>
        <a:effectLst/>
      </p:bgPr>
    </p:bg>
    <p:spTree>
      <p:nvGrpSpPr>
        <p:cNvPr id="1" name="Shape 87"/>
        <p:cNvGrpSpPr/>
        <p:nvPr/>
      </p:nvGrpSpPr>
      <p:grpSpPr>
        <a:xfrm>
          <a:off x="0" y="0"/>
          <a:ext cx="0" cy="0"/>
          <a:chOff x="0" y="0"/>
          <a:chExt cx="0" cy="0"/>
        </a:xfrm>
      </p:grpSpPr>
      <p:sp>
        <p:nvSpPr>
          <p:cNvPr id="4" name="Rectangle 3"/>
          <p:cNvSpPr>
            <a:spLocks noChangeAspect="1"/>
          </p:cNvSpPr>
          <p:nvPr/>
        </p:nvSpPr>
        <p:spPr>
          <a:xfrm>
            <a:off x="2406766" y="396825"/>
            <a:ext cx="4347714" cy="4505097"/>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Google Shape;88;p17"/>
          <p:cNvSpPr txBox="1">
            <a:spLocks noGrp="1"/>
          </p:cNvSpPr>
          <p:nvPr>
            <p:ph type="body" idx="1"/>
          </p:nvPr>
        </p:nvSpPr>
        <p:spPr>
          <a:xfrm>
            <a:off x="2483351" y="836125"/>
            <a:ext cx="4301763" cy="34713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US" sz="4000" i="0" dirty="0">
                <a:latin typeface="Segoe UI"/>
                <a:ea typeface="Segoe UI" panose="020B0502040204020203" pitchFamily="34" charset="0"/>
                <a:cs typeface="Segoe UI"/>
              </a:rPr>
              <a:t>Overview of Closeout</a:t>
            </a:r>
            <a:endParaRPr sz="4000" i="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94922519"/>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r>
              <a:rPr lang="en-US" sz="3600" dirty="0">
                <a:solidFill>
                  <a:schemeClr val="tx1"/>
                </a:solidFill>
                <a:latin typeface="Segoe UI"/>
                <a:cs typeface="Segoe UI"/>
              </a:rPr>
              <a:t>General Guidance</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200;p30">
            <a:extLst>
              <a:ext uri="{FF2B5EF4-FFF2-40B4-BE49-F238E27FC236}">
                <a16:creationId xmlns:a16="http://schemas.microsoft.com/office/drawing/2014/main" id="{15DD428D-FF39-D852-374D-F6DAE2A1D5F5}"/>
              </a:ext>
            </a:extLst>
          </p:cNvPr>
          <p:cNvSpPr txBox="1">
            <a:spLocks noGrp="1"/>
          </p:cNvSpPr>
          <p:nvPr>
            <p:ph type="body" idx="1"/>
          </p:nvPr>
        </p:nvSpPr>
        <p:spPr>
          <a:xfrm>
            <a:off x="228600" y="1354455"/>
            <a:ext cx="6019800" cy="3584434"/>
          </a:xfrm>
          <a:prstGeom prst="rect">
            <a:avLst/>
          </a:prstGeom>
        </p:spPr>
        <p:txBody>
          <a:bodyPr spcFirstLastPara="1" wrap="square" lIns="91425" tIns="91425" rIns="91425" bIns="91425" anchor="t" anchorCtr="0">
            <a:noAutofit/>
          </a:bodyPr>
          <a:lstStyle/>
          <a:p>
            <a:pPr>
              <a:spcBef>
                <a:spcPts val="0"/>
              </a:spcBef>
              <a:buClrTx/>
              <a:buSzPct val="106000"/>
              <a:buFont typeface="Arial" panose="020B0604020202020204" pitchFamily="34" charset="0"/>
              <a:buChar char="•"/>
            </a:pPr>
            <a:r>
              <a:rPr lang="en-US" sz="1600" dirty="0">
                <a:solidFill>
                  <a:schemeClr val="tx1"/>
                </a:solidFill>
                <a:latin typeface="Segoe UI"/>
                <a:cs typeface="Segoe UI"/>
              </a:rPr>
              <a:t>Recommend to end project activities (i.e. assignments) 30-60 days before end date to allow sufficient time to conduct impact assessments and closeout activities </a:t>
            </a:r>
            <a:endParaRPr lang="en-US" sz="1600" dirty="0">
              <a:solidFill>
                <a:schemeClr val="tx1"/>
              </a:solidFill>
              <a:latin typeface="Segoe UI" panose="020B0502040204020203" pitchFamily="34" charset="0"/>
              <a:cs typeface="Segoe UI" panose="020B0502040204020203" pitchFamily="34" charset="0"/>
            </a:endParaRPr>
          </a:p>
          <a:p>
            <a:pPr>
              <a:spcBef>
                <a:spcPts val="0"/>
              </a:spcBef>
              <a:buClrTx/>
              <a:buSzPct val="106000"/>
              <a:buFont typeface="Arial" panose="020B0604020202020204" pitchFamily="34" charset="0"/>
              <a:buChar char="•"/>
              <a:defRPr/>
            </a:pPr>
            <a:endParaRPr lang="en-US" sz="1600" dirty="0">
              <a:solidFill>
                <a:schemeClr val="tx1"/>
              </a:solidFill>
              <a:latin typeface="Segoe UI"/>
              <a:cs typeface="Segoe UI"/>
            </a:endParaRPr>
          </a:p>
          <a:p>
            <a:pPr>
              <a:spcBef>
                <a:spcPts val="0"/>
              </a:spcBef>
              <a:buClrTx/>
              <a:buSzPct val="106000"/>
              <a:buFont typeface="Arial" panose="020B0604020202020204" pitchFamily="34" charset="0"/>
              <a:buChar char="•"/>
              <a:defRPr/>
            </a:pPr>
            <a:r>
              <a:rPr lang="en-US" sz="1600" dirty="0">
                <a:solidFill>
                  <a:schemeClr val="tx1"/>
                </a:solidFill>
                <a:latin typeface="Segoe UI"/>
                <a:cs typeface="Segoe UI"/>
              </a:rPr>
              <a:t>Terminate any vendor or subrecipient contracts with sufficient time to ensure final invoice payments are issued by or before award end date </a:t>
            </a:r>
          </a:p>
          <a:p>
            <a:pPr>
              <a:spcBef>
                <a:spcPts val="0"/>
              </a:spcBef>
              <a:buClrTx/>
              <a:buSzPct val="106000"/>
              <a:buFont typeface="Arial" panose="020B0604020202020204" pitchFamily="34" charset="0"/>
              <a:buChar char="•"/>
              <a:defRPr/>
            </a:pPr>
            <a:endParaRPr lang="en-US" sz="1600" dirty="0">
              <a:solidFill>
                <a:schemeClr val="tx1"/>
              </a:solidFill>
              <a:latin typeface="Segoe UI"/>
              <a:cs typeface="Segoe UI"/>
            </a:endParaRPr>
          </a:p>
          <a:p>
            <a:pPr>
              <a:spcBef>
                <a:spcPts val="0"/>
              </a:spcBef>
              <a:buClrTx/>
              <a:buSzPct val="106000"/>
              <a:buFont typeface="Arial" panose="020B0604020202020204" pitchFamily="34" charset="0"/>
              <a:buChar char="•"/>
              <a:defRPr/>
            </a:pPr>
            <a:r>
              <a:rPr lang="en-US" sz="1600" dirty="0">
                <a:solidFill>
                  <a:srgbClr val="000000"/>
                </a:solidFill>
                <a:latin typeface="Segoe UI"/>
                <a:cs typeface="Segoe UI"/>
              </a:rPr>
              <a:t>Start developing a closeout plan and timeline</a:t>
            </a:r>
            <a:endParaRPr lang="en-US" sz="1600" dirty="0">
              <a:solidFill>
                <a:schemeClr val="accent6">
                  <a:lumMod val="75000"/>
                </a:schemeClr>
              </a:solidFill>
              <a:latin typeface="Segoe UI" panose="020B0502040204020203" pitchFamily="34" charset="0"/>
              <a:cs typeface="Segoe UI" panose="020B0502040204020203" pitchFamily="34" charset="0"/>
            </a:endParaRPr>
          </a:p>
        </p:txBody>
      </p:sp>
      <p:sp>
        <p:nvSpPr>
          <p:cNvPr id="6" name="Rectangle 5">
            <a:extLst>
              <a:ext uri="{FF2B5EF4-FFF2-40B4-BE49-F238E27FC236}">
                <a16:creationId xmlns:a16="http://schemas.microsoft.com/office/drawing/2014/main" id="{B1B9F6A9-51E8-5BEB-917E-E0C6C0A53B45}"/>
              </a:ext>
            </a:extLst>
          </p:cNvPr>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dirty="0"/>
              <a:t> </a:t>
            </a:r>
            <a:r>
              <a:rPr lang="en-US" sz="1600" dirty="0">
                <a:solidFill>
                  <a:schemeClr val="bg1"/>
                </a:solidFill>
              </a:rPr>
              <a:t>Project Closeout</a:t>
            </a:r>
          </a:p>
        </p:txBody>
      </p:sp>
    </p:spTree>
    <p:extLst>
      <p:ext uri="{BB962C8B-B14F-4D97-AF65-F5344CB8AC3E}">
        <p14:creationId xmlns:p14="http://schemas.microsoft.com/office/powerpoint/2010/main" val="428975187"/>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4" name="Rectangle 3"/>
          <p:cNvSpPr>
            <a:spLocks noChangeAspect="1"/>
          </p:cNvSpPr>
          <p:nvPr/>
        </p:nvSpPr>
        <p:spPr>
          <a:xfrm>
            <a:off x="2406766" y="396825"/>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Google Shape;88;p17"/>
          <p:cNvSpPr txBox="1">
            <a:spLocks noGrp="1"/>
          </p:cNvSpPr>
          <p:nvPr>
            <p:ph type="body" idx="1"/>
          </p:nvPr>
        </p:nvSpPr>
        <p:spPr>
          <a:xfrm>
            <a:off x="2483351" y="836125"/>
            <a:ext cx="4301763" cy="34713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US" sz="4000" i="0" dirty="0">
                <a:latin typeface="Segoe UI" panose="020B0502040204020203" pitchFamily="34" charset="0"/>
                <a:ea typeface="Segoe UI" panose="020B0502040204020203" pitchFamily="34" charset="0"/>
                <a:cs typeface="Segoe UI" panose="020B0502040204020203" pitchFamily="34" charset="0"/>
              </a:rPr>
              <a:t>Financial Requirements</a:t>
            </a:r>
            <a:endParaRPr sz="4000" i="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71842136"/>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r>
              <a:rPr lang="en-US" sz="3600" dirty="0">
                <a:solidFill>
                  <a:schemeClr val="tx1"/>
                </a:solidFill>
                <a:latin typeface="Segoe UI"/>
                <a:cs typeface="Segoe UI"/>
              </a:rPr>
              <a:t>Final VAT Report</a:t>
            </a:r>
          </a:p>
        </p:txBody>
      </p:sp>
      <p:sp>
        <p:nvSpPr>
          <p:cNvPr id="200" name="Google Shape;200;p30"/>
          <p:cNvSpPr txBox="1">
            <a:spLocks noGrp="1"/>
          </p:cNvSpPr>
          <p:nvPr>
            <p:ph type="body" idx="1"/>
          </p:nvPr>
        </p:nvSpPr>
        <p:spPr>
          <a:xfrm>
            <a:off x="228600" y="1354455"/>
            <a:ext cx="6019800" cy="3584434"/>
          </a:xfrm>
          <a:prstGeom prst="rect">
            <a:avLst/>
          </a:prstGeom>
        </p:spPr>
        <p:txBody>
          <a:bodyPr spcFirstLastPara="1" wrap="square" lIns="91425" tIns="91425" rIns="91425" bIns="91425" anchor="t" anchorCtr="0">
            <a:noAutofit/>
          </a:bodyPr>
          <a:lstStyle/>
          <a:p>
            <a:pPr>
              <a:spcBef>
                <a:spcPts val="0"/>
              </a:spcBef>
              <a:spcAft>
                <a:spcPts val="600"/>
              </a:spcAft>
              <a:buClrTx/>
              <a:buSzPct val="106000"/>
              <a:buFont typeface="Arial" panose="020B0604020202020204" pitchFamily="34" charset="0"/>
              <a:buChar char="•"/>
            </a:pPr>
            <a:r>
              <a:rPr lang="en-US" sz="1800" dirty="0">
                <a:solidFill>
                  <a:schemeClr val="tx1"/>
                </a:solidFill>
                <a:latin typeface="Segoe UI"/>
                <a:cs typeface="Segoe UI"/>
              </a:rPr>
              <a:t>Entities that purchased $500 USD or more worth of commodities with USG funds or paid any customs duties in the country where it is operating during the prior fiscal year is required to submit report</a:t>
            </a:r>
            <a:endParaRPr lang="en-US" sz="1800" dirty="0">
              <a:solidFill>
                <a:schemeClr val="tx1"/>
              </a:solidFill>
              <a:latin typeface="Segoe UI" panose="020B0502040204020203" pitchFamily="34" charset="0"/>
              <a:cs typeface="Segoe UI" panose="020B0502040204020203" pitchFamily="34" charset="0"/>
            </a:endParaRPr>
          </a:p>
          <a:p>
            <a:pPr lvl="1" indent="-330200">
              <a:spcAft>
                <a:spcPts val="600"/>
              </a:spcAft>
              <a:buSzPct val="106000"/>
              <a:buFont typeface="Arial,Sans-Serif" panose="020B0604020202020204" pitchFamily="34" charset="0"/>
              <a:buChar char="•"/>
              <a:defRPr/>
            </a:pPr>
            <a:r>
              <a:rPr lang="en-US" sz="1600" dirty="0">
                <a:solidFill>
                  <a:schemeClr val="accent6">
                    <a:lumMod val="75000"/>
                  </a:schemeClr>
                </a:solidFill>
                <a:latin typeface="Segoe UI"/>
                <a:cs typeface="Segoe UI"/>
              </a:rPr>
              <a:t>Report required even if entity did not pay taxes on items purchased – serves to confirm no (exempted) taxes were paid </a:t>
            </a:r>
          </a:p>
          <a:p>
            <a:pPr indent="-330200">
              <a:spcBef>
                <a:spcPts val="0"/>
              </a:spcBef>
              <a:spcAft>
                <a:spcPts val="600"/>
              </a:spcAft>
              <a:buClrTx/>
              <a:buSzPct val="106000"/>
              <a:buFont typeface="Arial" panose="020B0604020202020204" pitchFamily="34" charset="0"/>
              <a:buChar char="•"/>
              <a:defRPr/>
            </a:pPr>
            <a:r>
              <a:rPr lang="en-US" sz="1800" dirty="0">
                <a:solidFill>
                  <a:srgbClr val="000000"/>
                </a:solidFill>
                <a:latin typeface="Segoe UI"/>
                <a:cs typeface="Segoe UI"/>
              </a:rPr>
              <a:t>Report due to UTK within 30 days of award end date</a:t>
            </a:r>
            <a:endParaRPr lang="en-US" sz="1800" dirty="0">
              <a:solidFill>
                <a:srgbClr val="000000"/>
              </a:solidFill>
              <a:latin typeface="Segoe UI" panose="020B0502040204020203" pitchFamily="34" charset="0"/>
              <a:cs typeface="Segoe UI" panose="020B0502040204020203" pitchFamily="34" charset="0"/>
            </a:endParaRPr>
          </a:p>
          <a:p>
            <a:pPr lvl="1" indent="-330200">
              <a:spcAft>
                <a:spcPts val="600"/>
              </a:spcAft>
              <a:buClrTx/>
              <a:buSzPct val="106000"/>
              <a:buFont typeface="Arial" panose="020B0604020202020204" pitchFamily="34" charset="0"/>
              <a:buChar char="•"/>
              <a:defRPr/>
            </a:pPr>
            <a:r>
              <a:rPr lang="en-US" sz="1600" dirty="0">
                <a:solidFill>
                  <a:schemeClr val="accent6">
                    <a:lumMod val="75000"/>
                  </a:schemeClr>
                </a:solidFill>
                <a:latin typeface="Segoe UI"/>
                <a:cs typeface="Segoe UI"/>
              </a:rPr>
              <a:t>Covers October 1, 2022 to August 31, 2023</a:t>
            </a:r>
            <a:endParaRPr lang="en-US" sz="1600" dirty="0">
              <a:solidFill>
                <a:schemeClr val="accent6">
                  <a:lumMod val="75000"/>
                </a:schemeClr>
              </a:solidFill>
              <a:latin typeface="Segoe UI" panose="020B0502040204020203" pitchFamily="34" charset="0"/>
              <a:cs typeface="Segoe UI" panose="020B0502040204020203" pitchFamily="34" charset="0"/>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 </a:t>
            </a:r>
            <a:r>
              <a:rPr lang="en-US" dirty="0">
                <a:solidFill>
                  <a:schemeClr val="bg1"/>
                </a:solidFill>
              </a:rPr>
              <a:t>Financial Closeout</a:t>
            </a:r>
          </a:p>
        </p:txBody>
      </p:sp>
    </p:spTree>
    <p:extLst>
      <p:ext uri="{BB962C8B-B14F-4D97-AF65-F5344CB8AC3E}">
        <p14:creationId xmlns:p14="http://schemas.microsoft.com/office/powerpoint/2010/main" val="1732055878"/>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r>
              <a:rPr lang="en-US" sz="3600" dirty="0">
                <a:solidFill>
                  <a:schemeClr val="tx1"/>
                </a:solidFill>
                <a:latin typeface="Segoe UI"/>
                <a:cs typeface="Segoe UI"/>
              </a:rPr>
              <a:t>Final VAT Report</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Table&#10;&#10;Description automatically generated">
            <a:extLst>
              <a:ext uri="{FF2B5EF4-FFF2-40B4-BE49-F238E27FC236}">
                <a16:creationId xmlns:a16="http://schemas.microsoft.com/office/drawing/2014/main" id="{C2175040-1BE8-4FA9-4E27-E68AA72C3E1B}"/>
              </a:ext>
            </a:extLst>
          </p:cNvPr>
          <p:cNvPicPr>
            <a:picLocks noChangeAspect="1"/>
          </p:cNvPicPr>
          <p:nvPr/>
        </p:nvPicPr>
        <p:blipFill>
          <a:blip r:embed="rId4"/>
          <a:stretch>
            <a:fillRect/>
          </a:stretch>
        </p:blipFill>
        <p:spPr>
          <a:xfrm>
            <a:off x="324007" y="1055362"/>
            <a:ext cx="8500708" cy="3320887"/>
          </a:xfrm>
          <a:prstGeom prst="rect">
            <a:avLst/>
          </a:prstGeom>
        </p:spPr>
      </p:pic>
    </p:spTree>
    <p:extLst>
      <p:ext uri="{BB962C8B-B14F-4D97-AF65-F5344CB8AC3E}">
        <p14:creationId xmlns:p14="http://schemas.microsoft.com/office/powerpoint/2010/main" val="55553395"/>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r>
              <a:rPr lang="en-US" sz="3600" dirty="0">
                <a:solidFill>
                  <a:schemeClr val="tx1"/>
                </a:solidFill>
                <a:latin typeface="Segoe UI"/>
                <a:cs typeface="Segoe UI"/>
              </a:rPr>
              <a:t>Disposition Plan</a:t>
            </a:r>
            <a:endParaRPr lang="en-US" dirty="0"/>
          </a:p>
        </p:txBody>
      </p:sp>
      <p:sp>
        <p:nvSpPr>
          <p:cNvPr id="200" name="Google Shape;200;p30"/>
          <p:cNvSpPr txBox="1">
            <a:spLocks noGrp="1"/>
          </p:cNvSpPr>
          <p:nvPr>
            <p:ph type="body" idx="1"/>
          </p:nvPr>
        </p:nvSpPr>
        <p:spPr>
          <a:xfrm>
            <a:off x="228600" y="1354455"/>
            <a:ext cx="6019800" cy="3584434"/>
          </a:xfrm>
          <a:prstGeom prst="rect">
            <a:avLst/>
          </a:prstGeom>
        </p:spPr>
        <p:txBody>
          <a:bodyPr spcFirstLastPara="1" wrap="square" lIns="91425" tIns="91425" rIns="91425" bIns="91425" anchor="t" anchorCtr="0">
            <a:noAutofit/>
          </a:bodyPr>
          <a:lstStyle/>
          <a:p>
            <a:pPr indent="-330200">
              <a:spcAft>
                <a:spcPts val="600"/>
              </a:spcAft>
              <a:buSzPct val="106000"/>
              <a:buFont typeface="Arial,Sans-Serif" panose="020B0604020202020204" pitchFamily="34" charset="0"/>
              <a:buChar char="•"/>
              <a:defRPr/>
            </a:pPr>
            <a:r>
              <a:rPr lang="en-US" sz="1600" dirty="0">
                <a:solidFill>
                  <a:schemeClr val="accent6">
                    <a:lumMod val="75000"/>
                  </a:schemeClr>
                </a:solidFill>
                <a:latin typeface="Segoe UI"/>
                <a:cs typeface="Segoe UI"/>
              </a:rPr>
              <a:t>Send inventory list to UTK</a:t>
            </a:r>
          </a:p>
          <a:p>
            <a:pPr lvl="1" indent="-330200">
              <a:spcAft>
                <a:spcPts val="600"/>
              </a:spcAft>
              <a:buSzPct val="106000"/>
              <a:buFont typeface="Arial,Sans-Serif" panose="020B0604020202020204" pitchFamily="34" charset="0"/>
              <a:buChar char="•"/>
              <a:defRPr/>
            </a:pPr>
            <a:r>
              <a:rPr lang="en-US" sz="1600" dirty="0">
                <a:solidFill>
                  <a:schemeClr val="accent6">
                    <a:lumMod val="75000"/>
                  </a:schemeClr>
                </a:solidFill>
                <a:latin typeface="Segoe UI"/>
                <a:cs typeface="Segoe UI"/>
              </a:rPr>
              <a:t>In email to UTK confirm no equipment (over $5,000 USD) was purchased under the second-tier subaward</a:t>
            </a:r>
          </a:p>
          <a:p>
            <a:pPr lvl="1" indent="-330200">
              <a:spcAft>
                <a:spcPts val="600"/>
              </a:spcAft>
              <a:buSzPct val="106000"/>
              <a:buFont typeface="Arial,Sans-Serif" panose="020B0604020202020204" pitchFamily="34" charset="0"/>
              <a:buChar char="•"/>
              <a:defRPr/>
            </a:pPr>
            <a:r>
              <a:rPr lang="en-US" sz="1600" dirty="0">
                <a:solidFill>
                  <a:schemeClr val="accent6">
                    <a:lumMod val="75000"/>
                  </a:schemeClr>
                </a:solidFill>
                <a:latin typeface="Segoe UI"/>
                <a:cs typeface="Segoe UI"/>
              </a:rPr>
              <a:t>In email confirm that Ce Sain will retain all supplies (valued below $5,000 USD)</a:t>
            </a:r>
            <a:endParaRPr lang="en-US" sz="1800" dirty="0">
              <a:solidFill>
                <a:srgbClr val="000000"/>
              </a:solidFill>
              <a:latin typeface="Segoe UI" panose="020B0502040204020203" pitchFamily="34" charset="0"/>
              <a:cs typeface="Segoe UI" panose="020B0502040204020203" pitchFamily="34" charset="0"/>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dirty="0"/>
              <a:t> </a:t>
            </a:r>
            <a:r>
              <a:rPr lang="en-US" sz="1600" dirty="0">
                <a:solidFill>
                  <a:schemeClr val="bg1"/>
                </a:solidFill>
              </a:rPr>
              <a:t>Administrative Closeout</a:t>
            </a:r>
          </a:p>
        </p:txBody>
      </p:sp>
    </p:spTree>
    <p:extLst>
      <p:ext uri="{BB962C8B-B14F-4D97-AF65-F5344CB8AC3E}">
        <p14:creationId xmlns:p14="http://schemas.microsoft.com/office/powerpoint/2010/main" val="2901685877"/>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r>
              <a:rPr lang="en-US" sz="3600" dirty="0">
                <a:solidFill>
                  <a:schemeClr val="tx1"/>
                </a:solidFill>
                <a:latin typeface="Segoe UI"/>
                <a:cs typeface="Segoe UI"/>
              </a:rPr>
              <a:t>Inventory List Example</a:t>
            </a:r>
            <a:endParaRPr lang="en-US"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Table&#10;&#10;Description automatically generated">
            <a:extLst>
              <a:ext uri="{FF2B5EF4-FFF2-40B4-BE49-F238E27FC236}">
                <a16:creationId xmlns:a16="http://schemas.microsoft.com/office/drawing/2014/main" id="{A5825104-A43B-BC97-E522-DBD0649C235B}"/>
              </a:ext>
            </a:extLst>
          </p:cNvPr>
          <p:cNvPicPr>
            <a:picLocks noChangeAspect="1"/>
          </p:cNvPicPr>
          <p:nvPr/>
        </p:nvPicPr>
        <p:blipFill rotWithShape="1">
          <a:blip r:embed="rId4"/>
          <a:srcRect t="1783" r="56" b="-162"/>
          <a:stretch/>
        </p:blipFill>
        <p:spPr>
          <a:xfrm>
            <a:off x="187037" y="1181968"/>
            <a:ext cx="8859672" cy="3020406"/>
          </a:xfrm>
          <a:prstGeom prst="rect">
            <a:avLst/>
          </a:prstGeom>
        </p:spPr>
      </p:pic>
    </p:spTree>
    <p:extLst>
      <p:ext uri="{BB962C8B-B14F-4D97-AF65-F5344CB8AC3E}">
        <p14:creationId xmlns:p14="http://schemas.microsoft.com/office/powerpoint/2010/main" val="1500099002"/>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3"/>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algn="ctr"/>
            <a:r>
              <a:rPr lang="en-US" sz="4000" dirty="0">
                <a:solidFill>
                  <a:srgbClr val="FFFFFF"/>
                </a:solidFill>
                <a:latin typeface="Segoe UI"/>
                <a:ea typeface="Segoe UI" panose="020B0502040204020203" pitchFamily="34" charset="0"/>
                <a:cs typeface="Segoe UI"/>
                <a:sym typeface="Lato Light"/>
              </a:rPr>
              <a:t>Administrative Requirements</a:t>
            </a:r>
            <a:endParaRPr sz="4000" dirty="0">
              <a:solidFill>
                <a:srgbClr val="FFFFFF"/>
              </a:solidFill>
              <a:latin typeface="Segoe UI"/>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910019463"/>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6">
                <a:tint val="45000"/>
                <a:satMod val="400000"/>
              </a:schemeClr>
            </a:duotone>
          </a:blip>
          <a:stretch>
            <a:fillRect/>
          </a:stretch>
        </a:blipFill>
        <a:effectLst/>
      </p:bgPr>
    </p:bg>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39" y="1285874"/>
            <a:ext cx="6638915" cy="3754756"/>
          </a:xfrm>
          <a:prstGeom prst="rect">
            <a:avLst/>
          </a:prstGeom>
        </p:spPr>
        <p:txBody>
          <a:bodyPr spcFirstLastPara="1" wrap="square" lIns="91425" tIns="91425" rIns="91425" bIns="91425" anchor="t" anchorCtr="0">
            <a:noAutofit/>
          </a:bodyPr>
          <a:lstStyle/>
          <a:p>
            <a:pPr>
              <a:spcAft>
                <a:spcPts val="400"/>
              </a:spcAft>
              <a:buClrTx/>
              <a:buFont typeface="Arial" panose="020B0604020202020204" pitchFamily="34" charset="0"/>
              <a:buChar char="•"/>
            </a:pPr>
            <a:r>
              <a:rPr lang="en-US" sz="1800" dirty="0">
                <a:solidFill>
                  <a:schemeClr val="tx1"/>
                </a:solidFill>
                <a:latin typeface="Segoe UI" panose="020B0502040204020203" pitchFamily="34" charset="0"/>
                <a:cs typeface="Segoe UI" panose="020B0502040204020203" pitchFamily="34" charset="0"/>
              </a:rPr>
              <a:t>Ensure compliance with USAID standards on the types of documents that need to be retained</a:t>
            </a:r>
          </a:p>
          <a:p>
            <a:pPr>
              <a:spcAft>
                <a:spcPts val="400"/>
              </a:spcAft>
              <a:buClrTx/>
              <a:buFont typeface="Arial" panose="020B0604020202020204" pitchFamily="34" charset="0"/>
              <a:buChar char="•"/>
            </a:pPr>
            <a:r>
              <a:rPr lang="en-US" sz="1800" dirty="0">
                <a:solidFill>
                  <a:schemeClr val="tx1"/>
                </a:solidFill>
                <a:latin typeface="Segoe UI" panose="020B0502040204020203" pitchFamily="34" charset="0"/>
                <a:cs typeface="Segoe UI" panose="020B0502040204020203" pitchFamily="34" charset="0"/>
              </a:rPr>
              <a:t>Terminate leases on rented office space, supply contracts, utilities, other service providers (phone plans, insurance, security, etc.)</a:t>
            </a:r>
          </a:p>
          <a:p>
            <a:pPr lvl="1">
              <a:spcAft>
                <a:spcPts val="400"/>
              </a:spcAft>
              <a:buClrTx/>
              <a:buFont typeface="Arial" panose="020B0604020202020204" pitchFamily="34" charset="0"/>
              <a:buChar char="•"/>
            </a:pPr>
            <a:r>
              <a:rPr lang="en-US" dirty="0">
                <a:solidFill>
                  <a:schemeClr val="accent6">
                    <a:lumMod val="75000"/>
                  </a:schemeClr>
                </a:solidFill>
                <a:latin typeface="Segoe UI" panose="020B0502040204020203" pitchFamily="34" charset="0"/>
                <a:cs typeface="Segoe UI" panose="020B0502040204020203" pitchFamily="34" charset="0"/>
              </a:rPr>
              <a:t>Document vendor notice of termination(s)</a:t>
            </a:r>
          </a:p>
          <a:p>
            <a:pPr lvl="1">
              <a:spcAft>
                <a:spcPts val="400"/>
              </a:spcAft>
              <a:buClrTx/>
              <a:buFont typeface="Arial" panose="020B0604020202020204" pitchFamily="34" charset="0"/>
              <a:buChar char="•"/>
            </a:pPr>
            <a:r>
              <a:rPr lang="en-US" dirty="0">
                <a:solidFill>
                  <a:schemeClr val="accent6">
                    <a:lumMod val="75000"/>
                  </a:schemeClr>
                </a:solidFill>
                <a:latin typeface="Segoe UI" panose="020B0502040204020203" pitchFamily="34" charset="0"/>
                <a:cs typeface="Segoe UI" panose="020B0502040204020203" pitchFamily="34" charset="0"/>
              </a:rPr>
              <a:t>Charges for services provided beyond project end date are not allowed</a:t>
            </a:r>
          </a:p>
          <a:p>
            <a:pPr marL="127000" indent="0">
              <a:spcAft>
                <a:spcPts val="400"/>
              </a:spcAft>
              <a:buClrTx/>
              <a:buNone/>
            </a:pPr>
            <a:endParaRPr lang="en-US" sz="1800" dirty="0">
              <a:solidFill>
                <a:schemeClr val="tx1"/>
              </a:solidFill>
              <a:latin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chemeClr val="accent6">
              <a:lumMod val="75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a:t>
            </a:r>
            <a:r>
              <a:rPr lang="en-US" dirty="0">
                <a:solidFill>
                  <a:schemeClr val="bg1"/>
                </a:solidFill>
              </a:rPr>
              <a:t>Pre-Award Ending</a:t>
            </a: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Administrative Closeout</a:t>
            </a:r>
            <a:endParaRPr lang="en-US" sz="3200" kern="0" dirty="0">
              <a:solidFill>
                <a:schemeClr val="tx1"/>
              </a:solidFill>
            </a:endParaRPr>
          </a:p>
        </p:txBody>
      </p:sp>
    </p:spTree>
    <p:extLst>
      <p:ext uri="{BB962C8B-B14F-4D97-AF65-F5344CB8AC3E}">
        <p14:creationId xmlns:p14="http://schemas.microsoft.com/office/powerpoint/2010/main" val="2226813859"/>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6">
                <a:tint val="45000"/>
                <a:satMod val="400000"/>
              </a:schemeClr>
            </a:duotone>
          </a:blip>
          <a:stretch>
            <a:fillRect/>
          </a:stretch>
        </a:blipFill>
        <a:effectLst/>
      </p:bgPr>
    </p:bg>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4"/>
            <a:ext cx="6177792" cy="3754756"/>
          </a:xfrm>
          <a:prstGeom prst="rect">
            <a:avLst/>
          </a:prstGeom>
        </p:spPr>
        <p:txBody>
          <a:bodyPr spcFirstLastPara="1" wrap="square" lIns="91425" tIns="91425" rIns="91425" bIns="91425" anchor="t" anchorCtr="0">
            <a:noAutofit/>
          </a:bodyPr>
          <a:lstStyle/>
          <a:p>
            <a:pPr>
              <a:spcAft>
                <a:spcPts val="400"/>
              </a:spcAft>
              <a:buClrTx/>
              <a:buFont typeface="Arial" panose="020B0604020202020204" pitchFamily="34" charset="0"/>
              <a:buChar char="•"/>
            </a:pPr>
            <a:r>
              <a:rPr lang="en-US" sz="1800" dirty="0">
                <a:solidFill>
                  <a:schemeClr val="tx1"/>
                </a:solidFill>
                <a:latin typeface="Segoe UI" panose="020B0502040204020203" pitchFamily="34" charset="0"/>
                <a:cs typeface="Segoe UI" panose="020B0502040204020203" pitchFamily="34" charset="0"/>
              </a:rPr>
              <a:t>Record Retention</a:t>
            </a:r>
          </a:p>
          <a:p>
            <a:pPr marL="914400" marR="0" lvl="1" indent="-330200" algn="l" defTabSz="914400" rtl="0" eaLnBrk="1" fontAlgn="auto" latinLnBrk="0" hangingPunct="1">
              <a:lnSpc>
                <a:spcPct val="100000"/>
              </a:lnSpc>
              <a:spcBef>
                <a:spcPts val="0"/>
              </a:spcBef>
              <a:spcAft>
                <a:spcPts val="600"/>
              </a:spcAft>
              <a:buClrTx/>
              <a:buSzPts val="1600"/>
              <a:buFont typeface="Arial" panose="020B0604020202020204" pitchFamily="34" charset="0"/>
              <a:buChar char="•"/>
              <a:tabLst/>
              <a:defRPr/>
            </a:pPr>
            <a:r>
              <a:rPr kumimoji="0" lang="en-US" b="0" i="0" u="none" strike="noStrike" kern="0" cap="none" spc="0" normalizeH="0" baseline="0" noProof="0" dirty="0">
                <a:ln>
                  <a:noFill/>
                </a:ln>
                <a:solidFill>
                  <a:schemeClr val="accent6">
                    <a:lumMod val="75000"/>
                  </a:schemeClr>
                </a:solidFill>
                <a:effectLst/>
                <a:uLnTx/>
                <a:uFillTx/>
                <a:latin typeface="Segoe UI" panose="020B0502040204020203" pitchFamily="34" charset="0"/>
                <a:ea typeface="Lato Light"/>
                <a:cs typeface="Segoe UI" panose="020B0502040204020203" pitchFamily="34" charset="0"/>
                <a:sym typeface="Lato Light"/>
              </a:rPr>
              <a:t>Maintain all project documents and accounting records in accordance with award terms and local laws </a:t>
            </a:r>
          </a:p>
          <a:p>
            <a:pPr marL="914400" marR="0" lvl="1" indent="-330200" algn="l" defTabSz="914400" rtl="0" eaLnBrk="1" fontAlgn="auto" latinLnBrk="0" hangingPunct="1">
              <a:lnSpc>
                <a:spcPct val="100000"/>
              </a:lnSpc>
              <a:spcBef>
                <a:spcPts val="0"/>
              </a:spcBef>
              <a:spcAft>
                <a:spcPts val="600"/>
              </a:spcAft>
              <a:buClrTx/>
              <a:buSzPts val="1600"/>
              <a:buFont typeface="Arial" panose="020B0604020202020204" pitchFamily="34" charset="0"/>
              <a:buChar char="•"/>
              <a:tabLst/>
              <a:defRPr/>
            </a:pPr>
            <a:r>
              <a:rPr lang="en-US" dirty="0">
                <a:solidFill>
                  <a:schemeClr val="accent6">
                    <a:lumMod val="75000"/>
                  </a:schemeClr>
                </a:solidFill>
                <a:latin typeface="Segoe UI" panose="020B0502040204020203" pitchFamily="34" charset="0"/>
                <a:cs typeface="Segoe UI" panose="020B0502040204020203" pitchFamily="34" charset="0"/>
              </a:rPr>
              <a:t>Minimum retention requirement of 3 years from the date of submission of the final expenditure report</a:t>
            </a:r>
          </a:p>
          <a:p>
            <a:pPr marL="914400" marR="0" lvl="1" indent="-330200" algn="l" defTabSz="914400" rtl="0" eaLnBrk="1" fontAlgn="auto" latinLnBrk="0" hangingPunct="1">
              <a:lnSpc>
                <a:spcPct val="100000"/>
              </a:lnSpc>
              <a:spcBef>
                <a:spcPts val="0"/>
              </a:spcBef>
              <a:spcAft>
                <a:spcPts val="600"/>
              </a:spcAft>
              <a:buClrTx/>
              <a:buSzPts val="1600"/>
              <a:buFont typeface="Arial" panose="020B0604020202020204" pitchFamily="34" charset="0"/>
              <a:buChar char="•"/>
              <a:tabLst/>
              <a:defRPr/>
            </a:pPr>
            <a:r>
              <a:rPr kumimoji="0" lang="en-US" b="0" i="0" u="none" strike="noStrike" kern="0" cap="none" spc="0" normalizeH="0" baseline="0" noProof="0" dirty="0">
                <a:ln>
                  <a:noFill/>
                </a:ln>
                <a:solidFill>
                  <a:schemeClr val="accent6">
                    <a:lumMod val="75000"/>
                  </a:schemeClr>
                </a:solidFill>
                <a:effectLst/>
                <a:uLnTx/>
                <a:uFillTx/>
                <a:latin typeface="Segoe UI" panose="020B0502040204020203" pitchFamily="34" charset="0"/>
                <a:ea typeface="Lato Light"/>
                <a:cs typeface="Segoe UI" panose="020B0502040204020203" pitchFamily="34" charset="0"/>
                <a:sym typeface="Lato Light"/>
              </a:rPr>
              <a:t>USAID re</a:t>
            </a:r>
            <a:r>
              <a:rPr lang="en-US" dirty="0">
                <a:solidFill>
                  <a:schemeClr val="accent6">
                    <a:lumMod val="75000"/>
                  </a:schemeClr>
                </a:solidFill>
                <a:latin typeface="Segoe UI" panose="020B0502040204020203" pitchFamily="34" charset="0"/>
                <a:cs typeface="Segoe UI" panose="020B0502040204020203" pitchFamily="34" charset="0"/>
              </a:rPr>
              <a:t>serves right to audit your project/organization at any point within these 3 years</a:t>
            </a:r>
          </a:p>
          <a:p>
            <a:pPr marL="914400" marR="0" lvl="1" indent="-330200" algn="l" defTabSz="914400" rtl="0" eaLnBrk="1" fontAlgn="auto" latinLnBrk="0" hangingPunct="1">
              <a:lnSpc>
                <a:spcPct val="100000"/>
              </a:lnSpc>
              <a:spcBef>
                <a:spcPts val="0"/>
              </a:spcBef>
              <a:spcAft>
                <a:spcPts val="600"/>
              </a:spcAft>
              <a:buClrTx/>
              <a:buSzPts val="1600"/>
              <a:buFont typeface="Arial" panose="020B0604020202020204" pitchFamily="34" charset="0"/>
              <a:buChar char="•"/>
              <a:tabLst/>
              <a:defRPr/>
            </a:pPr>
            <a:r>
              <a:rPr kumimoji="0" lang="en-US" b="0" i="0" u="none" strike="noStrike" kern="0" cap="none" spc="0" normalizeH="0" baseline="0" noProof="0" dirty="0">
                <a:ln>
                  <a:noFill/>
                </a:ln>
                <a:solidFill>
                  <a:schemeClr val="accent6">
                    <a:lumMod val="75000"/>
                  </a:schemeClr>
                </a:solidFill>
                <a:effectLst/>
                <a:uLnTx/>
                <a:uFillTx/>
                <a:latin typeface="Segoe UI" panose="020B0502040204020203" pitchFamily="34" charset="0"/>
                <a:ea typeface="Lato Light"/>
                <a:cs typeface="Segoe UI" panose="020B0502040204020203" pitchFamily="34" charset="0"/>
                <a:sym typeface="Lato Light"/>
              </a:rPr>
              <a:t>Subrecipients must also abide by same record retention requirements, including local country laws</a:t>
            </a:r>
          </a:p>
          <a:p>
            <a:pPr marL="584200" marR="0" lvl="1" indent="0" algn="l" defTabSz="914400" rtl="0" eaLnBrk="1" fontAlgn="auto" latinLnBrk="0" hangingPunct="1">
              <a:lnSpc>
                <a:spcPct val="100000"/>
              </a:lnSpc>
              <a:spcBef>
                <a:spcPts val="0"/>
              </a:spcBef>
              <a:spcAft>
                <a:spcPts val="600"/>
              </a:spcAft>
              <a:buClrTx/>
              <a:buSzPts val="1600"/>
              <a:buNone/>
              <a:tabLst/>
              <a:defRPr/>
            </a:pPr>
            <a:endParaRPr kumimoji="0" lang="en-US" b="0" i="0" u="none" strike="noStrike" kern="0" cap="none" spc="0" normalizeH="0" baseline="0" noProof="0" dirty="0">
              <a:ln>
                <a:noFill/>
              </a:ln>
              <a:solidFill>
                <a:schemeClr val="accent6">
                  <a:lumMod val="75000"/>
                </a:schemeClr>
              </a:solidFill>
              <a:effectLst/>
              <a:uLnTx/>
              <a:uFillTx/>
              <a:latin typeface="Segoe UI" panose="020B0502040204020203" pitchFamily="34" charset="0"/>
              <a:ea typeface="Lato Light"/>
              <a:cs typeface="Segoe UI" panose="020B0502040204020203" pitchFamily="34" charset="0"/>
              <a:sym typeface="Lato Light"/>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chemeClr val="accent6">
              <a:lumMod val="75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Post-Award Ending</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Administrative Closeout</a:t>
            </a:r>
            <a:endParaRPr lang="en-US" sz="3200" kern="0" dirty="0">
              <a:solidFill>
                <a:schemeClr val="tx1"/>
              </a:solidFill>
            </a:endParaRPr>
          </a:p>
        </p:txBody>
      </p:sp>
    </p:spTree>
    <p:extLst>
      <p:ext uri="{BB962C8B-B14F-4D97-AF65-F5344CB8AC3E}">
        <p14:creationId xmlns:p14="http://schemas.microsoft.com/office/powerpoint/2010/main" val="3698985889"/>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Human Resource Closeout</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a:spcBef>
                <a:spcPts val="0"/>
              </a:spcBef>
              <a:spcAft>
                <a:spcPts val="1200"/>
              </a:spcAft>
              <a:buClrTx/>
              <a:buSzPct val="106000"/>
              <a:buFont typeface="Arial" panose="020B0604020202020204" pitchFamily="34" charset="0"/>
              <a:buChar char="•"/>
            </a:pP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Develop staff transition plan</a:t>
            </a:r>
          </a:p>
          <a:p>
            <a:pPr>
              <a:spcBef>
                <a:spcPts val="0"/>
              </a:spcBef>
              <a:spcAft>
                <a:spcPts val="1200"/>
              </a:spcAft>
              <a:buClrTx/>
              <a:buSzPct val="106000"/>
              <a:buFont typeface="Arial" panose="020B0604020202020204" pitchFamily="34" charset="0"/>
              <a:buChar char="•"/>
            </a:pP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Modify employee contracts to reflect the project closeout date and update job descriptions</a:t>
            </a:r>
          </a:p>
          <a:p>
            <a:pPr lvl="1">
              <a:spcAft>
                <a:spcPts val="1200"/>
              </a:spcAft>
              <a:buClrTx/>
              <a:buSzPct val="106000"/>
              <a:buFont typeface="Arial" panose="020B0604020202020204" pitchFamily="34" charset="0"/>
              <a:buChar char="•"/>
            </a:pP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Follow any prior notices required by law</a:t>
            </a:r>
          </a:p>
          <a:p>
            <a:pPr>
              <a:spcBef>
                <a:spcPts val="0"/>
              </a:spcBef>
              <a:spcAft>
                <a:spcPts val="1200"/>
              </a:spcAft>
              <a:buClrTx/>
              <a:buSzPct val="106000"/>
              <a:buFont typeface="Arial" panose="020B0604020202020204" pitchFamily="34" charset="0"/>
              <a:buChar char="•"/>
            </a:pP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Plan for proper accrual of fringe benefits under the project:</a:t>
            </a:r>
          </a:p>
          <a:p>
            <a:pPr lvl="1">
              <a:spcAft>
                <a:spcPts val="400"/>
              </a:spcAft>
              <a:buClrTx/>
              <a:buFont typeface="Arial" panose="020B0604020202020204" pitchFamily="34" charset="0"/>
              <a:buChar char="•"/>
              <a:defRPr/>
            </a:pPr>
            <a:r>
              <a:rPr lang="en-US" dirty="0">
                <a:solidFill>
                  <a:schemeClr val="accent2">
                    <a:lumMod val="75000"/>
                  </a:schemeClr>
                </a:solidFill>
                <a:latin typeface="Segoe UI" panose="020B0502040204020203" pitchFamily="34" charset="0"/>
                <a:cs typeface="Segoe UI" panose="020B0502040204020203" pitchFamily="34" charset="0"/>
              </a:rPr>
              <a:t>Identify and understand local payment requirements related to severance and other benefits as defined by law</a:t>
            </a:r>
          </a:p>
          <a:p>
            <a:pPr lvl="1">
              <a:spcAft>
                <a:spcPts val="400"/>
              </a:spcAft>
              <a:buClrTx/>
              <a:buFont typeface="Arial" panose="020B0604020202020204" pitchFamily="34" charset="0"/>
              <a:buChar char="•"/>
              <a:defRPr/>
            </a:pPr>
            <a:r>
              <a:rPr lang="en-US" dirty="0">
                <a:solidFill>
                  <a:schemeClr val="accent2">
                    <a:lumMod val="75000"/>
                  </a:schemeClr>
                </a:solidFill>
                <a:latin typeface="Segoe UI" panose="020B0502040204020203" pitchFamily="34" charset="0"/>
                <a:cs typeface="Segoe UI" panose="020B0502040204020203" pitchFamily="34" charset="0"/>
              </a:rPr>
              <a:t>Understand organizational payment requirements</a:t>
            </a:r>
          </a:p>
          <a:p>
            <a:pPr lvl="1">
              <a:spcAft>
                <a:spcPts val="400"/>
              </a:spcAft>
              <a:buClrTx/>
              <a:buFont typeface="Arial" panose="020B0604020202020204" pitchFamily="34" charset="0"/>
              <a:buChar char="•"/>
              <a:defRPr/>
            </a:pPr>
            <a:r>
              <a:rPr lang="en-US" dirty="0">
                <a:solidFill>
                  <a:schemeClr val="accent2">
                    <a:lumMod val="75000"/>
                  </a:schemeClr>
                </a:solidFill>
                <a:latin typeface="Segoe UI" panose="020B0502040204020203" pitchFamily="34" charset="0"/>
                <a:cs typeface="Segoe UI" panose="020B0502040204020203" pitchFamily="34" charset="0"/>
              </a:rPr>
              <a:t>Clear any staff outstanding advances </a:t>
            </a:r>
          </a:p>
          <a:p>
            <a:pPr marL="0" indent="0">
              <a:spcBef>
                <a:spcPts val="400"/>
              </a:spcBef>
              <a:buClr>
                <a:schemeClr val="dk1"/>
              </a:buClr>
              <a:buSzPts val="1100"/>
              <a:buNone/>
            </a:pPr>
            <a:endParaRPr lang="en" sz="1200" b="1" dirty="0"/>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rPr>
              <a:t>Pre-Award Ending</a:t>
            </a:r>
          </a:p>
        </p:txBody>
      </p:sp>
    </p:spTree>
    <p:extLst>
      <p:ext uri="{BB962C8B-B14F-4D97-AF65-F5344CB8AC3E}">
        <p14:creationId xmlns:p14="http://schemas.microsoft.com/office/powerpoint/2010/main" val="2429378618"/>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Human Resource Closeout</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a:spcBef>
                <a:spcPts val="0"/>
              </a:spcBef>
              <a:spcAft>
                <a:spcPts val="1200"/>
              </a:spcAft>
              <a:buClrTx/>
              <a:buSzPct val="106000"/>
              <a:buFont typeface="Arial" panose="020B0604020202020204" pitchFamily="34" charset="0"/>
              <a:buChar char="•"/>
            </a:pPr>
            <a:r>
              <a:rPr lang="en-US" sz="2000" dirty="0">
                <a:solidFill>
                  <a:schemeClr val="tx1"/>
                </a:solidFill>
                <a:latin typeface="Segoe UI" panose="020B0502040204020203" pitchFamily="34" charset="0"/>
                <a:ea typeface="Segoe UI" panose="020B0502040204020203" pitchFamily="34" charset="0"/>
                <a:cs typeface="Segoe UI" panose="020B0502040204020203" pitchFamily="34" charset="0"/>
              </a:rPr>
              <a:t>Document staff terminations and final salary and benefits payments</a:t>
            </a:r>
          </a:p>
          <a:p>
            <a:pPr marL="457200" marR="0" lvl="0" indent="-330200" algn="l" defTabSz="914400" rtl="0" eaLnBrk="1" fontAlgn="auto" latinLnBrk="0" hangingPunct="1">
              <a:lnSpc>
                <a:spcPct val="100000"/>
              </a:lnSpc>
              <a:spcBef>
                <a:spcPts val="0"/>
              </a:spcBef>
              <a:spcAft>
                <a:spcPts val="1200"/>
              </a:spcAft>
              <a:buClrTx/>
              <a:buSzPct val="106000"/>
              <a:buFont typeface="Arial" panose="020B0604020202020204" pitchFamily="34" charset="0"/>
              <a:buChar char="•"/>
              <a:tabLst/>
              <a:defRPr/>
            </a:pPr>
            <a:r>
              <a:rPr lang="en-US" sz="2000" dirty="0">
                <a:solidFill>
                  <a:srgbClr val="000000"/>
                </a:solidFill>
                <a:latin typeface="Segoe UI" panose="020B0502040204020203" pitchFamily="34" charset="0"/>
                <a:cs typeface="Segoe UI" panose="020B0502040204020203" pitchFamily="34" charset="0"/>
              </a:rPr>
              <a:t>Securely maintain HR files related to each staff member</a:t>
            </a:r>
          </a:p>
          <a:p>
            <a:pPr marL="457200" marR="0" lvl="0" indent="-330200" algn="l" defTabSz="914400" rtl="0" eaLnBrk="1" fontAlgn="auto" latinLnBrk="0" hangingPunct="1">
              <a:lnSpc>
                <a:spcPct val="100000"/>
              </a:lnSpc>
              <a:spcBef>
                <a:spcPts val="0"/>
              </a:spcBef>
              <a:spcAft>
                <a:spcPts val="1200"/>
              </a:spcAft>
              <a:buClrTx/>
              <a:buSzPct val="106000"/>
              <a:buFont typeface="Arial" panose="020B0604020202020204" pitchFamily="34" charset="0"/>
              <a:buChar char="•"/>
              <a:tabLst/>
              <a:defRPr/>
            </a:pPr>
            <a:r>
              <a:rPr lang="en-US" sz="2000" dirty="0">
                <a:solidFill>
                  <a:srgbClr val="000000"/>
                </a:solidFill>
                <a:latin typeface="Segoe UI" panose="020B0502040204020203" pitchFamily="34" charset="0"/>
                <a:cs typeface="Segoe UI" panose="020B0502040204020203" pitchFamily="34" charset="0"/>
              </a:rPr>
              <a:t>Collect and document company or project property returned by staff members</a:t>
            </a:r>
            <a:endParaRPr lang="en-US" dirty="0">
              <a:solidFill>
                <a:schemeClr val="accent2">
                  <a:lumMod val="75000"/>
                </a:schemeClr>
              </a:solidFill>
              <a:latin typeface="Segoe UI" panose="020B0502040204020203" pitchFamily="34" charset="0"/>
              <a:cs typeface="Segoe UI" panose="020B0502040204020203" pitchFamily="34" charset="0"/>
            </a:endParaRPr>
          </a:p>
          <a:p>
            <a:pPr lvl="1">
              <a:spcAft>
                <a:spcPts val="1200"/>
              </a:spcAft>
              <a:buClrTx/>
              <a:buSzPct val="106000"/>
              <a:buFont typeface="Arial" panose="020B0604020202020204" pitchFamily="34" charset="0"/>
              <a:buChar char="•"/>
              <a:defRPr/>
            </a:pPr>
            <a:r>
              <a:rPr lang="en-US" sz="1800" dirty="0">
                <a:solidFill>
                  <a:schemeClr val="accent2">
                    <a:lumMod val="75000"/>
                  </a:schemeClr>
                </a:solidFill>
                <a:latin typeface="Segoe UI" panose="020B0502040204020203" pitchFamily="34" charset="0"/>
                <a:cs typeface="Segoe UI" panose="020B0502040204020203" pitchFamily="34" charset="0"/>
              </a:rPr>
              <a:t>Clear any sensitive employee information from laptops, cellphones, etc. </a:t>
            </a:r>
            <a:endParaRPr lang="en" sz="1800" dirty="0"/>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rPr>
              <a:t>Post-Award Ending</a:t>
            </a:r>
          </a:p>
        </p:txBody>
      </p:sp>
    </p:spTree>
    <p:extLst>
      <p:ext uri="{BB962C8B-B14F-4D97-AF65-F5344CB8AC3E}">
        <p14:creationId xmlns:p14="http://schemas.microsoft.com/office/powerpoint/2010/main" val="4180521767"/>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4"/>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Final Narrative Report</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1244445394"/>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r>
              <a:rPr lang="en-US" sz="3600" dirty="0">
                <a:solidFill>
                  <a:schemeClr val="tx1"/>
                </a:solidFill>
                <a:latin typeface="Segoe UI"/>
                <a:cs typeface="Segoe UI"/>
              </a:rPr>
              <a:t>Final Narrative Report</a:t>
            </a:r>
          </a:p>
        </p:txBody>
      </p:sp>
      <p:sp>
        <p:nvSpPr>
          <p:cNvPr id="200" name="Google Shape;200;p30"/>
          <p:cNvSpPr txBox="1">
            <a:spLocks noGrp="1"/>
          </p:cNvSpPr>
          <p:nvPr>
            <p:ph type="body" idx="1"/>
          </p:nvPr>
        </p:nvSpPr>
        <p:spPr>
          <a:xfrm>
            <a:off x="228600" y="1354455"/>
            <a:ext cx="6019800" cy="3584434"/>
          </a:xfrm>
          <a:prstGeom prst="rect">
            <a:avLst/>
          </a:prstGeom>
        </p:spPr>
        <p:txBody>
          <a:bodyPr spcFirstLastPara="1" wrap="square" lIns="91425" tIns="91425" rIns="91425" bIns="91425" anchor="t" anchorCtr="0">
            <a:noAutofit/>
          </a:bodyPr>
          <a:lstStyle/>
          <a:p>
            <a:pPr>
              <a:spcBef>
                <a:spcPts val="0"/>
              </a:spcBef>
              <a:spcAft>
                <a:spcPts val="600"/>
              </a:spcAft>
              <a:buClrTx/>
              <a:buSzPct val="106000"/>
              <a:buFont typeface="Arial" panose="020B0604020202020204" pitchFamily="34" charset="0"/>
              <a:buChar char="•"/>
            </a:pPr>
            <a:r>
              <a:rPr lang="en-US" sz="1600" dirty="0">
                <a:solidFill>
                  <a:schemeClr val="tx1"/>
                </a:solidFill>
                <a:latin typeface="Segoe UI"/>
                <a:cs typeface="Segoe UI"/>
              </a:rPr>
              <a:t>POA will provide specific outline and requirements</a:t>
            </a:r>
            <a:endParaRPr lang="en-US" sz="1600" dirty="0">
              <a:solidFill>
                <a:schemeClr val="tx1"/>
              </a:solidFill>
              <a:latin typeface="Segoe UI" panose="020B0502040204020203" pitchFamily="34" charset="0"/>
              <a:cs typeface="Segoe UI" panose="020B0502040204020203" pitchFamily="34" charset="0"/>
            </a:endParaRPr>
          </a:p>
          <a:p>
            <a:pPr>
              <a:spcAft>
                <a:spcPts val="600"/>
              </a:spcAft>
              <a:buClrTx/>
              <a:buSzPct val="106000"/>
              <a:buFont typeface="Arial"/>
              <a:buChar char="•"/>
              <a:defRPr/>
            </a:pPr>
            <a:r>
              <a:rPr lang="en-US" sz="1600" dirty="0">
                <a:solidFill>
                  <a:schemeClr val="tx1"/>
                </a:solidFill>
                <a:latin typeface="Segoe UI"/>
                <a:cs typeface="Segoe UI"/>
              </a:rPr>
              <a:t>However, outline will likely include: </a:t>
            </a:r>
          </a:p>
          <a:p>
            <a:pPr lvl="1" indent="-330200">
              <a:spcAft>
                <a:spcPts val="600"/>
              </a:spcAft>
              <a:buSzPct val="106000"/>
              <a:buFont typeface="Arial,Sans-Serif" panose="020B0604020202020204" pitchFamily="34" charset="0"/>
              <a:buChar char="•"/>
              <a:defRPr/>
            </a:pPr>
            <a:r>
              <a:rPr lang="en-US" sz="1400" dirty="0">
                <a:solidFill>
                  <a:schemeClr val="accent6">
                    <a:lumMod val="75000"/>
                  </a:schemeClr>
                </a:solidFill>
                <a:latin typeface="Segoe UI"/>
                <a:cs typeface="Segoe UI"/>
              </a:rPr>
              <a:t>Executive Summary of the completed project</a:t>
            </a:r>
          </a:p>
          <a:p>
            <a:pPr lvl="1" indent="-330200">
              <a:spcAft>
                <a:spcPts val="600"/>
              </a:spcAft>
              <a:buSzPct val="106000"/>
              <a:buFont typeface="Arial,Sans-Serif" panose="020B0604020202020204" pitchFamily="34" charset="0"/>
              <a:buChar char="•"/>
              <a:defRPr/>
            </a:pPr>
            <a:r>
              <a:rPr lang="en-US" sz="1400" dirty="0">
                <a:solidFill>
                  <a:schemeClr val="accent6">
                    <a:lumMod val="75000"/>
                  </a:schemeClr>
                </a:solidFill>
                <a:latin typeface="Segoe UI"/>
                <a:cs typeface="Segoe UI"/>
              </a:rPr>
              <a:t>Detailed summary of LOP project activities, results and lessons learned as well as recommendations for future development efforts</a:t>
            </a:r>
            <a:endParaRPr lang="en-US" sz="1400" dirty="0">
              <a:solidFill>
                <a:schemeClr val="accent6">
                  <a:lumMod val="75000"/>
                </a:schemeClr>
              </a:solidFill>
            </a:endParaRPr>
          </a:p>
          <a:p>
            <a:pPr lvl="1" indent="-330200">
              <a:spcAft>
                <a:spcPts val="600"/>
              </a:spcAft>
              <a:buSzPct val="106000"/>
              <a:buFont typeface="Arial,Sans-Serif" panose="020B0604020202020204" pitchFamily="34" charset="0"/>
              <a:buChar char="•"/>
              <a:defRPr/>
            </a:pPr>
            <a:r>
              <a:rPr lang="en-US" sz="1400" dirty="0">
                <a:solidFill>
                  <a:schemeClr val="accent6">
                    <a:lumMod val="75000"/>
                  </a:schemeClr>
                </a:solidFill>
                <a:latin typeface="Segoe UI"/>
                <a:cs typeface="Segoe UI"/>
              </a:rPr>
              <a:t>Success at accomplishing intermediate results, including a comparison of actual vs. planned accomplishments (as set forth in work plans) and explanation of any shortfalls </a:t>
            </a:r>
            <a:endParaRPr lang="en-US" sz="1400" dirty="0">
              <a:solidFill>
                <a:schemeClr val="accent6">
                  <a:lumMod val="75000"/>
                </a:schemeClr>
              </a:solidFill>
            </a:endParaRPr>
          </a:p>
          <a:p>
            <a:pPr lvl="1" indent="-330200">
              <a:spcAft>
                <a:spcPts val="600"/>
              </a:spcAft>
              <a:buSzPct val="106000"/>
              <a:buFont typeface="Arial,Sans-Serif" panose="020B0604020202020204" pitchFamily="34" charset="0"/>
              <a:buChar char="•"/>
              <a:defRPr/>
            </a:pPr>
            <a:r>
              <a:rPr lang="en-US" sz="1400" dirty="0">
                <a:solidFill>
                  <a:schemeClr val="accent6">
                    <a:lumMod val="75000"/>
                  </a:schemeClr>
                </a:solidFill>
                <a:latin typeface="Segoe UI"/>
                <a:cs typeface="Segoe UI"/>
              </a:rPr>
              <a:t>Lessons learned</a:t>
            </a:r>
            <a:endParaRPr lang="en-US" sz="1400" dirty="0">
              <a:solidFill>
                <a:schemeClr val="accent6">
                  <a:lumMod val="75000"/>
                </a:schemeClr>
              </a:solidFill>
            </a:endParaRPr>
          </a:p>
          <a:p>
            <a:pPr indent="-330200">
              <a:spcBef>
                <a:spcPts val="0"/>
              </a:spcBef>
              <a:spcAft>
                <a:spcPts val="600"/>
              </a:spcAft>
              <a:buClrTx/>
              <a:buSzPct val="106000"/>
              <a:buFont typeface="Arial" panose="020B0604020202020204" pitchFamily="34" charset="0"/>
              <a:buChar char="•"/>
              <a:defRPr/>
            </a:pPr>
            <a:r>
              <a:rPr lang="en-US" sz="1600" dirty="0">
                <a:solidFill>
                  <a:srgbClr val="000000"/>
                </a:solidFill>
                <a:latin typeface="Segoe UI"/>
                <a:cs typeface="Segoe UI"/>
              </a:rPr>
              <a:t>Report due to UTK no later than 30 days after award ends </a:t>
            </a:r>
            <a:endParaRPr lang="en-US" sz="1600" dirty="0">
              <a:solidFill>
                <a:schemeClr val="accent6">
                  <a:lumMod val="75000"/>
                </a:schemeClr>
              </a:solidFill>
              <a:latin typeface="Segoe UI" panose="020B0502040204020203" pitchFamily="34" charset="0"/>
              <a:cs typeface="Segoe UI" panose="020B0502040204020203" pitchFamily="34" charset="0"/>
            </a:endParaRPr>
          </a:p>
          <a:p>
            <a:pPr marL="584200" lvl="1" indent="0">
              <a:spcAft>
                <a:spcPts val="600"/>
              </a:spcAft>
              <a:buClrTx/>
              <a:buSzPct val="106000"/>
              <a:buNone/>
              <a:defRPr/>
            </a:pPr>
            <a:endParaRPr lang="en-US" sz="1400" dirty="0">
              <a:solidFill>
                <a:schemeClr val="accent6">
                  <a:lumMod val="75000"/>
                </a:schemeClr>
              </a:solidFill>
              <a:latin typeface="Segoe UI" panose="020B0502040204020203" pitchFamily="34" charset="0"/>
              <a:cs typeface="Segoe UI" panose="020B0502040204020203" pitchFamily="34" charset="0"/>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dirty="0"/>
              <a:t> </a:t>
            </a:r>
            <a:r>
              <a:rPr lang="en-US" sz="1600" dirty="0">
                <a:solidFill>
                  <a:schemeClr val="bg1"/>
                </a:solidFill>
              </a:rPr>
              <a:t>Programmatic Closeout</a:t>
            </a:r>
          </a:p>
        </p:txBody>
      </p:sp>
    </p:spTree>
    <p:extLst>
      <p:ext uri="{BB962C8B-B14F-4D97-AF65-F5344CB8AC3E}">
        <p14:creationId xmlns:p14="http://schemas.microsoft.com/office/powerpoint/2010/main" val="1220069023"/>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r>
              <a:rPr lang="en-US" sz="3600" dirty="0">
                <a:solidFill>
                  <a:schemeClr val="tx1"/>
                </a:solidFill>
                <a:latin typeface="Segoe UI"/>
                <a:cs typeface="Segoe UI"/>
              </a:rPr>
              <a:t>Final Indicator Data Report</a:t>
            </a:r>
          </a:p>
        </p:txBody>
      </p:sp>
      <p:sp>
        <p:nvSpPr>
          <p:cNvPr id="200" name="Google Shape;200;p30"/>
          <p:cNvSpPr txBox="1">
            <a:spLocks noGrp="1"/>
          </p:cNvSpPr>
          <p:nvPr>
            <p:ph type="body" idx="1"/>
          </p:nvPr>
        </p:nvSpPr>
        <p:spPr>
          <a:xfrm>
            <a:off x="228600" y="1354455"/>
            <a:ext cx="6019800" cy="3584434"/>
          </a:xfrm>
          <a:prstGeom prst="rect">
            <a:avLst/>
          </a:prstGeom>
        </p:spPr>
        <p:txBody>
          <a:bodyPr spcFirstLastPara="1" wrap="square" lIns="91425" tIns="91425" rIns="91425" bIns="91425" anchor="t" anchorCtr="0">
            <a:noAutofit/>
          </a:bodyPr>
          <a:lstStyle/>
          <a:p>
            <a:pPr>
              <a:spcBef>
                <a:spcPts val="0"/>
              </a:spcBef>
              <a:spcAft>
                <a:spcPts val="600"/>
              </a:spcAft>
              <a:buClrTx/>
              <a:buSzPct val="106000"/>
              <a:buFont typeface="Arial" panose="020B0604020202020204" pitchFamily="34" charset="0"/>
              <a:buChar char="•"/>
            </a:pPr>
            <a:r>
              <a:rPr lang="en-US" sz="1800" dirty="0">
                <a:solidFill>
                  <a:schemeClr val="tx1"/>
                </a:solidFill>
                <a:latin typeface="Segoe UI"/>
                <a:cs typeface="Segoe UI"/>
              </a:rPr>
              <a:t>Same format and template as annual data reports</a:t>
            </a:r>
          </a:p>
          <a:p>
            <a:pPr>
              <a:spcBef>
                <a:spcPts val="0"/>
              </a:spcBef>
              <a:spcAft>
                <a:spcPts val="600"/>
              </a:spcAft>
              <a:buClrTx/>
              <a:buSzPct val="106000"/>
              <a:buFont typeface="Arial" panose="020B0604020202020204" pitchFamily="34" charset="0"/>
              <a:buChar char="•"/>
            </a:pPr>
            <a:r>
              <a:rPr lang="en-US" sz="1800" dirty="0">
                <a:solidFill>
                  <a:schemeClr val="tx1"/>
                </a:solidFill>
                <a:latin typeface="Segoe UI"/>
                <a:cs typeface="Segoe UI"/>
              </a:rPr>
              <a:t>Include LOP data for all assignments and hosts</a:t>
            </a:r>
            <a:endParaRPr lang="en-US" sz="1800" dirty="0">
              <a:solidFill>
                <a:schemeClr val="tx1"/>
              </a:solidFill>
              <a:latin typeface="Segoe UI" panose="020B0502040204020203" pitchFamily="34" charset="0"/>
              <a:cs typeface="Segoe UI" panose="020B0502040204020203" pitchFamily="34" charset="0"/>
            </a:endParaRPr>
          </a:p>
          <a:p>
            <a:pPr>
              <a:spcAft>
                <a:spcPts val="600"/>
              </a:spcAft>
              <a:buClrTx/>
              <a:buSzPct val="106000"/>
              <a:buFont typeface="Arial"/>
              <a:buChar char="•"/>
              <a:defRPr/>
            </a:pPr>
            <a:r>
              <a:rPr lang="en-US" sz="1800" dirty="0">
                <a:solidFill>
                  <a:schemeClr val="tx1"/>
                </a:solidFill>
                <a:latin typeface="Segoe UI"/>
                <a:cs typeface="Segoe UI"/>
              </a:rPr>
              <a:t>Impact data is required for </a:t>
            </a:r>
            <a:r>
              <a:rPr lang="en-US" sz="1800" u="sng" dirty="0">
                <a:solidFill>
                  <a:schemeClr val="tx1"/>
                </a:solidFill>
                <a:latin typeface="Segoe UI"/>
                <a:cs typeface="Segoe UI"/>
              </a:rPr>
              <a:t>ALL </a:t>
            </a:r>
            <a:r>
              <a:rPr lang="en-US" sz="1800" dirty="0">
                <a:solidFill>
                  <a:schemeClr val="tx1"/>
                </a:solidFill>
                <a:latin typeface="Segoe UI"/>
                <a:cs typeface="Segoe UI"/>
              </a:rPr>
              <a:t>hosts  </a:t>
            </a:r>
          </a:p>
          <a:p>
            <a:pPr lvl="1" indent="-330200">
              <a:spcAft>
                <a:spcPts val="600"/>
              </a:spcAft>
              <a:buSzPct val="106000"/>
              <a:buFont typeface="Arial,Sans-Serif" panose="020B0604020202020204" pitchFamily="34" charset="0"/>
              <a:buChar char="•"/>
              <a:defRPr/>
            </a:pPr>
            <a:r>
              <a:rPr lang="en-US" sz="1600" dirty="0">
                <a:solidFill>
                  <a:schemeClr val="accent6">
                    <a:lumMod val="75000"/>
                  </a:schemeClr>
                </a:solidFill>
                <a:latin typeface="Segoe UI"/>
                <a:cs typeface="Segoe UI"/>
              </a:rPr>
              <a:t>As usual, if an indicator does not apply to a host (i.e. annual sales for government agencies), add a "0" or "-"</a:t>
            </a:r>
          </a:p>
          <a:p>
            <a:pPr lvl="1" indent="-330200">
              <a:spcAft>
                <a:spcPts val="600"/>
              </a:spcAft>
              <a:buSzPct val="106000"/>
              <a:buFont typeface="Arial,Sans-Serif" panose="020B0604020202020204" pitchFamily="34" charset="0"/>
              <a:buChar char="•"/>
              <a:defRPr/>
            </a:pPr>
            <a:r>
              <a:rPr lang="en-US" sz="1600" dirty="0">
                <a:solidFill>
                  <a:schemeClr val="accent6">
                    <a:lumMod val="75000"/>
                  </a:schemeClr>
                </a:solidFill>
                <a:latin typeface="Segoe UI"/>
                <a:cs typeface="Segoe UI"/>
              </a:rPr>
              <a:t>There shouldn't be any blank cells or missing impact data for hosts</a:t>
            </a:r>
          </a:p>
          <a:p>
            <a:pPr indent="-330200">
              <a:spcBef>
                <a:spcPts val="0"/>
              </a:spcBef>
              <a:spcAft>
                <a:spcPts val="600"/>
              </a:spcAft>
              <a:buClrTx/>
              <a:buSzPct val="106000"/>
              <a:buFont typeface="Arial" panose="020B0604020202020204" pitchFamily="34" charset="0"/>
              <a:buChar char="•"/>
              <a:defRPr/>
            </a:pPr>
            <a:r>
              <a:rPr lang="en-US" sz="1800" dirty="0">
                <a:solidFill>
                  <a:srgbClr val="000000"/>
                </a:solidFill>
                <a:latin typeface="Segoe UI"/>
                <a:cs typeface="Segoe UI"/>
              </a:rPr>
              <a:t>Report due to UTK no later than 30 days after award ends </a:t>
            </a:r>
            <a:endParaRPr lang="en-US" sz="1600" dirty="0">
              <a:solidFill>
                <a:schemeClr val="accent6">
                  <a:lumMod val="75000"/>
                </a:schemeClr>
              </a:solidFill>
              <a:latin typeface="Segoe UI" panose="020B0502040204020203" pitchFamily="34" charset="0"/>
              <a:cs typeface="Segoe UI" panose="020B0502040204020203" pitchFamily="34" charset="0"/>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dirty="0"/>
              <a:t> </a:t>
            </a:r>
            <a:r>
              <a:rPr lang="en-US" sz="1600" dirty="0">
                <a:solidFill>
                  <a:schemeClr val="bg1"/>
                </a:solidFill>
              </a:rPr>
              <a:t>Programmatic Closeout</a:t>
            </a:r>
          </a:p>
        </p:txBody>
      </p:sp>
    </p:spTree>
    <p:extLst>
      <p:ext uri="{BB962C8B-B14F-4D97-AF65-F5344CB8AC3E}">
        <p14:creationId xmlns:p14="http://schemas.microsoft.com/office/powerpoint/2010/main" val="3723459923"/>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5" name="Rectangle 4"/>
          <p:cNvSpPr>
            <a:spLocks noChangeAspect="1"/>
          </p:cNvSpPr>
          <p:nvPr/>
        </p:nvSpPr>
        <p:spPr>
          <a:xfrm>
            <a:off x="2656932" y="632797"/>
            <a:ext cx="3590142" cy="372010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66" name="Google Shape;166;p26"/>
          <p:cNvSpPr/>
          <p:nvPr/>
        </p:nvSpPr>
        <p:spPr>
          <a:xfrm>
            <a:off x="6930997" y="3495599"/>
            <a:ext cx="113397" cy="150888"/>
          </a:xfrm>
          <a:custGeom>
            <a:avLst/>
            <a:gdLst/>
            <a:ahLst/>
            <a:cxnLst/>
            <a:rect l="l" t="t" r="r" b="b"/>
            <a:pathLst>
              <a:path w="12289" h="16352" extrusionOk="0">
                <a:moveTo>
                  <a:pt x="6303" y="3991"/>
                </a:moveTo>
                <a:lnTo>
                  <a:pt x="6546" y="4015"/>
                </a:lnTo>
                <a:lnTo>
                  <a:pt x="6789" y="4064"/>
                </a:lnTo>
                <a:lnTo>
                  <a:pt x="7008" y="4137"/>
                </a:lnTo>
                <a:lnTo>
                  <a:pt x="7252" y="4234"/>
                </a:lnTo>
                <a:lnTo>
                  <a:pt x="7446" y="4356"/>
                </a:lnTo>
                <a:lnTo>
                  <a:pt x="7665" y="4502"/>
                </a:lnTo>
                <a:lnTo>
                  <a:pt x="7836" y="4672"/>
                </a:lnTo>
                <a:lnTo>
                  <a:pt x="8030" y="4842"/>
                </a:lnTo>
                <a:lnTo>
                  <a:pt x="8176" y="5037"/>
                </a:lnTo>
                <a:lnTo>
                  <a:pt x="8322" y="5256"/>
                </a:lnTo>
                <a:lnTo>
                  <a:pt x="8468" y="5475"/>
                </a:lnTo>
                <a:lnTo>
                  <a:pt x="8566" y="5718"/>
                </a:lnTo>
                <a:lnTo>
                  <a:pt x="8639" y="5986"/>
                </a:lnTo>
                <a:lnTo>
                  <a:pt x="8712" y="6229"/>
                </a:lnTo>
                <a:lnTo>
                  <a:pt x="8736" y="6473"/>
                </a:lnTo>
                <a:lnTo>
                  <a:pt x="8712" y="6716"/>
                </a:lnTo>
                <a:lnTo>
                  <a:pt x="8687" y="6959"/>
                </a:lnTo>
                <a:lnTo>
                  <a:pt x="8639" y="7178"/>
                </a:lnTo>
                <a:lnTo>
                  <a:pt x="8541" y="7397"/>
                </a:lnTo>
                <a:lnTo>
                  <a:pt x="8444" y="7592"/>
                </a:lnTo>
                <a:lnTo>
                  <a:pt x="8322" y="7787"/>
                </a:lnTo>
                <a:lnTo>
                  <a:pt x="8152" y="7981"/>
                </a:lnTo>
                <a:lnTo>
                  <a:pt x="7982" y="8152"/>
                </a:lnTo>
                <a:lnTo>
                  <a:pt x="7811" y="8298"/>
                </a:lnTo>
                <a:lnTo>
                  <a:pt x="7592" y="8419"/>
                </a:lnTo>
                <a:lnTo>
                  <a:pt x="7373" y="8517"/>
                </a:lnTo>
                <a:lnTo>
                  <a:pt x="7130" y="8614"/>
                </a:lnTo>
                <a:lnTo>
                  <a:pt x="6887" y="8687"/>
                </a:lnTo>
                <a:lnTo>
                  <a:pt x="6668" y="8711"/>
                </a:lnTo>
                <a:lnTo>
                  <a:pt x="6424" y="8736"/>
                </a:lnTo>
                <a:lnTo>
                  <a:pt x="6205" y="8736"/>
                </a:lnTo>
                <a:lnTo>
                  <a:pt x="5986" y="8711"/>
                </a:lnTo>
                <a:lnTo>
                  <a:pt x="5743" y="8663"/>
                </a:lnTo>
                <a:lnTo>
                  <a:pt x="5524" y="8614"/>
                </a:lnTo>
                <a:lnTo>
                  <a:pt x="5305" y="8541"/>
                </a:lnTo>
                <a:lnTo>
                  <a:pt x="5110" y="8444"/>
                </a:lnTo>
                <a:lnTo>
                  <a:pt x="4891" y="8346"/>
                </a:lnTo>
                <a:lnTo>
                  <a:pt x="4697" y="8225"/>
                </a:lnTo>
                <a:lnTo>
                  <a:pt x="4502" y="8103"/>
                </a:lnTo>
                <a:lnTo>
                  <a:pt x="4332" y="7957"/>
                </a:lnTo>
                <a:lnTo>
                  <a:pt x="4186" y="7787"/>
                </a:lnTo>
                <a:lnTo>
                  <a:pt x="4015" y="7616"/>
                </a:lnTo>
                <a:lnTo>
                  <a:pt x="3894" y="7446"/>
                </a:lnTo>
                <a:lnTo>
                  <a:pt x="3772" y="7251"/>
                </a:lnTo>
                <a:lnTo>
                  <a:pt x="3723" y="7105"/>
                </a:lnTo>
                <a:lnTo>
                  <a:pt x="3650" y="6935"/>
                </a:lnTo>
                <a:lnTo>
                  <a:pt x="3602" y="6643"/>
                </a:lnTo>
                <a:lnTo>
                  <a:pt x="3577" y="6327"/>
                </a:lnTo>
                <a:lnTo>
                  <a:pt x="3602" y="6010"/>
                </a:lnTo>
                <a:lnTo>
                  <a:pt x="3699" y="5718"/>
                </a:lnTo>
                <a:lnTo>
                  <a:pt x="3821" y="5426"/>
                </a:lnTo>
                <a:lnTo>
                  <a:pt x="3967" y="5134"/>
                </a:lnTo>
                <a:lnTo>
                  <a:pt x="4161" y="4891"/>
                </a:lnTo>
                <a:lnTo>
                  <a:pt x="4332" y="4696"/>
                </a:lnTo>
                <a:lnTo>
                  <a:pt x="4551" y="4502"/>
                </a:lnTo>
                <a:lnTo>
                  <a:pt x="4794" y="4356"/>
                </a:lnTo>
                <a:lnTo>
                  <a:pt x="5037" y="4210"/>
                </a:lnTo>
                <a:lnTo>
                  <a:pt x="5062" y="4210"/>
                </a:lnTo>
                <a:lnTo>
                  <a:pt x="5110" y="4234"/>
                </a:lnTo>
                <a:lnTo>
                  <a:pt x="5232" y="4234"/>
                </a:lnTo>
                <a:lnTo>
                  <a:pt x="5305" y="4210"/>
                </a:lnTo>
                <a:lnTo>
                  <a:pt x="5548" y="4112"/>
                </a:lnTo>
                <a:lnTo>
                  <a:pt x="5816" y="4039"/>
                </a:lnTo>
                <a:lnTo>
                  <a:pt x="6059" y="4015"/>
                </a:lnTo>
                <a:lnTo>
                  <a:pt x="6303" y="3991"/>
                </a:lnTo>
                <a:close/>
                <a:moveTo>
                  <a:pt x="6254" y="3480"/>
                </a:moveTo>
                <a:lnTo>
                  <a:pt x="5986" y="3504"/>
                </a:lnTo>
                <a:lnTo>
                  <a:pt x="5694" y="3553"/>
                </a:lnTo>
                <a:lnTo>
                  <a:pt x="5427" y="3626"/>
                </a:lnTo>
                <a:lnTo>
                  <a:pt x="5305" y="3650"/>
                </a:lnTo>
                <a:lnTo>
                  <a:pt x="5183" y="3699"/>
                </a:lnTo>
                <a:lnTo>
                  <a:pt x="4916" y="3796"/>
                </a:lnTo>
                <a:lnTo>
                  <a:pt x="4599" y="3966"/>
                </a:lnTo>
                <a:lnTo>
                  <a:pt x="4283" y="4161"/>
                </a:lnTo>
                <a:lnTo>
                  <a:pt x="3991" y="4404"/>
                </a:lnTo>
                <a:lnTo>
                  <a:pt x="3748" y="4672"/>
                </a:lnTo>
                <a:lnTo>
                  <a:pt x="3529" y="4940"/>
                </a:lnTo>
                <a:lnTo>
                  <a:pt x="3359" y="5232"/>
                </a:lnTo>
                <a:lnTo>
                  <a:pt x="3237" y="5572"/>
                </a:lnTo>
                <a:lnTo>
                  <a:pt x="3164" y="5889"/>
                </a:lnTo>
                <a:lnTo>
                  <a:pt x="3115" y="6229"/>
                </a:lnTo>
                <a:lnTo>
                  <a:pt x="3140" y="6570"/>
                </a:lnTo>
                <a:lnTo>
                  <a:pt x="3188" y="6911"/>
                </a:lnTo>
                <a:lnTo>
                  <a:pt x="3261" y="7251"/>
                </a:lnTo>
                <a:lnTo>
                  <a:pt x="3383" y="7495"/>
                </a:lnTo>
                <a:lnTo>
                  <a:pt x="3529" y="7762"/>
                </a:lnTo>
                <a:lnTo>
                  <a:pt x="3699" y="7981"/>
                </a:lnTo>
                <a:lnTo>
                  <a:pt x="3869" y="8200"/>
                </a:lnTo>
                <a:lnTo>
                  <a:pt x="4088" y="8371"/>
                </a:lnTo>
                <a:lnTo>
                  <a:pt x="4307" y="8541"/>
                </a:lnTo>
                <a:lnTo>
                  <a:pt x="4551" y="8711"/>
                </a:lnTo>
                <a:lnTo>
                  <a:pt x="4794" y="8833"/>
                </a:lnTo>
                <a:lnTo>
                  <a:pt x="5062" y="8930"/>
                </a:lnTo>
                <a:lnTo>
                  <a:pt x="5329" y="9028"/>
                </a:lnTo>
                <a:lnTo>
                  <a:pt x="5597" y="9101"/>
                </a:lnTo>
                <a:lnTo>
                  <a:pt x="5889" y="9149"/>
                </a:lnTo>
                <a:lnTo>
                  <a:pt x="6181" y="9174"/>
                </a:lnTo>
                <a:lnTo>
                  <a:pt x="6449" y="9198"/>
                </a:lnTo>
                <a:lnTo>
                  <a:pt x="6741" y="9174"/>
                </a:lnTo>
                <a:lnTo>
                  <a:pt x="7008" y="9149"/>
                </a:lnTo>
                <a:lnTo>
                  <a:pt x="7325" y="9076"/>
                </a:lnTo>
                <a:lnTo>
                  <a:pt x="7617" y="8979"/>
                </a:lnTo>
                <a:lnTo>
                  <a:pt x="7884" y="8833"/>
                </a:lnTo>
                <a:lnTo>
                  <a:pt x="8128" y="8687"/>
                </a:lnTo>
                <a:lnTo>
                  <a:pt x="8347" y="8492"/>
                </a:lnTo>
                <a:lnTo>
                  <a:pt x="8541" y="8273"/>
                </a:lnTo>
                <a:lnTo>
                  <a:pt x="8712" y="8054"/>
                </a:lnTo>
                <a:lnTo>
                  <a:pt x="8858" y="7787"/>
                </a:lnTo>
                <a:lnTo>
                  <a:pt x="8979" y="7543"/>
                </a:lnTo>
                <a:lnTo>
                  <a:pt x="9052" y="7251"/>
                </a:lnTo>
                <a:lnTo>
                  <a:pt x="9125" y="6959"/>
                </a:lnTo>
                <a:lnTo>
                  <a:pt x="9150" y="6667"/>
                </a:lnTo>
                <a:lnTo>
                  <a:pt x="9150" y="6375"/>
                </a:lnTo>
                <a:lnTo>
                  <a:pt x="9125" y="6083"/>
                </a:lnTo>
                <a:lnTo>
                  <a:pt x="9052" y="5791"/>
                </a:lnTo>
                <a:lnTo>
                  <a:pt x="8955" y="5499"/>
                </a:lnTo>
                <a:lnTo>
                  <a:pt x="8858" y="5232"/>
                </a:lnTo>
                <a:lnTo>
                  <a:pt x="8712" y="4988"/>
                </a:lnTo>
                <a:lnTo>
                  <a:pt x="8566" y="4769"/>
                </a:lnTo>
                <a:lnTo>
                  <a:pt x="8395" y="4550"/>
                </a:lnTo>
                <a:lnTo>
                  <a:pt x="8201" y="4356"/>
                </a:lnTo>
                <a:lnTo>
                  <a:pt x="7982" y="4161"/>
                </a:lnTo>
                <a:lnTo>
                  <a:pt x="7763" y="3991"/>
                </a:lnTo>
                <a:lnTo>
                  <a:pt x="7544" y="3845"/>
                </a:lnTo>
                <a:lnTo>
                  <a:pt x="7300" y="3723"/>
                </a:lnTo>
                <a:lnTo>
                  <a:pt x="7033" y="3626"/>
                </a:lnTo>
                <a:lnTo>
                  <a:pt x="6789" y="3553"/>
                </a:lnTo>
                <a:lnTo>
                  <a:pt x="6522" y="3504"/>
                </a:lnTo>
                <a:lnTo>
                  <a:pt x="6254" y="3480"/>
                </a:lnTo>
                <a:close/>
                <a:moveTo>
                  <a:pt x="6303" y="536"/>
                </a:moveTo>
                <a:lnTo>
                  <a:pt x="6668" y="560"/>
                </a:lnTo>
                <a:lnTo>
                  <a:pt x="7033" y="633"/>
                </a:lnTo>
                <a:lnTo>
                  <a:pt x="7422" y="706"/>
                </a:lnTo>
                <a:lnTo>
                  <a:pt x="7763" y="828"/>
                </a:lnTo>
                <a:lnTo>
                  <a:pt x="8128" y="949"/>
                </a:lnTo>
                <a:lnTo>
                  <a:pt x="8468" y="1095"/>
                </a:lnTo>
                <a:lnTo>
                  <a:pt x="8809" y="1266"/>
                </a:lnTo>
                <a:lnTo>
                  <a:pt x="9125" y="1460"/>
                </a:lnTo>
                <a:lnTo>
                  <a:pt x="9442" y="1679"/>
                </a:lnTo>
                <a:lnTo>
                  <a:pt x="9734" y="1898"/>
                </a:lnTo>
                <a:lnTo>
                  <a:pt x="10026" y="2166"/>
                </a:lnTo>
                <a:lnTo>
                  <a:pt x="10050" y="2287"/>
                </a:lnTo>
                <a:lnTo>
                  <a:pt x="10074" y="2409"/>
                </a:lnTo>
                <a:lnTo>
                  <a:pt x="10196" y="2798"/>
                </a:lnTo>
                <a:lnTo>
                  <a:pt x="10220" y="2847"/>
                </a:lnTo>
                <a:lnTo>
                  <a:pt x="10269" y="2871"/>
                </a:lnTo>
                <a:lnTo>
                  <a:pt x="10342" y="2896"/>
                </a:lnTo>
                <a:lnTo>
                  <a:pt x="10391" y="2896"/>
                </a:lnTo>
                <a:lnTo>
                  <a:pt x="10439" y="2871"/>
                </a:lnTo>
                <a:lnTo>
                  <a:pt x="10464" y="2847"/>
                </a:lnTo>
                <a:lnTo>
                  <a:pt x="10488" y="2798"/>
                </a:lnTo>
                <a:lnTo>
                  <a:pt x="10512" y="2677"/>
                </a:lnTo>
                <a:lnTo>
                  <a:pt x="10585" y="2774"/>
                </a:lnTo>
                <a:lnTo>
                  <a:pt x="10537" y="3090"/>
                </a:lnTo>
                <a:lnTo>
                  <a:pt x="10537" y="3261"/>
                </a:lnTo>
                <a:lnTo>
                  <a:pt x="10561" y="3334"/>
                </a:lnTo>
                <a:lnTo>
                  <a:pt x="10610" y="3382"/>
                </a:lnTo>
                <a:lnTo>
                  <a:pt x="10634" y="3431"/>
                </a:lnTo>
                <a:lnTo>
                  <a:pt x="10683" y="3407"/>
                </a:lnTo>
                <a:lnTo>
                  <a:pt x="10756" y="3382"/>
                </a:lnTo>
                <a:lnTo>
                  <a:pt x="10804" y="3309"/>
                </a:lnTo>
                <a:lnTo>
                  <a:pt x="10877" y="3163"/>
                </a:lnTo>
                <a:lnTo>
                  <a:pt x="10877" y="3188"/>
                </a:lnTo>
                <a:lnTo>
                  <a:pt x="10950" y="3285"/>
                </a:lnTo>
                <a:lnTo>
                  <a:pt x="10853" y="3553"/>
                </a:lnTo>
                <a:lnTo>
                  <a:pt x="10804" y="3674"/>
                </a:lnTo>
                <a:lnTo>
                  <a:pt x="10756" y="3796"/>
                </a:lnTo>
                <a:lnTo>
                  <a:pt x="10756" y="3893"/>
                </a:lnTo>
                <a:lnTo>
                  <a:pt x="10804" y="4015"/>
                </a:lnTo>
                <a:lnTo>
                  <a:pt x="10829" y="4088"/>
                </a:lnTo>
                <a:lnTo>
                  <a:pt x="10902" y="4112"/>
                </a:lnTo>
                <a:lnTo>
                  <a:pt x="10975" y="4112"/>
                </a:lnTo>
                <a:lnTo>
                  <a:pt x="11023" y="4088"/>
                </a:lnTo>
                <a:lnTo>
                  <a:pt x="11096" y="4039"/>
                </a:lnTo>
                <a:lnTo>
                  <a:pt x="11169" y="3966"/>
                </a:lnTo>
                <a:lnTo>
                  <a:pt x="11242" y="3820"/>
                </a:lnTo>
                <a:lnTo>
                  <a:pt x="11340" y="4039"/>
                </a:lnTo>
                <a:lnTo>
                  <a:pt x="11194" y="4307"/>
                </a:lnTo>
                <a:lnTo>
                  <a:pt x="11048" y="4575"/>
                </a:lnTo>
                <a:lnTo>
                  <a:pt x="11023" y="4696"/>
                </a:lnTo>
                <a:lnTo>
                  <a:pt x="11023" y="4794"/>
                </a:lnTo>
                <a:lnTo>
                  <a:pt x="11048" y="4867"/>
                </a:lnTo>
                <a:lnTo>
                  <a:pt x="11121" y="4915"/>
                </a:lnTo>
                <a:lnTo>
                  <a:pt x="11169" y="4915"/>
                </a:lnTo>
                <a:lnTo>
                  <a:pt x="11218" y="4891"/>
                </a:lnTo>
                <a:lnTo>
                  <a:pt x="11340" y="4794"/>
                </a:lnTo>
                <a:lnTo>
                  <a:pt x="11510" y="4575"/>
                </a:lnTo>
                <a:lnTo>
                  <a:pt x="11534" y="4550"/>
                </a:lnTo>
                <a:lnTo>
                  <a:pt x="11607" y="4818"/>
                </a:lnTo>
                <a:lnTo>
                  <a:pt x="11510" y="4940"/>
                </a:lnTo>
                <a:lnTo>
                  <a:pt x="11388" y="5061"/>
                </a:lnTo>
                <a:lnTo>
                  <a:pt x="11291" y="5183"/>
                </a:lnTo>
                <a:lnTo>
                  <a:pt x="11218" y="5280"/>
                </a:lnTo>
                <a:lnTo>
                  <a:pt x="11096" y="5524"/>
                </a:lnTo>
                <a:lnTo>
                  <a:pt x="11072" y="5548"/>
                </a:lnTo>
                <a:lnTo>
                  <a:pt x="11096" y="5572"/>
                </a:lnTo>
                <a:lnTo>
                  <a:pt x="11121" y="5597"/>
                </a:lnTo>
                <a:lnTo>
                  <a:pt x="11145" y="5572"/>
                </a:lnTo>
                <a:lnTo>
                  <a:pt x="11388" y="5475"/>
                </a:lnTo>
                <a:lnTo>
                  <a:pt x="11510" y="5402"/>
                </a:lnTo>
                <a:lnTo>
                  <a:pt x="11631" y="5305"/>
                </a:lnTo>
                <a:lnTo>
                  <a:pt x="11680" y="5256"/>
                </a:lnTo>
                <a:lnTo>
                  <a:pt x="11729" y="5499"/>
                </a:lnTo>
                <a:lnTo>
                  <a:pt x="11364" y="5840"/>
                </a:lnTo>
                <a:lnTo>
                  <a:pt x="11048" y="6229"/>
                </a:lnTo>
                <a:lnTo>
                  <a:pt x="11023" y="6278"/>
                </a:lnTo>
                <a:lnTo>
                  <a:pt x="11048" y="6327"/>
                </a:lnTo>
                <a:lnTo>
                  <a:pt x="11072" y="6351"/>
                </a:lnTo>
                <a:lnTo>
                  <a:pt x="11121" y="6351"/>
                </a:lnTo>
                <a:lnTo>
                  <a:pt x="11291" y="6254"/>
                </a:lnTo>
                <a:lnTo>
                  <a:pt x="11461" y="6156"/>
                </a:lnTo>
                <a:lnTo>
                  <a:pt x="11753" y="5913"/>
                </a:lnTo>
                <a:lnTo>
                  <a:pt x="11753" y="6302"/>
                </a:lnTo>
                <a:lnTo>
                  <a:pt x="11631" y="6424"/>
                </a:lnTo>
                <a:lnTo>
                  <a:pt x="11534" y="6546"/>
                </a:lnTo>
                <a:lnTo>
                  <a:pt x="11412" y="6692"/>
                </a:lnTo>
                <a:lnTo>
                  <a:pt x="11291" y="6789"/>
                </a:lnTo>
                <a:lnTo>
                  <a:pt x="11048" y="6935"/>
                </a:lnTo>
                <a:lnTo>
                  <a:pt x="10999" y="6984"/>
                </a:lnTo>
                <a:lnTo>
                  <a:pt x="10950" y="7032"/>
                </a:lnTo>
                <a:lnTo>
                  <a:pt x="10926" y="7105"/>
                </a:lnTo>
                <a:lnTo>
                  <a:pt x="10950" y="7154"/>
                </a:lnTo>
                <a:lnTo>
                  <a:pt x="11023" y="7203"/>
                </a:lnTo>
                <a:lnTo>
                  <a:pt x="11096" y="7251"/>
                </a:lnTo>
                <a:lnTo>
                  <a:pt x="11169" y="7251"/>
                </a:lnTo>
                <a:lnTo>
                  <a:pt x="11267" y="7227"/>
                </a:lnTo>
                <a:lnTo>
                  <a:pt x="11437" y="7178"/>
                </a:lnTo>
                <a:lnTo>
                  <a:pt x="11583" y="7081"/>
                </a:lnTo>
                <a:lnTo>
                  <a:pt x="11704" y="6984"/>
                </a:lnTo>
                <a:lnTo>
                  <a:pt x="11631" y="7470"/>
                </a:lnTo>
                <a:lnTo>
                  <a:pt x="11583" y="7470"/>
                </a:lnTo>
                <a:lnTo>
                  <a:pt x="11534" y="7495"/>
                </a:lnTo>
                <a:lnTo>
                  <a:pt x="11291" y="7665"/>
                </a:lnTo>
                <a:lnTo>
                  <a:pt x="11023" y="7811"/>
                </a:lnTo>
                <a:lnTo>
                  <a:pt x="10902" y="7884"/>
                </a:lnTo>
                <a:lnTo>
                  <a:pt x="10804" y="7957"/>
                </a:lnTo>
                <a:lnTo>
                  <a:pt x="10731" y="8054"/>
                </a:lnTo>
                <a:lnTo>
                  <a:pt x="10707" y="8103"/>
                </a:lnTo>
                <a:lnTo>
                  <a:pt x="10707" y="8176"/>
                </a:lnTo>
                <a:lnTo>
                  <a:pt x="10707" y="8200"/>
                </a:lnTo>
                <a:lnTo>
                  <a:pt x="10853" y="8200"/>
                </a:lnTo>
                <a:lnTo>
                  <a:pt x="10950" y="8176"/>
                </a:lnTo>
                <a:lnTo>
                  <a:pt x="11194" y="8079"/>
                </a:lnTo>
                <a:lnTo>
                  <a:pt x="11534" y="7933"/>
                </a:lnTo>
                <a:lnTo>
                  <a:pt x="11437" y="8273"/>
                </a:lnTo>
                <a:lnTo>
                  <a:pt x="11340" y="8298"/>
                </a:lnTo>
                <a:lnTo>
                  <a:pt x="11242" y="8322"/>
                </a:lnTo>
                <a:lnTo>
                  <a:pt x="11072" y="8419"/>
                </a:lnTo>
                <a:lnTo>
                  <a:pt x="10829" y="8541"/>
                </a:lnTo>
                <a:lnTo>
                  <a:pt x="10561" y="8614"/>
                </a:lnTo>
                <a:lnTo>
                  <a:pt x="10537" y="8638"/>
                </a:lnTo>
                <a:lnTo>
                  <a:pt x="10512" y="8663"/>
                </a:lnTo>
                <a:lnTo>
                  <a:pt x="10537" y="8687"/>
                </a:lnTo>
                <a:lnTo>
                  <a:pt x="10561" y="8711"/>
                </a:lnTo>
                <a:lnTo>
                  <a:pt x="10731" y="8736"/>
                </a:lnTo>
                <a:lnTo>
                  <a:pt x="10926" y="8736"/>
                </a:lnTo>
                <a:lnTo>
                  <a:pt x="11121" y="8711"/>
                </a:lnTo>
                <a:lnTo>
                  <a:pt x="11315" y="8663"/>
                </a:lnTo>
                <a:lnTo>
                  <a:pt x="11169" y="9028"/>
                </a:lnTo>
                <a:lnTo>
                  <a:pt x="10926" y="9028"/>
                </a:lnTo>
                <a:lnTo>
                  <a:pt x="10683" y="9052"/>
                </a:lnTo>
                <a:lnTo>
                  <a:pt x="10439" y="9125"/>
                </a:lnTo>
                <a:lnTo>
                  <a:pt x="10220" y="9198"/>
                </a:lnTo>
                <a:lnTo>
                  <a:pt x="10196" y="9222"/>
                </a:lnTo>
                <a:lnTo>
                  <a:pt x="10196" y="9247"/>
                </a:lnTo>
                <a:lnTo>
                  <a:pt x="10220" y="9271"/>
                </a:lnTo>
                <a:lnTo>
                  <a:pt x="10245" y="9295"/>
                </a:lnTo>
                <a:lnTo>
                  <a:pt x="10488" y="9295"/>
                </a:lnTo>
                <a:lnTo>
                  <a:pt x="10731" y="9320"/>
                </a:lnTo>
                <a:lnTo>
                  <a:pt x="11048" y="9368"/>
                </a:lnTo>
                <a:lnTo>
                  <a:pt x="10853" y="9757"/>
                </a:lnTo>
                <a:lnTo>
                  <a:pt x="10561" y="9733"/>
                </a:lnTo>
                <a:lnTo>
                  <a:pt x="10245" y="9709"/>
                </a:lnTo>
                <a:lnTo>
                  <a:pt x="10099" y="9709"/>
                </a:lnTo>
                <a:lnTo>
                  <a:pt x="9977" y="9733"/>
                </a:lnTo>
                <a:lnTo>
                  <a:pt x="9904" y="9782"/>
                </a:lnTo>
                <a:lnTo>
                  <a:pt x="9880" y="9806"/>
                </a:lnTo>
                <a:lnTo>
                  <a:pt x="9880" y="9830"/>
                </a:lnTo>
                <a:lnTo>
                  <a:pt x="9928" y="9928"/>
                </a:lnTo>
                <a:lnTo>
                  <a:pt x="9977" y="10001"/>
                </a:lnTo>
                <a:lnTo>
                  <a:pt x="10050" y="10074"/>
                </a:lnTo>
                <a:lnTo>
                  <a:pt x="10147" y="10122"/>
                </a:lnTo>
                <a:lnTo>
                  <a:pt x="10391" y="10171"/>
                </a:lnTo>
                <a:lnTo>
                  <a:pt x="10610" y="10220"/>
                </a:lnTo>
                <a:lnTo>
                  <a:pt x="10439" y="10512"/>
                </a:lnTo>
                <a:lnTo>
                  <a:pt x="10439" y="10439"/>
                </a:lnTo>
                <a:lnTo>
                  <a:pt x="10391" y="10390"/>
                </a:lnTo>
                <a:lnTo>
                  <a:pt x="10342" y="10341"/>
                </a:lnTo>
                <a:lnTo>
                  <a:pt x="10220" y="10293"/>
                </a:lnTo>
                <a:lnTo>
                  <a:pt x="9977" y="10268"/>
                </a:lnTo>
                <a:lnTo>
                  <a:pt x="9709" y="10220"/>
                </a:lnTo>
                <a:lnTo>
                  <a:pt x="9588" y="10220"/>
                </a:lnTo>
                <a:lnTo>
                  <a:pt x="9466" y="10244"/>
                </a:lnTo>
                <a:lnTo>
                  <a:pt x="9417" y="10268"/>
                </a:lnTo>
                <a:lnTo>
                  <a:pt x="9393" y="10317"/>
                </a:lnTo>
                <a:lnTo>
                  <a:pt x="9393" y="10366"/>
                </a:lnTo>
                <a:lnTo>
                  <a:pt x="9417" y="10414"/>
                </a:lnTo>
                <a:lnTo>
                  <a:pt x="9515" y="10487"/>
                </a:lnTo>
                <a:lnTo>
                  <a:pt x="9636" y="10560"/>
                </a:lnTo>
                <a:lnTo>
                  <a:pt x="9880" y="10633"/>
                </a:lnTo>
                <a:lnTo>
                  <a:pt x="10123" y="10682"/>
                </a:lnTo>
                <a:lnTo>
                  <a:pt x="10245" y="10682"/>
                </a:lnTo>
                <a:lnTo>
                  <a:pt x="10366" y="10633"/>
                </a:lnTo>
                <a:lnTo>
                  <a:pt x="10001" y="11242"/>
                </a:lnTo>
                <a:lnTo>
                  <a:pt x="9782" y="11169"/>
                </a:lnTo>
                <a:lnTo>
                  <a:pt x="9588" y="11144"/>
                </a:lnTo>
                <a:lnTo>
                  <a:pt x="9417" y="11096"/>
                </a:lnTo>
                <a:lnTo>
                  <a:pt x="9247" y="11071"/>
                </a:lnTo>
                <a:lnTo>
                  <a:pt x="9052" y="11047"/>
                </a:lnTo>
                <a:lnTo>
                  <a:pt x="8882" y="11096"/>
                </a:lnTo>
                <a:lnTo>
                  <a:pt x="8858" y="11120"/>
                </a:lnTo>
                <a:lnTo>
                  <a:pt x="8833" y="11169"/>
                </a:lnTo>
                <a:lnTo>
                  <a:pt x="8833" y="11193"/>
                </a:lnTo>
                <a:lnTo>
                  <a:pt x="8858" y="11242"/>
                </a:lnTo>
                <a:lnTo>
                  <a:pt x="9052" y="11315"/>
                </a:lnTo>
                <a:lnTo>
                  <a:pt x="9223" y="11363"/>
                </a:lnTo>
                <a:lnTo>
                  <a:pt x="9588" y="11485"/>
                </a:lnTo>
                <a:lnTo>
                  <a:pt x="9782" y="11558"/>
                </a:lnTo>
                <a:lnTo>
                  <a:pt x="9490" y="11996"/>
                </a:lnTo>
                <a:lnTo>
                  <a:pt x="9344" y="11923"/>
                </a:lnTo>
                <a:lnTo>
                  <a:pt x="9223" y="11874"/>
                </a:lnTo>
                <a:lnTo>
                  <a:pt x="8931" y="11801"/>
                </a:lnTo>
                <a:lnTo>
                  <a:pt x="8566" y="11704"/>
                </a:lnTo>
                <a:lnTo>
                  <a:pt x="8371" y="11655"/>
                </a:lnTo>
                <a:lnTo>
                  <a:pt x="8176" y="11655"/>
                </a:lnTo>
                <a:lnTo>
                  <a:pt x="8103" y="11680"/>
                </a:lnTo>
                <a:lnTo>
                  <a:pt x="8079" y="11728"/>
                </a:lnTo>
                <a:lnTo>
                  <a:pt x="8055" y="11801"/>
                </a:lnTo>
                <a:lnTo>
                  <a:pt x="8103" y="11850"/>
                </a:lnTo>
                <a:lnTo>
                  <a:pt x="8249" y="11947"/>
                </a:lnTo>
                <a:lnTo>
                  <a:pt x="8395" y="12045"/>
                </a:lnTo>
                <a:lnTo>
                  <a:pt x="8736" y="12166"/>
                </a:lnTo>
                <a:lnTo>
                  <a:pt x="8979" y="12239"/>
                </a:lnTo>
                <a:lnTo>
                  <a:pt x="9247" y="12312"/>
                </a:lnTo>
                <a:lnTo>
                  <a:pt x="9004" y="12629"/>
                </a:lnTo>
                <a:lnTo>
                  <a:pt x="8712" y="12580"/>
                </a:lnTo>
                <a:lnTo>
                  <a:pt x="8420" y="12531"/>
                </a:lnTo>
                <a:lnTo>
                  <a:pt x="8201" y="12458"/>
                </a:lnTo>
                <a:lnTo>
                  <a:pt x="8006" y="12361"/>
                </a:lnTo>
                <a:lnTo>
                  <a:pt x="7787" y="12239"/>
                </a:lnTo>
                <a:lnTo>
                  <a:pt x="7592" y="12142"/>
                </a:lnTo>
                <a:lnTo>
                  <a:pt x="7544" y="12142"/>
                </a:lnTo>
                <a:lnTo>
                  <a:pt x="7495" y="12166"/>
                </a:lnTo>
                <a:lnTo>
                  <a:pt x="7495" y="12215"/>
                </a:lnTo>
                <a:lnTo>
                  <a:pt x="7471" y="12264"/>
                </a:lnTo>
                <a:lnTo>
                  <a:pt x="7519" y="12385"/>
                </a:lnTo>
                <a:lnTo>
                  <a:pt x="7592" y="12507"/>
                </a:lnTo>
                <a:lnTo>
                  <a:pt x="7690" y="12604"/>
                </a:lnTo>
                <a:lnTo>
                  <a:pt x="7811" y="12677"/>
                </a:lnTo>
                <a:lnTo>
                  <a:pt x="8055" y="12823"/>
                </a:lnTo>
                <a:lnTo>
                  <a:pt x="8298" y="12921"/>
                </a:lnTo>
                <a:lnTo>
                  <a:pt x="8493" y="12994"/>
                </a:lnTo>
                <a:lnTo>
                  <a:pt x="8687" y="13018"/>
                </a:lnTo>
                <a:lnTo>
                  <a:pt x="8371" y="13407"/>
                </a:lnTo>
                <a:lnTo>
                  <a:pt x="8274" y="13310"/>
                </a:lnTo>
                <a:lnTo>
                  <a:pt x="8152" y="13261"/>
                </a:lnTo>
                <a:lnTo>
                  <a:pt x="7909" y="13188"/>
                </a:lnTo>
                <a:lnTo>
                  <a:pt x="7471" y="12994"/>
                </a:lnTo>
                <a:lnTo>
                  <a:pt x="7252" y="12921"/>
                </a:lnTo>
                <a:lnTo>
                  <a:pt x="7033" y="12896"/>
                </a:lnTo>
                <a:lnTo>
                  <a:pt x="7008" y="12896"/>
                </a:lnTo>
                <a:lnTo>
                  <a:pt x="7008" y="12945"/>
                </a:lnTo>
                <a:lnTo>
                  <a:pt x="7057" y="13042"/>
                </a:lnTo>
                <a:lnTo>
                  <a:pt x="7130" y="13115"/>
                </a:lnTo>
                <a:lnTo>
                  <a:pt x="7300" y="13261"/>
                </a:lnTo>
                <a:lnTo>
                  <a:pt x="7495" y="13359"/>
                </a:lnTo>
                <a:lnTo>
                  <a:pt x="7690" y="13456"/>
                </a:lnTo>
                <a:lnTo>
                  <a:pt x="7909" y="13578"/>
                </a:lnTo>
                <a:lnTo>
                  <a:pt x="8006" y="13626"/>
                </a:lnTo>
                <a:lnTo>
                  <a:pt x="8128" y="13675"/>
                </a:lnTo>
                <a:lnTo>
                  <a:pt x="7836" y="14016"/>
                </a:lnTo>
                <a:lnTo>
                  <a:pt x="7665" y="13967"/>
                </a:lnTo>
                <a:lnTo>
                  <a:pt x="7179" y="13724"/>
                </a:lnTo>
                <a:lnTo>
                  <a:pt x="6814" y="13553"/>
                </a:lnTo>
                <a:lnTo>
                  <a:pt x="6619" y="13480"/>
                </a:lnTo>
                <a:lnTo>
                  <a:pt x="6424" y="13480"/>
                </a:lnTo>
                <a:lnTo>
                  <a:pt x="6400" y="13505"/>
                </a:lnTo>
                <a:lnTo>
                  <a:pt x="6400" y="13553"/>
                </a:lnTo>
                <a:lnTo>
                  <a:pt x="6449" y="13651"/>
                </a:lnTo>
                <a:lnTo>
                  <a:pt x="6497" y="13724"/>
                </a:lnTo>
                <a:lnTo>
                  <a:pt x="6595" y="13821"/>
                </a:lnTo>
                <a:lnTo>
                  <a:pt x="6692" y="13894"/>
                </a:lnTo>
                <a:lnTo>
                  <a:pt x="6887" y="14016"/>
                </a:lnTo>
                <a:lnTo>
                  <a:pt x="7081" y="14137"/>
                </a:lnTo>
                <a:lnTo>
                  <a:pt x="7276" y="14235"/>
                </a:lnTo>
                <a:lnTo>
                  <a:pt x="7519" y="14381"/>
                </a:lnTo>
                <a:lnTo>
                  <a:pt x="7106" y="14843"/>
                </a:lnTo>
                <a:lnTo>
                  <a:pt x="6814" y="14697"/>
                </a:lnTo>
                <a:lnTo>
                  <a:pt x="6546" y="14527"/>
                </a:lnTo>
                <a:lnTo>
                  <a:pt x="6376" y="14405"/>
                </a:lnTo>
                <a:lnTo>
                  <a:pt x="6230" y="14259"/>
                </a:lnTo>
                <a:lnTo>
                  <a:pt x="6157" y="14162"/>
                </a:lnTo>
                <a:lnTo>
                  <a:pt x="6035" y="14064"/>
                </a:lnTo>
                <a:lnTo>
                  <a:pt x="5962" y="14064"/>
                </a:lnTo>
                <a:lnTo>
                  <a:pt x="5913" y="14089"/>
                </a:lnTo>
                <a:lnTo>
                  <a:pt x="5840" y="14186"/>
                </a:lnTo>
                <a:lnTo>
                  <a:pt x="5840" y="14283"/>
                </a:lnTo>
                <a:lnTo>
                  <a:pt x="5865" y="14381"/>
                </a:lnTo>
                <a:lnTo>
                  <a:pt x="5913" y="14478"/>
                </a:lnTo>
                <a:lnTo>
                  <a:pt x="6059" y="14673"/>
                </a:lnTo>
                <a:lnTo>
                  <a:pt x="6205" y="14794"/>
                </a:lnTo>
                <a:lnTo>
                  <a:pt x="6449" y="15013"/>
                </a:lnTo>
                <a:lnTo>
                  <a:pt x="6595" y="15135"/>
                </a:lnTo>
                <a:lnTo>
                  <a:pt x="6765" y="15208"/>
                </a:lnTo>
                <a:lnTo>
                  <a:pt x="6132" y="15816"/>
                </a:lnTo>
                <a:lnTo>
                  <a:pt x="5986" y="15573"/>
                </a:lnTo>
                <a:lnTo>
                  <a:pt x="5792" y="15354"/>
                </a:lnTo>
                <a:lnTo>
                  <a:pt x="5402" y="14916"/>
                </a:lnTo>
                <a:lnTo>
                  <a:pt x="5013" y="14527"/>
                </a:lnTo>
                <a:lnTo>
                  <a:pt x="4818" y="14332"/>
                </a:lnTo>
                <a:lnTo>
                  <a:pt x="4648" y="14113"/>
                </a:lnTo>
                <a:lnTo>
                  <a:pt x="4332" y="13724"/>
                </a:lnTo>
                <a:lnTo>
                  <a:pt x="3991" y="13359"/>
                </a:lnTo>
                <a:lnTo>
                  <a:pt x="3310" y="12629"/>
                </a:lnTo>
                <a:lnTo>
                  <a:pt x="2969" y="12264"/>
                </a:lnTo>
                <a:lnTo>
                  <a:pt x="2653" y="11874"/>
                </a:lnTo>
                <a:lnTo>
                  <a:pt x="2361" y="11485"/>
                </a:lnTo>
                <a:lnTo>
                  <a:pt x="2069" y="11071"/>
                </a:lnTo>
                <a:lnTo>
                  <a:pt x="1704" y="10439"/>
                </a:lnTo>
                <a:lnTo>
                  <a:pt x="1363" y="9757"/>
                </a:lnTo>
                <a:lnTo>
                  <a:pt x="1096" y="9052"/>
                </a:lnTo>
                <a:lnTo>
                  <a:pt x="974" y="8711"/>
                </a:lnTo>
                <a:lnTo>
                  <a:pt x="877" y="8346"/>
                </a:lnTo>
                <a:lnTo>
                  <a:pt x="779" y="7981"/>
                </a:lnTo>
                <a:lnTo>
                  <a:pt x="706" y="7616"/>
                </a:lnTo>
                <a:lnTo>
                  <a:pt x="633" y="7251"/>
                </a:lnTo>
                <a:lnTo>
                  <a:pt x="609" y="6862"/>
                </a:lnTo>
                <a:lnTo>
                  <a:pt x="585" y="6497"/>
                </a:lnTo>
                <a:lnTo>
                  <a:pt x="585" y="6132"/>
                </a:lnTo>
                <a:lnTo>
                  <a:pt x="585" y="5743"/>
                </a:lnTo>
                <a:lnTo>
                  <a:pt x="609" y="5378"/>
                </a:lnTo>
                <a:lnTo>
                  <a:pt x="682" y="4988"/>
                </a:lnTo>
                <a:lnTo>
                  <a:pt x="755" y="4599"/>
                </a:lnTo>
                <a:lnTo>
                  <a:pt x="877" y="4210"/>
                </a:lnTo>
                <a:lnTo>
                  <a:pt x="1023" y="3845"/>
                </a:lnTo>
                <a:lnTo>
                  <a:pt x="1193" y="3504"/>
                </a:lnTo>
                <a:lnTo>
                  <a:pt x="1363" y="3163"/>
                </a:lnTo>
                <a:lnTo>
                  <a:pt x="1582" y="2823"/>
                </a:lnTo>
                <a:lnTo>
                  <a:pt x="1826" y="2506"/>
                </a:lnTo>
                <a:lnTo>
                  <a:pt x="2093" y="2214"/>
                </a:lnTo>
                <a:lnTo>
                  <a:pt x="2361" y="1947"/>
                </a:lnTo>
                <a:lnTo>
                  <a:pt x="2653" y="1679"/>
                </a:lnTo>
                <a:lnTo>
                  <a:pt x="2969" y="1460"/>
                </a:lnTo>
                <a:lnTo>
                  <a:pt x="3310" y="1241"/>
                </a:lnTo>
                <a:lnTo>
                  <a:pt x="3650" y="1047"/>
                </a:lnTo>
                <a:lnTo>
                  <a:pt x="4015" y="901"/>
                </a:lnTo>
                <a:lnTo>
                  <a:pt x="4405" y="755"/>
                </a:lnTo>
                <a:lnTo>
                  <a:pt x="4770" y="657"/>
                </a:lnTo>
                <a:lnTo>
                  <a:pt x="5159" y="584"/>
                </a:lnTo>
                <a:lnTo>
                  <a:pt x="5524" y="536"/>
                </a:lnTo>
                <a:close/>
                <a:moveTo>
                  <a:pt x="5646" y="0"/>
                </a:moveTo>
                <a:lnTo>
                  <a:pt x="5256" y="49"/>
                </a:lnTo>
                <a:lnTo>
                  <a:pt x="4843" y="98"/>
                </a:lnTo>
                <a:lnTo>
                  <a:pt x="4453" y="195"/>
                </a:lnTo>
                <a:lnTo>
                  <a:pt x="4088" y="317"/>
                </a:lnTo>
                <a:lnTo>
                  <a:pt x="3723" y="438"/>
                </a:lnTo>
                <a:lnTo>
                  <a:pt x="3359" y="609"/>
                </a:lnTo>
                <a:lnTo>
                  <a:pt x="2994" y="803"/>
                </a:lnTo>
                <a:lnTo>
                  <a:pt x="2653" y="998"/>
                </a:lnTo>
                <a:lnTo>
                  <a:pt x="2337" y="1241"/>
                </a:lnTo>
                <a:lnTo>
                  <a:pt x="2020" y="1509"/>
                </a:lnTo>
                <a:lnTo>
                  <a:pt x="1728" y="1776"/>
                </a:lnTo>
                <a:lnTo>
                  <a:pt x="1461" y="2093"/>
                </a:lnTo>
                <a:lnTo>
                  <a:pt x="1193" y="2409"/>
                </a:lnTo>
                <a:lnTo>
                  <a:pt x="925" y="2798"/>
                </a:lnTo>
                <a:lnTo>
                  <a:pt x="682" y="3188"/>
                </a:lnTo>
                <a:lnTo>
                  <a:pt x="487" y="3601"/>
                </a:lnTo>
                <a:lnTo>
                  <a:pt x="341" y="4015"/>
                </a:lnTo>
                <a:lnTo>
                  <a:pt x="220" y="4453"/>
                </a:lnTo>
                <a:lnTo>
                  <a:pt x="122" y="4891"/>
                </a:lnTo>
                <a:lnTo>
                  <a:pt x="49" y="5329"/>
                </a:lnTo>
                <a:lnTo>
                  <a:pt x="25" y="5791"/>
                </a:lnTo>
                <a:lnTo>
                  <a:pt x="1" y="6254"/>
                </a:lnTo>
                <a:lnTo>
                  <a:pt x="25" y="6692"/>
                </a:lnTo>
                <a:lnTo>
                  <a:pt x="74" y="7154"/>
                </a:lnTo>
                <a:lnTo>
                  <a:pt x="122" y="7616"/>
                </a:lnTo>
                <a:lnTo>
                  <a:pt x="220" y="8054"/>
                </a:lnTo>
                <a:lnTo>
                  <a:pt x="317" y="8492"/>
                </a:lnTo>
                <a:lnTo>
                  <a:pt x="463" y="8930"/>
                </a:lnTo>
                <a:lnTo>
                  <a:pt x="609" y="9368"/>
                </a:lnTo>
                <a:lnTo>
                  <a:pt x="779" y="9806"/>
                </a:lnTo>
                <a:lnTo>
                  <a:pt x="974" y="10244"/>
                </a:lnTo>
                <a:lnTo>
                  <a:pt x="1193" y="10682"/>
                </a:lnTo>
                <a:lnTo>
                  <a:pt x="1412" y="11096"/>
                </a:lnTo>
                <a:lnTo>
                  <a:pt x="1680" y="11509"/>
                </a:lnTo>
                <a:lnTo>
                  <a:pt x="1947" y="11899"/>
                </a:lnTo>
                <a:lnTo>
                  <a:pt x="2239" y="12288"/>
                </a:lnTo>
                <a:lnTo>
                  <a:pt x="2531" y="12677"/>
                </a:lnTo>
                <a:lnTo>
                  <a:pt x="2969" y="13213"/>
                </a:lnTo>
                <a:lnTo>
                  <a:pt x="3407" y="13748"/>
                </a:lnTo>
                <a:lnTo>
                  <a:pt x="3626" y="14040"/>
                </a:lnTo>
                <a:lnTo>
                  <a:pt x="3869" y="14283"/>
                </a:lnTo>
                <a:lnTo>
                  <a:pt x="4113" y="14527"/>
                </a:lnTo>
                <a:lnTo>
                  <a:pt x="4380" y="14746"/>
                </a:lnTo>
                <a:lnTo>
                  <a:pt x="4502" y="14867"/>
                </a:lnTo>
                <a:lnTo>
                  <a:pt x="4697" y="15086"/>
                </a:lnTo>
                <a:lnTo>
                  <a:pt x="5159" y="15622"/>
                </a:lnTo>
                <a:lnTo>
                  <a:pt x="5621" y="16133"/>
                </a:lnTo>
                <a:lnTo>
                  <a:pt x="5792" y="16303"/>
                </a:lnTo>
                <a:lnTo>
                  <a:pt x="5865" y="16352"/>
                </a:lnTo>
                <a:lnTo>
                  <a:pt x="5913" y="16352"/>
                </a:lnTo>
                <a:lnTo>
                  <a:pt x="6084" y="16327"/>
                </a:lnTo>
                <a:lnTo>
                  <a:pt x="6230" y="16279"/>
                </a:lnTo>
                <a:lnTo>
                  <a:pt x="6351" y="16230"/>
                </a:lnTo>
                <a:lnTo>
                  <a:pt x="6473" y="16157"/>
                </a:lnTo>
                <a:lnTo>
                  <a:pt x="6716" y="15962"/>
                </a:lnTo>
                <a:lnTo>
                  <a:pt x="6911" y="15743"/>
                </a:lnTo>
                <a:lnTo>
                  <a:pt x="8176" y="14259"/>
                </a:lnTo>
                <a:lnTo>
                  <a:pt x="8833" y="13480"/>
                </a:lnTo>
                <a:lnTo>
                  <a:pt x="9466" y="12677"/>
                </a:lnTo>
                <a:lnTo>
                  <a:pt x="10074" y="11874"/>
                </a:lnTo>
                <a:lnTo>
                  <a:pt x="10634" y="11023"/>
                </a:lnTo>
                <a:lnTo>
                  <a:pt x="10877" y="10609"/>
                </a:lnTo>
                <a:lnTo>
                  <a:pt x="11121" y="10195"/>
                </a:lnTo>
                <a:lnTo>
                  <a:pt x="11340" y="9782"/>
                </a:lnTo>
                <a:lnTo>
                  <a:pt x="11534" y="9344"/>
                </a:lnTo>
                <a:lnTo>
                  <a:pt x="11704" y="8930"/>
                </a:lnTo>
                <a:lnTo>
                  <a:pt x="11875" y="8492"/>
                </a:lnTo>
                <a:lnTo>
                  <a:pt x="12021" y="8030"/>
                </a:lnTo>
                <a:lnTo>
                  <a:pt x="12118" y="7592"/>
                </a:lnTo>
                <a:lnTo>
                  <a:pt x="12215" y="7130"/>
                </a:lnTo>
                <a:lnTo>
                  <a:pt x="12264" y="6667"/>
                </a:lnTo>
                <a:lnTo>
                  <a:pt x="12288" y="6205"/>
                </a:lnTo>
                <a:lnTo>
                  <a:pt x="12288" y="5743"/>
                </a:lnTo>
                <a:lnTo>
                  <a:pt x="12240" y="5280"/>
                </a:lnTo>
                <a:lnTo>
                  <a:pt x="12167" y="4818"/>
                </a:lnTo>
                <a:lnTo>
                  <a:pt x="12045" y="4380"/>
                </a:lnTo>
                <a:lnTo>
                  <a:pt x="11899" y="3918"/>
                </a:lnTo>
                <a:lnTo>
                  <a:pt x="11729" y="3528"/>
                </a:lnTo>
                <a:lnTo>
                  <a:pt x="11534" y="3163"/>
                </a:lnTo>
                <a:lnTo>
                  <a:pt x="11315" y="2798"/>
                </a:lnTo>
                <a:lnTo>
                  <a:pt x="11096" y="2458"/>
                </a:lnTo>
                <a:lnTo>
                  <a:pt x="10829" y="2141"/>
                </a:lnTo>
                <a:lnTo>
                  <a:pt x="10537" y="1825"/>
                </a:lnTo>
                <a:lnTo>
                  <a:pt x="10245" y="1557"/>
                </a:lnTo>
                <a:lnTo>
                  <a:pt x="9928" y="1290"/>
                </a:lnTo>
                <a:lnTo>
                  <a:pt x="9588" y="1047"/>
                </a:lnTo>
                <a:lnTo>
                  <a:pt x="9223" y="828"/>
                </a:lnTo>
                <a:lnTo>
                  <a:pt x="8858" y="633"/>
                </a:lnTo>
                <a:lnTo>
                  <a:pt x="8493" y="463"/>
                </a:lnTo>
                <a:lnTo>
                  <a:pt x="8103" y="317"/>
                </a:lnTo>
                <a:lnTo>
                  <a:pt x="7714" y="195"/>
                </a:lnTo>
                <a:lnTo>
                  <a:pt x="7300" y="98"/>
                </a:lnTo>
                <a:lnTo>
                  <a:pt x="6887" y="49"/>
                </a:lnTo>
                <a:lnTo>
                  <a:pt x="6473" y="0"/>
                </a:lnTo>
                <a:close/>
              </a:path>
            </a:pathLst>
          </a:custGeom>
          <a:solidFill>
            <a:srgbClr val="666666"/>
          </a:solidFill>
          <a:ln>
            <a:noFill/>
          </a:ln>
        </p:spPr>
        <p:txBody>
          <a:bodyPr spcFirstLastPara="1" wrap="square" lIns="91425" tIns="91425" rIns="91425" bIns="91425" anchor="ctr" anchorCtr="0">
            <a:noAutofit/>
          </a:bodyPr>
          <a:lstStyle/>
          <a:p>
            <a:pPr>
              <a:buClr>
                <a:srgbClr val="000000"/>
              </a:buClr>
              <a:buFont typeface="Arial"/>
              <a:buNone/>
            </a:pPr>
            <a:endParaRPr sz="1400" kern="0" dirty="0">
              <a:solidFill>
                <a:srgbClr val="000000"/>
              </a:solidFill>
              <a:cs typeface="Arial"/>
              <a:sym typeface="Arial"/>
            </a:endParaRPr>
          </a:p>
        </p:txBody>
      </p:sp>
      <p:sp>
        <p:nvSpPr>
          <p:cNvPr id="4" name="TextBox 3"/>
          <p:cNvSpPr txBox="1"/>
          <p:nvPr/>
        </p:nvSpPr>
        <p:spPr>
          <a:xfrm>
            <a:off x="1518303" y="2161026"/>
            <a:ext cx="5867400" cy="707886"/>
          </a:xfrm>
          <a:prstGeom prst="rect">
            <a:avLst/>
          </a:prstGeom>
          <a:noFill/>
        </p:spPr>
        <p:txBody>
          <a:bodyPr wrap="square" rtlCol="0">
            <a:spAutoFit/>
          </a:bodyPr>
          <a:lstStyle/>
          <a:p>
            <a:pPr algn="ctr"/>
            <a:r>
              <a:rPr lang="en-US" sz="4000" dirty="0">
                <a:solidFill>
                  <a:schemeClr val="bg1"/>
                </a:solidFill>
                <a:latin typeface="Segoe UI" pitchFamily="34" charset="0"/>
                <a:ea typeface="Segoe UI" pitchFamily="34" charset="0"/>
                <a:cs typeface="Segoe UI" pitchFamily="34" charset="0"/>
              </a:rPr>
              <a:t>Q&amp;A</a:t>
            </a:r>
          </a:p>
        </p:txBody>
      </p:sp>
    </p:spTree>
    <p:extLst>
      <p:ext uri="{BB962C8B-B14F-4D97-AF65-F5344CB8AC3E}">
        <p14:creationId xmlns:p14="http://schemas.microsoft.com/office/powerpoint/2010/main" val="2645672660"/>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c808d36-874f-4b27-aec2-2fd649817929" xsi:nil="true"/>
    <lcf76f155ced4ddcb4097134ff3c332f xmlns="f2466082-b6bf-4153-98c3-3c41e85fda1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6CE710-A902-4782-88C8-87AB82C50BFF}">
  <ds:schemaRefs>
    <ds:schemaRef ds:uri="http://purl.org/dc/dcmitype/"/>
    <ds:schemaRef ds:uri="http://schemas.microsoft.com/office/2006/metadata/properties"/>
    <ds:schemaRef ds:uri="http://schemas.openxmlformats.org/package/2006/metadata/core-properties"/>
    <ds:schemaRef ds:uri="http://schemas.microsoft.com/office/2006/documentManagement/types"/>
    <ds:schemaRef ds:uri="http://purl.org/dc/terms/"/>
    <ds:schemaRef ds:uri="http://www.w3.org/XML/1998/namespace"/>
    <ds:schemaRef ds:uri="http://schemas.microsoft.com/office/infopath/2007/PartnerControls"/>
    <ds:schemaRef ds:uri="dc808d36-874f-4b27-aec2-2fd649817929"/>
    <ds:schemaRef ds:uri="ba2e8617-29ee-40b9-b822-c9e0f853d80d"/>
    <ds:schemaRef ds:uri="http://purl.org/dc/elements/1.1/"/>
  </ds:schemaRefs>
</ds:datastoreItem>
</file>

<file path=customXml/itemProps2.xml><?xml version="1.0" encoding="utf-8"?>
<ds:datastoreItem xmlns:ds="http://schemas.openxmlformats.org/officeDocument/2006/customXml" ds:itemID="{4435508C-C519-40FA-A70E-29F05CAD3609}"/>
</file>

<file path=customXml/itemProps3.xml><?xml version="1.0" encoding="utf-8"?>
<ds:datastoreItem xmlns:ds="http://schemas.openxmlformats.org/officeDocument/2006/customXml" ds:itemID="{EB2CA712-DB8D-4621-B2A5-2B37108E047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18608</TotalTime>
  <Words>1373</Words>
  <Application>Microsoft Office PowerPoint</Application>
  <PresentationFormat>On-screen Show (16:9)</PresentationFormat>
  <Paragraphs>136</Paragraphs>
  <Slides>17</Slides>
  <Notes>17</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17</vt:i4>
      </vt:variant>
    </vt:vector>
  </HeadingPairs>
  <TitlesOfParts>
    <vt:vector size="27" baseType="lpstr">
      <vt:lpstr>Arial</vt:lpstr>
      <vt:lpstr>Arial,Sans-Serif</vt:lpstr>
      <vt:lpstr>Calibri</vt:lpstr>
      <vt:lpstr>Lato Hairline</vt:lpstr>
      <vt:lpstr>Lato Light</vt:lpstr>
      <vt:lpstr>Segoe UI</vt:lpstr>
      <vt:lpstr>Trade Gothic</vt:lpstr>
      <vt:lpstr>Office Theme</vt:lpstr>
      <vt:lpstr>Eglamour template</vt:lpstr>
      <vt:lpstr>1_Eglamour template</vt:lpstr>
      <vt:lpstr>AVOP Sub-award Closeout: </vt:lpstr>
      <vt:lpstr>PowerPoint Presentation</vt:lpstr>
      <vt:lpstr>General Guidance</vt:lpstr>
      <vt:lpstr>PowerPoint Presentation</vt:lpstr>
      <vt:lpstr>Final VAT Report</vt:lpstr>
      <vt:lpstr>Final VAT Report</vt:lpstr>
      <vt:lpstr>Disposition Plan</vt:lpstr>
      <vt:lpstr>Inventory List Example</vt:lpstr>
      <vt:lpstr>Administrative Requirements</vt:lpstr>
      <vt:lpstr>PowerPoint Presentation</vt:lpstr>
      <vt:lpstr>PowerPoint Presentation</vt:lpstr>
      <vt:lpstr>Human Resource Closeout</vt:lpstr>
      <vt:lpstr>Human Resource Closeout</vt:lpstr>
      <vt:lpstr>Final Narrative Report</vt:lpstr>
      <vt:lpstr>Final Narrative Report</vt:lpstr>
      <vt:lpstr>Final Indicator Data Report</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Rules and Regulations:</dc:title>
  <dc:creator>Abigail Shepard- Moore</dc:creator>
  <cp:lastModifiedBy>Danielle Martin</cp:lastModifiedBy>
  <cp:revision>423</cp:revision>
  <dcterms:created xsi:type="dcterms:W3CDTF">2019-06-24T13:16:26Z</dcterms:created>
  <dcterms:modified xsi:type="dcterms:W3CDTF">2023-06-09T10:03:51Z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0x01010071960EB616B91245AC8F3E8FF0F4BA78</vt:lpwstr>
  </property>
  <property fmtid="{D5CDD505-2E9C-101B-9397-08002B2CF9AE}" pid="3" name="Order">
    <vt:r8>13945400</vt:r8>
  </property>
  <property fmtid="{D5CDD505-2E9C-101B-9397-08002B2CF9AE}" pid="4" name="MediaServiceImageTags">
    <vt:lpwstr/>
  </property>
</Properties>
</file>