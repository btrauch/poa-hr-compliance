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71" r:id="rId6"/>
  </p:sldMasterIdLst>
  <p:notesMasterIdLst>
    <p:notesMasterId r:id="rId56"/>
  </p:notesMasterIdLst>
  <p:sldIdLst>
    <p:sldId id="257" r:id="rId7"/>
    <p:sldId id="263" r:id="rId8"/>
    <p:sldId id="264" r:id="rId9"/>
    <p:sldId id="265" r:id="rId10"/>
    <p:sldId id="287" r:id="rId11"/>
    <p:sldId id="266" r:id="rId12"/>
    <p:sldId id="267" r:id="rId13"/>
    <p:sldId id="268" r:id="rId14"/>
    <p:sldId id="269" r:id="rId15"/>
    <p:sldId id="307" r:id="rId16"/>
    <p:sldId id="306" r:id="rId17"/>
    <p:sldId id="308" r:id="rId18"/>
    <p:sldId id="309" r:id="rId19"/>
    <p:sldId id="310" r:id="rId20"/>
    <p:sldId id="270" r:id="rId21"/>
    <p:sldId id="272" r:id="rId22"/>
    <p:sldId id="293" r:id="rId23"/>
    <p:sldId id="333" r:id="rId24"/>
    <p:sldId id="335" r:id="rId25"/>
    <p:sldId id="337" r:id="rId26"/>
    <p:sldId id="338" r:id="rId27"/>
    <p:sldId id="295" r:id="rId28"/>
    <p:sldId id="336" r:id="rId29"/>
    <p:sldId id="303" r:id="rId30"/>
    <p:sldId id="304" r:id="rId31"/>
    <p:sldId id="305" r:id="rId32"/>
    <p:sldId id="273" r:id="rId33"/>
    <p:sldId id="274" r:id="rId34"/>
    <p:sldId id="275" r:id="rId35"/>
    <p:sldId id="284" r:id="rId36"/>
    <p:sldId id="285" r:id="rId37"/>
    <p:sldId id="276" r:id="rId38"/>
    <p:sldId id="279" r:id="rId39"/>
    <p:sldId id="317" r:id="rId40"/>
    <p:sldId id="311" r:id="rId41"/>
    <p:sldId id="297" r:id="rId42"/>
    <p:sldId id="319" r:id="rId43"/>
    <p:sldId id="320" r:id="rId44"/>
    <p:sldId id="321" r:id="rId45"/>
    <p:sldId id="322" r:id="rId46"/>
    <p:sldId id="323" r:id="rId47"/>
    <p:sldId id="324" r:id="rId48"/>
    <p:sldId id="330" r:id="rId49"/>
    <p:sldId id="332" r:id="rId50"/>
    <p:sldId id="325" r:id="rId51"/>
    <p:sldId id="326" r:id="rId52"/>
    <p:sldId id="328" r:id="rId53"/>
    <p:sldId id="329" r:id="rId54"/>
    <p:sldId id="283" r:id="rId5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C07"/>
    <a:srgbClr val="FDB300"/>
    <a:srgbClr val="DFB76F"/>
    <a:srgbClr val="DEAE58"/>
    <a:srgbClr val="5FACB9"/>
    <a:srgbClr val="F8A15A"/>
    <a:srgbClr val="FCCFAA"/>
    <a:srgbClr val="00B2D0"/>
    <a:srgbClr val="00C9DA"/>
    <a:srgbClr val="8BCB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601241-4D32-4A60-887B-6EB693D59379}" v="25" dt="2023-03-22T08:10:23.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542" autoAdjust="0"/>
  </p:normalViewPr>
  <p:slideViewPr>
    <p:cSldViewPr snapToGrid="0">
      <p:cViewPr varScale="1">
        <p:scale>
          <a:sx n="97" d="100"/>
          <a:sy n="97" d="100"/>
        </p:scale>
        <p:origin x="1046" y="43"/>
      </p:cViewPr>
      <p:guideLst>
        <p:guide orient="horz" pos="162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6/11/relationships/changesInfo" Target="changesInfos/changesInfo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presProps" Target="pres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Martin" userId="04f63225-1d27-46ab-9c7c-1c8b513bed32" providerId="ADAL" clId="{16493A9B-B64C-4B39-8122-137BDDD5D03F}"/>
    <pc:docChg chg="undo redo custSel addSld delSld modSld sldOrd">
      <pc:chgData name="Danielle Martin" userId="04f63225-1d27-46ab-9c7c-1c8b513bed32" providerId="ADAL" clId="{16493A9B-B64C-4B39-8122-137BDDD5D03F}" dt="2022-10-12T11:14:48.753" v="3600" actId="20577"/>
      <pc:docMkLst>
        <pc:docMk/>
      </pc:docMkLst>
      <pc:sldChg chg="modSp mod">
        <pc:chgData name="Danielle Martin" userId="04f63225-1d27-46ab-9c7c-1c8b513bed32" providerId="ADAL" clId="{16493A9B-B64C-4B39-8122-137BDDD5D03F}" dt="2022-10-12T01:13:33.281" v="3573" actId="6549"/>
        <pc:sldMkLst>
          <pc:docMk/>
          <pc:sldMk cId="3963571660" sldId="257"/>
        </pc:sldMkLst>
        <pc:spChg chg="mod">
          <ac:chgData name="Danielle Martin" userId="04f63225-1d27-46ab-9c7c-1c8b513bed32" providerId="ADAL" clId="{16493A9B-B64C-4B39-8122-137BDDD5D03F}" dt="2022-10-12T01:13:33.281" v="3573" actId="6549"/>
          <ac:spMkLst>
            <pc:docMk/>
            <pc:sldMk cId="3963571660" sldId="257"/>
            <ac:spMk id="2" creationId="{00000000-0000-0000-0000-000000000000}"/>
          </ac:spMkLst>
        </pc:spChg>
      </pc:sldChg>
      <pc:sldChg chg="modSp mod modNotesTx">
        <pc:chgData name="Danielle Martin" userId="04f63225-1d27-46ab-9c7c-1c8b513bed32" providerId="ADAL" clId="{16493A9B-B64C-4B39-8122-137BDDD5D03F}" dt="2022-10-11T23:20:31.585" v="202"/>
        <pc:sldMkLst>
          <pc:docMk/>
          <pc:sldMk cId="3368432275" sldId="266"/>
        </pc:sldMkLst>
        <pc:spChg chg="mod">
          <ac:chgData name="Danielle Martin" userId="04f63225-1d27-46ab-9c7c-1c8b513bed32" providerId="ADAL" clId="{16493A9B-B64C-4B39-8122-137BDDD5D03F}" dt="2022-10-11T23:20:31.585" v="202"/>
          <ac:spMkLst>
            <pc:docMk/>
            <pc:sldMk cId="3368432275" sldId="266"/>
            <ac:spMk id="200" creationId="{00000000-0000-0000-0000-000000000000}"/>
          </ac:spMkLst>
        </pc:spChg>
      </pc:sldChg>
      <pc:sldChg chg="modNotesTx">
        <pc:chgData name="Danielle Martin" userId="04f63225-1d27-46ab-9c7c-1c8b513bed32" providerId="ADAL" clId="{16493A9B-B64C-4B39-8122-137BDDD5D03F}" dt="2022-10-12T08:24:50.775" v="3574" actId="20577"/>
        <pc:sldMkLst>
          <pc:docMk/>
          <pc:sldMk cId="2502525383" sldId="267"/>
        </pc:sldMkLst>
      </pc:sldChg>
      <pc:sldChg chg="modSp mod modNotesTx">
        <pc:chgData name="Danielle Martin" userId="04f63225-1d27-46ab-9c7c-1c8b513bed32" providerId="ADAL" clId="{16493A9B-B64C-4B39-8122-137BDDD5D03F}" dt="2022-10-12T08:59:57.082" v="3578" actId="20577"/>
        <pc:sldMkLst>
          <pc:docMk/>
          <pc:sldMk cId="3597516244" sldId="272"/>
        </pc:sldMkLst>
        <pc:spChg chg="mod">
          <ac:chgData name="Danielle Martin" userId="04f63225-1d27-46ab-9c7c-1c8b513bed32" providerId="ADAL" clId="{16493A9B-B64C-4B39-8122-137BDDD5D03F}" dt="2022-10-12T08:59:43.745" v="3577" actId="20577"/>
          <ac:spMkLst>
            <pc:docMk/>
            <pc:sldMk cId="3597516244" sldId="272"/>
            <ac:spMk id="67" creationId="{00000000-0000-0000-0000-000000000000}"/>
          </ac:spMkLst>
        </pc:spChg>
      </pc:sldChg>
      <pc:sldChg chg="modSp mod">
        <pc:chgData name="Danielle Martin" userId="04f63225-1d27-46ab-9c7c-1c8b513bed32" providerId="ADAL" clId="{16493A9B-B64C-4B39-8122-137BDDD5D03F}" dt="2022-10-12T00:06:33.634" v="1348" actId="20577"/>
        <pc:sldMkLst>
          <pc:docMk/>
          <pc:sldMk cId="2934135243" sldId="276"/>
        </pc:sldMkLst>
        <pc:spChg chg="mod">
          <ac:chgData name="Danielle Martin" userId="04f63225-1d27-46ab-9c7c-1c8b513bed32" providerId="ADAL" clId="{16493A9B-B64C-4B39-8122-137BDDD5D03F}" dt="2022-10-12T00:06:00.196" v="1344" actId="1076"/>
          <ac:spMkLst>
            <pc:docMk/>
            <pc:sldMk cId="2934135243" sldId="276"/>
            <ac:spMk id="5" creationId="{00000000-0000-0000-0000-000000000000}"/>
          </ac:spMkLst>
        </pc:spChg>
        <pc:spChg chg="mod">
          <ac:chgData name="Danielle Martin" userId="04f63225-1d27-46ab-9c7c-1c8b513bed32" providerId="ADAL" clId="{16493A9B-B64C-4B39-8122-137BDDD5D03F}" dt="2022-10-12T00:06:33.634" v="1348" actId="20577"/>
          <ac:spMkLst>
            <pc:docMk/>
            <pc:sldMk cId="2934135243" sldId="276"/>
            <ac:spMk id="67" creationId="{00000000-0000-0000-0000-000000000000}"/>
          </ac:spMkLst>
        </pc:spChg>
      </pc:sldChg>
      <pc:sldChg chg="modSp mod">
        <pc:chgData name="Danielle Martin" userId="04f63225-1d27-46ab-9c7c-1c8b513bed32" providerId="ADAL" clId="{16493A9B-B64C-4B39-8122-137BDDD5D03F}" dt="2022-10-11T23:53:20.305" v="895" actId="313"/>
        <pc:sldMkLst>
          <pc:docMk/>
          <pc:sldMk cId="910019463" sldId="279"/>
        </pc:sldMkLst>
        <pc:spChg chg="mod">
          <ac:chgData name="Danielle Martin" userId="04f63225-1d27-46ab-9c7c-1c8b513bed32" providerId="ADAL" clId="{16493A9B-B64C-4B39-8122-137BDDD5D03F}" dt="2022-10-11T23:53:20.305" v="895" actId="313"/>
          <ac:spMkLst>
            <pc:docMk/>
            <pc:sldMk cId="910019463" sldId="279"/>
            <ac:spMk id="101" creationId="{00000000-0000-0000-0000-000000000000}"/>
          </ac:spMkLst>
        </pc:spChg>
      </pc:sldChg>
      <pc:sldChg chg="modNotesTx">
        <pc:chgData name="Danielle Martin" userId="04f63225-1d27-46ab-9c7c-1c8b513bed32" providerId="ADAL" clId="{16493A9B-B64C-4B39-8122-137BDDD5D03F}" dt="2022-10-12T09:01:49.660" v="3591" actId="20577"/>
        <pc:sldMkLst>
          <pc:docMk/>
          <pc:sldMk cId="798250953" sldId="285"/>
        </pc:sldMkLst>
      </pc:sldChg>
      <pc:sldChg chg="modNotesTx">
        <pc:chgData name="Danielle Martin" userId="04f63225-1d27-46ab-9c7c-1c8b513bed32" providerId="ADAL" clId="{16493A9B-B64C-4B39-8122-137BDDD5D03F}" dt="2022-10-12T11:14:48.753" v="3600" actId="20577"/>
        <pc:sldMkLst>
          <pc:docMk/>
          <pc:sldMk cId="1922730267" sldId="287"/>
        </pc:sldMkLst>
      </pc:sldChg>
      <pc:sldChg chg="del">
        <pc:chgData name="Danielle Martin" userId="04f63225-1d27-46ab-9c7c-1c8b513bed32" providerId="ADAL" clId="{16493A9B-B64C-4B39-8122-137BDDD5D03F}" dt="2022-10-12T00:29:15.980" v="1801" actId="47"/>
        <pc:sldMkLst>
          <pc:docMk/>
          <pc:sldMk cId="3085414058" sldId="288"/>
        </pc:sldMkLst>
      </pc:sldChg>
      <pc:sldChg chg="modSp del mod ord">
        <pc:chgData name="Danielle Martin" userId="04f63225-1d27-46ab-9c7c-1c8b513bed32" providerId="ADAL" clId="{16493A9B-B64C-4B39-8122-137BDDD5D03F}" dt="2022-10-12T01:10:39.334" v="3563" actId="47"/>
        <pc:sldMkLst>
          <pc:docMk/>
          <pc:sldMk cId="2540148509" sldId="292"/>
        </pc:sldMkLst>
        <pc:spChg chg="mod">
          <ac:chgData name="Danielle Martin" userId="04f63225-1d27-46ab-9c7c-1c8b513bed32" providerId="ADAL" clId="{16493A9B-B64C-4B39-8122-137BDDD5D03F}" dt="2022-10-12T00:31:15.345" v="1819" actId="6549"/>
          <ac:spMkLst>
            <pc:docMk/>
            <pc:sldMk cId="2540148509" sldId="292"/>
            <ac:spMk id="7" creationId="{00000000-0000-0000-0000-000000000000}"/>
          </ac:spMkLst>
        </pc:spChg>
      </pc:sldChg>
      <pc:sldChg chg="modSp mod">
        <pc:chgData name="Danielle Martin" userId="04f63225-1d27-46ab-9c7c-1c8b513bed32" providerId="ADAL" clId="{16493A9B-B64C-4B39-8122-137BDDD5D03F}" dt="2022-10-12T09:00:10.947" v="3590" actId="6549"/>
        <pc:sldMkLst>
          <pc:docMk/>
          <pc:sldMk cId="241458670" sldId="293"/>
        </pc:sldMkLst>
        <pc:spChg chg="mod">
          <ac:chgData name="Danielle Martin" userId="04f63225-1d27-46ab-9c7c-1c8b513bed32" providerId="ADAL" clId="{16493A9B-B64C-4B39-8122-137BDDD5D03F}" dt="2022-10-12T09:00:10.947" v="3590" actId="6549"/>
          <ac:spMkLst>
            <pc:docMk/>
            <pc:sldMk cId="241458670" sldId="293"/>
            <ac:spMk id="67" creationId="{00000000-0000-0000-0000-000000000000}"/>
          </ac:spMkLst>
        </pc:spChg>
      </pc:sldChg>
      <pc:sldChg chg="del">
        <pc:chgData name="Danielle Martin" userId="04f63225-1d27-46ab-9c7c-1c8b513bed32" providerId="ADAL" clId="{16493A9B-B64C-4B39-8122-137BDDD5D03F}" dt="2022-10-11T22:51:37.634" v="4" actId="47"/>
        <pc:sldMkLst>
          <pc:docMk/>
          <pc:sldMk cId="3381497375" sldId="295"/>
        </pc:sldMkLst>
      </pc:sldChg>
      <pc:sldChg chg="del">
        <pc:chgData name="Danielle Martin" userId="04f63225-1d27-46ab-9c7c-1c8b513bed32" providerId="ADAL" clId="{16493A9B-B64C-4B39-8122-137BDDD5D03F}" dt="2022-10-11T22:51:36.935" v="3" actId="47"/>
        <pc:sldMkLst>
          <pc:docMk/>
          <pc:sldMk cId="394311324" sldId="296"/>
        </pc:sldMkLst>
      </pc:sldChg>
      <pc:sldChg chg="addSp delSp modSp add del mod ord modNotesTx">
        <pc:chgData name="Danielle Martin" userId="04f63225-1d27-46ab-9c7c-1c8b513bed32" providerId="ADAL" clId="{16493A9B-B64C-4B39-8122-137BDDD5D03F}" dt="2022-10-12T00:31:57.762" v="1822"/>
        <pc:sldMkLst>
          <pc:docMk/>
          <pc:sldMk cId="2743023188" sldId="297"/>
        </pc:sldMkLst>
        <pc:spChg chg="add del mod">
          <ac:chgData name="Danielle Martin" userId="04f63225-1d27-46ab-9c7c-1c8b513bed32" providerId="ADAL" clId="{16493A9B-B64C-4B39-8122-137BDDD5D03F}" dt="2022-10-11T23:27:48.914" v="220" actId="478"/>
          <ac:spMkLst>
            <pc:docMk/>
            <pc:sldMk cId="2743023188" sldId="297"/>
            <ac:spMk id="3" creationId="{7FC0ED51-7CEB-04A4-ACD3-3BEEB2BBDB6A}"/>
          </ac:spMkLst>
        </pc:spChg>
        <pc:spChg chg="add del mod">
          <ac:chgData name="Danielle Martin" userId="04f63225-1d27-46ab-9c7c-1c8b513bed32" providerId="ADAL" clId="{16493A9B-B64C-4B39-8122-137BDDD5D03F}" dt="2022-10-11T23:27:55.939" v="222" actId="478"/>
          <ac:spMkLst>
            <pc:docMk/>
            <pc:sldMk cId="2743023188" sldId="297"/>
            <ac:spMk id="5" creationId="{2E036B86-948C-A6A1-F9DD-ED7B594713C0}"/>
          </ac:spMkLst>
        </pc:spChg>
        <pc:spChg chg="mod">
          <ac:chgData name="Danielle Martin" userId="04f63225-1d27-46ab-9c7c-1c8b513bed32" providerId="ADAL" clId="{16493A9B-B64C-4B39-8122-137BDDD5D03F}" dt="2022-10-12T00:07:08.047" v="1354"/>
          <ac:spMkLst>
            <pc:docMk/>
            <pc:sldMk cId="2743023188" sldId="297"/>
            <ac:spMk id="6" creationId="{00000000-0000-0000-0000-000000000000}"/>
          </ac:spMkLst>
        </pc:spChg>
        <pc:spChg chg="mod">
          <ac:chgData name="Danielle Martin" userId="04f63225-1d27-46ab-9c7c-1c8b513bed32" providerId="ADAL" clId="{16493A9B-B64C-4B39-8122-137BDDD5D03F}" dt="2022-10-12T00:30:37.597" v="1811" actId="207"/>
          <ac:spMkLst>
            <pc:docMk/>
            <pc:sldMk cId="2743023188" sldId="297"/>
            <ac:spMk id="7" creationId="{00000000-0000-0000-0000-000000000000}"/>
          </ac:spMkLst>
        </pc:spChg>
        <pc:spChg chg="del">
          <ac:chgData name="Danielle Martin" userId="04f63225-1d27-46ab-9c7c-1c8b513bed32" providerId="ADAL" clId="{16493A9B-B64C-4B39-8122-137BDDD5D03F}" dt="2022-10-11T23:27:44.574" v="219" actId="478"/>
          <ac:spMkLst>
            <pc:docMk/>
            <pc:sldMk cId="2743023188" sldId="297"/>
            <ac:spMk id="8" creationId="{6DE1FA37-C451-4D7A-923C-DE79E70C2821}"/>
          </ac:spMkLst>
        </pc:spChg>
        <pc:spChg chg="del">
          <ac:chgData name="Danielle Martin" userId="04f63225-1d27-46ab-9c7c-1c8b513bed32" providerId="ADAL" clId="{16493A9B-B64C-4B39-8122-137BDDD5D03F}" dt="2022-10-11T23:27:51.642" v="221" actId="478"/>
          <ac:spMkLst>
            <pc:docMk/>
            <pc:sldMk cId="2743023188" sldId="297"/>
            <ac:spMk id="9" creationId="{E68B9885-F7AA-4B4B-B4FF-A2D9076CC8EF}"/>
          </ac:spMkLst>
        </pc:spChg>
        <pc:spChg chg="del">
          <ac:chgData name="Danielle Martin" userId="04f63225-1d27-46ab-9c7c-1c8b513bed32" providerId="ADAL" clId="{16493A9B-B64C-4B39-8122-137BDDD5D03F}" dt="2022-10-11T23:27:35.059" v="217" actId="478"/>
          <ac:spMkLst>
            <pc:docMk/>
            <pc:sldMk cId="2743023188" sldId="297"/>
            <ac:spMk id="10" creationId="{8BF99220-8DB3-4821-93EB-01466DC68747}"/>
          </ac:spMkLst>
        </pc:spChg>
        <pc:spChg chg="del">
          <ac:chgData name="Danielle Martin" userId="04f63225-1d27-46ab-9c7c-1c8b513bed32" providerId="ADAL" clId="{16493A9B-B64C-4B39-8122-137BDDD5D03F}" dt="2022-10-11T23:27:24.218" v="215" actId="478"/>
          <ac:spMkLst>
            <pc:docMk/>
            <pc:sldMk cId="2743023188" sldId="297"/>
            <ac:spMk id="11" creationId="{052B5B67-DF82-4C33-B79C-8BDB4B40A9BE}"/>
          </ac:spMkLst>
        </pc:spChg>
        <pc:spChg chg="add mod">
          <ac:chgData name="Danielle Martin" userId="04f63225-1d27-46ab-9c7c-1c8b513bed32" providerId="ADAL" clId="{16493A9B-B64C-4B39-8122-137BDDD5D03F}" dt="2022-10-11T23:42:30.924" v="487" actId="20577"/>
          <ac:spMkLst>
            <pc:docMk/>
            <pc:sldMk cId="2743023188" sldId="297"/>
            <ac:spMk id="12" creationId="{BB5BEF00-8BA9-4959-8E2C-6C0CCFD01D00}"/>
          </ac:spMkLst>
        </pc:spChg>
      </pc:sldChg>
      <pc:sldChg chg="add del">
        <pc:chgData name="Danielle Martin" userId="04f63225-1d27-46ab-9c7c-1c8b513bed32" providerId="ADAL" clId="{16493A9B-B64C-4B39-8122-137BDDD5D03F}" dt="2022-10-11T23:28:08.387" v="225" actId="47"/>
        <pc:sldMkLst>
          <pc:docMk/>
          <pc:sldMk cId="1208532956" sldId="299"/>
        </pc:sldMkLst>
      </pc:sldChg>
      <pc:sldChg chg="add del">
        <pc:chgData name="Danielle Martin" userId="04f63225-1d27-46ab-9c7c-1c8b513bed32" providerId="ADAL" clId="{16493A9B-B64C-4B39-8122-137BDDD5D03F}" dt="2022-10-11T23:28:09.044" v="226" actId="47"/>
        <pc:sldMkLst>
          <pc:docMk/>
          <pc:sldMk cId="2472928703" sldId="300"/>
        </pc:sldMkLst>
      </pc:sldChg>
      <pc:sldChg chg="add del">
        <pc:chgData name="Danielle Martin" userId="04f63225-1d27-46ab-9c7c-1c8b513bed32" providerId="ADAL" clId="{16493A9B-B64C-4B39-8122-137BDDD5D03F}" dt="2022-10-11T23:28:09.676" v="227" actId="47"/>
        <pc:sldMkLst>
          <pc:docMk/>
          <pc:sldMk cId="789832549" sldId="302"/>
        </pc:sldMkLst>
      </pc:sldChg>
      <pc:sldChg chg="del">
        <pc:chgData name="Danielle Martin" userId="04f63225-1d27-46ab-9c7c-1c8b513bed32" providerId="ADAL" clId="{16493A9B-B64C-4B39-8122-137BDDD5D03F}" dt="2022-10-11T22:51:35.766" v="2" actId="47"/>
        <pc:sldMkLst>
          <pc:docMk/>
          <pc:sldMk cId="1512586690" sldId="303"/>
        </pc:sldMkLst>
      </pc:sldChg>
      <pc:sldChg chg="del">
        <pc:chgData name="Danielle Martin" userId="04f63225-1d27-46ab-9c7c-1c8b513bed32" providerId="ADAL" clId="{16493A9B-B64C-4B39-8122-137BDDD5D03F}" dt="2022-10-11T22:51:35.129" v="1" actId="47"/>
        <pc:sldMkLst>
          <pc:docMk/>
          <pc:sldMk cId="1841640217" sldId="304"/>
        </pc:sldMkLst>
      </pc:sldChg>
      <pc:sldChg chg="del">
        <pc:chgData name="Danielle Martin" userId="04f63225-1d27-46ab-9c7c-1c8b513bed32" providerId="ADAL" clId="{16493A9B-B64C-4B39-8122-137BDDD5D03F}" dt="2022-10-11T22:51:34.222" v="0" actId="47"/>
        <pc:sldMkLst>
          <pc:docMk/>
          <pc:sldMk cId="1068241505" sldId="305"/>
        </pc:sldMkLst>
      </pc:sldChg>
      <pc:sldChg chg="modSp mod">
        <pc:chgData name="Danielle Martin" userId="04f63225-1d27-46ab-9c7c-1c8b513bed32" providerId="ADAL" clId="{16493A9B-B64C-4B39-8122-137BDDD5D03F}" dt="2022-10-11T22:55:46.434" v="50" actId="20577"/>
        <pc:sldMkLst>
          <pc:docMk/>
          <pc:sldMk cId="3696477027" sldId="306"/>
        </pc:sldMkLst>
        <pc:spChg chg="mod">
          <ac:chgData name="Danielle Martin" userId="04f63225-1d27-46ab-9c7c-1c8b513bed32" providerId="ADAL" clId="{16493A9B-B64C-4B39-8122-137BDDD5D03F}" dt="2022-10-11T22:55:46.434" v="50" actId="20577"/>
          <ac:spMkLst>
            <pc:docMk/>
            <pc:sldMk cId="3696477027" sldId="306"/>
            <ac:spMk id="67" creationId="{00000000-0000-0000-0000-000000000000}"/>
          </ac:spMkLst>
        </pc:spChg>
      </pc:sldChg>
      <pc:sldChg chg="add">
        <pc:chgData name="Danielle Martin" userId="04f63225-1d27-46ab-9c7c-1c8b513bed32" providerId="ADAL" clId="{16493A9B-B64C-4B39-8122-137BDDD5D03F}" dt="2022-10-11T22:58:55.999" v="51" actId="2890"/>
        <pc:sldMkLst>
          <pc:docMk/>
          <pc:sldMk cId="3559867105" sldId="307"/>
        </pc:sldMkLst>
      </pc:sldChg>
      <pc:sldChg chg="modSp add mod">
        <pc:chgData name="Danielle Martin" userId="04f63225-1d27-46ab-9c7c-1c8b513bed32" providerId="ADAL" clId="{16493A9B-B64C-4B39-8122-137BDDD5D03F}" dt="2022-10-12T00:29:29.216" v="1802" actId="207"/>
        <pc:sldMkLst>
          <pc:docMk/>
          <pc:sldMk cId="3488990735" sldId="308"/>
        </pc:sldMkLst>
        <pc:spChg chg="mod">
          <ac:chgData name="Danielle Martin" userId="04f63225-1d27-46ab-9c7c-1c8b513bed32" providerId="ADAL" clId="{16493A9B-B64C-4B39-8122-137BDDD5D03F}" dt="2022-10-12T00:29:29.216" v="1802" actId="207"/>
          <ac:spMkLst>
            <pc:docMk/>
            <pc:sldMk cId="3488990735" sldId="308"/>
            <ac:spMk id="5" creationId="{00000000-0000-0000-0000-000000000000}"/>
          </ac:spMkLst>
        </pc:spChg>
        <pc:spChg chg="mod">
          <ac:chgData name="Danielle Martin" userId="04f63225-1d27-46ab-9c7c-1c8b513bed32" providerId="ADAL" clId="{16493A9B-B64C-4B39-8122-137BDDD5D03F}" dt="2022-10-11T23:07:03.863" v="118" actId="20577"/>
          <ac:spMkLst>
            <pc:docMk/>
            <pc:sldMk cId="3488990735" sldId="308"/>
            <ac:spMk id="65" creationId="{00000000-0000-0000-0000-000000000000}"/>
          </ac:spMkLst>
        </pc:spChg>
        <pc:spChg chg="mod">
          <ac:chgData name="Danielle Martin" userId="04f63225-1d27-46ab-9c7c-1c8b513bed32" providerId="ADAL" clId="{16493A9B-B64C-4B39-8122-137BDDD5D03F}" dt="2022-10-11T23:06:47.922" v="114" actId="6549"/>
          <ac:spMkLst>
            <pc:docMk/>
            <pc:sldMk cId="3488990735" sldId="308"/>
            <ac:spMk id="67" creationId="{00000000-0000-0000-0000-000000000000}"/>
          </ac:spMkLst>
        </pc:spChg>
      </pc:sldChg>
      <pc:sldChg chg="modSp add mod">
        <pc:chgData name="Danielle Martin" userId="04f63225-1d27-46ab-9c7c-1c8b513bed32" providerId="ADAL" clId="{16493A9B-B64C-4B39-8122-137BDDD5D03F}" dt="2022-10-12T00:30:00.990" v="1808" actId="207"/>
        <pc:sldMkLst>
          <pc:docMk/>
          <pc:sldMk cId="1505485396" sldId="309"/>
        </pc:sldMkLst>
        <pc:spChg chg="mod">
          <ac:chgData name="Danielle Martin" userId="04f63225-1d27-46ab-9c7c-1c8b513bed32" providerId="ADAL" clId="{16493A9B-B64C-4B39-8122-137BDDD5D03F}" dt="2022-10-12T00:30:00.990" v="1808" actId="207"/>
          <ac:spMkLst>
            <pc:docMk/>
            <pc:sldMk cId="1505485396" sldId="309"/>
            <ac:spMk id="5" creationId="{00000000-0000-0000-0000-000000000000}"/>
          </ac:spMkLst>
        </pc:spChg>
        <pc:spChg chg="mod">
          <ac:chgData name="Danielle Martin" userId="04f63225-1d27-46ab-9c7c-1c8b513bed32" providerId="ADAL" clId="{16493A9B-B64C-4B39-8122-137BDDD5D03F}" dt="2022-10-11T23:07:39.150" v="122"/>
          <ac:spMkLst>
            <pc:docMk/>
            <pc:sldMk cId="1505485396" sldId="309"/>
            <ac:spMk id="65" creationId="{00000000-0000-0000-0000-000000000000}"/>
          </ac:spMkLst>
        </pc:spChg>
        <pc:spChg chg="mod">
          <ac:chgData name="Danielle Martin" userId="04f63225-1d27-46ab-9c7c-1c8b513bed32" providerId="ADAL" clId="{16493A9B-B64C-4B39-8122-137BDDD5D03F}" dt="2022-10-11T23:12:00.489" v="142" actId="255"/>
          <ac:spMkLst>
            <pc:docMk/>
            <pc:sldMk cId="1505485396" sldId="309"/>
            <ac:spMk id="67" creationId="{00000000-0000-0000-0000-000000000000}"/>
          </ac:spMkLst>
        </pc:spChg>
      </pc:sldChg>
      <pc:sldChg chg="modSp add mod">
        <pc:chgData name="Danielle Martin" userId="04f63225-1d27-46ab-9c7c-1c8b513bed32" providerId="ADAL" clId="{16493A9B-B64C-4B39-8122-137BDDD5D03F}" dt="2022-10-12T00:29:52.169" v="1807" actId="207"/>
        <pc:sldMkLst>
          <pc:docMk/>
          <pc:sldMk cId="1849950853" sldId="310"/>
        </pc:sldMkLst>
        <pc:spChg chg="mod">
          <ac:chgData name="Danielle Martin" userId="04f63225-1d27-46ab-9c7c-1c8b513bed32" providerId="ADAL" clId="{16493A9B-B64C-4B39-8122-137BDDD5D03F}" dt="2022-10-12T00:29:52.169" v="1807" actId="207"/>
          <ac:spMkLst>
            <pc:docMk/>
            <pc:sldMk cId="1849950853" sldId="310"/>
            <ac:spMk id="5" creationId="{00000000-0000-0000-0000-000000000000}"/>
          </ac:spMkLst>
        </pc:spChg>
        <pc:spChg chg="mod">
          <ac:chgData name="Danielle Martin" userId="04f63225-1d27-46ab-9c7c-1c8b513bed32" providerId="ADAL" clId="{16493A9B-B64C-4B39-8122-137BDDD5D03F}" dt="2022-10-11T23:13:00.893" v="170" actId="6549"/>
          <ac:spMkLst>
            <pc:docMk/>
            <pc:sldMk cId="1849950853" sldId="310"/>
            <ac:spMk id="65" creationId="{00000000-0000-0000-0000-000000000000}"/>
          </ac:spMkLst>
        </pc:spChg>
        <pc:spChg chg="mod">
          <ac:chgData name="Danielle Martin" userId="04f63225-1d27-46ab-9c7c-1c8b513bed32" providerId="ADAL" clId="{16493A9B-B64C-4B39-8122-137BDDD5D03F}" dt="2022-10-11T23:14:02.046" v="180" actId="255"/>
          <ac:spMkLst>
            <pc:docMk/>
            <pc:sldMk cId="1849950853" sldId="310"/>
            <ac:spMk id="67" creationId="{00000000-0000-0000-0000-000000000000}"/>
          </ac:spMkLst>
        </pc:spChg>
      </pc:sldChg>
      <pc:sldChg chg="modSp add mod ord modNotesTx">
        <pc:chgData name="Danielle Martin" userId="04f63225-1d27-46ab-9c7c-1c8b513bed32" providerId="ADAL" clId="{16493A9B-B64C-4B39-8122-137BDDD5D03F}" dt="2022-10-12T00:30:33.048" v="1810" actId="207"/>
        <pc:sldMkLst>
          <pc:docMk/>
          <pc:sldMk cId="627832522" sldId="311"/>
        </pc:sldMkLst>
        <pc:spChg chg="mod">
          <ac:chgData name="Danielle Martin" userId="04f63225-1d27-46ab-9c7c-1c8b513bed32" providerId="ADAL" clId="{16493A9B-B64C-4B39-8122-137BDDD5D03F}" dt="2022-10-12T00:30:33.048" v="1810" actId="207"/>
          <ac:spMkLst>
            <pc:docMk/>
            <pc:sldMk cId="627832522" sldId="311"/>
            <ac:spMk id="7" creationId="{00000000-0000-0000-0000-000000000000}"/>
          </ac:spMkLst>
        </pc:spChg>
        <pc:spChg chg="mod">
          <ac:chgData name="Danielle Martin" userId="04f63225-1d27-46ab-9c7c-1c8b513bed32" providerId="ADAL" clId="{16493A9B-B64C-4B39-8122-137BDDD5D03F}" dt="2022-10-11T23:58:09.360" v="977" actId="20577"/>
          <ac:spMkLst>
            <pc:docMk/>
            <pc:sldMk cId="627832522" sldId="311"/>
            <ac:spMk id="12" creationId="{BB5BEF00-8BA9-4959-8E2C-6C0CCFD01D00}"/>
          </ac:spMkLst>
        </pc:spChg>
      </pc:sldChg>
      <pc:sldChg chg="modSp add del mod">
        <pc:chgData name="Danielle Martin" userId="04f63225-1d27-46ab-9c7c-1c8b513bed32" providerId="ADAL" clId="{16493A9B-B64C-4B39-8122-137BDDD5D03F}" dt="2022-10-12T00:19:21.996" v="1778" actId="47"/>
        <pc:sldMkLst>
          <pc:docMk/>
          <pc:sldMk cId="872495890" sldId="312"/>
        </pc:sldMkLst>
        <pc:spChg chg="mod">
          <ac:chgData name="Danielle Martin" userId="04f63225-1d27-46ab-9c7c-1c8b513bed32" providerId="ADAL" clId="{16493A9B-B64C-4B39-8122-137BDDD5D03F}" dt="2022-10-11T23:43:55.439" v="632" actId="20577"/>
          <ac:spMkLst>
            <pc:docMk/>
            <pc:sldMk cId="872495890" sldId="312"/>
            <ac:spMk id="6" creationId="{00000000-0000-0000-0000-000000000000}"/>
          </ac:spMkLst>
        </pc:spChg>
        <pc:spChg chg="mod">
          <ac:chgData name="Danielle Martin" userId="04f63225-1d27-46ab-9c7c-1c8b513bed32" providerId="ADAL" clId="{16493A9B-B64C-4B39-8122-137BDDD5D03F}" dt="2022-10-11T23:52:37.059" v="874" actId="20577"/>
          <ac:spMkLst>
            <pc:docMk/>
            <pc:sldMk cId="872495890" sldId="312"/>
            <ac:spMk id="7" creationId="{00000000-0000-0000-0000-000000000000}"/>
          </ac:spMkLst>
        </pc:spChg>
        <pc:spChg chg="mod">
          <ac:chgData name="Danielle Martin" userId="04f63225-1d27-46ab-9c7c-1c8b513bed32" providerId="ADAL" clId="{16493A9B-B64C-4B39-8122-137BDDD5D03F}" dt="2022-10-11T23:59:29.108" v="1034" actId="20577"/>
          <ac:spMkLst>
            <pc:docMk/>
            <pc:sldMk cId="872495890" sldId="312"/>
            <ac:spMk id="12" creationId="{BB5BEF00-8BA9-4959-8E2C-6C0CCFD01D00}"/>
          </ac:spMkLst>
        </pc:spChg>
      </pc:sldChg>
      <pc:sldChg chg="addSp delSp modSp add del mod">
        <pc:chgData name="Danielle Martin" userId="04f63225-1d27-46ab-9c7c-1c8b513bed32" providerId="ADAL" clId="{16493A9B-B64C-4B39-8122-137BDDD5D03F}" dt="2022-10-12T00:19:39.123" v="1785" actId="47"/>
        <pc:sldMkLst>
          <pc:docMk/>
          <pc:sldMk cId="3209209223" sldId="313"/>
        </pc:sldMkLst>
        <pc:spChg chg="add del">
          <ac:chgData name="Danielle Martin" userId="04f63225-1d27-46ab-9c7c-1c8b513bed32" providerId="ADAL" clId="{16493A9B-B64C-4B39-8122-137BDDD5D03F}" dt="2022-10-12T00:01:12.282" v="1037" actId="22"/>
          <ac:spMkLst>
            <pc:docMk/>
            <pc:sldMk cId="3209209223" sldId="313"/>
            <ac:spMk id="8" creationId="{2CB6EE23-A2A8-6E46-198A-E8D8EB984599}"/>
          </ac:spMkLst>
        </pc:spChg>
        <pc:spChg chg="mod">
          <ac:chgData name="Danielle Martin" userId="04f63225-1d27-46ab-9c7c-1c8b513bed32" providerId="ADAL" clId="{16493A9B-B64C-4B39-8122-137BDDD5D03F}" dt="2022-10-12T00:07:18.102" v="1355" actId="15"/>
          <ac:spMkLst>
            <pc:docMk/>
            <pc:sldMk cId="3209209223" sldId="313"/>
            <ac:spMk id="12" creationId="{BB5BEF00-8BA9-4959-8E2C-6C0CCFD01D00}"/>
          </ac:spMkLst>
        </pc:spChg>
      </pc:sldChg>
      <pc:sldChg chg="add del">
        <pc:chgData name="Danielle Martin" userId="04f63225-1d27-46ab-9c7c-1c8b513bed32" providerId="ADAL" clId="{16493A9B-B64C-4B39-8122-137BDDD5D03F}" dt="2022-10-12T00:06:44.254" v="1352" actId="47"/>
        <pc:sldMkLst>
          <pc:docMk/>
          <pc:sldMk cId="3927466581" sldId="314"/>
        </pc:sldMkLst>
      </pc:sldChg>
      <pc:sldChg chg="modSp add del mod ord">
        <pc:chgData name="Danielle Martin" userId="04f63225-1d27-46ab-9c7c-1c8b513bed32" providerId="ADAL" clId="{16493A9B-B64C-4B39-8122-137BDDD5D03F}" dt="2022-10-12T00:20:23.311" v="1795" actId="47"/>
        <pc:sldMkLst>
          <pc:docMk/>
          <pc:sldMk cId="1159784725" sldId="315"/>
        </pc:sldMkLst>
        <pc:spChg chg="mod">
          <ac:chgData name="Danielle Martin" userId="04f63225-1d27-46ab-9c7c-1c8b513bed32" providerId="ADAL" clId="{16493A9B-B64C-4B39-8122-137BDDD5D03F}" dt="2022-10-12T00:14:05.018" v="1676" actId="20577"/>
          <ac:spMkLst>
            <pc:docMk/>
            <pc:sldMk cId="1159784725" sldId="315"/>
            <ac:spMk id="12" creationId="{BB5BEF00-8BA9-4959-8E2C-6C0CCFD01D00}"/>
          </ac:spMkLst>
        </pc:spChg>
      </pc:sldChg>
      <pc:sldChg chg="modSp add del mod">
        <pc:chgData name="Danielle Martin" userId="04f63225-1d27-46ab-9c7c-1c8b513bed32" providerId="ADAL" clId="{16493A9B-B64C-4B39-8122-137BDDD5D03F}" dt="2022-10-12T00:20:39.179" v="1800" actId="47"/>
        <pc:sldMkLst>
          <pc:docMk/>
          <pc:sldMk cId="1048264648" sldId="316"/>
        </pc:sldMkLst>
        <pc:spChg chg="mod">
          <ac:chgData name="Danielle Martin" userId="04f63225-1d27-46ab-9c7c-1c8b513bed32" providerId="ADAL" clId="{16493A9B-B64C-4B39-8122-137BDDD5D03F}" dt="2022-10-12T00:20:33.041" v="1798" actId="20577"/>
          <ac:spMkLst>
            <pc:docMk/>
            <pc:sldMk cId="1048264648" sldId="316"/>
            <ac:spMk id="12" creationId="{BB5BEF00-8BA9-4959-8E2C-6C0CCFD01D00}"/>
          </ac:spMkLst>
        </pc:spChg>
      </pc:sldChg>
      <pc:sldChg chg="modSp add mod ord">
        <pc:chgData name="Danielle Martin" userId="04f63225-1d27-46ab-9c7c-1c8b513bed32" providerId="ADAL" clId="{16493A9B-B64C-4B39-8122-137BDDD5D03F}" dt="2022-10-12T00:18:09.252" v="1762" actId="20577"/>
        <pc:sldMkLst>
          <pc:docMk/>
          <pc:sldMk cId="601752032" sldId="317"/>
        </pc:sldMkLst>
        <pc:spChg chg="mod">
          <ac:chgData name="Danielle Martin" userId="04f63225-1d27-46ab-9c7c-1c8b513bed32" providerId="ADAL" clId="{16493A9B-B64C-4B39-8122-137BDDD5D03F}" dt="2022-10-12T00:18:09.252" v="1762" actId="20577"/>
          <ac:spMkLst>
            <pc:docMk/>
            <pc:sldMk cId="601752032" sldId="317"/>
            <ac:spMk id="5" creationId="{00000000-0000-0000-0000-000000000000}"/>
          </ac:spMkLst>
        </pc:spChg>
        <pc:spChg chg="mod">
          <ac:chgData name="Danielle Martin" userId="04f63225-1d27-46ab-9c7c-1c8b513bed32" providerId="ADAL" clId="{16493A9B-B64C-4B39-8122-137BDDD5D03F}" dt="2022-10-12T00:17:51.537" v="1745" actId="14100"/>
          <ac:spMkLst>
            <pc:docMk/>
            <pc:sldMk cId="601752032" sldId="317"/>
            <ac:spMk id="67" creationId="{00000000-0000-0000-0000-000000000000}"/>
          </ac:spMkLst>
        </pc:spChg>
      </pc:sldChg>
      <pc:sldChg chg="add del ord">
        <pc:chgData name="Danielle Martin" userId="04f63225-1d27-46ab-9c7c-1c8b513bed32" providerId="ADAL" clId="{16493A9B-B64C-4B39-8122-137BDDD5D03F}" dt="2022-10-12T00:18:30.175" v="1768" actId="47"/>
        <pc:sldMkLst>
          <pc:docMk/>
          <pc:sldMk cId="2963880777" sldId="318"/>
        </pc:sldMkLst>
      </pc:sldChg>
      <pc:sldChg chg="addSp delSp modSp add mod ord modNotesTx">
        <pc:chgData name="Danielle Martin" userId="04f63225-1d27-46ab-9c7c-1c8b513bed32" providerId="ADAL" clId="{16493A9B-B64C-4B39-8122-137BDDD5D03F}" dt="2022-10-12T00:30:45.120" v="1812" actId="207"/>
        <pc:sldMkLst>
          <pc:docMk/>
          <pc:sldMk cId="740060266" sldId="319"/>
        </pc:sldMkLst>
        <pc:spChg chg="add del mod">
          <ac:chgData name="Danielle Martin" userId="04f63225-1d27-46ab-9c7c-1c8b513bed32" providerId="ADAL" clId="{16493A9B-B64C-4B39-8122-137BDDD5D03F}" dt="2022-10-12T00:19:13.093" v="1775" actId="478"/>
          <ac:spMkLst>
            <pc:docMk/>
            <pc:sldMk cId="740060266" sldId="319"/>
            <ac:spMk id="3" creationId="{81E5BDE7-2B02-F7C9-FF2A-F2C196F0C7FD}"/>
          </ac:spMkLst>
        </pc:spChg>
        <pc:spChg chg="mod">
          <ac:chgData name="Danielle Martin" userId="04f63225-1d27-46ab-9c7c-1c8b513bed32" providerId="ADAL" clId="{16493A9B-B64C-4B39-8122-137BDDD5D03F}" dt="2022-10-12T00:30:45.120" v="1812" actId="207"/>
          <ac:spMkLst>
            <pc:docMk/>
            <pc:sldMk cId="740060266" sldId="319"/>
            <ac:spMk id="5" creationId="{00000000-0000-0000-0000-000000000000}"/>
          </ac:spMkLst>
        </pc:spChg>
        <pc:spChg chg="mod">
          <ac:chgData name="Danielle Martin" userId="04f63225-1d27-46ab-9c7c-1c8b513bed32" providerId="ADAL" clId="{16493A9B-B64C-4B39-8122-137BDDD5D03F}" dt="2022-10-12T00:18:38.246" v="1769"/>
          <ac:spMkLst>
            <pc:docMk/>
            <pc:sldMk cId="740060266" sldId="319"/>
            <ac:spMk id="7" creationId="{00000000-0000-0000-0000-000000000000}"/>
          </ac:spMkLst>
        </pc:spChg>
        <pc:spChg chg="add mod">
          <ac:chgData name="Danielle Martin" userId="04f63225-1d27-46ab-9c7c-1c8b513bed32" providerId="ADAL" clId="{16493A9B-B64C-4B39-8122-137BDDD5D03F}" dt="2022-10-12T00:19:16.010" v="1776" actId="14100"/>
          <ac:spMkLst>
            <pc:docMk/>
            <pc:sldMk cId="740060266" sldId="319"/>
            <ac:spMk id="8" creationId="{1EE03827-AE42-729E-8A4D-F7C8C84A4AD1}"/>
          </ac:spMkLst>
        </pc:spChg>
        <pc:spChg chg="del">
          <ac:chgData name="Danielle Martin" userId="04f63225-1d27-46ab-9c7c-1c8b513bed32" providerId="ADAL" clId="{16493A9B-B64C-4B39-8122-137BDDD5D03F}" dt="2022-10-12T00:19:03.931" v="1772" actId="478"/>
          <ac:spMkLst>
            <pc:docMk/>
            <pc:sldMk cId="740060266" sldId="319"/>
            <ac:spMk id="95" creationId="{00000000-0000-0000-0000-000000000000}"/>
          </ac:spMkLst>
        </pc:spChg>
      </pc:sldChg>
      <pc:sldChg chg="modSp add mod">
        <pc:chgData name="Danielle Martin" userId="04f63225-1d27-46ab-9c7c-1c8b513bed32" providerId="ADAL" clId="{16493A9B-B64C-4B39-8122-137BDDD5D03F}" dt="2022-10-12T00:30:51.573" v="1813" actId="207"/>
        <pc:sldMkLst>
          <pc:docMk/>
          <pc:sldMk cId="1984307697" sldId="320"/>
        </pc:sldMkLst>
        <pc:spChg chg="mod">
          <ac:chgData name="Danielle Martin" userId="04f63225-1d27-46ab-9c7c-1c8b513bed32" providerId="ADAL" clId="{16493A9B-B64C-4B39-8122-137BDDD5D03F}" dt="2022-10-12T00:30:51.573" v="1813" actId="207"/>
          <ac:spMkLst>
            <pc:docMk/>
            <pc:sldMk cId="1984307697" sldId="320"/>
            <ac:spMk id="5" creationId="{00000000-0000-0000-0000-000000000000}"/>
          </ac:spMkLst>
        </pc:spChg>
        <pc:spChg chg="mod">
          <ac:chgData name="Danielle Martin" userId="04f63225-1d27-46ab-9c7c-1c8b513bed32" providerId="ADAL" clId="{16493A9B-B64C-4B39-8122-137BDDD5D03F}" dt="2022-10-12T00:19:36.476" v="1784" actId="20577"/>
          <ac:spMkLst>
            <pc:docMk/>
            <pc:sldMk cId="1984307697" sldId="320"/>
            <ac:spMk id="8" creationId="{1EE03827-AE42-729E-8A4D-F7C8C84A4AD1}"/>
          </ac:spMkLst>
        </pc:spChg>
      </pc:sldChg>
      <pc:sldChg chg="addSp delSp modSp add mod ord">
        <pc:chgData name="Danielle Martin" userId="04f63225-1d27-46ab-9c7c-1c8b513bed32" providerId="ADAL" clId="{16493A9B-B64C-4B39-8122-137BDDD5D03F}" dt="2022-10-12T00:30:57.825" v="1814" actId="207"/>
        <pc:sldMkLst>
          <pc:docMk/>
          <pc:sldMk cId="2174062724" sldId="321"/>
        </pc:sldMkLst>
        <pc:spChg chg="add del mod">
          <ac:chgData name="Danielle Martin" userId="04f63225-1d27-46ab-9c7c-1c8b513bed32" providerId="ADAL" clId="{16493A9B-B64C-4B39-8122-137BDDD5D03F}" dt="2022-10-12T00:20:18.117" v="1793" actId="478"/>
          <ac:spMkLst>
            <pc:docMk/>
            <pc:sldMk cId="2174062724" sldId="321"/>
            <ac:spMk id="3" creationId="{0ACEF6D1-4A83-E700-A0C6-421E6D4934DE}"/>
          </ac:spMkLst>
        </pc:spChg>
        <pc:spChg chg="mod">
          <ac:chgData name="Danielle Martin" userId="04f63225-1d27-46ab-9c7c-1c8b513bed32" providerId="ADAL" clId="{16493A9B-B64C-4B39-8122-137BDDD5D03F}" dt="2022-10-12T00:30:57.825" v="1814" actId="207"/>
          <ac:spMkLst>
            <pc:docMk/>
            <pc:sldMk cId="2174062724" sldId="321"/>
            <ac:spMk id="5" creationId="{00000000-0000-0000-0000-000000000000}"/>
          </ac:spMkLst>
        </pc:spChg>
        <pc:spChg chg="mod">
          <ac:chgData name="Danielle Martin" userId="04f63225-1d27-46ab-9c7c-1c8b513bed32" providerId="ADAL" clId="{16493A9B-B64C-4B39-8122-137BDDD5D03F}" dt="2022-10-12T00:19:55.672" v="1789"/>
          <ac:spMkLst>
            <pc:docMk/>
            <pc:sldMk cId="2174062724" sldId="321"/>
            <ac:spMk id="6" creationId="{00000000-0000-0000-0000-000000000000}"/>
          </ac:spMkLst>
        </pc:spChg>
        <pc:spChg chg="add mod">
          <ac:chgData name="Danielle Martin" userId="04f63225-1d27-46ab-9c7c-1c8b513bed32" providerId="ADAL" clId="{16493A9B-B64C-4B39-8122-137BDDD5D03F}" dt="2022-10-12T00:20:18.691" v="1794"/>
          <ac:spMkLst>
            <pc:docMk/>
            <pc:sldMk cId="2174062724" sldId="321"/>
            <ac:spMk id="8" creationId="{94182FBD-7F69-455D-1663-192FC1E01C66}"/>
          </ac:spMkLst>
        </pc:spChg>
        <pc:spChg chg="del">
          <ac:chgData name="Danielle Martin" userId="04f63225-1d27-46ab-9c7c-1c8b513bed32" providerId="ADAL" clId="{16493A9B-B64C-4B39-8122-137BDDD5D03F}" dt="2022-10-12T00:20:16.138" v="1792" actId="478"/>
          <ac:spMkLst>
            <pc:docMk/>
            <pc:sldMk cId="2174062724" sldId="321"/>
            <ac:spMk id="67" creationId="{00000000-0000-0000-0000-000000000000}"/>
          </ac:spMkLst>
        </pc:spChg>
      </pc:sldChg>
      <pc:sldChg chg="modSp add mod">
        <pc:chgData name="Danielle Martin" userId="04f63225-1d27-46ab-9c7c-1c8b513bed32" providerId="ADAL" clId="{16493A9B-B64C-4B39-8122-137BDDD5D03F}" dt="2022-10-12T00:31:02.414" v="1815" actId="207"/>
        <pc:sldMkLst>
          <pc:docMk/>
          <pc:sldMk cId="1204755035" sldId="322"/>
        </pc:sldMkLst>
        <pc:spChg chg="mod">
          <ac:chgData name="Danielle Martin" userId="04f63225-1d27-46ab-9c7c-1c8b513bed32" providerId="ADAL" clId="{16493A9B-B64C-4B39-8122-137BDDD5D03F}" dt="2022-10-12T00:31:02.414" v="1815" actId="207"/>
          <ac:spMkLst>
            <pc:docMk/>
            <pc:sldMk cId="1204755035" sldId="322"/>
            <ac:spMk id="5" creationId="{00000000-0000-0000-0000-000000000000}"/>
          </ac:spMkLst>
        </pc:spChg>
        <pc:spChg chg="mod">
          <ac:chgData name="Danielle Martin" userId="04f63225-1d27-46ab-9c7c-1c8b513bed32" providerId="ADAL" clId="{16493A9B-B64C-4B39-8122-137BDDD5D03F}" dt="2022-10-12T00:20:36.404" v="1799"/>
          <ac:spMkLst>
            <pc:docMk/>
            <pc:sldMk cId="1204755035" sldId="322"/>
            <ac:spMk id="8" creationId="{94182FBD-7F69-455D-1663-192FC1E01C66}"/>
          </ac:spMkLst>
        </pc:spChg>
      </pc:sldChg>
      <pc:sldChg chg="modSp add mod ord modNotesTx">
        <pc:chgData name="Danielle Martin" userId="04f63225-1d27-46ab-9c7c-1c8b513bed32" providerId="ADAL" clId="{16493A9B-B64C-4B39-8122-137BDDD5D03F}" dt="2022-10-12T00:41:05.684" v="2337" actId="20577"/>
        <pc:sldMkLst>
          <pc:docMk/>
          <pc:sldMk cId="867416878" sldId="323"/>
        </pc:sldMkLst>
        <pc:spChg chg="mod">
          <ac:chgData name="Danielle Martin" userId="04f63225-1d27-46ab-9c7c-1c8b513bed32" providerId="ADAL" clId="{16493A9B-B64C-4B39-8122-137BDDD5D03F}" dt="2022-10-12T00:32:08.813" v="1832" actId="20577"/>
          <ac:spMkLst>
            <pc:docMk/>
            <pc:sldMk cId="867416878" sldId="323"/>
            <ac:spMk id="6" creationId="{00000000-0000-0000-0000-000000000000}"/>
          </ac:spMkLst>
        </pc:spChg>
        <pc:spChg chg="mod">
          <ac:chgData name="Danielle Martin" userId="04f63225-1d27-46ab-9c7c-1c8b513bed32" providerId="ADAL" clId="{16493A9B-B64C-4B39-8122-137BDDD5D03F}" dt="2022-10-12T00:32:56.671" v="1837" actId="207"/>
          <ac:spMkLst>
            <pc:docMk/>
            <pc:sldMk cId="867416878" sldId="323"/>
            <ac:spMk id="7" creationId="{00000000-0000-0000-0000-000000000000}"/>
          </ac:spMkLst>
        </pc:spChg>
        <pc:spChg chg="mod">
          <ac:chgData name="Danielle Martin" userId="04f63225-1d27-46ab-9c7c-1c8b513bed32" providerId="ADAL" clId="{16493A9B-B64C-4B39-8122-137BDDD5D03F}" dt="2022-10-12T00:41:05.684" v="2337" actId="20577"/>
          <ac:spMkLst>
            <pc:docMk/>
            <pc:sldMk cId="867416878" sldId="323"/>
            <ac:spMk id="12" creationId="{BB5BEF00-8BA9-4959-8E2C-6C0CCFD01D00}"/>
          </ac:spMkLst>
        </pc:spChg>
      </pc:sldChg>
      <pc:sldChg chg="modSp add mod">
        <pc:chgData name="Danielle Martin" userId="04f63225-1d27-46ab-9c7c-1c8b513bed32" providerId="ADAL" clId="{16493A9B-B64C-4B39-8122-137BDDD5D03F}" dt="2022-10-12T01:04:37.545" v="3393" actId="255"/>
        <pc:sldMkLst>
          <pc:docMk/>
          <pc:sldMk cId="667598516" sldId="324"/>
        </pc:sldMkLst>
        <pc:spChg chg="mod">
          <ac:chgData name="Danielle Martin" userId="04f63225-1d27-46ab-9c7c-1c8b513bed32" providerId="ADAL" clId="{16493A9B-B64C-4B39-8122-137BDDD5D03F}" dt="2022-10-12T01:00:51.340" v="3235" actId="1076"/>
          <ac:spMkLst>
            <pc:docMk/>
            <pc:sldMk cId="667598516" sldId="324"/>
            <ac:spMk id="6" creationId="{00000000-0000-0000-0000-000000000000}"/>
          </ac:spMkLst>
        </pc:spChg>
        <pc:spChg chg="mod">
          <ac:chgData name="Danielle Martin" userId="04f63225-1d27-46ab-9c7c-1c8b513bed32" providerId="ADAL" clId="{16493A9B-B64C-4B39-8122-137BDDD5D03F}" dt="2022-10-12T01:00:55.437" v="3236" actId="1076"/>
          <ac:spMkLst>
            <pc:docMk/>
            <pc:sldMk cId="667598516" sldId="324"/>
            <ac:spMk id="7" creationId="{00000000-0000-0000-0000-000000000000}"/>
          </ac:spMkLst>
        </pc:spChg>
        <pc:spChg chg="mod">
          <ac:chgData name="Danielle Martin" userId="04f63225-1d27-46ab-9c7c-1c8b513bed32" providerId="ADAL" clId="{16493A9B-B64C-4B39-8122-137BDDD5D03F}" dt="2022-10-12T01:04:37.545" v="3393" actId="255"/>
          <ac:spMkLst>
            <pc:docMk/>
            <pc:sldMk cId="667598516" sldId="324"/>
            <ac:spMk id="12" creationId="{BB5BEF00-8BA9-4959-8E2C-6C0CCFD01D00}"/>
          </ac:spMkLst>
        </pc:spChg>
      </pc:sldChg>
      <pc:sldChg chg="modSp add mod modNotesTx">
        <pc:chgData name="Danielle Martin" userId="04f63225-1d27-46ab-9c7c-1c8b513bed32" providerId="ADAL" clId="{16493A9B-B64C-4B39-8122-137BDDD5D03F}" dt="2022-10-12T01:00:35.232" v="3234" actId="14100"/>
        <pc:sldMkLst>
          <pc:docMk/>
          <pc:sldMk cId="2590252942" sldId="325"/>
        </pc:sldMkLst>
        <pc:spChg chg="mod">
          <ac:chgData name="Danielle Martin" userId="04f63225-1d27-46ab-9c7c-1c8b513bed32" providerId="ADAL" clId="{16493A9B-B64C-4B39-8122-137BDDD5D03F}" dt="2022-10-12T00:58:58.842" v="3108" actId="1076"/>
          <ac:spMkLst>
            <pc:docMk/>
            <pc:sldMk cId="2590252942" sldId="325"/>
            <ac:spMk id="6" creationId="{00000000-0000-0000-0000-000000000000}"/>
          </ac:spMkLst>
        </pc:spChg>
        <pc:spChg chg="mod">
          <ac:chgData name="Danielle Martin" userId="04f63225-1d27-46ab-9c7c-1c8b513bed32" providerId="ADAL" clId="{16493A9B-B64C-4B39-8122-137BDDD5D03F}" dt="2022-10-12T00:59:01.804" v="3109" actId="1076"/>
          <ac:spMkLst>
            <pc:docMk/>
            <pc:sldMk cId="2590252942" sldId="325"/>
            <ac:spMk id="7" creationId="{00000000-0000-0000-0000-000000000000}"/>
          </ac:spMkLst>
        </pc:spChg>
        <pc:spChg chg="mod">
          <ac:chgData name="Danielle Martin" userId="04f63225-1d27-46ab-9c7c-1c8b513bed32" providerId="ADAL" clId="{16493A9B-B64C-4B39-8122-137BDDD5D03F}" dt="2022-10-12T01:00:35.232" v="3234" actId="14100"/>
          <ac:spMkLst>
            <pc:docMk/>
            <pc:sldMk cId="2590252942" sldId="325"/>
            <ac:spMk id="12" creationId="{BB5BEF00-8BA9-4959-8E2C-6C0CCFD01D00}"/>
          </ac:spMkLst>
        </pc:spChg>
      </pc:sldChg>
      <pc:sldChg chg="modSp add mod ord">
        <pc:chgData name="Danielle Martin" userId="04f63225-1d27-46ab-9c7c-1c8b513bed32" providerId="ADAL" clId="{16493A9B-B64C-4B39-8122-137BDDD5D03F}" dt="2022-10-12T01:09:47.971" v="3549" actId="207"/>
        <pc:sldMkLst>
          <pc:docMk/>
          <pc:sldMk cId="1736178703" sldId="326"/>
        </pc:sldMkLst>
        <pc:spChg chg="mod">
          <ac:chgData name="Danielle Martin" userId="04f63225-1d27-46ab-9c7c-1c8b513bed32" providerId="ADAL" clId="{16493A9B-B64C-4B39-8122-137BDDD5D03F}" dt="2022-10-12T01:09:47.971" v="3549" actId="207"/>
          <ac:spMkLst>
            <pc:docMk/>
            <pc:sldMk cId="1736178703" sldId="326"/>
            <ac:spMk id="5" creationId="{00000000-0000-0000-0000-000000000000}"/>
          </ac:spMkLst>
        </pc:spChg>
        <pc:spChg chg="mod">
          <ac:chgData name="Danielle Martin" userId="04f63225-1d27-46ab-9c7c-1c8b513bed32" providerId="ADAL" clId="{16493A9B-B64C-4B39-8122-137BDDD5D03F}" dt="2022-10-12T01:09:27.155" v="3545" actId="14100"/>
          <ac:spMkLst>
            <pc:docMk/>
            <pc:sldMk cId="1736178703" sldId="326"/>
            <ac:spMk id="7" creationId="{00000000-0000-0000-0000-000000000000}"/>
          </ac:spMkLst>
        </pc:spChg>
        <pc:spChg chg="mod">
          <ac:chgData name="Danielle Martin" userId="04f63225-1d27-46ab-9c7c-1c8b513bed32" providerId="ADAL" clId="{16493A9B-B64C-4B39-8122-137BDDD5D03F}" dt="2022-10-12T01:08:37.947" v="3499"/>
          <ac:spMkLst>
            <pc:docMk/>
            <pc:sldMk cId="1736178703" sldId="326"/>
            <ac:spMk id="8" creationId="{1EE03827-AE42-729E-8A4D-F7C8C84A4AD1}"/>
          </ac:spMkLst>
        </pc:spChg>
      </pc:sldChg>
      <pc:sldChg chg="modSp add del mod">
        <pc:chgData name="Danielle Martin" userId="04f63225-1d27-46ab-9c7c-1c8b513bed32" providerId="ADAL" clId="{16493A9B-B64C-4B39-8122-137BDDD5D03F}" dt="2022-10-12T01:10:08.668" v="3555" actId="47"/>
        <pc:sldMkLst>
          <pc:docMk/>
          <pc:sldMk cId="3866860247" sldId="327"/>
        </pc:sldMkLst>
        <pc:spChg chg="mod">
          <ac:chgData name="Danielle Martin" userId="04f63225-1d27-46ab-9c7c-1c8b513bed32" providerId="ADAL" clId="{16493A9B-B64C-4B39-8122-137BDDD5D03F}" dt="2022-10-12T01:08:48.966" v="3501" actId="20577"/>
          <ac:spMkLst>
            <pc:docMk/>
            <pc:sldMk cId="3866860247" sldId="327"/>
            <ac:spMk id="8" creationId="{1EE03827-AE42-729E-8A4D-F7C8C84A4AD1}"/>
          </ac:spMkLst>
        </pc:spChg>
      </pc:sldChg>
      <pc:sldChg chg="modSp add mod">
        <pc:chgData name="Danielle Martin" userId="04f63225-1d27-46ab-9c7c-1c8b513bed32" providerId="ADAL" clId="{16493A9B-B64C-4B39-8122-137BDDD5D03F}" dt="2022-10-12T01:11:13.168" v="3565" actId="6549"/>
        <pc:sldMkLst>
          <pc:docMk/>
          <pc:sldMk cId="1582750754" sldId="328"/>
        </pc:sldMkLst>
        <pc:spChg chg="mod">
          <ac:chgData name="Danielle Martin" userId="04f63225-1d27-46ab-9c7c-1c8b513bed32" providerId="ADAL" clId="{16493A9B-B64C-4B39-8122-137BDDD5D03F}" dt="2022-10-12T01:11:13.168" v="3565" actId="6549"/>
          <ac:spMkLst>
            <pc:docMk/>
            <pc:sldMk cId="1582750754" sldId="328"/>
            <ac:spMk id="8" creationId="{1EE03827-AE42-729E-8A4D-F7C8C84A4AD1}"/>
          </ac:spMkLst>
        </pc:spChg>
      </pc:sldChg>
      <pc:sldChg chg="addSp delSp modSp add mod ord">
        <pc:chgData name="Danielle Martin" userId="04f63225-1d27-46ab-9c7c-1c8b513bed32" providerId="ADAL" clId="{16493A9B-B64C-4B39-8122-137BDDD5D03F}" dt="2022-10-12T01:10:35.623" v="3562"/>
        <pc:sldMkLst>
          <pc:docMk/>
          <pc:sldMk cId="4290795984" sldId="329"/>
        </pc:sldMkLst>
        <pc:spChg chg="del">
          <ac:chgData name="Danielle Martin" userId="04f63225-1d27-46ab-9c7c-1c8b513bed32" providerId="ADAL" clId="{16493A9B-B64C-4B39-8122-137BDDD5D03F}" dt="2022-10-12T01:10:24.287" v="3560" actId="478"/>
          <ac:spMkLst>
            <pc:docMk/>
            <pc:sldMk cId="4290795984" sldId="329"/>
            <ac:spMk id="5" creationId="{00000000-0000-0000-0000-000000000000}"/>
          </ac:spMkLst>
        </pc:spChg>
        <pc:spChg chg="mod">
          <ac:chgData name="Danielle Martin" userId="04f63225-1d27-46ab-9c7c-1c8b513bed32" providerId="ADAL" clId="{16493A9B-B64C-4B39-8122-137BDDD5D03F}" dt="2022-10-12T01:10:22.249" v="3559"/>
          <ac:spMkLst>
            <pc:docMk/>
            <pc:sldMk cId="4290795984" sldId="329"/>
            <ac:spMk id="6" creationId="{00000000-0000-0000-0000-000000000000}"/>
          </ac:spMkLst>
        </pc:spChg>
        <pc:spChg chg="add mod">
          <ac:chgData name="Danielle Martin" userId="04f63225-1d27-46ab-9c7c-1c8b513bed32" providerId="ADAL" clId="{16493A9B-B64C-4B39-8122-137BDDD5D03F}" dt="2022-10-12T01:10:35.623" v="3562"/>
          <ac:spMkLst>
            <pc:docMk/>
            <pc:sldMk cId="4290795984" sldId="329"/>
            <ac:spMk id="7" creationId="{5DE7FE78-D9AD-2F07-AEC5-CCBEA2D2F5DB}"/>
          </ac:spMkLst>
        </pc:spChg>
        <pc:spChg chg="del">
          <ac:chgData name="Danielle Martin" userId="04f63225-1d27-46ab-9c7c-1c8b513bed32" providerId="ADAL" clId="{16493A9B-B64C-4B39-8122-137BDDD5D03F}" dt="2022-10-12T01:10:34.987" v="3561" actId="478"/>
          <ac:spMkLst>
            <pc:docMk/>
            <pc:sldMk cId="4290795984" sldId="329"/>
            <ac:spMk id="8" creationId="{94182FBD-7F69-455D-1663-192FC1E01C66}"/>
          </ac:spMkLst>
        </pc:spChg>
      </pc:sldChg>
    </pc:docChg>
  </pc:docChgLst>
  <pc:docChgLst>
    <pc:chgData name="Danielle Martin" userId="04f63225-1d27-46ab-9c7c-1c8b513bed32" providerId="ADAL" clId="{72601241-4D32-4A60-887B-6EB693D59379}"/>
    <pc:docChg chg="undo redo custSel addSld delSld modSld sldOrd">
      <pc:chgData name="Danielle Martin" userId="04f63225-1d27-46ab-9c7c-1c8b513bed32" providerId="ADAL" clId="{72601241-4D32-4A60-887B-6EB693D59379}" dt="2023-03-22T08:11:29.901" v="778" actId="20577"/>
      <pc:docMkLst>
        <pc:docMk/>
      </pc:docMkLst>
      <pc:sldChg chg="add del">
        <pc:chgData name="Danielle Martin" userId="04f63225-1d27-46ab-9c7c-1c8b513bed32" providerId="ADAL" clId="{72601241-4D32-4A60-887B-6EB693D59379}" dt="2023-03-21T02:29:19.671" v="206"/>
        <pc:sldMkLst>
          <pc:docMk/>
          <pc:sldMk cId="0" sldId="256"/>
        </pc:sldMkLst>
      </pc:sldChg>
      <pc:sldChg chg="modSp mod">
        <pc:chgData name="Danielle Martin" userId="04f63225-1d27-46ab-9c7c-1c8b513bed32" providerId="ADAL" clId="{72601241-4D32-4A60-887B-6EB693D59379}" dt="2023-03-21T04:24:57.835" v="746" actId="20577"/>
        <pc:sldMkLst>
          <pc:docMk/>
          <pc:sldMk cId="3963571660" sldId="257"/>
        </pc:sldMkLst>
        <pc:spChg chg="mod">
          <ac:chgData name="Danielle Martin" userId="04f63225-1d27-46ab-9c7c-1c8b513bed32" providerId="ADAL" clId="{72601241-4D32-4A60-887B-6EB693D59379}" dt="2023-03-21T04:24:57.835" v="746" actId="20577"/>
          <ac:spMkLst>
            <pc:docMk/>
            <pc:sldMk cId="3963571660" sldId="257"/>
            <ac:spMk id="2" creationId="{00000000-0000-0000-0000-000000000000}"/>
          </ac:spMkLst>
        </pc:spChg>
        <pc:spChg chg="mod">
          <ac:chgData name="Danielle Martin" userId="04f63225-1d27-46ab-9c7c-1c8b513bed32" providerId="ADAL" clId="{72601241-4D32-4A60-887B-6EB693D59379}" dt="2023-03-21T04:24:45.877" v="723" actId="14100"/>
          <ac:spMkLst>
            <pc:docMk/>
            <pc:sldMk cId="3963571660" sldId="257"/>
            <ac:spMk id="60" creationId="{00000000-0000-0000-0000-000000000000}"/>
          </ac:spMkLst>
        </pc:spChg>
      </pc:sldChg>
      <pc:sldChg chg="del">
        <pc:chgData name="Danielle Martin" userId="04f63225-1d27-46ab-9c7c-1c8b513bed32" providerId="ADAL" clId="{72601241-4D32-4A60-887B-6EB693D59379}" dt="2023-03-21T03:11:06.140" v="331" actId="47"/>
        <pc:sldMkLst>
          <pc:docMk/>
          <pc:sldMk cId="1637460772" sldId="259"/>
        </pc:sldMkLst>
      </pc:sldChg>
      <pc:sldChg chg="modNotesTx">
        <pc:chgData name="Danielle Martin" userId="04f63225-1d27-46ab-9c7c-1c8b513bed32" providerId="ADAL" clId="{72601241-4D32-4A60-887B-6EB693D59379}" dt="2023-03-21T03:07:02.605" v="329" actId="20577"/>
        <pc:sldMkLst>
          <pc:docMk/>
          <pc:sldMk cId="64403297" sldId="269"/>
        </pc:sldMkLst>
      </pc:sldChg>
      <pc:sldChg chg="modSp mod">
        <pc:chgData name="Danielle Martin" userId="04f63225-1d27-46ab-9c7c-1c8b513bed32" providerId="ADAL" clId="{72601241-4D32-4A60-887B-6EB693D59379}" dt="2023-03-21T03:54:45.836" v="387" actId="1076"/>
        <pc:sldMkLst>
          <pc:docMk/>
          <pc:sldMk cId="3597516244" sldId="272"/>
        </pc:sldMkLst>
        <pc:spChg chg="mod">
          <ac:chgData name="Danielle Martin" userId="04f63225-1d27-46ab-9c7c-1c8b513bed32" providerId="ADAL" clId="{72601241-4D32-4A60-887B-6EB693D59379}" dt="2023-03-21T03:54:45.836" v="387" actId="1076"/>
          <ac:spMkLst>
            <pc:docMk/>
            <pc:sldMk cId="3597516244" sldId="272"/>
            <ac:spMk id="67" creationId="{00000000-0000-0000-0000-000000000000}"/>
          </ac:spMkLst>
        </pc:spChg>
      </pc:sldChg>
      <pc:sldChg chg="modNotesTx">
        <pc:chgData name="Danielle Martin" userId="04f63225-1d27-46ab-9c7c-1c8b513bed32" providerId="ADAL" clId="{72601241-4D32-4A60-887B-6EB693D59379}" dt="2023-03-21T02:57:49.117" v="326" actId="20577"/>
        <pc:sldMkLst>
          <pc:docMk/>
          <pc:sldMk cId="1922730267" sldId="287"/>
        </pc:sldMkLst>
      </pc:sldChg>
      <pc:sldChg chg="del">
        <pc:chgData name="Danielle Martin" userId="04f63225-1d27-46ab-9c7c-1c8b513bed32" providerId="ADAL" clId="{72601241-4D32-4A60-887B-6EB693D59379}" dt="2023-03-21T03:10:58.259" v="330" actId="47"/>
        <pc:sldMkLst>
          <pc:docMk/>
          <pc:sldMk cId="637105166" sldId="289"/>
        </pc:sldMkLst>
      </pc:sldChg>
      <pc:sldChg chg="del">
        <pc:chgData name="Danielle Martin" userId="04f63225-1d27-46ab-9c7c-1c8b513bed32" providerId="ADAL" clId="{72601241-4D32-4A60-887B-6EB693D59379}" dt="2023-03-21T03:54:52.584" v="388" actId="47"/>
        <pc:sldMkLst>
          <pc:docMk/>
          <pc:sldMk cId="1487187997" sldId="290"/>
        </pc:sldMkLst>
      </pc:sldChg>
      <pc:sldChg chg="modSp mod">
        <pc:chgData name="Danielle Martin" userId="04f63225-1d27-46ab-9c7c-1c8b513bed32" providerId="ADAL" clId="{72601241-4D32-4A60-887B-6EB693D59379}" dt="2023-03-21T02:21:03.497" v="162" actId="20577"/>
        <pc:sldMkLst>
          <pc:docMk/>
          <pc:sldMk cId="241458670" sldId="293"/>
        </pc:sldMkLst>
        <pc:spChg chg="mod">
          <ac:chgData name="Danielle Martin" userId="04f63225-1d27-46ab-9c7c-1c8b513bed32" providerId="ADAL" clId="{72601241-4D32-4A60-887B-6EB693D59379}" dt="2023-03-21T02:19:38.390" v="33" actId="1076"/>
          <ac:spMkLst>
            <pc:docMk/>
            <pc:sldMk cId="241458670" sldId="293"/>
            <ac:spMk id="5" creationId="{00000000-0000-0000-0000-000000000000}"/>
          </ac:spMkLst>
        </pc:spChg>
        <pc:spChg chg="mod">
          <ac:chgData name="Danielle Martin" userId="04f63225-1d27-46ab-9c7c-1c8b513bed32" providerId="ADAL" clId="{72601241-4D32-4A60-887B-6EB693D59379}" dt="2023-03-21T02:19:36.820" v="32" actId="1076"/>
          <ac:spMkLst>
            <pc:docMk/>
            <pc:sldMk cId="241458670" sldId="293"/>
            <ac:spMk id="6" creationId="{00000000-0000-0000-0000-000000000000}"/>
          </ac:spMkLst>
        </pc:spChg>
        <pc:spChg chg="mod">
          <ac:chgData name="Danielle Martin" userId="04f63225-1d27-46ab-9c7c-1c8b513bed32" providerId="ADAL" clId="{72601241-4D32-4A60-887B-6EB693D59379}" dt="2023-03-21T02:21:03.497" v="162" actId="20577"/>
          <ac:spMkLst>
            <pc:docMk/>
            <pc:sldMk cId="241458670" sldId="293"/>
            <ac:spMk id="67" creationId="{00000000-0000-0000-0000-000000000000}"/>
          </ac:spMkLst>
        </pc:spChg>
      </pc:sldChg>
      <pc:sldChg chg="modSp add mod setBg">
        <pc:chgData name="Danielle Martin" userId="04f63225-1d27-46ab-9c7c-1c8b513bed32" providerId="ADAL" clId="{72601241-4D32-4A60-887B-6EB693D59379}" dt="2023-03-21T04:18:20.920" v="475" actId="14100"/>
        <pc:sldMkLst>
          <pc:docMk/>
          <pc:sldMk cId="3381497375" sldId="295"/>
        </pc:sldMkLst>
        <pc:spChg chg="mod">
          <ac:chgData name="Danielle Martin" userId="04f63225-1d27-46ab-9c7c-1c8b513bed32" providerId="ADAL" clId="{72601241-4D32-4A60-887B-6EB693D59379}" dt="2023-03-21T04:18:20.920" v="475" actId="14100"/>
          <ac:spMkLst>
            <pc:docMk/>
            <pc:sldMk cId="3381497375" sldId="295"/>
            <ac:spMk id="5" creationId="{00000000-0000-0000-0000-000000000000}"/>
          </ac:spMkLst>
        </pc:spChg>
        <pc:spChg chg="mod">
          <ac:chgData name="Danielle Martin" userId="04f63225-1d27-46ab-9c7c-1c8b513bed32" providerId="ADAL" clId="{72601241-4D32-4A60-887B-6EB693D59379}" dt="2023-03-21T04:09:26.429" v="417" actId="255"/>
          <ac:spMkLst>
            <pc:docMk/>
            <pc:sldMk cId="3381497375" sldId="295"/>
            <ac:spMk id="95" creationId="{00000000-0000-0000-0000-000000000000}"/>
          </ac:spMkLst>
        </pc:spChg>
      </pc:sldChg>
      <pc:sldChg chg="add del">
        <pc:chgData name="Danielle Martin" userId="04f63225-1d27-46ab-9c7c-1c8b513bed32" providerId="ADAL" clId="{72601241-4D32-4A60-887B-6EB693D59379}" dt="2023-03-21T04:10:09.285" v="420" actId="47"/>
        <pc:sldMkLst>
          <pc:docMk/>
          <pc:sldMk cId="394311324" sldId="296"/>
        </pc:sldMkLst>
      </pc:sldChg>
      <pc:sldChg chg="add del">
        <pc:chgData name="Danielle Martin" userId="04f63225-1d27-46ab-9c7c-1c8b513bed32" providerId="ADAL" clId="{72601241-4D32-4A60-887B-6EB693D59379}" dt="2023-03-21T04:03:23.682" v="403" actId="47"/>
        <pc:sldMkLst>
          <pc:docMk/>
          <pc:sldMk cId="1208532956" sldId="299"/>
        </pc:sldMkLst>
      </pc:sldChg>
      <pc:sldChg chg="modSp add del mod">
        <pc:chgData name="Danielle Martin" userId="04f63225-1d27-46ab-9c7c-1c8b513bed32" providerId="ADAL" clId="{72601241-4D32-4A60-887B-6EB693D59379}" dt="2023-03-21T04:13:00.073" v="431" actId="47"/>
        <pc:sldMkLst>
          <pc:docMk/>
          <pc:sldMk cId="2472928703" sldId="300"/>
        </pc:sldMkLst>
        <pc:spChg chg="mod">
          <ac:chgData name="Danielle Martin" userId="04f63225-1d27-46ab-9c7c-1c8b513bed32" providerId="ADAL" clId="{72601241-4D32-4A60-887B-6EB693D59379}" dt="2023-03-21T04:05:26.719" v="406" actId="3626"/>
          <ac:spMkLst>
            <pc:docMk/>
            <pc:sldMk cId="2472928703" sldId="300"/>
            <ac:spMk id="7" creationId="{00000000-0000-0000-0000-000000000000}"/>
          </ac:spMkLst>
        </pc:spChg>
      </pc:sldChg>
      <pc:sldChg chg="add del">
        <pc:chgData name="Danielle Martin" userId="04f63225-1d27-46ab-9c7c-1c8b513bed32" providerId="ADAL" clId="{72601241-4D32-4A60-887B-6EB693D59379}" dt="2023-03-21T04:13:21.945" v="435" actId="47"/>
        <pc:sldMkLst>
          <pc:docMk/>
          <pc:sldMk cId="789832549" sldId="302"/>
        </pc:sldMkLst>
      </pc:sldChg>
      <pc:sldChg chg="modSp add mod modNotesTx">
        <pc:chgData name="Danielle Martin" userId="04f63225-1d27-46ab-9c7c-1c8b513bed32" providerId="ADAL" clId="{72601241-4D32-4A60-887B-6EB693D59379}" dt="2023-03-21T04:23:36.211" v="716" actId="313"/>
        <pc:sldMkLst>
          <pc:docMk/>
          <pc:sldMk cId="1512586690" sldId="303"/>
        </pc:sldMkLst>
        <pc:spChg chg="mod">
          <ac:chgData name="Danielle Martin" userId="04f63225-1d27-46ab-9c7c-1c8b513bed32" providerId="ADAL" clId="{72601241-4D32-4A60-887B-6EB693D59379}" dt="2023-03-21T04:18:41.109" v="496" actId="14100"/>
          <ac:spMkLst>
            <pc:docMk/>
            <pc:sldMk cId="1512586690" sldId="303"/>
            <ac:spMk id="5" creationId="{00000000-0000-0000-0000-000000000000}"/>
          </ac:spMkLst>
        </pc:spChg>
        <pc:spChg chg="mod">
          <ac:chgData name="Danielle Martin" userId="04f63225-1d27-46ab-9c7c-1c8b513bed32" providerId="ADAL" clId="{72601241-4D32-4A60-887B-6EB693D59379}" dt="2023-03-21T04:23:24.283" v="713" actId="5793"/>
          <ac:spMkLst>
            <pc:docMk/>
            <pc:sldMk cId="1512586690" sldId="303"/>
            <ac:spMk id="67" creationId="{00000000-0000-0000-0000-000000000000}"/>
          </ac:spMkLst>
        </pc:spChg>
      </pc:sldChg>
      <pc:sldChg chg="addSp delSp modSp add mod">
        <pc:chgData name="Danielle Martin" userId="04f63225-1d27-46ab-9c7c-1c8b513bed32" providerId="ADAL" clId="{72601241-4D32-4A60-887B-6EB693D59379}" dt="2023-03-21T04:18:51.113" v="500"/>
        <pc:sldMkLst>
          <pc:docMk/>
          <pc:sldMk cId="1841640217" sldId="304"/>
        </pc:sldMkLst>
        <pc:spChg chg="del mod">
          <ac:chgData name="Danielle Martin" userId="04f63225-1d27-46ab-9c7c-1c8b513bed32" providerId="ADAL" clId="{72601241-4D32-4A60-887B-6EB693D59379}" dt="2023-03-21T04:18:50.312" v="499" actId="478"/>
          <ac:spMkLst>
            <pc:docMk/>
            <pc:sldMk cId="1841640217" sldId="304"/>
            <ac:spMk id="5" creationId="{00000000-0000-0000-0000-000000000000}"/>
          </ac:spMkLst>
        </pc:spChg>
        <pc:spChg chg="add del mod">
          <ac:chgData name="Danielle Martin" userId="04f63225-1d27-46ab-9c7c-1c8b513bed32" providerId="ADAL" clId="{72601241-4D32-4A60-887B-6EB693D59379}" dt="2023-03-21T04:18:49.375" v="498"/>
          <ac:spMkLst>
            <pc:docMk/>
            <pc:sldMk cId="1841640217" sldId="304"/>
            <ac:spMk id="7" creationId="{E9D7DC15-2897-96C7-C390-F9DB335BC2A8}"/>
          </ac:spMkLst>
        </pc:spChg>
        <pc:spChg chg="add mod">
          <ac:chgData name="Danielle Martin" userId="04f63225-1d27-46ab-9c7c-1c8b513bed32" providerId="ADAL" clId="{72601241-4D32-4A60-887B-6EB693D59379}" dt="2023-03-21T04:18:51.113" v="500"/>
          <ac:spMkLst>
            <pc:docMk/>
            <pc:sldMk cId="1841640217" sldId="304"/>
            <ac:spMk id="8" creationId="{4B21B2AD-B811-29A0-F116-6F7FD6CD689E}"/>
          </ac:spMkLst>
        </pc:spChg>
      </pc:sldChg>
      <pc:sldChg chg="addSp delSp modSp add mod">
        <pc:chgData name="Danielle Martin" userId="04f63225-1d27-46ab-9c7c-1c8b513bed32" providerId="ADAL" clId="{72601241-4D32-4A60-887B-6EB693D59379}" dt="2023-03-21T04:18:55.166" v="502"/>
        <pc:sldMkLst>
          <pc:docMk/>
          <pc:sldMk cId="1068241505" sldId="305"/>
        </pc:sldMkLst>
        <pc:spChg chg="del mod">
          <ac:chgData name="Danielle Martin" userId="04f63225-1d27-46ab-9c7c-1c8b513bed32" providerId="ADAL" clId="{72601241-4D32-4A60-887B-6EB693D59379}" dt="2023-03-21T04:18:54.550" v="501" actId="478"/>
          <ac:spMkLst>
            <pc:docMk/>
            <pc:sldMk cId="1068241505" sldId="305"/>
            <ac:spMk id="5" creationId="{00000000-0000-0000-0000-000000000000}"/>
          </ac:spMkLst>
        </pc:spChg>
        <pc:spChg chg="add mod">
          <ac:chgData name="Danielle Martin" userId="04f63225-1d27-46ab-9c7c-1c8b513bed32" providerId="ADAL" clId="{72601241-4D32-4A60-887B-6EB693D59379}" dt="2023-03-21T04:18:55.166" v="502"/>
          <ac:spMkLst>
            <pc:docMk/>
            <pc:sldMk cId="1068241505" sldId="305"/>
            <ac:spMk id="7" creationId="{E08A3D52-4897-C5AA-67AC-32B805E6301C}"/>
          </ac:spMkLst>
        </pc:spChg>
      </pc:sldChg>
      <pc:sldChg chg="modSp mod">
        <pc:chgData name="Danielle Martin" userId="04f63225-1d27-46ab-9c7c-1c8b513bed32" providerId="ADAL" clId="{72601241-4D32-4A60-887B-6EB693D59379}" dt="2023-03-21T09:46:10.868" v="773" actId="14100"/>
        <pc:sldMkLst>
          <pc:docMk/>
          <pc:sldMk cId="3559867105" sldId="307"/>
        </pc:sldMkLst>
        <pc:spChg chg="mod">
          <ac:chgData name="Danielle Martin" userId="04f63225-1d27-46ab-9c7c-1c8b513bed32" providerId="ADAL" clId="{72601241-4D32-4A60-887B-6EB693D59379}" dt="2023-03-21T09:45:58.935" v="769" actId="1076"/>
          <ac:spMkLst>
            <pc:docMk/>
            <pc:sldMk cId="3559867105" sldId="307"/>
            <ac:spMk id="6" creationId="{00000000-0000-0000-0000-000000000000}"/>
          </ac:spMkLst>
        </pc:spChg>
        <pc:spChg chg="mod">
          <ac:chgData name="Danielle Martin" userId="04f63225-1d27-46ab-9c7c-1c8b513bed32" providerId="ADAL" clId="{72601241-4D32-4A60-887B-6EB693D59379}" dt="2023-03-21T09:46:01.194" v="770" actId="1076"/>
          <ac:spMkLst>
            <pc:docMk/>
            <pc:sldMk cId="3559867105" sldId="307"/>
            <ac:spMk id="7" creationId="{00000000-0000-0000-0000-000000000000}"/>
          </ac:spMkLst>
        </pc:spChg>
        <pc:spChg chg="mod">
          <ac:chgData name="Danielle Martin" userId="04f63225-1d27-46ab-9c7c-1c8b513bed32" providerId="ADAL" clId="{72601241-4D32-4A60-887B-6EB693D59379}" dt="2023-03-21T09:46:10.868" v="773" actId="14100"/>
          <ac:spMkLst>
            <pc:docMk/>
            <pc:sldMk cId="3559867105" sldId="307"/>
            <ac:spMk id="200" creationId="{00000000-0000-0000-0000-000000000000}"/>
          </ac:spMkLst>
        </pc:spChg>
      </pc:sldChg>
      <pc:sldChg chg="addSp modSp mod">
        <pc:chgData name="Danielle Martin" userId="04f63225-1d27-46ab-9c7c-1c8b513bed32" providerId="ADAL" clId="{72601241-4D32-4A60-887B-6EB693D59379}" dt="2023-03-21T02:43:54.474" v="285" actId="115"/>
        <pc:sldMkLst>
          <pc:docMk/>
          <pc:sldMk cId="667598516" sldId="324"/>
        </pc:sldMkLst>
        <pc:spChg chg="mod">
          <ac:chgData name="Danielle Martin" userId="04f63225-1d27-46ab-9c7c-1c8b513bed32" providerId="ADAL" clId="{72601241-4D32-4A60-887B-6EB693D59379}" dt="2023-03-21T02:39:10.326" v="273" actId="1076"/>
          <ac:spMkLst>
            <pc:docMk/>
            <pc:sldMk cId="667598516" sldId="324"/>
            <ac:spMk id="6" creationId="{00000000-0000-0000-0000-000000000000}"/>
          </ac:spMkLst>
        </pc:spChg>
        <pc:spChg chg="mod">
          <ac:chgData name="Danielle Martin" userId="04f63225-1d27-46ab-9c7c-1c8b513bed32" providerId="ADAL" clId="{72601241-4D32-4A60-887B-6EB693D59379}" dt="2023-03-21T02:39:12.392" v="274" actId="1076"/>
          <ac:spMkLst>
            <pc:docMk/>
            <pc:sldMk cId="667598516" sldId="324"/>
            <ac:spMk id="7" creationId="{00000000-0000-0000-0000-000000000000}"/>
          </ac:spMkLst>
        </pc:spChg>
        <pc:spChg chg="mod">
          <ac:chgData name="Danielle Martin" userId="04f63225-1d27-46ab-9c7c-1c8b513bed32" providerId="ADAL" clId="{72601241-4D32-4A60-887B-6EB693D59379}" dt="2023-03-21T02:43:54.474" v="285" actId="115"/>
          <ac:spMkLst>
            <pc:docMk/>
            <pc:sldMk cId="667598516" sldId="324"/>
            <ac:spMk id="12" creationId="{BB5BEF00-8BA9-4959-8E2C-6C0CCFD01D00}"/>
          </ac:spMkLst>
        </pc:spChg>
        <pc:picChg chg="add mod modCrop">
          <ac:chgData name="Danielle Martin" userId="04f63225-1d27-46ab-9c7c-1c8b513bed32" providerId="ADAL" clId="{72601241-4D32-4A60-887B-6EB693D59379}" dt="2023-03-21T02:43:49.903" v="284" actId="1076"/>
          <ac:picMkLst>
            <pc:docMk/>
            <pc:sldMk cId="667598516" sldId="324"/>
            <ac:picMk id="3" creationId="{11C80306-17FA-179B-12EA-CDCD43251EF0}"/>
          </ac:picMkLst>
        </pc:picChg>
      </pc:sldChg>
      <pc:sldChg chg="modSp mod modNotesTx">
        <pc:chgData name="Danielle Martin" userId="04f63225-1d27-46ab-9c7c-1c8b513bed32" providerId="ADAL" clId="{72601241-4D32-4A60-887B-6EB693D59379}" dt="2023-03-22T08:10:26.291" v="776" actId="20577"/>
        <pc:sldMkLst>
          <pc:docMk/>
          <pc:sldMk cId="2590252942" sldId="325"/>
        </pc:sldMkLst>
        <pc:spChg chg="mod">
          <ac:chgData name="Danielle Martin" userId="04f63225-1d27-46ab-9c7c-1c8b513bed32" providerId="ADAL" clId="{72601241-4D32-4A60-887B-6EB693D59379}" dt="2023-03-22T08:10:17.810" v="775" actId="14100"/>
          <ac:spMkLst>
            <pc:docMk/>
            <pc:sldMk cId="2590252942" sldId="325"/>
            <ac:spMk id="12" creationId="{BB5BEF00-8BA9-4959-8E2C-6C0CCFD01D00}"/>
          </ac:spMkLst>
        </pc:spChg>
      </pc:sldChg>
      <pc:sldChg chg="ord">
        <pc:chgData name="Danielle Martin" userId="04f63225-1d27-46ab-9c7c-1c8b513bed32" providerId="ADAL" clId="{72601241-4D32-4A60-887B-6EB693D59379}" dt="2023-03-21T03:57:51.270" v="391" actId="20578"/>
        <pc:sldMkLst>
          <pc:docMk/>
          <pc:sldMk cId="1736178703" sldId="326"/>
        </pc:sldMkLst>
      </pc:sldChg>
      <pc:sldChg chg="addSp delSp modSp add mod ord">
        <pc:chgData name="Danielle Martin" userId="04f63225-1d27-46ab-9c7c-1c8b513bed32" providerId="ADAL" clId="{72601241-4D32-4A60-887B-6EB693D59379}" dt="2023-03-21T02:49:37.263" v="325" actId="20577"/>
        <pc:sldMkLst>
          <pc:docMk/>
          <pc:sldMk cId="3900216488" sldId="330"/>
        </pc:sldMkLst>
        <pc:spChg chg="mod">
          <ac:chgData name="Danielle Martin" userId="04f63225-1d27-46ab-9c7c-1c8b513bed32" providerId="ADAL" clId="{72601241-4D32-4A60-887B-6EB693D59379}" dt="2023-03-21T02:45:20.759" v="322" actId="1076"/>
          <ac:spMkLst>
            <pc:docMk/>
            <pc:sldMk cId="3900216488" sldId="330"/>
            <ac:spMk id="6" creationId="{00000000-0000-0000-0000-000000000000}"/>
          </ac:spMkLst>
        </pc:spChg>
        <pc:spChg chg="mod">
          <ac:chgData name="Danielle Martin" userId="04f63225-1d27-46ab-9c7c-1c8b513bed32" providerId="ADAL" clId="{72601241-4D32-4A60-887B-6EB693D59379}" dt="2023-03-21T02:45:23.654" v="323" actId="1076"/>
          <ac:spMkLst>
            <pc:docMk/>
            <pc:sldMk cId="3900216488" sldId="330"/>
            <ac:spMk id="7" creationId="{00000000-0000-0000-0000-000000000000}"/>
          </ac:spMkLst>
        </pc:spChg>
        <pc:spChg chg="mod">
          <ac:chgData name="Danielle Martin" userId="04f63225-1d27-46ab-9c7c-1c8b513bed32" providerId="ADAL" clId="{72601241-4D32-4A60-887B-6EB693D59379}" dt="2023-03-21T02:49:37.263" v="325" actId="20577"/>
          <ac:spMkLst>
            <pc:docMk/>
            <pc:sldMk cId="3900216488" sldId="330"/>
            <ac:spMk id="12" creationId="{BB5BEF00-8BA9-4959-8E2C-6C0CCFD01D00}"/>
          </ac:spMkLst>
        </pc:spChg>
        <pc:picChg chg="add del">
          <ac:chgData name="Danielle Martin" userId="04f63225-1d27-46ab-9c7c-1c8b513bed32" providerId="ADAL" clId="{72601241-4D32-4A60-887B-6EB693D59379}" dt="2023-03-21T02:29:36.317" v="209" actId="478"/>
          <ac:picMkLst>
            <pc:docMk/>
            <pc:sldMk cId="3900216488" sldId="330"/>
            <ac:picMk id="2" creationId="{2B43DC4D-C8AE-1485-BC99-D72DA258291F}"/>
          </ac:picMkLst>
        </pc:picChg>
      </pc:sldChg>
      <pc:sldChg chg="addSp delSp modSp add del mod ord">
        <pc:chgData name="Danielle Martin" userId="04f63225-1d27-46ab-9c7c-1c8b513bed32" providerId="ADAL" clId="{72601241-4D32-4A60-887B-6EB693D59379}" dt="2023-03-21T02:39:26.657" v="278" actId="47"/>
        <pc:sldMkLst>
          <pc:docMk/>
          <pc:sldMk cId="3819102668" sldId="331"/>
        </pc:sldMkLst>
        <pc:spChg chg="del">
          <ac:chgData name="Danielle Martin" userId="04f63225-1d27-46ab-9c7c-1c8b513bed32" providerId="ADAL" clId="{72601241-4D32-4A60-887B-6EB693D59379}" dt="2023-03-21T02:29:48.788" v="212" actId="478"/>
          <ac:spMkLst>
            <pc:docMk/>
            <pc:sldMk cId="3819102668" sldId="331"/>
            <ac:spMk id="6" creationId="{00000000-0000-0000-0000-000000000000}"/>
          </ac:spMkLst>
        </pc:spChg>
        <pc:spChg chg="del">
          <ac:chgData name="Danielle Martin" userId="04f63225-1d27-46ab-9c7c-1c8b513bed32" providerId="ADAL" clId="{72601241-4D32-4A60-887B-6EB693D59379}" dt="2023-03-21T02:29:45.173" v="211" actId="478"/>
          <ac:spMkLst>
            <pc:docMk/>
            <pc:sldMk cId="3819102668" sldId="331"/>
            <ac:spMk id="7" creationId="{00000000-0000-0000-0000-000000000000}"/>
          </ac:spMkLst>
        </pc:spChg>
        <pc:spChg chg="del">
          <ac:chgData name="Danielle Martin" userId="04f63225-1d27-46ab-9c7c-1c8b513bed32" providerId="ADAL" clId="{72601241-4D32-4A60-887B-6EB693D59379}" dt="2023-03-21T02:29:43.816" v="210" actId="478"/>
          <ac:spMkLst>
            <pc:docMk/>
            <pc:sldMk cId="3819102668" sldId="331"/>
            <ac:spMk id="12" creationId="{BB5BEF00-8BA9-4959-8E2C-6C0CCFD01D00}"/>
          </ac:spMkLst>
        </pc:spChg>
        <pc:picChg chg="del mod">
          <ac:chgData name="Danielle Martin" userId="04f63225-1d27-46ab-9c7c-1c8b513bed32" providerId="ADAL" clId="{72601241-4D32-4A60-887B-6EB693D59379}" dt="2023-03-21T02:32:44.821" v="216" actId="478"/>
          <ac:picMkLst>
            <pc:docMk/>
            <pc:sldMk cId="3819102668" sldId="331"/>
            <ac:picMk id="2" creationId="{2B43DC4D-C8AE-1485-BC99-D72DA258291F}"/>
          </ac:picMkLst>
        </pc:picChg>
        <pc:picChg chg="add mod modCrop">
          <ac:chgData name="Danielle Martin" userId="04f63225-1d27-46ab-9c7c-1c8b513bed32" providerId="ADAL" clId="{72601241-4D32-4A60-887B-6EB693D59379}" dt="2023-03-21T02:33:18.573" v="226" actId="14100"/>
          <ac:picMkLst>
            <pc:docMk/>
            <pc:sldMk cId="3819102668" sldId="331"/>
            <ac:picMk id="4" creationId="{101BC94A-8ABB-AE0A-5419-9B59C1C0367B}"/>
          </ac:picMkLst>
        </pc:picChg>
      </pc:sldChg>
      <pc:sldChg chg="modSp add mod ord">
        <pc:chgData name="Danielle Martin" userId="04f63225-1d27-46ab-9c7c-1c8b513bed32" providerId="ADAL" clId="{72601241-4D32-4A60-887B-6EB693D59379}" dt="2023-03-22T08:11:29.901" v="778" actId="20577"/>
        <pc:sldMkLst>
          <pc:docMk/>
          <pc:sldMk cId="3868397591" sldId="332"/>
        </pc:sldMkLst>
        <pc:spChg chg="mod">
          <ac:chgData name="Danielle Martin" userId="04f63225-1d27-46ab-9c7c-1c8b513bed32" providerId="ADAL" clId="{72601241-4D32-4A60-887B-6EB693D59379}" dt="2023-03-22T08:11:29.901" v="778" actId="20577"/>
          <ac:spMkLst>
            <pc:docMk/>
            <pc:sldMk cId="3868397591" sldId="332"/>
            <ac:spMk id="12" creationId="{BB5BEF00-8BA9-4959-8E2C-6C0CCFD01D00}"/>
          </ac:spMkLst>
        </pc:spChg>
      </pc:sldChg>
      <pc:sldChg chg="add setBg">
        <pc:chgData name="Danielle Martin" userId="04f63225-1d27-46ab-9c7c-1c8b513bed32" providerId="ADAL" clId="{72601241-4D32-4A60-887B-6EB693D59379}" dt="2023-03-21T04:02:46.276" v="395"/>
        <pc:sldMkLst>
          <pc:docMk/>
          <pc:sldMk cId="3665636830" sldId="333"/>
        </pc:sldMkLst>
      </pc:sldChg>
      <pc:sldChg chg="modSp add del mod setBg">
        <pc:chgData name="Danielle Martin" userId="04f63225-1d27-46ab-9c7c-1c8b513bed32" providerId="ADAL" clId="{72601241-4D32-4A60-887B-6EB693D59379}" dt="2023-03-21T04:07:54.191" v="411" actId="47"/>
        <pc:sldMkLst>
          <pc:docMk/>
          <pc:sldMk cId="727274202" sldId="334"/>
        </pc:sldMkLst>
        <pc:spChg chg="mod">
          <ac:chgData name="Danielle Martin" userId="04f63225-1d27-46ab-9c7c-1c8b513bed32" providerId="ADAL" clId="{72601241-4D32-4A60-887B-6EB693D59379}" dt="2023-03-21T04:05:49.223" v="407"/>
          <ac:spMkLst>
            <pc:docMk/>
            <pc:sldMk cId="727274202" sldId="334"/>
            <ac:spMk id="7" creationId="{00000000-0000-0000-0000-000000000000}"/>
          </ac:spMkLst>
        </pc:spChg>
      </pc:sldChg>
      <pc:sldChg chg="addSp delSp modSp add mod">
        <pc:chgData name="Danielle Martin" userId="04f63225-1d27-46ab-9c7c-1c8b513bed32" providerId="ADAL" clId="{72601241-4D32-4A60-887B-6EB693D59379}" dt="2023-03-21T04:19:49.626" v="620" actId="20577"/>
        <pc:sldMkLst>
          <pc:docMk/>
          <pc:sldMk cId="2755075901" sldId="335"/>
        </pc:sldMkLst>
        <pc:spChg chg="add del mod">
          <ac:chgData name="Danielle Martin" userId="04f63225-1d27-46ab-9c7c-1c8b513bed32" providerId="ADAL" clId="{72601241-4D32-4A60-887B-6EB693D59379}" dt="2023-03-21T04:03:12.452" v="399" actId="478"/>
          <ac:spMkLst>
            <pc:docMk/>
            <pc:sldMk cId="2755075901" sldId="335"/>
            <ac:spMk id="3" creationId="{7017E157-2AEB-0E66-3783-B8078D021ECE}"/>
          </ac:spMkLst>
        </pc:spChg>
        <pc:spChg chg="mod">
          <ac:chgData name="Danielle Martin" userId="04f63225-1d27-46ab-9c7c-1c8b513bed32" providerId="ADAL" clId="{72601241-4D32-4A60-887B-6EB693D59379}" dt="2023-03-21T04:17:54.425" v="450" actId="20577"/>
          <ac:spMkLst>
            <pc:docMk/>
            <pc:sldMk cId="2755075901" sldId="335"/>
            <ac:spMk id="7" creationId="{00000000-0000-0000-0000-000000000000}"/>
          </ac:spMkLst>
        </pc:spChg>
        <pc:spChg chg="del">
          <ac:chgData name="Danielle Martin" userId="04f63225-1d27-46ab-9c7c-1c8b513bed32" providerId="ADAL" clId="{72601241-4D32-4A60-887B-6EB693D59379}" dt="2023-03-21T04:03:10.189" v="398" actId="478"/>
          <ac:spMkLst>
            <pc:docMk/>
            <pc:sldMk cId="2755075901" sldId="335"/>
            <ac:spMk id="8" creationId="{6DE1FA37-C451-4D7A-923C-DE79E70C2821}"/>
          </ac:spMkLst>
        </pc:spChg>
        <pc:spChg chg="mod">
          <ac:chgData name="Danielle Martin" userId="04f63225-1d27-46ab-9c7c-1c8b513bed32" providerId="ADAL" clId="{72601241-4D32-4A60-887B-6EB693D59379}" dt="2023-03-21T04:19:49.626" v="620" actId="20577"/>
          <ac:spMkLst>
            <pc:docMk/>
            <pc:sldMk cId="2755075901" sldId="335"/>
            <ac:spMk id="9" creationId="{E68B9885-F7AA-4B4B-B4FF-A2D9076CC8EF}"/>
          </ac:spMkLst>
        </pc:spChg>
        <pc:spChg chg="del">
          <ac:chgData name="Danielle Martin" userId="04f63225-1d27-46ab-9c7c-1c8b513bed32" providerId="ADAL" clId="{72601241-4D32-4A60-887B-6EB693D59379}" dt="2023-03-21T04:03:19.208" v="402" actId="478"/>
          <ac:spMkLst>
            <pc:docMk/>
            <pc:sldMk cId="2755075901" sldId="335"/>
            <ac:spMk id="10" creationId="{8BF99220-8DB3-4821-93EB-01466DC68747}"/>
          </ac:spMkLst>
        </pc:spChg>
        <pc:spChg chg="del">
          <ac:chgData name="Danielle Martin" userId="04f63225-1d27-46ab-9c7c-1c8b513bed32" providerId="ADAL" clId="{72601241-4D32-4A60-887B-6EB693D59379}" dt="2023-03-21T04:03:17.270" v="401" actId="478"/>
          <ac:spMkLst>
            <pc:docMk/>
            <pc:sldMk cId="2755075901" sldId="335"/>
            <ac:spMk id="11" creationId="{052B5B67-DF82-4C33-B79C-8BDB4B40A9BE}"/>
          </ac:spMkLst>
        </pc:spChg>
      </pc:sldChg>
      <pc:sldChg chg="addSp delSp modSp add mod modNotesTx">
        <pc:chgData name="Danielle Martin" userId="04f63225-1d27-46ab-9c7c-1c8b513bed32" providerId="ADAL" clId="{72601241-4D32-4A60-887B-6EB693D59379}" dt="2023-03-21T04:20:05.327" v="625" actId="108"/>
        <pc:sldMkLst>
          <pc:docMk/>
          <pc:sldMk cId="1573870506" sldId="336"/>
        </pc:sldMkLst>
        <pc:spChg chg="del">
          <ac:chgData name="Danielle Martin" userId="04f63225-1d27-46ab-9c7c-1c8b513bed32" providerId="ADAL" clId="{72601241-4D32-4A60-887B-6EB693D59379}" dt="2023-03-21T04:18:25.934" v="476" actId="478"/>
          <ac:spMkLst>
            <pc:docMk/>
            <pc:sldMk cId="1573870506" sldId="336"/>
            <ac:spMk id="5" creationId="{00000000-0000-0000-0000-000000000000}"/>
          </ac:spMkLst>
        </pc:spChg>
        <pc:spChg chg="add mod">
          <ac:chgData name="Danielle Martin" userId="04f63225-1d27-46ab-9c7c-1c8b513bed32" providerId="ADAL" clId="{72601241-4D32-4A60-887B-6EB693D59379}" dt="2023-03-21T04:18:26.601" v="477"/>
          <ac:spMkLst>
            <pc:docMk/>
            <pc:sldMk cId="1573870506" sldId="336"/>
            <ac:spMk id="8" creationId="{61AB9447-A9A8-7EE8-7DF0-87AA82667AE1}"/>
          </ac:spMkLst>
        </pc:spChg>
        <pc:spChg chg="mod">
          <ac:chgData name="Danielle Martin" userId="04f63225-1d27-46ab-9c7c-1c8b513bed32" providerId="ADAL" clId="{72601241-4D32-4A60-887B-6EB693D59379}" dt="2023-03-21T04:20:05.327" v="625" actId="108"/>
          <ac:spMkLst>
            <pc:docMk/>
            <pc:sldMk cId="1573870506" sldId="336"/>
            <ac:spMk id="95" creationId="{00000000-0000-0000-0000-000000000000}"/>
          </ac:spMkLst>
        </pc:spChg>
      </pc:sldChg>
      <pc:sldChg chg="modSp add mod">
        <pc:chgData name="Danielle Martin" userId="04f63225-1d27-46ab-9c7c-1c8b513bed32" providerId="ADAL" clId="{72601241-4D32-4A60-887B-6EB693D59379}" dt="2023-03-21T04:17:59.126" v="451"/>
        <pc:sldMkLst>
          <pc:docMk/>
          <pc:sldMk cId="3140546938" sldId="337"/>
        </pc:sldMkLst>
        <pc:spChg chg="mod">
          <ac:chgData name="Danielle Martin" userId="04f63225-1d27-46ab-9c7c-1c8b513bed32" providerId="ADAL" clId="{72601241-4D32-4A60-887B-6EB693D59379}" dt="2023-03-21T04:17:59.126" v="451"/>
          <ac:spMkLst>
            <pc:docMk/>
            <pc:sldMk cId="3140546938" sldId="337"/>
            <ac:spMk id="7" creationId="{00000000-0000-0000-0000-000000000000}"/>
          </ac:spMkLst>
        </pc:spChg>
        <pc:spChg chg="mod">
          <ac:chgData name="Danielle Martin" userId="04f63225-1d27-46ab-9c7c-1c8b513bed32" providerId="ADAL" clId="{72601241-4D32-4A60-887B-6EB693D59379}" dt="2023-03-21T04:12:56.022" v="430" actId="5793"/>
          <ac:spMkLst>
            <pc:docMk/>
            <pc:sldMk cId="3140546938" sldId="337"/>
            <ac:spMk id="9" creationId="{E68B9885-F7AA-4B4B-B4FF-A2D9076CC8EF}"/>
          </ac:spMkLst>
        </pc:spChg>
      </pc:sldChg>
      <pc:sldChg chg="modSp add mod">
        <pc:chgData name="Danielle Martin" userId="04f63225-1d27-46ab-9c7c-1c8b513bed32" providerId="ADAL" clId="{72601241-4D32-4A60-887B-6EB693D59379}" dt="2023-03-21T04:18:02.181" v="452"/>
        <pc:sldMkLst>
          <pc:docMk/>
          <pc:sldMk cId="583937037" sldId="338"/>
        </pc:sldMkLst>
        <pc:spChg chg="mod">
          <ac:chgData name="Danielle Martin" userId="04f63225-1d27-46ab-9c7c-1c8b513bed32" providerId="ADAL" clId="{72601241-4D32-4A60-887B-6EB693D59379}" dt="2023-03-21T04:18:02.181" v="452"/>
          <ac:spMkLst>
            <pc:docMk/>
            <pc:sldMk cId="583937037" sldId="338"/>
            <ac:spMk id="7" creationId="{00000000-0000-0000-0000-000000000000}"/>
          </ac:spMkLst>
        </pc:spChg>
        <pc:spChg chg="mod">
          <ac:chgData name="Danielle Martin" userId="04f63225-1d27-46ab-9c7c-1c8b513bed32" providerId="ADAL" clId="{72601241-4D32-4A60-887B-6EB693D59379}" dt="2023-03-21T04:13:17.305" v="434" actId="404"/>
          <ac:spMkLst>
            <pc:docMk/>
            <pc:sldMk cId="583937037" sldId="338"/>
            <ac:spMk id="9" creationId="{E68B9885-F7AA-4B4B-B4FF-A2D9076CC8EF}"/>
          </ac:spMkLst>
        </pc:spChg>
      </pc:sldChg>
      <pc:sldChg chg="modSp add del mod ord">
        <pc:chgData name="Danielle Martin" userId="04f63225-1d27-46ab-9c7c-1c8b513bed32" providerId="ADAL" clId="{72601241-4D32-4A60-887B-6EB693D59379}" dt="2023-03-21T04:23:27.680" v="714" actId="47"/>
        <pc:sldMkLst>
          <pc:docMk/>
          <pc:sldMk cId="2886868146" sldId="339"/>
        </pc:sldMkLst>
        <pc:spChg chg="mod">
          <ac:chgData name="Danielle Martin" userId="04f63225-1d27-46ab-9c7c-1c8b513bed32" providerId="ADAL" clId="{72601241-4D32-4A60-887B-6EB693D59379}" dt="2023-03-21T04:21:50.072" v="647" actId="14100"/>
          <ac:spMkLst>
            <pc:docMk/>
            <pc:sldMk cId="2886868146" sldId="339"/>
            <ac:spMk id="6" creationId="{00000000-0000-0000-0000-000000000000}"/>
          </ac:spMkLst>
        </pc:spChg>
        <pc:spChg chg="mod">
          <ac:chgData name="Danielle Martin" userId="04f63225-1d27-46ab-9c7c-1c8b513bed32" providerId="ADAL" clId="{72601241-4D32-4A60-887B-6EB693D59379}" dt="2023-03-21T04:23:07.729" v="711" actId="20577"/>
          <ac:spMkLst>
            <pc:docMk/>
            <pc:sldMk cId="2886868146" sldId="339"/>
            <ac:spMk id="67" creationId="{00000000-0000-0000-0000-000000000000}"/>
          </ac:spMkLst>
        </pc:spChg>
      </pc:sldChg>
      <pc:sldMasterChg chg="delSldLayout">
        <pc:chgData name="Danielle Martin" userId="04f63225-1d27-46ab-9c7c-1c8b513bed32" providerId="ADAL" clId="{72601241-4D32-4A60-887B-6EB693D59379}" dt="2023-03-21T03:11:06.140" v="331" actId="47"/>
        <pc:sldMasterMkLst>
          <pc:docMk/>
          <pc:sldMasterMk cId="1109330355" sldId="2147483648"/>
        </pc:sldMasterMkLst>
        <pc:sldLayoutChg chg="del">
          <pc:chgData name="Danielle Martin" userId="04f63225-1d27-46ab-9c7c-1c8b513bed32" providerId="ADAL" clId="{72601241-4D32-4A60-887B-6EB693D59379}" dt="2023-03-21T03:11:06.140" v="331" actId="47"/>
          <pc:sldLayoutMkLst>
            <pc:docMk/>
            <pc:sldMasterMk cId="1109330355" sldId="2147483648"/>
            <pc:sldLayoutMk cId="1887143965" sldId="2147483662"/>
          </pc:sldLayoutMkLst>
        </pc:sldLayoutChg>
      </pc:sldMasterChg>
    </pc:docChg>
  </pc:docChgLst>
  <pc:docChgLst>
    <pc:chgData name="Michael Moscarelli" userId="3c45dc76-26ad-4bf2-abee-57b769522a52" providerId="ADAL" clId="{417FC2BC-48C4-4FB5-AEE5-99336420C554}"/>
    <pc:docChg chg="modSld">
      <pc:chgData name="Michael Moscarelli" userId="3c45dc76-26ad-4bf2-abee-57b769522a52" providerId="ADAL" clId="{417FC2BC-48C4-4FB5-AEE5-99336420C554}" dt="2021-08-27T20:11:14.185" v="2"/>
      <pc:docMkLst>
        <pc:docMk/>
      </pc:docMkLst>
      <pc:sldChg chg="modTransition">
        <pc:chgData name="Michael Moscarelli" userId="3c45dc76-26ad-4bf2-abee-57b769522a52" providerId="ADAL" clId="{417FC2BC-48C4-4FB5-AEE5-99336420C554}" dt="2021-08-27T20:11:14.185" v="2"/>
        <pc:sldMkLst>
          <pc:docMk/>
          <pc:sldMk cId="3963571660" sldId="257"/>
        </pc:sldMkLst>
      </pc:sldChg>
      <pc:sldChg chg="modTransition">
        <pc:chgData name="Michael Moscarelli" userId="3c45dc76-26ad-4bf2-abee-57b769522a52" providerId="ADAL" clId="{417FC2BC-48C4-4FB5-AEE5-99336420C554}" dt="2021-08-27T20:11:14.185" v="2"/>
        <pc:sldMkLst>
          <pc:docMk/>
          <pc:sldMk cId="1637460772" sldId="259"/>
        </pc:sldMkLst>
      </pc:sldChg>
      <pc:sldChg chg="modTransition">
        <pc:chgData name="Michael Moscarelli" userId="3c45dc76-26ad-4bf2-abee-57b769522a52" providerId="ADAL" clId="{417FC2BC-48C4-4FB5-AEE5-99336420C554}" dt="2021-08-27T20:11:14.185" v="2"/>
        <pc:sldMkLst>
          <pc:docMk/>
          <pc:sldMk cId="1244445394" sldId="263"/>
        </pc:sldMkLst>
      </pc:sldChg>
      <pc:sldChg chg="modTransition">
        <pc:chgData name="Michael Moscarelli" userId="3c45dc76-26ad-4bf2-abee-57b769522a52" providerId="ADAL" clId="{417FC2BC-48C4-4FB5-AEE5-99336420C554}" dt="2021-08-27T20:11:14.185" v="2"/>
        <pc:sldMkLst>
          <pc:docMk/>
          <pc:sldMk cId="4292549403" sldId="264"/>
        </pc:sldMkLst>
      </pc:sldChg>
      <pc:sldChg chg="modTransition">
        <pc:chgData name="Michael Moscarelli" userId="3c45dc76-26ad-4bf2-abee-57b769522a52" providerId="ADAL" clId="{417FC2BC-48C4-4FB5-AEE5-99336420C554}" dt="2021-08-27T20:11:14.185" v="2"/>
        <pc:sldMkLst>
          <pc:docMk/>
          <pc:sldMk cId="2429378618" sldId="265"/>
        </pc:sldMkLst>
      </pc:sldChg>
      <pc:sldChg chg="modTransition">
        <pc:chgData name="Michael Moscarelli" userId="3c45dc76-26ad-4bf2-abee-57b769522a52" providerId="ADAL" clId="{417FC2BC-48C4-4FB5-AEE5-99336420C554}" dt="2021-08-27T20:11:14.185" v="2"/>
        <pc:sldMkLst>
          <pc:docMk/>
          <pc:sldMk cId="3368432275" sldId="266"/>
        </pc:sldMkLst>
      </pc:sldChg>
      <pc:sldChg chg="modTransition">
        <pc:chgData name="Michael Moscarelli" userId="3c45dc76-26ad-4bf2-abee-57b769522a52" providerId="ADAL" clId="{417FC2BC-48C4-4FB5-AEE5-99336420C554}" dt="2021-08-27T20:11:14.185" v="2"/>
        <pc:sldMkLst>
          <pc:docMk/>
          <pc:sldMk cId="2502525383" sldId="267"/>
        </pc:sldMkLst>
      </pc:sldChg>
      <pc:sldChg chg="modTransition">
        <pc:chgData name="Michael Moscarelli" userId="3c45dc76-26ad-4bf2-abee-57b769522a52" providerId="ADAL" clId="{417FC2BC-48C4-4FB5-AEE5-99336420C554}" dt="2021-08-27T20:11:14.185" v="2"/>
        <pc:sldMkLst>
          <pc:docMk/>
          <pc:sldMk cId="973098032" sldId="268"/>
        </pc:sldMkLst>
      </pc:sldChg>
      <pc:sldChg chg="modTransition">
        <pc:chgData name="Michael Moscarelli" userId="3c45dc76-26ad-4bf2-abee-57b769522a52" providerId="ADAL" clId="{417FC2BC-48C4-4FB5-AEE5-99336420C554}" dt="2021-08-27T20:11:14.185" v="2"/>
        <pc:sldMkLst>
          <pc:docMk/>
          <pc:sldMk cId="64403297" sldId="269"/>
        </pc:sldMkLst>
      </pc:sldChg>
      <pc:sldChg chg="modTransition">
        <pc:chgData name="Michael Moscarelli" userId="3c45dc76-26ad-4bf2-abee-57b769522a52" providerId="ADAL" clId="{417FC2BC-48C4-4FB5-AEE5-99336420C554}" dt="2021-08-27T20:11:14.185" v="2"/>
        <pc:sldMkLst>
          <pc:docMk/>
          <pc:sldMk cId="1764266274" sldId="270"/>
        </pc:sldMkLst>
      </pc:sldChg>
      <pc:sldChg chg="modTransition">
        <pc:chgData name="Michael Moscarelli" userId="3c45dc76-26ad-4bf2-abee-57b769522a52" providerId="ADAL" clId="{417FC2BC-48C4-4FB5-AEE5-99336420C554}" dt="2021-08-27T20:11:14.185" v="2"/>
        <pc:sldMkLst>
          <pc:docMk/>
          <pc:sldMk cId="3597516244" sldId="272"/>
        </pc:sldMkLst>
      </pc:sldChg>
      <pc:sldChg chg="modTransition">
        <pc:chgData name="Michael Moscarelli" userId="3c45dc76-26ad-4bf2-abee-57b769522a52" providerId="ADAL" clId="{417FC2BC-48C4-4FB5-AEE5-99336420C554}" dt="2021-08-27T20:11:14.185" v="2"/>
        <pc:sldMkLst>
          <pc:docMk/>
          <pc:sldMk cId="1771842136" sldId="273"/>
        </pc:sldMkLst>
      </pc:sldChg>
      <pc:sldChg chg="modTransition">
        <pc:chgData name="Michael Moscarelli" userId="3c45dc76-26ad-4bf2-abee-57b769522a52" providerId="ADAL" clId="{417FC2BC-48C4-4FB5-AEE5-99336420C554}" dt="2021-08-27T20:11:14.185" v="2"/>
        <pc:sldMkLst>
          <pc:docMk/>
          <pc:sldMk cId="4150192465" sldId="274"/>
        </pc:sldMkLst>
      </pc:sldChg>
      <pc:sldChg chg="modTransition">
        <pc:chgData name="Michael Moscarelli" userId="3c45dc76-26ad-4bf2-abee-57b769522a52" providerId="ADAL" clId="{417FC2BC-48C4-4FB5-AEE5-99336420C554}" dt="2021-08-27T20:11:14.185" v="2"/>
        <pc:sldMkLst>
          <pc:docMk/>
          <pc:sldMk cId="2858251979" sldId="275"/>
        </pc:sldMkLst>
      </pc:sldChg>
      <pc:sldChg chg="modTransition">
        <pc:chgData name="Michael Moscarelli" userId="3c45dc76-26ad-4bf2-abee-57b769522a52" providerId="ADAL" clId="{417FC2BC-48C4-4FB5-AEE5-99336420C554}" dt="2021-08-27T20:11:14.185" v="2"/>
        <pc:sldMkLst>
          <pc:docMk/>
          <pc:sldMk cId="2934135243" sldId="276"/>
        </pc:sldMkLst>
      </pc:sldChg>
      <pc:sldChg chg="modTransition">
        <pc:chgData name="Michael Moscarelli" userId="3c45dc76-26ad-4bf2-abee-57b769522a52" providerId="ADAL" clId="{417FC2BC-48C4-4FB5-AEE5-99336420C554}" dt="2021-08-27T20:11:14.185" v="2"/>
        <pc:sldMkLst>
          <pc:docMk/>
          <pc:sldMk cId="910019463" sldId="279"/>
        </pc:sldMkLst>
      </pc:sldChg>
      <pc:sldChg chg="modTransition">
        <pc:chgData name="Michael Moscarelli" userId="3c45dc76-26ad-4bf2-abee-57b769522a52" providerId="ADAL" clId="{417FC2BC-48C4-4FB5-AEE5-99336420C554}" dt="2021-08-27T20:11:14.185" v="2"/>
        <pc:sldMkLst>
          <pc:docMk/>
          <pc:sldMk cId="2645672660" sldId="283"/>
        </pc:sldMkLst>
      </pc:sldChg>
      <pc:sldChg chg="modTransition">
        <pc:chgData name="Michael Moscarelli" userId="3c45dc76-26ad-4bf2-abee-57b769522a52" providerId="ADAL" clId="{417FC2BC-48C4-4FB5-AEE5-99336420C554}" dt="2021-08-27T20:11:14.185" v="2"/>
        <pc:sldMkLst>
          <pc:docMk/>
          <pc:sldMk cId="4164642956" sldId="284"/>
        </pc:sldMkLst>
      </pc:sldChg>
      <pc:sldChg chg="modTransition">
        <pc:chgData name="Michael Moscarelli" userId="3c45dc76-26ad-4bf2-abee-57b769522a52" providerId="ADAL" clId="{417FC2BC-48C4-4FB5-AEE5-99336420C554}" dt="2021-08-27T20:11:14.185" v="2"/>
        <pc:sldMkLst>
          <pc:docMk/>
          <pc:sldMk cId="798250953" sldId="285"/>
        </pc:sldMkLst>
      </pc:sldChg>
      <pc:sldChg chg="modTransition">
        <pc:chgData name="Michael Moscarelli" userId="3c45dc76-26ad-4bf2-abee-57b769522a52" providerId="ADAL" clId="{417FC2BC-48C4-4FB5-AEE5-99336420C554}" dt="2021-08-27T20:11:14.185" v="2"/>
        <pc:sldMkLst>
          <pc:docMk/>
          <pc:sldMk cId="1922730267" sldId="287"/>
        </pc:sldMkLst>
      </pc:sldChg>
      <pc:sldChg chg="modTransition">
        <pc:chgData name="Michael Moscarelli" userId="3c45dc76-26ad-4bf2-abee-57b769522a52" providerId="ADAL" clId="{417FC2BC-48C4-4FB5-AEE5-99336420C554}" dt="2021-08-27T20:11:14.185" v="2"/>
        <pc:sldMkLst>
          <pc:docMk/>
          <pc:sldMk cId="3085414058" sldId="288"/>
        </pc:sldMkLst>
      </pc:sldChg>
      <pc:sldChg chg="modTransition">
        <pc:chgData name="Michael Moscarelli" userId="3c45dc76-26ad-4bf2-abee-57b769522a52" providerId="ADAL" clId="{417FC2BC-48C4-4FB5-AEE5-99336420C554}" dt="2021-08-27T20:11:14.185" v="2"/>
        <pc:sldMkLst>
          <pc:docMk/>
          <pc:sldMk cId="637105166" sldId="289"/>
        </pc:sldMkLst>
      </pc:sldChg>
      <pc:sldChg chg="modTransition">
        <pc:chgData name="Michael Moscarelli" userId="3c45dc76-26ad-4bf2-abee-57b769522a52" providerId="ADAL" clId="{417FC2BC-48C4-4FB5-AEE5-99336420C554}" dt="2021-08-27T20:11:14.185" v="2"/>
        <pc:sldMkLst>
          <pc:docMk/>
          <pc:sldMk cId="1487187997" sldId="290"/>
        </pc:sldMkLst>
      </pc:sldChg>
      <pc:sldChg chg="modTransition">
        <pc:chgData name="Michael Moscarelli" userId="3c45dc76-26ad-4bf2-abee-57b769522a52" providerId="ADAL" clId="{417FC2BC-48C4-4FB5-AEE5-99336420C554}" dt="2021-08-27T20:11:14.185" v="2"/>
        <pc:sldMkLst>
          <pc:docMk/>
          <pc:sldMk cId="2540148509" sldId="292"/>
        </pc:sldMkLst>
      </pc:sldChg>
      <pc:sldChg chg="modTransition">
        <pc:chgData name="Michael Moscarelli" userId="3c45dc76-26ad-4bf2-abee-57b769522a52" providerId="ADAL" clId="{417FC2BC-48C4-4FB5-AEE5-99336420C554}" dt="2021-08-27T20:11:14.185" v="2"/>
        <pc:sldMkLst>
          <pc:docMk/>
          <pc:sldMk cId="241458670" sldId="293"/>
        </pc:sldMkLst>
      </pc:sldChg>
      <pc:sldChg chg="modTransition">
        <pc:chgData name="Michael Moscarelli" userId="3c45dc76-26ad-4bf2-abee-57b769522a52" providerId="ADAL" clId="{417FC2BC-48C4-4FB5-AEE5-99336420C554}" dt="2021-08-27T20:11:14.185" v="2"/>
        <pc:sldMkLst>
          <pc:docMk/>
          <pc:sldMk cId="3381497375" sldId="295"/>
        </pc:sldMkLst>
      </pc:sldChg>
      <pc:sldChg chg="modTransition">
        <pc:chgData name="Michael Moscarelli" userId="3c45dc76-26ad-4bf2-abee-57b769522a52" providerId="ADAL" clId="{417FC2BC-48C4-4FB5-AEE5-99336420C554}" dt="2021-08-27T20:11:14.185" v="2"/>
        <pc:sldMkLst>
          <pc:docMk/>
          <pc:sldMk cId="394311324" sldId="296"/>
        </pc:sldMkLst>
      </pc:sldChg>
      <pc:sldChg chg="modTransition">
        <pc:chgData name="Michael Moscarelli" userId="3c45dc76-26ad-4bf2-abee-57b769522a52" providerId="ADAL" clId="{417FC2BC-48C4-4FB5-AEE5-99336420C554}" dt="2021-08-27T20:11:14.185" v="2"/>
        <pc:sldMkLst>
          <pc:docMk/>
          <pc:sldMk cId="2743023188" sldId="297"/>
        </pc:sldMkLst>
      </pc:sldChg>
      <pc:sldChg chg="modTransition">
        <pc:chgData name="Michael Moscarelli" userId="3c45dc76-26ad-4bf2-abee-57b769522a52" providerId="ADAL" clId="{417FC2BC-48C4-4FB5-AEE5-99336420C554}" dt="2021-08-27T20:11:14.185" v="2"/>
        <pc:sldMkLst>
          <pc:docMk/>
          <pc:sldMk cId="1208532956" sldId="299"/>
        </pc:sldMkLst>
      </pc:sldChg>
      <pc:sldChg chg="modTransition">
        <pc:chgData name="Michael Moscarelli" userId="3c45dc76-26ad-4bf2-abee-57b769522a52" providerId="ADAL" clId="{417FC2BC-48C4-4FB5-AEE5-99336420C554}" dt="2021-08-27T20:11:14.185" v="2"/>
        <pc:sldMkLst>
          <pc:docMk/>
          <pc:sldMk cId="2472928703" sldId="300"/>
        </pc:sldMkLst>
      </pc:sldChg>
      <pc:sldChg chg="modTransition">
        <pc:chgData name="Michael Moscarelli" userId="3c45dc76-26ad-4bf2-abee-57b769522a52" providerId="ADAL" clId="{417FC2BC-48C4-4FB5-AEE5-99336420C554}" dt="2021-08-27T20:11:14.185" v="2"/>
        <pc:sldMkLst>
          <pc:docMk/>
          <pc:sldMk cId="789832549" sldId="302"/>
        </pc:sldMkLst>
      </pc:sldChg>
      <pc:sldChg chg="modTransition">
        <pc:chgData name="Michael Moscarelli" userId="3c45dc76-26ad-4bf2-abee-57b769522a52" providerId="ADAL" clId="{417FC2BC-48C4-4FB5-AEE5-99336420C554}" dt="2021-08-27T20:11:14.185" v="2"/>
        <pc:sldMkLst>
          <pc:docMk/>
          <pc:sldMk cId="1512586690" sldId="303"/>
        </pc:sldMkLst>
      </pc:sldChg>
      <pc:sldChg chg="modTransition">
        <pc:chgData name="Michael Moscarelli" userId="3c45dc76-26ad-4bf2-abee-57b769522a52" providerId="ADAL" clId="{417FC2BC-48C4-4FB5-AEE5-99336420C554}" dt="2021-08-27T20:11:14.185" v="2"/>
        <pc:sldMkLst>
          <pc:docMk/>
          <pc:sldMk cId="1841640217" sldId="304"/>
        </pc:sldMkLst>
      </pc:sldChg>
      <pc:sldChg chg="modTransition">
        <pc:chgData name="Michael Moscarelli" userId="3c45dc76-26ad-4bf2-abee-57b769522a52" providerId="ADAL" clId="{417FC2BC-48C4-4FB5-AEE5-99336420C554}" dt="2021-08-27T20:11:14.185" v="2"/>
        <pc:sldMkLst>
          <pc:docMk/>
          <pc:sldMk cId="1068241505" sldId="305"/>
        </pc:sldMkLst>
      </pc:sldChg>
      <pc:sldChg chg="modTransition">
        <pc:chgData name="Michael Moscarelli" userId="3c45dc76-26ad-4bf2-abee-57b769522a52" providerId="ADAL" clId="{417FC2BC-48C4-4FB5-AEE5-99336420C554}" dt="2021-08-27T20:11:14.185" v="2"/>
        <pc:sldMkLst>
          <pc:docMk/>
          <pc:sldMk cId="3696477027" sldId="306"/>
        </pc:sldMkLst>
      </pc:sldChg>
    </pc:docChg>
  </pc:docChgLst>
  <pc:docChgLst>
    <pc:chgData name="Andi Thomas" userId="ee72f13c-c708-4c1d-ae30-b90431e19cf8" providerId="ADAL" clId="{92380E31-A3B8-42BC-9F92-D417623F6030}"/>
    <pc:docChg chg="custSel modSld">
      <pc:chgData name="Andi Thomas" userId="ee72f13c-c708-4c1d-ae30-b90431e19cf8" providerId="ADAL" clId="{92380E31-A3B8-42BC-9F92-D417623F6030}" dt="2021-09-07T19:03:23.734" v="2943" actId="20577"/>
      <pc:docMkLst>
        <pc:docMk/>
      </pc:docMkLst>
      <pc:sldChg chg="modSp mod">
        <pc:chgData name="Andi Thomas" userId="ee72f13c-c708-4c1d-ae30-b90431e19cf8" providerId="ADAL" clId="{92380E31-A3B8-42BC-9F92-D417623F6030}" dt="2021-08-19T18:26:10.758" v="15" actId="20577"/>
        <pc:sldMkLst>
          <pc:docMk/>
          <pc:sldMk cId="4292549403" sldId="264"/>
        </pc:sldMkLst>
        <pc:spChg chg="mod">
          <ac:chgData name="Andi Thomas" userId="ee72f13c-c708-4c1d-ae30-b90431e19cf8" providerId="ADAL" clId="{92380E31-A3B8-42BC-9F92-D417623F6030}" dt="2021-08-19T18:26:10.758" v="15" actId="20577"/>
          <ac:spMkLst>
            <pc:docMk/>
            <pc:sldMk cId="4292549403" sldId="264"/>
            <ac:spMk id="95" creationId="{00000000-0000-0000-0000-000000000000}"/>
          </ac:spMkLst>
        </pc:spChg>
      </pc:sldChg>
      <pc:sldChg chg="modSp mod modNotesTx">
        <pc:chgData name="Andi Thomas" userId="ee72f13c-c708-4c1d-ae30-b90431e19cf8" providerId="ADAL" clId="{92380E31-A3B8-42BC-9F92-D417623F6030}" dt="2021-09-07T19:01:21.452" v="2830" actId="20577"/>
        <pc:sldMkLst>
          <pc:docMk/>
          <pc:sldMk cId="3368432275" sldId="266"/>
        </pc:sldMkLst>
        <pc:spChg chg="mod">
          <ac:chgData name="Andi Thomas" userId="ee72f13c-c708-4c1d-ae30-b90431e19cf8" providerId="ADAL" clId="{92380E31-A3B8-42BC-9F92-D417623F6030}" dt="2021-08-27T19:52:20.894" v="2379" actId="20577"/>
          <ac:spMkLst>
            <pc:docMk/>
            <pc:sldMk cId="3368432275" sldId="266"/>
            <ac:spMk id="200" creationId="{00000000-0000-0000-0000-000000000000}"/>
          </ac:spMkLst>
        </pc:spChg>
      </pc:sldChg>
      <pc:sldChg chg="modNotesTx">
        <pc:chgData name="Andi Thomas" userId="ee72f13c-c708-4c1d-ae30-b90431e19cf8" providerId="ADAL" clId="{92380E31-A3B8-42BC-9F92-D417623F6030}" dt="2021-09-07T19:02:37.539" v="2923" actId="20577"/>
        <pc:sldMkLst>
          <pc:docMk/>
          <pc:sldMk cId="2502525383" sldId="267"/>
        </pc:sldMkLst>
      </pc:sldChg>
      <pc:sldChg chg="modNotesTx">
        <pc:chgData name="Andi Thomas" userId="ee72f13c-c708-4c1d-ae30-b90431e19cf8" providerId="ADAL" clId="{92380E31-A3B8-42BC-9F92-D417623F6030}" dt="2021-09-07T19:02:54.849" v="2924" actId="20577"/>
        <pc:sldMkLst>
          <pc:docMk/>
          <pc:sldMk cId="973098032" sldId="268"/>
        </pc:sldMkLst>
      </pc:sldChg>
      <pc:sldChg chg="modNotesTx">
        <pc:chgData name="Andi Thomas" userId="ee72f13c-c708-4c1d-ae30-b90431e19cf8" providerId="ADAL" clId="{92380E31-A3B8-42BC-9F92-D417623F6030}" dt="2021-09-07T19:03:18.754" v="2942" actId="20577"/>
        <pc:sldMkLst>
          <pc:docMk/>
          <pc:sldMk cId="64403297" sldId="269"/>
        </pc:sldMkLst>
      </pc:sldChg>
      <pc:sldChg chg="modNotesTx">
        <pc:chgData name="Andi Thomas" userId="ee72f13c-c708-4c1d-ae30-b90431e19cf8" providerId="ADAL" clId="{92380E31-A3B8-42BC-9F92-D417623F6030}" dt="2021-08-27T19:48:34.823" v="2315" actId="20577"/>
        <pc:sldMkLst>
          <pc:docMk/>
          <pc:sldMk cId="1771842136" sldId="273"/>
        </pc:sldMkLst>
      </pc:sldChg>
      <pc:sldChg chg="modSp mod">
        <pc:chgData name="Andi Thomas" userId="ee72f13c-c708-4c1d-ae30-b90431e19cf8" providerId="ADAL" clId="{92380E31-A3B8-42BC-9F92-D417623F6030}" dt="2021-08-27T19:27:50.672" v="1260" actId="20577"/>
        <pc:sldMkLst>
          <pc:docMk/>
          <pc:sldMk cId="2858251979" sldId="275"/>
        </pc:sldMkLst>
        <pc:spChg chg="mod">
          <ac:chgData name="Andi Thomas" userId="ee72f13c-c708-4c1d-ae30-b90431e19cf8" providerId="ADAL" clId="{92380E31-A3B8-42BC-9F92-D417623F6030}" dt="2021-08-27T19:27:50.672" v="1260" actId="20577"/>
          <ac:spMkLst>
            <pc:docMk/>
            <pc:sldMk cId="2858251979" sldId="275"/>
            <ac:spMk id="5" creationId="{00000000-0000-0000-0000-000000000000}"/>
          </ac:spMkLst>
        </pc:spChg>
      </pc:sldChg>
      <pc:sldChg chg="modNotesTx">
        <pc:chgData name="Andi Thomas" userId="ee72f13c-c708-4c1d-ae30-b90431e19cf8" providerId="ADAL" clId="{92380E31-A3B8-42BC-9F92-D417623F6030}" dt="2021-08-19T19:10:23.130" v="1136" actId="20577"/>
        <pc:sldMkLst>
          <pc:docMk/>
          <pc:sldMk cId="3085414058" sldId="288"/>
        </pc:sldMkLst>
      </pc:sldChg>
      <pc:sldChg chg="modSp mod modNotesTx">
        <pc:chgData name="Andi Thomas" userId="ee72f13c-c708-4c1d-ae30-b90431e19cf8" providerId="ADAL" clId="{92380E31-A3B8-42BC-9F92-D417623F6030}" dt="2021-09-07T18:57:58.447" v="2382" actId="20577"/>
        <pc:sldMkLst>
          <pc:docMk/>
          <pc:sldMk cId="637105166" sldId="289"/>
        </pc:sldMkLst>
        <pc:spChg chg="mod">
          <ac:chgData name="Andi Thomas" userId="ee72f13c-c708-4c1d-ae30-b90431e19cf8" providerId="ADAL" clId="{92380E31-A3B8-42BC-9F92-D417623F6030}" dt="2021-08-19T18:23:37.565" v="12" actId="20577"/>
          <ac:spMkLst>
            <pc:docMk/>
            <pc:sldMk cId="637105166" sldId="289"/>
            <ac:spMk id="8" creationId="{32EA02CE-9837-4204-85DD-912C05CE0257}"/>
          </ac:spMkLst>
        </pc:spChg>
      </pc:sldChg>
      <pc:sldChg chg="modNotesTx">
        <pc:chgData name="Andi Thomas" userId="ee72f13c-c708-4c1d-ae30-b90431e19cf8" providerId="ADAL" clId="{92380E31-A3B8-42BC-9F92-D417623F6030}" dt="2021-09-07T19:03:23.734" v="2943" actId="20577"/>
        <pc:sldMkLst>
          <pc:docMk/>
          <pc:sldMk cId="3696477027" sldId="306"/>
        </pc:sldMkLst>
      </pc:sldChg>
    </pc:docChg>
  </pc:docChgLst>
  <pc:docChgLst>
    <pc:chgData name="Stephanie Verganza" userId="ffc5f8f4-b46c-4eb7-ad0a-4bc869c58a2c" providerId="ADAL" clId="{7A3D8FD7-DF31-473D-9279-FEEC72DE29F4}"/>
    <pc:docChg chg="undo custSel addSld delSld modSld sldOrd">
      <pc:chgData name="Stephanie Verganza" userId="ffc5f8f4-b46c-4eb7-ad0a-4bc869c58a2c" providerId="ADAL" clId="{7A3D8FD7-DF31-473D-9279-FEEC72DE29F4}" dt="2021-09-07T19:10:33.067" v="4529" actId="20577"/>
      <pc:docMkLst>
        <pc:docMk/>
      </pc:docMkLst>
      <pc:sldChg chg="modSp modNotesTx">
        <pc:chgData name="Stephanie Verganza" userId="ffc5f8f4-b46c-4eb7-ad0a-4bc869c58a2c" providerId="ADAL" clId="{7A3D8FD7-DF31-473D-9279-FEEC72DE29F4}" dt="2021-08-19T18:28:29.721" v="4216" actId="20577"/>
        <pc:sldMkLst>
          <pc:docMk/>
          <pc:sldMk cId="2429378618" sldId="265"/>
        </pc:sldMkLst>
        <pc:spChg chg="mod">
          <ac:chgData name="Stephanie Verganza" userId="ffc5f8f4-b46c-4eb7-ad0a-4bc869c58a2c" providerId="ADAL" clId="{7A3D8FD7-DF31-473D-9279-FEEC72DE29F4}" dt="2021-08-16T21:42:06.732" v="1149" actId="207"/>
          <ac:spMkLst>
            <pc:docMk/>
            <pc:sldMk cId="2429378618" sldId="265"/>
            <ac:spMk id="5" creationId="{00000000-0000-0000-0000-000000000000}"/>
          </ac:spMkLst>
        </pc:spChg>
      </pc:sldChg>
      <pc:sldChg chg="modSp modNotesTx">
        <pc:chgData name="Stephanie Verganza" userId="ffc5f8f4-b46c-4eb7-ad0a-4bc869c58a2c" providerId="ADAL" clId="{7A3D8FD7-DF31-473D-9279-FEEC72DE29F4}" dt="2021-08-19T18:54:22.023" v="4523" actId="20577"/>
        <pc:sldMkLst>
          <pc:docMk/>
          <pc:sldMk cId="3368432275" sldId="266"/>
        </pc:sldMkLst>
        <pc:spChg chg="mod">
          <ac:chgData name="Stephanie Verganza" userId="ffc5f8f4-b46c-4eb7-ad0a-4bc869c58a2c" providerId="ADAL" clId="{7A3D8FD7-DF31-473D-9279-FEEC72DE29F4}" dt="2021-08-16T21:45:39.797" v="1151" actId="207"/>
          <ac:spMkLst>
            <pc:docMk/>
            <pc:sldMk cId="3368432275" sldId="266"/>
            <ac:spMk id="6" creationId="{00000000-0000-0000-0000-000000000000}"/>
          </ac:spMkLst>
        </pc:spChg>
      </pc:sldChg>
      <pc:sldChg chg="modSp">
        <pc:chgData name="Stephanie Verganza" userId="ffc5f8f4-b46c-4eb7-ad0a-4bc869c58a2c" providerId="ADAL" clId="{7A3D8FD7-DF31-473D-9279-FEEC72DE29F4}" dt="2021-08-16T21:45:57.604" v="1152"/>
        <pc:sldMkLst>
          <pc:docMk/>
          <pc:sldMk cId="2502525383" sldId="267"/>
        </pc:sldMkLst>
        <pc:spChg chg="mod">
          <ac:chgData name="Stephanie Verganza" userId="ffc5f8f4-b46c-4eb7-ad0a-4bc869c58a2c" providerId="ADAL" clId="{7A3D8FD7-DF31-473D-9279-FEEC72DE29F4}" dt="2021-08-16T21:45:57.604" v="1152"/>
          <ac:spMkLst>
            <pc:docMk/>
            <pc:sldMk cId="2502525383" sldId="267"/>
            <ac:spMk id="7" creationId="{00000000-0000-0000-0000-000000000000}"/>
          </ac:spMkLst>
        </pc:spChg>
      </pc:sldChg>
      <pc:sldChg chg="modSp">
        <pc:chgData name="Stephanie Verganza" userId="ffc5f8f4-b46c-4eb7-ad0a-4bc869c58a2c" providerId="ADAL" clId="{7A3D8FD7-DF31-473D-9279-FEEC72DE29F4}" dt="2021-08-16T21:46:02.150" v="1153"/>
        <pc:sldMkLst>
          <pc:docMk/>
          <pc:sldMk cId="973098032" sldId="268"/>
        </pc:sldMkLst>
        <pc:spChg chg="mod">
          <ac:chgData name="Stephanie Verganza" userId="ffc5f8f4-b46c-4eb7-ad0a-4bc869c58a2c" providerId="ADAL" clId="{7A3D8FD7-DF31-473D-9279-FEEC72DE29F4}" dt="2021-08-16T21:46:02.150" v="1153"/>
          <ac:spMkLst>
            <pc:docMk/>
            <pc:sldMk cId="973098032" sldId="268"/>
            <ac:spMk id="6" creationId="{00000000-0000-0000-0000-000000000000}"/>
          </ac:spMkLst>
        </pc:spChg>
      </pc:sldChg>
      <pc:sldChg chg="modSp modNotesTx">
        <pc:chgData name="Stephanie Verganza" userId="ffc5f8f4-b46c-4eb7-ad0a-4bc869c58a2c" providerId="ADAL" clId="{7A3D8FD7-DF31-473D-9279-FEEC72DE29F4}" dt="2021-08-17T22:18:37.594" v="4094" actId="20577"/>
        <pc:sldMkLst>
          <pc:docMk/>
          <pc:sldMk cId="64403297" sldId="269"/>
        </pc:sldMkLst>
        <pc:spChg chg="mod">
          <ac:chgData name="Stephanie Verganza" userId="ffc5f8f4-b46c-4eb7-ad0a-4bc869c58a2c" providerId="ADAL" clId="{7A3D8FD7-DF31-473D-9279-FEEC72DE29F4}" dt="2021-08-16T21:47:35.417" v="1163" actId="207"/>
          <ac:spMkLst>
            <pc:docMk/>
            <pc:sldMk cId="64403297" sldId="269"/>
            <ac:spMk id="7" creationId="{00000000-0000-0000-0000-000000000000}"/>
          </ac:spMkLst>
        </pc:spChg>
        <pc:spChg chg="mod">
          <ac:chgData name="Stephanie Verganza" userId="ffc5f8f4-b46c-4eb7-ad0a-4bc869c58a2c" providerId="ADAL" clId="{7A3D8FD7-DF31-473D-9279-FEEC72DE29F4}" dt="2021-08-17T22:18:37.594" v="4094" actId="20577"/>
          <ac:spMkLst>
            <pc:docMk/>
            <pc:sldMk cId="64403297" sldId="269"/>
            <ac:spMk id="200" creationId="{00000000-0000-0000-0000-000000000000}"/>
          </ac:spMkLst>
        </pc:spChg>
      </pc:sldChg>
      <pc:sldChg chg="addSp delSp modSp">
        <pc:chgData name="Stephanie Verganza" userId="ffc5f8f4-b46c-4eb7-ad0a-4bc869c58a2c" providerId="ADAL" clId="{7A3D8FD7-DF31-473D-9279-FEEC72DE29F4}" dt="2021-08-16T22:34:39.293" v="1420"/>
        <pc:sldMkLst>
          <pc:docMk/>
          <pc:sldMk cId="1764266274" sldId="270"/>
        </pc:sldMkLst>
        <pc:spChg chg="add del mod">
          <ac:chgData name="Stephanie Verganza" userId="ffc5f8f4-b46c-4eb7-ad0a-4bc869c58a2c" providerId="ADAL" clId="{7A3D8FD7-DF31-473D-9279-FEEC72DE29F4}" dt="2021-08-16T22:34:39.293" v="1420"/>
          <ac:spMkLst>
            <pc:docMk/>
            <pc:sldMk cId="1764266274" sldId="270"/>
            <ac:spMk id="2" creationId="{3F2A75A2-BEB0-4A50-B663-182D2348202C}"/>
          </ac:spMkLst>
        </pc:spChg>
        <pc:spChg chg="add del mod">
          <ac:chgData name="Stephanie Verganza" userId="ffc5f8f4-b46c-4eb7-ad0a-4bc869c58a2c" providerId="ADAL" clId="{7A3D8FD7-DF31-473D-9279-FEEC72DE29F4}" dt="2021-08-16T22:34:39.293" v="1420"/>
          <ac:spMkLst>
            <pc:docMk/>
            <pc:sldMk cId="1764266274" sldId="270"/>
            <ac:spMk id="3" creationId="{BA2790D5-8C40-48EF-9B7D-3ED0C79A3C9C}"/>
          </ac:spMkLst>
        </pc:spChg>
        <pc:spChg chg="mod">
          <ac:chgData name="Stephanie Verganza" userId="ffc5f8f4-b46c-4eb7-ad0a-4bc869c58a2c" providerId="ADAL" clId="{7A3D8FD7-DF31-473D-9279-FEEC72DE29F4}" dt="2021-08-16T21:48:46.633" v="1166" actId="207"/>
          <ac:spMkLst>
            <pc:docMk/>
            <pc:sldMk cId="1764266274" sldId="270"/>
            <ac:spMk id="5" creationId="{00000000-0000-0000-0000-000000000000}"/>
          </ac:spMkLst>
        </pc:spChg>
      </pc:sldChg>
      <pc:sldChg chg="modSp modNotesTx">
        <pc:chgData name="Stephanie Verganza" userId="ffc5f8f4-b46c-4eb7-ad0a-4bc869c58a2c" providerId="ADAL" clId="{7A3D8FD7-DF31-473D-9279-FEEC72DE29F4}" dt="2021-08-17T14:06:31.094" v="2608" actId="114"/>
        <pc:sldMkLst>
          <pc:docMk/>
          <pc:sldMk cId="3597516244" sldId="272"/>
        </pc:sldMkLst>
        <pc:spChg chg="mod">
          <ac:chgData name="Stephanie Verganza" userId="ffc5f8f4-b46c-4eb7-ad0a-4bc869c58a2c" providerId="ADAL" clId="{7A3D8FD7-DF31-473D-9279-FEEC72DE29F4}" dt="2021-08-16T22:38:53.262" v="1421" actId="207"/>
          <ac:spMkLst>
            <pc:docMk/>
            <pc:sldMk cId="3597516244" sldId="272"/>
            <ac:spMk id="5" creationId="{00000000-0000-0000-0000-000000000000}"/>
          </ac:spMkLst>
        </pc:spChg>
        <pc:spChg chg="mod">
          <ac:chgData name="Stephanie Verganza" userId="ffc5f8f4-b46c-4eb7-ad0a-4bc869c58a2c" providerId="ADAL" clId="{7A3D8FD7-DF31-473D-9279-FEEC72DE29F4}" dt="2021-08-17T14:06:31.094" v="2608" actId="114"/>
          <ac:spMkLst>
            <pc:docMk/>
            <pc:sldMk cId="3597516244" sldId="272"/>
            <ac:spMk id="67" creationId="{00000000-0000-0000-0000-000000000000}"/>
          </ac:spMkLst>
        </pc:spChg>
      </pc:sldChg>
      <pc:sldChg chg="modSp">
        <pc:chgData name="Stephanie Verganza" userId="ffc5f8f4-b46c-4eb7-ad0a-4bc869c58a2c" providerId="ADAL" clId="{7A3D8FD7-DF31-473D-9279-FEEC72DE29F4}" dt="2021-08-17T14:03:36.248" v="2573" actId="12"/>
        <pc:sldMkLst>
          <pc:docMk/>
          <pc:sldMk cId="2858251979" sldId="275"/>
        </pc:sldMkLst>
        <pc:spChg chg="mod">
          <ac:chgData name="Stephanie Verganza" userId="ffc5f8f4-b46c-4eb7-ad0a-4bc869c58a2c" providerId="ADAL" clId="{7A3D8FD7-DF31-473D-9279-FEEC72DE29F4}" dt="2021-08-17T14:03:36.248" v="2573" actId="12"/>
          <ac:spMkLst>
            <pc:docMk/>
            <pc:sldMk cId="2858251979" sldId="275"/>
            <ac:spMk id="95" creationId="{00000000-0000-0000-0000-000000000000}"/>
          </ac:spMkLst>
        </pc:spChg>
      </pc:sldChg>
      <pc:sldChg chg="modSp">
        <pc:chgData name="Stephanie Verganza" userId="ffc5f8f4-b46c-4eb7-ad0a-4bc869c58a2c" providerId="ADAL" clId="{7A3D8FD7-DF31-473D-9279-FEEC72DE29F4}" dt="2021-08-17T14:03:02.378" v="2569" actId="12"/>
        <pc:sldMkLst>
          <pc:docMk/>
          <pc:sldMk cId="2934135243" sldId="276"/>
        </pc:sldMkLst>
        <pc:spChg chg="mod">
          <ac:chgData name="Stephanie Verganza" userId="ffc5f8f4-b46c-4eb7-ad0a-4bc869c58a2c" providerId="ADAL" clId="{7A3D8FD7-DF31-473D-9279-FEEC72DE29F4}" dt="2021-08-16T21:19:16.133" v="1004" actId="20577"/>
          <ac:spMkLst>
            <pc:docMk/>
            <pc:sldMk cId="2934135243" sldId="276"/>
            <ac:spMk id="5" creationId="{00000000-0000-0000-0000-000000000000}"/>
          </ac:spMkLst>
        </pc:spChg>
        <pc:spChg chg="mod">
          <ac:chgData name="Stephanie Verganza" userId="ffc5f8f4-b46c-4eb7-ad0a-4bc869c58a2c" providerId="ADAL" clId="{7A3D8FD7-DF31-473D-9279-FEEC72DE29F4}" dt="2021-08-17T14:03:02.378" v="2569" actId="12"/>
          <ac:spMkLst>
            <pc:docMk/>
            <pc:sldMk cId="2934135243" sldId="276"/>
            <ac:spMk id="67" creationId="{00000000-0000-0000-0000-000000000000}"/>
          </ac:spMkLst>
        </pc:spChg>
      </pc:sldChg>
      <pc:sldChg chg="addSp delSp modSp add">
        <pc:chgData name="Stephanie Verganza" userId="ffc5f8f4-b46c-4eb7-ad0a-4bc869c58a2c" providerId="ADAL" clId="{7A3D8FD7-DF31-473D-9279-FEEC72DE29F4}" dt="2021-08-16T22:44:32.698" v="1474"/>
        <pc:sldMkLst>
          <pc:docMk/>
          <pc:sldMk cId="910019463" sldId="279"/>
        </pc:sldMkLst>
        <pc:spChg chg="add del mod">
          <ac:chgData name="Stephanie Verganza" userId="ffc5f8f4-b46c-4eb7-ad0a-4bc869c58a2c" providerId="ADAL" clId="{7A3D8FD7-DF31-473D-9279-FEEC72DE29F4}" dt="2021-08-16T22:44:32.698" v="1474"/>
          <ac:spMkLst>
            <pc:docMk/>
            <pc:sldMk cId="910019463" sldId="279"/>
            <ac:spMk id="2" creationId="{79A6B7AD-AFF9-4909-99B1-9602B6B23E8C}"/>
          </ac:spMkLst>
        </pc:spChg>
        <pc:spChg chg="mod">
          <ac:chgData name="Stephanie Verganza" userId="ffc5f8f4-b46c-4eb7-ad0a-4bc869c58a2c" providerId="ADAL" clId="{7A3D8FD7-DF31-473D-9279-FEEC72DE29F4}" dt="2021-08-16T22:44:11.950" v="1472" actId="20577"/>
          <ac:spMkLst>
            <pc:docMk/>
            <pc:sldMk cId="910019463" sldId="279"/>
            <ac:spMk id="101" creationId="{00000000-0000-0000-0000-000000000000}"/>
          </ac:spMkLst>
        </pc:spChg>
      </pc:sldChg>
      <pc:sldChg chg="modSp">
        <pc:chgData name="Stephanie Verganza" userId="ffc5f8f4-b46c-4eb7-ad0a-4bc869c58a2c" providerId="ADAL" clId="{7A3D8FD7-DF31-473D-9279-FEEC72DE29F4}" dt="2021-08-17T14:03:27.055" v="2571" actId="12"/>
        <pc:sldMkLst>
          <pc:docMk/>
          <pc:sldMk cId="4164642956" sldId="284"/>
        </pc:sldMkLst>
        <pc:spChg chg="mod">
          <ac:chgData name="Stephanie Verganza" userId="ffc5f8f4-b46c-4eb7-ad0a-4bc869c58a2c" providerId="ADAL" clId="{7A3D8FD7-DF31-473D-9279-FEEC72DE29F4}" dt="2021-08-17T14:03:27.055" v="2571" actId="12"/>
          <ac:spMkLst>
            <pc:docMk/>
            <pc:sldMk cId="4164642956" sldId="284"/>
            <ac:spMk id="6" creationId="{00000000-0000-0000-0000-000000000000}"/>
          </ac:spMkLst>
        </pc:spChg>
      </pc:sldChg>
      <pc:sldChg chg="modNotesTx">
        <pc:chgData name="Stephanie Verganza" userId="ffc5f8f4-b46c-4eb7-ad0a-4bc869c58a2c" providerId="ADAL" clId="{7A3D8FD7-DF31-473D-9279-FEEC72DE29F4}" dt="2021-08-17T14:27:35.677" v="2977" actId="20577"/>
        <pc:sldMkLst>
          <pc:docMk/>
          <pc:sldMk cId="798250953" sldId="285"/>
        </pc:sldMkLst>
      </pc:sldChg>
      <pc:sldChg chg="addSp delSp modSp ord setBg modNotesTx">
        <pc:chgData name="Stephanie Verganza" userId="ffc5f8f4-b46c-4eb7-ad0a-4bc869c58a2c" providerId="ADAL" clId="{7A3D8FD7-DF31-473D-9279-FEEC72DE29F4}" dt="2021-08-19T18:36:18.444" v="4441" actId="313"/>
        <pc:sldMkLst>
          <pc:docMk/>
          <pc:sldMk cId="1922730267" sldId="287"/>
        </pc:sldMkLst>
        <pc:spChg chg="add del mod">
          <ac:chgData name="Stephanie Verganza" userId="ffc5f8f4-b46c-4eb7-ad0a-4bc869c58a2c" providerId="ADAL" clId="{7A3D8FD7-DF31-473D-9279-FEEC72DE29F4}" dt="2021-08-17T22:07:56.857" v="3856"/>
          <ac:spMkLst>
            <pc:docMk/>
            <pc:sldMk cId="1922730267" sldId="287"/>
            <ac:spMk id="2" creationId="{379CCEA8-E4C2-4ACC-A5C5-CDC3EA93E9FB}"/>
          </ac:spMkLst>
        </pc:spChg>
        <pc:spChg chg="add del mod">
          <ac:chgData name="Stephanie Verganza" userId="ffc5f8f4-b46c-4eb7-ad0a-4bc869c58a2c" providerId="ADAL" clId="{7A3D8FD7-DF31-473D-9279-FEEC72DE29F4}" dt="2021-08-17T22:07:56.857" v="3856"/>
          <ac:spMkLst>
            <pc:docMk/>
            <pc:sldMk cId="1922730267" sldId="287"/>
            <ac:spMk id="3" creationId="{9403F765-503D-414A-99A2-04B39CC17343}"/>
          </ac:spMkLst>
        </pc:spChg>
        <pc:spChg chg="add del mod">
          <ac:chgData name="Stephanie Verganza" userId="ffc5f8f4-b46c-4eb7-ad0a-4bc869c58a2c" providerId="ADAL" clId="{7A3D8FD7-DF31-473D-9279-FEEC72DE29F4}" dt="2021-08-17T22:07:56.857" v="3856"/>
          <ac:spMkLst>
            <pc:docMk/>
            <pc:sldMk cId="1922730267" sldId="287"/>
            <ac:spMk id="4" creationId="{F8C1AC20-D5EF-4EB1-AF84-CA378943BBD4}"/>
          </ac:spMkLst>
        </pc:spChg>
        <pc:spChg chg="add del mod">
          <ac:chgData name="Stephanie Verganza" userId="ffc5f8f4-b46c-4eb7-ad0a-4bc869c58a2c" providerId="ADAL" clId="{7A3D8FD7-DF31-473D-9279-FEEC72DE29F4}" dt="2021-08-17T22:07:56.857" v="3856"/>
          <ac:spMkLst>
            <pc:docMk/>
            <pc:sldMk cId="1922730267" sldId="287"/>
            <ac:spMk id="5" creationId="{04AB2DCA-FB63-4109-A3C5-EE234C3B2C0C}"/>
          </ac:spMkLst>
        </pc:spChg>
        <pc:spChg chg="mod">
          <ac:chgData name="Stephanie Verganza" userId="ffc5f8f4-b46c-4eb7-ad0a-4bc869c58a2c" providerId="ADAL" clId="{7A3D8FD7-DF31-473D-9279-FEEC72DE29F4}" dt="2021-08-17T22:08:35.300" v="3859" actId="207"/>
          <ac:spMkLst>
            <pc:docMk/>
            <pc:sldMk cId="1922730267" sldId="287"/>
            <ac:spMk id="6" creationId="{00000000-0000-0000-0000-000000000000}"/>
          </ac:spMkLst>
        </pc:spChg>
      </pc:sldChg>
      <pc:sldChg chg="modSp modNotesTx">
        <pc:chgData name="Stephanie Verganza" userId="ffc5f8f4-b46c-4eb7-ad0a-4bc869c58a2c" providerId="ADAL" clId="{7A3D8FD7-DF31-473D-9279-FEEC72DE29F4}" dt="2021-09-07T19:10:33.067" v="4529" actId="20577"/>
        <pc:sldMkLst>
          <pc:docMk/>
          <pc:sldMk cId="3085414058" sldId="288"/>
        </pc:sldMkLst>
        <pc:spChg chg="mod">
          <ac:chgData name="Stephanie Verganza" userId="ffc5f8f4-b46c-4eb7-ad0a-4bc869c58a2c" providerId="ADAL" clId="{7A3D8FD7-DF31-473D-9279-FEEC72DE29F4}" dt="2021-08-16T21:48:03.369" v="1165" actId="20577"/>
          <ac:spMkLst>
            <pc:docMk/>
            <pc:sldMk cId="3085414058" sldId="288"/>
            <ac:spMk id="7" creationId="{00000000-0000-0000-0000-000000000000}"/>
          </ac:spMkLst>
        </pc:spChg>
      </pc:sldChg>
      <pc:sldChg chg="addSp delSp modSp add ord">
        <pc:chgData name="Stephanie Verganza" userId="ffc5f8f4-b46c-4eb7-ad0a-4bc869c58a2c" providerId="ADAL" clId="{7A3D8FD7-DF31-473D-9279-FEEC72DE29F4}" dt="2021-08-19T18:22:34.789" v="4110" actId="20577"/>
        <pc:sldMkLst>
          <pc:docMk/>
          <pc:sldMk cId="637105166" sldId="289"/>
        </pc:sldMkLst>
        <pc:spChg chg="add del mod">
          <ac:chgData name="Stephanie Verganza" userId="ffc5f8f4-b46c-4eb7-ad0a-4bc869c58a2c" providerId="ADAL" clId="{7A3D8FD7-DF31-473D-9279-FEEC72DE29F4}" dt="2021-08-16T14:43:21.536" v="10" actId="478"/>
          <ac:spMkLst>
            <pc:docMk/>
            <pc:sldMk cId="637105166" sldId="289"/>
            <ac:spMk id="3" creationId="{3B19EE55-7D56-4329-8837-A71E38C0768E}"/>
          </ac:spMkLst>
        </pc:spChg>
        <pc:spChg chg="add">
          <ac:chgData name="Stephanie Verganza" userId="ffc5f8f4-b46c-4eb7-ad0a-4bc869c58a2c" providerId="ADAL" clId="{7A3D8FD7-DF31-473D-9279-FEEC72DE29F4}" dt="2021-08-16T14:43:22.838" v="11"/>
          <ac:spMkLst>
            <pc:docMk/>
            <pc:sldMk cId="637105166" sldId="289"/>
            <ac:spMk id="7" creationId="{A5FDB14D-E8C7-4F65-BDFE-656596EC44C2}"/>
          </ac:spMkLst>
        </pc:spChg>
        <pc:spChg chg="add mod">
          <ac:chgData name="Stephanie Verganza" userId="ffc5f8f4-b46c-4eb7-ad0a-4bc869c58a2c" providerId="ADAL" clId="{7A3D8FD7-DF31-473D-9279-FEEC72DE29F4}" dt="2021-08-19T18:22:34.789" v="4110" actId="20577"/>
          <ac:spMkLst>
            <pc:docMk/>
            <pc:sldMk cId="637105166" sldId="289"/>
            <ac:spMk id="8" creationId="{32EA02CE-9837-4204-85DD-912C05CE0257}"/>
          </ac:spMkLst>
        </pc:spChg>
        <pc:spChg chg="del mod">
          <ac:chgData name="Stephanie Verganza" userId="ffc5f8f4-b46c-4eb7-ad0a-4bc869c58a2c" providerId="ADAL" clId="{7A3D8FD7-DF31-473D-9279-FEEC72DE29F4}" dt="2021-08-16T14:43:18.171" v="8" actId="478"/>
          <ac:spMkLst>
            <pc:docMk/>
            <pc:sldMk cId="637105166" sldId="289"/>
            <ac:spMk id="65" creationId="{00000000-0000-0000-0000-000000000000}"/>
          </ac:spMkLst>
        </pc:spChg>
        <pc:spChg chg="del">
          <ac:chgData name="Stephanie Verganza" userId="ffc5f8f4-b46c-4eb7-ad0a-4bc869c58a2c" providerId="ADAL" clId="{7A3D8FD7-DF31-473D-9279-FEEC72DE29F4}" dt="2021-08-16T14:43:19.535" v="9" actId="478"/>
          <ac:spMkLst>
            <pc:docMk/>
            <pc:sldMk cId="637105166" sldId="289"/>
            <ac:spMk id="67" creationId="{00000000-0000-0000-0000-000000000000}"/>
          </ac:spMkLst>
        </pc:spChg>
      </pc:sldChg>
      <pc:sldChg chg="addSp modSp add ord setBg modNotesTx">
        <pc:chgData name="Stephanie Verganza" userId="ffc5f8f4-b46c-4eb7-ad0a-4bc869c58a2c" providerId="ADAL" clId="{7A3D8FD7-DF31-473D-9279-FEEC72DE29F4}" dt="2021-08-17T22:11:13.827" v="3872"/>
        <pc:sldMkLst>
          <pc:docMk/>
          <pc:sldMk cId="1487187997" sldId="290"/>
        </pc:sldMkLst>
        <pc:spChg chg="mod">
          <ac:chgData name="Stephanie Verganza" userId="ffc5f8f4-b46c-4eb7-ad0a-4bc869c58a2c" providerId="ADAL" clId="{7A3D8FD7-DF31-473D-9279-FEEC72DE29F4}" dt="2021-08-17T22:10:40.152" v="3869" actId="207"/>
          <ac:spMkLst>
            <pc:docMk/>
            <pc:sldMk cId="1487187997" sldId="290"/>
            <ac:spMk id="5" creationId="{00000000-0000-0000-0000-000000000000}"/>
          </ac:spMkLst>
        </pc:spChg>
        <pc:spChg chg="mod">
          <ac:chgData name="Stephanie Verganza" userId="ffc5f8f4-b46c-4eb7-ad0a-4bc869c58a2c" providerId="ADAL" clId="{7A3D8FD7-DF31-473D-9279-FEEC72DE29F4}" dt="2021-08-16T14:48:16.750" v="29" actId="20577"/>
          <ac:spMkLst>
            <pc:docMk/>
            <pc:sldMk cId="1487187997" sldId="290"/>
            <ac:spMk id="6" creationId="{00000000-0000-0000-0000-000000000000}"/>
          </ac:spMkLst>
        </pc:spChg>
        <pc:spChg chg="add mod">
          <ac:chgData name="Stephanie Verganza" userId="ffc5f8f4-b46c-4eb7-ad0a-4bc869c58a2c" providerId="ADAL" clId="{7A3D8FD7-DF31-473D-9279-FEEC72DE29F4}" dt="2021-08-17T14:04:45.173" v="2592" actId="571"/>
          <ac:spMkLst>
            <pc:docMk/>
            <pc:sldMk cId="1487187997" sldId="290"/>
            <ac:spMk id="7" creationId="{4B26865A-52FB-4AFD-BB5B-7305EC144F2F}"/>
          </ac:spMkLst>
        </pc:spChg>
        <pc:spChg chg="mod">
          <ac:chgData name="Stephanie Verganza" userId="ffc5f8f4-b46c-4eb7-ad0a-4bc869c58a2c" providerId="ADAL" clId="{7A3D8FD7-DF31-473D-9279-FEEC72DE29F4}" dt="2021-08-17T22:11:06.760" v="3871" actId="207"/>
          <ac:spMkLst>
            <pc:docMk/>
            <pc:sldMk cId="1487187997" sldId="290"/>
            <ac:spMk id="67" creationId="{00000000-0000-0000-0000-000000000000}"/>
          </ac:spMkLst>
        </pc:spChg>
      </pc:sldChg>
      <pc:sldChg chg="modSp add modNotesTx">
        <pc:chgData name="Stephanie Verganza" userId="ffc5f8f4-b46c-4eb7-ad0a-4bc869c58a2c" providerId="ADAL" clId="{7A3D8FD7-DF31-473D-9279-FEEC72DE29F4}" dt="2021-08-17T13:56:38.712" v="2504" actId="20577"/>
        <pc:sldMkLst>
          <pc:docMk/>
          <pc:sldMk cId="2540148509" sldId="292"/>
        </pc:sldMkLst>
        <pc:spChg chg="mod">
          <ac:chgData name="Stephanie Verganza" userId="ffc5f8f4-b46c-4eb7-ad0a-4bc869c58a2c" providerId="ADAL" clId="{7A3D8FD7-DF31-473D-9279-FEEC72DE29F4}" dt="2021-08-16T21:27:05.797" v="1147" actId="108"/>
          <ac:spMkLst>
            <pc:docMk/>
            <pc:sldMk cId="2540148509" sldId="292"/>
            <ac:spMk id="5" creationId="{00000000-0000-0000-0000-000000000000}"/>
          </ac:spMkLst>
        </pc:spChg>
        <pc:spChg chg="mod">
          <ac:chgData name="Stephanie Verganza" userId="ffc5f8f4-b46c-4eb7-ad0a-4bc869c58a2c" providerId="ADAL" clId="{7A3D8FD7-DF31-473D-9279-FEEC72DE29F4}" dt="2021-08-17T13:56:38.712" v="2504" actId="20577"/>
          <ac:spMkLst>
            <pc:docMk/>
            <pc:sldMk cId="2540148509" sldId="292"/>
            <ac:spMk id="7" creationId="{00000000-0000-0000-0000-000000000000}"/>
          </ac:spMkLst>
        </pc:spChg>
      </pc:sldChg>
      <pc:sldChg chg="modSp add modNotesTx">
        <pc:chgData name="Stephanie Verganza" userId="ffc5f8f4-b46c-4eb7-ad0a-4bc869c58a2c" providerId="ADAL" clId="{7A3D8FD7-DF31-473D-9279-FEEC72DE29F4}" dt="2021-08-16T22:42:14.884" v="1444" actId="20577"/>
        <pc:sldMkLst>
          <pc:docMk/>
          <pc:sldMk cId="241458670" sldId="293"/>
        </pc:sldMkLst>
        <pc:spChg chg="mod">
          <ac:chgData name="Stephanie Verganza" userId="ffc5f8f4-b46c-4eb7-ad0a-4bc869c58a2c" providerId="ADAL" clId="{7A3D8FD7-DF31-473D-9279-FEEC72DE29F4}" dt="2021-08-16T22:41:46.914" v="1443" actId="207"/>
          <ac:spMkLst>
            <pc:docMk/>
            <pc:sldMk cId="241458670" sldId="293"/>
            <ac:spMk id="5" creationId="{00000000-0000-0000-0000-000000000000}"/>
          </ac:spMkLst>
        </pc:spChg>
        <pc:spChg chg="mod">
          <ac:chgData name="Stephanie Verganza" userId="ffc5f8f4-b46c-4eb7-ad0a-4bc869c58a2c" providerId="ADAL" clId="{7A3D8FD7-DF31-473D-9279-FEEC72DE29F4}" dt="2021-08-16T16:26:39.300" v="824" actId="20577"/>
          <ac:spMkLst>
            <pc:docMk/>
            <pc:sldMk cId="241458670" sldId="293"/>
            <ac:spMk id="6" creationId="{00000000-0000-0000-0000-000000000000}"/>
          </ac:spMkLst>
        </pc:spChg>
        <pc:spChg chg="mod">
          <ac:chgData name="Stephanie Verganza" userId="ffc5f8f4-b46c-4eb7-ad0a-4bc869c58a2c" providerId="ADAL" clId="{7A3D8FD7-DF31-473D-9279-FEEC72DE29F4}" dt="2021-08-16T16:27:22.557" v="832"/>
          <ac:spMkLst>
            <pc:docMk/>
            <pc:sldMk cId="241458670" sldId="293"/>
            <ac:spMk id="67" creationId="{00000000-0000-0000-0000-000000000000}"/>
          </ac:spMkLst>
        </pc:spChg>
      </pc:sldChg>
      <pc:sldChg chg="modSp add modNotesTx">
        <pc:chgData name="Stephanie Verganza" userId="ffc5f8f4-b46c-4eb7-ad0a-4bc869c58a2c" providerId="ADAL" clId="{7A3D8FD7-DF31-473D-9279-FEEC72DE29F4}" dt="2021-08-16T23:03:05.917" v="2185" actId="20577"/>
        <pc:sldMkLst>
          <pc:docMk/>
          <pc:sldMk cId="3381497375" sldId="295"/>
        </pc:sldMkLst>
        <pc:spChg chg="mod">
          <ac:chgData name="Stephanie Verganza" userId="ffc5f8f4-b46c-4eb7-ad0a-4bc869c58a2c" providerId="ADAL" clId="{7A3D8FD7-DF31-473D-9279-FEEC72DE29F4}" dt="2021-08-16T22:58:46.984" v="2143" actId="20577"/>
          <ac:spMkLst>
            <pc:docMk/>
            <pc:sldMk cId="3381497375" sldId="295"/>
            <ac:spMk id="5" creationId="{00000000-0000-0000-0000-000000000000}"/>
          </ac:spMkLst>
        </pc:spChg>
        <pc:spChg chg="mod">
          <ac:chgData name="Stephanie Verganza" userId="ffc5f8f4-b46c-4eb7-ad0a-4bc869c58a2c" providerId="ADAL" clId="{7A3D8FD7-DF31-473D-9279-FEEC72DE29F4}" dt="2021-08-16T22:48:36.050" v="1508" actId="20577"/>
          <ac:spMkLst>
            <pc:docMk/>
            <pc:sldMk cId="3381497375" sldId="295"/>
            <ac:spMk id="7" creationId="{00000000-0000-0000-0000-000000000000}"/>
          </ac:spMkLst>
        </pc:spChg>
        <pc:spChg chg="mod">
          <ac:chgData name="Stephanie Verganza" userId="ffc5f8f4-b46c-4eb7-ad0a-4bc869c58a2c" providerId="ADAL" clId="{7A3D8FD7-DF31-473D-9279-FEEC72DE29F4}" dt="2021-08-16T23:02:50.117" v="2179" actId="21"/>
          <ac:spMkLst>
            <pc:docMk/>
            <pc:sldMk cId="3381497375" sldId="295"/>
            <ac:spMk id="95" creationId="{00000000-0000-0000-0000-000000000000}"/>
          </ac:spMkLst>
        </pc:spChg>
      </pc:sldChg>
      <pc:sldChg chg="modSp add modNotesTx">
        <pc:chgData name="Stephanie Verganza" userId="ffc5f8f4-b46c-4eb7-ad0a-4bc869c58a2c" providerId="ADAL" clId="{7A3D8FD7-DF31-473D-9279-FEEC72DE29F4}" dt="2021-08-16T23:04:31.525" v="2195" actId="113"/>
        <pc:sldMkLst>
          <pc:docMk/>
          <pc:sldMk cId="394311324" sldId="296"/>
        </pc:sldMkLst>
        <pc:spChg chg="mod">
          <ac:chgData name="Stephanie Verganza" userId="ffc5f8f4-b46c-4eb7-ad0a-4bc869c58a2c" providerId="ADAL" clId="{7A3D8FD7-DF31-473D-9279-FEEC72DE29F4}" dt="2021-08-16T22:58:50.949" v="2145" actId="20577"/>
          <ac:spMkLst>
            <pc:docMk/>
            <pc:sldMk cId="394311324" sldId="296"/>
            <ac:spMk id="5" creationId="{00000000-0000-0000-0000-000000000000}"/>
          </ac:spMkLst>
        </pc:spChg>
        <pc:spChg chg="mod">
          <ac:chgData name="Stephanie Verganza" userId="ffc5f8f4-b46c-4eb7-ad0a-4bc869c58a2c" providerId="ADAL" clId="{7A3D8FD7-DF31-473D-9279-FEEC72DE29F4}" dt="2021-08-16T23:04:31.525" v="2195" actId="113"/>
          <ac:spMkLst>
            <pc:docMk/>
            <pc:sldMk cId="394311324" sldId="296"/>
            <ac:spMk id="95" creationId="{00000000-0000-0000-0000-000000000000}"/>
          </ac:spMkLst>
        </pc:spChg>
      </pc:sldChg>
      <pc:sldChg chg="addSp delSp modSp add ord modNotesTx">
        <pc:chgData name="Stephanie Verganza" userId="ffc5f8f4-b46c-4eb7-ad0a-4bc869c58a2c" providerId="ADAL" clId="{7A3D8FD7-DF31-473D-9279-FEEC72DE29F4}" dt="2021-08-16T23:14:42.280" v="2296" actId="20577"/>
        <pc:sldMkLst>
          <pc:docMk/>
          <pc:sldMk cId="2743023188" sldId="297"/>
        </pc:sldMkLst>
        <pc:spChg chg="add del mod">
          <ac:chgData name="Stephanie Verganza" userId="ffc5f8f4-b46c-4eb7-ad0a-4bc869c58a2c" providerId="ADAL" clId="{7A3D8FD7-DF31-473D-9279-FEEC72DE29F4}" dt="2021-08-16T23:11:01.358" v="2264" actId="478"/>
          <ac:spMkLst>
            <pc:docMk/>
            <pc:sldMk cId="2743023188" sldId="297"/>
            <ac:spMk id="3" creationId="{84BB6AC6-271B-47AD-9433-72EBC7B32395}"/>
          </ac:spMkLst>
        </pc:spChg>
        <pc:spChg chg="mod">
          <ac:chgData name="Stephanie Verganza" userId="ffc5f8f4-b46c-4eb7-ad0a-4bc869c58a2c" providerId="ADAL" clId="{7A3D8FD7-DF31-473D-9279-FEEC72DE29F4}" dt="2021-08-16T23:06:21.863" v="2252" actId="20577"/>
          <ac:spMkLst>
            <pc:docMk/>
            <pc:sldMk cId="2743023188" sldId="297"/>
            <ac:spMk id="6" creationId="{00000000-0000-0000-0000-000000000000}"/>
          </ac:spMkLst>
        </pc:spChg>
        <pc:spChg chg="mod">
          <ac:chgData name="Stephanie Verganza" userId="ffc5f8f4-b46c-4eb7-ad0a-4bc869c58a2c" providerId="ADAL" clId="{7A3D8FD7-DF31-473D-9279-FEEC72DE29F4}" dt="2021-08-16T23:07:56.233" v="2258" actId="207"/>
          <ac:spMkLst>
            <pc:docMk/>
            <pc:sldMk cId="2743023188" sldId="297"/>
            <ac:spMk id="7" creationId="{00000000-0000-0000-0000-000000000000}"/>
          </ac:spMkLst>
        </pc:spChg>
        <pc:spChg chg="add mod">
          <ac:chgData name="Stephanie Verganza" userId="ffc5f8f4-b46c-4eb7-ad0a-4bc869c58a2c" providerId="ADAL" clId="{7A3D8FD7-DF31-473D-9279-FEEC72DE29F4}" dt="2021-08-16T23:11:58.317" v="2275" actId="207"/>
          <ac:spMkLst>
            <pc:docMk/>
            <pc:sldMk cId="2743023188" sldId="297"/>
            <ac:spMk id="8" creationId="{6DE1FA37-C451-4D7A-923C-DE79E70C2821}"/>
          </ac:spMkLst>
        </pc:spChg>
        <pc:spChg chg="add mod">
          <ac:chgData name="Stephanie Verganza" userId="ffc5f8f4-b46c-4eb7-ad0a-4bc869c58a2c" providerId="ADAL" clId="{7A3D8FD7-DF31-473D-9279-FEEC72DE29F4}" dt="2021-08-16T23:12:02.365" v="2276" actId="207"/>
          <ac:spMkLst>
            <pc:docMk/>
            <pc:sldMk cId="2743023188" sldId="297"/>
            <ac:spMk id="9" creationId="{E68B9885-F7AA-4B4B-B4FF-A2D9076CC8EF}"/>
          </ac:spMkLst>
        </pc:spChg>
        <pc:spChg chg="add mod">
          <ac:chgData name="Stephanie Verganza" userId="ffc5f8f4-b46c-4eb7-ad0a-4bc869c58a2c" providerId="ADAL" clId="{7A3D8FD7-DF31-473D-9279-FEEC72DE29F4}" dt="2021-08-16T23:11:52.500" v="2274" actId="1076"/>
          <ac:spMkLst>
            <pc:docMk/>
            <pc:sldMk cId="2743023188" sldId="297"/>
            <ac:spMk id="10" creationId="{8BF99220-8DB3-4821-93EB-01466DC68747}"/>
          </ac:spMkLst>
        </pc:spChg>
        <pc:spChg chg="add mod">
          <ac:chgData name="Stephanie Verganza" userId="ffc5f8f4-b46c-4eb7-ad0a-4bc869c58a2c" providerId="ADAL" clId="{7A3D8FD7-DF31-473D-9279-FEEC72DE29F4}" dt="2021-08-16T23:12:05.349" v="2277" actId="207"/>
          <ac:spMkLst>
            <pc:docMk/>
            <pc:sldMk cId="2743023188" sldId="297"/>
            <ac:spMk id="11" creationId="{052B5B67-DF82-4C33-B79C-8BDB4B40A9BE}"/>
          </ac:spMkLst>
        </pc:spChg>
        <pc:spChg chg="del mod">
          <ac:chgData name="Stephanie Verganza" userId="ffc5f8f4-b46c-4eb7-ad0a-4bc869c58a2c" providerId="ADAL" clId="{7A3D8FD7-DF31-473D-9279-FEEC72DE29F4}" dt="2021-08-16T23:10:58.715" v="2263" actId="478"/>
          <ac:spMkLst>
            <pc:docMk/>
            <pc:sldMk cId="2743023188" sldId="297"/>
            <ac:spMk id="200" creationId="{00000000-0000-0000-0000-000000000000}"/>
          </ac:spMkLst>
        </pc:spChg>
      </pc:sldChg>
      <pc:sldChg chg="modSp add ord modNotesTx">
        <pc:chgData name="Stephanie Verganza" userId="ffc5f8f4-b46c-4eb7-ad0a-4bc869c58a2c" providerId="ADAL" clId="{7A3D8FD7-DF31-473D-9279-FEEC72DE29F4}" dt="2021-08-16T23:17:11.996" v="2300" actId="207"/>
        <pc:sldMkLst>
          <pc:docMk/>
          <pc:sldMk cId="1208532956" sldId="299"/>
        </pc:sldMkLst>
        <pc:spChg chg="mod">
          <ac:chgData name="Stephanie Verganza" userId="ffc5f8f4-b46c-4eb7-ad0a-4bc869c58a2c" providerId="ADAL" clId="{7A3D8FD7-DF31-473D-9279-FEEC72DE29F4}" dt="2021-08-16T23:17:11.996" v="2300" actId="207"/>
          <ac:spMkLst>
            <pc:docMk/>
            <pc:sldMk cId="1208532956" sldId="299"/>
            <ac:spMk id="200" creationId="{00000000-0000-0000-0000-000000000000}"/>
          </ac:spMkLst>
        </pc:spChg>
      </pc:sldChg>
      <pc:sldChg chg="modSp add">
        <pc:chgData name="Stephanie Verganza" userId="ffc5f8f4-b46c-4eb7-ad0a-4bc869c58a2c" providerId="ADAL" clId="{7A3D8FD7-DF31-473D-9279-FEEC72DE29F4}" dt="2021-08-18T16:47:50.074" v="4095" actId="20577"/>
        <pc:sldMkLst>
          <pc:docMk/>
          <pc:sldMk cId="2472928703" sldId="300"/>
        </pc:sldMkLst>
        <pc:spChg chg="mod">
          <ac:chgData name="Stephanie Verganza" userId="ffc5f8f4-b46c-4eb7-ad0a-4bc869c58a2c" providerId="ADAL" clId="{7A3D8FD7-DF31-473D-9279-FEEC72DE29F4}" dt="2021-08-18T16:47:50.074" v="4095" actId="20577"/>
          <ac:spMkLst>
            <pc:docMk/>
            <pc:sldMk cId="2472928703" sldId="300"/>
            <ac:spMk id="200" creationId="{00000000-0000-0000-0000-000000000000}"/>
          </ac:spMkLst>
        </pc:spChg>
      </pc:sldChg>
      <pc:sldChg chg="modSp add">
        <pc:chgData name="Stephanie Verganza" userId="ffc5f8f4-b46c-4eb7-ad0a-4bc869c58a2c" providerId="ADAL" clId="{7A3D8FD7-DF31-473D-9279-FEEC72DE29F4}" dt="2021-08-16T23:26:21.492" v="2492" actId="255"/>
        <pc:sldMkLst>
          <pc:docMk/>
          <pc:sldMk cId="789832549" sldId="302"/>
        </pc:sldMkLst>
        <pc:spChg chg="mod">
          <ac:chgData name="Stephanie Verganza" userId="ffc5f8f4-b46c-4eb7-ad0a-4bc869c58a2c" providerId="ADAL" clId="{7A3D8FD7-DF31-473D-9279-FEEC72DE29F4}" dt="2021-08-16T23:26:21.492" v="2492" actId="255"/>
          <ac:spMkLst>
            <pc:docMk/>
            <pc:sldMk cId="789832549" sldId="302"/>
            <ac:spMk id="200" creationId="{00000000-0000-0000-0000-000000000000}"/>
          </ac:spMkLst>
        </pc:spChg>
      </pc:sldChg>
      <pc:sldChg chg="modSp add modNotesTx">
        <pc:chgData name="Stephanie Verganza" userId="ffc5f8f4-b46c-4eb7-ad0a-4bc869c58a2c" providerId="ADAL" clId="{7A3D8FD7-DF31-473D-9279-FEEC72DE29F4}" dt="2021-08-19T17:55:42.728" v="4102" actId="207"/>
        <pc:sldMkLst>
          <pc:docMk/>
          <pc:sldMk cId="1512586690" sldId="303"/>
        </pc:sldMkLst>
        <pc:spChg chg="mod">
          <ac:chgData name="Stephanie Verganza" userId="ffc5f8f4-b46c-4eb7-ad0a-4bc869c58a2c" providerId="ADAL" clId="{7A3D8FD7-DF31-473D-9279-FEEC72DE29F4}" dt="2021-08-19T17:55:42.728" v="4102" actId="207"/>
          <ac:spMkLst>
            <pc:docMk/>
            <pc:sldMk cId="1512586690" sldId="303"/>
            <ac:spMk id="5" creationId="{00000000-0000-0000-0000-000000000000}"/>
          </ac:spMkLst>
        </pc:spChg>
        <pc:spChg chg="mod">
          <ac:chgData name="Stephanie Verganza" userId="ffc5f8f4-b46c-4eb7-ad0a-4bc869c58a2c" providerId="ADAL" clId="{7A3D8FD7-DF31-473D-9279-FEEC72DE29F4}" dt="2021-08-17T13:58:51.774" v="2527" actId="20577"/>
          <ac:spMkLst>
            <pc:docMk/>
            <pc:sldMk cId="1512586690" sldId="303"/>
            <ac:spMk id="6" creationId="{00000000-0000-0000-0000-000000000000}"/>
          </ac:spMkLst>
        </pc:spChg>
        <pc:spChg chg="mod">
          <ac:chgData name="Stephanie Verganza" userId="ffc5f8f4-b46c-4eb7-ad0a-4bc869c58a2c" providerId="ADAL" clId="{7A3D8FD7-DF31-473D-9279-FEEC72DE29F4}" dt="2021-08-17T17:35:21.378" v="3310" actId="404"/>
          <ac:spMkLst>
            <pc:docMk/>
            <pc:sldMk cId="1512586690" sldId="303"/>
            <ac:spMk id="67" creationId="{00000000-0000-0000-0000-000000000000}"/>
          </ac:spMkLst>
        </pc:spChg>
      </pc:sldChg>
      <pc:sldChg chg="modSp add modNotesTx">
        <pc:chgData name="Stephanie Verganza" userId="ffc5f8f4-b46c-4eb7-ad0a-4bc869c58a2c" providerId="ADAL" clId="{7A3D8FD7-DF31-473D-9279-FEEC72DE29F4}" dt="2021-08-19T17:55:54.308" v="4104" actId="20577"/>
        <pc:sldMkLst>
          <pc:docMk/>
          <pc:sldMk cId="1841640217" sldId="304"/>
        </pc:sldMkLst>
        <pc:spChg chg="mod">
          <ac:chgData name="Stephanie Verganza" userId="ffc5f8f4-b46c-4eb7-ad0a-4bc869c58a2c" providerId="ADAL" clId="{7A3D8FD7-DF31-473D-9279-FEEC72DE29F4}" dt="2021-08-19T17:55:54.308" v="4104" actId="20577"/>
          <ac:spMkLst>
            <pc:docMk/>
            <pc:sldMk cId="1841640217" sldId="304"/>
            <ac:spMk id="5" creationId="{00000000-0000-0000-0000-000000000000}"/>
          </ac:spMkLst>
        </pc:spChg>
        <pc:spChg chg="mod">
          <ac:chgData name="Stephanie Verganza" userId="ffc5f8f4-b46c-4eb7-ad0a-4bc869c58a2c" providerId="ADAL" clId="{7A3D8FD7-DF31-473D-9279-FEEC72DE29F4}" dt="2021-08-17T14:18:55.144" v="2727" actId="948"/>
          <ac:spMkLst>
            <pc:docMk/>
            <pc:sldMk cId="1841640217" sldId="304"/>
            <ac:spMk id="67" creationId="{00000000-0000-0000-0000-000000000000}"/>
          </ac:spMkLst>
        </pc:spChg>
      </pc:sldChg>
      <pc:sldChg chg="modSp add modNotesTx">
        <pc:chgData name="Stephanie Verganza" userId="ffc5f8f4-b46c-4eb7-ad0a-4bc869c58a2c" providerId="ADAL" clId="{7A3D8FD7-DF31-473D-9279-FEEC72DE29F4}" dt="2021-08-19T17:56:00.505" v="4108" actId="20577"/>
        <pc:sldMkLst>
          <pc:docMk/>
          <pc:sldMk cId="1068241505" sldId="305"/>
        </pc:sldMkLst>
        <pc:spChg chg="mod">
          <ac:chgData name="Stephanie Verganza" userId="ffc5f8f4-b46c-4eb7-ad0a-4bc869c58a2c" providerId="ADAL" clId="{7A3D8FD7-DF31-473D-9279-FEEC72DE29F4}" dt="2021-08-19T17:56:00.505" v="4108" actId="20577"/>
          <ac:spMkLst>
            <pc:docMk/>
            <pc:sldMk cId="1068241505" sldId="305"/>
            <ac:spMk id="5" creationId="{00000000-0000-0000-0000-000000000000}"/>
          </ac:spMkLst>
        </pc:spChg>
        <pc:spChg chg="mod">
          <ac:chgData name="Stephanie Verganza" userId="ffc5f8f4-b46c-4eb7-ad0a-4bc869c58a2c" providerId="ADAL" clId="{7A3D8FD7-DF31-473D-9279-FEEC72DE29F4}" dt="2021-08-17T14:22:59.751" v="2975"/>
          <ac:spMkLst>
            <pc:docMk/>
            <pc:sldMk cId="1068241505" sldId="305"/>
            <ac:spMk id="67" creationId="{00000000-0000-0000-0000-000000000000}"/>
          </ac:spMkLst>
        </pc:spChg>
      </pc:sldChg>
      <pc:sldChg chg="modSp add ord">
        <pc:chgData name="Stephanie Verganza" userId="ffc5f8f4-b46c-4eb7-ad0a-4bc869c58a2c" providerId="ADAL" clId="{7A3D8FD7-DF31-473D-9279-FEEC72DE29F4}" dt="2021-08-17T22:09:42.422" v="3865" actId="403"/>
        <pc:sldMkLst>
          <pc:docMk/>
          <pc:sldMk cId="3696477027" sldId="306"/>
        </pc:sldMkLst>
        <pc:spChg chg="mod">
          <ac:chgData name="Stephanie Verganza" userId="ffc5f8f4-b46c-4eb7-ad0a-4bc869c58a2c" providerId="ADAL" clId="{7A3D8FD7-DF31-473D-9279-FEEC72DE29F4}" dt="2021-08-17T17:58:20.291" v="3317" actId="207"/>
          <ac:spMkLst>
            <pc:docMk/>
            <pc:sldMk cId="3696477027" sldId="306"/>
            <ac:spMk id="5" creationId="{00000000-0000-0000-0000-000000000000}"/>
          </ac:spMkLst>
        </pc:spChg>
        <pc:spChg chg="mod">
          <ac:chgData name="Stephanie Verganza" userId="ffc5f8f4-b46c-4eb7-ad0a-4bc869c58a2c" providerId="ADAL" clId="{7A3D8FD7-DF31-473D-9279-FEEC72DE29F4}" dt="2021-08-17T14:28:56.928" v="2997" actId="20577"/>
          <ac:spMkLst>
            <pc:docMk/>
            <pc:sldMk cId="3696477027" sldId="306"/>
            <ac:spMk id="65" creationId="{00000000-0000-0000-0000-000000000000}"/>
          </ac:spMkLst>
        </pc:spChg>
        <pc:spChg chg="mod">
          <ac:chgData name="Stephanie Verganza" userId="ffc5f8f4-b46c-4eb7-ad0a-4bc869c58a2c" providerId="ADAL" clId="{7A3D8FD7-DF31-473D-9279-FEEC72DE29F4}" dt="2021-08-17T22:09:42.422" v="3865" actId="403"/>
          <ac:spMkLst>
            <pc:docMk/>
            <pc:sldMk cId="3696477027" sldId="306"/>
            <ac:spMk id="6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203F82-69B2-4E0B-BA84-A107AD31EA49}" type="datetimeFigureOut">
              <a:rPr lang="en-US" smtClean="0"/>
              <a:t>3/22/2023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Haga clic para editar los estilos de texto maestro</a:t>
            </a:r>
          </a:p>
          <a:p>
            <a:pPr lvl="1"/>
            <a:r>
              <a:rPr lang="en-US"/>
              <a:t>Segundo nivel</a:t>
            </a:r>
          </a:p>
          <a:p>
            <a:pPr lvl="2"/>
            <a:r>
              <a:rPr lang="en-US"/>
              <a:t>Tercer nivel</a:t>
            </a:r>
          </a:p>
          <a:p>
            <a:pPr lvl="3"/>
            <a:r>
              <a:rPr lang="en-US"/>
              <a:t>Cuarto nivel</a:t>
            </a:r>
          </a:p>
          <a:p>
            <a:pPr lvl="4"/>
            <a:r>
              <a:rPr lang="en-US"/>
              <a:t>Quinto nivel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B1F323-6A80-4D1A-89AA-49486A57E67A}" type="slidenum">
              <a:rPr lang="en-US" smtClean="0"/>
              <a:t>'#'</a:t>
            </a:fld>
            <a:endParaRPr lang="en-US" dirty="0"/>
          </a:p>
        </p:txBody>
      </p:sp>
    </p:spTree>
    <p:extLst>
      <p:ext uri="{BB962C8B-B14F-4D97-AF65-F5344CB8AC3E}">
        <p14:creationId xmlns:p14="http://schemas.microsoft.com/office/powerpoint/2010/main" val="257103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8" Type="http://schemas.openxmlformats.org/officeDocument/2006/relationships/hyperlink" Target="https://www.law.cornell.edu/definitions/index.php?width=840&amp;height=800&amp;iframe=true&amp;def_id=ad77b9896dbb46f518dfb7afc8138363&amp;term_occur=999&amp;term_src=Title:2:Subtitle:A:Chapter:II:Part:200:Subpart:E:Subjgrp:42:200.430" TargetMode="External"/><Relationship Id="rId3" Type="http://schemas.openxmlformats.org/officeDocument/2006/relationships/hyperlink" Target="https://www.law.cornell.edu/definitions/index.php?width=840&amp;height=800&amp;iframe=true&amp;def_id=081a194046528468942c369470c2966a&amp;term_occur=999&amp;term_src=Title:2:Subtitle:A:Chapter:II:Part:200:Subpart:E:Subjgrp:42:200.430" TargetMode="External"/><Relationship Id="rId7" Type="http://schemas.openxmlformats.org/officeDocument/2006/relationships/hyperlink" Target="https://www.law.cornell.edu/definitions/index.php?width=840&amp;height=800&amp;iframe=true&amp;def_id=8297890e7a7b9233bd4beca3e3e2c967&amp;term_occur=999&amp;term_src=Title:2:Subtitle:A:Chapter:II:Part:200:Subpart:E:Subjgrp:42:200.430" TargetMode="External"/><Relationship Id="rId2" Type="http://schemas.openxmlformats.org/officeDocument/2006/relationships/slide" Target="../slides/slide35.xml"/><Relationship Id="rId1" Type="http://schemas.openxmlformats.org/officeDocument/2006/relationships/notesMaster" Target="../notesMasters/notesMaster1.xml"/><Relationship Id="rId6" Type="http://schemas.openxmlformats.org/officeDocument/2006/relationships/hyperlink" Target="https://www.law.cornell.edu/definitions/index.php?width=840&amp;height=800&amp;iframe=true&amp;def_id=d7d23b68f8d3d33cf76dc014dc176590&amp;term_occur=999&amp;term_src=Title:2:Subtitle:A:Chapter:II:Part:200:Subpart:E:Subjgrp:42:200.430" TargetMode="External"/><Relationship Id="rId5" Type="http://schemas.openxmlformats.org/officeDocument/2006/relationships/hyperlink" Target="https://www.law.cornell.edu/definitions/index.php?width=840&amp;height=800&amp;iframe=true&amp;def_id=42db8aa7497eb8b687aaf373293fcf8a&amp;term_occur=999&amp;term_src=Title:2:Subtitle:A:Chapter:II:Part:200:Subpart:E:Subjgrp:42:200.430" TargetMode="External"/><Relationship Id="rId4" Type="http://schemas.openxmlformats.org/officeDocument/2006/relationships/hyperlink" Target="https://www.law.cornell.edu/definitions/index.php?width=840&amp;height=800&amp;iframe=true&amp;def_id=de00dfd10f09071c905d0928428a197d&amp;term_occur=999&amp;term_src=Title:2:Subtitle:A:Chapter:II:Part:200:Subpart:E:Subjgrp:42:200.430" TargetMode="Externa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El hallazgo puede añadirse a una futura referencia de resultados anteriores y perjudicar futuras oportunidades de financiación. </a:t>
            </a:r>
            <a:endParaRPr dirty="0"/>
          </a:p>
        </p:txBody>
      </p:sp>
    </p:spTree>
  </p:cSld>
  <p:clrMapOvr>
    <a:masterClrMapping/>
  </p:clrMapOvr>
</p:notes>
</file>

<file path=ppt/notesSlides/notesSlide5.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Realícelas antes de emitir cualquier pago a una persona o entidad  </a:t>
            </a:r>
          </a:p>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Las entidades o personas suspendidas o inhabilitadas no podrán recibir nuevos trabajos ni financiación adicional del Gobierno de EE.UU. mientras dure el periodo de exclusión.</a:t>
            </a:r>
          </a:p>
        </p:txBody>
      </p:sp>
    </p:spTree>
    <p:extLst>
      <p:ext uri="{BB962C8B-B14F-4D97-AF65-F5344CB8AC3E}">
        <p14:creationId xmlns:p14="http://schemas.microsoft.com/office/powerpoint/2010/main" val="3295997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Si está interesado en progresar en su trabajo en actividades de desarrollo internacional financiadas por el Gobierno de Estados Unidos, estar familiarizado con el 2 CFR 200 en general y conocer los términos clave que debe mencionar en una entrevista, por ejemplo, puede hacerle más competitivo en el mercado laboral.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Registro detallado del proceso de contratación: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Justificación del método de contratación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Selección del tipo de contrato</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Selección o rechazo del contratista</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Análisis de costes y precios para determinar el precio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Siempre es bueno comprobar las diferencias entre los requisitos y las mejores prácticas.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Lo más importante es documentar, documentar y documentar.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Registro detallado del proceso de contratación: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Justificación del método de contratación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Selección del tipo de contrato</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Selección o rechazo del contratista</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Análisis de costes y precios para determinar el precio</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highlight>
                  <a:srgbClr val="FFFF00"/>
                </a:highlight>
              </a:rPr>
              <a:t>*Estas </a:t>
            </a:r>
            <a:r>
              <a:rPr lang="en-US" b="0" dirty="0">
                <a:highlight>
                  <a:srgbClr val="FFFF00"/>
                </a:highlight>
              </a:rPr>
              <a:t>son las categorías estándar para los métodos de contratación. Estos importes/umbrales en dólares los fija el gobierno federal.</a:t>
            </a:r>
          </a:p>
          <a:p>
            <a:endParaRPr lang="en-US" b="1" dirty="0"/>
          </a:p>
          <a:p>
            <a:r>
              <a:rPr lang="en-US" b="1" dirty="0"/>
              <a:t>Micro-compras (hasta 10k$)- </a:t>
            </a:r>
            <a:r>
              <a:rPr lang="en-US" dirty="0"/>
              <a:t>Adquisición de suministros/servicios, no supera el umbral de micro-compra.  Puede adjudicarse sin solicitar ofertas competitivas si el precio es </a:t>
            </a:r>
            <a:r>
              <a:rPr lang="en-US" b="1" dirty="0"/>
              <a:t>razonable</a:t>
            </a:r>
            <a:r>
              <a:rPr lang="en-US" dirty="0"/>
              <a:t>.</a:t>
            </a:r>
          </a:p>
          <a:p>
            <a:endParaRPr lang="en-US" dirty="0"/>
          </a:p>
          <a:p>
            <a:r>
              <a:rPr lang="en-US" b="1" dirty="0"/>
              <a:t>Pequeña compra ($10k-$250k) - </a:t>
            </a:r>
            <a:r>
              <a:rPr lang="en-US" dirty="0"/>
              <a:t>Método de adquisición </a:t>
            </a:r>
            <a:r>
              <a:rPr lang="en-US" dirty="0"/>
              <a:t>relativamente sencillo e </a:t>
            </a:r>
            <a:r>
              <a:rPr lang="en-US" b="1" dirty="0"/>
              <a:t>informal</a:t>
            </a:r>
            <a:r>
              <a:rPr lang="en-US" dirty="0"/>
              <a:t>. </a:t>
            </a:r>
            <a:r>
              <a:rPr lang="en-US" sz="1200" b="0" i="0" kern="1200" dirty="0">
                <a:solidFill>
                  <a:schemeClr val="tx1"/>
                </a:solidFill>
                <a:effectLst/>
                <a:latin typeface="+mn-lt"/>
                <a:ea typeface="+mn-ea"/>
                <a:cs typeface="+mn-cs"/>
              </a:rPr>
              <a:t>Las entidades no federales adoptan procedimientos de pequeña compra para agilizar la adquisición de artículos cuyo coste es inferior al umbral de adquisición simplificado.</a:t>
            </a:r>
            <a:r>
              <a:rPr lang="en-US" dirty="0"/>
              <a:t> Se buscan ofertas de un número razonable de fuentes (generalmente 3). Elección basada en criterios de selección propios</a:t>
            </a:r>
          </a:p>
          <a:p>
            <a:endParaRPr lang="en-US" dirty="0"/>
          </a:p>
          <a:p>
            <a:r>
              <a:rPr lang="en-US" b="1" dirty="0"/>
              <a:t>Ofertas selladas (por encima de 250.000 $ - publicidad formal) </a:t>
            </a:r>
            <a:r>
              <a:rPr lang="en-US" dirty="0"/>
              <a:t>- Convocatoria pública y contrato firme a precio fijo (suma global o precio unitario) adjudicado a la </a:t>
            </a:r>
            <a:r>
              <a:rPr lang="en-US" b="1" dirty="0"/>
              <a:t>oferta más baja </a:t>
            </a:r>
            <a:r>
              <a:rPr lang="en-US" dirty="0"/>
              <a:t>(razonable + conforme). Método preferido para la contratación de obras. Las ofertas se abren a la hora y en el lugar especificados. </a:t>
            </a:r>
          </a:p>
          <a:p>
            <a:endParaRPr lang="en-US" dirty="0"/>
          </a:p>
          <a:p>
            <a:r>
              <a:rPr lang="en-US" b="1" dirty="0"/>
              <a:t>Propuestas competitivas (por encima de 250.000 $): </a:t>
            </a:r>
            <a:r>
              <a:rPr lang="en-US" dirty="0"/>
              <a:t>más de una fuente presenta una oferta y se adjudica un contrato de precio fijo o de tipo reembolso de costes. Generalmente se utiliza cuando las condiciones no son apropiadas para el uso de ofertas selladas. Elección del proveedor en función de criterios de selección propios.</a:t>
            </a:r>
          </a:p>
          <a:p>
            <a:endParaRPr lang="en-US" dirty="0"/>
          </a:p>
          <a:p>
            <a:r>
              <a:rPr lang="en-US" b="1" dirty="0"/>
              <a:t>Propuestas no competitivas (sin límite) - </a:t>
            </a:r>
            <a:r>
              <a:rPr lang="en-US" dirty="0"/>
              <a:t>Solicitud de una propuesta a una sola fuente si:</a:t>
            </a:r>
          </a:p>
          <a:p>
            <a:r>
              <a:rPr lang="en-US" dirty="0"/>
              <a:t>- El artículo sólo está disponible en un único proveedor;</a:t>
            </a:r>
          </a:p>
          <a:p>
            <a:r>
              <a:rPr lang="en-US" dirty="0"/>
              <a:t>- La urgencia o emergencia pública de la necesidad no permitirá un retraso derivado de una licitación competitiva;</a:t>
            </a:r>
          </a:p>
          <a:p>
            <a:r>
              <a:rPr lang="en-US" dirty="0"/>
              <a:t>- El organismo adjudicador federal o la entidad canalizadora autoriza expresamente las propuestas no competitivas; o</a:t>
            </a:r>
          </a:p>
          <a:p>
            <a:r>
              <a:rPr lang="en-US" dirty="0"/>
              <a:t>- Tras solicitar varias fuentes, se determina que la competencia es inadecuada</a:t>
            </a:r>
          </a:p>
        </p:txBody>
      </p:sp>
    </p:spTree>
  </p:cSld>
  <p:clrMapOvr>
    <a:masterClrMapping/>
  </p:clrMapOvr>
</p:notes>
</file>

<file path=ppt/notesSlides/notesSlide10.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648448639"/>
      </p:ext>
    </p:extLst>
  </p:cSld>
  <p:clrMapOvr>
    <a:masterClrMapping/>
  </p:clrMapOvr>
</p:notes>
</file>

<file path=ppt/notesSlides/notesSlide11.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06648675"/>
      </p:ext>
    </p:extLst>
  </p:cSld>
  <p:clrMapOvr>
    <a:masterClrMapping/>
  </p:clrMapOvr>
</p:notes>
</file>

<file path=ppt/notesSlides/notesSlide12.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9592631"/>
      </p:ext>
    </p:extLst>
  </p:cSld>
  <p:clrMapOvr>
    <a:masterClrMapping/>
  </p:clrMapOvr>
</p:notes>
</file>

<file path=ppt/notesSlides/notesSlide13.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6277851"/>
      </p:ext>
    </p:extLst>
  </p:cSld>
  <p:clrMapOvr>
    <a:masterClrMapping/>
  </p:clrMapOvr>
</p:notes>
</file>

<file path=ppt/notesSlides/notesSlide14.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57947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Los bienes inmuebles </a:t>
            </a:r>
            <a:r>
              <a:rPr lang="en-US" baseline="0" dirty="0"/>
              <a:t>pueden conservarse o venderse y la agencia federal debe ser compensada</a:t>
            </a:r>
          </a:p>
          <a:p>
            <a:r>
              <a:rPr lang="en-US" baseline="0" dirty="0"/>
              <a:t>(terrenos, estructuras) no incluye la maquinaria y los equipos móviles</a:t>
            </a:r>
          </a:p>
          <a:p>
            <a:endParaRPr lang="en-US" dirty="0"/>
          </a:p>
          <a:p>
            <a:r>
              <a:rPr lang="en-US" dirty="0"/>
              <a:t>Los equipos </a:t>
            </a:r>
            <a:r>
              <a:rPr lang="en-US" baseline="0" dirty="0"/>
              <a:t>suelen permanecer en la entidad no financiada, a menos que se indique lo contrario, si su valor de mercado actual es inferior a 5.000 dólares (de lo contrario, es necesario consultar a la agencia para obtener instrucciones sobre su disposición).</a:t>
            </a:r>
          </a:p>
          <a:p>
            <a:r>
              <a:rPr lang="en-US" baseline="0" dirty="0"/>
              <a:t>Debe incluirse en el inventario, mantener registros de propiedad, salvaguardar (seguro)</a:t>
            </a:r>
          </a:p>
          <a:p>
            <a:endParaRPr lang="en-US" baseline="0" dirty="0"/>
          </a:p>
          <a:p>
            <a:r>
              <a:rPr lang="en-US" baseline="0" dirty="0"/>
              <a:t>Los intangibles son propiedad del beneficiario: "quien los crea, los posee", pero el Gobierno de los EE.UU. tiene derecho a obtener, reproducir, publicar o utilizar de cualquier otro modo los datos producidos en el marco del premio y a autorizar a otros a hacerlo con fines alimentarios.</a:t>
            </a:r>
          </a:p>
          <a:p>
            <a:endParaRPr lang="en-US" baseline="0" dirty="0"/>
          </a:p>
          <a:p>
            <a:r>
              <a:rPr lang="en-US" baseline="0" dirty="0"/>
              <a:t>Inventario </a:t>
            </a:r>
            <a:r>
              <a:rPr lang="en-US" dirty="0"/>
              <a:t>de suministros no utilizados que superen los 5.000 dólares de valor total agregado a la terminación o finalización del programa federal y que no sean necesarios para ninguna otra concesión federal</a:t>
            </a:r>
            <a:r>
              <a:rPr lang="en-US" baseline="0" dirty="0"/>
              <a:t>, el receptor </a:t>
            </a:r>
            <a:r>
              <a:rPr lang="en-US" dirty="0"/>
              <a:t>deberá compensar al Gobierno federal por la parte que le corresponda. </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aseline="0" dirty="0"/>
              <a:t>Inventario </a:t>
            </a:r>
            <a:r>
              <a:rPr lang="en-US" dirty="0"/>
              <a:t>de suministros no utilizados que superen los 5.000 dólares de valor total agregado a la terminación o finalización del programa federal y que no sean necesarios para ninguna otra concesión federal</a:t>
            </a:r>
            <a:r>
              <a:rPr lang="en-US" baseline="0" dirty="0"/>
              <a:t>, el receptor </a:t>
            </a:r>
            <a:r>
              <a:rPr lang="en-US" dirty="0"/>
              <a:t>deberá compensar al Gobierno federal por la parte que le corresponda. </a:t>
            </a:r>
          </a:p>
          <a:p>
            <a:endParaRPr lang="en-US" dirty="0"/>
          </a:p>
        </p:txBody>
      </p:sp>
    </p:spTree>
  </p:cSld>
  <p:clrMapOvr>
    <a:masterClrMapping/>
  </p:clrMapOvr>
</p:notes>
</file>

<file path=ppt/notesSlides/notesSlide17.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4139570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Vinculado al poder </a:t>
            </a:r>
          </a:p>
          <a:p>
            <a:r>
              <a:rPr lang="en-US" dirty="0"/>
              <a:t>- Falta de protección de las personas a las que estas organizaciones deben proteger y/o ayudar.</a:t>
            </a:r>
          </a:p>
          <a:p>
            <a:pPr marL="0" indent="0">
              <a:buFontTx/>
              <a:buNone/>
            </a:pPr>
            <a:r>
              <a:rPr lang="en-US" dirty="0"/>
              <a:t>- Ilustra la vulnerabilidad de estas poblaciones y las deficiencias o ausencia de sistemas para prevenir y denunciar estos abusos.</a:t>
            </a:r>
          </a:p>
          <a:p>
            <a:pPr marL="171450" indent="-171450">
              <a:buFontTx/>
              <a:buChar char="-"/>
            </a:pPr>
            <a:endParaRPr lang="en-US" dirty="0"/>
          </a:p>
          <a:p>
            <a:pPr marL="171450" indent="-171450">
              <a:buFontTx/>
              <a:buChar char="-"/>
            </a:pPr>
            <a:r>
              <a:rPr lang="en-US" dirty="0"/>
              <a:t>Trata de niños</a:t>
            </a:r>
          </a:p>
          <a:p>
            <a:pPr marL="171450" indent="-171450">
              <a:buFontTx/>
              <a:buChar char="-"/>
            </a:pPr>
            <a:r>
              <a:rPr lang="en-US" dirty="0"/>
              <a:t>Sexo forzado</a:t>
            </a:r>
          </a:p>
          <a:p>
            <a:pPr marL="171450" indent="-171450">
              <a:buFontTx/>
              <a:buChar char="-"/>
            </a:pPr>
            <a:r>
              <a:rPr lang="en-US" dirty="0"/>
              <a:t>Abuso sexual verbal</a:t>
            </a:r>
          </a:p>
          <a:p>
            <a:pPr marL="171450" indent="-171450">
              <a:buFontTx/>
              <a:buChar char="-"/>
            </a:pPr>
            <a:r>
              <a:rPr lang="en-US" dirty="0"/>
              <a:t>Prostitución infantil</a:t>
            </a:r>
          </a:p>
          <a:p>
            <a:pPr marL="171450" indent="-171450">
              <a:buFontTx/>
              <a:buChar char="-"/>
            </a:pPr>
            <a:r>
              <a:rPr lang="en-US" dirty="0"/>
              <a:t>Pornografía infantil</a:t>
            </a:r>
          </a:p>
          <a:p>
            <a:pPr marL="171450" indent="-171450">
              <a:buFontTx/>
              <a:buChar char="-"/>
            </a:pPr>
            <a:r>
              <a:rPr lang="en-US" dirty="0"/>
              <a:t>Esclavitud sexual</a:t>
            </a:r>
          </a:p>
          <a:p>
            <a:pPr marL="171450" indent="-171450">
              <a:buFontTx/>
              <a:buChar char="-"/>
            </a:pPr>
            <a:r>
              <a:rPr lang="en-US" dirty="0"/>
              <a:t>Agresión sexual indecente</a:t>
            </a:r>
          </a:p>
          <a:p>
            <a:pPr marL="171450" indent="-171450">
              <a:buFontTx/>
              <a:buChar char="-"/>
            </a:pPr>
            <a:r>
              <a:rPr lang="en-US" dirty="0"/>
              <a:t>Intercambio de sexo por alimentos y otros artículos o servicios no monetarios</a:t>
            </a:r>
          </a:p>
          <a:p>
            <a:pPr marL="171450" indent="-171450">
              <a:buFontTx/>
              <a:buChar char="-"/>
            </a:pPr>
            <a:endParaRPr lang="en-US" dirty="0"/>
          </a:p>
          <a:p>
            <a:endParaRPr lang="en-US" dirty="0"/>
          </a:p>
        </p:txBody>
      </p:sp>
    </p:spTree>
    <p:extLst>
      <p:ext uri="{BB962C8B-B14F-4D97-AF65-F5344CB8AC3E}">
        <p14:creationId xmlns:p14="http://schemas.microsoft.com/office/powerpoint/2010/main" val="3054401716"/>
      </p:ext>
    </p:extLst>
  </p:cSld>
  <p:clrMapOvr>
    <a:masterClrMapping/>
  </p:clrMapOvr>
</p:notes>
</file>

<file path=ppt/notesSlides/notesSlide20.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Vinculado al poder </a:t>
            </a:r>
          </a:p>
          <a:p>
            <a:r>
              <a:rPr lang="en-US" dirty="0"/>
              <a:t>- Falta de protección de las personas a las que estas organizaciones deben proteger y/o ayudar.</a:t>
            </a:r>
          </a:p>
          <a:p>
            <a:pPr marL="0" indent="0">
              <a:buFontTx/>
              <a:buNone/>
            </a:pPr>
            <a:r>
              <a:rPr lang="en-US" dirty="0"/>
              <a:t>- Ilustra la vulnerabilidad de estas poblaciones y las deficiencias o ausencia de sistemas para prevenir y denunciar estos abusos.</a:t>
            </a:r>
          </a:p>
          <a:p>
            <a:pPr marL="171450" indent="-171450">
              <a:buFontTx/>
              <a:buChar char="-"/>
            </a:pPr>
            <a:endParaRPr lang="en-US" dirty="0"/>
          </a:p>
          <a:p>
            <a:pPr marL="171450" indent="-171450">
              <a:buFontTx/>
              <a:buChar char="-"/>
            </a:pPr>
            <a:r>
              <a:rPr lang="en-US" dirty="0"/>
              <a:t>Trata de niños</a:t>
            </a:r>
          </a:p>
          <a:p>
            <a:pPr marL="171450" indent="-171450">
              <a:buFontTx/>
              <a:buChar char="-"/>
            </a:pPr>
            <a:r>
              <a:rPr lang="en-US" dirty="0"/>
              <a:t>Sexo forzado</a:t>
            </a:r>
          </a:p>
          <a:p>
            <a:pPr marL="171450" indent="-171450">
              <a:buFontTx/>
              <a:buChar char="-"/>
            </a:pPr>
            <a:r>
              <a:rPr lang="en-US" dirty="0"/>
              <a:t>Abuso sexual verbal</a:t>
            </a:r>
          </a:p>
          <a:p>
            <a:pPr marL="171450" indent="-171450">
              <a:buFontTx/>
              <a:buChar char="-"/>
            </a:pPr>
            <a:r>
              <a:rPr lang="en-US" dirty="0"/>
              <a:t>Prostitución infantil</a:t>
            </a:r>
          </a:p>
          <a:p>
            <a:pPr marL="171450" indent="-171450">
              <a:buFontTx/>
              <a:buChar char="-"/>
            </a:pPr>
            <a:r>
              <a:rPr lang="en-US" dirty="0"/>
              <a:t>Pornografía infantil</a:t>
            </a:r>
          </a:p>
          <a:p>
            <a:pPr marL="171450" indent="-171450">
              <a:buFontTx/>
              <a:buChar char="-"/>
            </a:pPr>
            <a:r>
              <a:rPr lang="en-US" dirty="0"/>
              <a:t>Esclavitud sexual</a:t>
            </a:r>
          </a:p>
          <a:p>
            <a:pPr marL="171450" indent="-171450">
              <a:buFontTx/>
              <a:buChar char="-"/>
            </a:pPr>
            <a:r>
              <a:rPr lang="en-US" dirty="0"/>
              <a:t>Agresión sexual indecente</a:t>
            </a:r>
          </a:p>
          <a:p>
            <a:pPr marL="171450" indent="-171450">
              <a:buFontTx/>
              <a:buChar char="-"/>
            </a:pPr>
            <a:r>
              <a:rPr lang="en-US" dirty="0"/>
              <a:t>Intercambio de sexo por alimentos y otros artículos o servicios no monetarios</a:t>
            </a:r>
          </a:p>
          <a:p>
            <a:pPr marL="171450" indent="-171450">
              <a:buFontTx/>
              <a:buChar char="-"/>
            </a:pPr>
            <a:endParaRPr lang="en-US" dirty="0"/>
          </a:p>
          <a:p>
            <a:endParaRPr lang="en-US" dirty="0"/>
          </a:p>
        </p:txBody>
      </p:sp>
    </p:spTree>
    <p:extLst>
      <p:ext uri="{BB962C8B-B14F-4D97-AF65-F5344CB8AC3E}">
        <p14:creationId xmlns:p14="http://schemas.microsoft.com/office/powerpoint/2010/main" val="3475770458"/>
      </p:ext>
    </p:extLst>
  </p:cSld>
  <p:clrMapOvr>
    <a:masterClrMapping/>
  </p:clrMapOvr>
</p:notes>
</file>

<file path=ppt/notesSlides/notesSlide21.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Vinculado al poder </a:t>
            </a:r>
          </a:p>
          <a:p>
            <a:r>
              <a:rPr lang="en-US" dirty="0"/>
              <a:t>- Falta de protección de las personas a las que estas organizaciones deben proteger y/o ayudar.</a:t>
            </a:r>
          </a:p>
          <a:p>
            <a:pPr marL="0" indent="0">
              <a:buFontTx/>
              <a:buNone/>
            </a:pPr>
            <a:r>
              <a:rPr lang="en-US" dirty="0"/>
              <a:t>- Ilustra la vulnerabilidad de estas poblaciones y las deficiencias o ausencia de sistemas para prevenir y denunciar estos abusos.</a:t>
            </a:r>
          </a:p>
          <a:p>
            <a:pPr marL="171450" indent="-171450">
              <a:buFontTx/>
              <a:buChar char="-"/>
            </a:pPr>
            <a:endParaRPr lang="en-US" dirty="0"/>
          </a:p>
          <a:p>
            <a:pPr marL="171450" indent="-171450">
              <a:buFontTx/>
              <a:buChar char="-"/>
            </a:pPr>
            <a:r>
              <a:rPr lang="en-US" dirty="0"/>
              <a:t>Trata de niños</a:t>
            </a:r>
          </a:p>
          <a:p>
            <a:pPr marL="171450" indent="-171450">
              <a:buFontTx/>
              <a:buChar char="-"/>
            </a:pPr>
            <a:r>
              <a:rPr lang="en-US" dirty="0"/>
              <a:t>Sexo forzado</a:t>
            </a:r>
          </a:p>
          <a:p>
            <a:pPr marL="171450" indent="-171450">
              <a:buFontTx/>
              <a:buChar char="-"/>
            </a:pPr>
            <a:r>
              <a:rPr lang="en-US" dirty="0"/>
              <a:t>Abuso sexual verbal</a:t>
            </a:r>
          </a:p>
          <a:p>
            <a:pPr marL="171450" indent="-171450">
              <a:buFontTx/>
              <a:buChar char="-"/>
            </a:pPr>
            <a:r>
              <a:rPr lang="en-US" dirty="0"/>
              <a:t>Prostitución infantil</a:t>
            </a:r>
          </a:p>
          <a:p>
            <a:pPr marL="171450" indent="-171450">
              <a:buFontTx/>
              <a:buChar char="-"/>
            </a:pPr>
            <a:r>
              <a:rPr lang="en-US" dirty="0"/>
              <a:t>Pornografía infantil</a:t>
            </a:r>
          </a:p>
          <a:p>
            <a:pPr marL="171450" indent="-171450">
              <a:buFontTx/>
              <a:buChar char="-"/>
            </a:pPr>
            <a:r>
              <a:rPr lang="en-US" dirty="0"/>
              <a:t>Esclavitud sexual</a:t>
            </a:r>
          </a:p>
          <a:p>
            <a:pPr marL="171450" indent="-171450">
              <a:buFontTx/>
              <a:buChar char="-"/>
            </a:pPr>
            <a:r>
              <a:rPr lang="en-US" dirty="0"/>
              <a:t>Agresión sexual indecente</a:t>
            </a:r>
          </a:p>
          <a:p>
            <a:pPr marL="171450" indent="-171450">
              <a:buFontTx/>
              <a:buChar char="-"/>
            </a:pPr>
            <a:r>
              <a:rPr lang="en-US" dirty="0"/>
              <a:t>Intercambio de sexo por alimentos y otros artículos o servicios no monetarios</a:t>
            </a:r>
          </a:p>
          <a:p>
            <a:pPr marL="171450" indent="-171450">
              <a:buFontTx/>
              <a:buChar char="-"/>
            </a:pPr>
            <a:endParaRPr lang="en-US" dirty="0"/>
          </a:p>
          <a:p>
            <a:endParaRPr lang="en-US" dirty="0"/>
          </a:p>
        </p:txBody>
      </p:sp>
    </p:spTree>
    <p:extLst>
      <p:ext uri="{BB962C8B-B14F-4D97-AF65-F5344CB8AC3E}">
        <p14:creationId xmlns:p14="http://schemas.microsoft.com/office/powerpoint/2010/main" val="3552466992"/>
      </p:ext>
    </p:extLst>
  </p:cSld>
  <p:clrMapOvr>
    <a:masterClrMapping/>
  </p:clrMapOvr>
</p:notes>
</file>

<file path=ppt/notesSlides/notesSlide22.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200" kern="1200" dirty="0">
                <a:solidFill>
                  <a:schemeClr val="tx1"/>
                </a:solidFill>
                <a:effectLst/>
                <a:latin typeface="+mn-lt"/>
                <a:ea typeface="+mn-ea"/>
                <a:cs typeface="+mn-cs"/>
              </a:rPr>
              <a:t>Abuso, explotación o negligencia infantil: Constituye cualquier forma de abuso físico; maltrato emocional; abuso sexual; negligencia o supervisión insuficiente; trata; o explotación comercial, transaccional, laboral o de otro tipo que resulte en un daño real o potencial para la salud, el bienestar, la supervivencia, el desarrollo o la dignidad del niño. Incluye, pero no se limita a: cualquier acto u omisión que provoque la muerte, daño físico o emocional grave a un niño, o un acto u omisión que presente un riesgo inminente de daño grave a un niño. </a:t>
            </a:r>
          </a:p>
          <a:p>
            <a:pPr rtl="0"/>
            <a:endParaRPr lang="en-US" sz="1200" kern="1200" dirty="0">
              <a:solidFill>
                <a:schemeClr val="tx1"/>
              </a:solidFill>
              <a:effectLst/>
              <a:latin typeface="+mn-lt"/>
              <a:ea typeface="+mn-ea"/>
              <a:cs typeface="+mn-cs"/>
            </a:endParaRPr>
          </a:p>
          <a:p>
            <a:pPr rtl="0"/>
            <a:r>
              <a:rPr lang="en-US" sz="1200" kern="1200" dirty="0">
                <a:solidFill>
                  <a:schemeClr val="tx1"/>
                </a:solidFill>
                <a:effectLst/>
                <a:latin typeface="+mn-lt"/>
                <a:ea typeface="+mn-ea"/>
                <a:cs typeface="+mn-cs"/>
              </a:rPr>
              <a:t>Maltrato físico: Consiste en actos u omisiones que provocan lesiones (no necesariamente visibles), dolor o sufrimiento innecesario o injustificado sin causar lesiones, daño o riesgo de daño para la salud o el bienestar del niño, o la muerte. Tales actos pueden incluir, entre otros: puñetazos, golpes, patadas, mordiscos, sacudidas, lanzamientos, puñaladas, asfixia o golpes (independientemente del objeto utilizado), o quemaduras. Estos actos se consideran malos tratos independientemente de si tenían o no la intención de herir al niño.</a:t>
            </a:r>
          </a:p>
          <a:p>
            <a:pPr rtl="0"/>
            <a:endParaRPr lang="en-US" sz="1200" kern="1200" dirty="0">
              <a:solidFill>
                <a:schemeClr val="tx1"/>
              </a:solidFill>
              <a:effectLst/>
              <a:latin typeface="+mn-lt"/>
              <a:ea typeface="+mn-ea"/>
              <a:cs typeface="+mn-cs"/>
            </a:endParaRPr>
          </a:p>
          <a:p>
            <a:pPr rtl="0"/>
            <a:r>
              <a:rPr lang="en-US" sz="1200" kern="1200" dirty="0">
                <a:solidFill>
                  <a:schemeClr val="tx1"/>
                </a:solidFill>
                <a:effectLst/>
                <a:latin typeface="+mn-lt"/>
                <a:ea typeface="+mn-ea"/>
                <a:cs typeface="+mn-cs"/>
              </a:rPr>
              <a:t>Abuso sexual: Consiste en acariciar los genitales de un niño, penetración, incesto, violación, sodomía, exhibicionismo y explotación mediante la prostitución o la producción de material pornográfico.</a:t>
            </a:r>
          </a:p>
          <a:p>
            <a:pPr rtl="0"/>
            <a:endParaRPr lang="en-US" sz="120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Abuso emocional o malos tratos: Constituye una lesión de la capacidad psicológica o la estabilidad emocional del niño causada por actos, amenazas de actos o tácticas coercitivas. El maltrato emocional puede incluir, entre otras cosas: humillación, control, aislamiento, retención de información o cualquier otra actividad deliberada que haga que el niño se sienta disminuido o avergonzado.</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Explotación: Constituye el abuso de un niño en el que interviene algún tipo de remuneración o por el que los autores se benefician de alguna manera. La explotación representa una forma de coacción y violencia que va en detrimento de la salud física o mental, el desarrollo, la educación o el bienestar del niño.</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Negligencia: Consiste en no atender las necesidades básicas de un niño dentro de las actividades financiadas por USAID que se encargan de su cuidado en ausencia de sus padres o tutores</a:t>
            </a:r>
            <a:endParaRPr lang="en-US" sz="1600" dirty="0">
              <a:effectLst/>
            </a:endParaRPr>
          </a:p>
          <a:p>
            <a:br>
              <a:rPr lang="en-US" sz="1200" b="0" i="0" kern="1200" dirty="0">
                <a:solidFill>
                  <a:schemeClr val="tx1"/>
                </a:solidFill>
                <a:effectLst/>
                <a:latin typeface="+mn-lt"/>
                <a:ea typeface="+mn-ea"/>
                <a:cs typeface="+mn-cs"/>
              </a:rPr>
            </a:br>
            <a:endPar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82141411"/>
      </p:ext>
    </p:extLst>
  </p:cSld>
  <p:clrMapOvr>
    <a:masterClrMapping/>
  </p:clrMapOvr>
</p:notes>
</file>

<file path=ppt/notesSlides/notesSlide23.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**incluidas, entre otras, la limitación de las interacciones no supervisadas con niños, la prohibición de la exposición a pornografía y el cumplimiento de las leyes, reglamentos o costumbres aplicables en materia de fotografía, filmación u otras actividades generadoras de imágenes de niños;</a:t>
            </a:r>
          </a:p>
          <a:p>
            <a:pPr>
              <a:buClrTx/>
              <a:buFont typeface="Arial" panose="020B0604020202020204" pitchFamily="34" charset="0"/>
              <a:buNone/>
            </a:pPr>
            <a:endPar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45444332"/>
      </p:ext>
    </p:extLst>
  </p:cSld>
  <p:clrMapOvr>
    <a:masterClrMapping/>
  </p:clrMapOvr>
</p:notes>
</file>

<file path=ppt/notesSlides/notesSlide24.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Por "trata de personas" se entenderá la captación, el transporte, el traslado, la acogida o la recepción de personas, recurriendo a la amenaza o al uso de la fuerza u otras formas de coacción, al rapto, al fraude, al engaño, al abuso de poder o de una situación de vulnerabilidad o a la concesión o recepción de pagos o beneficios para obtener el consentimiento de una persona que tenga autoridad sobre otra, con fines de explotación. La explotación incluirá, como mínimo, la explotación de la prostitución ajena u otras formas de explotación sexual, los trabajos o servicios forzados, la esclavitud o las prácticas análogas a la esclavitud, la servidumbre o la extracción de órganos</a:t>
            </a:r>
          </a:p>
          <a:p>
            <a:endParaRPr lang="en-US" dirty="0"/>
          </a:p>
          <a:p>
            <a:r>
              <a:rPr lang="en-US" dirty="0"/>
              <a:t>https://www.ohchr.org/en/professionalinterest/pages/protocoltraffickinginpersons.aspx </a:t>
            </a:r>
          </a:p>
        </p:txBody>
      </p:sp>
    </p:spTree>
    <p:extLst>
      <p:ext uri="{BB962C8B-B14F-4D97-AF65-F5344CB8AC3E}">
        <p14:creationId xmlns:p14="http://schemas.microsoft.com/office/powerpoint/2010/main" val="3651184457"/>
      </p:ext>
    </p:extLst>
  </p:cSld>
  <p:clrMapOvr>
    <a:masterClrMapping/>
  </p:clrMapOvr>
</p:notes>
</file>

<file path=ppt/notesSlides/notesSlide25.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390214427"/>
      </p:ext>
    </p:extLst>
  </p:cSld>
  <p:clrMapOvr>
    <a:masterClrMapping/>
  </p:clrMapOvr>
</p:notes>
</file>

<file path=ppt/notesSlides/notesSlide26.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a menos que:</a:t>
            </a:r>
          </a:p>
          <a:p>
            <a:r>
              <a:rPr lang="en-US" dirty="0"/>
              <a:t>a) exentos de la obligación de proporcionar o pagar dicho transporte de regreso por parte de USAID en virtud de esta adjudicación; o</a:t>
            </a:r>
          </a:p>
          <a:p>
            <a:r>
              <a:rPr lang="en-US" dirty="0"/>
              <a:t>b)el empleado es una víctima de la trata de seres humanos que busca servicios para las víctimas o reparación legal en el país de empleo o un testigo en una acción de aplicación de la ley en materia de trata de seres humanos;</a:t>
            </a:r>
          </a:p>
        </p:txBody>
      </p:sp>
    </p:spTree>
    <p:extLst>
      <p:ext uri="{BB962C8B-B14F-4D97-AF65-F5344CB8AC3E}">
        <p14:creationId xmlns:p14="http://schemas.microsoft.com/office/powerpoint/2010/main" val="1618347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 CFR 200, subparte E</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dirty="0">
                <a:latin typeface="Trade Gothic" panose="02000503020000020004" pitchFamily="2" charset="0"/>
              </a:rPr>
              <a:t>Principios contables generalmente aceptados (PCGA)</a:t>
            </a:r>
          </a:p>
          <a:p>
            <a:endParaRPr lang="en-US" dirty="0"/>
          </a:p>
          <a:p>
            <a:r>
              <a:rPr lang="en-US" dirty="0"/>
              <a:t>Debe ser NECESARIA, </a:t>
            </a:r>
            <a:r>
              <a:rPr lang="en-US" baseline="0" dirty="0"/>
              <a:t>RAZONABLE, ASIGNABLE y CONFORME a las condiciones de la subvención. </a:t>
            </a:r>
          </a:p>
          <a:p>
            <a:endParaRPr lang="en-US" baseline="0" dirty="0"/>
          </a:p>
          <a:p>
            <a:r>
              <a:rPr lang="en-US" baseline="0" dirty="0"/>
              <a:t>Coherencia en la propuesta, imputación e información de los costes: </a:t>
            </a:r>
          </a:p>
          <a:p>
            <a:endParaRPr lang="en-US" baseline="0" dirty="0"/>
          </a:p>
          <a:p>
            <a:r>
              <a:rPr lang="en-US" dirty="0"/>
              <a:t>§200.403 (d) establece: "Un coste no podrá asignarse a una concesión federal como coste directo si cualquier otro coste incurrido para el mismo fin en circunstancias similares ha sido asignado a la concesión federal como coste indirecto."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00000"/>
                </a:solidFill>
                <a:latin typeface="Trade Gothic" panose="02000503020000020004" pitchFamily="2" charset="0"/>
              </a:rPr>
              <a:t>(imputable o asignable)</a:t>
            </a:r>
            <a:endParaRPr lang="en-US" sz="2400" b="1" dirty="0">
              <a:latin typeface="Trade Gothic" panose="02000503020000020004" pitchFamily="2" charset="0"/>
            </a:endParaRPr>
          </a:p>
          <a:p>
            <a:pPr marL="0" lvl="0" indent="0" algn="l" rtl="0">
              <a:spcBef>
                <a:spcPts val="0"/>
              </a:spcBef>
              <a:spcAft>
                <a:spcPts val="0"/>
              </a:spcAft>
              <a:buNone/>
            </a:pPr>
            <a:endParaRPr dirty="0"/>
          </a:p>
        </p:txBody>
      </p:sp>
    </p:spTree>
  </p:cSld>
  <p:clrMapOvr>
    <a:masterClrMapping/>
  </p:clrMapOvr>
</p:notes>
</file>

<file path=ppt/notesSlides/notesSlide31.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1766647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4.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8640404"/>
      </p:ext>
    </p:extLst>
  </p:cSld>
  <p:clrMapOvr>
    <a:masterClrMapping/>
  </p:clrMapOvr>
</p:notes>
</file>

<file path=ppt/notesSlides/notesSlide35.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333333"/>
                </a:solidFill>
                <a:effectLst/>
                <a:latin typeface="Verdana" panose="020B0604030504040204" pitchFamily="34" charset="0"/>
              </a:rPr>
              <a:t>(</a:t>
            </a:r>
            <a:r>
              <a:rPr lang="en-US" b="1" i="0" dirty="0">
                <a:solidFill>
                  <a:srgbClr val="333333"/>
                </a:solidFill>
                <a:effectLst/>
                <a:latin typeface="Verdana" panose="020B0604030504040204" pitchFamily="34" charset="0"/>
              </a:rPr>
              <a:t>i) </a:t>
            </a:r>
            <a:r>
              <a:rPr lang="en-US" b="1" i="1" dirty="0">
                <a:solidFill>
                  <a:srgbClr val="333333"/>
                </a:solidFill>
                <a:effectLst/>
                <a:latin typeface="Verdana" panose="020B0604030504040204" pitchFamily="34" charset="0"/>
              </a:rPr>
              <a:t>Normas para la documentación de gastos de personal </a:t>
            </a:r>
            <a:r>
              <a:rPr lang="en-US" b="0" i="0" dirty="0">
                <a:solidFill>
                  <a:srgbClr val="333333"/>
                </a:solidFill>
                <a:effectLst/>
                <a:latin typeface="Verdana" panose="020B0604030504040204" pitchFamily="34" charset="0"/>
              </a:rPr>
              <a:t>(1) Los cargos a </a:t>
            </a:r>
            <a:r>
              <a:rPr lang="en-US" b="0" i="0" u="none" strike="noStrike" dirty="0">
                <a:solidFill>
                  <a:srgbClr val="0068AC"/>
                </a:solidFill>
                <a:effectLst/>
                <a:latin typeface="Verdana" panose="020B0604030504040204" pitchFamily="34" charset="0"/>
                <a:hlinkClick r:id="rId3"/>
              </a:rPr>
              <a:t>subvenciones federales </a:t>
            </a:r>
            <a:r>
              <a:rPr lang="en-US" b="0" i="0" dirty="0">
                <a:solidFill>
                  <a:srgbClr val="333333"/>
                </a:solidFill>
                <a:effectLst/>
                <a:latin typeface="Verdana" panose="020B0604030504040204" pitchFamily="34" charset="0"/>
              </a:rPr>
              <a:t>en concepto de sueldos y salarios deben basarse en registros que reflejen con exactitud el trabajo realizado. Estos registros deben:</a:t>
            </a:r>
          </a:p>
          <a:p>
            <a:pPr algn="l"/>
            <a:r>
              <a:rPr lang="en-US" b="1" i="0" dirty="0">
                <a:solidFill>
                  <a:srgbClr val="333333"/>
                </a:solidFill>
                <a:effectLst/>
                <a:latin typeface="Verdana" panose="020B0604030504040204" pitchFamily="34" charset="0"/>
              </a:rPr>
              <a:t>(i) </a:t>
            </a:r>
            <a:r>
              <a:rPr lang="en-US" b="0" i="0" dirty="0">
                <a:solidFill>
                  <a:srgbClr val="333333"/>
                </a:solidFill>
                <a:effectLst/>
                <a:latin typeface="Verdana" panose="020B0604030504040204" pitchFamily="34" charset="0"/>
              </a:rPr>
              <a:t>Estar respaldados por un sistema de control interno que ofrezca garantías razonables de que los gastos son exactos, admisibles y están correctamente asignados;</a:t>
            </a:r>
          </a:p>
          <a:p>
            <a:pPr algn="l"/>
            <a:r>
              <a:rPr lang="en-US" b="1" i="0" dirty="0">
                <a:solidFill>
                  <a:srgbClr val="333333"/>
                </a:solidFill>
                <a:effectLst/>
                <a:latin typeface="Verdana" panose="020B0604030504040204" pitchFamily="34" charset="0"/>
              </a:rPr>
              <a:t>(ii) Incorporarse </a:t>
            </a:r>
            <a:r>
              <a:rPr lang="en-US" b="0" i="0" dirty="0">
                <a:solidFill>
                  <a:srgbClr val="333333"/>
                </a:solidFill>
                <a:effectLst/>
                <a:latin typeface="Verdana" panose="020B0604030504040204" pitchFamily="34" charset="0"/>
              </a:rPr>
              <a:t>a los registros oficiales de la </a:t>
            </a:r>
            <a:r>
              <a:rPr lang="en-US" b="0" i="0" u="none" strike="noStrike" dirty="0">
                <a:solidFill>
                  <a:srgbClr val="0068AC"/>
                </a:solidFill>
                <a:effectLst/>
                <a:latin typeface="Verdana" panose="020B0604030504040204" pitchFamily="34" charset="0"/>
                <a:hlinkClick r:id="rId4"/>
              </a:rPr>
              <a:t>entidad no federal</a:t>
            </a:r>
            <a:r>
              <a:rPr lang="en-US" b="0" i="0" dirty="0">
                <a:solidFill>
                  <a:srgbClr val="333333"/>
                </a:solidFill>
                <a:effectLst/>
                <a:latin typeface="Verdana" panose="020B0604030504040204" pitchFamily="34" charset="0"/>
              </a:rPr>
              <a:t>;</a:t>
            </a:r>
          </a:p>
          <a:p>
            <a:pPr algn="l"/>
            <a:r>
              <a:rPr lang="en-US" b="1" i="0" dirty="0">
                <a:solidFill>
                  <a:srgbClr val="333333"/>
                </a:solidFill>
                <a:effectLst/>
                <a:latin typeface="Verdana" panose="020B0604030504040204" pitchFamily="34" charset="0"/>
              </a:rPr>
              <a:t>(iii) </a:t>
            </a:r>
            <a:r>
              <a:rPr lang="en-US" b="0" i="0" dirty="0">
                <a:solidFill>
                  <a:srgbClr val="333333"/>
                </a:solidFill>
                <a:effectLst/>
                <a:latin typeface="Verdana" panose="020B0604030504040204" pitchFamily="34" charset="0"/>
              </a:rPr>
              <a:t>Reflejar razonablemente la actividad total por la que el empleado es compensado por la </a:t>
            </a:r>
            <a:r>
              <a:rPr lang="en-US" b="0" i="0" u="none" strike="noStrike" dirty="0">
                <a:solidFill>
                  <a:srgbClr val="0068AC"/>
                </a:solidFill>
                <a:effectLst/>
                <a:latin typeface="Verdana" panose="020B0604030504040204" pitchFamily="34" charset="0"/>
                <a:hlinkClick r:id="rId4"/>
              </a:rPr>
              <a:t>entidad no federal</a:t>
            </a:r>
            <a:r>
              <a:rPr lang="en-US" b="0" i="0" dirty="0">
                <a:solidFill>
                  <a:srgbClr val="333333"/>
                </a:solidFill>
                <a:effectLst/>
                <a:latin typeface="Verdana" panose="020B0604030504040204" pitchFamily="34" charset="0"/>
              </a:rPr>
              <a:t>, sin exceder el 100% de las actividades compensadas (para IHE, esto según la definición de SII de la IHE);</a:t>
            </a:r>
          </a:p>
          <a:p>
            <a:pPr algn="l"/>
            <a:r>
              <a:rPr lang="en-US" b="1" i="0" dirty="0">
                <a:solidFill>
                  <a:srgbClr val="333333"/>
                </a:solidFill>
                <a:effectLst/>
                <a:latin typeface="Verdana" panose="020B0604030504040204" pitchFamily="34" charset="0"/>
              </a:rPr>
              <a:t>(iv) </a:t>
            </a:r>
            <a:r>
              <a:rPr lang="en-US" b="0" i="0" dirty="0">
                <a:solidFill>
                  <a:srgbClr val="333333"/>
                </a:solidFill>
                <a:effectLst/>
                <a:latin typeface="Verdana" panose="020B0604030504040204" pitchFamily="34" charset="0"/>
              </a:rPr>
              <a:t>Abarcar las actividades con ayuda federal y todas las demás actividades compensadas por la </a:t>
            </a:r>
            <a:r>
              <a:rPr lang="en-US" b="0" i="0" u="none" strike="noStrike" dirty="0">
                <a:solidFill>
                  <a:srgbClr val="0068AC"/>
                </a:solidFill>
                <a:effectLst/>
                <a:latin typeface="Verdana" panose="020B0604030504040204" pitchFamily="34" charset="0"/>
                <a:hlinkClick r:id="rId4"/>
              </a:rPr>
              <a:t>entidad </a:t>
            </a:r>
            <a:r>
              <a:rPr lang="en-US" b="0" i="0" u="none" strike="noStrike" dirty="0">
                <a:solidFill>
                  <a:srgbClr val="0068AC"/>
                </a:solidFill>
                <a:effectLst/>
                <a:latin typeface="Verdana" panose="020B0604030504040204" pitchFamily="34" charset="0"/>
                <a:hlinkClick r:id="rId4"/>
              </a:rPr>
              <a:t>no federal de forma </a:t>
            </a:r>
            <a:r>
              <a:rPr lang="en-US" b="0" i="0" dirty="0">
                <a:solidFill>
                  <a:srgbClr val="333333"/>
                </a:solidFill>
                <a:effectLst/>
                <a:latin typeface="Verdana" panose="020B0604030504040204" pitchFamily="34" charset="0"/>
              </a:rPr>
              <a:t>integrada, pero puede incluir el uso de </a:t>
            </a:r>
            <a:r>
              <a:rPr lang="en-US" b="0" i="0" dirty="0">
                <a:solidFill>
                  <a:srgbClr val="333333"/>
                </a:solidFill>
                <a:effectLst/>
                <a:latin typeface="Verdana" panose="020B0604030504040204" pitchFamily="34" charset="0"/>
              </a:rPr>
              <a:t>registros </a:t>
            </a:r>
            <a:r>
              <a:rPr lang="en-US" b="0" i="0" u="none" strike="noStrike" dirty="0">
                <a:solidFill>
                  <a:srgbClr val="0068AC"/>
                </a:solidFill>
                <a:effectLst/>
                <a:latin typeface="Verdana" panose="020B0604030504040204" pitchFamily="34" charset="0"/>
                <a:hlinkClick r:id="rId5"/>
              </a:rPr>
              <a:t>subsidiarios </a:t>
            </a:r>
            <a:r>
              <a:rPr lang="en-US" b="0" i="0" dirty="0">
                <a:solidFill>
                  <a:srgbClr val="333333"/>
                </a:solidFill>
                <a:effectLst/>
                <a:latin typeface="Verdana" panose="020B0604030504040204" pitchFamily="34" charset="0"/>
              </a:rPr>
              <a:t>según se defina en la </a:t>
            </a:r>
            <a:r>
              <a:rPr lang="en-US" b="0" i="0" u="none" strike="noStrike" dirty="0">
                <a:solidFill>
                  <a:srgbClr val="0068AC"/>
                </a:solidFill>
                <a:effectLst/>
                <a:latin typeface="Verdana" panose="020B0604030504040204" pitchFamily="34" charset="0"/>
                <a:hlinkClick r:id="rId6"/>
              </a:rPr>
              <a:t>política </a:t>
            </a:r>
            <a:r>
              <a:rPr lang="en-US" b="0" i="0" dirty="0">
                <a:solidFill>
                  <a:srgbClr val="333333"/>
                </a:solidFill>
                <a:effectLst/>
                <a:latin typeface="Verdana" panose="020B0604030504040204" pitchFamily="34" charset="0"/>
              </a:rPr>
              <a:t>escrita de </a:t>
            </a:r>
            <a:r>
              <a:rPr lang="en-US" b="0" i="0" dirty="0">
                <a:solidFill>
                  <a:srgbClr val="333333"/>
                </a:solidFill>
                <a:effectLst/>
                <a:latin typeface="Verdana" panose="020B0604030504040204" pitchFamily="34" charset="0"/>
              </a:rPr>
              <a:t>la </a:t>
            </a:r>
            <a:r>
              <a:rPr lang="en-US" b="0" i="0" u="none" strike="noStrike" dirty="0">
                <a:solidFill>
                  <a:srgbClr val="0068AC"/>
                </a:solidFill>
                <a:effectLst/>
                <a:latin typeface="Verdana" panose="020B0604030504040204" pitchFamily="34" charset="0"/>
                <a:hlinkClick r:id="rId4"/>
              </a:rPr>
              <a:t>entidad no federal</a:t>
            </a:r>
            <a:r>
              <a:rPr lang="en-US" b="0" i="0" dirty="0">
                <a:solidFill>
                  <a:srgbClr val="333333"/>
                </a:solidFill>
                <a:effectLst/>
                <a:latin typeface="Verdana" panose="020B0604030504040204" pitchFamily="34" charset="0"/>
              </a:rPr>
              <a:t>;</a:t>
            </a:r>
          </a:p>
          <a:p>
            <a:pPr algn="l"/>
            <a:r>
              <a:rPr lang="en-US" b="0" i="0" dirty="0">
                <a:solidFill>
                  <a:srgbClr val="333333"/>
                </a:solidFill>
                <a:effectLst/>
                <a:latin typeface="Verdana" panose="020B0604030504040204" pitchFamily="34" charset="0"/>
              </a:rPr>
              <a:t>(</a:t>
            </a:r>
            <a:r>
              <a:rPr lang="en-US" b="1" i="0" dirty="0">
                <a:solidFill>
                  <a:srgbClr val="333333"/>
                </a:solidFill>
                <a:effectLst/>
                <a:latin typeface="Verdana" panose="020B0604030504040204" pitchFamily="34" charset="0"/>
              </a:rPr>
              <a:t>v) Cumplir </a:t>
            </a:r>
            <a:r>
              <a:rPr lang="en-US" b="0" i="0" dirty="0">
                <a:solidFill>
                  <a:srgbClr val="333333"/>
                </a:solidFill>
                <a:effectLst/>
                <a:latin typeface="Verdana" panose="020B0604030504040204" pitchFamily="34" charset="0"/>
              </a:rPr>
              <a:t>con las políticas y prácticas contables establecidas de la </a:t>
            </a:r>
            <a:r>
              <a:rPr lang="en-US" b="0" i="0" u="none" strike="noStrike" dirty="0">
                <a:solidFill>
                  <a:srgbClr val="0068AC"/>
                </a:solidFill>
                <a:effectLst/>
                <a:latin typeface="Verdana" panose="020B0604030504040204" pitchFamily="34" charset="0"/>
                <a:hlinkClick r:id="rId4"/>
              </a:rPr>
              <a:t>entidad no federal </a:t>
            </a:r>
            <a:r>
              <a:rPr lang="en-US" b="0" i="0" dirty="0">
                <a:solidFill>
                  <a:srgbClr val="333333"/>
                </a:solidFill>
                <a:effectLst/>
                <a:latin typeface="Verdana" panose="020B0604030504040204" pitchFamily="34" charset="0"/>
              </a:rPr>
              <a:t>(véase el párrafo (h)(1)(ii) anterior para el tratamiento del trabajo incidental para las IHE); y</a:t>
            </a:r>
          </a:p>
          <a:p>
            <a:pPr algn="l"/>
            <a:r>
              <a:rPr lang="en-US" b="1" i="0" dirty="0">
                <a:solidFill>
                  <a:srgbClr val="333333"/>
                </a:solidFill>
                <a:effectLst/>
                <a:latin typeface="Verdana" panose="020B0604030504040204" pitchFamily="34" charset="0"/>
              </a:rPr>
              <a:t>(vi) </a:t>
            </a:r>
            <a:r>
              <a:rPr lang="en-US" b="0" i="0" dirty="0">
                <a:solidFill>
                  <a:srgbClr val="333333"/>
                </a:solidFill>
                <a:effectLst/>
                <a:latin typeface="Verdana" panose="020B0604030504040204" pitchFamily="34" charset="0"/>
              </a:rPr>
              <a:t>[Reservado]</a:t>
            </a:r>
          </a:p>
          <a:p>
            <a:pPr algn="l"/>
            <a:r>
              <a:rPr lang="en-US" b="1" i="0" dirty="0">
                <a:solidFill>
                  <a:srgbClr val="333333"/>
                </a:solidFill>
                <a:effectLst/>
                <a:latin typeface="Verdana" panose="020B0604030504040204" pitchFamily="34" charset="0"/>
              </a:rPr>
              <a:t>(vii) </a:t>
            </a:r>
            <a:r>
              <a:rPr lang="en-US" b="0" i="0" dirty="0">
                <a:solidFill>
                  <a:srgbClr val="333333"/>
                </a:solidFill>
                <a:effectLst/>
                <a:latin typeface="Verdana" panose="020B0604030504040204" pitchFamily="34" charset="0"/>
              </a:rPr>
              <a:t>Apoyar la distribución del sueldo o salario del empleado entre actividades u </a:t>
            </a:r>
            <a:r>
              <a:rPr lang="en-US" b="0" i="0" u="none" strike="noStrike" dirty="0">
                <a:solidFill>
                  <a:srgbClr val="0068AC"/>
                </a:solidFill>
                <a:effectLst/>
                <a:latin typeface="Verdana" panose="020B0604030504040204" pitchFamily="34" charset="0"/>
                <a:hlinkClick r:id="rId7"/>
              </a:rPr>
              <a:t>objetivos de costes específicos </a:t>
            </a:r>
            <a:r>
              <a:rPr lang="en-US" b="0" i="0" dirty="0">
                <a:solidFill>
                  <a:srgbClr val="333333"/>
                </a:solidFill>
                <a:effectLst/>
                <a:latin typeface="Verdana" panose="020B0604030504040204" pitchFamily="34" charset="0"/>
              </a:rPr>
              <a:t>si el empleado trabaja en más de una </a:t>
            </a:r>
            <a:r>
              <a:rPr lang="en-US" b="0" i="0" u="none" strike="noStrike" dirty="0">
                <a:solidFill>
                  <a:srgbClr val="0068AC"/>
                </a:solidFill>
                <a:effectLst/>
                <a:latin typeface="Verdana" panose="020B0604030504040204" pitchFamily="34" charset="0"/>
                <a:hlinkClick r:id="rId3"/>
              </a:rPr>
              <a:t>concesión federal</a:t>
            </a:r>
            <a:r>
              <a:rPr lang="en-US" b="0" i="0" dirty="0">
                <a:solidFill>
                  <a:srgbClr val="333333"/>
                </a:solidFill>
                <a:effectLst/>
                <a:latin typeface="Verdana" panose="020B0604030504040204" pitchFamily="34" charset="0"/>
              </a:rPr>
              <a:t>; una </a:t>
            </a:r>
            <a:r>
              <a:rPr lang="en-US" b="0" i="0" u="none" strike="noStrike" dirty="0">
                <a:solidFill>
                  <a:srgbClr val="0068AC"/>
                </a:solidFill>
                <a:effectLst/>
                <a:latin typeface="Verdana" panose="020B0604030504040204" pitchFamily="34" charset="0"/>
                <a:hlinkClick r:id="rId3"/>
              </a:rPr>
              <a:t>concesión federal </a:t>
            </a:r>
            <a:r>
              <a:rPr lang="en-US" b="0" i="0" dirty="0">
                <a:solidFill>
                  <a:srgbClr val="333333"/>
                </a:solidFill>
                <a:effectLst/>
                <a:latin typeface="Verdana" panose="020B0604030504040204" pitchFamily="34" charset="0"/>
              </a:rPr>
              <a:t>y una concesión no federal; una actividad de costes indirectos y una actividad de costes directos; dos o más actividades indirectas que se asignan utilizando diferentes </a:t>
            </a:r>
            <a:r>
              <a:rPr lang="en-US" b="0" i="0" dirty="0">
                <a:solidFill>
                  <a:srgbClr val="333333"/>
                </a:solidFill>
                <a:effectLst/>
                <a:latin typeface="Verdana" panose="020B0604030504040204" pitchFamily="34" charset="0"/>
              </a:rPr>
              <a:t>bases de </a:t>
            </a:r>
            <a:r>
              <a:rPr lang="en-US" b="0" i="0" u="none" strike="noStrike" dirty="0">
                <a:solidFill>
                  <a:srgbClr val="0068AC"/>
                </a:solidFill>
                <a:effectLst/>
                <a:latin typeface="Verdana" panose="020B0604030504040204" pitchFamily="34" charset="0"/>
                <a:hlinkClick r:id="rId8"/>
              </a:rPr>
              <a:t>asignación</a:t>
            </a:r>
            <a:r>
              <a:rPr lang="en-US" b="0" i="0" dirty="0">
                <a:solidFill>
                  <a:srgbClr val="333333"/>
                </a:solidFill>
                <a:effectLst/>
                <a:latin typeface="Verdana" panose="020B0604030504040204" pitchFamily="34" charset="0"/>
              </a:rPr>
              <a:t>; o una actividad no permitida y una actividad de costes directos o indirectos.</a:t>
            </a:r>
          </a:p>
        </p:txBody>
      </p:sp>
    </p:spTree>
    <p:extLst>
      <p:ext uri="{BB962C8B-B14F-4D97-AF65-F5344CB8AC3E}">
        <p14:creationId xmlns:p14="http://schemas.microsoft.com/office/powerpoint/2010/main" val="3592110916"/>
      </p:ext>
    </p:extLst>
  </p:cSld>
  <p:clrMapOvr>
    <a:masterClrMapping/>
  </p:clrMapOvr>
</p:notes>
</file>

<file path=ppt/notesSlides/notesSlide36.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30729962"/>
      </p:ext>
    </p:extLst>
  </p:cSld>
  <p:clrMapOvr>
    <a:masterClrMapping/>
  </p:clrMapOvr>
</p:notes>
</file>

<file path=ppt/notesSlides/notesSlide37.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2534527145"/>
      </p:ext>
    </p:extLst>
  </p:cSld>
  <p:clrMapOvr>
    <a:masterClrMapping/>
  </p:clrMapOvr>
</p:notes>
</file>

<file path=ppt/notesSlides/notesSlide38.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4264228631"/>
      </p:ext>
    </p:extLst>
  </p:cSld>
  <p:clrMapOvr>
    <a:masterClrMapping/>
  </p:clrMapOvr>
</p:notes>
</file>

<file path=ppt/notesSlides/notesSlide39.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892634800"/>
      </p:ext>
    </p:extLst>
  </p:cSld>
  <p:clrMapOvr>
    <a:masterClrMapping/>
  </p:clrMapOvr>
</p:notes>
</file>

<file path=ppt/notesSlides/notesSlide40.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618233404"/>
      </p:ext>
    </p:extLst>
  </p:cSld>
  <p:clrMapOvr>
    <a:masterClrMapping/>
  </p:clrMapOvr>
</p:notes>
</file>

<file path=ppt/notesSlides/notesSlide41.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2518300916"/>
      </p:ext>
    </p:extLst>
  </p:cSld>
  <p:clrMapOvr>
    <a:masterClrMapping/>
  </p:clrMapOvr>
</p:notes>
</file>

<file path=ppt/notesSlides/notesSlide42.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8718273"/>
      </p:ext>
    </p:extLst>
  </p:cSld>
  <p:clrMapOvr>
    <a:masterClrMapping/>
  </p:clrMapOvr>
</p:notes>
</file>

<file path=ppt/notesSlides/notesSlide43.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737572648"/>
      </p:ext>
    </p:extLst>
  </p:cSld>
  <p:clrMapOvr>
    <a:masterClrMapping/>
  </p:clrMapOvr>
</p:notes>
</file>

<file path=ppt/notesSlides/notesSlide44.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3090600898"/>
      </p:ext>
    </p:extLst>
  </p:cSld>
  <p:clrMapOvr>
    <a:masterClrMapping/>
  </p:clrMapOvr>
</p:notes>
</file>

<file path=ppt/notesSlides/notesSlide45.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200150" lvl="2" indent="-285750" algn="just" fontAlgn="base">
              <a:lnSpc>
                <a:spcPct val="150000"/>
              </a:lnSpc>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Utiliza Google Maps para calcular los kilómetros recorridos en ruta (incluye una captura de pantalla) y multiplícalos por 62,5 céntimos cada kilómetro.  </a:t>
            </a:r>
          </a:p>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1265656329"/>
      </p:ext>
    </p:extLst>
  </p:cSld>
  <p:clrMapOvr>
    <a:masterClrMapping/>
  </p:clrMapOvr>
</p:notes>
</file>

<file path=ppt/notesSlides/notesSlide46.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1746396659"/>
      </p:ext>
    </p:extLst>
  </p:cSld>
  <p:clrMapOvr>
    <a:masterClrMapping/>
  </p:clrMapOvr>
</p:notes>
</file>

<file path=ppt/notesSlides/notesSlide47.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2052890503"/>
      </p:ext>
    </p:extLst>
  </p:cSld>
  <p:clrMapOvr>
    <a:masterClrMapping/>
  </p:clrMapOvr>
</p:notes>
</file>

<file path=ppt/notesSlides/notesSlide48.xml><?xml version="1.0" encoding="utf-8"?>
<p:notes xmlns:p14="http://schemas.microsoft.com/office/powerpoint/2010/main"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42144841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21642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444933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1"/>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18336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633340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7"/>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7"/>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37346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078863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322918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1966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063271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552958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8"/>
            <a:ext cx="2057400" cy="438864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8"/>
            <a:ext cx="6019800" cy="43886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57687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5" y="1"/>
            <a:ext cx="4095677" cy="5143500"/>
          </a:xfrm>
          <a:prstGeom prst="rect">
            <a:avLst/>
          </a:prstGeom>
          <a:noFill/>
          <a:ln>
            <a:noFill/>
          </a:ln>
        </p:spPr>
      </p:pic>
      <p:sp>
        <p:nvSpPr>
          <p:cNvPr id="11" name="Google Shape;11;p2"/>
          <p:cNvSpPr txBox="1">
            <a:spLocks noGrp="1"/>
          </p:cNvSpPr>
          <p:nvPr>
            <p:ph type="ctrTitle"/>
          </p:nvPr>
        </p:nvSpPr>
        <p:spPr>
          <a:xfrm>
            <a:off x="3208125" y="3287226"/>
            <a:ext cx="5250300" cy="1159801"/>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4157233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2683976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3543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834229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104682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536083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0811092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535816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600558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7391259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012378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40972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143621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rectangle">
  <p:cSld name="Blank rectangle">
    <p:bg>
      <p:bgPr>
        <a:blipFill>
          <a:blip r:embed="rId2">
            <a:alphaModFix/>
          </a:blip>
          <a:stretch>
            <a:fillRect/>
          </a:stretch>
        </a:blipFill>
        <a:effectLst/>
      </p:bgPr>
    </p:bg>
    <p:spTree>
      <p:nvGrpSpPr>
        <p:cNvPr id="1" name="Shape 50"/>
        <p:cNvGrpSpPr/>
        <p:nvPr/>
      </p:nvGrpSpPr>
      <p:grpSpPr>
        <a:xfrm>
          <a:off x="0" y="0"/>
          <a:ext cx="0" cy="0"/>
          <a:chOff x="0" y="0"/>
          <a:chExt cx="0" cy="0"/>
        </a:xfrm>
      </p:grpSpPr>
      <p:pic>
        <p:nvPicPr>
          <p:cNvPr id="51" name="Google Shape;51;p11" descr="paint_transparent3.png"/>
          <p:cNvPicPr preferRelativeResize="0"/>
          <p:nvPr/>
        </p:nvPicPr>
        <p:blipFill>
          <a:blip r:embed="rId3">
            <a:alphaModFix/>
          </a:blip>
          <a:stretch>
            <a:fillRect/>
          </a:stretch>
        </p:blipFill>
        <p:spPr>
          <a:xfrm>
            <a:off x="0" y="1"/>
            <a:ext cx="9144000" cy="5143503"/>
          </a:xfrm>
          <a:prstGeom prst="rect">
            <a:avLst/>
          </a:prstGeom>
          <a:noFill/>
          <a:ln>
            <a:noFill/>
          </a:ln>
        </p:spPr>
      </p:pic>
      <p:sp>
        <p:nvSpPr>
          <p:cNvPr id="52" name="Google Shape;52;p11"/>
          <p:cNvSpPr txBox="1">
            <a:spLocks noGrp="1"/>
          </p:cNvSpPr>
          <p:nvPr>
            <p:ph type="sldNum" idx="12"/>
          </p:nvPr>
        </p:nvSpPr>
        <p:spPr>
          <a:xfrm>
            <a:off x="4297650" y="4447973"/>
            <a:ext cx="548700" cy="393600"/>
          </a:xfrm>
          <a:prstGeom prst="rect">
            <a:avLst/>
          </a:prstGeom>
        </p:spPr>
        <p:txBody>
          <a:bodyPr spcFirstLastPara="1" wrap="square" lIns="91425" tIns="91425" rIns="91425" bIns="91425" anchor="ctr" anchorCtr="0">
            <a:noAutofit/>
          </a:bodyPr>
          <a:lstStyle>
            <a:lvl1pPr lvl="0" algn="ctr" rtl="0">
              <a:buNone/>
              <a:defRPr>
                <a:solidFill>
                  <a:srgbClr val="999999"/>
                </a:solidFill>
              </a:defRPr>
            </a:lvl1pPr>
            <a:lvl2pPr lvl="1" algn="ctr" rtl="0">
              <a:buNone/>
              <a:defRPr>
                <a:solidFill>
                  <a:srgbClr val="999999"/>
                </a:solidFill>
              </a:defRPr>
            </a:lvl2pPr>
            <a:lvl3pPr lvl="2" algn="ctr" rtl="0">
              <a:buNone/>
              <a:defRPr>
                <a:solidFill>
                  <a:srgbClr val="999999"/>
                </a:solidFill>
              </a:defRPr>
            </a:lvl3pPr>
            <a:lvl4pPr lvl="3" algn="ctr" rtl="0">
              <a:buNone/>
              <a:defRPr>
                <a:solidFill>
                  <a:srgbClr val="999999"/>
                </a:solidFill>
              </a:defRPr>
            </a:lvl4pPr>
            <a:lvl5pPr lvl="4" algn="ctr" rtl="0">
              <a:buNone/>
              <a:defRPr>
                <a:solidFill>
                  <a:srgbClr val="999999"/>
                </a:solidFill>
              </a:defRPr>
            </a:lvl5pPr>
            <a:lvl6pPr lvl="5" algn="ctr" rtl="0">
              <a:buNone/>
              <a:defRPr>
                <a:solidFill>
                  <a:srgbClr val="999999"/>
                </a:solidFill>
              </a:defRPr>
            </a:lvl6pPr>
            <a:lvl7pPr lvl="6" algn="ctr" rtl="0">
              <a:buNone/>
              <a:defRPr>
                <a:solidFill>
                  <a:srgbClr val="999999"/>
                </a:solidFill>
              </a:defRPr>
            </a:lvl7pPr>
            <a:lvl8pPr lvl="7" algn="ctr" rtl="0">
              <a:buNone/>
              <a:defRPr>
                <a:solidFill>
                  <a:srgbClr val="999999"/>
                </a:solidFill>
              </a:defRPr>
            </a:lvl8pPr>
            <a:lvl9pPr lvl="8" algn="ctr" rtl="0">
              <a:buNone/>
              <a:defRPr>
                <a:solidFill>
                  <a:srgbClr val="999999"/>
                </a:solidFill>
              </a:defRPr>
            </a:lvl9pPr>
          </a:lstStyle>
          <a:p>
            <a:fld id="{00000000-1234-1234-1234-123412341234}" type="slidenum">
              <a:rPr lang="en"/>
              <a:pPr/>
              <a:t>‹#›</a:t>
            </a:fld>
            <a:endParaRPr dirty="0"/>
          </a:p>
        </p:txBody>
      </p:sp>
    </p:spTree>
    <p:extLst>
      <p:ext uri="{BB962C8B-B14F-4D97-AF65-F5344CB8AC3E}">
        <p14:creationId xmlns:p14="http://schemas.microsoft.com/office/powerpoint/2010/main" val="365262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Haga clic para editar el estilo del título principal</a:t>
            </a:r>
          </a:p>
        </p:txBody>
      </p:sp>
      <p:sp>
        <p:nvSpPr>
          <p:cNvPr id="3" name="Text Placeholder 2"/>
          <p:cNvSpPr>
            <a:spLocks noGrp="1"/>
          </p:cNvSpPr>
          <p:nvPr>
            <p:ph type="body" idx="1"/>
          </p:nvPr>
        </p:nvSpPr>
        <p:spPr>
          <a:xfrm>
            <a:off x="457200" y="1200150"/>
            <a:ext cx="8229600" cy="3394473"/>
          </a:xfrm>
          <a:prstGeom prst="rect">
            <a:avLst/>
          </a:prstGeom>
        </p:spPr>
        <p:txBody>
          <a:bodyPr vert="horz" lIns="91440" tIns="45720" rIns="91440" bIns="45720" rtlCol="0">
            <a:normAutofit/>
          </a:bodyPr>
          <a:lstStyle/>
          <a:p>
            <a:pPr lvl="0"/>
            <a:r>
              <a:rPr lang="en-US"/>
              <a:t>Haga clic para editar los estilos de texto maestro</a:t>
            </a:r>
          </a:p>
          <a:p>
            <a:pPr lvl="1"/>
            <a:r>
              <a:rPr lang="en-US"/>
              <a:t>Segundo nivel</a:t>
            </a:r>
          </a:p>
          <a:p>
            <a:pPr lvl="2"/>
            <a:r>
              <a:rPr lang="en-US"/>
              <a:t>Tercer nivel</a:t>
            </a:r>
          </a:p>
          <a:p>
            <a:pPr lvl="3"/>
            <a:r>
              <a:rPr lang="en-US"/>
              <a:t>Cuarto nivel</a:t>
            </a:r>
          </a:p>
          <a:p>
            <a:pPr lvl="4"/>
            <a:r>
              <a:rPr lang="en-US"/>
              <a:t>Quinto nivel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7B3C591-59DC-4018-8F9B-DC064D3F1B80}" type="datetimeFigureOut">
              <a:rPr lang="en-US" smtClean="0"/>
              <a:t>3/22/2023</a:t>
            </a:fld>
            <a:endParaRPr lang="en-US"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F9F2E89-3652-49D8-B08D-2B87096A2995}" type="slidenum">
              <a:rPr lang="en-US" smtClean="0"/>
              <a:t>'#'</a:t>
            </a:fld>
            <a:endParaRPr lang="en-US" dirty="0"/>
          </a:p>
        </p:txBody>
      </p:sp>
    </p:spTree>
    <p:extLst>
      <p:ext uri="{BB962C8B-B14F-4D97-AF65-F5344CB8AC3E}">
        <p14:creationId xmlns:p14="http://schemas.microsoft.com/office/powerpoint/2010/main" val="1109330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t>'#'</a:t>
            </a:fld>
            <a:endParaRPr kern="0" dirty="0"/>
          </a:p>
        </p:txBody>
      </p:sp>
    </p:spTree>
    <p:extLst>
      <p:ext uri="{BB962C8B-B14F-4D97-AF65-F5344CB8AC3E}">
        <p14:creationId xmlns:p14="http://schemas.microsoft.com/office/powerpoint/2010/main" val="3454364568"/>
      </p:ext>
    </p:extLst>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t>'#'</a:t>
            </a:fld>
            <a:endParaRPr kern="0" dirty="0"/>
          </a:p>
        </p:txBody>
      </p:sp>
    </p:spTree>
    <p:extLst>
      <p:ext uri="{BB962C8B-B14F-4D97-AF65-F5344CB8AC3E}">
        <p14:creationId xmlns:p14="http://schemas.microsoft.com/office/powerpoint/2010/main" val="95317590"/>
      </p:ext>
    </p:extLst>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hyperlink" Target="https://www.govinfo.gov/app/details/CFR-2014-title2-vol1/CFR-2014-title2-vol1-sec200-302"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png"/><Relationship Id="rId7" Type="http://schemas.openxmlformats.org/officeDocument/2006/relationships/hyperlink" Target="http://www.un.org/sc/committees/1267/aq_sanctions_list.shtml" TargetMode="External"/><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hyperlink" Target="http://www.treasury.gov/resource-center/sanctions/SDN-%20List/Pages/default.aspx" TargetMode="External"/><Relationship Id="rId5" Type="http://schemas.openxmlformats.org/officeDocument/2006/relationships/hyperlink" Target="http://www.sam.gov/" TargetMode="External"/><Relationship Id="rId4" Type="http://schemas.microsoft.com/office/2007/relationships/hdphoto" Target="../media/hdphoto1.wdp"/><Relationship Id="rId9" Type="http://schemas.openxmlformats.org/officeDocument/2006/relationships/hyperlink" Target="https://www.govinfo.gov/app/details/CFR-2016-title2-vol1/CFR-2016-title2-vol1-sec200-213"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8.pd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8.pdf"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8.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20.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D/subject-group-ECFR45ddd4419ad436d/section-200.32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hyperlink" Target="https://www.ecfr.gov/cgi-bin/text-idx?SID=2312b40f5181614169488e0699a25e61&amp;mc=true&amp;node=se2.1.200_1216&amp;rgn=div8"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hyperlink" Target="https://www.usaid.gov/sites/default/files/documents/312.pdf"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hyperlink" Target="https://www.usaid.gov/sites/default/files/documents/312.pdf"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pdf.usaid.gov/pdf_docs/PBAAE881.pdf" TargetMode="External"/><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hyperlink" Target="https://pdf.usaid.gov/pdf_docs/PDACQ310.pdf" TargetMode="External"/><Relationship Id="rId5" Type="http://schemas.openxmlformats.org/officeDocument/2006/relationships/image" Target="../media/image9.png"/><Relationship Id="rId4" Type="http://schemas.openxmlformats.org/officeDocument/2006/relationships/hyperlink" Target="https://www.usaid.gov/sites/default/files/2022-05/310mac.pdf"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hyperlink" Target="https://www.govinfo.gov/content/pkg/CFR-2014-title2-vol1/pdf/CFR-2014-title2-vol1-sec200-12.pdf"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sec200-313.pdf"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sec200-333.pdf"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hyperlink" Target="https://undocs.org/ST/SGB/2003/13" TargetMode="External"/><Relationship Id="rId2" Type="http://schemas.openxmlformats.org/officeDocument/2006/relationships/notesSlide" Target="../notesSlides/notesSlide19.xml"/><Relationship Id="rId1" Type="http://schemas.openxmlformats.org/officeDocument/2006/relationships/slideLayout" Target="../slideLayouts/slideLayout17.xml"/><Relationship Id="rId6" Type="http://schemas.openxmlformats.org/officeDocument/2006/relationships/hyperlink" Target="https://www.govinfo.gov/content/pkg/CFR-2014-title2-vol1/pdf/CFR-2014-title2-vol1-sec200-303.pdf" TargetMode="Externa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17.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17.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5.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6.xml"/><Relationship Id="rId4" Type="http://schemas.openxmlformats.org/officeDocument/2006/relationships/hyperlink" Target="https://www.usaid.gov/sites/default/agency-policy/303mab.pdf"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hyperlink" Target="https://www.usaid.gov/sites/default/agency-policy/303mab.pdf"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6.xml"/><Relationship Id="rId4" Type="http://schemas.openxmlformats.org/officeDocument/2006/relationships/hyperlink" Target="https://www.usaid.gov/sites/default/agency-policy/303mab.pdf"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30"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17.xml"/><Relationship Id="rId6" Type="http://schemas.openxmlformats.org/officeDocument/2006/relationships/hyperlink" Target="https://partnersnet107.sharepoint.com/:x:/s/FA/EeYmUVEUIxJKq4M8oEWoE-QBybmNQhAE9Sta0KHQ7b5tYw?e=5jQQgW" TargetMode="External"/><Relationship Id="rId5" Type="http://schemas.openxmlformats.org/officeDocument/2006/relationships/hyperlink" Target="https://partnersnet107.sharepoint.com/:x:/s/FA/ETkfDqCPsLtHu_C1rHpzOLABVzrxVK8ISxm6rctd1hprXQ?e=6tP0DH" TargetMode="External"/><Relationship Id="rId4" Type="http://schemas.openxmlformats.org/officeDocument/2006/relationships/hyperlink" Target="https://www.ecfr.gov/current/title-2/subtitle-A/chapter-II/part-200/subpart-E/subject-group-ECFRed1f39f9b3d4e72/section-200.430"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1"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1"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E/subject-group-ECFRed1f39f9b3d4e72/section-200.459"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E/subject-group-ECFRed1f39f9b3d4e72/section-200.459"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75"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17.xml"/><Relationship Id="rId6" Type="http://schemas.openxmlformats.org/officeDocument/2006/relationships/hyperlink" Target="https://partnersnet107.sharepoint.com/:w:/s/FA/EaaAgomY611KuMtN5vx7ZNYBATj-9BMyhqRmNL5UFWZwsg?e=FUXO8S" TargetMode="External"/><Relationship Id="rId5" Type="http://schemas.openxmlformats.org/officeDocument/2006/relationships/hyperlink" Target="https://www.gsa.gov/policy-regulations/policy/travel-management-policy/fly-america-act"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17.xml"/><Relationship Id="rId5" Type="http://schemas.openxmlformats.org/officeDocument/2006/relationships/hyperlink" Target="https://www.gsa.gov/policy-regulations/policy/travel-management-policy/fly-america-act#OSA" TargetMode="External"/><Relationship Id="rId4" Type="http://schemas.openxmlformats.org/officeDocument/2006/relationships/hyperlink" Target="https://www.gsa.gov/policy-regulations/policy/travel-management-policy/fly-america-act"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17.xml"/><Relationship Id="rId6" Type="http://schemas.openxmlformats.org/officeDocument/2006/relationships/hyperlink" Target="https://www.gsa.gov/travel/plan-book/per-diem-rates" TargetMode="External"/><Relationship Id="rId5" Type="http://schemas.openxmlformats.org/officeDocument/2006/relationships/hyperlink" Target="https://aoprals.state.gov/web920/per_diem.asp"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17.xml"/><Relationship Id="rId5" Type="http://schemas.openxmlformats.org/officeDocument/2006/relationships/hyperlink" Target="https://www.irs.gov/newsroom/irs-issues-standard-mileage-rates-for-2023-business-use-increases-3-cents-per-mile"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2"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2"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part200.pdf"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9.xml"/><Relationship Id="rId1" Type="http://schemas.openxmlformats.org/officeDocument/2006/relationships/slideLayout" Target="../slideLayouts/slideLayout25.xml"/><Relationship Id="rId4" Type="http://schemas.openxmlformats.org/officeDocument/2006/relationships/image" Target="../media/image10.png"/></Relationships>
</file>

<file path=ppt/slides/slide1.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2667456" y="1159329"/>
            <a:ext cx="6159173" cy="2435323"/>
          </a:xfrm>
          <a:prstGeom prst="rect">
            <a:avLst/>
          </a:prstGeom>
        </p:spPr>
        <p:txBody>
          <a:bodyPr spcFirstLastPara="1" wrap="square" lIns="91425" tIns="91425" rIns="91425" bIns="91425" anchor="b" anchorCtr="0">
            <a:noAutofit/>
          </a:bodyPr>
          <a:lstStyle/>
          <a:p>
            <a:r>
              <a:rPr lang="en-US" sz="4800" dirty="0">
                <a:solidFill>
                  <a:schemeClr val="bg1"/>
                </a:solidFill>
                <a:latin typeface="Segoe UI" pitchFamily="34" charset="0"/>
                <a:ea typeface="Segoe UI" pitchFamily="34" charset="0"/>
                <a:cs typeface="Segoe UI" pitchFamily="34" charset="0"/>
              </a:rPr>
              <a:t>Normas y reglamentos federales:</a:t>
            </a:r>
            <a:br>
              <a:rPr lang="en-US" sz="4800" dirty="0">
                <a:solidFill>
                  <a:schemeClr val="bg1"/>
                </a:solidFill>
                <a:latin typeface="Segoe UI" pitchFamily="34" charset="0"/>
                <a:ea typeface="Segoe UI" pitchFamily="34" charset="0"/>
                <a:cs typeface="Segoe UI" pitchFamily="34" charset="0"/>
              </a:rPr>
            </a:br>
            <a:endParaRPr dirty="0"/>
          </a:p>
        </p:txBody>
      </p:sp>
      <p:cxnSp>
        <p:nvCxnSpPr>
          <p:cNvPr id="4" name="Straight Connector 3"/>
          <p:cNvCxnSpPr/>
          <p:nvPr/>
        </p:nvCxnSpPr>
        <p:spPr>
          <a:xfrm>
            <a:off x="5854826" y="4262520"/>
            <a:ext cx="29718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9952" y="4347705"/>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a:spLocks noChangeAspect="1"/>
          </p:cNvSpPr>
          <p:nvPr/>
        </p:nvSpPr>
        <p:spPr>
          <a:xfrm>
            <a:off x="4498376" y="191141"/>
            <a:ext cx="3970254" cy="411397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2959226" y="2971800"/>
            <a:ext cx="5867400" cy="707886"/>
          </a:xfrm>
          <a:prstGeom prst="rect">
            <a:avLst/>
          </a:prstGeom>
        </p:spPr>
        <p:txBody>
          <a:bodyPr wrap="square">
            <a:spAutoFit/>
          </a:bodyPr>
          <a:lstStyle/>
          <a:p>
            <a:pPr algn="r"/>
            <a:r>
              <a:rPr lang="en-US" sz="2000" dirty="0">
                <a:solidFill>
                  <a:schemeClr val="bg1"/>
                </a:solidFill>
                <a:latin typeface="Segoe UI" panose="020B0502040204020203" pitchFamily="34" charset="0"/>
                <a:ea typeface="Segoe UI" panose="020B0502040204020203" pitchFamily="34" charset="0"/>
                <a:cs typeface="Segoe UI" panose="020B0502040204020203" pitchFamily="34" charset="0"/>
              </a:rPr>
              <a:t>Código de Reglamentos Federales (2 CFR 200)</a:t>
            </a:r>
          </a:p>
          <a:p>
            <a:pPr algn="r"/>
            <a:r>
              <a:rPr lang="en-US" sz="2000" dirty="0">
                <a:solidFill>
                  <a:schemeClr val="bg1"/>
                </a:solidFill>
                <a:latin typeface="Segoe UI" panose="020B0502040204020203" pitchFamily="34" charset="0"/>
                <a:ea typeface="Segoe UI" panose="020B0502040204020203" pitchFamily="34" charset="0"/>
                <a:cs typeface="Segoe UI" panose="020B0502040204020203" pitchFamily="34" charset="0"/>
              </a:rPr>
              <a:t>Para la Fundación Grameen</a:t>
            </a:r>
          </a:p>
        </p:txBody>
      </p:sp>
    </p:spTree>
    <p:extLst>
      <p:ext uri="{BB962C8B-B14F-4D97-AF65-F5344CB8AC3E}">
        <p14:creationId xmlns:p14="http://schemas.microsoft.com/office/powerpoint/2010/main" val="3963571660"/>
      </p:ext>
    </p:extLst>
  </p:cSld>
  <p:clrMapOvr>
    <a:masterClrMapping/>
  </p:clrMapOvr>
  <p:transition spd="slow">
    <p:fade/>
  </p:transition>
</p:sld>
</file>

<file path=ppt/slides/slide2.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4"/>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Requisitos administrativos</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1244445394"/>
      </p:ext>
    </p:extLst>
  </p:cSld>
  <p:clrMapOvr>
    <a:masterClrMapping/>
  </p:clrMapOvr>
  <p:transition spd="slow">
    <p:fade/>
  </p:transition>
</p:sld>
</file>

<file path=ppt/slides/slide3.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457200" y="500063"/>
            <a:ext cx="582433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Normas del sistema de subvenciones</a:t>
            </a:r>
            <a:endParaRPr sz="3600" dirty="0">
              <a:solidFill>
                <a:schemeClr val="tx1"/>
              </a:solidFill>
            </a:endParaRPr>
          </a:p>
        </p:txBody>
      </p:sp>
      <p:sp>
        <p:nvSpPr>
          <p:cNvPr id="95" name="Google Shape;95;p18"/>
          <p:cNvSpPr txBox="1">
            <a:spLocks noGrp="1"/>
          </p:cNvSpPr>
          <p:nvPr>
            <p:ph type="body" idx="1"/>
          </p:nvPr>
        </p:nvSpPr>
        <p:spPr>
          <a:xfrm>
            <a:off x="304800" y="1519803"/>
            <a:ext cx="5511300" cy="2802032"/>
          </a:xfrm>
          <a:prstGeom prst="rect">
            <a:avLst/>
          </a:prstGeom>
        </p:spPr>
        <p:txBody>
          <a:bodyPr spcFirstLastPara="1" wrap="square" lIns="91425" tIns="91425" rIns="91425" bIns="91425" anchor="t" anchorCtr="0">
            <a:noAutofit/>
          </a:bodyPr>
          <a:lstStyle/>
          <a:p>
            <a:pPr>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El receptor puede utilizar su propio sistema de gestión financiera y normas de adquisición, siempre que cumplan las normas mínimas del Gobierno de EE.UU.</a:t>
            </a:r>
          </a:p>
          <a:p>
            <a:pPr marL="114300" indent="0">
              <a:lnSpc>
                <a:spcPts val="2300"/>
              </a:lnSpc>
              <a:spcBef>
                <a:spcPts val="0"/>
              </a:spcBef>
              <a:buClrTx/>
              <a:buNone/>
            </a:pPr>
            <a:endParaRPr lang="en-US" sz="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Debe ser coherente y uniforme en toda la organización</a:t>
            </a: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549403"/>
      </p:ext>
    </p:extLst>
  </p:cSld>
  <p:clrMapOvr>
    <a:masterClrMapping/>
  </p:clrMapOvr>
  <p:transition spd="slow">
    <p:fade/>
  </p:transition>
</p:sld>
</file>

<file path=ppt/slides/slide4.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Sistema de gestión financiera</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Identificación, en cuentas, de todas las subvenciones federales recibidas y gastadas y los programas federales en virtud de los cuales se recibieron</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Incluir una divulgación exacta, actual y completa de los resultados financieros de cada concesión o programa federal.</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Mantener registros que documenten el origen y la aplicación de los fondos para las actividades financiadas con fondos federales.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Garantizar la eficacia de los controles internos y la rendición de cuentas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Comparación de los gastos con los importes presupuestados para cada concesión federal</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Incluir procedimientos escritos: (1) para aplicar los requisitos de pago; (2) determinar la admisibilidad de los costes </a:t>
            </a:r>
          </a:p>
          <a:p>
            <a:pPr marL="0" indent="0">
              <a:spcBef>
                <a:spcPts val="400"/>
              </a:spcBef>
              <a:buClr>
                <a:schemeClr val="dk1"/>
              </a:buClr>
              <a:buSzPts val="1100"/>
              <a:buNone/>
            </a:pPr>
            <a:endParaRPr lang="en" sz="1400" b="1" dirty="0"/>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 CFR 200.302-2</a:t>
            </a:r>
            <a:endParaRPr lang="en-US" dirty="0">
              <a:solidFill>
                <a:schemeClr val="bg1"/>
              </a:solidFill>
            </a:endParaRPr>
          </a:p>
        </p:txBody>
      </p:sp>
    </p:spTree>
    <p:extLst>
      <p:ext uri="{BB962C8B-B14F-4D97-AF65-F5344CB8AC3E}">
        <p14:creationId xmlns:p14="http://schemas.microsoft.com/office/powerpoint/2010/main" val="2429378618"/>
      </p:ext>
    </p:extLst>
  </p:cSld>
  <p:clrMapOvr>
    <a:masterClrMapping/>
  </p:clrMapOvr>
  <p:transition spd="slow">
    <p:fade/>
  </p:transition>
</p:sld>
</file>

<file path=ppt/slides/slide5.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bg>
      <p:bgPr>
        <a:blipFill>
          <a:blip r:embed="rId3">
            <a:alphaModFix/>
            <a:extLst>
              <a:ext uri="{BEBA8EAE-BF5A-486C-A8C5-ECC9F3942E4B}">
                <a14:imgProps xmlns:a14="http://schemas.microsoft.com/office/drawing/2010/main">
                  <a14:imgLayer r:embed="rId4">
                    <a14:imgEffect>
                      <a14:saturation sat="0"/>
                    </a14:imgEffect>
                  </a14:imgLayer>
                </a14:imgProps>
              </a:ext>
            </a:extLst>
          </a:blip>
          <a:stretch>
            <a:fillRect/>
          </a:stretch>
        </a:blipFill>
        <a:effectLst/>
      </p:bgPr>
    </p:bg>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Suspensión e inhabilitación </a:t>
            </a:r>
            <a:endParaRPr sz="3600" dirty="0">
              <a:solidFill>
                <a:schemeClr val="tx1"/>
              </a:solidFill>
            </a:endParaRPr>
          </a:p>
        </p:txBody>
      </p:sp>
      <p:sp>
        <p:nvSpPr>
          <p:cNvPr id="200" name="Google Shape;200;p30"/>
          <p:cNvSpPr txBox="1">
            <a:spLocks noGrp="1"/>
          </p:cNvSpPr>
          <p:nvPr>
            <p:ph type="body" idx="1"/>
          </p:nvPr>
        </p:nvSpPr>
        <p:spPr>
          <a:xfrm>
            <a:off x="228600" y="1354455"/>
            <a:ext cx="6019800" cy="3244340"/>
          </a:xfrm>
          <a:prstGeom prst="rect">
            <a:avLst/>
          </a:prstGeom>
        </p:spPr>
        <p:txBody>
          <a:bodyPr spcFirstLastPara="1" wrap="square" lIns="91425" tIns="91425" rIns="91425" bIns="91425" anchor="t" anchorCtr="0">
            <a:noAutofit/>
          </a:bodyPr>
          <a:lstStyle/>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El beneficiario no debe realizar transacciones o negocios en el marco de la adjudicación con ninguna persona o entidad que tenga una exclusión activa en el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Sistema de Gestión de Adjudicaciones</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 La lista contiene aquellas personas y entidades que el Gobierno de EE.UU. ha suspendido o inhabilitado por mala conducta o por determinación del Gobierno de EE.UU. de que no se puede confiar en la persona o entidad para salvaguardar los fondos del Gobierno de EE.UU.</a:t>
            </a:r>
          </a:p>
          <a:p>
            <a:pPr marL="0" lvl="0" indent="0">
              <a:spcBef>
                <a:spcPts val="0"/>
              </a:spcBef>
              <a:buClrTx/>
              <a:buSzPct val="106000"/>
              <a:buNone/>
            </a:pPr>
            <a:endPar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endParaRPr>
          </a:p>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El beneficiario no debe realizar transacciones con personas u organizaciones asociadas con el terrorismo, ni proporcionarles recursos o apoyo, incluidas las personas o entidades que figuran en la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Lista de Nacionales Especialmente Designados y Personas Bloqueadas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que mantiene el Departamento del Tesoro de EE.UU. o en la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lista de</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7">
                  <a:extLst>
                    <a:ext uri="{A12FA001-AC4F-418D-AE19-62706E023703}">
                      <ahyp:hlinkClr xmlns:ahyp="http://schemas.microsoft.com/office/drawing/2018/hyperlinkcolor" val="tx"/>
                    </a:ext>
                  </a:extLst>
                </a:hlinkClick>
              </a:rPr>
              <a:t> designación de seguridad de las Naciones Unidas. </a:t>
            </a:r>
          </a:p>
          <a:p>
            <a:pPr marL="342900" lvl="0" indent="-342900">
              <a:spcBef>
                <a:spcPts val="0"/>
              </a:spcBef>
              <a:buClrTx/>
              <a:buSzPct val="106000"/>
              <a:buFont typeface="Arial" panose="020B0604020202020204" pitchFamily="34" charset="0"/>
              <a:buChar char="•"/>
            </a:pPr>
            <a:endPar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endParaRPr>
          </a:p>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El beneficiario debe realizar comprobaciones a cualquier persona o entidad que reciba financiación federal para garantizar el cumplimiento de lo anterior - seguir la política interna y la base de datos</a:t>
            </a: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bg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9">
                  <a:extLst>
                    <a:ext uri="{A12FA001-AC4F-418D-AE19-62706E023703}">
                      <ahyp:hlinkClr xmlns:ahyp="http://schemas.microsoft.com/office/drawing/2018/hyperlinkcolor" val="tx"/>
                    </a:ext>
                  </a:extLst>
                </a:hlinkClick>
              </a:rPr>
              <a:t>     2 CFR 200.213</a:t>
            </a:r>
            <a:endParaRPr lang="en-US" dirty="0">
              <a:solidFill>
                <a:schemeClr val="bg1"/>
              </a:solidFill>
            </a:endParaRPr>
          </a:p>
        </p:txBody>
      </p:sp>
    </p:spTree>
    <p:extLst>
      <p:ext uri="{BB962C8B-B14F-4D97-AF65-F5344CB8AC3E}">
        <p14:creationId xmlns:p14="http://schemas.microsoft.com/office/powerpoint/2010/main" val="1922730267"/>
      </p:ext>
    </p:extLst>
  </p:cSld>
  <p:clrMapOvr>
    <a:masterClrMapping/>
  </p:clrMapOvr>
  <p:transition spd="slow">
    <p:fade/>
  </p:transition>
</p:sld>
</file>

<file path=ppt/slides/slide6.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Adquisiciones</a:t>
            </a:r>
            <a:endParaRPr sz="3600" dirty="0">
              <a:solidFill>
                <a:schemeClr val="tx1"/>
              </a:solidFill>
            </a:endParaRPr>
          </a:p>
        </p:txBody>
      </p:sp>
      <p:sp>
        <p:nvSpPr>
          <p:cNvPr id="200" name="Google Shape;200;p30"/>
          <p:cNvSpPr txBox="1">
            <a:spLocks noGrp="1"/>
          </p:cNvSpPr>
          <p:nvPr>
            <p:ph type="body" idx="1"/>
          </p:nvPr>
        </p:nvSpPr>
        <p:spPr>
          <a:xfrm>
            <a:off x="228600" y="1354455"/>
            <a:ext cx="6019800" cy="3244340"/>
          </a:xfrm>
          <a:prstGeom prst="rect">
            <a:avLst/>
          </a:prstGeom>
        </p:spPr>
        <p:txBody>
          <a:bodyPr spcFirstLastPara="1" wrap="square" lIns="91425" tIns="91425" rIns="91425" bIns="91425" anchor="t" anchorCtr="0">
            <a:noAutofit/>
          </a:bodyPr>
          <a:lstStyle/>
          <a:p>
            <a:pPr marL="0" indent="0">
              <a:lnSpc>
                <a:spcPct val="150000"/>
              </a:lnSpc>
              <a:buNone/>
            </a:pPr>
            <a:r>
              <a:rPr lang="en-US" sz="1800" b="1" dirty="0">
                <a:solidFill>
                  <a:schemeClr val="tx1"/>
                </a:solidFill>
                <a:latin typeface="Segoe UI" panose="020B0502040204020203" pitchFamily="34" charset="0"/>
                <a:ea typeface="Segoe UI" panose="020B0502040204020203" pitchFamily="34" charset="0"/>
                <a:cs typeface="Segoe UI" panose="020B0502040204020203" pitchFamily="34" charset="0"/>
              </a:rPr>
              <a:t>Definición: </a:t>
            </a: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El proceso de obtención de bienes, suministros y servicios de forma que se eviten los conflictos de intereses y se facilite una competencia abierta y libre.</a:t>
            </a:r>
          </a:p>
          <a:p>
            <a:pPr marL="0" indent="0">
              <a:lnSpc>
                <a:spcPct val="150000"/>
              </a:lnSpc>
              <a:buNone/>
            </a:pPr>
            <a:endPar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indent="0">
              <a:lnSpc>
                <a:spcPct val="150000"/>
              </a:lnSpc>
              <a:buNone/>
            </a:pP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La contratación no puede dividirse en varias transacciones para evitar la contratación abierta </a:t>
            </a:r>
          </a:p>
          <a:p>
            <a:pPr marL="0" indent="0">
              <a:lnSpc>
                <a:spcPct val="150000"/>
              </a:lnSpc>
              <a:buNone/>
            </a:pPr>
            <a:endPar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indent="0">
              <a:lnSpc>
                <a:spcPct val="150000"/>
              </a:lnSpc>
              <a:buNone/>
            </a:pPr>
            <a:endParaRPr lang="en-US" sz="1000" b="1"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 CFR 200.317-25</a:t>
            </a:r>
            <a:endParaRPr lang="en-US" dirty="0">
              <a:solidFill>
                <a:schemeClr val="bg1"/>
              </a:solidFill>
            </a:endParaRPr>
          </a:p>
        </p:txBody>
      </p:sp>
    </p:spTree>
    <p:extLst>
      <p:ext uri="{BB962C8B-B14F-4D97-AF65-F5344CB8AC3E}">
        <p14:creationId xmlns:p14="http://schemas.microsoft.com/office/powerpoint/2010/main" val="3368432275"/>
      </p:ext>
    </p:extLst>
  </p:cSld>
  <p:clrMapOvr>
    <a:masterClrMapping/>
  </p:clrMapOvr>
  <p:transition spd="slow">
    <p:fade/>
  </p:transition>
</p:sld>
</file>

<file path=ppt/slides/slide7.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155448" y="1354455"/>
            <a:ext cx="6702552" cy="3429000"/>
          </a:xfrm>
          <a:prstGeom prst="rect">
            <a:avLst/>
          </a:prstGeom>
        </p:spPr>
        <p:txBody>
          <a:bodyPr spcFirstLastPara="1" wrap="square" lIns="91425" tIns="91425" rIns="91425" bIns="91425" anchor="t" anchorCtr="0">
            <a:noAutofit/>
          </a:bodyPr>
          <a:lstStyle/>
          <a:p>
            <a:pPr marL="0" indent="0">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Requisitos básicos:</a:t>
            </a:r>
          </a:p>
          <a:p>
            <a:pPr marL="742950" lvl="1" indent="-285750">
              <a:spcAft>
                <a:spcPts val="6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Registro detallado del historial de adquisiciones</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Justificación del método de contratación</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Selección del tipo de contrato</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Selección/rechazo de contratistas </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Análisis de costes y precios para determinar el precio </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Supervisión de los contratistas para garantizar el cumplimiento</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Evitar compras innecesarias o duplicadas</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Normas de conducta escritas para evitar conflictos de intereses</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Adquisiciones</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 CFR 200.317-25</a:t>
            </a:r>
            <a:endParaRPr lang="en-US" dirty="0"/>
          </a:p>
        </p:txBody>
      </p:sp>
    </p:spTree>
    <p:extLst>
      <p:ext uri="{BB962C8B-B14F-4D97-AF65-F5344CB8AC3E}">
        <p14:creationId xmlns:p14="http://schemas.microsoft.com/office/powerpoint/2010/main" val="2502525383"/>
      </p:ext>
    </p:extLst>
  </p:cSld>
  <p:clrMapOvr>
    <a:masterClrMapping/>
  </p:clrMapOvr>
  <p:transition spd="slow">
    <p:fade/>
  </p:transition>
</p:sld>
</file>

<file path=ppt/slides/slide8.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91440" y="1285875"/>
            <a:ext cx="6521570" cy="3597593"/>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Competencia plena y abierta sin ventajas desleales</a:t>
            </a:r>
          </a:p>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Procedimientos escritos para las operaciones de adquisición</a:t>
            </a:r>
          </a:p>
          <a:p>
            <a:pPr>
              <a:spcBef>
                <a:spcPts val="0"/>
              </a:spcBef>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Situaciones consideradas restrictivas de la competencia:</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Requisitos poco razonables para que las empresas cumplan los requisitos</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Exigir experiencia o vinculación innecesarias</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Prácticas de fijación de precios no competitivas </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Contratos no competitivos a consultores con contrato de honorarios</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Conflictos de intereses en la organización</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Especificar sólo un producto "de marca </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Cualquier acción arbitraria en el proceso de contratación</a:t>
            </a: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 CFR 200.317-25</a:t>
            </a:r>
            <a:endParaRPr lang="en-US" dirty="0"/>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Concurso</a:t>
            </a:r>
            <a:endParaRPr lang="en-US" sz="3600" kern="0" dirty="0">
              <a:solidFill>
                <a:schemeClr val="tx1"/>
              </a:solidFill>
            </a:endParaRPr>
          </a:p>
        </p:txBody>
      </p:sp>
    </p:spTree>
    <p:extLst>
      <p:ext uri="{BB962C8B-B14F-4D97-AF65-F5344CB8AC3E}">
        <p14:creationId xmlns:p14="http://schemas.microsoft.com/office/powerpoint/2010/main" val="973098032"/>
      </p:ext>
    </p:extLst>
  </p:cSld>
  <p:clrMapOvr>
    <a:masterClrMapping/>
  </p:clrMapOvr>
  <p:transition spd="slow">
    <p:fade/>
  </p:transition>
</p:sld>
</file>

<file path=ppt/slides/slide9.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77724" y="1354455"/>
            <a:ext cx="6178561" cy="3714750"/>
          </a:xfrm>
          <a:prstGeom prst="rect">
            <a:avLst/>
          </a:prstGeom>
        </p:spPr>
        <p:txBody>
          <a:bodyPr spcFirstLastPara="1" wrap="square" lIns="91425" tIns="91425" rIns="91425" bIns="91425" anchor="t" anchorCtr="0">
            <a:noAutofit/>
          </a:bodyPr>
          <a:lstStyle/>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Umbral de microcompra </a:t>
            </a:r>
            <a:r>
              <a:rPr lang="en-US" sz="1500" dirty="0">
                <a:solidFill>
                  <a:schemeClr val="accent6">
                    <a:lumMod val="75000"/>
                  </a:schemeClr>
                </a:solidFill>
                <a:latin typeface="Segoe UI" panose="020B0502040204020203" pitchFamily="34" charset="0"/>
                <a:cs typeface="Segoe UI" panose="020B0502040204020203" pitchFamily="34" charset="0"/>
              </a:rPr>
              <a:t>(2 CFR 200.67)</a:t>
            </a: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Contratos de procedimientos de compras menores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sym typeface="Wingdings" panose="05000000000000000000" pitchFamily="2" charset="2"/>
              </a:rPr>
              <a:t> </a:t>
            </a:r>
            <a:r>
              <a:rPr lang="en-US" sz="1500" dirty="0">
                <a:solidFill>
                  <a:schemeClr val="accent6">
                    <a:lumMod val="75000"/>
                  </a:schemeClr>
                </a:solidFill>
                <a:latin typeface="Segoe UI" panose="020B0502040204020203" pitchFamily="34" charset="0"/>
                <a:cs typeface="Segoe UI" panose="020B0502040204020203" pitchFamily="34" charset="0"/>
                <a:sym typeface="Wingdings" panose="05000000000000000000" pitchFamily="2" charset="2"/>
              </a:rPr>
              <a:t>(generalmente 3 ofertas) </a:t>
            </a:r>
            <a:endParaRPr lang="en-US" sz="1500" dirty="0">
              <a:solidFill>
                <a:schemeClr val="accent6">
                  <a:lumMod val="75000"/>
                </a:schemeClr>
              </a:solidFill>
              <a:latin typeface="Segoe UI" panose="020B0502040204020203" pitchFamily="34" charset="0"/>
              <a:cs typeface="Segoe UI" panose="020B0502040204020203" pitchFamily="34" charset="0"/>
            </a:endParaRP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Licitaciones </a:t>
            </a:r>
            <a:r>
              <a:rPr lang="en-US" sz="1500" dirty="0">
                <a:solidFill>
                  <a:schemeClr val="accent6">
                    <a:lumMod val="75000"/>
                  </a:schemeClr>
                </a:solidFill>
                <a:latin typeface="Segoe UI" panose="020B0502040204020203" pitchFamily="34" charset="0"/>
                <a:cs typeface="Segoe UI" panose="020B0502040204020203" pitchFamily="34" charset="0"/>
              </a:rPr>
              <a:t>(contrato de precio fijo en firme)</a:t>
            </a: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Propuestas competitivas </a:t>
            </a:r>
            <a:r>
              <a:rPr lang="en-US" sz="1500" dirty="0">
                <a:solidFill>
                  <a:schemeClr val="accent6">
                    <a:lumMod val="75000"/>
                  </a:schemeClr>
                </a:solidFill>
                <a:latin typeface="Segoe UI" panose="020B0502040204020203" pitchFamily="34" charset="0"/>
                <a:cs typeface="Segoe UI" panose="020B0502040204020203" pitchFamily="34" charset="0"/>
              </a:rPr>
              <a:t>(precio fijo o reembolso de costes)</a:t>
            </a:r>
          </a:p>
          <a:p>
            <a:pPr>
              <a:lnSpc>
                <a:spcPct val="200000"/>
              </a:lnSpc>
              <a:spcBef>
                <a:spcPts val="0"/>
              </a:spcBef>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Propuestas no competitivas </a:t>
            </a:r>
            <a:r>
              <a:rPr lang="en-US" sz="1500" dirty="0">
                <a:solidFill>
                  <a:schemeClr val="accent6">
                    <a:lumMod val="75000"/>
                  </a:schemeClr>
                </a:solidFill>
                <a:latin typeface="Segoe UI" panose="020B0502040204020203" pitchFamily="34" charset="0"/>
                <a:cs typeface="Segoe UI" panose="020B0502040204020203" pitchFamily="34" charset="0"/>
              </a:rPr>
              <a:t>(necesidad de justificar la no concurrencia)</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Métodos de adquisición</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 CFR 200.320</a:t>
            </a:r>
            <a:endParaRPr lang="en-US" dirty="0">
              <a:solidFill>
                <a:schemeClr val="bg1"/>
              </a:solidFill>
            </a:endParaRPr>
          </a:p>
        </p:txBody>
      </p:sp>
    </p:spTree>
    <p:extLst>
      <p:ext uri="{BB962C8B-B14F-4D97-AF65-F5344CB8AC3E}">
        <p14:creationId xmlns:p14="http://schemas.microsoft.com/office/powerpoint/2010/main" val="64403297"/>
      </p:ext>
    </p:extLst>
  </p:cSld>
  <p:clrMapOvr>
    <a:masterClrMapping/>
  </p:clrMapOvr>
  <p:transition spd="slow">
    <p:fade/>
  </p:transition>
</p:sld>
</file>

<file path=ppt/slides/slide10.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56283" y="1074617"/>
            <a:ext cx="6577854" cy="3714750"/>
          </a:xfrm>
          <a:prstGeom prst="rect">
            <a:avLst/>
          </a:prstGeom>
        </p:spPr>
        <p:txBody>
          <a:bodyPr spcFirstLastPara="1" wrap="square" lIns="91425" tIns="91425" rIns="91425" bIns="91425" anchor="t" anchorCtr="0">
            <a:noAutofit/>
          </a:bodyPr>
          <a:lstStyle/>
          <a:p>
            <a:pPr marL="152400" indent="0">
              <a:spcBef>
                <a:spcPts val="0"/>
              </a:spcBef>
              <a:spcAft>
                <a:spcPts val="1000"/>
              </a:spcAft>
              <a:buClrTx/>
              <a:buSzPct val="106000"/>
              <a:buNone/>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Contratación mediante propuestas no competitivas. La contratación mediante propuestas no competitivas es la contratación a través de la solicitud de una propuesta a una sola fuente y sólo puede utilizarse cuando se den una o más de las siguientes circunstancias:</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(1) La adquisición de bienes o servicios cuyo importe total no supere el umbral de microcompra;</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(2) El artículo sólo está disponible en un único proveedor;</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(3) La exigencia o emergencia pública de la necesidad no permitirá un retraso derivado de una licitación competitiva;</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(4) El organismo adjudicador federal o la entidad canalizadora autoriza expresamente propuestas no competitivas en respuesta a una solicitud por escrito de la entidad no federal; o bien</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(5) Tras solicitar varias fuentes, se determina que la competencia es inadecuada.</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47567" y="-145882"/>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Fuente única</a:t>
            </a:r>
            <a:endParaRPr lang="en-US" sz="3600" kern="0" dirty="0">
              <a:solidFill>
                <a:schemeClr val="tx1"/>
              </a:solidFill>
            </a:endParaRPr>
          </a:p>
        </p:txBody>
      </p:sp>
      <p:sp>
        <p:nvSpPr>
          <p:cNvPr id="7" name="Rectangle 6"/>
          <p:cNvSpPr/>
          <p:nvPr/>
        </p:nvSpPr>
        <p:spPr>
          <a:xfrm>
            <a:off x="-216776" y="645992"/>
            <a:ext cx="27432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hlinkClick r:id="rId4"/>
              </a:rPr>
              <a:t>     2 CFR 200.320(f)</a:t>
            </a:r>
            <a:endParaRPr lang="en-US" sz="1600" dirty="0">
              <a:solidFill>
                <a:schemeClr val="bg1"/>
              </a:solidFill>
            </a:endParaRPr>
          </a:p>
        </p:txBody>
      </p:sp>
    </p:spTree>
    <p:extLst>
      <p:ext uri="{BB962C8B-B14F-4D97-AF65-F5344CB8AC3E}">
        <p14:creationId xmlns:p14="http://schemas.microsoft.com/office/powerpoint/2010/main" val="3559867105"/>
      </p:ext>
    </p:extLst>
  </p:cSld>
  <p:clrMapOvr>
    <a:masterClrMapping/>
  </p:clrMapOvr>
  <p:transition spd="slow">
    <p:fade/>
  </p:transition>
</p:sld>
</file>

<file path=ppt/slides/slide11.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Telecomunicaciones</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Las telecomunicaciones incluyen teléfonos móviles, líneas fijas e Internet</a:t>
            </a:r>
          </a:p>
          <a:p>
            <a:pPr marL="285750" indent="-285750">
              <a:spcBef>
                <a:spcPts val="400"/>
              </a:spcBef>
              <a:buClr>
                <a:schemeClr val="dk1"/>
              </a:buClr>
              <a:buSzPts val="11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Restringe el uso de fondos federales para:</a:t>
            </a:r>
          </a:p>
          <a:p>
            <a:pPr marL="742950" lvl="1" indent="-285750">
              <a:spcBef>
                <a:spcPts val="400"/>
              </a:spcBef>
              <a:buClr>
                <a:schemeClr val="dk1"/>
              </a:buClr>
              <a:buSzPts val="1100"/>
              <a:buFont typeface="Arial" panose="020B0604020202020204" pitchFamily="34" charset="0"/>
              <a:buChar char="•"/>
            </a:pPr>
            <a:r>
              <a:rPr lang="en-US" dirty="0">
                <a:solidFill>
                  <a:schemeClr val="accent2">
                    <a:lumMod val="75000"/>
                  </a:schemeClr>
                </a:solidFill>
                <a:latin typeface="Segoe UI" panose="020B0502040204020203" pitchFamily="34" charset="0"/>
                <a:cs typeface="Segoe UI" panose="020B0502040204020203" pitchFamily="34" charset="0"/>
              </a:rPr>
              <a:t>Equipos, servicios o sistemas de telecomunicaciones producidos por Huawei Technologies o ZTE o sus filiales o empresas asociadas</a:t>
            </a:r>
          </a:p>
          <a:p>
            <a:pPr marL="742950" lvl="1" indent="-285750">
              <a:spcBef>
                <a:spcPts val="400"/>
              </a:spcBef>
              <a:buClr>
                <a:schemeClr val="dk1"/>
              </a:buClr>
              <a:buSzPts val="1100"/>
              <a:buFont typeface="Arial" panose="020B0604020202020204" pitchFamily="34" charset="0"/>
              <a:buChar char="•"/>
            </a:pPr>
            <a:r>
              <a:rPr lang="en-US" dirty="0">
                <a:solidFill>
                  <a:schemeClr val="accent2">
                    <a:lumMod val="75000"/>
                  </a:schemeClr>
                </a:solidFill>
                <a:latin typeface="Segoe UI" panose="020B0502040204020203" pitchFamily="34" charset="0"/>
                <a:cs typeface="Segoe UI" panose="020B0502040204020203" pitchFamily="34" charset="0"/>
              </a:rPr>
              <a:t>Equipos de videovigilancia y telecomunicaciones fabricados por Hytera Communications, Hangzhou Hikvision Digital Technology o Dahua Technology, o sus filiales o empresas asociadas.</a:t>
            </a:r>
            <a:endParaRPr lang="en" dirty="0">
              <a:solidFill>
                <a:schemeClr val="accent2">
                  <a:lumMod val="75000"/>
                </a:schemeClr>
              </a:solidFill>
              <a:latin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 CFR 200.216</a:t>
            </a:r>
            <a:endParaRPr lang="en-US" dirty="0">
              <a:solidFill>
                <a:schemeClr val="bg1"/>
              </a:solidFill>
            </a:endParaRPr>
          </a:p>
        </p:txBody>
      </p:sp>
    </p:spTree>
    <p:extLst>
      <p:ext uri="{BB962C8B-B14F-4D97-AF65-F5344CB8AC3E}">
        <p14:creationId xmlns:p14="http://schemas.microsoft.com/office/powerpoint/2010/main" val="3696477027"/>
      </p:ext>
    </p:extLst>
  </p:cSld>
  <p:clrMapOvr>
    <a:masterClrMapping/>
  </p:clrMapOvr>
  <p:transition spd="slow">
    <p:fade/>
  </p:transition>
</p:sld>
</file>

<file path=ppt/slides/slide12.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Productos no subvencionables</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Las siguientes mercancías están prohibidas por la normativa de USAID y no pueden comprarse bajo ninguna circunstancia</a:t>
            </a:r>
          </a:p>
          <a:p>
            <a:pPr marL="285750" indent="-285750">
              <a:spcBef>
                <a:spcPts val="400"/>
              </a:spcBef>
              <a:buClr>
                <a:schemeClr val="dk1"/>
              </a:buClr>
              <a:buSzPts val="11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Equipamiento militar</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Equipos de vigilancia</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Productos y servicios de apoyo a la policía u otras actividades policiales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Equipos y servicios para abortos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Artículos de lujo</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Equipos de juego</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Equipos de modificación meteorológica</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ADS Capítulo 312.3.4</a:t>
            </a:r>
            <a:endParaRPr lang="en-US" dirty="0">
              <a:solidFill>
                <a:schemeClr val="bg1"/>
              </a:solidFill>
            </a:endParaRPr>
          </a:p>
        </p:txBody>
      </p:sp>
    </p:spTree>
    <p:extLst>
      <p:ext uri="{BB962C8B-B14F-4D97-AF65-F5344CB8AC3E}">
        <p14:creationId xmlns:p14="http://schemas.microsoft.com/office/powerpoint/2010/main" val="3488990735"/>
      </p:ext>
    </p:extLst>
  </p:cSld>
  <p:clrMapOvr>
    <a:masterClrMapping/>
  </p:clrMapOvr>
  <p:transition spd="slow">
    <p:fade/>
  </p:transition>
</p:sld>
</file>

<file path=ppt/slides/slide13.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Materias primas restringidas</a:t>
            </a:r>
            <a:endParaRPr lang="en-US" sz="3600" dirty="0">
              <a:solidFill>
                <a:schemeClr val="tx1"/>
              </a:solidFill>
            </a:endParaRPr>
          </a:p>
        </p:txBody>
      </p:sp>
      <p:sp>
        <p:nvSpPr>
          <p:cNvPr id="67" name="Google Shape;67;p14"/>
          <p:cNvSpPr txBox="1">
            <a:spLocks noGrp="1"/>
          </p:cNvSpPr>
          <p:nvPr>
            <p:ph type="body" idx="1"/>
          </p:nvPr>
        </p:nvSpPr>
        <p:spPr>
          <a:xfrm>
            <a:off x="152400" y="1357313"/>
            <a:ext cx="6239776" cy="3531740"/>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Bienes restringidos, estos no pueden ser adquiridos sin la aprobación PREVIA de USAID o cumplir con los procedimientos requeridos bajo una exención aplicable:</a:t>
            </a:r>
          </a:p>
          <a:p>
            <a:pPr marL="285750" indent="-285750">
              <a:spcBef>
                <a:spcPts val="400"/>
              </a:spcBef>
              <a:buClr>
                <a:schemeClr val="dk1"/>
              </a:buClr>
              <a:buSzPts val="1100"/>
              <a:buFont typeface="Arial" panose="020B0604020202020204" pitchFamily="34" charset="0"/>
              <a:buChar char="•"/>
            </a:pPr>
            <a:endParaRPr lang="en-US" sz="1500"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Productos agrícolas,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Vehículos de motor (definidos como camiones de carretera, turismos y autobuses, motocicletas, ciclomotores, bicicletas motorizadas, vehículos todo terreno y vehículos utilitarios),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Productos farmacéuticos,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Pesticidas,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Equipos usados (incluye vehículos usados),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Exceso de propiedad del Gobierno de EE.UU., o</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Fertilizantes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ADS Capítulo 312.3.3</a:t>
            </a:r>
            <a:endParaRPr lang="en-US" dirty="0">
              <a:solidFill>
                <a:schemeClr val="bg1"/>
              </a:solidFill>
            </a:endParaRPr>
          </a:p>
        </p:txBody>
      </p:sp>
    </p:spTree>
    <p:extLst>
      <p:ext uri="{BB962C8B-B14F-4D97-AF65-F5344CB8AC3E}">
        <p14:creationId xmlns:p14="http://schemas.microsoft.com/office/powerpoint/2010/main" val="1505485396"/>
      </p:ext>
    </p:extLst>
  </p:cSld>
  <p:clrMapOvr>
    <a:masterClrMapping/>
  </p:clrMapOvr>
  <p:transition spd="slow">
    <p:fade/>
  </p:transition>
</p:sld>
</file>

<file path=ppt/slides/slide14.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Código geográfico</a:t>
            </a:r>
            <a:endParaRPr lang="en-US" sz="3600" dirty="0">
              <a:solidFill>
                <a:schemeClr val="tx1"/>
              </a:solidFill>
            </a:endParaRPr>
          </a:p>
        </p:txBody>
      </p:sp>
      <p:sp>
        <p:nvSpPr>
          <p:cNvPr id="67" name="Google Shape;67;p14"/>
          <p:cNvSpPr txBox="1">
            <a:spLocks noGrp="1"/>
          </p:cNvSpPr>
          <p:nvPr>
            <p:ph type="body" idx="1"/>
          </p:nvPr>
        </p:nvSpPr>
        <p:spPr>
          <a:xfrm>
            <a:off x="152400" y="1357313"/>
            <a:ext cx="6239776" cy="3531740"/>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Código de tres cifras que designa un país, un grupo de países o una zona definida de otro modo.</a:t>
            </a:r>
          </a:p>
          <a:p>
            <a:pPr marL="285750" indent="-285750">
              <a:spcBef>
                <a:spcPts val="400"/>
              </a:spcBef>
              <a:buClr>
                <a:schemeClr val="dk1"/>
              </a:buClr>
              <a:buSzPts val="1100"/>
              <a:buFont typeface="Arial" panose="020B0604020202020204" pitchFamily="34" charset="0"/>
              <a:buChar char="•"/>
            </a:pPr>
            <a:endParaRPr lang="en-US"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Código 937 (Estados Unidos, el país beneficiario y los países en desarrollo que no sean </a:t>
            </a:r>
            <a:r>
              <a:rPr lang="en-US" dirty="0">
                <a:solidFill>
                  <a:schemeClr val="tx1"/>
                </a:solidFill>
                <a:latin typeface="Segoe UI" panose="020B0502040204020203" pitchFamily="34" charset="0"/>
                <a:cs typeface="Segoe UI" panose="020B0502040204020203" pitchFamily="34" charset="0"/>
                <a:hlinkClick r:id="rId3"/>
              </a:rPr>
              <a:t>países en desarrollo avanzados</a:t>
            </a:r>
            <a:r>
              <a:rPr lang="en-US" dirty="0">
                <a:solidFill>
                  <a:schemeClr val="tx1"/>
                </a:solidFill>
                <a:latin typeface="Segoe UI" panose="020B0502040204020203" pitchFamily="34" charset="0"/>
                <a:cs typeface="Segoe UI" panose="020B0502040204020203" pitchFamily="34" charset="0"/>
              </a:rPr>
              <a:t>, pero excluyendo cualquier país que sea una </a:t>
            </a:r>
            <a:r>
              <a:rPr lang="en-US" dirty="0">
                <a:solidFill>
                  <a:schemeClr val="tx1"/>
                </a:solidFill>
                <a:latin typeface="Segoe UI" panose="020B0502040204020203" pitchFamily="34" charset="0"/>
                <a:cs typeface="Segoe UI" panose="020B0502040204020203" pitchFamily="34" charset="0"/>
                <a:hlinkClick r:id="rId4"/>
              </a:rPr>
              <a:t>fuente prohibida</a:t>
            </a:r>
            <a:r>
              <a:rPr lang="en-US" dirty="0">
                <a:solidFill>
                  <a:schemeClr val="tx1"/>
                </a:solidFill>
                <a:latin typeface="Segoe UI" panose="020B0502040204020203" pitchFamily="34" charset="0"/>
                <a:cs typeface="Segoe UI" panose="020B0502040204020203" pitchFamily="34" charset="0"/>
              </a:rPr>
              <a:t>) </a:t>
            </a: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Código 110 (Estados Unidos, los Estados independientes de la antigua Unión Soviética o un país en desarrollo, pero excluyendo cualquier país que sea una </a:t>
            </a:r>
            <a:r>
              <a:rPr lang="en-US" dirty="0">
                <a:solidFill>
                  <a:schemeClr val="tx1"/>
                </a:solidFill>
                <a:latin typeface="Segoe UI" panose="020B0502040204020203" pitchFamily="34" charset="0"/>
                <a:cs typeface="Segoe UI" panose="020B0502040204020203" pitchFamily="34" charset="0"/>
                <a:hlinkClick r:id="rId4"/>
              </a:rPr>
              <a:t>fuente prohibida</a:t>
            </a:r>
            <a:r>
              <a:rPr lang="en-US" dirty="0">
                <a:solidFill>
                  <a:schemeClr val="tx1"/>
                </a:solidFill>
                <a:latin typeface="Segoe UI" panose="020B0502040204020203" pitchFamily="34" charset="0"/>
                <a:cs typeface="Segoe UI" panose="020B0502040204020203" pitchFamily="34" charset="0"/>
              </a:rPr>
              <a:t>)</a:t>
            </a: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Código 935 (cualquier zona o país, incluido el país receptor, pero excluido cualquier país </a:t>
            </a:r>
            <a:r>
              <a:rPr lang="en-US" dirty="0">
                <a:solidFill>
                  <a:schemeClr val="tx1"/>
                </a:solidFill>
                <a:latin typeface="Segoe UI" panose="020B0502040204020203" pitchFamily="34" charset="0"/>
                <a:cs typeface="Segoe UI" panose="020B0502040204020203" pitchFamily="34" charset="0"/>
                <a:hlinkClick r:id="rId4"/>
              </a:rPr>
              <a:t>de procedencia prohibida</a:t>
            </a:r>
            <a:r>
              <a:rPr lang="en-US" dirty="0">
                <a:solidFill>
                  <a:schemeClr val="tx1"/>
                </a:solidFill>
                <a:latin typeface="Segoe UI" panose="020B0502040204020203" pitchFamily="34" charset="0"/>
                <a:cs typeface="Segoe UI" panose="020B0502040204020203" pitchFamily="34" charset="0"/>
              </a:rPr>
              <a:t>) </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6">
                  <a:extLst>
                    <a:ext uri="{A12FA001-AC4F-418D-AE19-62706E023703}">
                      <ahyp:hlinkClr xmlns:ahyp="http://schemas.microsoft.com/office/drawing/2018/hyperlinkcolor" val="tx"/>
                    </a:ext>
                  </a:extLst>
                </a:hlinkClick>
              </a:rPr>
              <a:t>ADS Capítulo 310.5.1</a:t>
            </a:r>
            <a:endParaRPr lang="en-US" dirty="0">
              <a:solidFill>
                <a:schemeClr val="bg1"/>
              </a:solidFill>
            </a:endParaRPr>
          </a:p>
        </p:txBody>
      </p:sp>
    </p:spTree>
    <p:extLst>
      <p:ext uri="{BB962C8B-B14F-4D97-AF65-F5344CB8AC3E}">
        <p14:creationId xmlns:p14="http://schemas.microsoft.com/office/powerpoint/2010/main" val="1849950853"/>
      </p:ext>
    </p:extLst>
  </p:cSld>
  <p:clrMapOvr>
    <a:masterClrMapping/>
  </p:clrMapOvr>
  <p:transition spd="slow">
    <p:fade/>
  </p:transition>
</p:sld>
</file>

<file path=ppt/slides/slide15.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Definición: </a:t>
            </a: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Activos materiales o inmateriales utilizados en operaciones con una vida útil superior a un año que se capitalizan de acuerdo con los Principios de Contabilidad Generalmente Aceptados (PCGA).</a:t>
            </a:r>
          </a:p>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Incluye: </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Bienes inmuebles: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terrenos, edificios, estructuras (no maquinaria ni equipos móviles)</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Equipamiento: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bienes muebles tangibles (incluidos los sistemas informáticos) con una vida útil superior a un año y un precio unitario igual o superior a 5.000 USD.</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Propiedad intangible: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sin existencia física (marcas, derechos de autor, patentes, etc.)</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Otros: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construcciones, arrendamientos y adiciones, mejoras, modificaciones y alteraciones de bienes de capital que aumenten materialmente su vida útil.</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590800"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 CFR 200.12</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Activos fijos</a:t>
            </a:r>
            <a:endParaRPr lang="en-US" sz="3600" kern="0" dirty="0">
              <a:solidFill>
                <a:schemeClr val="tx1"/>
              </a:solidFill>
            </a:endParaRPr>
          </a:p>
        </p:txBody>
      </p:sp>
    </p:spTree>
    <p:extLst>
      <p:ext uri="{BB962C8B-B14F-4D97-AF65-F5344CB8AC3E}">
        <p14:creationId xmlns:p14="http://schemas.microsoft.com/office/powerpoint/2010/main" val="1764266274"/>
      </p:ext>
    </p:extLst>
  </p:cSld>
  <p:clrMapOvr>
    <a:masterClrMapping/>
  </p:clrMapOvr>
  <p:transition spd="slow">
    <p:fade/>
  </p:transition>
</p:sld>
</file>

<file path=ppt/slides/slide16.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88525" y="1234637"/>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Definición: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Lista completa de elementos físicos como propiedades, mercancías en stock u otros contenidos de un edificio. </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El inventario suele realizarse al final de cada año para determinar el umbral de valor monetario de los artículos contables </a:t>
            </a:r>
            <a:endParaRPr lang="en-US" sz="1500" i="1"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En el caso de los bienes inmuebles, debe realizarse un inventario físico y cotejar los resultados con los registros de la propiedad al menos una vez cada dos años.</a:t>
            </a: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¿Cuál es el umbral de inventario de Grameen?</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 CFR 200.313</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Inventario</a:t>
            </a:r>
            <a:endParaRPr lang="en-US" sz="3600" kern="0" dirty="0">
              <a:solidFill>
                <a:schemeClr val="tx1"/>
              </a:solidFill>
            </a:endParaRPr>
          </a:p>
        </p:txBody>
      </p:sp>
    </p:spTree>
    <p:extLst>
      <p:ext uri="{BB962C8B-B14F-4D97-AF65-F5344CB8AC3E}">
        <p14:creationId xmlns:p14="http://schemas.microsoft.com/office/powerpoint/2010/main" val="3597516244"/>
      </p:ext>
    </p:extLst>
  </p:cSld>
  <p:clrMapOvr>
    <a:masterClrMapping/>
  </p:clrMapOvr>
  <p:transition spd="slow">
    <p:fade/>
  </p:transition>
</p:sld>
</file>

<file path=ppt/slides/slide17.xml><?xml version="1.0" encoding="utf-8"?>
<p:sld xmlns:a14="http://schemas.microsoft.com/office/drawing/2010/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127859" y="950858"/>
            <a:ext cx="6366122"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Designa el plazo adecuado para mantener los registros oficiales y los registros contables</a:t>
            </a: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Debe mantener los registros financieros, documentos justificativos y otros registros durante un mínimo de 3 años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en el país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después de que finalice el proyecto de subvención (las copias electrónicas son suficientes).</a:t>
            </a:r>
          </a:p>
          <a:p>
            <a:pPr marL="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También debe cumplir la ley local de conservación de registros </a:t>
            </a: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Los registros contables NIRC (que pueden incluir registros de nóminas)1 durante un periodo de 10 años. </a:t>
            </a:r>
          </a:p>
          <a:p>
            <a:pPr lvl="2">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5 años, deben conservarse copias impresas</a:t>
            </a:r>
          </a:p>
          <a:p>
            <a:pPr lvl="2">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Después de 5 años copias electrónicas</a:t>
            </a: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 requieren registros de empleo durante un mínimo de 3 años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52248" y="675946"/>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 CFR 200.333</a:t>
            </a:r>
            <a:endParaRPr lang="en-US" dirty="0">
              <a:solidFill>
                <a:schemeClr val="bg1"/>
              </a:solidFill>
            </a:endParaRPr>
          </a:p>
        </p:txBody>
      </p:sp>
      <p:sp>
        <p:nvSpPr>
          <p:cNvPr id="6" name="Google Shape;199;p30"/>
          <p:cNvSpPr txBox="1">
            <a:spLocks/>
          </p:cNvSpPr>
          <p:nvPr/>
        </p:nvSpPr>
        <p:spPr>
          <a:xfrm>
            <a:off x="155449" y="-90909"/>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Conservación de registros</a:t>
            </a:r>
            <a:endParaRPr lang="en-US" sz="3600" kern="0" dirty="0">
              <a:solidFill>
                <a:schemeClr val="tx1"/>
              </a:solidFill>
            </a:endParaRPr>
          </a:p>
        </p:txBody>
      </p:sp>
    </p:spTree>
    <p:extLst>
      <p:ext uri="{BB962C8B-B14F-4D97-AF65-F5344CB8AC3E}">
        <p14:creationId xmlns:p14="http://schemas.microsoft.com/office/powerpoint/2010/main" val="241458670"/>
      </p:ext>
    </p:extLst>
  </p:cSld>
  <p:clrMapOvr>
    <a:masterClrMapping/>
  </p:clrMapOvr>
  <p:transition spd="slow">
    <p:fade/>
  </p:transition>
</p:sld>
</file>

<file path=ppt/slides/slide18.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3"/>
            <a:ext cx="4347714" cy="4505097"/>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Obligatorio según proceda</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3665636830"/>
      </p:ext>
    </p:extLst>
  </p:cSld>
  <p:clrMapOvr>
    <a:masterClrMapping/>
  </p:clrMapOvr>
  <p:transition spd="slow">
    <p:fade/>
  </p:transition>
</p:sld>
</file>

<file path=ppt/slides/slide19.xml><?xml version="1.0" encoding="utf-8"?>
<p:sld xmlns:a14="http://schemas.microsoft.com/office/drawing/2010/main" xmlns:a16="http://schemas.microsoft.com/office/drawing/2014/main" xmlns:ahyp="http://schemas.microsoft.com/office/drawing/2018/hyperlinkcolor" xmlns:p14="http://schemas.microsoft.com/office/powerpoint/2010/main"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Protección frente a la EAE</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3">
              <a:lumMod val="7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5"/>
              </a:rPr>
              <a:t> ANUNCIOS USAID 303 - M11</a:t>
            </a:r>
            <a:endParaRPr lang="en-US" dirty="0">
              <a:solidFill>
                <a:schemeClr val="bg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35169" y="1529318"/>
            <a:ext cx="6172200" cy="1296193"/>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 acuerdo con los requisitos de control interno de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2 CFR 200.303</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que exigen que el beneficiario establezca normas de conducta para sus empleados, el beneficiario debe asegurarse de que todos sus empleados cumplen estas normas de conducta de manera coherente con las normas para los empleados de las Naciones Unidas (ONU) de la Sección 3 del Boletín del Secretario General de la ONU </a:t>
            </a:r>
            <a:r>
              <a:rPr lang="en-US" sz="1700" dirty="0">
                <a:solidFill>
                  <a:schemeClr val="tx1"/>
                </a:solidFill>
                <a:latin typeface="Segoe UI" panose="020B0502040204020203" pitchFamily="34" charset="0"/>
                <a:cs typeface="Segoe UI" panose="020B0502040204020203" pitchFamily="34" charset="0"/>
              </a:rPr>
              <a:t>(</a:t>
            </a:r>
            <a:r>
              <a:rPr lang="en-US" sz="1700" u="sng" dirty="0">
                <a:solidFill>
                  <a:schemeClr val="tx1"/>
                </a:solidFill>
                <a:latin typeface="Segoe UI" panose="020B0502040204020203" pitchFamily="34" charset="0"/>
                <a:cs typeface="Segoe UI" panose="020B0502040204020203" pitchFamily="34" charset="0"/>
                <a:hlinkClick r:id="rId7">
                  <a:extLst>
                    <a:ext uri="{A12FA001-AC4F-418D-AE19-62706E023703}">
                      <ahyp:hlinkClr xmlns:ahyp="http://schemas.microsoft.com/office/drawing/2018/hyperlinkcolor" val="tx"/>
                    </a:ext>
                  </a:extLst>
                </a:hlinkClick>
              </a:rPr>
              <a:t>ST/SGB/2003/13</a:t>
            </a:r>
            <a:r>
              <a:rPr lang="en-US" sz="1700" dirty="0">
                <a:solidFill>
                  <a:schemeClr val="tx1"/>
                </a:solidFill>
                <a:latin typeface="Segoe UI" panose="020B0502040204020203" pitchFamily="34" charset="0"/>
                <a:cs typeface="Segoe UI" panose="020B0502040204020203" pitchFamily="34" charset="0"/>
              </a:rPr>
              <a:t>).</a:t>
            </a:r>
          </a:p>
          <a:p>
            <a:pPr>
              <a:spcBef>
                <a:spcPts val="0"/>
              </a:spcBef>
              <a:spcAft>
                <a:spcPts val="1000"/>
              </a:spcAft>
              <a:buClrTx/>
              <a:buSzPct val="1060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Los empleados deben firmar anualmente el código de conducta, confirmando así el cumplimiento de la política.</a:t>
            </a:r>
          </a:p>
        </p:txBody>
      </p:sp>
    </p:spTree>
    <p:extLst>
      <p:ext uri="{BB962C8B-B14F-4D97-AF65-F5344CB8AC3E}">
        <p14:creationId xmlns:p14="http://schemas.microsoft.com/office/powerpoint/2010/main" val="2755075901"/>
      </p:ext>
    </p:extLst>
  </p:cSld>
  <p:clrMapOvr>
    <a:masterClrMapping/>
  </p:clrMapOvr>
  <p:transition spd="slow">
    <p:fade/>
  </p:transition>
</p:sld>
</file>

<file path=ppt/slides/slide20.xml><?xml version="1.0" encoding="utf-8"?>
<p:sld xmlns:a14="http://schemas.microsoft.com/office/drawing/2010/main"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Protección frente a la EAE</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3">
              <a:lumMod val="7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5"/>
              </a:rPr>
              <a:t> ANUNCIOS USAID 303 - M11</a:t>
            </a:r>
            <a:endParaRPr lang="en-US" dirty="0">
              <a:solidFill>
                <a:schemeClr val="bg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35169" y="1529318"/>
            <a:ext cx="6172200" cy="1296193"/>
          </a:xfrm>
          <a:prstGeom prst="rect">
            <a:avLst/>
          </a:prstGeom>
        </p:spPr>
        <p:txBody>
          <a:bodyPr spcFirstLastPara="1" wrap="square" lIns="91425" tIns="91425" rIns="91425" bIns="91425" anchor="t" anchorCtr="0">
            <a:noAutofit/>
          </a:bodyPr>
          <a:lstStyle/>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La explotación sexual y los abusos sexuales constituyen actos de falta grave y, por tanto, son motivo de medidas disciplinarias, incluido el despido sumario;</a:t>
            </a:r>
          </a:p>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La actividad sexual con niños (personas menores de 18 años) está prohibida independientemente de la mayoría de edad o de la edad de consentimiento local. La creencia errónea en la edad de un menor no es una defensa;</a:t>
            </a:r>
          </a:p>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Está prohibido el intercambio de dinero, empleo, bienes o servicios por sexo, incluidos los favores sexuales u otras formas de comportamiento humillante, degradante o explotador. Esto incluye cualquier intercambio de ayuda que se deba a los beneficiarios de la ayuda;</a:t>
            </a:r>
          </a:p>
          <a:p>
            <a:pPr marL="152400" indent="0">
              <a:spcBef>
                <a:spcPts val="0"/>
              </a:spcBef>
              <a:spcAft>
                <a:spcPts val="1000"/>
              </a:spcAft>
              <a:buClrTx/>
              <a:buSzPct val="106000"/>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40546938"/>
      </p:ext>
    </p:extLst>
  </p:cSld>
  <p:clrMapOvr>
    <a:masterClrMapping/>
  </p:clrMapOvr>
  <p:transition spd="slow">
    <p:fade/>
  </p:transition>
</p:sld>
</file>

<file path=ppt/slides/slide21.xml><?xml version="1.0" encoding="utf-8"?>
<p:sld xmlns:a14="http://schemas.microsoft.com/office/drawing/2010/main"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Protección frente a la EAE</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3">
              <a:lumMod val="7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5"/>
              </a:rPr>
              <a:t> ANUNCIOS USAID 303 - M11</a:t>
            </a:r>
            <a:endParaRPr lang="en-US" dirty="0">
              <a:solidFill>
                <a:schemeClr val="bg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35169" y="1529318"/>
            <a:ext cx="6172200" cy="1296193"/>
          </a:xfrm>
          <a:prstGeom prst="rect">
            <a:avLst/>
          </a:prstGeom>
        </p:spPr>
        <p:txBody>
          <a:bodyPr spcFirstLastPara="1" wrap="square" lIns="91425" tIns="91425" rIns="91425" bIns="91425" anchor="t" anchorCtr="0">
            <a:noAutofit/>
          </a:bodyPr>
          <a:lstStyle/>
          <a:p>
            <a:pPr marL="495300" indent="-342900">
              <a:spcBef>
                <a:spcPts val="0"/>
              </a:spcBef>
              <a:spcAft>
                <a:spcPts val="1000"/>
              </a:spcAft>
              <a:buClrTx/>
              <a:buSzPct val="106000"/>
              <a:buFont typeface="+mj-lt"/>
              <a:buAutoNum type="alphaLcParenR" startAt="4"/>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Las relaciones sexuales entre el personal y los beneficiarios de la ayuda, ya que se basan en una dinámica de poder intrínsecamente desigual. Estas relaciones socavan la credibilidad y la integridad de la labor de ayuda humanitaria. </a:t>
            </a:r>
          </a:p>
          <a:p>
            <a:pPr marL="495300" indent="-342900">
              <a:spcBef>
                <a:spcPts val="0"/>
              </a:spcBef>
              <a:spcAft>
                <a:spcPts val="1000"/>
              </a:spcAft>
              <a:buClrTx/>
              <a:buSzPct val="106000"/>
              <a:buFont typeface="+mj-lt"/>
              <a:buAutoNum type="alphaLcParenR" startAt="4"/>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Cuando un miembro del personal tenga dudas o sospechas sobre la explotación o el abuso sexual por parte de un compañero de trabajo, deberá comunicarlo a través de los mecanismos de denuncia establecidos;</a:t>
            </a:r>
          </a:p>
          <a:p>
            <a:pPr marL="495300" indent="-342900">
              <a:spcBef>
                <a:spcPts val="0"/>
              </a:spcBef>
              <a:spcAft>
                <a:spcPts val="1000"/>
              </a:spcAft>
              <a:buClrTx/>
              <a:buSzPct val="106000"/>
              <a:buFont typeface="+mj-lt"/>
              <a:buAutoNum type="alphaLcParenR" startAt="4"/>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El personal está obligado a crear y mantener un entorno que impida la explotación y el abuso sexuales. Los directivos de todos los niveles tienen la responsabilidad particular de apoyar y desarrollar sistemas que mantengan este entorno.</a:t>
            </a:r>
          </a:p>
        </p:txBody>
      </p:sp>
    </p:spTree>
    <p:extLst>
      <p:ext uri="{BB962C8B-B14F-4D97-AF65-F5344CB8AC3E}">
        <p14:creationId xmlns:p14="http://schemas.microsoft.com/office/powerpoint/2010/main" val="583937037"/>
      </p:ext>
    </p:extLst>
  </p:cSld>
  <p:clrMapOvr>
    <a:masterClrMapping/>
  </p:clrMapOvr>
  <p:transition spd="slow">
    <p:fade/>
  </p:transition>
</p:sld>
</file>

<file path=ppt/slides/slide22.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blipFill>
          <a:blip r:embed="rId3">
            <a:alphaModFix/>
            <a:duotone>
              <a:schemeClr val="accent5">
                <a:shade val="45000"/>
                <a:satMod val="135000"/>
              </a:schemeClr>
              <a:prstClr val="white"/>
            </a:duotone>
          </a:blip>
          <a:stretch>
            <a:fillRect/>
          </a:stretch>
        </a:blipFill>
        <a:effectLst/>
      </p:bgPr>
    </p:bg>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Definición: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Cualquier persona menor de 18 años. Según el F2F, joven es toda persona de 15 a 29 años.</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Garantizar el cumplimiento de la legislación local y del país anfitrión en materia de bienestar y protección de la infancia o de las normas internacionales, según la que ofrezca mayor protección, y de la legislación estadounidense cuando proceda.</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Prohibir a todo el personal el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maltrato</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la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explotación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 el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abandono de niños.</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Tener en cuenta la protección de la infancia en la planificación y ejecución del proyecto para determinar los riesgos potenciales para los niños asociados a las actividades y operaciones del proyecto.</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959976" cy="428625"/>
          </a:xfrm>
          <a:prstGeom prst="rect">
            <a:avLst/>
          </a:prstGeom>
          <a:solidFill>
            <a:schemeClr val="accent5">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hlinkClick r:id="rId5"/>
              </a:rPr>
              <a:t>     ANUNCIOS USAID 303 - M25</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Protección de la infancia</a:t>
            </a:r>
            <a:endParaRPr lang="en-US" sz="3600" kern="0" dirty="0">
              <a:solidFill>
                <a:schemeClr val="tx1"/>
              </a:solidFill>
            </a:endParaRPr>
          </a:p>
        </p:txBody>
      </p:sp>
    </p:spTree>
    <p:extLst>
      <p:ext uri="{BB962C8B-B14F-4D97-AF65-F5344CB8AC3E}">
        <p14:creationId xmlns:p14="http://schemas.microsoft.com/office/powerpoint/2010/main" val="3381497375"/>
      </p:ext>
    </p:extLst>
  </p:cSld>
  <p:clrMapOvr>
    <a:masterClrMapping/>
  </p:clrMapOvr>
  <p:transition spd="slow">
    <p:fade/>
  </p:transition>
</p:sld>
</file>

<file path=ppt/slides/slide23.xml><?xml version="1.0" encoding="utf-8"?>
<p:sld xmlns:a14="http://schemas.microsoft.com/office/drawing/2010/main"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Pr>
        <a:blipFill>
          <a:blip r:embed="rId3">
            <a:alphaModFix/>
            <a:duotone>
              <a:schemeClr val="accent5">
                <a:shade val="45000"/>
                <a:satMod val="135000"/>
              </a:schemeClr>
              <a:prstClr val="white"/>
            </a:duotone>
          </a:blip>
          <a:stretch>
            <a:fillRect/>
          </a:stretch>
        </a:blipFill>
        <a:effectLst/>
      </p:bgPr>
    </p:bg>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Aplicar medidas para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reducir el riesgo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 maltrato, explotación o abandono de los niños**. </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Promover procedimientos de control de la seguridad infantil para el personal, en particular el personal cuyo trabajo le pone en contacto directo con niños;</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Disponer de un procedimiento para garantizar que el personal y otras personas reconozcan el maltrato, la explotación o el abandono de los niños; exigir que el personal y otras personas informen de las denuncias; investigar y gestionar las denuncias; y tomar las medidas adecuadas en respuesta a dichas denuncias, incluido, entre otros, el </a:t>
            </a:r>
            <a:r>
              <a:rPr lang="en-US" sz="1700" dirty="0">
                <a:solidFill>
                  <a:schemeClr val="tx1"/>
                </a:solidFill>
                <a:latin typeface="Segoe UI" panose="020B0502040204020203" pitchFamily="34" charset="0"/>
                <a:cs typeface="Segoe UI" panose="020B0502040204020203" pitchFamily="34" charset="0"/>
              </a:rPr>
              <a:t>despido del personal.</a:t>
            </a:r>
          </a:p>
          <a:p>
            <a:pPr>
              <a:buClrTx/>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Los empleados deben firmar anualmente el código de conducta, confirmando así el cumplimiento de la política.</a:t>
            </a:r>
          </a:p>
          <a:p>
            <a:pPr>
              <a:buClrTx/>
              <a:buFont typeface="Arial" panose="020B0604020202020204" pitchFamily="34" charset="0"/>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Protección de la infancia</a:t>
            </a:r>
            <a:endParaRPr lang="en-US" sz="3600" kern="0" dirty="0">
              <a:solidFill>
                <a:schemeClr val="tx1"/>
              </a:solidFill>
            </a:endParaRPr>
          </a:p>
        </p:txBody>
      </p:sp>
      <p:sp>
        <p:nvSpPr>
          <p:cNvPr id="8" name="Rectangle 7">
            <a:extLst>
              <a:ext uri="{FF2B5EF4-FFF2-40B4-BE49-F238E27FC236}">
                <a16:creationId xmlns:a16="http://schemas.microsoft.com/office/drawing/2014/main" id="{61AB9447-A9A8-7EE8-7DF0-87AA82667AE1}"/>
              </a:ext>
            </a:extLst>
          </p:cNvPr>
          <p:cNvSpPr/>
          <p:nvPr/>
        </p:nvSpPr>
        <p:spPr>
          <a:xfrm>
            <a:off x="-228600" y="925830"/>
            <a:ext cx="2959976" cy="428625"/>
          </a:xfrm>
          <a:prstGeom prst="rect">
            <a:avLst/>
          </a:prstGeom>
          <a:solidFill>
            <a:schemeClr val="accent5">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hlinkClick r:id="rId5"/>
              </a:rPr>
              <a:t>     ANUNCIOS USAID 303 - M25</a:t>
            </a:r>
            <a:endParaRPr lang="en-US" dirty="0">
              <a:solidFill>
                <a:schemeClr val="bg1"/>
              </a:solidFill>
            </a:endParaRPr>
          </a:p>
        </p:txBody>
      </p:sp>
    </p:spTree>
    <p:extLst>
      <p:ext uri="{BB962C8B-B14F-4D97-AF65-F5344CB8AC3E}">
        <p14:creationId xmlns:p14="http://schemas.microsoft.com/office/powerpoint/2010/main" val="1573870506"/>
      </p:ext>
    </p:extLst>
  </p:cSld>
  <p:clrMapOvr>
    <a:masterClrMapping/>
  </p:clrMapOvr>
  <p:transition spd="slow">
    <p:fade/>
  </p:transition>
</p:sld>
</file>

<file path=ppt/slides/slide24.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Definición: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reclutamiento, acogida, transporte, suministro u obtención de una persona para que trabaje o preste servicios, mediante el uso de la fuerza, el fraude o la coacción, con el fin de someterla a servidumbre involuntaria, peonaje, servidumbre por deudas o esclavitud.</a:t>
            </a:r>
          </a:p>
          <a:p>
            <a:pPr marL="127000" indent="0">
              <a:buClrTx/>
              <a:buNone/>
            </a:pPr>
            <a:endParaRPr lang="en-US" sz="3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La trata de seres humanos implica explotación de todo tipo.  Puede incluir elementos de captación, acogida, transporte, suministro u obtención de una persona con fines de explotación.</a:t>
            </a:r>
          </a:p>
          <a:p>
            <a:pPr marL="127000" indent="0">
              <a:buClrTx/>
              <a:buNone/>
            </a:pPr>
            <a:endParaRPr lang="en-US" sz="3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En 2023, POA exigirá una "Certificación relativa a la trata de personas"</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1955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rPr>
              <a:t> ANUNCIOS USAID 303 - M15</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Trata de personas</a:t>
            </a:r>
            <a:endParaRPr lang="en-US" sz="3600" kern="0" dirty="0">
              <a:solidFill>
                <a:schemeClr val="tx1"/>
              </a:solidFill>
            </a:endParaRPr>
          </a:p>
        </p:txBody>
      </p:sp>
    </p:spTree>
    <p:extLst>
      <p:ext uri="{BB962C8B-B14F-4D97-AF65-F5344CB8AC3E}">
        <p14:creationId xmlns:p14="http://schemas.microsoft.com/office/powerpoint/2010/main" val="1512586690"/>
      </p:ext>
    </p:extLst>
  </p:cSld>
  <p:clrMapOvr>
    <a:masterClrMapping/>
  </p:clrMapOvr>
  <p:transition spd="slow">
    <p:fade/>
  </p:transition>
</p:sld>
</file>

<file path=ppt/slides/slide25.xml><?xml version="1.0" encoding="utf-8"?>
<p:sld xmlns:a14="http://schemas.microsoft.com/office/drawing/2010/main"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marL="127000" indent="0">
              <a:spcAft>
                <a:spcPts val="1200"/>
              </a:spcAft>
              <a:buClrTx/>
              <a:buNone/>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El beneficiario, sub-beneficiario o contratista, en cualquiera de sus niveles, o sus empleados, reclutadores de mano de obra, intermediarios u otros agentes, no deben participar en:</a:t>
            </a:r>
          </a:p>
          <a:p>
            <a:pPr lvl="1">
              <a:spcAft>
                <a:spcPts val="12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Trata de personas</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Contratación de un acto de comercio sexual durante el período de esta adjudicación</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Utilización de trabajo forzoso en la ejecución de esta adjudicación</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Actos que apoyan o fomentan directamente la trata de personas, entre los que se incluyen: </a:t>
            </a:r>
          </a:p>
          <a:p>
            <a:pPr lvl="2">
              <a:spcAft>
                <a:spcPts val="600"/>
              </a:spcAft>
              <a:buClrTx/>
              <a:buFont typeface="Wingdings" panose="05000000000000000000" pitchFamily="2" charset="2"/>
              <a:buChar char="Ø"/>
            </a:pPr>
            <a:r>
              <a:rPr lang="en-US" sz="1500" dirty="0">
                <a:solidFill>
                  <a:schemeClr val="accent2">
                    <a:lumMod val="75000"/>
                  </a:schemeClr>
                </a:solidFill>
                <a:latin typeface="Segoe UI" panose="020B0502040204020203" pitchFamily="34" charset="0"/>
                <a:cs typeface="Segoe UI" panose="020B0502040204020203" pitchFamily="34" charset="0"/>
              </a:rPr>
              <a:t>Destruir, ocultar, confiscar o negar de cualquier otro modo a un empleado el acceso a sus documentos de identidad o de inmigración.</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9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Trata de personas</a:t>
            </a:r>
            <a:endParaRPr lang="en-US" sz="3600" kern="0" dirty="0">
              <a:solidFill>
                <a:schemeClr val="tx1"/>
              </a:solidFill>
            </a:endParaRPr>
          </a:p>
        </p:txBody>
      </p:sp>
      <p:sp>
        <p:nvSpPr>
          <p:cNvPr id="8" name="Rectangle 7">
            <a:extLst>
              <a:ext uri="{FF2B5EF4-FFF2-40B4-BE49-F238E27FC236}">
                <a16:creationId xmlns:a16="http://schemas.microsoft.com/office/drawing/2014/main" id="{4B21B2AD-B811-29A0-F116-6F7FD6CD689E}"/>
              </a:ext>
            </a:extLst>
          </p:cNvPr>
          <p:cNvSpPr/>
          <p:nvPr/>
        </p:nvSpPr>
        <p:spPr>
          <a:xfrm>
            <a:off x="-228600" y="925830"/>
            <a:ext cx="271955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rPr>
              <a:t> ANUNCIOS USAID 303 - M15</a:t>
            </a:r>
            <a:endParaRPr lang="en-US" dirty="0">
              <a:solidFill>
                <a:schemeClr val="bg1"/>
              </a:solidFill>
            </a:endParaRPr>
          </a:p>
        </p:txBody>
      </p:sp>
    </p:spTree>
    <p:extLst>
      <p:ext uri="{BB962C8B-B14F-4D97-AF65-F5344CB8AC3E}">
        <p14:creationId xmlns:p14="http://schemas.microsoft.com/office/powerpoint/2010/main" val="1841640217"/>
      </p:ext>
    </p:extLst>
  </p:cSld>
  <p:clrMapOvr>
    <a:masterClrMapping/>
  </p:clrMapOvr>
  <p:transition spd="slow">
    <p:fade/>
  </p:transition>
</p:sld>
</file>

<file path=ppt/slides/slide26.xml><?xml version="1.0" encoding="utf-8"?>
<p:sld xmlns:a14="http://schemas.microsoft.com/office/drawing/2010/main"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marL="127000" indent="0">
              <a:spcAft>
                <a:spcPts val="1200"/>
              </a:spcAft>
              <a:buClrTx/>
              <a:buNone/>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El beneficiario, sub-beneficiario o contratista, en cualquiera de sus niveles, o sus empleados, reclutadores de mano de obra, intermediarios u otros agentes, no deben participar en:</a:t>
            </a:r>
          </a:p>
          <a:p>
            <a:pPr lvl="1">
              <a:spcAft>
                <a:spcPts val="12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No proporcionar transporte de regreso a un empleado al país en el que fue contratado al término de su relación laboral*.</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Utilizar prácticas de contratación engañosas o fraudulentas</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Cobrar honorarios de contratación a los empleados</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Proporcionar u organizar un alojamiento que no cumpla las normas de alojamiento y seguridad del país anfitrión.</a:t>
            </a:r>
          </a:p>
          <a:p>
            <a:pPr lvl="1">
              <a:spcAft>
                <a:spcPts val="600"/>
              </a:spcAft>
              <a:buClrTx/>
              <a:buFont typeface="Arial" panose="020B0604020202020204" pitchFamily="34" charset="0"/>
              <a:buChar char="•"/>
            </a:pPr>
            <a:endParaRPr lang="en-US" sz="1500" dirty="0">
              <a:solidFill>
                <a:schemeClr val="tx1"/>
              </a:solidFill>
              <a:latin typeface="Segoe UI" panose="020B0502040204020203" pitchFamily="34" charset="0"/>
              <a:cs typeface="Segoe UI" panose="020B0502040204020203" pitchFamily="34" charset="0"/>
            </a:endParaRP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9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Trata de personas</a:t>
            </a:r>
            <a:endParaRPr lang="en-US" sz="3600" kern="0" dirty="0">
              <a:solidFill>
                <a:schemeClr val="tx1"/>
              </a:solidFill>
            </a:endParaRPr>
          </a:p>
        </p:txBody>
      </p:sp>
      <p:sp>
        <p:nvSpPr>
          <p:cNvPr id="7" name="Rectangle 6">
            <a:extLst>
              <a:ext uri="{FF2B5EF4-FFF2-40B4-BE49-F238E27FC236}">
                <a16:creationId xmlns:a16="http://schemas.microsoft.com/office/drawing/2014/main" id="{E08A3D52-4897-C5AA-67AC-32B805E6301C}"/>
              </a:ext>
            </a:extLst>
          </p:cNvPr>
          <p:cNvSpPr/>
          <p:nvPr/>
        </p:nvSpPr>
        <p:spPr>
          <a:xfrm>
            <a:off x="-228600" y="925830"/>
            <a:ext cx="271955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rPr>
              <a:t> ANUNCIOS USAID 303 - M15</a:t>
            </a:r>
            <a:endParaRPr lang="en-US" dirty="0">
              <a:solidFill>
                <a:schemeClr val="bg1"/>
              </a:solidFill>
            </a:endParaRPr>
          </a:p>
        </p:txBody>
      </p:sp>
    </p:spTree>
    <p:extLst>
      <p:ext uri="{BB962C8B-B14F-4D97-AF65-F5344CB8AC3E}">
        <p14:creationId xmlns:p14="http://schemas.microsoft.com/office/powerpoint/2010/main" val="1068241505"/>
      </p:ext>
    </p:extLst>
  </p:cSld>
  <p:clrMapOvr>
    <a:masterClrMapping/>
  </p:clrMapOvr>
  <p:transition spd="slow">
    <p:fade/>
  </p:transition>
</p:sld>
</file>

<file path=ppt/slides/slide27.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4" name="Rectangle 3"/>
          <p:cNvSpPr>
            <a:spLocks noChangeAspect="1"/>
          </p:cNvSpPr>
          <p:nvPr/>
        </p:nvSpPr>
        <p:spPr>
          <a:xfrm>
            <a:off x="2406766" y="396825"/>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Google Shape;88;p17"/>
          <p:cNvSpPr txBox="1">
            <a:spLocks noGrp="1"/>
          </p:cNvSpPr>
          <p:nvPr>
            <p:ph type="body" idx="1"/>
          </p:nvPr>
        </p:nvSpPr>
        <p:spPr>
          <a:xfrm>
            <a:off x="2483351" y="836125"/>
            <a:ext cx="4301763" cy="34713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US" sz="4000" i="0" dirty="0">
                <a:latin typeface="Segoe UI" panose="020B0502040204020203" pitchFamily="34" charset="0"/>
                <a:ea typeface="Segoe UI" panose="020B0502040204020203" pitchFamily="34" charset="0"/>
                <a:cs typeface="Segoe UI" panose="020B0502040204020203" pitchFamily="34" charset="0"/>
              </a:rPr>
              <a:t>Principios de costes</a:t>
            </a:r>
            <a:endParaRPr sz="4000" i="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71842136"/>
      </p:ext>
    </p:extLst>
  </p:cSld>
  <p:clrMapOvr>
    <a:masterClrMapping/>
  </p:clrMapOvr>
  <p:transition spd="slow">
    <p:fade/>
  </p:transition>
</p:sld>
</file>

<file path=ppt/slides/slide28.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304801" y="214313"/>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Prueba general de admisibilidad</a:t>
            </a:r>
            <a:endParaRPr sz="3600" dirty="0">
              <a:solidFill>
                <a:schemeClr val="tx1"/>
              </a:solidFill>
            </a:endParaRPr>
          </a:p>
        </p:txBody>
      </p:sp>
      <p:sp>
        <p:nvSpPr>
          <p:cNvPr id="200" name="Google Shape;200;p30"/>
          <p:cNvSpPr txBox="1">
            <a:spLocks noGrp="1"/>
          </p:cNvSpPr>
          <p:nvPr>
            <p:ph type="body" idx="1"/>
          </p:nvPr>
        </p:nvSpPr>
        <p:spPr>
          <a:xfrm>
            <a:off x="228600" y="819150"/>
            <a:ext cx="6031796" cy="3985995"/>
          </a:xfrm>
          <a:prstGeom prst="rect">
            <a:avLst/>
          </a:prstGeom>
        </p:spPr>
        <p:txBody>
          <a:bodyPr spcFirstLastPara="1" wrap="square" lIns="91425" tIns="91425" rIns="91425" bIns="91425" anchor="t" anchorCtr="0">
            <a:noAutofit/>
          </a:bodyPr>
          <a:lstStyle/>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Necesario</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Razonable</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Asignable</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Coherente </a:t>
            </a: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y uniforme en todas las actividades de la organización</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Ajustarse a las limitaciones impuestas o aceptadas</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Conformidad con GAAP</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Tratados sistemáticamente como </a:t>
            </a: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costes directos/indirectos </a:t>
            </a:r>
            <a:r>
              <a:rPr lang="en-US" sz="16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(sin doble imputación)</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Documentación adecuada</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0192465"/>
      </p:ext>
    </p:extLst>
  </p:cSld>
  <p:clrMapOvr>
    <a:masterClrMapping/>
  </p:clrMapOvr>
  <p:transition spd="slow">
    <p:fade/>
  </p:transition>
</p:sld>
</file>

<file path=ppt/slides/slide29.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274321" y="929767"/>
            <a:ext cx="5870713" cy="3392068"/>
          </a:xfrm>
          <a:prstGeom prst="rect">
            <a:avLst/>
          </a:prstGeom>
        </p:spPr>
        <p:txBody>
          <a:bodyPr spcFirstLastPara="1" wrap="square" lIns="91425" tIns="91425" rIns="91425" bIns="91425" anchor="t" anchorCtr="0">
            <a:noAutofit/>
          </a:bodyPr>
          <a:lstStyle/>
          <a:p>
            <a:pPr marL="114300" indent="0">
              <a:lnSpc>
                <a:spcPct val="150000"/>
              </a:lnSpc>
              <a:buClrTx/>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Un coste es razonable si</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No excede de lo que haría una persona "prudente" en circunstancias similares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Ordinario y necesario para el funcionamiento de la organización </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Seguir prácticas empresariales sanas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Cumplir las leyes federales, estatales y locales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Coherencia con las prácticas establecidas por la organización</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Razonabilidad</a:t>
            </a:r>
            <a:endParaRPr lang="en-US" sz="3600" kern="0" dirty="0">
              <a:solidFill>
                <a:schemeClr val="tx1"/>
              </a:solidFill>
            </a:endParaRPr>
          </a:p>
        </p:txBody>
      </p:sp>
    </p:spTree>
    <p:extLst>
      <p:ext uri="{BB962C8B-B14F-4D97-AF65-F5344CB8AC3E}">
        <p14:creationId xmlns:p14="http://schemas.microsoft.com/office/powerpoint/2010/main" val="2858251979"/>
      </p:ext>
    </p:extLst>
  </p:cSld>
  <p:clrMapOvr>
    <a:masterClrMapping/>
  </p:clrMapOvr>
  <p:transition spd="slow">
    <p:fade/>
  </p:transition>
</p:sld>
</file>

<file path=ppt/slides/slide30.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Asignabilidad</a:t>
            </a:r>
            <a:endParaRPr lang="en-US" sz="3600" kern="0" dirty="0">
              <a:solidFill>
                <a:schemeClr val="tx1"/>
              </a:solidFill>
            </a:endParaRPr>
          </a:p>
        </p:txBody>
      </p:sp>
      <p:sp>
        <p:nvSpPr>
          <p:cNvPr id="6" name="Google Shape;95;p18"/>
          <p:cNvSpPr txBox="1">
            <a:spLocks noGrp="1"/>
          </p:cNvSpPr>
          <p:nvPr>
            <p:ph type="body" idx="1"/>
          </p:nvPr>
        </p:nvSpPr>
        <p:spPr>
          <a:xfrm>
            <a:off x="274321" y="929767"/>
            <a:ext cx="5870713" cy="3392068"/>
          </a:xfrm>
          <a:prstGeom prst="rect">
            <a:avLst/>
          </a:prstGeom>
        </p:spPr>
        <p:txBody>
          <a:bodyPr spcFirstLastPara="1" wrap="square" lIns="91425" tIns="91425" rIns="91425" bIns="91425" anchor="t" anchorCtr="0">
            <a:noAutofit/>
          </a:bodyPr>
          <a:lstStyle/>
          <a:p>
            <a:pPr marL="127000" indent="0">
              <a:lnSpc>
                <a:spcPct val="150000"/>
              </a:lnSpc>
              <a:buClrTx/>
              <a:buSzPct val="106000"/>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Prueba de asignabilidad:</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Gastos realizados exclusivamente para una subvención específica </a:t>
            </a:r>
          </a:p>
          <a:p>
            <a:pPr lvl="1">
              <a:lnSpc>
                <a:spcPct val="150000"/>
              </a:lnSpc>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Asignable a más de un objetivo de coste, en proporción razonable al beneficio proporcionado</a:t>
            </a:r>
          </a:p>
          <a:p>
            <a:pPr lvl="1">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Necesarios para el funcionamiento general de la organización</a:t>
            </a:r>
          </a:p>
          <a:p>
            <a:pPr lvl="1">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No hay trasvase de costes de un fondo a otro para cubrir sobrecostes, evitar restricciones del convenio o por razones de conveniencia.</a:t>
            </a:r>
          </a:p>
        </p:txBody>
      </p:sp>
    </p:spTree>
    <p:extLst>
      <p:ext uri="{BB962C8B-B14F-4D97-AF65-F5344CB8AC3E}">
        <p14:creationId xmlns:p14="http://schemas.microsoft.com/office/powerpoint/2010/main" val="4164642956"/>
      </p:ext>
    </p:extLst>
  </p:cSld>
  <p:clrMapOvr>
    <a:masterClrMapping/>
  </p:clrMapOvr>
  <p:transition spd="slow">
    <p:fade/>
  </p:transition>
</p:sld>
</file>

<file path=ppt/slides/slide31.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Costes indirectos frente a costes directos</a:t>
            </a:r>
          </a:p>
        </p:txBody>
      </p:sp>
      <p:sp>
        <p:nvSpPr>
          <p:cNvPr id="6" name="Google Shape;95;p18"/>
          <p:cNvSpPr txBox="1">
            <a:spLocks noGrp="1"/>
          </p:cNvSpPr>
          <p:nvPr>
            <p:ph type="body" idx="1"/>
          </p:nvPr>
        </p:nvSpPr>
        <p:spPr>
          <a:xfrm>
            <a:off x="274321" y="1008482"/>
            <a:ext cx="5870713" cy="3392068"/>
          </a:xfrm>
          <a:prstGeom prst="rect">
            <a:avLst/>
          </a:prstGeom>
        </p:spPr>
        <p:txBody>
          <a:bodyPr spcFirstLastPara="1" wrap="square" lIns="91425" tIns="91425" rIns="91425" bIns="91425" anchor="t" anchorCtr="0">
            <a:noAutofit/>
          </a:bodyPr>
          <a:lstStyle/>
          <a:p>
            <a:pPr marL="457200" lvl="1" indent="0">
              <a:buClrTx/>
              <a:buSzTx/>
              <a:buNone/>
            </a:pPr>
            <a:r>
              <a:rPr lang="en-US" b="1" kern="1200" dirty="0">
                <a:solidFill>
                  <a:srgbClr val="000000"/>
                </a:solidFill>
                <a:latin typeface="Segoe UI" panose="020B0502040204020203" pitchFamily="34" charset="0"/>
                <a:ea typeface="+mn-ea"/>
                <a:cs typeface="Segoe UI" panose="020B0502040204020203" pitchFamily="34" charset="0"/>
              </a:rPr>
              <a:t>Costes totales = Costes directos + Costes indirectos - Créditos*.</a:t>
            </a:r>
          </a:p>
          <a:p>
            <a:pPr marL="457200" lvl="1" indent="0">
              <a:buClrTx/>
              <a:buSzTx/>
              <a:buNone/>
            </a:pPr>
            <a:endParaRPr lang="en-US" sz="1100" b="1" kern="1200" dirty="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n-US" sz="1400" b="1" kern="1200" dirty="0">
                <a:solidFill>
                  <a:srgbClr val="000000"/>
                </a:solidFill>
                <a:latin typeface="Segoe UI" panose="020B0502040204020203" pitchFamily="34" charset="0"/>
                <a:ea typeface="+mn-ea"/>
                <a:cs typeface="Segoe UI" panose="020B0502040204020203" pitchFamily="34" charset="0"/>
              </a:rPr>
              <a:t>Costes directos: </a:t>
            </a:r>
            <a:r>
              <a:rPr lang="en-US" sz="1400" kern="1200" dirty="0">
                <a:solidFill>
                  <a:srgbClr val="000000"/>
                </a:solidFill>
                <a:latin typeface="Segoe UI" panose="020B0502040204020203" pitchFamily="34" charset="0"/>
                <a:ea typeface="+mn-ea"/>
                <a:cs typeface="Segoe UI" panose="020B0502040204020203" pitchFamily="34" charset="0"/>
              </a:rPr>
              <a:t>que pueden identificarse específicamente con un objetivo (función) de coste final concreto o que pueden asignarse directamente a una actividad con relativa facilidad y un alto grado de precisión. </a:t>
            </a:r>
          </a:p>
          <a:p>
            <a:pPr marL="457200" lvl="1" indent="0">
              <a:buClrTx/>
              <a:buSzTx/>
              <a:buNone/>
            </a:pPr>
            <a:endParaRPr lang="en-US" sz="1100" kern="1200" dirty="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n-US" sz="1400" b="1" kern="1200" dirty="0">
                <a:solidFill>
                  <a:srgbClr val="000000"/>
                </a:solidFill>
                <a:latin typeface="Segoe UI" panose="020B0502040204020203" pitchFamily="34" charset="0"/>
                <a:ea typeface="+mn-ea"/>
                <a:cs typeface="Segoe UI" panose="020B0502040204020203" pitchFamily="34" charset="0"/>
              </a:rPr>
              <a:t>Costes indirectos: </a:t>
            </a:r>
            <a:r>
              <a:rPr lang="en-US" sz="1400" kern="1200" dirty="0">
                <a:solidFill>
                  <a:srgbClr val="000000"/>
                </a:solidFill>
                <a:latin typeface="Segoe UI" panose="020B0502040204020203" pitchFamily="34" charset="0"/>
                <a:ea typeface="+mn-ea"/>
                <a:cs typeface="Segoe UI" panose="020B0502040204020203" pitchFamily="34" charset="0"/>
              </a:rPr>
              <a:t>incurridos para un propósito común o conjunto que beneficia a más de un objetivo de coste, y no fácilmente asignables a los objetivos de coste específicamente beneficiados, sin esfuerzo desproporcionado en relación con los resultados alcanzados.</a:t>
            </a:r>
          </a:p>
          <a:p>
            <a:pPr marL="1200150" lvl="2" indent="-285750">
              <a:buClrTx/>
              <a:buSzTx/>
              <a:buFont typeface="Arial" panose="020B0604020202020204" pitchFamily="34" charset="0"/>
              <a:buChar char="•"/>
            </a:pPr>
            <a:endParaRPr lang="en-US" sz="1100" kern="1200" dirty="0">
              <a:solidFill>
                <a:srgbClr val="FF0000"/>
              </a:solidFill>
              <a:latin typeface="Segoe UI" panose="020B0502040204020203" pitchFamily="34" charset="0"/>
              <a:ea typeface="+mn-ea"/>
              <a:cs typeface="Segoe UI" panose="020B0502040204020203" pitchFamily="34" charset="0"/>
            </a:endParaRPr>
          </a:p>
          <a:p>
            <a:pPr marL="800100" lvl="1" indent="-342900">
              <a:buClrTx/>
              <a:buSzTx/>
              <a:buFont typeface="Wingdings" panose="05000000000000000000" pitchFamily="2" charset="2"/>
              <a:buChar char="Ø"/>
            </a:pPr>
            <a:r>
              <a:rPr lang="en-US" sz="1400" kern="1200" dirty="0">
                <a:solidFill>
                  <a:srgbClr val="000000"/>
                </a:solidFill>
                <a:latin typeface="Segoe UI" panose="020B0502040204020203" pitchFamily="34" charset="0"/>
                <a:ea typeface="+mn-ea"/>
                <a:cs typeface="Segoe UI" panose="020B0502040204020203" pitchFamily="34" charset="0"/>
              </a:rPr>
              <a:t>No existe una norma universal para clasificar los costes como directos o indirectos</a:t>
            </a:r>
          </a:p>
          <a:p>
            <a:pPr marL="628650" lvl="1" indent="-171450">
              <a:buClrTx/>
              <a:buSzTx/>
              <a:buFont typeface="Wingdings" panose="05000000000000000000" pitchFamily="2" charset="2"/>
              <a:buChar char="Ø"/>
            </a:pPr>
            <a:endParaRPr lang="en-US" sz="1050" kern="1200" dirty="0">
              <a:solidFill>
                <a:srgbClr val="000000"/>
              </a:solidFill>
              <a:latin typeface="Segoe UI" panose="020B0502040204020203" pitchFamily="34" charset="0"/>
              <a:ea typeface="+mn-ea"/>
              <a:cs typeface="Segoe UI" panose="020B0502040204020203" pitchFamily="34" charset="0"/>
            </a:endParaRPr>
          </a:p>
          <a:p>
            <a:pPr marL="800100" lvl="1" indent="-342900">
              <a:buClrTx/>
              <a:buSzTx/>
              <a:buFont typeface="Wingdings" panose="05000000000000000000" pitchFamily="2" charset="2"/>
              <a:buChar char="Ø"/>
            </a:pPr>
            <a:r>
              <a:rPr lang="en-US" sz="1400" kern="1200" dirty="0">
                <a:solidFill>
                  <a:srgbClr val="000000"/>
                </a:solidFill>
                <a:latin typeface="Segoe UI" panose="020B0502040204020203" pitchFamily="34" charset="0"/>
                <a:ea typeface="+mn-ea"/>
                <a:cs typeface="Segoe UI" panose="020B0502040204020203" pitchFamily="34" charset="0"/>
              </a:rPr>
              <a:t>El coste de un elemento utilizado para el mismo fin debe tratarse de forma coherente en circunstancias similares como directo o indirecto.</a:t>
            </a:r>
          </a:p>
          <a:p>
            <a:pPr>
              <a:lnSpc>
                <a:spcPct val="150000"/>
              </a:lnSpc>
              <a:buClrTx/>
              <a:buSzPct val="106000"/>
              <a:buFont typeface="Arial" pitchFamily="34" charset="0"/>
              <a:buChar char="•"/>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98250953"/>
      </p:ext>
    </p:extLst>
  </p:cSld>
  <p:clrMapOvr>
    <a:masterClrMapping/>
  </p:clrMapOvr>
  <p:transition spd="slow">
    <p:fade/>
  </p:transition>
</p:sld>
</file>

<file path=ppt/slides/slide32.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4350938"/>
          </a:xfrm>
          <a:prstGeom prst="rect">
            <a:avLst/>
          </a:prstGeom>
        </p:spPr>
        <p:txBody>
          <a:bodyPr spcFirstLastPara="1" wrap="square" lIns="91425" tIns="91425" rIns="91425" bIns="91425" anchor="t" anchorCtr="0">
            <a:noAutofit/>
          </a:bodyPr>
          <a:lstStyle/>
          <a:p>
            <a:pPr marL="0" indent="0">
              <a:lnSpc>
                <a:spcPct val="150000"/>
              </a:lnSpc>
              <a:buNone/>
            </a:pPr>
            <a:r>
              <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rPr>
              <a:t>Deben cumplirse todas las condiciones de admisibilidad:</a:t>
            </a: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Un coste puede ser imputable a la subvención pero no necesariamente razonable:</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Ej. Adquisición de un avión para transportar a los voluntarios F2F a sus destinos.</a:t>
            </a:r>
            <a:endParaRPr lang="en-US" sz="700" dirty="0">
              <a:solidFill>
                <a:srgbClr val="C00000"/>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Razonable pero no asignable a un premio específico:</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Ej. Compra de una fotocopiadora (que utiliza todo el mundo en la oficina)</a:t>
            </a:r>
            <a:endParaRPr lang="en-US" sz="7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Razonable y asignable, pero no se ajusta a las condiciones</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Ej. Gastos de los grupos de presión</a:t>
            </a:r>
          </a:p>
          <a:p>
            <a:pPr marL="584200" lvl="1" indent="0">
              <a:lnSpc>
                <a:spcPct val="150000"/>
              </a:lnSpc>
              <a:buClrTx/>
              <a:buSzPct val="106000"/>
              <a:buNone/>
            </a:pPr>
            <a:endParaRPr lang="en-US" b="1" dirty="0">
              <a:solidFill>
                <a:srgbClr val="000000"/>
              </a:solidFill>
              <a:latin typeface="Segoe UI" panose="020B0502040204020203" pitchFamily="34" charset="0"/>
              <a:cs typeface="Segoe UI" panose="020B0502040204020203" pitchFamily="34" charset="0"/>
            </a:endParaRPr>
          </a:p>
          <a:p>
            <a:pPr marL="584200" lvl="1" indent="0">
              <a:lnSpc>
                <a:spcPct val="150000"/>
              </a:lnSpc>
              <a:buClrTx/>
              <a:buSzPct val="106000"/>
              <a:buNone/>
            </a:pPr>
            <a:r>
              <a:rPr lang="en-US" b="1" dirty="0">
                <a:solidFill>
                  <a:srgbClr val="000000"/>
                </a:solidFill>
                <a:latin typeface="Segoe UI" panose="020B0502040204020203" pitchFamily="34" charset="0"/>
                <a:cs typeface="Segoe UI" panose="020B0502040204020203" pitchFamily="34" charset="0"/>
              </a:rPr>
              <a:t>Debe ser un coste admisible en el presupuesto del proyecto</a:t>
            </a:r>
          </a:p>
          <a:p>
            <a:pPr marL="584200" lvl="1" indent="0">
              <a:lnSpc>
                <a:spcPct val="150000"/>
              </a:lnSpc>
              <a:buClrTx/>
              <a:buSzPct val="106000"/>
              <a:buNone/>
            </a:pPr>
            <a:endPar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896" y="154578"/>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Prueba de admisibilidad</a:t>
            </a:r>
            <a:endParaRPr lang="en-US" sz="3600" kern="0" dirty="0">
              <a:solidFill>
                <a:schemeClr val="tx1"/>
              </a:solidFill>
            </a:endParaRPr>
          </a:p>
        </p:txBody>
      </p:sp>
    </p:spTree>
    <p:extLst>
      <p:ext uri="{BB962C8B-B14F-4D97-AF65-F5344CB8AC3E}">
        <p14:creationId xmlns:p14="http://schemas.microsoft.com/office/powerpoint/2010/main" val="2934135243"/>
      </p:ext>
    </p:extLst>
  </p:cSld>
  <p:clrMapOvr>
    <a:masterClrMapping/>
  </p:clrMapOvr>
  <p:transition spd="slow">
    <p:fade/>
  </p:transition>
</p:sld>
</file>

<file path=ppt/slides/slide33.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3"/>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Admisibilidad y documentación justificativa</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910019463"/>
      </p:ext>
    </p:extLst>
  </p:cSld>
  <p:clrMapOvr>
    <a:masterClrMapping/>
  </p:clrMapOvr>
  <p:transition spd="slow">
    <p:fade/>
  </p:transition>
</p:sld>
</file>

<file path=ppt/slides/slide34.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3675477"/>
          </a:xfrm>
          <a:prstGeom prst="rect">
            <a:avLst/>
          </a:prstGeom>
        </p:spPr>
        <p:txBody>
          <a:bodyPr spcFirstLastPara="1" wrap="square" lIns="91425" tIns="91425" rIns="91425" bIns="91425" anchor="t" anchorCtr="0">
            <a:noAutofit/>
          </a:bodyPr>
          <a:lstStyle/>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Todos los recibos deben estar desglosados e incluir todos los detalles, no puede ser sólo un recibo bancario</a:t>
            </a:r>
          </a:p>
          <a:p>
            <a:pPr marL="285750" indent="-285750">
              <a:lnSpc>
                <a:spcPct val="150000"/>
              </a:lnSpc>
              <a:buFont typeface="Arial" panose="020B0604020202020204" pitchFamily="34" charset="0"/>
              <a:buChar char="•"/>
            </a:pPr>
            <a:endParaRPr lang="en-US"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Si paga en metálico, deberá presentar un recibo firmado por el vendedor confirmando la recepción del dinero en metálico.</a:t>
            </a:r>
          </a:p>
          <a:p>
            <a:pPr marL="285750" indent="-285750">
              <a:lnSpc>
                <a:spcPct val="150000"/>
              </a:lnSpc>
              <a:buFont typeface="Arial" panose="020B0604020202020204" pitchFamily="34" charset="0"/>
              <a:buChar char="•"/>
            </a:pPr>
            <a:endParaRPr lang="en-US"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Todos los gastos deben consignarse en importes brutos, no netos.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896" y="154578"/>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Recordatorios de documentación</a:t>
            </a:r>
          </a:p>
        </p:txBody>
      </p:sp>
    </p:spTree>
    <p:extLst>
      <p:ext uri="{BB962C8B-B14F-4D97-AF65-F5344CB8AC3E}">
        <p14:creationId xmlns:p14="http://schemas.microsoft.com/office/powerpoint/2010/main" val="601752032"/>
      </p:ext>
    </p:extLst>
  </p:cSld>
  <p:clrMapOvr>
    <a:masterClrMapping/>
  </p:clrMapOvr>
  <p:transition spd="slow">
    <p:fade/>
  </p:transition>
</p:sld>
</file>

<file path=ppt/slides/slide35.xml><?xml version="1.0" encoding="utf-8"?>
<p:sld xmlns:a14="http://schemas.microsoft.com/office/drawing/2010/main" xmlns:ahyp="http://schemas.microsoft.com/office/drawing/2018/hyperlinkcolo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Costes de personal</a:t>
            </a:r>
            <a:endParaRPr lang="en-US" sz="3600" kern="0" dirty="0">
              <a:solidFill>
                <a:schemeClr val="tx1"/>
              </a:solidFill>
            </a:endParaRPr>
          </a:p>
        </p:txBody>
      </p:sp>
      <p:sp>
        <p:nvSpPr>
          <p:cNvPr id="7" name="Rectangle 6"/>
          <p:cNvSpPr/>
          <p:nvPr/>
        </p:nvSpPr>
        <p:spPr>
          <a:xfrm>
            <a:off x="-228600" y="925830"/>
            <a:ext cx="48006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200.430 Compensación - servicios personales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La retribución incluye toda remuneración, pagada o devengada, por los servicios de los empleados</a:t>
            </a: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Los costes son admisibles si:</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Es razonable para los servicios prestados y se ajusta a la política establecida por escrito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es decir, el valor justo de mercado para la posición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Aplicación coherente a las actividades federales y no federales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Tras un nombramiento efectuado de conformidad con las leyes y/o normas o políticas escritas de una entidad no federal.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Cumple los requisitos legales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Los costes deben basarse en registros que reflejen fielmente el trabajo realizado</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La ayuda debe reflejar el total de las actividades compensadas, sin superar el 100%.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Las horas extraordinarias son un coste no subvencionable</a:t>
            </a:r>
          </a:p>
        </p:txBody>
      </p:sp>
    </p:spTree>
    <p:extLst>
      <p:ext uri="{BB962C8B-B14F-4D97-AF65-F5344CB8AC3E}">
        <p14:creationId xmlns:p14="http://schemas.microsoft.com/office/powerpoint/2010/main" val="627832522"/>
      </p:ext>
    </p:extLst>
  </p:cSld>
  <p:clrMapOvr>
    <a:masterClrMapping/>
  </p:clrMapOvr>
  <p:transition spd="slow">
    <p:fade/>
  </p:transition>
</p:sld>
</file>

<file path=ppt/slides/slide36.xml><?xml version="1.0" encoding="utf-8"?>
<p:sld xmlns:a14="http://schemas.microsoft.com/office/drawing/2010/main" xmlns:ahyp="http://schemas.microsoft.com/office/drawing/2018/hyperlinkcolo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Costes de personal</a:t>
            </a:r>
            <a:endParaRPr lang="en-US" sz="3600" kern="0" dirty="0">
              <a:solidFill>
                <a:schemeClr val="tx1"/>
              </a:solidFill>
            </a:endParaRPr>
          </a:p>
        </p:txBody>
      </p:sp>
      <p:sp>
        <p:nvSpPr>
          <p:cNvPr id="7" name="Rectangle 6"/>
          <p:cNvSpPr/>
          <p:nvPr/>
        </p:nvSpPr>
        <p:spPr>
          <a:xfrm>
            <a:off x="-228600" y="925830"/>
            <a:ext cx="48006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200.430 Compensación - servicios personales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Políticas requeridas: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Política salarial y de aumentos por escrito e indica las aprobaciones necesarias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Política escrita de selección, contratación y promoción del personal</a:t>
            </a:r>
          </a:p>
          <a:p>
            <a:pPr marL="742950" lvl="1"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Documentación: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Uno de los siguientes documentos firmado y fechado por el empleado y el supervisor</a:t>
            </a:r>
          </a:p>
          <a:p>
            <a:pPr marL="1200150" lvl="2" indent="-285750">
              <a:lnSpc>
                <a:spcPct val="150000"/>
              </a:lnSpc>
              <a:spcBef>
                <a:spcPts val="75"/>
              </a:spcBef>
              <a:buFont typeface="+mj-lt"/>
              <a:buAutoNum type="arabicPeriod"/>
            </a:pPr>
            <a:r>
              <a:rPr lang="en-US" kern="0" dirty="0">
                <a:solidFill>
                  <a:schemeClr val="tx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Ejemplo de hoja de horas</a:t>
            </a:r>
            <a:endParaRPr lang="en-US" kern="0" dirty="0">
              <a:solidFill>
                <a:schemeClr val="tx1"/>
              </a:solidFill>
              <a:latin typeface="Segoe UI" panose="020B0502040204020203" pitchFamily="34" charset="0"/>
              <a:cs typeface="Segoe UI" panose="020B0502040204020203" pitchFamily="34" charset="0"/>
            </a:endParaRPr>
          </a:p>
          <a:p>
            <a:pPr marL="1200150" lvl="2" indent="-285750">
              <a:lnSpc>
                <a:spcPct val="150000"/>
              </a:lnSpc>
              <a:spcBef>
                <a:spcPts val="75"/>
              </a:spcBef>
              <a:buFont typeface="+mj-lt"/>
              <a:buAutoNum type="arabicPeriod"/>
            </a:pPr>
            <a:r>
              <a:rPr lang="en-US" kern="0" dirty="0">
                <a:solidFill>
                  <a:schemeClr val="tx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Ejemplo de declaración de nivel de esfuerzo</a:t>
            </a:r>
            <a:endParaRPr lang="en-US"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Contrato totalmente ejecutado</a:t>
            </a:r>
          </a:p>
        </p:txBody>
      </p:sp>
    </p:spTree>
    <p:extLst>
      <p:ext uri="{BB962C8B-B14F-4D97-AF65-F5344CB8AC3E}">
        <p14:creationId xmlns:p14="http://schemas.microsoft.com/office/powerpoint/2010/main" val="2743023188"/>
      </p:ext>
    </p:extLst>
  </p:cSld>
  <p:clrMapOvr>
    <a:masterClrMapping/>
  </p:clrMapOvr>
  <p:transition spd="slow">
    <p:fade/>
  </p:transition>
</p:sld>
</file>

<file path=ppt/slides/slide37.xml><?xml version="1.0" encoding="utf-8"?>
<p:sld xmlns:a14="http://schemas.microsoft.com/office/drawing/2010/main" xmlns:ahyp="http://schemas.microsoft.com/office/drawing/2018/hyperlinkcolo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1" y="925830"/>
            <a:ext cx="4465167"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200.431 Remuneración - prestaciones complementarias</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Costes de prestaciones sociales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Las prestaciones complementarias incluyen, entre otros, los costes de los permisos (vacaciones, familiares, por enfermedad o militares), los seguros de los empleados, las pensiones y los planes de prestaciones por desempleo.</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Los costes son admisibles si:</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Las prestaciones complementarias son admisibles siempre que sean:</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Razonable;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Lo exige la ley, un acuerdo entre empresa y trabajador o una política establecida por la empresa;</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Según la política escrita del empleador</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Aplicación coherente a las actividades federales y no federales</a:t>
            </a:r>
          </a:p>
        </p:txBody>
      </p:sp>
    </p:spTree>
    <p:extLst>
      <p:ext uri="{BB962C8B-B14F-4D97-AF65-F5344CB8AC3E}">
        <p14:creationId xmlns:p14="http://schemas.microsoft.com/office/powerpoint/2010/main" val="740060266"/>
      </p:ext>
    </p:extLst>
  </p:cSld>
  <p:clrMapOvr>
    <a:masterClrMapping/>
  </p:clrMapOvr>
  <p:transition spd="slow">
    <p:fade/>
  </p:transition>
</p:sld>
</file>

<file path=ppt/slides/slide38.xml><?xml version="1.0" encoding="utf-8"?>
<p:sld xmlns:a14="http://schemas.microsoft.com/office/drawing/2010/main" xmlns:ahyp="http://schemas.microsoft.com/office/drawing/2018/hyperlinkcolo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1" y="925830"/>
            <a:ext cx="4465167"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200.431 Remuneración - prestaciones complementarias</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Costes de prestaciones sociales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Políticas requeridas: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Política de prestaciones por escrito (puede formar parte del manual del empleado)</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Documentación: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Diario de nóminas en el que se indican las prestaciones complementarias pagadas o el recibo de salarios de los empleados</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Sólo podrán imputarse al proyecto los beneficios proporcionales al nivel de esfuerzo</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El coste de las prestaciones complementarias debe abonarse en función del coste real incurrido</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No es el tipo del presupuesto</a:t>
            </a:r>
          </a:p>
        </p:txBody>
      </p:sp>
    </p:spTree>
    <p:extLst>
      <p:ext uri="{BB962C8B-B14F-4D97-AF65-F5344CB8AC3E}">
        <p14:creationId xmlns:p14="http://schemas.microsoft.com/office/powerpoint/2010/main" val="1984307697"/>
      </p:ext>
    </p:extLst>
  </p:cSld>
  <p:clrMapOvr>
    <a:masterClrMapping/>
  </p:clrMapOvr>
  <p:transition spd="slow">
    <p:fade/>
  </p:transition>
</p:sld>
</file>

<file path=ppt/slides/slide39.xml><?xml version="1.0" encoding="utf-8"?>
<p:sld xmlns:a14="http://schemas.microsoft.com/office/drawing/2010/main" xmlns:ahyp="http://schemas.microsoft.com/office/drawing/2018/hyperlinkcolo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435948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200.459 Gastos de servicios profesionales</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Gastos de consultoría</a:t>
            </a:r>
            <a:endParaRPr lang="en-US" sz="3600" kern="0" dirty="0">
              <a:solidFill>
                <a:schemeClr val="tx1"/>
              </a:solidFill>
            </a:endParaRPr>
          </a:p>
        </p:txBody>
      </p:sp>
      <p:sp>
        <p:nvSpPr>
          <p:cNvPr id="8" name="Google Shape;200;p30">
            <a:extLst>
              <a:ext uri="{FF2B5EF4-FFF2-40B4-BE49-F238E27FC236}">
                <a16:creationId xmlns:a16="http://schemas.microsoft.com/office/drawing/2014/main" id="{94182FBD-7F69-455D-1663-192FC1E01C66}"/>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Los servicios de consultoría son prestados por profesionales que poseen una habilidad especial y que no son funcionarios ni empleados de la entidad.</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Los costes son admisibles si:</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La naturaleza y el alcance de los servicios están en relación con el servicio requerido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Necesidad clara de contratar el servicio</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Coste razonable basado en patrones/historial de costes similares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Impacto de las concesiones federales en la actividad de la entidad no federal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Imputado proporcionalmente al proyecto</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El consultor es más económico que el empleo directo</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Necesidades del acuerdo contractual: descripción del servicio, estimación del tiempo necesario, tarifa de compensación y disposiciones de rescisión.</a:t>
            </a:r>
          </a:p>
        </p:txBody>
      </p:sp>
    </p:spTree>
    <p:extLst>
      <p:ext uri="{BB962C8B-B14F-4D97-AF65-F5344CB8AC3E}">
        <p14:creationId xmlns:p14="http://schemas.microsoft.com/office/powerpoint/2010/main" val="2174062724"/>
      </p:ext>
    </p:extLst>
  </p:cSld>
  <p:clrMapOvr>
    <a:masterClrMapping/>
  </p:clrMapOvr>
  <p:transition spd="slow">
    <p:fade/>
  </p:transition>
</p:sld>
</file>

<file path=ppt/slides/slide40.xml><?xml version="1.0" encoding="utf-8"?>
<p:sld xmlns:a14="http://schemas.microsoft.com/office/drawing/2010/main" xmlns:ahyp="http://schemas.microsoft.com/office/drawing/2018/hyperlinkcolo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435948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200.459 Gastos de servicios profesionales</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Gastos de consultoría</a:t>
            </a:r>
            <a:endParaRPr lang="en-US" sz="3600" kern="0" dirty="0">
              <a:solidFill>
                <a:schemeClr val="tx1"/>
              </a:solidFill>
            </a:endParaRPr>
          </a:p>
        </p:txBody>
      </p:sp>
      <p:sp>
        <p:nvSpPr>
          <p:cNvPr id="8" name="Google Shape;200;p30">
            <a:extLst>
              <a:ext uri="{FF2B5EF4-FFF2-40B4-BE49-F238E27FC236}">
                <a16:creationId xmlns:a16="http://schemas.microsoft.com/office/drawing/2014/main" id="{94182FBD-7F69-455D-1663-192FC1E01C66}"/>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Documentación: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Contrato completo firmado y fechado por la organización y el consultor</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Una factura en la que conste que los servicios se han prestado de conformidad con el contrato, incluido el importe, y firmada por el supervisor del contrato y el contratista.</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Todos los informes/documentos exigidos por el acuerdo</a:t>
            </a:r>
          </a:p>
        </p:txBody>
      </p:sp>
    </p:spTree>
    <p:extLst>
      <p:ext uri="{BB962C8B-B14F-4D97-AF65-F5344CB8AC3E}">
        <p14:creationId xmlns:p14="http://schemas.microsoft.com/office/powerpoint/2010/main" val="1204755035"/>
      </p:ext>
    </p:extLst>
  </p:cSld>
  <p:clrMapOvr>
    <a:masterClrMapping/>
  </p:clrMapOvr>
  <p:transition spd="slow">
    <p:fade/>
  </p:transition>
</p:sld>
</file>

<file path=ppt/slides/slide41.xml><?xml version="1.0" encoding="utf-8"?>
<p:sld xmlns:a14="http://schemas.microsoft.com/office/drawing/2010/main" xmlns:ahyp="http://schemas.microsoft.com/office/drawing/2018/hyperlinkcolo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Gastos de viaje</a:t>
            </a:r>
            <a:endParaRPr lang="en-US" sz="3600" kern="0" dirty="0">
              <a:solidFill>
                <a:schemeClr val="tx1"/>
              </a:solidFill>
            </a:endParaRPr>
          </a:p>
        </p:txBody>
      </p:sp>
      <p:sp>
        <p:nvSpPr>
          <p:cNvPr id="7" name="Rectangle 6"/>
          <p:cNvSpPr/>
          <p:nvPr/>
        </p:nvSpPr>
        <p:spPr>
          <a:xfrm>
            <a:off x="-228600" y="925830"/>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Gastos de viaje</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Los gastos de viaje son los gastos de transporte, alojamiento, manutención y afines en que incurren los empleados que realizan viajes oficiales de trabajo. </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Los costes son admisibles si:</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Puede demostrar que la participación de la persona es necesaria para la concesión federal</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Establecer por escrito la justificación de la necesidad y la aprobación previa del viaje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Puede basarse en el coste real, las dietas (para comidas e imprevistos) o el kilometraje.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Si el método utilizado se aplica de forma coherente </a:t>
            </a:r>
          </a:p>
        </p:txBody>
      </p:sp>
    </p:spTree>
    <p:extLst>
      <p:ext uri="{BB962C8B-B14F-4D97-AF65-F5344CB8AC3E}">
        <p14:creationId xmlns:p14="http://schemas.microsoft.com/office/powerpoint/2010/main" val="867416878"/>
      </p:ext>
    </p:extLst>
  </p:cSld>
  <p:clrMapOvr>
    <a:masterClrMapping/>
  </p:clrMapOvr>
  <p:transition spd="slow">
    <p:fade/>
  </p:transition>
</p:sld>
</file>

<file path=ppt/slides/slide42.xml><?xml version="1.0" encoding="utf-8"?>
<p:sld xmlns:a14="http://schemas.microsoft.com/office/drawing/2010/main" xmlns:ahyp="http://schemas.microsoft.com/office/drawing/2018/hyperlinkcolo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40337" y="-173524"/>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Gastos de viaje</a:t>
            </a:r>
            <a:endParaRPr lang="en-US" sz="3600" kern="0" dirty="0">
              <a:solidFill>
                <a:schemeClr val="tx1"/>
              </a:solidFill>
            </a:endParaRPr>
          </a:p>
        </p:txBody>
      </p:sp>
      <p:sp>
        <p:nvSpPr>
          <p:cNvPr id="7" name="Rectangle 6"/>
          <p:cNvSpPr/>
          <p:nvPr/>
        </p:nvSpPr>
        <p:spPr>
          <a:xfrm>
            <a:off x="-232542" y="621004"/>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Gastos de viaje</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69" y="960343"/>
            <a:ext cx="6611883"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Restricciones en los gastos de viaje: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No se pueden pagar viajes de funcionarios sin la aprobación previa del donante. </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Para vuelos:</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Sólo se permite la clase turista</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Debe cumplir </a:t>
            </a:r>
            <a:r>
              <a:rPr lang="en-US" kern="0" dirty="0">
                <a:solidFill>
                  <a:schemeClr val="tx1"/>
                </a:solidFill>
                <a:latin typeface="Segoe UI" panose="020B0502040204020203" pitchFamily="34" charset="0"/>
                <a:cs typeface="Segoe UI" panose="020B0502040204020203" pitchFamily="34" charset="0"/>
                <a:hlinkClick r:id="rId5"/>
              </a:rPr>
              <a:t>la normativa Fly America</a:t>
            </a:r>
            <a:r>
              <a:rPr lang="en-US" kern="0" dirty="0">
                <a:solidFill>
                  <a:schemeClr val="tx1"/>
                </a:solidFill>
                <a:latin typeface="Segoe UI" panose="020B0502040204020203" pitchFamily="34" charset="0"/>
                <a:cs typeface="Segoe UI" panose="020B0502040204020203" pitchFamily="34" charset="0"/>
              </a:rPr>
              <a:t>, que establece que debe volar en compañías de bandera estadounidense o de código aéreo estadounidense, salvo </a:t>
            </a:r>
            <a:r>
              <a:rPr lang="en-US" kern="0" dirty="0">
                <a:solidFill>
                  <a:schemeClr val="tx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excepción</a:t>
            </a:r>
            <a:r>
              <a:rPr lang="en-US" kern="0" dirty="0">
                <a:solidFill>
                  <a:schemeClr val="tx1"/>
                </a:solidFill>
                <a:latin typeface="Segoe UI" panose="020B0502040204020203" pitchFamily="34" charset="0"/>
                <a:cs typeface="Segoe UI" panose="020B0502040204020203" pitchFamily="34" charset="0"/>
              </a:rPr>
              <a:t>.</a:t>
            </a:r>
          </a:p>
          <a:p>
            <a:pPr marL="1200150" lvl="2" indent="-285750">
              <a:lnSpc>
                <a:spcPct val="150000"/>
              </a:lnSpc>
              <a:spcBef>
                <a:spcPts val="75"/>
              </a:spcBef>
              <a:buFont typeface="Arial" panose="020B0604020202020204" pitchFamily="34" charset="0"/>
              <a:buChar char="•"/>
            </a:pPr>
            <a:r>
              <a:rPr lang="en-US" u="sng" kern="0" dirty="0">
                <a:solidFill>
                  <a:schemeClr val="tx1"/>
                </a:solidFill>
                <a:latin typeface="Segoe UI" panose="020B0502040204020203" pitchFamily="34" charset="0"/>
                <a:cs typeface="Segoe UI" panose="020B0502040204020203" pitchFamily="34" charset="0"/>
              </a:rPr>
              <a:t>Nota: El coste del billete y la conveniencia NO son excepciones a la Fly America Act</a:t>
            </a:r>
            <a:r>
              <a:rPr lang="en-US" kern="0" dirty="0">
                <a:solidFill>
                  <a:schemeClr val="tx1"/>
                </a:solidFill>
                <a:latin typeface="Segoe UI" panose="020B0502040204020203" pitchFamily="34" charset="0"/>
                <a:cs typeface="Segoe UI" panose="020B0502040204020203" pitchFamily="34" charset="0"/>
              </a:rPr>
              <a:t>.</a:t>
            </a:r>
          </a:p>
          <a:p>
            <a:pPr marL="742950" lvl="1"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11C80306-17FA-179B-12EA-CDCD43251EF0}"/>
              </a:ext>
            </a:extLst>
          </p:cNvPr>
          <p:cNvPicPr>
            <a:picLocks noChangeAspect="1"/>
          </p:cNvPicPr>
          <p:nvPr/>
        </p:nvPicPr>
        <p:blipFill rotWithShape="1">
          <a:blip r:embed="rId7"/>
          <a:srcRect l="10732" t="28965" r="27027" b="26514"/>
          <a:stretch/>
        </p:blipFill>
        <p:spPr>
          <a:xfrm>
            <a:off x="1106661" y="3058848"/>
            <a:ext cx="4888177" cy="1966782"/>
          </a:xfrm>
          <a:prstGeom prst="rect">
            <a:avLst/>
          </a:prstGeom>
        </p:spPr>
      </p:pic>
    </p:spTree>
    <p:extLst>
      <p:ext uri="{BB962C8B-B14F-4D97-AF65-F5344CB8AC3E}">
        <p14:creationId xmlns:p14="http://schemas.microsoft.com/office/powerpoint/2010/main" val="667598516"/>
      </p:ext>
    </p:extLst>
  </p:cSld>
  <p:clrMapOvr>
    <a:masterClrMapping/>
  </p:clrMapOvr>
  <p:transition spd="slow">
    <p:fade/>
  </p:transition>
</p:sld>
</file>

<file path=ppt/slides/slide43.xml><?xml version="1.0" encoding="utf-8"?>
<p:sld xmlns:a14="http://schemas.microsoft.com/office/drawing/2010/main"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6102" y="-12365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Exenciones de la Fly America Act</a:t>
            </a:r>
            <a:endParaRPr lang="en-US" sz="3600" kern="0" dirty="0">
              <a:solidFill>
                <a:schemeClr val="tx1"/>
              </a:solidFill>
            </a:endParaRPr>
          </a:p>
        </p:txBody>
      </p:sp>
      <p:sp>
        <p:nvSpPr>
          <p:cNvPr id="7" name="Rectangle 6"/>
          <p:cNvSpPr/>
          <p:nvPr/>
        </p:nvSpPr>
        <p:spPr>
          <a:xfrm>
            <a:off x="-248307" y="688007"/>
            <a:ext cx="4583824"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rPr>
              <a:t>§ 200.475 Gastos de viaje y directrices de la GSA</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077" y="1023405"/>
            <a:ext cx="6330738"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Cuando no esté disponible una compañía aérea estadounidense.</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Si se utiliza un servicio de transporte estadounidense, el tiempo de viaje se prolongaría 24 horas o más.</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Cuando un transportista estadounidense no ofrece un vuelo directo o sin escalas entre el origen y el destino, y utilizando un transportista estadounidense:</a:t>
            </a:r>
          </a:p>
          <a:p>
            <a:pPr marL="1143000" lvl="2"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Aumenta en dos o más el número de cambios de avión fuera de Estados Unidos;</a:t>
            </a:r>
          </a:p>
          <a:p>
            <a:pPr marL="1143000" lvl="2"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Prolonga el tiempo de viaje en seis horas o más; o</a:t>
            </a:r>
          </a:p>
          <a:p>
            <a:pPr marL="1143000" lvl="2"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Requiere un tiempo de conexión de 4 horas o más en un punto de intercambio en el extranjero.</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Cuando el tiempo de vuelo de origen a destino sea inferior a tres horas y utilizar una compañía aérea de bandera estadounidense duplique el tiempo de vuelo.</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Cuando esté en vigor un </a:t>
            </a:r>
            <a:r>
              <a:rPr lang="en-US" b="0" i="0" u="sng" dirty="0">
                <a:solidFill>
                  <a:srgbClr val="005599"/>
                </a:solidFill>
                <a:effectLst/>
                <a:latin typeface="Segoe UI" panose="020B0502040204020203" pitchFamily="34" charset="0"/>
                <a:cs typeface="Segoe UI" panose="020B0502040204020203" pitchFamily="34" charset="0"/>
                <a:hlinkClick r:id="rId5"/>
              </a:rPr>
              <a:t>Acuerdo de Cielos Abiertos </a:t>
            </a:r>
            <a:r>
              <a:rPr lang="en-US" b="0" i="0" dirty="0">
                <a:solidFill>
                  <a:srgbClr val="1B1B1B"/>
                </a:solidFill>
                <a:effectLst/>
                <a:latin typeface="Segoe UI" panose="020B0502040204020203" pitchFamily="34" charset="0"/>
                <a:cs typeface="Segoe UI" panose="020B0502040204020203" pitchFamily="34" charset="0"/>
              </a:rPr>
              <a:t>que cumpla los requisitos de la Fly America Act.</a:t>
            </a:r>
          </a:p>
          <a:p>
            <a:pPr marL="1200150" lvl="2" indent="-285750">
              <a:lnSpc>
                <a:spcPct val="150000"/>
              </a:lnSpc>
              <a:spcBef>
                <a:spcPts val="75"/>
              </a:spcBef>
              <a:buFont typeface="Arial" panose="020B0604020202020204" pitchFamily="34" charset="0"/>
              <a:buChar char="•"/>
            </a:pPr>
            <a:endParaRPr lang="en-US" sz="1100"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00216488"/>
      </p:ext>
    </p:extLst>
  </p:cSld>
  <p:clrMapOvr>
    <a:masterClrMapping/>
  </p:clrMapOvr>
  <p:transition spd="slow">
    <p:fade/>
  </p:transition>
</p:sld>
</file>

<file path=ppt/slides/slide44.xml><?xml version="1.0" encoding="utf-8"?>
<p:sld xmlns:a14="http://schemas.microsoft.com/office/drawing/2010/main" xmlns:ahyp="http://schemas.microsoft.com/office/drawing/2018/hyperlinkcolo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60044" y="-29925"/>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Gastos de viaje</a:t>
            </a:r>
            <a:endParaRPr lang="en-US" sz="3600" kern="0" dirty="0">
              <a:solidFill>
                <a:schemeClr val="tx1"/>
              </a:solidFill>
            </a:endParaRPr>
          </a:p>
        </p:txBody>
      </p:sp>
      <p:sp>
        <p:nvSpPr>
          <p:cNvPr id="7" name="Rectangle 6"/>
          <p:cNvSpPr/>
          <p:nvPr/>
        </p:nvSpPr>
        <p:spPr>
          <a:xfrm>
            <a:off x="-228600" y="861428"/>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Gastos de viaje</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72" y="1216533"/>
            <a:ext cx="6330738"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sz="1400" b="1" kern="0" dirty="0">
                <a:solidFill>
                  <a:schemeClr val="tx1"/>
                </a:solidFill>
                <a:latin typeface="Segoe UI" panose="020B0502040204020203" pitchFamily="34" charset="0"/>
                <a:cs typeface="Segoe UI" panose="020B0502040204020203" pitchFamily="34" charset="0"/>
              </a:rPr>
              <a:t>Restricciones en los gastos de viaje:</a:t>
            </a:r>
            <a:endParaRPr lang="en-US" sz="1400"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sz="1400" i="1" u="sng" kern="0" dirty="0">
                <a:solidFill>
                  <a:schemeClr val="tx1"/>
                </a:solidFill>
                <a:latin typeface="Segoe UI" panose="020B0502040204020203" pitchFamily="34" charset="0"/>
                <a:cs typeface="Segoe UI" panose="020B0502040204020203" pitchFamily="34" charset="0"/>
              </a:rPr>
              <a:t>Para alojarse:</a:t>
            </a:r>
          </a:p>
          <a:p>
            <a:pPr marL="1200150" lvl="2" indent="-285750">
              <a:lnSpc>
                <a:spcPct val="150000"/>
              </a:lnSpc>
              <a:spcBef>
                <a:spcPts val="75"/>
              </a:spcBef>
              <a:buFont typeface="Arial" panose="020B0604020202020204" pitchFamily="34" charset="0"/>
              <a:buChar char="•"/>
            </a:pPr>
            <a:r>
              <a:rPr lang="en-US" sz="1400" kern="0" dirty="0">
                <a:solidFill>
                  <a:schemeClr val="tx1"/>
                </a:solidFill>
                <a:latin typeface="Segoe UI" panose="020B0502040204020203" pitchFamily="34" charset="0"/>
                <a:cs typeface="Segoe UI" panose="020B0502040204020203" pitchFamily="34" charset="0"/>
              </a:rPr>
              <a:t>El máximo de alojamiento lo fija </a:t>
            </a:r>
            <a:r>
              <a:rPr lang="en-US" sz="1400" kern="0" dirty="0">
                <a:solidFill>
                  <a:schemeClr val="tx1"/>
                </a:solidFill>
                <a:latin typeface="Segoe UI" panose="020B0502040204020203" pitchFamily="34" charset="0"/>
                <a:cs typeface="Segoe UI" panose="020B0502040204020203" pitchFamily="34" charset="0"/>
                <a:hlinkClick r:id="rId5"/>
              </a:rPr>
              <a:t>el Departamento de Estado </a:t>
            </a:r>
            <a:r>
              <a:rPr lang="en-US" sz="1400" kern="0" dirty="0">
                <a:solidFill>
                  <a:schemeClr val="tx1"/>
                </a:solidFill>
                <a:latin typeface="Segoe UI" panose="020B0502040204020203" pitchFamily="34" charset="0"/>
                <a:cs typeface="Segoe UI" panose="020B0502040204020203" pitchFamily="34" charset="0"/>
              </a:rPr>
              <a:t>para todos los lugares extranjeros y </a:t>
            </a:r>
            <a:r>
              <a:rPr lang="en-US" sz="1400" kern="0" dirty="0">
                <a:solidFill>
                  <a:schemeClr val="tx1"/>
                </a:solidFill>
                <a:latin typeface="Segoe UI" panose="020B0502040204020203" pitchFamily="34" charset="0"/>
                <a:cs typeface="Segoe UI" panose="020B0502040204020203" pitchFamily="34" charset="0"/>
                <a:hlinkClick r:id="rId6"/>
              </a:rPr>
              <a:t>la Administración de Servicios Generales </a:t>
            </a:r>
            <a:r>
              <a:rPr lang="en-US" sz="1400" kern="0" dirty="0">
                <a:solidFill>
                  <a:schemeClr val="tx1"/>
                </a:solidFill>
                <a:latin typeface="Segoe UI" panose="020B0502040204020203" pitchFamily="34" charset="0"/>
                <a:cs typeface="Segoe UI" panose="020B0502040204020203" pitchFamily="34" charset="0"/>
              </a:rPr>
              <a:t>para EE.UU. </a:t>
            </a:r>
          </a:p>
          <a:p>
            <a:pPr marL="742950" lvl="1" indent="-285750">
              <a:lnSpc>
                <a:spcPct val="150000"/>
              </a:lnSpc>
              <a:spcBef>
                <a:spcPts val="75"/>
              </a:spcBef>
              <a:buFont typeface="Arial" panose="020B0604020202020204" pitchFamily="34" charset="0"/>
              <a:buChar char="•"/>
            </a:pPr>
            <a:endParaRPr lang="en-US" sz="1400" i="1" u="sng"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sz="1400" i="1" u="sng" kern="0" dirty="0">
                <a:solidFill>
                  <a:schemeClr val="tx1"/>
                </a:solidFill>
                <a:latin typeface="Segoe UI" panose="020B0502040204020203" pitchFamily="34" charset="0"/>
                <a:cs typeface="Segoe UI" panose="020B0502040204020203" pitchFamily="34" charset="0"/>
              </a:rPr>
              <a:t>Para dietas (comidas y gastos varios - M&amp;IE):</a:t>
            </a:r>
          </a:p>
          <a:p>
            <a:pPr marL="1200150" lvl="2" indent="-285750">
              <a:lnSpc>
                <a:spcPct val="150000"/>
              </a:lnSpc>
              <a:spcBef>
                <a:spcPts val="75"/>
              </a:spcBef>
              <a:buFont typeface="Arial" panose="020B0604020202020204" pitchFamily="34" charset="0"/>
              <a:buChar char="•"/>
            </a:pPr>
            <a:r>
              <a:rPr lang="en-US" sz="1400" kern="0" dirty="0">
                <a:solidFill>
                  <a:schemeClr val="tx1"/>
                </a:solidFill>
                <a:latin typeface="Segoe UI" panose="020B0502040204020203" pitchFamily="34" charset="0"/>
                <a:cs typeface="Segoe UI" panose="020B0502040204020203" pitchFamily="34" charset="0"/>
              </a:rPr>
              <a:t>El máximo de M&amp;IE lo fija </a:t>
            </a:r>
            <a:r>
              <a:rPr lang="en-US" sz="1400" kern="0" dirty="0">
                <a:solidFill>
                  <a:schemeClr val="tx1"/>
                </a:solidFill>
                <a:latin typeface="Segoe UI" panose="020B0502040204020203" pitchFamily="34" charset="0"/>
                <a:cs typeface="Segoe UI" panose="020B0502040204020203" pitchFamily="34" charset="0"/>
                <a:hlinkClick r:id="rId5"/>
              </a:rPr>
              <a:t>el Departamento de Estado </a:t>
            </a:r>
            <a:r>
              <a:rPr lang="en-US" sz="1400" kern="0" dirty="0">
                <a:solidFill>
                  <a:schemeClr val="tx1"/>
                </a:solidFill>
                <a:latin typeface="Segoe UI" panose="020B0502040204020203" pitchFamily="34" charset="0"/>
                <a:cs typeface="Segoe UI" panose="020B0502040204020203" pitchFamily="34" charset="0"/>
              </a:rPr>
              <a:t>para todas las sedes en el extranjero y </a:t>
            </a:r>
            <a:r>
              <a:rPr lang="en-US" sz="1400" kern="0" dirty="0">
                <a:solidFill>
                  <a:schemeClr val="tx1"/>
                </a:solidFill>
                <a:latin typeface="Segoe UI" panose="020B0502040204020203" pitchFamily="34" charset="0"/>
                <a:cs typeface="Segoe UI" panose="020B0502040204020203" pitchFamily="34" charset="0"/>
                <a:hlinkClick r:id="rId6"/>
              </a:rPr>
              <a:t>la Administración de Servicios Generales </a:t>
            </a:r>
            <a:r>
              <a:rPr lang="en-US" sz="1400" kern="0" dirty="0">
                <a:solidFill>
                  <a:schemeClr val="tx1"/>
                </a:solidFill>
                <a:latin typeface="Segoe UI" panose="020B0502040204020203" pitchFamily="34" charset="0"/>
                <a:cs typeface="Segoe UI" panose="020B0502040204020203" pitchFamily="34" charset="0"/>
              </a:rPr>
              <a:t>para EE.UU.</a:t>
            </a:r>
          </a:p>
          <a:p>
            <a:pPr marL="1200150" lvl="2" indent="-285750">
              <a:lnSpc>
                <a:spcPct val="150000"/>
              </a:lnSpc>
              <a:spcBef>
                <a:spcPts val="75"/>
              </a:spcBef>
              <a:buFont typeface="Arial" panose="020B0604020202020204" pitchFamily="34" charset="0"/>
              <a:buChar char="•"/>
            </a:pPr>
            <a:r>
              <a:rPr lang="en-US" sz="1400" kern="0" dirty="0">
                <a:solidFill>
                  <a:schemeClr val="tx1"/>
                </a:solidFill>
                <a:latin typeface="Segoe UI" panose="020B0502040204020203" pitchFamily="34" charset="0"/>
                <a:cs typeface="Segoe UI" panose="020B0502040204020203" pitchFamily="34" charset="0"/>
              </a:rPr>
              <a:t>Puede optar por reembolsar en función del coste real en lugar de en función de la póliza</a:t>
            </a:r>
          </a:p>
        </p:txBody>
      </p:sp>
    </p:spTree>
    <p:extLst>
      <p:ext uri="{BB962C8B-B14F-4D97-AF65-F5344CB8AC3E}">
        <p14:creationId xmlns:p14="http://schemas.microsoft.com/office/powerpoint/2010/main" val="3868397591"/>
      </p:ext>
    </p:extLst>
  </p:cSld>
  <p:clrMapOvr>
    <a:masterClrMapping/>
  </p:clrMapOvr>
  <p:transition spd="slow">
    <p:fade/>
  </p:transition>
</p:sld>
</file>

<file path=ppt/slides/slide45.xml><?xml version="1.0" encoding="utf-8"?>
<p:sld xmlns:a14="http://schemas.microsoft.com/office/drawing/2010/main" xmlns:ahyp="http://schemas.microsoft.com/office/drawing/2018/hyperlinkcolo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Gastos de viaje</a:t>
            </a:r>
            <a:endParaRPr lang="en-US" sz="3600" kern="0" dirty="0">
              <a:solidFill>
                <a:schemeClr val="tx1"/>
              </a:solidFill>
            </a:endParaRPr>
          </a:p>
        </p:txBody>
      </p:sp>
      <p:sp>
        <p:nvSpPr>
          <p:cNvPr id="7" name="Rectangle 6"/>
          <p:cNvSpPr/>
          <p:nvPr/>
        </p:nvSpPr>
        <p:spPr>
          <a:xfrm>
            <a:off x="-224005" y="829263"/>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Gastos de viaje</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71" y="1198153"/>
            <a:ext cx="6721313" cy="3795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Políticas requeridas: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Política de viajes por escrito (debe indicar los costes reales o las dietas)</a:t>
            </a:r>
          </a:p>
          <a:p>
            <a:pPr marL="742950" lvl="1"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Documentación: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Deben contar con una justificación por escrito y una aprobación previa para cada una de ellas, así como con un presupuesto aprobado para cubrir los costes.</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Para dietas (comidas y gastos varios):</a:t>
            </a:r>
            <a:r>
              <a:rPr lang="en-US" kern="0" dirty="0">
                <a:solidFill>
                  <a:schemeClr val="tx1"/>
                </a:solidFill>
                <a:latin typeface="Segoe UI" panose="020B0502040204020203" pitchFamily="34" charset="0"/>
                <a:cs typeface="Segoe UI" panose="020B0502040204020203" pitchFamily="34" charset="0"/>
              </a:rPr>
              <a:t> En función de los costes reales o de una tarifa fija</a:t>
            </a:r>
            <a:endParaRPr lang="en-US" i="1" u="sng"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Para el alojamiento</a:t>
            </a:r>
            <a:r>
              <a:rPr lang="en-US" kern="0" dirty="0">
                <a:solidFill>
                  <a:schemeClr val="tx1"/>
                </a:solidFill>
                <a:latin typeface="Segoe UI" panose="020B0502040204020203" pitchFamily="34" charset="0"/>
                <a:cs typeface="Segoe UI" panose="020B0502040204020203" pitchFamily="34" charset="0"/>
              </a:rPr>
              <a:t>: coste real justificado por factura (incluye fecha de inicio y fin de la estancia, número de noches, tarifa por noche, nombre del viajero y coste total).</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Para los vuelos</a:t>
            </a:r>
            <a:r>
              <a:rPr lang="en-US" kern="0" dirty="0">
                <a:solidFill>
                  <a:schemeClr val="tx1"/>
                </a:solidFill>
                <a:latin typeface="Segoe UI" panose="020B0502040204020203" pitchFamily="34" charset="0"/>
                <a:cs typeface="Segoe UI" panose="020B0502040204020203" pitchFamily="34" charset="0"/>
              </a:rPr>
              <a:t>: copia de la tarjeta de embarque y de la factura/billete</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Para otros transportes </a:t>
            </a:r>
            <a:r>
              <a:rPr lang="en-US" kern="0" dirty="0">
                <a:solidFill>
                  <a:schemeClr val="tx1"/>
                </a:solidFill>
                <a:latin typeface="Segoe UI" panose="020B0502040204020203" pitchFamily="34" charset="0"/>
                <a:cs typeface="Segoe UI" panose="020B0502040204020203" pitchFamily="34" charset="0"/>
              </a:rPr>
              <a:t>- recibo/factura con la fecha y el importe, y en la descripción del gasto de incluir el lugar de salida y el destino</a:t>
            </a:r>
          </a:p>
          <a:p>
            <a:pPr marL="742950" lvl="1" indent="-285750" algn="just" fontAlgn="base">
              <a:lnSpc>
                <a:spcPct val="150000"/>
              </a:lnSpc>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Para vehículo personal </a:t>
            </a:r>
            <a:r>
              <a:rPr lang="en-US" kern="0" dirty="0">
                <a:solidFill>
                  <a:schemeClr val="tx1"/>
                </a:solidFill>
                <a:latin typeface="Segoe UI" panose="020B0502040204020203" pitchFamily="34" charset="0"/>
                <a:cs typeface="Segoe UI" panose="020B0502040204020203" pitchFamily="34" charset="0"/>
              </a:rPr>
              <a:t>- para fines profesionales, no puede pagar la gasolina, sólo </a:t>
            </a:r>
            <a:r>
              <a:rPr lang="en-US" kern="0" dirty="0">
                <a:solidFill>
                  <a:schemeClr val="tx1"/>
                </a:solidFill>
                <a:latin typeface="Segoe UI" panose="020B0502040204020203" pitchFamily="34" charset="0"/>
                <a:cs typeface="Segoe UI" panose="020B0502040204020203" pitchFamily="34" charset="0"/>
                <a:hlinkClick r:id="rId5"/>
              </a:rPr>
              <a:t>el kilometraje</a:t>
            </a:r>
            <a:endParaRPr lang="en-US"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90252942"/>
      </p:ext>
    </p:extLst>
  </p:cSld>
  <p:clrMapOvr>
    <a:masterClrMapping/>
  </p:clrMapOvr>
  <p:transition spd="slow">
    <p:fade/>
  </p:transition>
</p:sld>
</file>

<file path=ppt/slides/slide46.xml><?xml version="1.0" encoding="utf-8"?>
<p:sld xmlns:a14="http://schemas.microsoft.com/office/drawing/2010/main" xmlns:ahyp="http://schemas.microsoft.com/office/drawing/2018/hyperlinkcolo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78812"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200.432 Conferencias</a:t>
            </a:r>
            <a:endParaRPr lang="en-US" dirty="0">
              <a:solidFill>
                <a:schemeClr val="bg1"/>
              </a:solidFill>
            </a:endParaRPr>
          </a:p>
        </p:txBody>
      </p:sp>
      <p:sp>
        <p:nvSpPr>
          <p:cNvPr id="7" name="Google Shape;199;p30"/>
          <p:cNvSpPr txBox="1">
            <a:spLocks/>
          </p:cNvSpPr>
          <p:nvPr/>
        </p:nvSpPr>
        <p:spPr>
          <a:xfrm>
            <a:off x="155449" y="102870"/>
            <a:ext cx="669565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Costes de eventos/formación/reuniones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Definido como una reunión, retiro, seminario, simposio, taller o evento cuyo objetivo principal es la difusión de información técnica y es necesario y razonable para el éxito del programa.</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Puede incluir el alquiler de las instalaciones, los honorarios de los ponentes, los gastos de comidas y refrescos, el transporte local y otros gastos imprevistos. </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Los costes son admisibles si:</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Ejercer la discreción y el juicio para garantizar que los costes son apropiados, necesarios y gestionados de forma que se minimicen los costes de la subvención federal. </a:t>
            </a:r>
          </a:p>
        </p:txBody>
      </p:sp>
    </p:spTree>
    <p:extLst>
      <p:ext uri="{BB962C8B-B14F-4D97-AF65-F5344CB8AC3E}">
        <p14:creationId xmlns:p14="http://schemas.microsoft.com/office/powerpoint/2010/main" val="1736178703"/>
      </p:ext>
    </p:extLst>
  </p:cSld>
  <p:clrMapOvr>
    <a:masterClrMapping/>
  </p:clrMapOvr>
  <p:transition spd="slow">
    <p:fade/>
  </p:transition>
</p:sld>
</file>

<file path=ppt/slides/slide47.xml><?xml version="1.0" encoding="utf-8"?>
<p:sld xmlns:a14="http://schemas.microsoft.com/office/drawing/2010/main" xmlns:ahyp="http://schemas.microsoft.com/office/drawing/2018/hyperlinkcolo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78812"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200.432 Conferencias</a:t>
            </a:r>
            <a:endParaRPr lang="en-US" dirty="0">
              <a:solidFill>
                <a:schemeClr val="bg1"/>
              </a:solidFill>
            </a:endParaRPr>
          </a:p>
        </p:txBody>
      </p:sp>
      <p:sp>
        <p:nvSpPr>
          <p:cNvPr id="7" name="Google Shape;199;p30"/>
          <p:cNvSpPr txBox="1">
            <a:spLocks/>
          </p:cNvSpPr>
          <p:nvPr/>
        </p:nvSpPr>
        <p:spPr>
          <a:xfrm>
            <a:off x="155449" y="102870"/>
            <a:ext cx="669565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Costes de eventos/formación/reuniones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155449" y="1418712"/>
            <a:ext cx="6100836"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Documentación: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Contrato (si procede)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Factura</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Programa del acto/formación/taller</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Lista de asistentes al acto/formación/taller</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82750754"/>
      </p:ext>
    </p:extLst>
  </p:cSld>
  <p:clrMapOvr>
    <a:masterClrMapping/>
  </p:clrMapOvr>
  <p:transition spd="slow">
    <p:fade/>
  </p:transition>
</p:sld>
</file>

<file path=ppt/slides/slide48.xml><?xml version="1.0" encoding="utf-8"?>
<p:sld xmlns:a14="http://schemas.microsoft.com/office/drawing/2010/main"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cs typeface="Segoe UI" pitchFamily="34" charset="0"/>
              </a:rPr>
              <a:t>En caso de duda...</a:t>
            </a:r>
            <a:endParaRPr lang="en-US" sz="3600" kern="0" dirty="0">
              <a:solidFill>
                <a:schemeClr val="tx1"/>
              </a:solidFill>
            </a:endParaRPr>
          </a:p>
        </p:txBody>
      </p:sp>
      <p:sp>
        <p:nvSpPr>
          <p:cNvPr id="7" name="Google Shape;200;p30">
            <a:extLst>
              <a:ext uri="{FF2B5EF4-FFF2-40B4-BE49-F238E27FC236}">
                <a16:creationId xmlns:a16="http://schemas.microsoft.com/office/drawing/2014/main" id="{5DE7FE78-D9AD-2F07-AEC5-CCBEA2D2F5DB}"/>
              </a:ext>
            </a:extLst>
          </p:cNvPr>
          <p:cNvSpPr txBox="1">
            <a:spLocks noGrp="1"/>
          </p:cNvSpPr>
          <p:nvPr>
            <p:ph type="body" idx="1"/>
          </p:nvPr>
        </p:nvSpPr>
        <p:spPr>
          <a:xfrm>
            <a:off x="384048" y="1051560"/>
            <a:ext cx="5711952" cy="3530090"/>
          </a:xfrm>
          <a:prstGeom prst="rect">
            <a:avLst/>
          </a:prstGeom>
        </p:spPr>
        <p:txBody>
          <a:bodyPr spcFirstLastPara="1" wrap="square" lIns="91425" tIns="91425" rIns="91425" bIns="91425" anchor="t" anchorCtr="0">
            <a:noAutofit/>
          </a:bodyPr>
          <a:lstStyle/>
          <a:p>
            <a:pPr>
              <a:lnSpc>
                <a:spcPct val="20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Leer el documento de adjudicación </a:t>
            </a:r>
          </a:p>
          <a:p>
            <a:pPr>
              <a:lnSpc>
                <a:spcPct val="20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Consulte el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4"/>
              </a:rPr>
              <a:t>2 CFR 200 </a:t>
            </a: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200000"/>
              </a:lnSpc>
              <a:buClrTx/>
              <a:buFont typeface="Arial" panose="020B0604020202020204" pitchFamily="34" charset="0"/>
              <a:buChar char="•"/>
            </a:pPr>
            <a:r>
              <a:rPr lang="en-US" b="1" i="1" dirty="0">
                <a:solidFill>
                  <a:schemeClr val="tx1"/>
                </a:solidFill>
                <a:latin typeface="Segoe UI" panose="020B0502040204020203" pitchFamily="34" charset="0"/>
                <a:ea typeface="Segoe UI" panose="020B0502040204020203" pitchFamily="34" charset="0"/>
                <a:cs typeface="Segoe UI" panose="020B0502040204020203" pitchFamily="34" charset="0"/>
              </a:rPr>
              <a:t>Pregúntese qué haría una persona prudente.</a:t>
            </a:r>
          </a:p>
        </p:txBody>
      </p:sp>
    </p:spTree>
    <p:extLst>
      <p:ext uri="{BB962C8B-B14F-4D97-AF65-F5344CB8AC3E}">
        <p14:creationId xmlns:p14="http://schemas.microsoft.com/office/powerpoint/2010/main" val="4290795984"/>
      </p:ext>
    </p:extLst>
  </p:cSld>
  <p:clrMapOvr>
    <a:masterClrMapping/>
  </p:clrMapOvr>
  <p:transition spd="slow">
    <p:fade/>
  </p:transition>
</p:sld>
</file>

<file path=ppt/slides/slide49.xml><?xml version="1.0" encoding="utf-8"?>
<p:sld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5" name="Rectangle 4"/>
          <p:cNvSpPr>
            <a:spLocks noChangeAspect="1"/>
          </p:cNvSpPr>
          <p:nvPr/>
        </p:nvSpPr>
        <p:spPr>
          <a:xfrm>
            <a:off x="2656932" y="632797"/>
            <a:ext cx="3590142" cy="372010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66" name="Google Shape;166;p26"/>
          <p:cNvSpPr/>
          <p:nvPr/>
        </p:nvSpPr>
        <p:spPr>
          <a:xfrm>
            <a:off x="6930997" y="3495599"/>
            <a:ext cx="113397" cy="150888"/>
          </a:xfrm>
          <a:custGeom>
            <a:avLst/>
            <a:gdLst/>
            <a:ahLst/>
            <a:cxnLst/>
            <a:rect l="l" t="t" r="r" b="b"/>
            <a:pathLst>
              <a:path w="12289" h="16352" extrusionOk="0">
                <a:moveTo>
                  <a:pt x="6303" y="3991"/>
                </a:moveTo>
                <a:lnTo>
                  <a:pt x="6546" y="4015"/>
                </a:lnTo>
                <a:lnTo>
                  <a:pt x="6789" y="4064"/>
                </a:lnTo>
                <a:lnTo>
                  <a:pt x="7008" y="4137"/>
                </a:lnTo>
                <a:lnTo>
                  <a:pt x="7252" y="4234"/>
                </a:lnTo>
                <a:lnTo>
                  <a:pt x="7446" y="4356"/>
                </a:lnTo>
                <a:lnTo>
                  <a:pt x="7665" y="4502"/>
                </a:lnTo>
                <a:lnTo>
                  <a:pt x="7836" y="4672"/>
                </a:lnTo>
                <a:lnTo>
                  <a:pt x="8030" y="4842"/>
                </a:lnTo>
                <a:lnTo>
                  <a:pt x="8176" y="5037"/>
                </a:lnTo>
                <a:lnTo>
                  <a:pt x="8322" y="5256"/>
                </a:lnTo>
                <a:lnTo>
                  <a:pt x="8468" y="5475"/>
                </a:lnTo>
                <a:lnTo>
                  <a:pt x="8566" y="5718"/>
                </a:lnTo>
                <a:lnTo>
                  <a:pt x="8639" y="5986"/>
                </a:lnTo>
                <a:lnTo>
                  <a:pt x="8712" y="6229"/>
                </a:lnTo>
                <a:lnTo>
                  <a:pt x="8736" y="6473"/>
                </a:lnTo>
                <a:lnTo>
                  <a:pt x="8712" y="6716"/>
                </a:lnTo>
                <a:lnTo>
                  <a:pt x="8687" y="6959"/>
                </a:lnTo>
                <a:lnTo>
                  <a:pt x="8639" y="7178"/>
                </a:lnTo>
                <a:lnTo>
                  <a:pt x="8541" y="7397"/>
                </a:lnTo>
                <a:lnTo>
                  <a:pt x="8444" y="7592"/>
                </a:lnTo>
                <a:lnTo>
                  <a:pt x="8322" y="7787"/>
                </a:lnTo>
                <a:lnTo>
                  <a:pt x="8152" y="7981"/>
                </a:lnTo>
                <a:lnTo>
                  <a:pt x="7982" y="8152"/>
                </a:lnTo>
                <a:lnTo>
                  <a:pt x="7811" y="8298"/>
                </a:lnTo>
                <a:lnTo>
                  <a:pt x="7592" y="8419"/>
                </a:lnTo>
                <a:lnTo>
                  <a:pt x="7373" y="8517"/>
                </a:lnTo>
                <a:lnTo>
                  <a:pt x="7130" y="8614"/>
                </a:lnTo>
                <a:lnTo>
                  <a:pt x="6887" y="8687"/>
                </a:lnTo>
                <a:lnTo>
                  <a:pt x="6668" y="8711"/>
                </a:lnTo>
                <a:lnTo>
                  <a:pt x="6424" y="8736"/>
                </a:lnTo>
                <a:lnTo>
                  <a:pt x="6205" y="8736"/>
                </a:lnTo>
                <a:lnTo>
                  <a:pt x="5986" y="8711"/>
                </a:lnTo>
                <a:lnTo>
                  <a:pt x="5743" y="8663"/>
                </a:lnTo>
                <a:lnTo>
                  <a:pt x="5524" y="8614"/>
                </a:lnTo>
                <a:lnTo>
                  <a:pt x="5305" y="8541"/>
                </a:lnTo>
                <a:lnTo>
                  <a:pt x="5110" y="8444"/>
                </a:lnTo>
                <a:lnTo>
                  <a:pt x="4891" y="8346"/>
                </a:lnTo>
                <a:lnTo>
                  <a:pt x="4697" y="8225"/>
                </a:lnTo>
                <a:lnTo>
                  <a:pt x="4502" y="8103"/>
                </a:lnTo>
                <a:lnTo>
                  <a:pt x="4332" y="7957"/>
                </a:lnTo>
                <a:lnTo>
                  <a:pt x="4186" y="7787"/>
                </a:lnTo>
                <a:lnTo>
                  <a:pt x="4015" y="7616"/>
                </a:lnTo>
                <a:lnTo>
                  <a:pt x="3894" y="7446"/>
                </a:lnTo>
                <a:lnTo>
                  <a:pt x="3772" y="7251"/>
                </a:lnTo>
                <a:lnTo>
                  <a:pt x="3723" y="7105"/>
                </a:lnTo>
                <a:lnTo>
                  <a:pt x="3650" y="6935"/>
                </a:lnTo>
                <a:lnTo>
                  <a:pt x="3602" y="6643"/>
                </a:lnTo>
                <a:lnTo>
                  <a:pt x="3577" y="6327"/>
                </a:lnTo>
                <a:lnTo>
                  <a:pt x="3602" y="6010"/>
                </a:lnTo>
                <a:lnTo>
                  <a:pt x="3699" y="5718"/>
                </a:lnTo>
                <a:lnTo>
                  <a:pt x="3821" y="5426"/>
                </a:lnTo>
                <a:lnTo>
                  <a:pt x="3967" y="5134"/>
                </a:lnTo>
                <a:lnTo>
                  <a:pt x="4161" y="4891"/>
                </a:lnTo>
                <a:lnTo>
                  <a:pt x="4332" y="4696"/>
                </a:lnTo>
                <a:lnTo>
                  <a:pt x="4551" y="4502"/>
                </a:lnTo>
                <a:lnTo>
                  <a:pt x="4794" y="4356"/>
                </a:lnTo>
                <a:lnTo>
                  <a:pt x="5037" y="4210"/>
                </a:lnTo>
                <a:lnTo>
                  <a:pt x="5062" y="4210"/>
                </a:lnTo>
                <a:lnTo>
                  <a:pt x="5110" y="4234"/>
                </a:lnTo>
                <a:lnTo>
                  <a:pt x="5232" y="4234"/>
                </a:lnTo>
                <a:lnTo>
                  <a:pt x="5305" y="4210"/>
                </a:lnTo>
                <a:lnTo>
                  <a:pt x="5548" y="4112"/>
                </a:lnTo>
                <a:lnTo>
                  <a:pt x="5816" y="4039"/>
                </a:lnTo>
                <a:lnTo>
                  <a:pt x="6059" y="4015"/>
                </a:lnTo>
                <a:lnTo>
                  <a:pt x="6303" y="3991"/>
                </a:lnTo>
                <a:close/>
                <a:moveTo>
                  <a:pt x="6254" y="3480"/>
                </a:moveTo>
                <a:lnTo>
                  <a:pt x="5986" y="3504"/>
                </a:lnTo>
                <a:lnTo>
                  <a:pt x="5694" y="3553"/>
                </a:lnTo>
                <a:lnTo>
                  <a:pt x="5427" y="3626"/>
                </a:lnTo>
                <a:lnTo>
                  <a:pt x="5305" y="3650"/>
                </a:lnTo>
                <a:lnTo>
                  <a:pt x="5183" y="3699"/>
                </a:lnTo>
                <a:lnTo>
                  <a:pt x="4916" y="3796"/>
                </a:lnTo>
                <a:lnTo>
                  <a:pt x="4599" y="3966"/>
                </a:lnTo>
                <a:lnTo>
                  <a:pt x="4283" y="4161"/>
                </a:lnTo>
                <a:lnTo>
                  <a:pt x="3991" y="4404"/>
                </a:lnTo>
                <a:lnTo>
                  <a:pt x="3748" y="4672"/>
                </a:lnTo>
                <a:lnTo>
                  <a:pt x="3529" y="4940"/>
                </a:lnTo>
                <a:lnTo>
                  <a:pt x="3359" y="5232"/>
                </a:lnTo>
                <a:lnTo>
                  <a:pt x="3237" y="5572"/>
                </a:lnTo>
                <a:lnTo>
                  <a:pt x="3164" y="5889"/>
                </a:lnTo>
                <a:lnTo>
                  <a:pt x="3115" y="6229"/>
                </a:lnTo>
                <a:lnTo>
                  <a:pt x="3140" y="6570"/>
                </a:lnTo>
                <a:lnTo>
                  <a:pt x="3188" y="6911"/>
                </a:lnTo>
                <a:lnTo>
                  <a:pt x="3261" y="7251"/>
                </a:lnTo>
                <a:lnTo>
                  <a:pt x="3383" y="7495"/>
                </a:lnTo>
                <a:lnTo>
                  <a:pt x="3529" y="7762"/>
                </a:lnTo>
                <a:lnTo>
                  <a:pt x="3699" y="7981"/>
                </a:lnTo>
                <a:lnTo>
                  <a:pt x="3869" y="8200"/>
                </a:lnTo>
                <a:lnTo>
                  <a:pt x="4088" y="8371"/>
                </a:lnTo>
                <a:lnTo>
                  <a:pt x="4307" y="8541"/>
                </a:lnTo>
                <a:lnTo>
                  <a:pt x="4551" y="8711"/>
                </a:lnTo>
                <a:lnTo>
                  <a:pt x="4794" y="8833"/>
                </a:lnTo>
                <a:lnTo>
                  <a:pt x="5062" y="8930"/>
                </a:lnTo>
                <a:lnTo>
                  <a:pt x="5329" y="9028"/>
                </a:lnTo>
                <a:lnTo>
                  <a:pt x="5597" y="9101"/>
                </a:lnTo>
                <a:lnTo>
                  <a:pt x="5889" y="9149"/>
                </a:lnTo>
                <a:lnTo>
                  <a:pt x="6181" y="9174"/>
                </a:lnTo>
                <a:lnTo>
                  <a:pt x="6449" y="9198"/>
                </a:lnTo>
                <a:lnTo>
                  <a:pt x="6741" y="9174"/>
                </a:lnTo>
                <a:lnTo>
                  <a:pt x="7008" y="9149"/>
                </a:lnTo>
                <a:lnTo>
                  <a:pt x="7325" y="9076"/>
                </a:lnTo>
                <a:lnTo>
                  <a:pt x="7617" y="8979"/>
                </a:lnTo>
                <a:lnTo>
                  <a:pt x="7884" y="8833"/>
                </a:lnTo>
                <a:lnTo>
                  <a:pt x="8128" y="8687"/>
                </a:lnTo>
                <a:lnTo>
                  <a:pt x="8347" y="8492"/>
                </a:lnTo>
                <a:lnTo>
                  <a:pt x="8541" y="8273"/>
                </a:lnTo>
                <a:lnTo>
                  <a:pt x="8712" y="8054"/>
                </a:lnTo>
                <a:lnTo>
                  <a:pt x="8858" y="7787"/>
                </a:lnTo>
                <a:lnTo>
                  <a:pt x="8979" y="7543"/>
                </a:lnTo>
                <a:lnTo>
                  <a:pt x="9052" y="7251"/>
                </a:lnTo>
                <a:lnTo>
                  <a:pt x="9125" y="6959"/>
                </a:lnTo>
                <a:lnTo>
                  <a:pt x="9150" y="6667"/>
                </a:lnTo>
                <a:lnTo>
                  <a:pt x="9150" y="6375"/>
                </a:lnTo>
                <a:lnTo>
                  <a:pt x="9125" y="6083"/>
                </a:lnTo>
                <a:lnTo>
                  <a:pt x="9052" y="5791"/>
                </a:lnTo>
                <a:lnTo>
                  <a:pt x="8955" y="5499"/>
                </a:lnTo>
                <a:lnTo>
                  <a:pt x="8858" y="5232"/>
                </a:lnTo>
                <a:lnTo>
                  <a:pt x="8712" y="4988"/>
                </a:lnTo>
                <a:lnTo>
                  <a:pt x="8566" y="4769"/>
                </a:lnTo>
                <a:lnTo>
                  <a:pt x="8395" y="4550"/>
                </a:lnTo>
                <a:lnTo>
                  <a:pt x="8201" y="4356"/>
                </a:lnTo>
                <a:lnTo>
                  <a:pt x="7982" y="4161"/>
                </a:lnTo>
                <a:lnTo>
                  <a:pt x="7763" y="3991"/>
                </a:lnTo>
                <a:lnTo>
                  <a:pt x="7544" y="3845"/>
                </a:lnTo>
                <a:lnTo>
                  <a:pt x="7300" y="3723"/>
                </a:lnTo>
                <a:lnTo>
                  <a:pt x="7033" y="3626"/>
                </a:lnTo>
                <a:lnTo>
                  <a:pt x="6789" y="3553"/>
                </a:lnTo>
                <a:lnTo>
                  <a:pt x="6522" y="3504"/>
                </a:lnTo>
                <a:lnTo>
                  <a:pt x="6254" y="3480"/>
                </a:lnTo>
                <a:close/>
                <a:moveTo>
                  <a:pt x="6303" y="536"/>
                </a:moveTo>
                <a:lnTo>
                  <a:pt x="6668" y="560"/>
                </a:lnTo>
                <a:lnTo>
                  <a:pt x="7033" y="633"/>
                </a:lnTo>
                <a:lnTo>
                  <a:pt x="7422" y="706"/>
                </a:lnTo>
                <a:lnTo>
                  <a:pt x="7763" y="828"/>
                </a:lnTo>
                <a:lnTo>
                  <a:pt x="8128" y="949"/>
                </a:lnTo>
                <a:lnTo>
                  <a:pt x="8468" y="1095"/>
                </a:lnTo>
                <a:lnTo>
                  <a:pt x="8809" y="1266"/>
                </a:lnTo>
                <a:lnTo>
                  <a:pt x="9125" y="1460"/>
                </a:lnTo>
                <a:lnTo>
                  <a:pt x="9442" y="1679"/>
                </a:lnTo>
                <a:lnTo>
                  <a:pt x="9734" y="1898"/>
                </a:lnTo>
                <a:lnTo>
                  <a:pt x="10026" y="2166"/>
                </a:lnTo>
                <a:lnTo>
                  <a:pt x="10050" y="2287"/>
                </a:lnTo>
                <a:lnTo>
                  <a:pt x="10074" y="2409"/>
                </a:lnTo>
                <a:lnTo>
                  <a:pt x="10196" y="2798"/>
                </a:lnTo>
                <a:lnTo>
                  <a:pt x="10220" y="2847"/>
                </a:lnTo>
                <a:lnTo>
                  <a:pt x="10269" y="2871"/>
                </a:lnTo>
                <a:lnTo>
                  <a:pt x="10342" y="2896"/>
                </a:lnTo>
                <a:lnTo>
                  <a:pt x="10391" y="2896"/>
                </a:lnTo>
                <a:lnTo>
                  <a:pt x="10439" y="2871"/>
                </a:lnTo>
                <a:lnTo>
                  <a:pt x="10464" y="2847"/>
                </a:lnTo>
                <a:lnTo>
                  <a:pt x="10488" y="2798"/>
                </a:lnTo>
                <a:lnTo>
                  <a:pt x="10512" y="2677"/>
                </a:lnTo>
                <a:lnTo>
                  <a:pt x="10585" y="2774"/>
                </a:lnTo>
                <a:lnTo>
                  <a:pt x="10537" y="3090"/>
                </a:lnTo>
                <a:lnTo>
                  <a:pt x="10537" y="3261"/>
                </a:lnTo>
                <a:lnTo>
                  <a:pt x="10561" y="3334"/>
                </a:lnTo>
                <a:lnTo>
                  <a:pt x="10610" y="3382"/>
                </a:lnTo>
                <a:lnTo>
                  <a:pt x="10634" y="3431"/>
                </a:lnTo>
                <a:lnTo>
                  <a:pt x="10683" y="3407"/>
                </a:lnTo>
                <a:lnTo>
                  <a:pt x="10756" y="3382"/>
                </a:lnTo>
                <a:lnTo>
                  <a:pt x="10804" y="3309"/>
                </a:lnTo>
                <a:lnTo>
                  <a:pt x="10877" y="3163"/>
                </a:lnTo>
                <a:lnTo>
                  <a:pt x="10877" y="3188"/>
                </a:lnTo>
                <a:lnTo>
                  <a:pt x="10950" y="3285"/>
                </a:lnTo>
                <a:lnTo>
                  <a:pt x="10853" y="3553"/>
                </a:lnTo>
                <a:lnTo>
                  <a:pt x="10804" y="3674"/>
                </a:lnTo>
                <a:lnTo>
                  <a:pt x="10756" y="3796"/>
                </a:lnTo>
                <a:lnTo>
                  <a:pt x="10756" y="3893"/>
                </a:lnTo>
                <a:lnTo>
                  <a:pt x="10804" y="4015"/>
                </a:lnTo>
                <a:lnTo>
                  <a:pt x="10829" y="4088"/>
                </a:lnTo>
                <a:lnTo>
                  <a:pt x="10902" y="4112"/>
                </a:lnTo>
                <a:lnTo>
                  <a:pt x="10975" y="4112"/>
                </a:lnTo>
                <a:lnTo>
                  <a:pt x="11023" y="4088"/>
                </a:lnTo>
                <a:lnTo>
                  <a:pt x="11096" y="4039"/>
                </a:lnTo>
                <a:lnTo>
                  <a:pt x="11169" y="3966"/>
                </a:lnTo>
                <a:lnTo>
                  <a:pt x="11242" y="3820"/>
                </a:lnTo>
                <a:lnTo>
                  <a:pt x="11340" y="4039"/>
                </a:lnTo>
                <a:lnTo>
                  <a:pt x="11194" y="4307"/>
                </a:lnTo>
                <a:lnTo>
                  <a:pt x="11048" y="4575"/>
                </a:lnTo>
                <a:lnTo>
                  <a:pt x="11023" y="4696"/>
                </a:lnTo>
                <a:lnTo>
                  <a:pt x="11023" y="4794"/>
                </a:lnTo>
                <a:lnTo>
                  <a:pt x="11048" y="4867"/>
                </a:lnTo>
                <a:lnTo>
                  <a:pt x="11121" y="4915"/>
                </a:lnTo>
                <a:lnTo>
                  <a:pt x="11169" y="4915"/>
                </a:lnTo>
                <a:lnTo>
                  <a:pt x="11218" y="4891"/>
                </a:lnTo>
                <a:lnTo>
                  <a:pt x="11340" y="4794"/>
                </a:lnTo>
                <a:lnTo>
                  <a:pt x="11510" y="4575"/>
                </a:lnTo>
                <a:lnTo>
                  <a:pt x="11534" y="4550"/>
                </a:lnTo>
                <a:lnTo>
                  <a:pt x="11607" y="4818"/>
                </a:lnTo>
                <a:lnTo>
                  <a:pt x="11510" y="4940"/>
                </a:lnTo>
                <a:lnTo>
                  <a:pt x="11388" y="5061"/>
                </a:lnTo>
                <a:lnTo>
                  <a:pt x="11291" y="5183"/>
                </a:lnTo>
                <a:lnTo>
                  <a:pt x="11218" y="5280"/>
                </a:lnTo>
                <a:lnTo>
                  <a:pt x="11096" y="5524"/>
                </a:lnTo>
                <a:lnTo>
                  <a:pt x="11072" y="5548"/>
                </a:lnTo>
                <a:lnTo>
                  <a:pt x="11096" y="5572"/>
                </a:lnTo>
                <a:lnTo>
                  <a:pt x="11121" y="5597"/>
                </a:lnTo>
                <a:lnTo>
                  <a:pt x="11145" y="5572"/>
                </a:lnTo>
                <a:lnTo>
                  <a:pt x="11388" y="5475"/>
                </a:lnTo>
                <a:lnTo>
                  <a:pt x="11510" y="5402"/>
                </a:lnTo>
                <a:lnTo>
                  <a:pt x="11631" y="5305"/>
                </a:lnTo>
                <a:lnTo>
                  <a:pt x="11680" y="5256"/>
                </a:lnTo>
                <a:lnTo>
                  <a:pt x="11729" y="5499"/>
                </a:lnTo>
                <a:lnTo>
                  <a:pt x="11364" y="5840"/>
                </a:lnTo>
                <a:lnTo>
                  <a:pt x="11048" y="6229"/>
                </a:lnTo>
                <a:lnTo>
                  <a:pt x="11023" y="6278"/>
                </a:lnTo>
                <a:lnTo>
                  <a:pt x="11048" y="6327"/>
                </a:lnTo>
                <a:lnTo>
                  <a:pt x="11072" y="6351"/>
                </a:lnTo>
                <a:lnTo>
                  <a:pt x="11121" y="6351"/>
                </a:lnTo>
                <a:lnTo>
                  <a:pt x="11291" y="6254"/>
                </a:lnTo>
                <a:lnTo>
                  <a:pt x="11461" y="6156"/>
                </a:lnTo>
                <a:lnTo>
                  <a:pt x="11753" y="5913"/>
                </a:lnTo>
                <a:lnTo>
                  <a:pt x="11753" y="6302"/>
                </a:lnTo>
                <a:lnTo>
                  <a:pt x="11631" y="6424"/>
                </a:lnTo>
                <a:lnTo>
                  <a:pt x="11534" y="6546"/>
                </a:lnTo>
                <a:lnTo>
                  <a:pt x="11412" y="6692"/>
                </a:lnTo>
                <a:lnTo>
                  <a:pt x="11291" y="6789"/>
                </a:lnTo>
                <a:lnTo>
                  <a:pt x="11048" y="6935"/>
                </a:lnTo>
                <a:lnTo>
                  <a:pt x="10999" y="6984"/>
                </a:lnTo>
                <a:lnTo>
                  <a:pt x="10950" y="7032"/>
                </a:lnTo>
                <a:lnTo>
                  <a:pt x="10926" y="7105"/>
                </a:lnTo>
                <a:lnTo>
                  <a:pt x="10950" y="7154"/>
                </a:lnTo>
                <a:lnTo>
                  <a:pt x="11023" y="7203"/>
                </a:lnTo>
                <a:lnTo>
                  <a:pt x="11096" y="7251"/>
                </a:lnTo>
                <a:lnTo>
                  <a:pt x="11169" y="7251"/>
                </a:lnTo>
                <a:lnTo>
                  <a:pt x="11267" y="7227"/>
                </a:lnTo>
                <a:lnTo>
                  <a:pt x="11437" y="7178"/>
                </a:lnTo>
                <a:lnTo>
                  <a:pt x="11583" y="7081"/>
                </a:lnTo>
                <a:lnTo>
                  <a:pt x="11704" y="6984"/>
                </a:lnTo>
                <a:lnTo>
                  <a:pt x="11631" y="7470"/>
                </a:lnTo>
                <a:lnTo>
                  <a:pt x="11583" y="7470"/>
                </a:lnTo>
                <a:lnTo>
                  <a:pt x="11534" y="7495"/>
                </a:lnTo>
                <a:lnTo>
                  <a:pt x="11291" y="7665"/>
                </a:lnTo>
                <a:lnTo>
                  <a:pt x="11023" y="7811"/>
                </a:lnTo>
                <a:lnTo>
                  <a:pt x="10902" y="7884"/>
                </a:lnTo>
                <a:lnTo>
                  <a:pt x="10804" y="7957"/>
                </a:lnTo>
                <a:lnTo>
                  <a:pt x="10731" y="8054"/>
                </a:lnTo>
                <a:lnTo>
                  <a:pt x="10707" y="8103"/>
                </a:lnTo>
                <a:lnTo>
                  <a:pt x="10707" y="8176"/>
                </a:lnTo>
                <a:lnTo>
                  <a:pt x="10707" y="8200"/>
                </a:lnTo>
                <a:lnTo>
                  <a:pt x="10853" y="8200"/>
                </a:lnTo>
                <a:lnTo>
                  <a:pt x="10950" y="8176"/>
                </a:lnTo>
                <a:lnTo>
                  <a:pt x="11194" y="8079"/>
                </a:lnTo>
                <a:lnTo>
                  <a:pt x="11534" y="7933"/>
                </a:lnTo>
                <a:lnTo>
                  <a:pt x="11437" y="8273"/>
                </a:lnTo>
                <a:lnTo>
                  <a:pt x="11340" y="8298"/>
                </a:lnTo>
                <a:lnTo>
                  <a:pt x="11242" y="8322"/>
                </a:lnTo>
                <a:lnTo>
                  <a:pt x="11072" y="8419"/>
                </a:lnTo>
                <a:lnTo>
                  <a:pt x="10829" y="8541"/>
                </a:lnTo>
                <a:lnTo>
                  <a:pt x="10561" y="8614"/>
                </a:lnTo>
                <a:lnTo>
                  <a:pt x="10537" y="8638"/>
                </a:lnTo>
                <a:lnTo>
                  <a:pt x="10512" y="8663"/>
                </a:lnTo>
                <a:lnTo>
                  <a:pt x="10537" y="8687"/>
                </a:lnTo>
                <a:lnTo>
                  <a:pt x="10561" y="8711"/>
                </a:lnTo>
                <a:lnTo>
                  <a:pt x="10731" y="8736"/>
                </a:lnTo>
                <a:lnTo>
                  <a:pt x="10926" y="8736"/>
                </a:lnTo>
                <a:lnTo>
                  <a:pt x="11121" y="8711"/>
                </a:lnTo>
                <a:lnTo>
                  <a:pt x="11315" y="8663"/>
                </a:lnTo>
                <a:lnTo>
                  <a:pt x="11169" y="9028"/>
                </a:lnTo>
                <a:lnTo>
                  <a:pt x="10926" y="9028"/>
                </a:lnTo>
                <a:lnTo>
                  <a:pt x="10683" y="9052"/>
                </a:lnTo>
                <a:lnTo>
                  <a:pt x="10439" y="9125"/>
                </a:lnTo>
                <a:lnTo>
                  <a:pt x="10220" y="9198"/>
                </a:lnTo>
                <a:lnTo>
                  <a:pt x="10196" y="9222"/>
                </a:lnTo>
                <a:lnTo>
                  <a:pt x="10196" y="9247"/>
                </a:lnTo>
                <a:lnTo>
                  <a:pt x="10220" y="9271"/>
                </a:lnTo>
                <a:lnTo>
                  <a:pt x="10245" y="9295"/>
                </a:lnTo>
                <a:lnTo>
                  <a:pt x="10488" y="9295"/>
                </a:lnTo>
                <a:lnTo>
                  <a:pt x="10731" y="9320"/>
                </a:lnTo>
                <a:lnTo>
                  <a:pt x="11048" y="9368"/>
                </a:lnTo>
                <a:lnTo>
                  <a:pt x="10853" y="9757"/>
                </a:lnTo>
                <a:lnTo>
                  <a:pt x="10561" y="9733"/>
                </a:lnTo>
                <a:lnTo>
                  <a:pt x="10245" y="9709"/>
                </a:lnTo>
                <a:lnTo>
                  <a:pt x="10099" y="9709"/>
                </a:lnTo>
                <a:lnTo>
                  <a:pt x="9977" y="9733"/>
                </a:lnTo>
                <a:lnTo>
                  <a:pt x="9904" y="9782"/>
                </a:lnTo>
                <a:lnTo>
                  <a:pt x="9880" y="9806"/>
                </a:lnTo>
                <a:lnTo>
                  <a:pt x="9880" y="9830"/>
                </a:lnTo>
                <a:lnTo>
                  <a:pt x="9928" y="9928"/>
                </a:lnTo>
                <a:lnTo>
                  <a:pt x="9977" y="10001"/>
                </a:lnTo>
                <a:lnTo>
                  <a:pt x="10050" y="10074"/>
                </a:lnTo>
                <a:lnTo>
                  <a:pt x="10147" y="10122"/>
                </a:lnTo>
                <a:lnTo>
                  <a:pt x="10391" y="10171"/>
                </a:lnTo>
                <a:lnTo>
                  <a:pt x="10610" y="10220"/>
                </a:lnTo>
                <a:lnTo>
                  <a:pt x="10439" y="10512"/>
                </a:lnTo>
                <a:lnTo>
                  <a:pt x="10439" y="10439"/>
                </a:lnTo>
                <a:lnTo>
                  <a:pt x="10391" y="10390"/>
                </a:lnTo>
                <a:lnTo>
                  <a:pt x="10342" y="10341"/>
                </a:lnTo>
                <a:lnTo>
                  <a:pt x="10220" y="10293"/>
                </a:lnTo>
                <a:lnTo>
                  <a:pt x="9977" y="10268"/>
                </a:lnTo>
                <a:lnTo>
                  <a:pt x="9709" y="10220"/>
                </a:lnTo>
                <a:lnTo>
                  <a:pt x="9588" y="10220"/>
                </a:lnTo>
                <a:lnTo>
                  <a:pt x="9466" y="10244"/>
                </a:lnTo>
                <a:lnTo>
                  <a:pt x="9417" y="10268"/>
                </a:lnTo>
                <a:lnTo>
                  <a:pt x="9393" y="10317"/>
                </a:lnTo>
                <a:lnTo>
                  <a:pt x="9393" y="10366"/>
                </a:lnTo>
                <a:lnTo>
                  <a:pt x="9417" y="10414"/>
                </a:lnTo>
                <a:lnTo>
                  <a:pt x="9515" y="10487"/>
                </a:lnTo>
                <a:lnTo>
                  <a:pt x="9636" y="10560"/>
                </a:lnTo>
                <a:lnTo>
                  <a:pt x="9880" y="10633"/>
                </a:lnTo>
                <a:lnTo>
                  <a:pt x="10123" y="10682"/>
                </a:lnTo>
                <a:lnTo>
                  <a:pt x="10245" y="10682"/>
                </a:lnTo>
                <a:lnTo>
                  <a:pt x="10366" y="10633"/>
                </a:lnTo>
                <a:lnTo>
                  <a:pt x="10001" y="11242"/>
                </a:lnTo>
                <a:lnTo>
                  <a:pt x="9782" y="11169"/>
                </a:lnTo>
                <a:lnTo>
                  <a:pt x="9588" y="11144"/>
                </a:lnTo>
                <a:lnTo>
                  <a:pt x="9417" y="11096"/>
                </a:lnTo>
                <a:lnTo>
                  <a:pt x="9247" y="11071"/>
                </a:lnTo>
                <a:lnTo>
                  <a:pt x="9052" y="11047"/>
                </a:lnTo>
                <a:lnTo>
                  <a:pt x="8882" y="11096"/>
                </a:lnTo>
                <a:lnTo>
                  <a:pt x="8858" y="11120"/>
                </a:lnTo>
                <a:lnTo>
                  <a:pt x="8833" y="11169"/>
                </a:lnTo>
                <a:lnTo>
                  <a:pt x="8833" y="11193"/>
                </a:lnTo>
                <a:lnTo>
                  <a:pt x="8858" y="11242"/>
                </a:lnTo>
                <a:lnTo>
                  <a:pt x="9052" y="11315"/>
                </a:lnTo>
                <a:lnTo>
                  <a:pt x="9223" y="11363"/>
                </a:lnTo>
                <a:lnTo>
                  <a:pt x="9588" y="11485"/>
                </a:lnTo>
                <a:lnTo>
                  <a:pt x="9782" y="11558"/>
                </a:lnTo>
                <a:lnTo>
                  <a:pt x="9490" y="11996"/>
                </a:lnTo>
                <a:lnTo>
                  <a:pt x="9344" y="11923"/>
                </a:lnTo>
                <a:lnTo>
                  <a:pt x="9223" y="11874"/>
                </a:lnTo>
                <a:lnTo>
                  <a:pt x="8931" y="11801"/>
                </a:lnTo>
                <a:lnTo>
                  <a:pt x="8566" y="11704"/>
                </a:lnTo>
                <a:lnTo>
                  <a:pt x="8371" y="11655"/>
                </a:lnTo>
                <a:lnTo>
                  <a:pt x="8176" y="11655"/>
                </a:lnTo>
                <a:lnTo>
                  <a:pt x="8103" y="11680"/>
                </a:lnTo>
                <a:lnTo>
                  <a:pt x="8079" y="11728"/>
                </a:lnTo>
                <a:lnTo>
                  <a:pt x="8055" y="11801"/>
                </a:lnTo>
                <a:lnTo>
                  <a:pt x="8103" y="11850"/>
                </a:lnTo>
                <a:lnTo>
                  <a:pt x="8249" y="11947"/>
                </a:lnTo>
                <a:lnTo>
                  <a:pt x="8395" y="12045"/>
                </a:lnTo>
                <a:lnTo>
                  <a:pt x="8736" y="12166"/>
                </a:lnTo>
                <a:lnTo>
                  <a:pt x="8979" y="12239"/>
                </a:lnTo>
                <a:lnTo>
                  <a:pt x="9247" y="12312"/>
                </a:lnTo>
                <a:lnTo>
                  <a:pt x="9004" y="12629"/>
                </a:lnTo>
                <a:lnTo>
                  <a:pt x="8712" y="12580"/>
                </a:lnTo>
                <a:lnTo>
                  <a:pt x="8420" y="12531"/>
                </a:lnTo>
                <a:lnTo>
                  <a:pt x="8201" y="12458"/>
                </a:lnTo>
                <a:lnTo>
                  <a:pt x="8006" y="12361"/>
                </a:lnTo>
                <a:lnTo>
                  <a:pt x="7787" y="12239"/>
                </a:lnTo>
                <a:lnTo>
                  <a:pt x="7592" y="12142"/>
                </a:lnTo>
                <a:lnTo>
                  <a:pt x="7544" y="12142"/>
                </a:lnTo>
                <a:lnTo>
                  <a:pt x="7495" y="12166"/>
                </a:lnTo>
                <a:lnTo>
                  <a:pt x="7495" y="12215"/>
                </a:lnTo>
                <a:lnTo>
                  <a:pt x="7471" y="12264"/>
                </a:lnTo>
                <a:lnTo>
                  <a:pt x="7519" y="12385"/>
                </a:lnTo>
                <a:lnTo>
                  <a:pt x="7592" y="12507"/>
                </a:lnTo>
                <a:lnTo>
                  <a:pt x="7690" y="12604"/>
                </a:lnTo>
                <a:lnTo>
                  <a:pt x="7811" y="12677"/>
                </a:lnTo>
                <a:lnTo>
                  <a:pt x="8055" y="12823"/>
                </a:lnTo>
                <a:lnTo>
                  <a:pt x="8298" y="12921"/>
                </a:lnTo>
                <a:lnTo>
                  <a:pt x="8493" y="12994"/>
                </a:lnTo>
                <a:lnTo>
                  <a:pt x="8687" y="13018"/>
                </a:lnTo>
                <a:lnTo>
                  <a:pt x="8371" y="13407"/>
                </a:lnTo>
                <a:lnTo>
                  <a:pt x="8274" y="13310"/>
                </a:lnTo>
                <a:lnTo>
                  <a:pt x="8152" y="13261"/>
                </a:lnTo>
                <a:lnTo>
                  <a:pt x="7909" y="13188"/>
                </a:lnTo>
                <a:lnTo>
                  <a:pt x="7471" y="12994"/>
                </a:lnTo>
                <a:lnTo>
                  <a:pt x="7252" y="12921"/>
                </a:lnTo>
                <a:lnTo>
                  <a:pt x="7033" y="12896"/>
                </a:lnTo>
                <a:lnTo>
                  <a:pt x="7008" y="12896"/>
                </a:lnTo>
                <a:lnTo>
                  <a:pt x="7008" y="12945"/>
                </a:lnTo>
                <a:lnTo>
                  <a:pt x="7057" y="13042"/>
                </a:lnTo>
                <a:lnTo>
                  <a:pt x="7130" y="13115"/>
                </a:lnTo>
                <a:lnTo>
                  <a:pt x="7300" y="13261"/>
                </a:lnTo>
                <a:lnTo>
                  <a:pt x="7495" y="13359"/>
                </a:lnTo>
                <a:lnTo>
                  <a:pt x="7690" y="13456"/>
                </a:lnTo>
                <a:lnTo>
                  <a:pt x="7909" y="13578"/>
                </a:lnTo>
                <a:lnTo>
                  <a:pt x="8006" y="13626"/>
                </a:lnTo>
                <a:lnTo>
                  <a:pt x="8128" y="13675"/>
                </a:lnTo>
                <a:lnTo>
                  <a:pt x="7836" y="14016"/>
                </a:lnTo>
                <a:lnTo>
                  <a:pt x="7665" y="13967"/>
                </a:lnTo>
                <a:lnTo>
                  <a:pt x="7179" y="13724"/>
                </a:lnTo>
                <a:lnTo>
                  <a:pt x="6814" y="13553"/>
                </a:lnTo>
                <a:lnTo>
                  <a:pt x="6619" y="13480"/>
                </a:lnTo>
                <a:lnTo>
                  <a:pt x="6424" y="13480"/>
                </a:lnTo>
                <a:lnTo>
                  <a:pt x="6400" y="13505"/>
                </a:lnTo>
                <a:lnTo>
                  <a:pt x="6400" y="13553"/>
                </a:lnTo>
                <a:lnTo>
                  <a:pt x="6449" y="13651"/>
                </a:lnTo>
                <a:lnTo>
                  <a:pt x="6497" y="13724"/>
                </a:lnTo>
                <a:lnTo>
                  <a:pt x="6595" y="13821"/>
                </a:lnTo>
                <a:lnTo>
                  <a:pt x="6692" y="13894"/>
                </a:lnTo>
                <a:lnTo>
                  <a:pt x="6887" y="14016"/>
                </a:lnTo>
                <a:lnTo>
                  <a:pt x="7081" y="14137"/>
                </a:lnTo>
                <a:lnTo>
                  <a:pt x="7276" y="14235"/>
                </a:lnTo>
                <a:lnTo>
                  <a:pt x="7519" y="14381"/>
                </a:lnTo>
                <a:lnTo>
                  <a:pt x="7106" y="14843"/>
                </a:lnTo>
                <a:lnTo>
                  <a:pt x="6814" y="14697"/>
                </a:lnTo>
                <a:lnTo>
                  <a:pt x="6546" y="14527"/>
                </a:lnTo>
                <a:lnTo>
                  <a:pt x="6376" y="14405"/>
                </a:lnTo>
                <a:lnTo>
                  <a:pt x="6230" y="14259"/>
                </a:lnTo>
                <a:lnTo>
                  <a:pt x="6157" y="14162"/>
                </a:lnTo>
                <a:lnTo>
                  <a:pt x="6035" y="14064"/>
                </a:lnTo>
                <a:lnTo>
                  <a:pt x="5962" y="14064"/>
                </a:lnTo>
                <a:lnTo>
                  <a:pt x="5913" y="14089"/>
                </a:lnTo>
                <a:lnTo>
                  <a:pt x="5840" y="14186"/>
                </a:lnTo>
                <a:lnTo>
                  <a:pt x="5840" y="14283"/>
                </a:lnTo>
                <a:lnTo>
                  <a:pt x="5865" y="14381"/>
                </a:lnTo>
                <a:lnTo>
                  <a:pt x="5913" y="14478"/>
                </a:lnTo>
                <a:lnTo>
                  <a:pt x="6059" y="14673"/>
                </a:lnTo>
                <a:lnTo>
                  <a:pt x="6205" y="14794"/>
                </a:lnTo>
                <a:lnTo>
                  <a:pt x="6449" y="15013"/>
                </a:lnTo>
                <a:lnTo>
                  <a:pt x="6595" y="15135"/>
                </a:lnTo>
                <a:lnTo>
                  <a:pt x="6765" y="15208"/>
                </a:lnTo>
                <a:lnTo>
                  <a:pt x="6132" y="15816"/>
                </a:lnTo>
                <a:lnTo>
                  <a:pt x="5986" y="15573"/>
                </a:lnTo>
                <a:lnTo>
                  <a:pt x="5792" y="15354"/>
                </a:lnTo>
                <a:lnTo>
                  <a:pt x="5402" y="14916"/>
                </a:lnTo>
                <a:lnTo>
                  <a:pt x="5013" y="14527"/>
                </a:lnTo>
                <a:lnTo>
                  <a:pt x="4818" y="14332"/>
                </a:lnTo>
                <a:lnTo>
                  <a:pt x="4648" y="14113"/>
                </a:lnTo>
                <a:lnTo>
                  <a:pt x="4332" y="13724"/>
                </a:lnTo>
                <a:lnTo>
                  <a:pt x="3991" y="13359"/>
                </a:lnTo>
                <a:lnTo>
                  <a:pt x="3310" y="12629"/>
                </a:lnTo>
                <a:lnTo>
                  <a:pt x="2969" y="12264"/>
                </a:lnTo>
                <a:lnTo>
                  <a:pt x="2653" y="11874"/>
                </a:lnTo>
                <a:lnTo>
                  <a:pt x="2361" y="11485"/>
                </a:lnTo>
                <a:lnTo>
                  <a:pt x="2069" y="11071"/>
                </a:lnTo>
                <a:lnTo>
                  <a:pt x="1704" y="10439"/>
                </a:lnTo>
                <a:lnTo>
                  <a:pt x="1363" y="9757"/>
                </a:lnTo>
                <a:lnTo>
                  <a:pt x="1096" y="9052"/>
                </a:lnTo>
                <a:lnTo>
                  <a:pt x="974" y="8711"/>
                </a:lnTo>
                <a:lnTo>
                  <a:pt x="877" y="8346"/>
                </a:lnTo>
                <a:lnTo>
                  <a:pt x="779" y="7981"/>
                </a:lnTo>
                <a:lnTo>
                  <a:pt x="706" y="7616"/>
                </a:lnTo>
                <a:lnTo>
                  <a:pt x="633" y="7251"/>
                </a:lnTo>
                <a:lnTo>
                  <a:pt x="609" y="6862"/>
                </a:lnTo>
                <a:lnTo>
                  <a:pt x="585" y="6497"/>
                </a:lnTo>
                <a:lnTo>
                  <a:pt x="585" y="6132"/>
                </a:lnTo>
                <a:lnTo>
                  <a:pt x="585" y="5743"/>
                </a:lnTo>
                <a:lnTo>
                  <a:pt x="609" y="5378"/>
                </a:lnTo>
                <a:lnTo>
                  <a:pt x="682" y="4988"/>
                </a:lnTo>
                <a:lnTo>
                  <a:pt x="755" y="4599"/>
                </a:lnTo>
                <a:lnTo>
                  <a:pt x="877" y="4210"/>
                </a:lnTo>
                <a:lnTo>
                  <a:pt x="1023" y="3845"/>
                </a:lnTo>
                <a:lnTo>
                  <a:pt x="1193" y="3504"/>
                </a:lnTo>
                <a:lnTo>
                  <a:pt x="1363" y="3163"/>
                </a:lnTo>
                <a:lnTo>
                  <a:pt x="1582" y="2823"/>
                </a:lnTo>
                <a:lnTo>
                  <a:pt x="1826" y="2506"/>
                </a:lnTo>
                <a:lnTo>
                  <a:pt x="2093" y="2214"/>
                </a:lnTo>
                <a:lnTo>
                  <a:pt x="2361" y="1947"/>
                </a:lnTo>
                <a:lnTo>
                  <a:pt x="2653" y="1679"/>
                </a:lnTo>
                <a:lnTo>
                  <a:pt x="2969" y="1460"/>
                </a:lnTo>
                <a:lnTo>
                  <a:pt x="3310" y="1241"/>
                </a:lnTo>
                <a:lnTo>
                  <a:pt x="3650" y="1047"/>
                </a:lnTo>
                <a:lnTo>
                  <a:pt x="4015" y="901"/>
                </a:lnTo>
                <a:lnTo>
                  <a:pt x="4405" y="755"/>
                </a:lnTo>
                <a:lnTo>
                  <a:pt x="4770" y="657"/>
                </a:lnTo>
                <a:lnTo>
                  <a:pt x="5159" y="584"/>
                </a:lnTo>
                <a:lnTo>
                  <a:pt x="5524" y="536"/>
                </a:lnTo>
                <a:close/>
                <a:moveTo>
                  <a:pt x="5646" y="0"/>
                </a:moveTo>
                <a:lnTo>
                  <a:pt x="5256" y="49"/>
                </a:lnTo>
                <a:lnTo>
                  <a:pt x="4843" y="98"/>
                </a:lnTo>
                <a:lnTo>
                  <a:pt x="4453" y="195"/>
                </a:lnTo>
                <a:lnTo>
                  <a:pt x="4088" y="317"/>
                </a:lnTo>
                <a:lnTo>
                  <a:pt x="3723" y="438"/>
                </a:lnTo>
                <a:lnTo>
                  <a:pt x="3359" y="609"/>
                </a:lnTo>
                <a:lnTo>
                  <a:pt x="2994" y="803"/>
                </a:lnTo>
                <a:lnTo>
                  <a:pt x="2653" y="998"/>
                </a:lnTo>
                <a:lnTo>
                  <a:pt x="2337" y="1241"/>
                </a:lnTo>
                <a:lnTo>
                  <a:pt x="2020" y="1509"/>
                </a:lnTo>
                <a:lnTo>
                  <a:pt x="1728" y="1776"/>
                </a:lnTo>
                <a:lnTo>
                  <a:pt x="1461" y="2093"/>
                </a:lnTo>
                <a:lnTo>
                  <a:pt x="1193" y="2409"/>
                </a:lnTo>
                <a:lnTo>
                  <a:pt x="925" y="2798"/>
                </a:lnTo>
                <a:lnTo>
                  <a:pt x="682" y="3188"/>
                </a:lnTo>
                <a:lnTo>
                  <a:pt x="487" y="3601"/>
                </a:lnTo>
                <a:lnTo>
                  <a:pt x="341" y="4015"/>
                </a:lnTo>
                <a:lnTo>
                  <a:pt x="220" y="4453"/>
                </a:lnTo>
                <a:lnTo>
                  <a:pt x="122" y="4891"/>
                </a:lnTo>
                <a:lnTo>
                  <a:pt x="49" y="5329"/>
                </a:lnTo>
                <a:lnTo>
                  <a:pt x="25" y="5791"/>
                </a:lnTo>
                <a:lnTo>
                  <a:pt x="1" y="6254"/>
                </a:lnTo>
                <a:lnTo>
                  <a:pt x="25" y="6692"/>
                </a:lnTo>
                <a:lnTo>
                  <a:pt x="74" y="7154"/>
                </a:lnTo>
                <a:lnTo>
                  <a:pt x="122" y="7616"/>
                </a:lnTo>
                <a:lnTo>
                  <a:pt x="220" y="8054"/>
                </a:lnTo>
                <a:lnTo>
                  <a:pt x="317" y="8492"/>
                </a:lnTo>
                <a:lnTo>
                  <a:pt x="463" y="8930"/>
                </a:lnTo>
                <a:lnTo>
                  <a:pt x="609" y="9368"/>
                </a:lnTo>
                <a:lnTo>
                  <a:pt x="779" y="9806"/>
                </a:lnTo>
                <a:lnTo>
                  <a:pt x="974" y="10244"/>
                </a:lnTo>
                <a:lnTo>
                  <a:pt x="1193" y="10682"/>
                </a:lnTo>
                <a:lnTo>
                  <a:pt x="1412" y="11096"/>
                </a:lnTo>
                <a:lnTo>
                  <a:pt x="1680" y="11509"/>
                </a:lnTo>
                <a:lnTo>
                  <a:pt x="1947" y="11899"/>
                </a:lnTo>
                <a:lnTo>
                  <a:pt x="2239" y="12288"/>
                </a:lnTo>
                <a:lnTo>
                  <a:pt x="2531" y="12677"/>
                </a:lnTo>
                <a:lnTo>
                  <a:pt x="2969" y="13213"/>
                </a:lnTo>
                <a:lnTo>
                  <a:pt x="3407" y="13748"/>
                </a:lnTo>
                <a:lnTo>
                  <a:pt x="3626" y="14040"/>
                </a:lnTo>
                <a:lnTo>
                  <a:pt x="3869" y="14283"/>
                </a:lnTo>
                <a:lnTo>
                  <a:pt x="4113" y="14527"/>
                </a:lnTo>
                <a:lnTo>
                  <a:pt x="4380" y="14746"/>
                </a:lnTo>
                <a:lnTo>
                  <a:pt x="4502" y="14867"/>
                </a:lnTo>
                <a:lnTo>
                  <a:pt x="4697" y="15086"/>
                </a:lnTo>
                <a:lnTo>
                  <a:pt x="5159" y="15622"/>
                </a:lnTo>
                <a:lnTo>
                  <a:pt x="5621" y="16133"/>
                </a:lnTo>
                <a:lnTo>
                  <a:pt x="5792" y="16303"/>
                </a:lnTo>
                <a:lnTo>
                  <a:pt x="5865" y="16352"/>
                </a:lnTo>
                <a:lnTo>
                  <a:pt x="5913" y="16352"/>
                </a:lnTo>
                <a:lnTo>
                  <a:pt x="6084" y="16327"/>
                </a:lnTo>
                <a:lnTo>
                  <a:pt x="6230" y="16279"/>
                </a:lnTo>
                <a:lnTo>
                  <a:pt x="6351" y="16230"/>
                </a:lnTo>
                <a:lnTo>
                  <a:pt x="6473" y="16157"/>
                </a:lnTo>
                <a:lnTo>
                  <a:pt x="6716" y="15962"/>
                </a:lnTo>
                <a:lnTo>
                  <a:pt x="6911" y="15743"/>
                </a:lnTo>
                <a:lnTo>
                  <a:pt x="8176" y="14259"/>
                </a:lnTo>
                <a:lnTo>
                  <a:pt x="8833" y="13480"/>
                </a:lnTo>
                <a:lnTo>
                  <a:pt x="9466" y="12677"/>
                </a:lnTo>
                <a:lnTo>
                  <a:pt x="10074" y="11874"/>
                </a:lnTo>
                <a:lnTo>
                  <a:pt x="10634" y="11023"/>
                </a:lnTo>
                <a:lnTo>
                  <a:pt x="10877" y="10609"/>
                </a:lnTo>
                <a:lnTo>
                  <a:pt x="11121" y="10195"/>
                </a:lnTo>
                <a:lnTo>
                  <a:pt x="11340" y="9782"/>
                </a:lnTo>
                <a:lnTo>
                  <a:pt x="11534" y="9344"/>
                </a:lnTo>
                <a:lnTo>
                  <a:pt x="11704" y="8930"/>
                </a:lnTo>
                <a:lnTo>
                  <a:pt x="11875" y="8492"/>
                </a:lnTo>
                <a:lnTo>
                  <a:pt x="12021" y="8030"/>
                </a:lnTo>
                <a:lnTo>
                  <a:pt x="12118" y="7592"/>
                </a:lnTo>
                <a:lnTo>
                  <a:pt x="12215" y="7130"/>
                </a:lnTo>
                <a:lnTo>
                  <a:pt x="12264" y="6667"/>
                </a:lnTo>
                <a:lnTo>
                  <a:pt x="12288" y="6205"/>
                </a:lnTo>
                <a:lnTo>
                  <a:pt x="12288" y="5743"/>
                </a:lnTo>
                <a:lnTo>
                  <a:pt x="12240" y="5280"/>
                </a:lnTo>
                <a:lnTo>
                  <a:pt x="12167" y="4818"/>
                </a:lnTo>
                <a:lnTo>
                  <a:pt x="12045" y="4380"/>
                </a:lnTo>
                <a:lnTo>
                  <a:pt x="11899" y="3918"/>
                </a:lnTo>
                <a:lnTo>
                  <a:pt x="11729" y="3528"/>
                </a:lnTo>
                <a:lnTo>
                  <a:pt x="11534" y="3163"/>
                </a:lnTo>
                <a:lnTo>
                  <a:pt x="11315" y="2798"/>
                </a:lnTo>
                <a:lnTo>
                  <a:pt x="11096" y="2458"/>
                </a:lnTo>
                <a:lnTo>
                  <a:pt x="10829" y="2141"/>
                </a:lnTo>
                <a:lnTo>
                  <a:pt x="10537" y="1825"/>
                </a:lnTo>
                <a:lnTo>
                  <a:pt x="10245" y="1557"/>
                </a:lnTo>
                <a:lnTo>
                  <a:pt x="9928" y="1290"/>
                </a:lnTo>
                <a:lnTo>
                  <a:pt x="9588" y="1047"/>
                </a:lnTo>
                <a:lnTo>
                  <a:pt x="9223" y="828"/>
                </a:lnTo>
                <a:lnTo>
                  <a:pt x="8858" y="633"/>
                </a:lnTo>
                <a:lnTo>
                  <a:pt x="8493" y="463"/>
                </a:lnTo>
                <a:lnTo>
                  <a:pt x="8103" y="317"/>
                </a:lnTo>
                <a:lnTo>
                  <a:pt x="7714" y="195"/>
                </a:lnTo>
                <a:lnTo>
                  <a:pt x="7300" y="98"/>
                </a:lnTo>
                <a:lnTo>
                  <a:pt x="6887" y="49"/>
                </a:lnTo>
                <a:lnTo>
                  <a:pt x="6473" y="0"/>
                </a:lnTo>
                <a:close/>
              </a:path>
            </a:pathLst>
          </a:custGeom>
          <a:solidFill>
            <a:srgbClr val="666666"/>
          </a:solidFill>
          <a:ln>
            <a:noFill/>
          </a:ln>
        </p:spPr>
        <p:txBody>
          <a:bodyPr spcFirstLastPara="1" wrap="square" lIns="91425" tIns="91425" rIns="91425" bIns="91425" anchor="ctr" anchorCtr="0">
            <a:noAutofit/>
          </a:bodyPr>
          <a:lstStyle/>
          <a:p>
            <a:pPr>
              <a:buClr>
                <a:srgbClr val="000000"/>
              </a:buClr>
              <a:buFont typeface="Arial"/>
              <a:buNone/>
            </a:pPr>
            <a:endParaRPr sz="1400" kern="0" dirty="0">
              <a:solidFill>
                <a:srgbClr val="000000"/>
              </a:solidFill>
              <a:cs typeface="Arial"/>
              <a:sym typeface="Arial"/>
            </a:endParaRPr>
          </a:p>
        </p:txBody>
      </p:sp>
      <p:sp>
        <p:nvSpPr>
          <p:cNvPr id="4" name="TextBox 3"/>
          <p:cNvSpPr txBox="1"/>
          <p:nvPr/>
        </p:nvSpPr>
        <p:spPr>
          <a:xfrm>
            <a:off x="1518303" y="2161026"/>
            <a:ext cx="5867400" cy="707886"/>
          </a:xfrm>
          <a:prstGeom prst="rect">
            <a:avLst/>
          </a:prstGeom>
          <a:noFill/>
        </p:spPr>
        <p:txBody>
          <a:bodyPr wrap="square" rtlCol="0">
            <a:spAutoFit/>
          </a:bodyPr>
          <a:lstStyle/>
          <a:p>
            <a:pPr algn="ctr"/>
            <a:r>
              <a:rPr lang="en-US" sz="4000" dirty="0">
                <a:solidFill>
                  <a:schemeClr val="bg1"/>
                </a:solidFill>
                <a:latin typeface="Segoe UI" pitchFamily="34" charset="0"/>
                <a:ea typeface="Segoe UI" pitchFamily="34" charset="0"/>
                <a:cs typeface="Segoe UI" pitchFamily="34" charset="0"/>
              </a:rPr>
              <a:t>PREGUNTAS Y RESPUESTAS</a:t>
            </a:r>
          </a:p>
        </p:txBody>
      </p:sp>
    </p:spTree>
    <p:extLst>
      <p:ext uri="{BB962C8B-B14F-4D97-AF65-F5344CB8AC3E}">
        <p14:creationId xmlns:p14="http://schemas.microsoft.com/office/powerpoint/2010/main" val="2645672660"/>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c808d36-874f-4b27-aec2-2fd649817929" xsi:nil="true"/>
    <lcf76f155ced4ddcb4097134ff3c332f xmlns="f2466082-b6bf-4153-98c3-3c41e85fda1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6CE710-A902-4782-88C8-87AB82C50BFF}">
  <ds:schemaRefs>
    <ds:schemaRef ds:uri="http://schemas.microsoft.com/office/2006/metadata/properties"/>
    <ds:schemaRef ds:uri="http://purl.org/dc/elements/1.1/"/>
    <ds:schemaRef ds:uri="http://purl.org/dc/dcmitype/"/>
    <ds:schemaRef ds:uri="dc808d36-874f-4b27-aec2-2fd649817929"/>
    <ds:schemaRef ds:uri="http://schemas.microsoft.com/office/infopath/2007/PartnerControls"/>
    <ds:schemaRef ds:uri="http://schemas.microsoft.com/office/2006/documentManagement/types"/>
    <ds:schemaRef ds:uri="ba2e8617-29ee-40b9-b822-c9e0f853d80d"/>
    <ds:schemaRef ds:uri="http://schemas.openxmlformats.org/package/2006/metadata/core-properties"/>
    <ds:schemaRef ds:uri="http://www.w3.org/XML/1998/namespace"/>
    <ds:schemaRef ds:uri="http://purl.org/dc/terms/"/>
    <ds:schemaRef ds:uri="f2466082-b6bf-4153-98c3-3c41e85fda18"/>
  </ds:schemaRefs>
</ds:datastoreItem>
</file>

<file path=customXml/itemProps2.xml><?xml version="1.0" encoding="utf-8"?>
<ds:datastoreItem xmlns:ds="http://schemas.openxmlformats.org/officeDocument/2006/customXml" ds:itemID="{7D6A32EA-E00C-4582-BE01-08E9C228F22C}"/>
</file>

<file path=customXml/itemProps3.xml><?xml version="1.0" encoding="utf-8"?>
<ds:datastoreItem xmlns:ds="http://schemas.openxmlformats.org/officeDocument/2006/customXml" ds:itemID="{EB2CA712-DB8D-4621-B2A5-2B37108E0470}">
  <ds:schemaRefs>
    <ds:schemaRef ds:uri="http://schemas.microsoft.com/sharepoint/v3/contenttype/forms"/>
  </ds:schemaRefs>
</ds:datastoreItem>
</file>

<file path=docProps/app.xml><?xml version="1.0" encoding="utf-8"?>
<ap:Properties xmlns:vt="http://schemas.openxmlformats.org/officeDocument/2006/docPropsVTypes" xmlns:ap="http://schemas.openxmlformats.org/officeDocument/2006/extended-properties">
  <ap:TotalTime>965</ap:TotalTime>
  <ap:Words>5428</ap:Words>
  <ap:Application>Microsoft Office PowerPoint</ap:Application>
  <ap:PresentationFormat>On-screen Show (16:9)</ap:PresentationFormat>
  <ap:Paragraphs>485</ap:Paragraphs>
  <ap:Slides>49</ap:Slides>
  <ap:Notes>49</ap:Notes>
  <ap:HiddenSlides>0</ap:HiddenSlides>
  <ap:MMClips>0</ap:MMClips>
  <ap:ScaleCrop>false</ap:ScaleCrop>
  <ap:HeadingPairs>
    <vt:vector baseType="variant" size="6">
      <vt:variant>
        <vt:lpstr>Fonts Used</vt:lpstr>
      </vt:variant>
      <vt:variant>
        <vt:i4>9</vt:i4>
      </vt:variant>
      <vt:variant>
        <vt:lpstr>Theme</vt:lpstr>
      </vt:variant>
      <vt:variant>
        <vt:i4>3</vt:i4>
      </vt:variant>
      <vt:variant>
        <vt:lpstr>Slide Titles</vt:lpstr>
      </vt:variant>
      <vt:variant>
        <vt:i4>49</vt:i4>
      </vt:variant>
    </vt:vector>
  </ap:HeadingPairs>
  <ap:TitlesOfParts>
    <vt:vector baseType="lpstr" size="61">
      <vt:lpstr>Arial</vt:lpstr>
      <vt:lpstr>Calibri</vt:lpstr>
      <vt:lpstr>Lao UI</vt:lpstr>
      <vt:lpstr>Lato Hairline</vt:lpstr>
      <vt:lpstr>Lato Light</vt:lpstr>
      <vt:lpstr>Segoe UI</vt:lpstr>
      <vt:lpstr>Trade Gothic</vt:lpstr>
      <vt:lpstr>Verdana</vt:lpstr>
      <vt:lpstr>Wingdings</vt:lpstr>
      <vt:lpstr>Office Theme</vt:lpstr>
      <vt:lpstr>Eglamour template</vt:lpstr>
      <vt:lpstr>1_Eglamour template</vt:lpstr>
      <vt:lpstr>Federal Rules and Regulations: </vt:lpstr>
      <vt:lpstr>Administrative Requirements</vt:lpstr>
      <vt:lpstr>Grantee System Standards</vt:lpstr>
      <vt:lpstr>Financial Management System</vt:lpstr>
      <vt:lpstr>Suspension &amp; Debarment </vt:lpstr>
      <vt:lpstr>Procurement</vt:lpstr>
      <vt:lpstr>PowerPoint Presentation</vt:lpstr>
      <vt:lpstr>PowerPoint Presentation</vt:lpstr>
      <vt:lpstr>PowerPoint Presentation</vt:lpstr>
      <vt:lpstr>PowerPoint Presentation</vt:lpstr>
      <vt:lpstr>Telecommunications</vt:lpstr>
      <vt:lpstr>Ineligible Commodities</vt:lpstr>
      <vt:lpstr>Restricted Commodities</vt:lpstr>
      <vt:lpstr>Geographic Code</vt:lpstr>
      <vt:lpstr>PowerPoint Presentation</vt:lpstr>
      <vt:lpstr>PowerPoint Presentation</vt:lpstr>
      <vt:lpstr>PowerPoint Presentation</vt:lpstr>
      <vt:lpstr>Mandatory as Applicable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 Test of Allowability</vt:lpstr>
      <vt:lpstr>PowerPoint Presentation</vt:lpstr>
      <vt:lpstr>PowerPoint Presentation</vt:lpstr>
      <vt:lpstr>PowerPoint Presentation</vt:lpstr>
      <vt:lpstr>PowerPoint Presentation</vt:lpstr>
      <vt:lpstr>Allowability &amp; Supporting Documentation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ap:TitlesOfParts>
  <ap:Company>Microsoft</ap:Company>
  <ap:LinksUpToDate>false</ap:LinksUpToDate>
  <ap:SharedDoc>false</ap:SharedDoc>
  <ap:HyperlinksChanged>false</ap:HyperlinksChanged>
  <ap:AppVersion>16.0000</ap:AppVersion>
</ap:Properties>
</file>

<file path=docProps/core.xml><?xml version="1.0" encoding="utf-8"?>
<coreProperties xmlns:dc="http://purl.org/dc/elements/1.1/" xmlns:dcterms="http://purl.org/dc/terms/" xmlns:xsi="http://www.w3.org/2001/XMLSchema-instance" xmlns="http://schemas.openxmlformats.org/package/2006/metadata/core-properties">
  <dc:title>Federal Rules and Regulations:</dc:title>
  <dc:creator>Abigail Shepard- Moore</dc:creator>
  <lastModifiedBy>Danielle Martin</lastModifiedBy>
  <revision>3</revision>
  <dcterms:created xsi:type="dcterms:W3CDTF">2019-06-24T13:16:26.0000000Z</dcterms:created>
  <dcterms:modified xsi:type="dcterms:W3CDTF">2023-03-22T08:11:31.0000000Z</dcterms:modified>
  <keywords>, docId:7A91022845920EC3E90BBEF5C77DF98A</keywords>
</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13945400</vt:r8>
  </property>
  <property fmtid="{D5CDD505-2E9C-101B-9397-08002B2CF9AE}" pid="4" name="MediaServiceImageTags">
    <vt:lpwstr/>
  </property>
</Properties>
</file>