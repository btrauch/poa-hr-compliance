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56"/>
  </p:notesMasterIdLst>
  <p:sldIdLst>
    <p:sldId id="257" r:id="rId7"/>
    <p:sldId id="263" r:id="rId8"/>
    <p:sldId id="264" r:id="rId9"/>
    <p:sldId id="265" r:id="rId10"/>
    <p:sldId id="287" r:id="rId11"/>
    <p:sldId id="266" r:id="rId12"/>
    <p:sldId id="267" r:id="rId13"/>
    <p:sldId id="268" r:id="rId14"/>
    <p:sldId id="269" r:id="rId15"/>
    <p:sldId id="307" r:id="rId16"/>
    <p:sldId id="306" r:id="rId17"/>
    <p:sldId id="308" r:id="rId18"/>
    <p:sldId id="309" r:id="rId19"/>
    <p:sldId id="310" r:id="rId20"/>
    <p:sldId id="270" r:id="rId21"/>
    <p:sldId id="272" r:id="rId22"/>
    <p:sldId id="293" r:id="rId23"/>
    <p:sldId id="333" r:id="rId24"/>
    <p:sldId id="335" r:id="rId25"/>
    <p:sldId id="337" r:id="rId26"/>
    <p:sldId id="338" r:id="rId27"/>
    <p:sldId id="295" r:id="rId28"/>
    <p:sldId id="336" r:id="rId29"/>
    <p:sldId id="303" r:id="rId30"/>
    <p:sldId id="304" r:id="rId31"/>
    <p:sldId id="305" r:id="rId32"/>
    <p:sldId id="273" r:id="rId33"/>
    <p:sldId id="274" r:id="rId34"/>
    <p:sldId id="275" r:id="rId35"/>
    <p:sldId id="284" r:id="rId36"/>
    <p:sldId id="285" r:id="rId37"/>
    <p:sldId id="276" r:id="rId38"/>
    <p:sldId id="279" r:id="rId39"/>
    <p:sldId id="317" r:id="rId40"/>
    <p:sldId id="311" r:id="rId41"/>
    <p:sldId id="297" r:id="rId42"/>
    <p:sldId id="319" r:id="rId43"/>
    <p:sldId id="320" r:id="rId44"/>
    <p:sldId id="321" r:id="rId45"/>
    <p:sldId id="322" r:id="rId46"/>
    <p:sldId id="323" r:id="rId47"/>
    <p:sldId id="324" r:id="rId48"/>
    <p:sldId id="330" r:id="rId49"/>
    <p:sldId id="332" r:id="rId50"/>
    <p:sldId id="325" r:id="rId51"/>
    <p:sldId id="326" r:id="rId52"/>
    <p:sldId id="328" r:id="rId53"/>
    <p:sldId id="329" r:id="rId54"/>
    <p:sldId id="283" r:id="rId5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C07"/>
    <a:srgbClr val="FDB300"/>
    <a:srgbClr val="DFB76F"/>
    <a:srgbClr val="DEAE58"/>
    <a:srgbClr val="5FACB9"/>
    <a:srgbClr val="F8A15A"/>
    <a:srgbClr val="FCCFAA"/>
    <a:srgbClr val="00B2D0"/>
    <a:srgbClr val="00C9DA"/>
    <a:srgbClr val="8BC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266FBE-A9FC-408D-AA55-11DFFDE67EF7}" v="2" dt="2023-06-09T10:11:25.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42" autoAdjust="0"/>
  </p:normalViewPr>
  <p:slideViewPr>
    <p:cSldViewPr snapToGrid="0">
      <p:cViewPr varScale="1">
        <p:scale>
          <a:sx n="97" d="100"/>
          <a:sy n="97" d="100"/>
        </p:scale>
        <p:origin x="1046" y="36"/>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Martin" userId="04f63225-1d27-46ab-9c7c-1c8b513bed32" providerId="ADAL" clId="{16493A9B-B64C-4B39-8122-137BDDD5D03F}"/>
    <pc:docChg chg="undo redo custSel addSld delSld modSld sldOrd">
      <pc:chgData name="Danielle Martin" userId="04f63225-1d27-46ab-9c7c-1c8b513bed32" providerId="ADAL" clId="{16493A9B-B64C-4B39-8122-137BDDD5D03F}" dt="2022-10-12T11:14:48.753" v="3600" actId="20577"/>
      <pc:docMkLst>
        <pc:docMk/>
      </pc:docMkLst>
      <pc:sldChg chg="modSp mod">
        <pc:chgData name="Danielle Martin" userId="04f63225-1d27-46ab-9c7c-1c8b513bed32" providerId="ADAL" clId="{16493A9B-B64C-4B39-8122-137BDDD5D03F}" dt="2022-10-12T01:13:33.281" v="3573" actId="6549"/>
        <pc:sldMkLst>
          <pc:docMk/>
          <pc:sldMk cId="3963571660" sldId="257"/>
        </pc:sldMkLst>
        <pc:spChg chg="mod">
          <ac:chgData name="Danielle Martin" userId="04f63225-1d27-46ab-9c7c-1c8b513bed32" providerId="ADAL" clId="{16493A9B-B64C-4B39-8122-137BDDD5D03F}" dt="2022-10-12T01:13:33.281" v="3573" actId="6549"/>
          <ac:spMkLst>
            <pc:docMk/>
            <pc:sldMk cId="3963571660" sldId="257"/>
            <ac:spMk id="2" creationId="{00000000-0000-0000-0000-000000000000}"/>
          </ac:spMkLst>
        </pc:spChg>
      </pc:sldChg>
      <pc:sldChg chg="modSp mod modNotesTx">
        <pc:chgData name="Danielle Martin" userId="04f63225-1d27-46ab-9c7c-1c8b513bed32" providerId="ADAL" clId="{16493A9B-B64C-4B39-8122-137BDDD5D03F}" dt="2022-10-11T23:20:31.585" v="202"/>
        <pc:sldMkLst>
          <pc:docMk/>
          <pc:sldMk cId="3368432275" sldId="266"/>
        </pc:sldMkLst>
        <pc:spChg chg="mod">
          <ac:chgData name="Danielle Martin" userId="04f63225-1d27-46ab-9c7c-1c8b513bed32" providerId="ADAL" clId="{16493A9B-B64C-4B39-8122-137BDDD5D03F}" dt="2022-10-11T23:20:31.585" v="202"/>
          <ac:spMkLst>
            <pc:docMk/>
            <pc:sldMk cId="3368432275" sldId="266"/>
            <ac:spMk id="200" creationId="{00000000-0000-0000-0000-000000000000}"/>
          </ac:spMkLst>
        </pc:spChg>
      </pc:sldChg>
      <pc:sldChg chg="modNotesTx">
        <pc:chgData name="Danielle Martin" userId="04f63225-1d27-46ab-9c7c-1c8b513bed32" providerId="ADAL" clId="{16493A9B-B64C-4B39-8122-137BDDD5D03F}" dt="2022-10-12T08:24:50.775" v="3574" actId="20577"/>
        <pc:sldMkLst>
          <pc:docMk/>
          <pc:sldMk cId="2502525383" sldId="267"/>
        </pc:sldMkLst>
      </pc:sldChg>
      <pc:sldChg chg="modSp mod modNotesTx">
        <pc:chgData name="Danielle Martin" userId="04f63225-1d27-46ab-9c7c-1c8b513bed32" providerId="ADAL" clId="{16493A9B-B64C-4B39-8122-137BDDD5D03F}" dt="2022-10-12T08:59:57.082" v="3578" actId="20577"/>
        <pc:sldMkLst>
          <pc:docMk/>
          <pc:sldMk cId="3597516244" sldId="272"/>
        </pc:sldMkLst>
        <pc:spChg chg="mod">
          <ac:chgData name="Danielle Martin" userId="04f63225-1d27-46ab-9c7c-1c8b513bed32" providerId="ADAL" clId="{16493A9B-B64C-4B39-8122-137BDDD5D03F}" dt="2022-10-12T08:59:43.745" v="3577" actId="20577"/>
          <ac:spMkLst>
            <pc:docMk/>
            <pc:sldMk cId="3597516244" sldId="272"/>
            <ac:spMk id="67" creationId="{00000000-0000-0000-0000-000000000000}"/>
          </ac:spMkLst>
        </pc:spChg>
      </pc:sldChg>
      <pc:sldChg chg="modSp mod">
        <pc:chgData name="Danielle Martin" userId="04f63225-1d27-46ab-9c7c-1c8b513bed32" providerId="ADAL" clId="{16493A9B-B64C-4B39-8122-137BDDD5D03F}" dt="2022-10-12T00:06:33.634" v="1348" actId="20577"/>
        <pc:sldMkLst>
          <pc:docMk/>
          <pc:sldMk cId="2934135243" sldId="276"/>
        </pc:sldMkLst>
        <pc:spChg chg="mod">
          <ac:chgData name="Danielle Martin" userId="04f63225-1d27-46ab-9c7c-1c8b513bed32" providerId="ADAL" clId="{16493A9B-B64C-4B39-8122-137BDDD5D03F}" dt="2022-10-12T00:06:00.196" v="1344" actId="1076"/>
          <ac:spMkLst>
            <pc:docMk/>
            <pc:sldMk cId="2934135243" sldId="276"/>
            <ac:spMk id="5" creationId="{00000000-0000-0000-0000-000000000000}"/>
          </ac:spMkLst>
        </pc:spChg>
        <pc:spChg chg="mod">
          <ac:chgData name="Danielle Martin" userId="04f63225-1d27-46ab-9c7c-1c8b513bed32" providerId="ADAL" clId="{16493A9B-B64C-4B39-8122-137BDDD5D03F}" dt="2022-10-12T00:06:33.634" v="1348" actId="20577"/>
          <ac:spMkLst>
            <pc:docMk/>
            <pc:sldMk cId="2934135243" sldId="276"/>
            <ac:spMk id="67" creationId="{00000000-0000-0000-0000-000000000000}"/>
          </ac:spMkLst>
        </pc:spChg>
      </pc:sldChg>
      <pc:sldChg chg="modSp mod">
        <pc:chgData name="Danielle Martin" userId="04f63225-1d27-46ab-9c7c-1c8b513bed32" providerId="ADAL" clId="{16493A9B-B64C-4B39-8122-137BDDD5D03F}" dt="2022-10-11T23:53:20.305" v="895" actId="313"/>
        <pc:sldMkLst>
          <pc:docMk/>
          <pc:sldMk cId="910019463" sldId="279"/>
        </pc:sldMkLst>
        <pc:spChg chg="mod">
          <ac:chgData name="Danielle Martin" userId="04f63225-1d27-46ab-9c7c-1c8b513bed32" providerId="ADAL" clId="{16493A9B-B64C-4B39-8122-137BDDD5D03F}" dt="2022-10-11T23:53:20.305" v="895" actId="313"/>
          <ac:spMkLst>
            <pc:docMk/>
            <pc:sldMk cId="910019463" sldId="279"/>
            <ac:spMk id="101" creationId="{00000000-0000-0000-0000-000000000000}"/>
          </ac:spMkLst>
        </pc:spChg>
      </pc:sldChg>
      <pc:sldChg chg="modNotesTx">
        <pc:chgData name="Danielle Martin" userId="04f63225-1d27-46ab-9c7c-1c8b513bed32" providerId="ADAL" clId="{16493A9B-B64C-4B39-8122-137BDDD5D03F}" dt="2022-10-12T09:01:49.660" v="3591" actId="20577"/>
        <pc:sldMkLst>
          <pc:docMk/>
          <pc:sldMk cId="798250953" sldId="285"/>
        </pc:sldMkLst>
      </pc:sldChg>
      <pc:sldChg chg="modNotesTx">
        <pc:chgData name="Danielle Martin" userId="04f63225-1d27-46ab-9c7c-1c8b513bed32" providerId="ADAL" clId="{16493A9B-B64C-4B39-8122-137BDDD5D03F}" dt="2022-10-12T11:14:48.753" v="3600" actId="20577"/>
        <pc:sldMkLst>
          <pc:docMk/>
          <pc:sldMk cId="1922730267" sldId="287"/>
        </pc:sldMkLst>
      </pc:sldChg>
      <pc:sldChg chg="del">
        <pc:chgData name="Danielle Martin" userId="04f63225-1d27-46ab-9c7c-1c8b513bed32" providerId="ADAL" clId="{16493A9B-B64C-4B39-8122-137BDDD5D03F}" dt="2022-10-12T00:29:15.980" v="1801" actId="47"/>
        <pc:sldMkLst>
          <pc:docMk/>
          <pc:sldMk cId="3085414058" sldId="288"/>
        </pc:sldMkLst>
      </pc:sldChg>
      <pc:sldChg chg="modSp del mod ord">
        <pc:chgData name="Danielle Martin" userId="04f63225-1d27-46ab-9c7c-1c8b513bed32" providerId="ADAL" clId="{16493A9B-B64C-4B39-8122-137BDDD5D03F}" dt="2022-10-12T01:10:39.334" v="3563" actId="47"/>
        <pc:sldMkLst>
          <pc:docMk/>
          <pc:sldMk cId="2540148509" sldId="292"/>
        </pc:sldMkLst>
        <pc:spChg chg="mod">
          <ac:chgData name="Danielle Martin" userId="04f63225-1d27-46ab-9c7c-1c8b513bed32" providerId="ADAL" clId="{16493A9B-B64C-4B39-8122-137BDDD5D03F}" dt="2022-10-12T00:31:15.345" v="1819" actId="6549"/>
          <ac:spMkLst>
            <pc:docMk/>
            <pc:sldMk cId="2540148509" sldId="292"/>
            <ac:spMk id="7" creationId="{00000000-0000-0000-0000-000000000000}"/>
          </ac:spMkLst>
        </pc:spChg>
      </pc:sldChg>
      <pc:sldChg chg="modSp mod">
        <pc:chgData name="Danielle Martin" userId="04f63225-1d27-46ab-9c7c-1c8b513bed32" providerId="ADAL" clId="{16493A9B-B64C-4B39-8122-137BDDD5D03F}" dt="2022-10-12T09:00:10.947" v="3590" actId="6549"/>
        <pc:sldMkLst>
          <pc:docMk/>
          <pc:sldMk cId="241458670" sldId="293"/>
        </pc:sldMkLst>
        <pc:spChg chg="mod">
          <ac:chgData name="Danielle Martin" userId="04f63225-1d27-46ab-9c7c-1c8b513bed32" providerId="ADAL" clId="{16493A9B-B64C-4B39-8122-137BDDD5D03F}" dt="2022-10-12T09:00:10.947" v="3590" actId="6549"/>
          <ac:spMkLst>
            <pc:docMk/>
            <pc:sldMk cId="241458670" sldId="293"/>
            <ac:spMk id="67" creationId="{00000000-0000-0000-0000-000000000000}"/>
          </ac:spMkLst>
        </pc:spChg>
      </pc:sldChg>
      <pc:sldChg chg="del">
        <pc:chgData name="Danielle Martin" userId="04f63225-1d27-46ab-9c7c-1c8b513bed32" providerId="ADAL" clId="{16493A9B-B64C-4B39-8122-137BDDD5D03F}" dt="2022-10-11T22:51:37.634" v="4" actId="47"/>
        <pc:sldMkLst>
          <pc:docMk/>
          <pc:sldMk cId="3381497375" sldId="295"/>
        </pc:sldMkLst>
      </pc:sldChg>
      <pc:sldChg chg="del">
        <pc:chgData name="Danielle Martin" userId="04f63225-1d27-46ab-9c7c-1c8b513bed32" providerId="ADAL" clId="{16493A9B-B64C-4B39-8122-137BDDD5D03F}" dt="2022-10-11T22:51:36.935" v="3" actId="47"/>
        <pc:sldMkLst>
          <pc:docMk/>
          <pc:sldMk cId="394311324" sldId="296"/>
        </pc:sldMkLst>
      </pc:sldChg>
      <pc:sldChg chg="addSp delSp modSp add del mod ord modNotesTx">
        <pc:chgData name="Danielle Martin" userId="04f63225-1d27-46ab-9c7c-1c8b513bed32" providerId="ADAL" clId="{16493A9B-B64C-4B39-8122-137BDDD5D03F}" dt="2022-10-12T00:31:57.762" v="1822"/>
        <pc:sldMkLst>
          <pc:docMk/>
          <pc:sldMk cId="2743023188" sldId="297"/>
        </pc:sldMkLst>
        <pc:spChg chg="add del mod">
          <ac:chgData name="Danielle Martin" userId="04f63225-1d27-46ab-9c7c-1c8b513bed32" providerId="ADAL" clId="{16493A9B-B64C-4B39-8122-137BDDD5D03F}" dt="2022-10-11T23:27:48.914" v="220" actId="478"/>
          <ac:spMkLst>
            <pc:docMk/>
            <pc:sldMk cId="2743023188" sldId="297"/>
            <ac:spMk id="3" creationId="{7FC0ED51-7CEB-04A4-ACD3-3BEEB2BBDB6A}"/>
          </ac:spMkLst>
        </pc:spChg>
        <pc:spChg chg="add del mod">
          <ac:chgData name="Danielle Martin" userId="04f63225-1d27-46ab-9c7c-1c8b513bed32" providerId="ADAL" clId="{16493A9B-B64C-4B39-8122-137BDDD5D03F}" dt="2022-10-11T23:27:55.939" v="222" actId="478"/>
          <ac:spMkLst>
            <pc:docMk/>
            <pc:sldMk cId="2743023188" sldId="297"/>
            <ac:spMk id="5" creationId="{2E036B86-948C-A6A1-F9DD-ED7B594713C0}"/>
          </ac:spMkLst>
        </pc:spChg>
        <pc:spChg chg="mod">
          <ac:chgData name="Danielle Martin" userId="04f63225-1d27-46ab-9c7c-1c8b513bed32" providerId="ADAL" clId="{16493A9B-B64C-4B39-8122-137BDDD5D03F}" dt="2022-10-12T00:07:08.047" v="1354"/>
          <ac:spMkLst>
            <pc:docMk/>
            <pc:sldMk cId="2743023188" sldId="297"/>
            <ac:spMk id="6" creationId="{00000000-0000-0000-0000-000000000000}"/>
          </ac:spMkLst>
        </pc:spChg>
        <pc:spChg chg="mod">
          <ac:chgData name="Danielle Martin" userId="04f63225-1d27-46ab-9c7c-1c8b513bed32" providerId="ADAL" clId="{16493A9B-B64C-4B39-8122-137BDDD5D03F}" dt="2022-10-12T00:30:37.597" v="1811" actId="207"/>
          <ac:spMkLst>
            <pc:docMk/>
            <pc:sldMk cId="2743023188" sldId="297"/>
            <ac:spMk id="7" creationId="{00000000-0000-0000-0000-000000000000}"/>
          </ac:spMkLst>
        </pc:spChg>
        <pc:spChg chg="del">
          <ac:chgData name="Danielle Martin" userId="04f63225-1d27-46ab-9c7c-1c8b513bed32" providerId="ADAL" clId="{16493A9B-B64C-4B39-8122-137BDDD5D03F}" dt="2022-10-11T23:27:44.574" v="219" actId="478"/>
          <ac:spMkLst>
            <pc:docMk/>
            <pc:sldMk cId="2743023188" sldId="297"/>
            <ac:spMk id="8" creationId="{6DE1FA37-C451-4D7A-923C-DE79E70C2821}"/>
          </ac:spMkLst>
        </pc:spChg>
        <pc:spChg chg="del">
          <ac:chgData name="Danielle Martin" userId="04f63225-1d27-46ab-9c7c-1c8b513bed32" providerId="ADAL" clId="{16493A9B-B64C-4B39-8122-137BDDD5D03F}" dt="2022-10-11T23:27:51.642" v="221" actId="478"/>
          <ac:spMkLst>
            <pc:docMk/>
            <pc:sldMk cId="2743023188" sldId="297"/>
            <ac:spMk id="9" creationId="{E68B9885-F7AA-4B4B-B4FF-A2D9076CC8EF}"/>
          </ac:spMkLst>
        </pc:spChg>
        <pc:spChg chg="del">
          <ac:chgData name="Danielle Martin" userId="04f63225-1d27-46ab-9c7c-1c8b513bed32" providerId="ADAL" clId="{16493A9B-B64C-4B39-8122-137BDDD5D03F}" dt="2022-10-11T23:27:35.059" v="217" actId="478"/>
          <ac:spMkLst>
            <pc:docMk/>
            <pc:sldMk cId="2743023188" sldId="297"/>
            <ac:spMk id="10" creationId="{8BF99220-8DB3-4821-93EB-01466DC68747}"/>
          </ac:spMkLst>
        </pc:spChg>
        <pc:spChg chg="del">
          <ac:chgData name="Danielle Martin" userId="04f63225-1d27-46ab-9c7c-1c8b513bed32" providerId="ADAL" clId="{16493A9B-B64C-4B39-8122-137BDDD5D03F}" dt="2022-10-11T23:27:24.218" v="215" actId="478"/>
          <ac:spMkLst>
            <pc:docMk/>
            <pc:sldMk cId="2743023188" sldId="297"/>
            <ac:spMk id="11" creationId="{052B5B67-DF82-4C33-B79C-8BDB4B40A9BE}"/>
          </ac:spMkLst>
        </pc:spChg>
        <pc:spChg chg="add mod">
          <ac:chgData name="Danielle Martin" userId="04f63225-1d27-46ab-9c7c-1c8b513bed32" providerId="ADAL" clId="{16493A9B-B64C-4B39-8122-137BDDD5D03F}" dt="2022-10-11T23:42:30.924" v="487" actId="20577"/>
          <ac:spMkLst>
            <pc:docMk/>
            <pc:sldMk cId="2743023188" sldId="297"/>
            <ac:spMk id="12" creationId="{BB5BEF00-8BA9-4959-8E2C-6C0CCFD01D00}"/>
          </ac:spMkLst>
        </pc:spChg>
      </pc:sldChg>
      <pc:sldChg chg="add del">
        <pc:chgData name="Danielle Martin" userId="04f63225-1d27-46ab-9c7c-1c8b513bed32" providerId="ADAL" clId="{16493A9B-B64C-4B39-8122-137BDDD5D03F}" dt="2022-10-11T23:28:08.387" v="225" actId="47"/>
        <pc:sldMkLst>
          <pc:docMk/>
          <pc:sldMk cId="1208532956" sldId="299"/>
        </pc:sldMkLst>
      </pc:sldChg>
      <pc:sldChg chg="add del">
        <pc:chgData name="Danielle Martin" userId="04f63225-1d27-46ab-9c7c-1c8b513bed32" providerId="ADAL" clId="{16493A9B-B64C-4B39-8122-137BDDD5D03F}" dt="2022-10-11T23:28:09.044" v="226" actId="47"/>
        <pc:sldMkLst>
          <pc:docMk/>
          <pc:sldMk cId="2472928703" sldId="300"/>
        </pc:sldMkLst>
      </pc:sldChg>
      <pc:sldChg chg="add del">
        <pc:chgData name="Danielle Martin" userId="04f63225-1d27-46ab-9c7c-1c8b513bed32" providerId="ADAL" clId="{16493A9B-B64C-4B39-8122-137BDDD5D03F}" dt="2022-10-11T23:28:09.676" v="227" actId="47"/>
        <pc:sldMkLst>
          <pc:docMk/>
          <pc:sldMk cId="789832549" sldId="302"/>
        </pc:sldMkLst>
      </pc:sldChg>
      <pc:sldChg chg="del">
        <pc:chgData name="Danielle Martin" userId="04f63225-1d27-46ab-9c7c-1c8b513bed32" providerId="ADAL" clId="{16493A9B-B64C-4B39-8122-137BDDD5D03F}" dt="2022-10-11T22:51:35.766" v="2" actId="47"/>
        <pc:sldMkLst>
          <pc:docMk/>
          <pc:sldMk cId="1512586690" sldId="303"/>
        </pc:sldMkLst>
      </pc:sldChg>
      <pc:sldChg chg="del">
        <pc:chgData name="Danielle Martin" userId="04f63225-1d27-46ab-9c7c-1c8b513bed32" providerId="ADAL" clId="{16493A9B-B64C-4B39-8122-137BDDD5D03F}" dt="2022-10-11T22:51:35.129" v="1" actId="47"/>
        <pc:sldMkLst>
          <pc:docMk/>
          <pc:sldMk cId="1841640217" sldId="304"/>
        </pc:sldMkLst>
      </pc:sldChg>
      <pc:sldChg chg="del">
        <pc:chgData name="Danielle Martin" userId="04f63225-1d27-46ab-9c7c-1c8b513bed32" providerId="ADAL" clId="{16493A9B-B64C-4B39-8122-137BDDD5D03F}" dt="2022-10-11T22:51:34.222" v="0" actId="47"/>
        <pc:sldMkLst>
          <pc:docMk/>
          <pc:sldMk cId="1068241505" sldId="305"/>
        </pc:sldMkLst>
      </pc:sldChg>
      <pc:sldChg chg="modSp mod">
        <pc:chgData name="Danielle Martin" userId="04f63225-1d27-46ab-9c7c-1c8b513bed32" providerId="ADAL" clId="{16493A9B-B64C-4B39-8122-137BDDD5D03F}" dt="2022-10-11T22:55:46.434" v="50" actId="20577"/>
        <pc:sldMkLst>
          <pc:docMk/>
          <pc:sldMk cId="3696477027" sldId="306"/>
        </pc:sldMkLst>
        <pc:spChg chg="mod">
          <ac:chgData name="Danielle Martin" userId="04f63225-1d27-46ab-9c7c-1c8b513bed32" providerId="ADAL" clId="{16493A9B-B64C-4B39-8122-137BDDD5D03F}" dt="2022-10-11T22:55:46.434" v="50" actId="20577"/>
          <ac:spMkLst>
            <pc:docMk/>
            <pc:sldMk cId="3696477027" sldId="306"/>
            <ac:spMk id="67" creationId="{00000000-0000-0000-0000-000000000000}"/>
          </ac:spMkLst>
        </pc:spChg>
      </pc:sldChg>
      <pc:sldChg chg="add">
        <pc:chgData name="Danielle Martin" userId="04f63225-1d27-46ab-9c7c-1c8b513bed32" providerId="ADAL" clId="{16493A9B-B64C-4B39-8122-137BDDD5D03F}" dt="2022-10-11T22:58:55.999" v="51" actId="2890"/>
        <pc:sldMkLst>
          <pc:docMk/>
          <pc:sldMk cId="3559867105" sldId="307"/>
        </pc:sldMkLst>
      </pc:sldChg>
      <pc:sldChg chg="modSp add mod">
        <pc:chgData name="Danielle Martin" userId="04f63225-1d27-46ab-9c7c-1c8b513bed32" providerId="ADAL" clId="{16493A9B-B64C-4B39-8122-137BDDD5D03F}" dt="2022-10-12T00:29:29.216" v="1802" actId="207"/>
        <pc:sldMkLst>
          <pc:docMk/>
          <pc:sldMk cId="3488990735" sldId="308"/>
        </pc:sldMkLst>
        <pc:spChg chg="mod">
          <ac:chgData name="Danielle Martin" userId="04f63225-1d27-46ab-9c7c-1c8b513bed32" providerId="ADAL" clId="{16493A9B-B64C-4B39-8122-137BDDD5D03F}" dt="2022-10-12T00:29:29.216" v="1802" actId="207"/>
          <ac:spMkLst>
            <pc:docMk/>
            <pc:sldMk cId="3488990735" sldId="308"/>
            <ac:spMk id="5" creationId="{00000000-0000-0000-0000-000000000000}"/>
          </ac:spMkLst>
        </pc:spChg>
        <pc:spChg chg="mod">
          <ac:chgData name="Danielle Martin" userId="04f63225-1d27-46ab-9c7c-1c8b513bed32" providerId="ADAL" clId="{16493A9B-B64C-4B39-8122-137BDDD5D03F}" dt="2022-10-11T23:07:03.863" v="118" actId="20577"/>
          <ac:spMkLst>
            <pc:docMk/>
            <pc:sldMk cId="3488990735" sldId="308"/>
            <ac:spMk id="65" creationId="{00000000-0000-0000-0000-000000000000}"/>
          </ac:spMkLst>
        </pc:spChg>
        <pc:spChg chg="mod">
          <ac:chgData name="Danielle Martin" userId="04f63225-1d27-46ab-9c7c-1c8b513bed32" providerId="ADAL" clId="{16493A9B-B64C-4B39-8122-137BDDD5D03F}" dt="2022-10-11T23:06:47.922" v="114" actId="6549"/>
          <ac:spMkLst>
            <pc:docMk/>
            <pc:sldMk cId="3488990735" sldId="308"/>
            <ac:spMk id="67" creationId="{00000000-0000-0000-0000-000000000000}"/>
          </ac:spMkLst>
        </pc:spChg>
      </pc:sldChg>
      <pc:sldChg chg="modSp add mod">
        <pc:chgData name="Danielle Martin" userId="04f63225-1d27-46ab-9c7c-1c8b513bed32" providerId="ADAL" clId="{16493A9B-B64C-4B39-8122-137BDDD5D03F}" dt="2022-10-12T00:30:00.990" v="1808" actId="207"/>
        <pc:sldMkLst>
          <pc:docMk/>
          <pc:sldMk cId="1505485396" sldId="309"/>
        </pc:sldMkLst>
        <pc:spChg chg="mod">
          <ac:chgData name="Danielle Martin" userId="04f63225-1d27-46ab-9c7c-1c8b513bed32" providerId="ADAL" clId="{16493A9B-B64C-4B39-8122-137BDDD5D03F}" dt="2022-10-12T00:30:00.990" v="1808" actId="207"/>
          <ac:spMkLst>
            <pc:docMk/>
            <pc:sldMk cId="1505485396" sldId="309"/>
            <ac:spMk id="5" creationId="{00000000-0000-0000-0000-000000000000}"/>
          </ac:spMkLst>
        </pc:spChg>
        <pc:spChg chg="mod">
          <ac:chgData name="Danielle Martin" userId="04f63225-1d27-46ab-9c7c-1c8b513bed32" providerId="ADAL" clId="{16493A9B-B64C-4B39-8122-137BDDD5D03F}" dt="2022-10-11T23:07:39.150" v="122"/>
          <ac:spMkLst>
            <pc:docMk/>
            <pc:sldMk cId="1505485396" sldId="309"/>
            <ac:spMk id="65" creationId="{00000000-0000-0000-0000-000000000000}"/>
          </ac:spMkLst>
        </pc:spChg>
        <pc:spChg chg="mod">
          <ac:chgData name="Danielle Martin" userId="04f63225-1d27-46ab-9c7c-1c8b513bed32" providerId="ADAL" clId="{16493A9B-B64C-4B39-8122-137BDDD5D03F}" dt="2022-10-11T23:12:00.489" v="142" actId="255"/>
          <ac:spMkLst>
            <pc:docMk/>
            <pc:sldMk cId="1505485396" sldId="309"/>
            <ac:spMk id="67" creationId="{00000000-0000-0000-0000-000000000000}"/>
          </ac:spMkLst>
        </pc:spChg>
      </pc:sldChg>
      <pc:sldChg chg="modSp add mod">
        <pc:chgData name="Danielle Martin" userId="04f63225-1d27-46ab-9c7c-1c8b513bed32" providerId="ADAL" clId="{16493A9B-B64C-4B39-8122-137BDDD5D03F}" dt="2022-10-12T00:29:52.169" v="1807" actId="207"/>
        <pc:sldMkLst>
          <pc:docMk/>
          <pc:sldMk cId="1849950853" sldId="310"/>
        </pc:sldMkLst>
        <pc:spChg chg="mod">
          <ac:chgData name="Danielle Martin" userId="04f63225-1d27-46ab-9c7c-1c8b513bed32" providerId="ADAL" clId="{16493A9B-B64C-4B39-8122-137BDDD5D03F}" dt="2022-10-12T00:29:52.169" v="1807" actId="207"/>
          <ac:spMkLst>
            <pc:docMk/>
            <pc:sldMk cId="1849950853" sldId="310"/>
            <ac:spMk id="5" creationId="{00000000-0000-0000-0000-000000000000}"/>
          </ac:spMkLst>
        </pc:spChg>
        <pc:spChg chg="mod">
          <ac:chgData name="Danielle Martin" userId="04f63225-1d27-46ab-9c7c-1c8b513bed32" providerId="ADAL" clId="{16493A9B-B64C-4B39-8122-137BDDD5D03F}" dt="2022-10-11T23:13:00.893" v="170" actId="6549"/>
          <ac:spMkLst>
            <pc:docMk/>
            <pc:sldMk cId="1849950853" sldId="310"/>
            <ac:spMk id="65" creationId="{00000000-0000-0000-0000-000000000000}"/>
          </ac:spMkLst>
        </pc:spChg>
        <pc:spChg chg="mod">
          <ac:chgData name="Danielle Martin" userId="04f63225-1d27-46ab-9c7c-1c8b513bed32" providerId="ADAL" clId="{16493A9B-B64C-4B39-8122-137BDDD5D03F}" dt="2022-10-11T23:14:02.046" v="180" actId="255"/>
          <ac:spMkLst>
            <pc:docMk/>
            <pc:sldMk cId="1849950853" sldId="310"/>
            <ac:spMk id="67" creationId="{00000000-0000-0000-0000-000000000000}"/>
          </ac:spMkLst>
        </pc:spChg>
      </pc:sldChg>
      <pc:sldChg chg="modSp add mod ord modNotesTx">
        <pc:chgData name="Danielle Martin" userId="04f63225-1d27-46ab-9c7c-1c8b513bed32" providerId="ADAL" clId="{16493A9B-B64C-4B39-8122-137BDDD5D03F}" dt="2022-10-12T00:30:33.048" v="1810" actId="207"/>
        <pc:sldMkLst>
          <pc:docMk/>
          <pc:sldMk cId="627832522" sldId="311"/>
        </pc:sldMkLst>
        <pc:spChg chg="mod">
          <ac:chgData name="Danielle Martin" userId="04f63225-1d27-46ab-9c7c-1c8b513bed32" providerId="ADAL" clId="{16493A9B-B64C-4B39-8122-137BDDD5D03F}" dt="2022-10-12T00:30:33.048" v="1810" actId="207"/>
          <ac:spMkLst>
            <pc:docMk/>
            <pc:sldMk cId="627832522" sldId="311"/>
            <ac:spMk id="7" creationId="{00000000-0000-0000-0000-000000000000}"/>
          </ac:spMkLst>
        </pc:spChg>
        <pc:spChg chg="mod">
          <ac:chgData name="Danielle Martin" userId="04f63225-1d27-46ab-9c7c-1c8b513bed32" providerId="ADAL" clId="{16493A9B-B64C-4B39-8122-137BDDD5D03F}" dt="2022-10-11T23:58:09.360" v="977" actId="20577"/>
          <ac:spMkLst>
            <pc:docMk/>
            <pc:sldMk cId="627832522" sldId="311"/>
            <ac:spMk id="12" creationId="{BB5BEF00-8BA9-4959-8E2C-6C0CCFD01D00}"/>
          </ac:spMkLst>
        </pc:spChg>
      </pc:sldChg>
      <pc:sldChg chg="modSp add del mod">
        <pc:chgData name="Danielle Martin" userId="04f63225-1d27-46ab-9c7c-1c8b513bed32" providerId="ADAL" clId="{16493A9B-B64C-4B39-8122-137BDDD5D03F}" dt="2022-10-12T00:19:21.996" v="1778" actId="47"/>
        <pc:sldMkLst>
          <pc:docMk/>
          <pc:sldMk cId="872495890" sldId="312"/>
        </pc:sldMkLst>
        <pc:spChg chg="mod">
          <ac:chgData name="Danielle Martin" userId="04f63225-1d27-46ab-9c7c-1c8b513bed32" providerId="ADAL" clId="{16493A9B-B64C-4B39-8122-137BDDD5D03F}" dt="2022-10-11T23:43:55.439" v="632" actId="20577"/>
          <ac:spMkLst>
            <pc:docMk/>
            <pc:sldMk cId="872495890" sldId="312"/>
            <ac:spMk id="6" creationId="{00000000-0000-0000-0000-000000000000}"/>
          </ac:spMkLst>
        </pc:spChg>
        <pc:spChg chg="mod">
          <ac:chgData name="Danielle Martin" userId="04f63225-1d27-46ab-9c7c-1c8b513bed32" providerId="ADAL" clId="{16493A9B-B64C-4B39-8122-137BDDD5D03F}" dt="2022-10-11T23:52:37.059" v="874" actId="20577"/>
          <ac:spMkLst>
            <pc:docMk/>
            <pc:sldMk cId="872495890" sldId="312"/>
            <ac:spMk id="7" creationId="{00000000-0000-0000-0000-000000000000}"/>
          </ac:spMkLst>
        </pc:spChg>
        <pc:spChg chg="mod">
          <ac:chgData name="Danielle Martin" userId="04f63225-1d27-46ab-9c7c-1c8b513bed32" providerId="ADAL" clId="{16493A9B-B64C-4B39-8122-137BDDD5D03F}" dt="2022-10-11T23:59:29.108" v="1034" actId="20577"/>
          <ac:spMkLst>
            <pc:docMk/>
            <pc:sldMk cId="872495890" sldId="312"/>
            <ac:spMk id="12" creationId="{BB5BEF00-8BA9-4959-8E2C-6C0CCFD01D00}"/>
          </ac:spMkLst>
        </pc:spChg>
      </pc:sldChg>
      <pc:sldChg chg="addSp delSp modSp add del mod">
        <pc:chgData name="Danielle Martin" userId="04f63225-1d27-46ab-9c7c-1c8b513bed32" providerId="ADAL" clId="{16493A9B-B64C-4B39-8122-137BDDD5D03F}" dt="2022-10-12T00:19:39.123" v="1785" actId="47"/>
        <pc:sldMkLst>
          <pc:docMk/>
          <pc:sldMk cId="3209209223" sldId="313"/>
        </pc:sldMkLst>
        <pc:spChg chg="add del">
          <ac:chgData name="Danielle Martin" userId="04f63225-1d27-46ab-9c7c-1c8b513bed32" providerId="ADAL" clId="{16493A9B-B64C-4B39-8122-137BDDD5D03F}" dt="2022-10-12T00:01:12.282" v="1037" actId="22"/>
          <ac:spMkLst>
            <pc:docMk/>
            <pc:sldMk cId="3209209223" sldId="313"/>
            <ac:spMk id="8" creationId="{2CB6EE23-A2A8-6E46-198A-E8D8EB984599}"/>
          </ac:spMkLst>
        </pc:spChg>
        <pc:spChg chg="mod">
          <ac:chgData name="Danielle Martin" userId="04f63225-1d27-46ab-9c7c-1c8b513bed32" providerId="ADAL" clId="{16493A9B-B64C-4B39-8122-137BDDD5D03F}" dt="2022-10-12T00:07:18.102" v="1355" actId="15"/>
          <ac:spMkLst>
            <pc:docMk/>
            <pc:sldMk cId="3209209223" sldId="313"/>
            <ac:spMk id="12" creationId="{BB5BEF00-8BA9-4959-8E2C-6C0CCFD01D00}"/>
          </ac:spMkLst>
        </pc:spChg>
      </pc:sldChg>
      <pc:sldChg chg="add del">
        <pc:chgData name="Danielle Martin" userId="04f63225-1d27-46ab-9c7c-1c8b513bed32" providerId="ADAL" clId="{16493A9B-B64C-4B39-8122-137BDDD5D03F}" dt="2022-10-12T00:06:44.254" v="1352" actId="47"/>
        <pc:sldMkLst>
          <pc:docMk/>
          <pc:sldMk cId="3927466581" sldId="314"/>
        </pc:sldMkLst>
      </pc:sldChg>
      <pc:sldChg chg="modSp add del mod ord">
        <pc:chgData name="Danielle Martin" userId="04f63225-1d27-46ab-9c7c-1c8b513bed32" providerId="ADAL" clId="{16493A9B-B64C-4B39-8122-137BDDD5D03F}" dt="2022-10-12T00:20:23.311" v="1795" actId="47"/>
        <pc:sldMkLst>
          <pc:docMk/>
          <pc:sldMk cId="1159784725" sldId="315"/>
        </pc:sldMkLst>
        <pc:spChg chg="mod">
          <ac:chgData name="Danielle Martin" userId="04f63225-1d27-46ab-9c7c-1c8b513bed32" providerId="ADAL" clId="{16493A9B-B64C-4B39-8122-137BDDD5D03F}" dt="2022-10-12T00:14:05.018" v="1676" actId="20577"/>
          <ac:spMkLst>
            <pc:docMk/>
            <pc:sldMk cId="1159784725" sldId="315"/>
            <ac:spMk id="12" creationId="{BB5BEF00-8BA9-4959-8E2C-6C0CCFD01D00}"/>
          </ac:spMkLst>
        </pc:spChg>
      </pc:sldChg>
      <pc:sldChg chg="modSp add del mod">
        <pc:chgData name="Danielle Martin" userId="04f63225-1d27-46ab-9c7c-1c8b513bed32" providerId="ADAL" clId="{16493A9B-B64C-4B39-8122-137BDDD5D03F}" dt="2022-10-12T00:20:39.179" v="1800" actId="47"/>
        <pc:sldMkLst>
          <pc:docMk/>
          <pc:sldMk cId="1048264648" sldId="316"/>
        </pc:sldMkLst>
        <pc:spChg chg="mod">
          <ac:chgData name="Danielle Martin" userId="04f63225-1d27-46ab-9c7c-1c8b513bed32" providerId="ADAL" clId="{16493A9B-B64C-4B39-8122-137BDDD5D03F}" dt="2022-10-12T00:20:33.041" v="1798" actId="20577"/>
          <ac:spMkLst>
            <pc:docMk/>
            <pc:sldMk cId="1048264648" sldId="316"/>
            <ac:spMk id="12" creationId="{BB5BEF00-8BA9-4959-8E2C-6C0CCFD01D00}"/>
          </ac:spMkLst>
        </pc:spChg>
      </pc:sldChg>
      <pc:sldChg chg="modSp add mod ord">
        <pc:chgData name="Danielle Martin" userId="04f63225-1d27-46ab-9c7c-1c8b513bed32" providerId="ADAL" clId="{16493A9B-B64C-4B39-8122-137BDDD5D03F}" dt="2022-10-12T00:18:09.252" v="1762" actId="20577"/>
        <pc:sldMkLst>
          <pc:docMk/>
          <pc:sldMk cId="601752032" sldId="317"/>
        </pc:sldMkLst>
        <pc:spChg chg="mod">
          <ac:chgData name="Danielle Martin" userId="04f63225-1d27-46ab-9c7c-1c8b513bed32" providerId="ADAL" clId="{16493A9B-B64C-4B39-8122-137BDDD5D03F}" dt="2022-10-12T00:18:09.252" v="1762" actId="20577"/>
          <ac:spMkLst>
            <pc:docMk/>
            <pc:sldMk cId="601752032" sldId="317"/>
            <ac:spMk id="5" creationId="{00000000-0000-0000-0000-000000000000}"/>
          </ac:spMkLst>
        </pc:spChg>
        <pc:spChg chg="mod">
          <ac:chgData name="Danielle Martin" userId="04f63225-1d27-46ab-9c7c-1c8b513bed32" providerId="ADAL" clId="{16493A9B-B64C-4B39-8122-137BDDD5D03F}" dt="2022-10-12T00:17:51.537" v="1745" actId="14100"/>
          <ac:spMkLst>
            <pc:docMk/>
            <pc:sldMk cId="601752032" sldId="317"/>
            <ac:spMk id="67" creationId="{00000000-0000-0000-0000-000000000000}"/>
          </ac:spMkLst>
        </pc:spChg>
      </pc:sldChg>
      <pc:sldChg chg="add del ord">
        <pc:chgData name="Danielle Martin" userId="04f63225-1d27-46ab-9c7c-1c8b513bed32" providerId="ADAL" clId="{16493A9B-B64C-4B39-8122-137BDDD5D03F}" dt="2022-10-12T00:18:30.175" v="1768" actId="47"/>
        <pc:sldMkLst>
          <pc:docMk/>
          <pc:sldMk cId="2963880777" sldId="318"/>
        </pc:sldMkLst>
      </pc:sldChg>
      <pc:sldChg chg="addSp delSp modSp add mod ord modNotesTx">
        <pc:chgData name="Danielle Martin" userId="04f63225-1d27-46ab-9c7c-1c8b513bed32" providerId="ADAL" clId="{16493A9B-B64C-4B39-8122-137BDDD5D03F}" dt="2022-10-12T00:30:45.120" v="1812" actId="207"/>
        <pc:sldMkLst>
          <pc:docMk/>
          <pc:sldMk cId="740060266" sldId="319"/>
        </pc:sldMkLst>
        <pc:spChg chg="add del mod">
          <ac:chgData name="Danielle Martin" userId="04f63225-1d27-46ab-9c7c-1c8b513bed32" providerId="ADAL" clId="{16493A9B-B64C-4B39-8122-137BDDD5D03F}" dt="2022-10-12T00:19:13.093" v="1775" actId="478"/>
          <ac:spMkLst>
            <pc:docMk/>
            <pc:sldMk cId="740060266" sldId="319"/>
            <ac:spMk id="3" creationId="{81E5BDE7-2B02-F7C9-FF2A-F2C196F0C7FD}"/>
          </ac:spMkLst>
        </pc:spChg>
        <pc:spChg chg="mod">
          <ac:chgData name="Danielle Martin" userId="04f63225-1d27-46ab-9c7c-1c8b513bed32" providerId="ADAL" clId="{16493A9B-B64C-4B39-8122-137BDDD5D03F}" dt="2022-10-12T00:30:45.120" v="1812" actId="207"/>
          <ac:spMkLst>
            <pc:docMk/>
            <pc:sldMk cId="740060266" sldId="319"/>
            <ac:spMk id="5" creationId="{00000000-0000-0000-0000-000000000000}"/>
          </ac:spMkLst>
        </pc:spChg>
        <pc:spChg chg="mod">
          <ac:chgData name="Danielle Martin" userId="04f63225-1d27-46ab-9c7c-1c8b513bed32" providerId="ADAL" clId="{16493A9B-B64C-4B39-8122-137BDDD5D03F}" dt="2022-10-12T00:18:38.246" v="1769"/>
          <ac:spMkLst>
            <pc:docMk/>
            <pc:sldMk cId="740060266" sldId="319"/>
            <ac:spMk id="7" creationId="{00000000-0000-0000-0000-000000000000}"/>
          </ac:spMkLst>
        </pc:spChg>
        <pc:spChg chg="add mod">
          <ac:chgData name="Danielle Martin" userId="04f63225-1d27-46ab-9c7c-1c8b513bed32" providerId="ADAL" clId="{16493A9B-B64C-4B39-8122-137BDDD5D03F}" dt="2022-10-12T00:19:16.010" v="1776" actId="14100"/>
          <ac:spMkLst>
            <pc:docMk/>
            <pc:sldMk cId="740060266" sldId="319"/>
            <ac:spMk id="8" creationId="{1EE03827-AE42-729E-8A4D-F7C8C84A4AD1}"/>
          </ac:spMkLst>
        </pc:spChg>
        <pc:spChg chg="del">
          <ac:chgData name="Danielle Martin" userId="04f63225-1d27-46ab-9c7c-1c8b513bed32" providerId="ADAL" clId="{16493A9B-B64C-4B39-8122-137BDDD5D03F}" dt="2022-10-12T00:19:03.931" v="1772" actId="478"/>
          <ac:spMkLst>
            <pc:docMk/>
            <pc:sldMk cId="740060266" sldId="319"/>
            <ac:spMk id="95" creationId="{00000000-0000-0000-0000-000000000000}"/>
          </ac:spMkLst>
        </pc:spChg>
      </pc:sldChg>
      <pc:sldChg chg="modSp add mod">
        <pc:chgData name="Danielle Martin" userId="04f63225-1d27-46ab-9c7c-1c8b513bed32" providerId="ADAL" clId="{16493A9B-B64C-4B39-8122-137BDDD5D03F}" dt="2022-10-12T00:30:51.573" v="1813" actId="207"/>
        <pc:sldMkLst>
          <pc:docMk/>
          <pc:sldMk cId="1984307697" sldId="320"/>
        </pc:sldMkLst>
        <pc:spChg chg="mod">
          <ac:chgData name="Danielle Martin" userId="04f63225-1d27-46ab-9c7c-1c8b513bed32" providerId="ADAL" clId="{16493A9B-B64C-4B39-8122-137BDDD5D03F}" dt="2022-10-12T00:30:51.573" v="1813" actId="207"/>
          <ac:spMkLst>
            <pc:docMk/>
            <pc:sldMk cId="1984307697" sldId="320"/>
            <ac:spMk id="5" creationId="{00000000-0000-0000-0000-000000000000}"/>
          </ac:spMkLst>
        </pc:spChg>
        <pc:spChg chg="mod">
          <ac:chgData name="Danielle Martin" userId="04f63225-1d27-46ab-9c7c-1c8b513bed32" providerId="ADAL" clId="{16493A9B-B64C-4B39-8122-137BDDD5D03F}" dt="2022-10-12T00:19:36.476" v="1784" actId="20577"/>
          <ac:spMkLst>
            <pc:docMk/>
            <pc:sldMk cId="1984307697" sldId="320"/>
            <ac:spMk id="8" creationId="{1EE03827-AE42-729E-8A4D-F7C8C84A4AD1}"/>
          </ac:spMkLst>
        </pc:spChg>
      </pc:sldChg>
      <pc:sldChg chg="addSp delSp modSp add mod ord">
        <pc:chgData name="Danielle Martin" userId="04f63225-1d27-46ab-9c7c-1c8b513bed32" providerId="ADAL" clId="{16493A9B-B64C-4B39-8122-137BDDD5D03F}" dt="2022-10-12T00:30:57.825" v="1814" actId="207"/>
        <pc:sldMkLst>
          <pc:docMk/>
          <pc:sldMk cId="2174062724" sldId="321"/>
        </pc:sldMkLst>
        <pc:spChg chg="add del mod">
          <ac:chgData name="Danielle Martin" userId="04f63225-1d27-46ab-9c7c-1c8b513bed32" providerId="ADAL" clId="{16493A9B-B64C-4B39-8122-137BDDD5D03F}" dt="2022-10-12T00:20:18.117" v="1793" actId="478"/>
          <ac:spMkLst>
            <pc:docMk/>
            <pc:sldMk cId="2174062724" sldId="321"/>
            <ac:spMk id="3" creationId="{0ACEF6D1-4A83-E700-A0C6-421E6D4934DE}"/>
          </ac:spMkLst>
        </pc:spChg>
        <pc:spChg chg="mod">
          <ac:chgData name="Danielle Martin" userId="04f63225-1d27-46ab-9c7c-1c8b513bed32" providerId="ADAL" clId="{16493A9B-B64C-4B39-8122-137BDDD5D03F}" dt="2022-10-12T00:30:57.825" v="1814" actId="207"/>
          <ac:spMkLst>
            <pc:docMk/>
            <pc:sldMk cId="2174062724" sldId="321"/>
            <ac:spMk id="5" creationId="{00000000-0000-0000-0000-000000000000}"/>
          </ac:spMkLst>
        </pc:spChg>
        <pc:spChg chg="mod">
          <ac:chgData name="Danielle Martin" userId="04f63225-1d27-46ab-9c7c-1c8b513bed32" providerId="ADAL" clId="{16493A9B-B64C-4B39-8122-137BDDD5D03F}" dt="2022-10-12T00:19:55.672" v="1789"/>
          <ac:spMkLst>
            <pc:docMk/>
            <pc:sldMk cId="2174062724" sldId="321"/>
            <ac:spMk id="6" creationId="{00000000-0000-0000-0000-000000000000}"/>
          </ac:spMkLst>
        </pc:spChg>
        <pc:spChg chg="add mod">
          <ac:chgData name="Danielle Martin" userId="04f63225-1d27-46ab-9c7c-1c8b513bed32" providerId="ADAL" clId="{16493A9B-B64C-4B39-8122-137BDDD5D03F}" dt="2022-10-12T00:20:18.691" v="1794"/>
          <ac:spMkLst>
            <pc:docMk/>
            <pc:sldMk cId="2174062724" sldId="321"/>
            <ac:spMk id="8" creationId="{94182FBD-7F69-455D-1663-192FC1E01C66}"/>
          </ac:spMkLst>
        </pc:spChg>
        <pc:spChg chg="del">
          <ac:chgData name="Danielle Martin" userId="04f63225-1d27-46ab-9c7c-1c8b513bed32" providerId="ADAL" clId="{16493A9B-B64C-4B39-8122-137BDDD5D03F}" dt="2022-10-12T00:20:16.138" v="1792" actId="478"/>
          <ac:spMkLst>
            <pc:docMk/>
            <pc:sldMk cId="2174062724" sldId="321"/>
            <ac:spMk id="67" creationId="{00000000-0000-0000-0000-000000000000}"/>
          </ac:spMkLst>
        </pc:spChg>
      </pc:sldChg>
      <pc:sldChg chg="modSp add mod">
        <pc:chgData name="Danielle Martin" userId="04f63225-1d27-46ab-9c7c-1c8b513bed32" providerId="ADAL" clId="{16493A9B-B64C-4B39-8122-137BDDD5D03F}" dt="2022-10-12T00:31:02.414" v="1815" actId="207"/>
        <pc:sldMkLst>
          <pc:docMk/>
          <pc:sldMk cId="1204755035" sldId="322"/>
        </pc:sldMkLst>
        <pc:spChg chg="mod">
          <ac:chgData name="Danielle Martin" userId="04f63225-1d27-46ab-9c7c-1c8b513bed32" providerId="ADAL" clId="{16493A9B-B64C-4B39-8122-137BDDD5D03F}" dt="2022-10-12T00:31:02.414" v="1815" actId="207"/>
          <ac:spMkLst>
            <pc:docMk/>
            <pc:sldMk cId="1204755035" sldId="322"/>
            <ac:spMk id="5" creationId="{00000000-0000-0000-0000-000000000000}"/>
          </ac:spMkLst>
        </pc:spChg>
        <pc:spChg chg="mod">
          <ac:chgData name="Danielle Martin" userId="04f63225-1d27-46ab-9c7c-1c8b513bed32" providerId="ADAL" clId="{16493A9B-B64C-4B39-8122-137BDDD5D03F}" dt="2022-10-12T00:20:36.404" v="1799"/>
          <ac:spMkLst>
            <pc:docMk/>
            <pc:sldMk cId="1204755035" sldId="322"/>
            <ac:spMk id="8" creationId="{94182FBD-7F69-455D-1663-192FC1E01C66}"/>
          </ac:spMkLst>
        </pc:spChg>
      </pc:sldChg>
      <pc:sldChg chg="modSp add mod ord modNotesTx">
        <pc:chgData name="Danielle Martin" userId="04f63225-1d27-46ab-9c7c-1c8b513bed32" providerId="ADAL" clId="{16493A9B-B64C-4B39-8122-137BDDD5D03F}" dt="2022-10-12T00:41:05.684" v="2337" actId="20577"/>
        <pc:sldMkLst>
          <pc:docMk/>
          <pc:sldMk cId="867416878" sldId="323"/>
        </pc:sldMkLst>
        <pc:spChg chg="mod">
          <ac:chgData name="Danielle Martin" userId="04f63225-1d27-46ab-9c7c-1c8b513bed32" providerId="ADAL" clId="{16493A9B-B64C-4B39-8122-137BDDD5D03F}" dt="2022-10-12T00:32:08.813" v="1832" actId="20577"/>
          <ac:spMkLst>
            <pc:docMk/>
            <pc:sldMk cId="867416878" sldId="323"/>
            <ac:spMk id="6" creationId="{00000000-0000-0000-0000-000000000000}"/>
          </ac:spMkLst>
        </pc:spChg>
        <pc:spChg chg="mod">
          <ac:chgData name="Danielle Martin" userId="04f63225-1d27-46ab-9c7c-1c8b513bed32" providerId="ADAL" clId="{16493A9B-B64C-4B39-8122-137BDDD5D03F}" dt="2022-10-12T00:32:56.671" v="1837" actId="207"/>
          <ac:spMkLst>
            <pc:docMk/>
            <pc:sldMk cId="867416878" sldId="323"/>
            <ac:spMk id="7" creationId="{00000000-0000-0000-0000-000000000000}"/>
          </ac:spMkLst>
        </pc:spChg>
        <pc:spChg chg="mod">
          <ac:chgData name="Danielle Martin" userId="04f63225-1d27-46ab-9c7c-1c8b513bed32" providerId="ADAL" clId="{16493A9B-B64C-4B39-8122-137BDDD5D03F}" dt="2022-10-12T00:41:05.684" v="2337" actId="20577"/>
          <ac:spMkLst>
            <pc:docMk/>
            <pc:sldMk cId="867416878" sldId="323"/>
            <ac:spMk id="12" creationId="{BB5BEF00-8BA9-4959-8E2C-6C0CCFD01D00}"/>
          </ac:spMkLst>
        </pc:spChg>
      </pc:sldChg>
      <pc:sldChg chg="modSp add mod">
        <pc:chgData name="Danielle Martin" userId="04f63225-1d27-46ab-9c7c-1c8b513bed32" providerId="ADAL" clId="{16493A9B-B64C-4B39-8122-137BDDD5D03F}" dt="2022-10-12T01:04:37.545" v="3393" actId="255"/>
        <pc:sldMkLst>
          <pc:docMk/>
          <pc:sldMk cId="667598516" sldId="324"/>
        </pc:sldMkLst>
        <pc:spChg chg="mod">
          <ac:chgData name="Danielle Martin" userId="04f63225-1d27-46ab-9c7c-1c8b513bed32" providerId="ADAL" clId="{16493A9B-B64C-4B39-8122-137BDDD5D03F}" dt="2022-10-12T01:00:51.340" v="3235" actId="1076"/>
          <ac:spMkLst>
            <pc:docMk/>
            <pc:sldMk cId="667598516" sldId="324"/>
            <ac:spMk id="6" creationId="{00000000-0000-0000-0000-000000000000}"/>
          </ac:spMkLst>
        </pc:spChg>
        <pc:spChg chg="mod">
          <ac:chgData name="Danielle Martin" userId="04f63225-1d27-46ab-9c7c-1c8b513bed32" providerId="ADAL" clId="{16493A9B-B64C-4B39-8122-137BDDD5D03F}" dt="2022-10-12T01:00:55.437" v="3236" actId="1076"/>
          <ac:spMkLst>
            <pc:docMk/>
            <pc:sldMk cId="667598516" sldId="324"/>
            <ac:spMk id="7" creationId="{00000000-0000-0000-0000-000000000000}"/>
          </ac:spMkLst>
        </pc:spChg>
        <pc:spChg chg="mod">
          <ac:chgData name="Danielle Martin" userId="04f63225-1d27-46ab-9c7c-1c8b513bed32" providerId="ADAL" clId="{16493A9B-B64C-4B39-8122-137BDDD5D03F}" dt="2022-10-12T01:04:37.545" v="3393" actId="255"/>
          <ac:spMkLst>
            <pc:docMk/>
            <pc:sldMk cId="667598516" sldId="324"/>
            <ac:spMk id="12" creationId="{BB5BEF00-8BA9-4959-8E2C-6C0CCFD01D00}"/>
          </ac:spMkLst>
        </pc:spChg>
      </pc:sldChg>
      <pc:sldChg chg="modSp add mod modNotesTx">
        <pc:chgData name="Danielle Martin" userId="04f63225-1d27-46ab-9c7c-1c8b513bed32" providerId="ADAL" clId="{16493A9B-B64C-4B39-8122-137BDDD5D03F}" dt="2022-10-12T01:00:35.232" v="3234" actId="14100"/>
        <pc:sldMkLst>
          <pc:docMk/>
          <pc:sldMk cId="2590252942" sldId="325"/>
        </pc:sldMkLst>
        <pc:spChg chg="mod">
          <ac:chgData name="Danielle Martin" userId="04f63225-1d27-46ab-9c7c-1c8b513bed32" providerId="ADAL" clId="{16493A9B-B64C-4B39-8122-137BDDD5D03F}" dt="2022-10-12T00:58:58.842" v="3108" actId="1076"/>
          <ac:spMkLst>
            <pc:docMk/>
            <pc:sldMk cId="2590252942" sldId="325"/>
            <ac:spMk id="6" creationId="{00000000-0000-0000-0000-000000000000}"/>
          </ac:spMkLst>
        </pc:spChg>
        <pc:spChg chg="mod">
          <ac:chgData name="Danielle Martin" userId="04f63225-1d27-46ab-9c7c-1c8b513bed32" providerId="ADAL" clId="{16493A9B-B64C-4B39-8122-137BDDD5D03F}" dt="2022-10-12T00:59:01.804" v="3109" actId="1076"/>
          <ac:spMkLst>
            <pc:docMk/>
            <pc:sldMk cId="2590252942" sldId="325"/>
            <ac:spMk id="7" creationId="{00000000-0000-0000-0000-000000000000}"/>
          </ac:spMkLst>
        </pc:spChg>
        <pc:spChg chg="mod">
          <ac:chgData name="Danielle Martin" userId="04f63225-1d27-46ab-9c7c-1c8b513bed32" providerId="ADAL" clId="{16493A9B-B64C-4B39-8122-137BDDD5D03F}" dt="2022-10-12T01:00:35.232" v="3234" actId="14100"/>
          <ac:spMkLst>
            <pc:docMk/>
            <pc:sldMk cId="2590252942" sldId="325"/>
            <ac:spMk id="12" creationId="{BB5BEF00-8BA9-4959-8E2C-6C0CCFD01D00}"/>
          </ac:spMkLst>
        </pc:spChg>
      </pc:sldChg>
      <pc:sldChg chg="modSp add mod ord">
        <pc:chgData name="Danielle Martin" userId="04f63225-1d27-46ab-9c7c-1c8b513bed32" providerId="ADAL" clId="{16493A9B-B64C-4B39-8122-137BDDD5D03F}" dt="2022-10-12T01:09:47.971" v="3549" actId="207"/>
        <pc:sldMkLst>
          <pc:docMk/>
          <pc:sldMk cId="1736178703" sldId="326"/>
        </pc:sldMkLst>
        <pc:spChg chg="mod">
          <ac:chgData name="Danielle Martin" userId="04f63225-1d27-46ab-9c7c-1c8b513bed32" providerId="ADAL" clId="{16493A9B-B64C-4B39-8122-137BDDD5D03F}" dt="2022-10-12T01:09:47.971" v="3549" actId="207"/>
          <ac:spMkLst>
            <pc:docMk/>
            <pc:sldMk cId="1736178703" sldId="326"/>
            <ac:spMk id="5" creationId="{00000000-0000-0000-0000-000000000000}"/>
          </ac:spMkLst>
        </pc:spChg>
        <pc:spChg chg="mod">
          <ac:chgData name="Danielle Martin" userId="04f63225-1d27-46ab-9c7c-1c8b513bed32" providerId="ADAL" clId="{16493A9B-B64C-4B39-8122-137BDDD5D03F}" dt="2022-10-12T01:09:27.155" v="3545" actId="14100"/>
          <ac:spMkLst>
            <pc:docMk/>
            <pc:sldMk cId="1736178703" sldId="326"/>
            <ac:spMk id="7" creationId="{00000000-0000-0000-0000-000000000000}"/>
          </ac:spMkLst>
        </pc:spChg>
        <pc:spChg chg="mod">
          <ac:chgData name="Danielle Martin" userId="04f63225-1d27-46ab-9c7c-1c8b513bed32" providerId="ADAL" clId="{16493A9B-B64C-4B39-8122-137BDDD5D03F}" dt="2022-10-12T01:08:37.947" v="3499"/>
          <ac:spMkLst>
            <pc:docMk/>
            <pc:sldMk cId="1736178703" sldId="326"/>
            <ac:spMk id="8" creationId="{1EE03827-AE42-729E-8A4D-F7C8C84A4AD1}"/>
          </ac:spMkLst>
        </pc:spChg>
      </pc:sldChg>
      <pc:sldChg chg="modSp add del mod">
        <pc:chgData name="Danielle Martin" userId="04f63225-1d27-46ab-9c7c-1c8b513bed32" providerId="ADAL" clId="{16493A9B-B64C-4B39-8122-137BDDD5D03F}" dt="2022-10-12T01:10:08.668" v="3555" actId="47"/>
        <pc:sldMkLst>
          <pc:docMk/>
          <pc:sldMk cId="3866860247" sldId="327"/>
        </pc:sldMkLst>
        <pc:spChg chg="mod">
          <ac:chgData name="Danielle Martin" userId="04f63225-1d27-46ab-9c7c-1c8b513bed32" providerId="ADAL" clId="{16493A9B-B64C-4B39-8122-137BDDD5D03F}" dt="2022-10-12T01:08:48.966" v="3501" actId="20577"/>
          <ac:spMkLst>
            <pc:docMk/>
            <pc:sldMk cId="3866860247" sldId="327"/>
            <ac:spMk id="8" creationId="{1EE03827-AE42-729E-8A4D-F7C8C84A4AD1}"/>
          </ac:spMkLst>
        </pc:spChg>
      </pc:sldChg>
      <pc:sldChg chg="modSp add mod">
        <pc:chgData name="Danielle Martin" userId="04f63225-1d27-46ab-9c7c-1c8b513bed32" providerId="ADAL" clId="{16493A9B-B64C-4B39-8122-137BDDD5D03F}" dt="2022-10-12T01:11:13.168" v="3565" actId="6549"/>
        <pc:sldMkLst>
          <pc:docMk/>
          <pc:sldMk cId="1582750754" sldId="328"/>
        </pc:sldMkLst>
        <pc:spChg chg="mod">
          <ac:chgData name="Danielle Martin" userId="04f63225-1d27-46ab-9c7c-1c8b513bed32" providerId="ADAL" clId="{16493A9B-B64C-4B39-8122-137BDDD5D03F}" dt="2022-10-12T01:11:13.168" v="3565" actId="6549"/>
          <ac:spMkLst>
            <pc:docMk/>
            <pc:sldMk cId="1582750754" sldId="328"/>
            <ac:spMk id="8" creationId="{1EE03827-AE42-729E-8A4D-F7C8C84A4AD1}"/>
          </ac:spMkLst>
        </pc:spChg>
      </pc:sldChg>
      <pc:sldChg chg="addSp delSp modSp add mod ord">
        <pc:chgData name="Danielle Martin" userId="04f63225-1d27-46ab-9c7c-1c8b513bed32" providerId="ADAL" clId="{16493A9B-B64C-4B39-8122-137BDDD5D03F}" dt="2022-10-12T01:10:35.623" v="3562"/>
        <pc:sldMkLst>
          <pc:docMk/>
          <pc:sldMk cId="4290795984" sldId="329"/>
        </pc:sldMkLst>
        <pc:spChg chg="del">
          <ac:chgData name="Danielle Martin" userId="04f63225-1d27-46ab-9c7c-1c8b513bed32" providerId="ADAL" clId="{16493A9B-B64C-4B39-8122-137BDDD5D03F}" dt="2022-10-12T01:10:24.287" v="3560" actId="478"/>
          <ac:spMkLst>
            <pc:docMk/>
            <pc:sldMk cId="4290795984" sldId="329"/>
            <ac:spMk id="5" creationId="{00000000-0000-0000-0000-000000000000}"/>
          </ac:spMkLst>
        </pc:spChg>
        <pc:spChg chg="mod">
          <ac:chgData name="Danielle Martin" userId="04f63225-1d27-46ab-9c7c-1c8b513bed32" providerId="ADAL" clId="{16493A9B-B64C-4B39-8122-137BDDD5D03F}" dt="2022-10-12T01:10:22.249" v="3559"/>
          <ac:spMkLst>
            <pc:docMk/>
            <pc:sldMk cId="4290795984" sldId="329"/>
            <ac:spMk id="6" creationId="{00000000-0000-0000-0000-000000000000}"/>
          </ac:spMkLst>
        </pc:spChg>
        <pc:spChg chg="add mod">
          <ac:chgData name="Danielle Martin" userId="04f63225-1d27-46ab-9c7c-1c8b513bed32" providerId="ADAL" clId="{16493A9B-B64C-4B39-8122-137BDDD5D03F}" dt="2022-10-12T01:10:35.623" v="3562"/>
          <ac:spMkLst>
            <pc:docMk/>
            <pc:sldMk cId="4290795984" sldId="329"/>
            <ac:spMk id="7" creationId="{5DE7FE78-D9AD-2F07-AEC5-CCBEA2D2F5DB}"/>
          </ac:spMkLst>
        </pc:spChg>
        <pc:spChg chg="del">
          <ac:chgData name="Danielle Martin" userId="04f63225-1d27-46ab-9c7c-1c8b513bed32" providerId="ADAL" clId="{16493A9B-B64C-4B39-8122-137BDDD5D03F}" dt="2022-10-12T01:10:34.987" v="3561" actId="478"/>
          <ac:spMkLst>
            <pc:docMk/>
            <pc:sldMk cId="4290795984" sldId="329"/>
            <ac:spMk id="8" creationId="{94182FBD-7F69-455D-1663-192FC1E01C66}"/>
          </ac:spMkLst>
        </pc:spChg>
      </pc:sldChg>
    </pc:docChg>
  </pc:docChgLst>
  <pc:docChgLst>
    <pc:chgData name="Danielle Martin" userId="04f63225-1d27-46ab-9c7c-1c8b513bed32" providerId="ADAL" clId="{72601241-4D32-4A60-887B-6EB693D59379}"/>
    <pc:docChg chg="undo redo custSel addSld delSld modSld sldOrd">
      <pc:chgData name="Danielle Martin" userId="04f63225-1d27-46ab-9c7c-1c8b513bed32" providerId="ADAL" clId="{72601241-4D32-4A60-887B-6EB693D59379}" dt="2023-03-22T08:11:29.901" v="778" actId="20577"/>
      <pc:docMkLst>
        <pc:docMk/>
      </pc:docMkLst>
      <pc:sldChg chg="add del">
        <pc:chgData name="Danielle Martin" userId="04f63225-1d27-46ab-9c7c-1c8b513bed32" providerId="ADAL" clId="{72601241-4D32-4A60-887B-6EB693D59379}" dt="2023-03-21T02:29:19.671" v="206"/>
        <pc:sldMkLst>
          <pc:docMk/>
          <pc:sldMk cId="0" sldId="256"/>
        </pc:sldMkLst>
      </pc:sldChg>
      <pc:sldChg chg="modSp mod">
        <pc:chgData name="Danielle Martin" userId="04f63225-1d27-46ab-9c7c-1c8b513bed32" providerId="ADAL" clId="{72601241-4D32-4A60-887B-6EB693D59379}" dt="2023-03-21T04:24:57.835" v="746" actId="20577"/>
        <pc:sldMkLst>
          <pc:docMk/>
          <pc:sldMk cId="3963571660" sldId="257"/>
        </pc:sldMkLst>
        <pc:spChg chg="mod">
          <ac:chgData name="Danielle Martin" userId="04f63225-1d27-46ab-9c7c-1c8b513bed32" providerId="ADAL" clId="{72601241-4D32-4A60-887B-6EB693D59379}" dt="2023-03-21T04:24:57.835" v="746" actId="20577"/>
          <ac:spMkLst>
            <pc:docMk/>
            <pc:sldMk cId="3963571660" sldId="257"/>
            <ac:spMk id="2" creationId="{00000000-0000-0000-0000-000000000000}"/>
          </ac:spMkLst>
        </pc:spChg>
        <pc:spChg chg="mod">
          <ac:chgData name="Danielle Martin" userId="04f63225-1d27-46ab-9c7c-1c8b513bed32" providerId="ADAL" clId="{72601241-4D32-4A60-887B-6EB693D59379}" dt="2023-03-21T04:24:45.877" v="723" actId="14100"/>
          <ac:spMkLst>
            <pc:docMk/>
            <pc:sldMk cId="3963571660" sldId="257"/>
            <ac:spMk id="60" creationId="{00000000-0000-0000-0000-000000000000}"/>
          </ac:spMkLst>
        </pc:spChg>
      </pc:sldChg>
      <pc:sldChg chg="del">
        <pc:chgData name="Danielle Martin" userId="04f63225-1d27-46ab-9c7c-1c8b513bed32" providerId="ADAL" clId="{72601241-4D32-4A60-887B-6EB693D59379}" dt="2023-03-21T03:11:06.140" v="331" actId="47"/>
        <pc:sldMkLst>
          <pc:docMk/>
          <pc:sldMk cId="1637460772" sldId="259"/>
        </pc:sldMkLst>
      </pc:sldChg>
      <pc:sldChg chg="modNotesTx">
        <pc:chgData name="Danielle Martin" userId="04f63225-1d27-46ab-9c7c-1c8b513bed32" providerId="ADAL" clId="{72601241-4D32-4A60-887B-6EB693D59379}" dt="2023-03-21T03:07:02.605" v="329" actId="20577"/>
        <pc:sldMkLst>
          <pc:docMk/>
          <pc:sldMk cId="64403297" sldId="269"/>
        </pc:sldMkLst>
      </pc:sldChg>
      <pc:sldChg chg="modSp mod">
        <pc:chgData name="Danielle Martin" userId="04f63225-1d27-46ab-9c7c-1c8b513bed32" providerId="ADAL" clId="{72601241-4D32-4A60-887B-6EB693D59379}" dt="2023-03-21T03:54:45.836" v="387" actId="1076"/>
        <pc:sldMkLst>
          <pc:docMk/>
          <pc:sldMk cId="3597516244" sldId="272"/>
        </pc:sldMkLst>
        <pc:spChg chg="mod">
          <ac:chgData name="Danielle Martin" userId="04f63225-1d27-46ab-9c7c-1c8b513bed32" providerId="ADAL" clId="{72601241-4D32-4A60-887B-6EB693D59379}" dt="2023-03-21T03:54:45.836" v="387" actId="1076"/>
          <ac:spMkLst>
            <pc:docMk/>
            <pc:sldMk cId="3597516244" sldId="272"/>
            <ac:spMk id="67" creationId="{00000000-0000-0000-0000-000000000000}"/>
          </ac:spMkLst>
        </pc:spChg>
      </pc:sldChg>
      <pc:sldChg chg="modNotesTx">
        <pc:chgData name="Danielle Martin" userId="04f63225-1d27-46ab-9c7c-1c8b513bed32" providerId="ADAL" clId="{72601241-4D32-4A60-887B-6EB693D59379}" dt="2023-03-21T02:57:49.117" v="326" actId="20577"/>
        <pc:sldMkLst>
          <pc:docMk/>
          <pc:sldMk cId="1922730267" sldId="287"/>
        </pc:sldMkLst>
      </pc:sldChg>
      <pc:sldChg chg="del">
        <pc:chgData name="Danielle Martin" userId="04f63225-1d27-46ab-9c7c-1c8b513bed32" providerId="ADAL" clId="{72601241-4D32-4A60-887B-6EB693D59379}" dt="2023-03-21T03:10:58.259" v="330" actId="47"/>
        <pc:sldMkLst>
          <pc:docMk/>
          <pc:sldMk cId="637105166" sldId="289"/>
        </pc:sldMkLst>
      </pc:sldChg>
      <pc:sldChg chg="del">
        <pc:chgData name="Danielle Martin" userId="04f63225-1d27-46ab-9c7c-1c8b513bed32" providerId="ADAL" clId="{72601241-4D32-4A60-887B-6EB693D59379}" dt="2023-03-21T03:54:52.584" v="388" actId="47"/>
        <pc:sldMkLst>
          <pc:docMk/>
          <pc:sldMk cId="1487187997" sldId="290"/>
        </pc:sldMkLst>
      </pc:sldChg>
      <pc:sldChg chg="modSp mod">
        <pc:chgData name="Danielle Martin" userId="04f63225-1d27-46ab-9c7c-1c8b513bed32" providerId="ADAL" clId="{72601241-4D32-4A60-887B-6EB693D59379}" dt="2023-03-21T02:21:03.497" v="162" actId="20577"/>
        <pc:sldMkLst>
          <pc:docMk/>
          <pc:sldMk cId="241458670" sldId="293"/>
        </pc:sldMkLst>
        <pc:spChg chg="mod">
          <ac:chgData name="Danielle Martin" userId="04f63225-1d27-46ab-9c7c-1c8b513bed32" providerId="ADAL" clId="{72601241-4D32-4A60-887B-6EB693D59379}" dt="2023-03-21T02:19:38.390" v="33" actId="1076"/>
          <ac:spMkLst>
            <pc:docMk/>
            <pc:sldMk cId="241458670" sldId="293"/>
            <ac:spMk id="5" creationId="{00000000-0000-0000-0000-000000000000}"/>
          </ac:spMkLst>
        </pc:spChg>
        <pc:spChg chg="mod">
          <ac:chgData name="Danielle Martin" userId="04f63225-1d27-46ab-9c7c-1c8b513bed32" providerId="ADAL" clId="{72601241-4D32-4A60-887B-6EB693D59379}" dt="2023-03-21T02:19:36.820" v="32" actId="1076"/>
          <ac:spMkLst>
            <pc:docMk/>
            <pc:sldMk cId="241458670" sldId="293"/>
            <ac:spMk id="6" creationId="{00000000-0000-0000-0000-000000000000}"/>
          </ac:spMkLst>
        </pc:spChg>
        <pc:spChg chg="mod">
          <ac:chgData name="Danielle Martin" userId="04f63225-1d27-46ab-9c7c-1c8b513bed32" providerId="ADAL" clId="{72601241-4D32-4A60-887B-6EB693D59379}" dt="2023-03-21T02:21:03.497" v="162" actId="20577"/>
          <ac:spMkLst>
            <pc:docMk/>
            <pc:sldMk cId="241458670" sldId="293"/>
            <ac:spMk id="67" creationId="{00000000-0000-0000-0000-000000000000}"/>
          </ac:spMkLst>
        </pc:spChg>
      </pc:sldChg>
      <pc:sldChg chg="modSp add mod setBg">
        <pc:chgData name="Danielle Martin" userId="04f63225-1d27-46ab-9c7c-1c8b513bed32" providerId="ADAL" clId="{72601241-4D32-4A60-887B-6EB693D59379}" dt="2023-03-21T04:18:20.920" v="475" actId="14100"/>
        <pc:sldMkLst>
          <pc:docMk/>
          <pc:sldMk cId="3381497375" sldId="295"/>
        </pc:sldMkLst>
        <pc:spChg chg="mod">
          <ac:chgData name="Danielle Martin" userId="04f63225-1d27-46ab-9c7c-1c8b513bed32" providerId="ADAL" clId="{72601241-4D32-4A60-887B-6EB693D59379}" dt="2023-03-21T04:18:20.920" v="475" actId="14100"/>
          <ac:spMkLst>
            <pc:docMk/>
            <pc:sldMk cId="3381497375" sldId="295"/>
            <ac:spMk id="5" creationId="{00000000-0000-0000-0000-000000000000}"/>
          </ac:spMkLst>
        </pc:spChg>
        <pc:spChg chg="mod">
          <ac:chgData name="Danielle Martin" userId="04f63225-1d27-46ab-9c7c-1c8b513bed32" providerId="ADAL" clId="{72601241-4D32-4A60-887B-6EB693D59379}" dt="2023-03-21T04:09:26.429" v="417" actId="255"/>
          <ac:spMkLst>
            <pc:docMk/>
            <pc:sldMk cId="3381497375" sldId="295"/>
            <ac:spMk id="95" creationId="{00000000-0000-0000-0000-000000000000}"/>
          </ac:spMkLst>
        </pc:spChg>
      </pc:sldChg>
      <pc:sldChg chg="add del">
        <pc:chgData name="Danielle Martin" userId="04f63225-1d27-46ab-9c7c-1c8b513bed32" providerId="ADAL" clId="{72601241-4D32-4A60-887B-6EB693D59379}" dt="2023-03-21T04:10:09.285" v="420" actId="47"/>
        <pc:sldMkLst>
          <pc:docMk/>
          <pc:sldMk cId="394311324" sldId="296"/>
        </pc:sldMkLst>
      </pc:sldChg>
      <pc:sldChg chg="add del">
        <pc:chgData name="Danielle Martin" userId="04f63225-1d27-46ab-9c7c-1c8b513bed32" providerId="ADAL" clId="{72601241-4D32-4A60-887B-6EB693D59379}" dt="2023-03-21T04:03:23.682" v="403" actId="47"/>
        <pc:sldMkLst>
          <pc:docMk/>
          <pc:sldMk cId="1208532956" sldId="299"/>
        </pc:sldMkLst>
      </pc:sldChg>
      <pc:sldChg chg="modSp add del mod">
        <pc:chgData name="Danielle Martin" userId="04f63225-1d27-46ab-9c7c-1c8b513bed32" providerId="ADAL" clId="{72601241-4D32-4A60-887B-6EB693D59379}" dt="2023-03-21T04:13:00.073" v="431" actId="47"/>
        <pc:sldMkLst>
          <pc:docMk/>
          <pc:sldMk cId="2472928703" sldId="300"/>
        </pc:sldMkLst>
        <pc:spChg chg="mod">
          <ac:chgData name="Danielle Martin" userId="04f63225-1d27-46ab-9c7c-1c8b513bed32" providerId="ADAL" clId="{72601241-4D32-4A60-887B-6EB693D59379}" dt="2023-03-21T04:05:26.719" v="406" actId="3626"/>
          <ac:spMkLst>
            <pc:docMk/>
            <pc:sldMk cId="2472928703" sldId="300"/>
            <ac:spMk id="7" creationId="{00000000-0000-0000-0000-000000000000}"/>
          </ac:spMkLst>
        </pc:spChg>
      </pc:sldChg>
      <pc:sldChg chg="add del">
        <pc:chgData name="Danielle Martin" userId="04f63225-1d27-46ab-9c7c-1c8b513bed32" providerId="ADAL" clId="{72601241-4D32-4A60-887B-6EB693D59379}" dt="2023-03-21T04:13:21.945" v="435" actId="47"/>
        <pc:sldMkLst>
          <pc:docMk/>
          <pc:sldMk cId="789832549" sldId="302"/>
        </pc:sldMkLst>
      </pc:sldChg>
      <pc:sldChg chg="modSp add mod modNotesTx">
        <pc:chgData name="Danielle Martin" userId="04f63225-1d27-46ab-9c7c-1c8b513bed32" providerId="ADAL" clId="{72601241-4D32-4A60-887B-6EB693D59379}" dt="2023-03-21T04:23:36.211" v="716" actId="313"/>
        <pc:sldMkLst>
          <pc:docMk/>
          <pc:sldMk cId="1512586690" sldId="303"/>
        </pc:sldMkLst>
        <pc:spChg chg="mod">
          <ac:chgData name="Danielle Martin" userId="04f63225-1d27-46ab-9c7c-1c8b513bed32" providerId="ADAL" clId="{72601241-4D32-4A60-887B-6EB693D59379}" dt="2023-03-21T04:18:41.109" v="496" actId="14100"/>
          <ac:spMkLst>
            <pc:docMk/>
            <pc:sldMk cId="1512586690" sldId="303"/>
            <ac:spMk id="5" creationId="{00000000-0000-0000-0000-000000000000}"/>
          </ac:spMkLst>
        </pc:spChg>
        <pc:spChg chg="mod">
          <ac:chgData name="Danielle Martin" userId="04f63225-1d27-46ab-9c7c-1c8b513bed32" providerId="ADAL" clId="{72601241-4D32-4A60-887B-6EB693D59379}" dt="2023-03-21T04:23:24.283" v="713" actId="5793"/>
          <ac:spMkLst>
            <pc:docMk/>
            <pc:sldMk cId="1512586690" sldId="303"/>
            <ac:spMk id="67" creationId="{00000000-0000-0000-0000-000000000000}"/>
          </ac:spMkLst>
        </pc:spChg>
      </pc:sldChg>
      <pc:sldChg chg="addSp delSp modSp add mod">
        <pc:chgData name="Danielle Martin" userId="04f63225-1d27-46ab-9c7c-1c8b513bed32" providerId="ADAL" clId="{72601241-4D32-4A60-887B-6EB693D59379}" dt="2023-03-21T04:18:51.113" v="500"/>
        <pc:sldMkLst>
          <pc:docMk/>
          <pc:sldMk cId="1841640217" sldId="304"/>
        </pc:sldMkLst>
        <pc:spChg chg="del mod">
          <ac:chgData name="Danielle Martin" userId="04f63225-1d27-46ab-9c7c-1c8b513bed32" providerId="ADAL" clId="{72601241-4D32-4A60-887B-6EB693D59379}" dt="2023-03-21T04:18:50.312" v="499" actId="478"/>
          <ac:spMkLst>
            <pc:docMk/>
            <pc:sldMk cId="1841640217" sldId="304"/>
            <ac:spMk id="5" creationId="{00000000-0000-0000-0000-000000000000}"/>
          </ac:spMkLst>
        </pc:spChg>
        <pc:spChg chg="add del mod">
          <ac:chgData name="Danielle Martin" userId="04f63225-1d27-46ab-9c7c-1c8b513bed32" providerId="ADAL" clId="{72601241-4D32-4A60-887B-6EB693D59379}" dt="2023-03-21T04:18:49.375" v="498"/>
          <ac:spMkLst>
            <pc:docMk/>
            <pc:sldMk cId="1841640217" sldId="304"/>
            <ac:spMk id="7" creationId="{E9D7DC15-2897-96C7-C390-F9DB335BC2A8}"/>
          </ac:spMkLst>
        </pc:spChg>
        <pc:spChg chg="add mod">
          <ac:chgData name="Danielle Martin" userId="04f63225-1d27-46ab-9c7c-1c8b513bed32" providerId="ADAL" clId="{72601241-4D32-4A60-887B-6EB693D59379}" dt="2023-03-21T04:18:51.113" v="500"/>
          <ac:spMkLst>
            <pc:docMk/>
            <pc:sldMk cId="1841640217" sldId="304"/>
            <ac:spMk id="8" creationId="{4B21B2AD-B811-29A0-F116-6F7FD6CD689E}"/>
          </ac:spMkLst>
        </pc:spChg>
      </pc:sldChg>
      <pc:sldChg chg="addSp delSp modSp add mod">
        <pc:chgData name="Danielle Martin" userId="04f63225-1d27-46ab-9c7c-1c8b513bed32" providerId="ADAL" clId="{72601241-4D32-4A60-887B-6EB693D59379}" dt="2023-03-21T04:18:55.166" v="502"/>
        <pc:sldMkLst>
          <pc:docMk/>
          <pc:sldMk cId="1068241505" sldId="305"/>
        </pc:sldMkLst>
        <pc:spChg chg="del mod">
          <ac:chgData name="Danielle Martin" userId="04f63225-1d27-46ab-9c7c-1c8b513bed32" providerId="ADAL" clId="{72601241-4D32-4A60-887B-6EB693D59379}" dt="2023-03-21T04:18:54.550" v="501" actId="478"/>
          <ac:spMkLst>
            <pc:docMk/>
            <pc:sldMk cId="1068241505" sldId="305"/>
            <ac:spMk id="5" creationId="{00000000-0000-0000-0000-000000000000}"/>
          </ac:spMkLst>
        </pc:spChg>
        <pc:spChg chg="add mod">
          <ac:chgData name="Danielle Martin" userId="04f63225-1d27-46ab-9c7c-1c8b513bed32" providerId="ADAL" clId="{72601241-4D32-4A60-887B-6EB693D59379}" dt="2023-03-21T04:18:55.166" v="502"/>
          <ac:spMkLst>
            <pc:docMk/>
            <pc:sldMk cId="1068241505" sldId="305"/>
            <ac:spMk id="7" creationId="{E08A3D52-4897-C5AA-67AC-32B805E6301C}"/>
          </ac:spMkLst>
        </pc:spChg>
      </pc:sldChg>
      <pc:sldChg chg="modSp mod">
        <pc:chgData name="Danielle Martin" userId="04f63225-1d27-46ab-9c7c-1c8b513bed32" providerId="ADAL" clId="{72601241-4D32-4A60-887B-6EB693D59379}" dt="2023-03-21T09:46:10.868" v="773" actId="14100"/>
        <pc:sldMkLst>
          <pc:docMk/>
          <pc:sldMk cId="3559867105" sldId="307"/>
        </pc:sldMkLst>
        <pc:spChg chg="mod">
          <ac:chgData name="Danielle Martin" userId="04f63225-1d27-46ab-9c7c-1c8b513bed32" providerId="ADAL" clId="{72601241-4D32-4A60-887B-6EB693D59379}" dt="2023-03-21T09:45:58.935" v="769" actId="1076"/>
          <ac:spMkLst>
            <pc:docMk/>
            <pc:sldMk cId="3559867105" sldId="307"/>
            <ac:spMk id="6" creationId="{00000000-0000-0000-0000-000000000000}"/>
          </ac:spMkLst>
        </pc:spChg>
        <pc:spChg chg="mod">
          <ac:chgData name="Danielle Martin" userId="04f63225-1d27-46ab-9c7c-1c8b513bed32" providerId="ADAL" clId="{72601241-4D32-4A60-887B-6EB693D59379}" dt="2023-03-21T09:46:01.194" v="770" actId="1076"/>
          <ac:spMkLst>
            <pc:docMk/>
            <pc:sldMk cId="3559867105" sldId="307"/>
            <ac:spMk id="7" creationId="{00000000-0000-0000-0000-000000000000}"/>
          </ac:spMkLst>
        </pc:spChg>
        <pc:spChg chg="mod">
          <ac:chgData name="Danielle Martin" userId="04f63225-1d27-46ab-9c7c-1c8b513bed32" providerId="ADAL" clId="{72601241-4D32-4A60-887B-6EB693D59379}" dt="2023-03-21T09:46:10.868" v="773" actId="14100"/>
          <ac:spMkLst>
            <pc:docMk/>
            <pc:sldMk cId="3559867105" sldId="307"/>
            <ac:spMk id="200" creationId="{00000000-0000-0000-0000-000000000000}"/>
          </ac:spMkLst>
        </pc:spChg>
      </pc:sldChg>
      <pc:sldChg chg="addSp modSp mod">
        <pc:chgData name="Danielle Martin" userId="04f63225-1d27-46ab-9c7c-1c8b513bed32" providerId="ADAL" clId="{72601241-4D32-4A60-887B-6EB693D59379}" dt="2023-03-21T02:43:54.474" v="285" actId="115"/>
        <pc:sldMkLst>
          <pc:docMk/>
          <pc:sldMk cId="667598516" sldId="324"/>
        </pc:sldMkLst>
        <pc:spChg chg="mod">
          <ac:chgData name="Danielle Martin" userId="04f63225-1d27-46ab-9c7c-1c8b513bed32" providerId="ADAL" clId="{72601241-4D32-4A60-887B-6EB693D59379}" dt="2023-03-21T02:39:10.326" v="273" actId="1076"/>
          <ac:spMkLst>
            <pc:docMk/>
            <pc:sldMk cId="667598516" sldId="324"/>
            <ac:spMk id="6" creationId="{00000000-0000-0000-0000-000000000000}"/>
          </ac:spMkLst>
        </pc:spChg>
        <pc:spChg chg="mod">
          <ac:chgData name="Danielle Martin" userId="04f63225-1d27-46ab-9c7c-1c8b513bed32" providerId="ADAL" clId="{72601241-4D32-4A60-887B-6EB693D59379}" dt="2023-03-21T02:39:12.392" v="274" actId="1076"/>
          <ac:spMkLst>
            <pc:docMk/>
            <pc:sldMk cId="667598516" sldId="324"/>
            <ac:spMk id="7" creationId="{00000000-0000-0000-0000-000000000000}"/>
          </ac:spMkLst>
        </pc:spChg>
        <pc:spChg chg="mod">
          <ac:chgData name="Danielle Martin" userId="04f63225-1d27-46ab-9c7c-1c8b513bed32" providerId="ADAL" clId="{72601241-4D32-4A60-887B-6EB693D59379}" dt="2023-03-21T02:43:54.474" v="285" actId="115"/>
          <ac:spMkLst>
            <pc:docMk/>
            <pc:sldMk cId="667598516" sldId="324"/>
            <ac:spMk id="12" creationId="{BB5BEF00-8BA9-4959-8E2C-6C0CCFD01D00}"/>
          </ac:spMkLst>
        </pc:spChg>
        <pc:picChg chg="add mod modCrop">
          <ac:chgData name="Danielle Martin" userId="04f63225-1d27-46ab-9c7c-1c8b513bed32" providerId="ADAL" clId="{72601241-4D32-4A60-887B-6EB693D59379}" dt="2023-03-21T02:43:49.903" v="284" actId="1076"/>
          <ac:picMkLst>
            <pc:docMk/>
            <pc:sldMk cId="667598516" sldId="324"/>
            <ac:picMk id="3" creationId="{11C80306-17FA-179B-12EA-CDCD43251EF0}"/>
          </ac:picMkLst>
        </pc:picChg>
      </pc:sldChg>
      <pc:sldChg chg="modSp mod modNotesTx">
        <pc:chgData name="Danielle Martin" userId="04f63225-1d27-46ab-9c7c-1c8b513bed32" providerId="ADAL" clId="{72601241-4D32-4A60-887B-6EB693D59379}" dt="2023-03-22T08:10:26.291" v="776" actId="20577"/>
        <pc:sldMkLst>
          <pc:docMk/>
          <pc:sldMk cId="2590252942" sldId="325"/>
        </pc:sldMkLst>
        <pc:spChg chg="mod">
          <ac:chgData name="Danielle Martin" userId="04f63225-1d27-46ab-9c7c-1c8b513bed32" providerId="ADAL" clId="{72601241-4D32-4A60-887B-6EB693D59379}" dt="2023-03-22T08:10:17.810" v="775" actId="14100"/>
          <ac:spMkLst>
            <pc:docMk/>
            <pc:sldMk cId="2590252942" sldId="325"/>
            <ac:spMk id="12" creationId="{BB5BEF00-8BA9-4959-8E2C-6C0CCFD01D00}"/>
          </ac:spMkLst>
        </pc:spChg>
      </pc:sldChg>
      <pc:sldChg chg="ord">
        <pc:chgData name="Danielle Martin" userId="04f63225-1d27-46ab-9c7c-1c8b513bed32" providerId="ADAL" clId="{72601241-4D32-4A60-887B-6EB693D59379}" dt="2023-03-21T03:57:51.270" v="391" actId="20578"/>
        <pc:sldMkLst>
          <pc:docMk/>
          <pc:sldMk cId="1736178703" sldId="326"/>
        </pc:sldMkLst>
      </pc:sldChg>
      <pc:sldChg chg="addSp delSp modSp add mod ord">
        <pc:chgData name="Danielle Martin" userId="04f63225-1d27-46ab-9c7c-1c8b513bed32" providerId="ADAL" clId="{72601241-4D32-4A60-887B-6EB693D59379}" dt="2023-03-21T02:49:37.263" v="325" actId="20577"/>
        <pc:sldMkLst>
          <pc:docMk/>
          <pc:sldMk cId="3900216488" sldId="330"/>
        </pc:sldMkLst>
        <pc:spChg chg="mod">
          <ac:chgData name="Danielle Martin" userId="04f63225-1d27-46ab-9c7c-1c8b513bed32" providerId="ADAL" clId="{72601241-4D32-4A60-887B-6EB693D59379}" dt="2023-03-21T02:45:20.759" v="322" actId="1076"/>
          <ac:spMkLst>
            <pc:docMk/>
            <pc:sldMk cId="3900216488" sldId="330"/>
            <ac:spMk id="6" creationId="{00000000-0000-0000-0000-000000000000}"/>
          </ac:spMkLst>
        </pc:spChg>
        <pc:spChg chg="mod">
          <ac:chgData name="Danielle Martin" userId="04f63225-1d27-46ab-9c7c-1c8b513bed32" providerId="ADAL" clId="{72601241-4D32-4A60-887B-6EB693D59379}" dt="2023-03-21T02:45:23.654" v="323" actId="1076"/>
          <ac:spMkLst>
            <pc:docMk/>
            <pc:sldMk cId="3900216488" sldId="330"/>
            <ac:spMk id="7" creationId="{00000000-0000-0000-0000-000000000000}"/>
          </ac:spMkLst>
        </pc:spChg>
        <pc:spChg chg="mod">
          <ac:chgData name="Danielle Martin" userId="04f63225-1d27-46ab-9c7c-1c8b513bed32" providerId="ADAL" clId="{72601241-4D32-4A60-887B-6EB693D59379}" dt="2023-03-21T02:49:37.263" v="325" actId="20577"/>
          <ac:spMkLst>
            <pc:docMk/>
            <pc:sldMk cId="3900216488" sldId="330"/>
            <ac:spMk id="12" creationId="{BB5BEF00-8BA9-4959-8E2C-6C0CCFD01D00}"/>
          </ac:spMkLst>
        </pc:spChg>
        <pc:picChg chg="add del">
          <ac:chgData name="Danielle Martin" userId="04f63225-1d27-46ab-9c7c-1c8b513bed32" providerId="ADAL" clId="{72601241-4D32-4A60-887B-6EB693D59379}" dt="2023-03-21T02:29:36.317" v="209" actId="478"/>
          <ac:picMkLst>
            <pc:docMk/>
            <pc:sldMk cId="3900216488" sldId="330"/>
            <ac:picMk id="2" creationId="{2B43DC4D-C8AE-1485-BC99-D72DA258291F}"/>
          </ac:picMkLst>
        </pc:picChg>
      </pc:sldChg>
      <pc:sldChg chg="addSp delSp modSp add del mod ord">
        <pc:chgData name="Danielle Martin" userId="04f63225-1d27-46ab-9c7c-1c8b513bed32" providerId="ADAL" clId="{72601241-4D32-4A60-887B-6EB693D59379}" dt="2023-03-21T02:39:26.657" v="278" actId="47"/>
        <pc:sldMkLst>
          <pc:docMk/>
          <pc:sldMk cId="3819102668" sldId="331"/>
        </pc:sldMkLst>
        <pc:spChg chg="del">
          <ac:chgData name="Danielle Martin" userId="04f63225-1d27-46ab-9c7c-1c8b513bed32" providerId="ADAL" clId="{72601241-4D32-4A60-887B-6EB693D59379}" dt="2023-03-21T02:29:48.788" v="212" actId="478"/>
          <ac:spMkLst>
            <pc:docMk/>
            <pc:sldMk cId="3819102668" sldId="331"/>
            <ac:spMk id="6" creationId="{00000000-0000-0000-0000-000000000000}"/>
          </ac:spMkLst>
        </pc:spChg>
        <pc:spChg chg="del">
          <ac:chgData name="Danielle Martin" userId="04f63225-1d27-46ab-9c7c-1c8b513bed32" providerId="ADAL" clId="{72601241-4D32-4A60-887B-6EB693D59379}" dt="2023-03-21T02:29:45.173" v="211" actId="478"/>
          <ac:spMkLst>
            <pc:docMk/>
            <pc:sldMk cId="3819102668" sldId="331"/>
            <ac:spMk id="7" creationId="{00000000-0000-0000-0000-000000000000}"/>
          </ac:spMkLst>
        </pc:spChg>
        <pc:spChg chg="del">
          <ac:chgData name="Danielle Martin" userId="04f63225-1d27-46ab-9c7c-1c8b513bed32" providerId="ADAL" clId="{72601241-4D32-4A60-887B-6EB693D59379}" dt="2023-03-21T02:29:43.816" v="210" actId="478"/>
          <ac:spMkLst>
            <pc:docMk/>
            <pc:sldMk cId="3819102668" sldId="331"/>
            <ac:spMk id="12" creationId="{BB5BEF00-8BA9-4959-8E2C-6C0CCFD01D00}"/>
          </ac:spMkLst>
        </pc:spChg>
        <pc:picChg chg="del mod">
          <ac:chgData name="Danielle Martin" userId="04f63225-1d27-46ab-9c7c-1c8b513bed32" providerId="ADAL" clId="{72601241-4D32-4A60-887B-6EB693D59379}" dt="2023-03-21T02:32:44.821" v="216" actId="478"/>
          <ac:picMkLst>
            <pc:docMk/>
            <pc:sldMk cId="3819102668" sldId="331"/>
            <ac:picMk id="2" creationId="{2B43DC4D-C8AE-1485-BC99-D72DA258291F}"/>
          </ac:picMkLst>
        </pc:picChg>
        <pc:picChg chg="add mod modCrop">
          <ac:chgData name="Danielle Martin" userId="04f63225-1d27-46ab-9c7c-1c8b513bed32" providerId="ADAL" clId="{72601241-4D32-4A60-887B-6EB693D59379}" dt="2023-03-21T02:33:18.573" v="226" actId="14100"/>
          <ac:picMkLst>
            <pc:docMk/>
            <pc:sldMk cId="3819102668" sldId="331"/>
            <ac:picMk id="4" creationId="{101BC94A-8ABB-AE0A-5419-9B59C1C0367B}"/>
          </ac:picMkLst>
        </pc:picChg>
      </pc:sldChg>
      <pc:sldChg chg="modSp add mod ord">
        <pc:chgData name="Danielle Martin" userId="04f63225-1d27-46ab-9c7c-1c8b513bed32" providerId="ADAL" clId="{72601241-4D32-4A60-887B-6EB693D59379}" dt="2023-03-22T08:11:29.901" v="778" actId="20577"/>
        <pc:sldMkLst>
          <pc:docMk/>
          <pc:sldMk cId="3868397591" sldId="332"/>
        </pc:sldMkLst>
        <pc:spChg chg="mod">
          <ac:chgData name="Danielle Martin" userId="04f63225-1d27-46ab-9c7c-1c8b513bed32" providerId="ADAL" clId="{72601241-4D32-4A60-887B-6EB693D59379}" dt="2023-03-22T08:11:29.901" v="778" actId="20577"/>
          <ac:spMkLst>
            <pc:docMk/>
            <pc:sldMk cId="3868397591" sldId="332"/>
            <ac:spMk id="12" creationId="{BB5BEF00-8BA9-4959-8E2C-6C0CCFD01D00}"/>
          </ac:spMkLst>
        </pc:spChg>
      </pc:sldChg>
      <pc:sldChg chg="add setBg">
        <pc:chgData name="Danielle Martin" userId="04f63225-1d27-46ab-9c7c-1c8b513bed32" providerId="ADAL" clId="{72601241-4D32-4A60-887B-6EB693D59379}" dt="2023-03-21T04:02:46.276" v="395"/>
        <pc:sldMkLst>
          <pc:docMk/>
          <pc:sldMk cId="3665636830" sldId="333"/>
        </pc:sldMkLst>
      </pc:sldChg>
      <pc:sldChg chg="modSp add del mod setBg">
        <pc:chgData name="Danielle Martin" userId="04f63225-1d27-46ab-9c7c-1c8b513bed32" providerId="ADAL" clId="{72601241-4D32-4A60-887B-6EB693D59379}" dt="2023-03-21T04:07:54.191" v="411" actId="47"/>
        <pc:sldMkLst>
          <pc:docMk/>
          <pc:sldMk cId="727274202" sldId="334"/>
        </pc:sldMkLst>
        <pc:spChg chg="mod">
          <ac:chgData name="Danielle Martin" userId="04f63225-1d27-46ab-9c7c-1c8b513bed32" providerId="ADAL" clId="{72601241-4D32-4A60-887B-6EB693D59379}" dt="2023-03-21T04:05:49.223" v="407"/>
          <ac:spMkLst>
            <pc:docMk/>
            <pc:sldMk cId="727274202" sldId="334"/>
            <ac:spMk id="7" creationId="{00000000-0000-0000-0000-000000000000}"/>
          </ac:spMkLst>
        </pc:spChg>
      </pc:sldChg>
      <pc:sldChg chg="addSp delSp modSp add mod">
        <pc:chgData name="Danielle Martin" userId="04f63225-1d27-46ab-9c7c-1c8b513bed32" providerId="ADAL" clId="{72601241-4D32-4A60-887B-6EB693D59379}" dt="2023-03-21T04:19:49.626" v="620" actId="20577"/>
        <pc:sldMkLst>
          <pc:docMk/>
          <pc:sldMk cId="2755075901" sldId="335"/>
        </pc:sldMkLst>
        <pc:spChg chg="add del mod">
          <ac:chgData name="Danielle Martin" userId="04f63225-1d27-46ab-9c7c-1c8b513bed32" providerId="ADAL" clId="{72601241-4D32-4A60-887B-6EB693D59379}" dt="2023-03-21T04:03:12.452" v="399" actId="478"/>
          <ac:spMkLst>
            <pc:docMk/>
            <pc:sldMk cId="2755075901" sldId="335"/>
            <ac:spMk id="3" creationId="{7017E157-2AEB-0E66-3783-B8078D021ECE}"/>
          </ac:spMkLst>
        </pc:spChg>
        <pc:spChg chg="mod">
          <ac:chgData name="Danielle Martin" userId="04f63225-1d27-46ab-9c7c-1c8b513bed32" providerId="ADAL" clId="{72601241-4D32-4A60-887B-6EB693D59379}" dt="2023-03-21T04:17:54.425" v="450" actId="20577"/>
          <ac:spMkLst>
            <pc:docMk/>
            <pc:sldMk cId="2755075901" sldId="335"/>
            <ac:spMk id="7" creationId="{00000000-0000-0000-0000-000000000000}"/>
          </ac:spMkLst>
        </pc:spChg>
        <pc:spChg chg="del">
          <ac:chgData name="Danielle Martin" userId="04f63225-1d27-46ab-9c7c-1c8b513bed32" providerId="ADAL" clId="{72601241-4D32-4A60-887B-6EB693D59379}" dt="2023-03-21T04:03:10.189" v="398" actId="478"/>
          <ac:spMkLst>
            <pc:docMk/>
            <pc:sldMk cId="2755075901" sldId="335"/>
            <ac:spMk id="8" creationId="{6DE1FA37-C451-4D7A-923C-DE79E70C2821}"/>
          </ac:spMkLst>
        </pc:spChg>
        <pc:spChg chg="mod">
          <ac:chgData name="Danielle Martin" userId="04f63225-1d27-46ab-9c7c-1c8b513bed32" providerId="ADAL" clId="{72601241-4D32-4A60-887B-6EB693D59379}" dt="2023-03-21T04:19:49.626" v="620" actId="20577"/>
          <ac:spMkLst>
            <pc:docMk/>
            <pc:sldMk cId="2755075901" sldId="335"/>
            <ac:spMk id="9" creationId="{E68B9885-F7AA-4B4B-B4FF-A2D9076CC8EF}"/>
          </ac:spMkLst>
        </pc:spChg>
        <pc:spChg chg="del">
          <ac:chgData name="Danielle Martin" userId="04f63225-1d27-46ab-9c7c-1c8b513bed32" providerId="ADAL" clId="{72601241-4D32-4A60-887B-6EB693D59379}" dt="2023-03-21T04:03:19.208" v="402" actId="478"/>
          <ac:spMkLst>
            <pc:docMk/>
            <pc:sldMk cId="2755075901" sldId="335"/>
            <ac:spMk id="10" creationId="{8BF99220-8DB3-4821-93EB-01466DC68747}"/>
          </ac:spMkLst>
        </pc:spChg>
        <pc:spChg chg="del">
          <ac:chgData name="Danielle Martin" userId="04f63225-1d27-46ab-9c7c-1c8b513bed32" providerId="ADAL" clId="{72601241-4D32-4A60-887B-6EB693D59379}" dt="2023-03-21T04:03:17.270" v="401" actId="478"/>
          <ac:spMkLst>
            <pc:docMk/>
            <pc:sldMk cId="2755075901" sldId="335"/>
            <ac:spMk id="11" creationId="{052B5B67-DF82-4C33-B79C-8BDB4B40A9BE}"/>
          </ac:spMkLst>
        </pc:spChg>
      </pc:sldChg>
      <pc:sldChg chg="addSp delSp modSp add mod modNotesTx">
        <pc:chgData name="Danielle Martin" userId="04f63225-1d27-46ab-9c7c-1c8b513bed32" providerId="ADAL" clId="{72601241-4D32-4A60-887B-6EB693D59379}" dt="2023-03-21T04:20:05.327" v="625" actId="108"/>
        <pc:sldMkLst>
          <pc:docMk/>
          <pc:sldMk cId="1573870506" sldId="336"/>
        </pc:sldMkLst>
        <pc:spChg chg="del">
          <ac:chgData name="Danielle Martin" userId="04f63225-1d27-46ab-9c7c-1c8b513bed32" providerId="ADAL" clId="{72601241-4D32-4A60-887B-6EB693D59379}" dt="2023-03-21T04:18:25.934" v="476" actId="478"/>
          <ac:spMkLst>
            <pc:docMk/>
            <pc:sldMk cId="1573870506" sldId="336"/>
            <ac:spMk id="5" creationId="{00000000-0000-0000-0000-000000000000}"/>
          </ac:spMkLst>
        </pc:spChg>
        <pc:spChg chg="add mod">
          <ac:chgData name="Danielle Martin" userId="04f63225-1d27-46ab-9c7c-1c8b513bed32" providerId="ADAL" clId="{72601241-4D32-4A60-887B-6EB693D59379}" dt="2023-03-21T04:18:26.601" v="477"/>
          <ac:spMkLst>
            <pc:docMk/>
            <pc:sldMk cId="1573870506" sldId="336"/>
            <ac:spMk id="8" creationId="{61AB9447-A9A8-7EE8-7DF0-87AA82667AE1}"/>
          </ac:spMkLst>
        </pc:spChg>
        <pc:spChg chg="mod">
          <ac:chgData name="Danielle Martin" userId="04f63225-1d27-46ab-9c7c-1c8b513bed32" providerId="ADAL" clId="{72601241-4D32-4A60-887B-6EB693D59379}" dt="2023-03-21T04:20:05.327" v="625" actId="108"/>
          <ac:spMkLst>
            <pc:docMk/>
            <pc:sldMk cId="1573870506" sldId="336"/>
            <ac:spMk id="95" creationId="{00000000-0000-0000-0000-000000000000}"/>
          </ac:spMkLst>
        </pc:spChg>
      </pc:sldChg>
      <pc:sldChg chg="modSp add mod">
        <pc:chgData name="Danielle Martin" userId="04f63225-1d27-46ab-9c7c-1c8b513bed32" providerId="ADAL" clId="{72601241-4D32-4A60-887B-6EB693D59379}" dt="2023-03-21T04:17:59.126" v="451"/>
        <pc:sldMkLst>
          <pc:docMk/>
          <pc:sldMk cId="3140546938" sldId="337"/>
        </pc:sldMkLst>
        <pc:spChg chg="mod">
          <ac:chgData name="Danielle Martin" userId="04f63225-1d27-46ab-9c7c-1c8b513bed32" providerId="ADAL" clId="{72601241-4D32-4A60-887B-6EB693D59379}" dt="2023-03-21T04:17:59.126" v="451"/>
          <ac:spMkLst>
            <pc:docMk/>
            <pc:sldMk cId="3140546938" sldId="337"/>
            <ac:spMk id="7" creationId="{00000000-0000-0000-0000-000000000000}"/>
          </ac:spMkLst>
        </pc:spChg>
        <pc:spChg chg="mod">
          <ac:chgData name="Danielle Martin" userId="04f63225-1d27-46ab-9c7c-1c8b513bed32" providerId="ADAL" clId="{72601241-4D32-4A60-887B-6EB693D59379}" dt="2023-03-21T04:12:56.022" v="430" actId="5793"/>
          <ac:spMkLst>
            <pc:docMk/>
            <pc:sldMk cId="3140546938" sldId="337"/>
            <ac:spMk id="9" creationId="{E68B9885-F7AA-4B4B-B4FF-A2D9076CC8EF}"/>
          </ac:spMkLst>
        </pc:spChg>
      </pc:sldChg>
      <pc:sldChg chg="modSp add mod">
        <pc:chgData name="Danielle Martin" userId="04f63225-1d27-46ab-9c7c-1c8b513bed32" providerId="ADAL" clId="{72601241-4D32-4A60-887B-6EB693D59379}" dt="2023-03-21T04:18:02.181" v="452"/>
        <pc:sldMkLst>
          <pc:docMk/>
          <pc:sldMk cId="583937037" sldId="338"/>
        </pc:sldMkLst>
        <pc:spChg chg="mod">
          <ac:chgData name="Danielle Martin" userId="04f63225-1d27-46ab-9c7c-1c8b513bed32" providerId="ADAL" clId="{72601241-4D32-4A60-887B-6EB693D59379}" dt="2023-03-21T04:18:02.181" v="452"/>
          <ac:spMkLst>
            <pc:docMk/>
            <pc:sldMk cId="583937037" sldId="338"/>
            <ac:spMk id="7" creationId="{00000000-0000-0000-0000-000000000000}"/>
          </ac:spMkLst>
        </pc:spChg>
        <pc:spChg chg="mod">
          <ac:chgData name="Danielle Martin" userId="04f63225-1d27-46ab-9c7c-1c8b513bed32" providerId="ADAL" clId="{72601241-4D32-4A60-887B-6EB693D59379}" dt="2023-03-21T04:13:17.305" v="434" actId="404"/>
          <ac:spMkLst>
            <pc:docMk/>
            <pc:sldMk cId="583937037" sldId="338"/>
            <ac:spMk id="9" creationId="{E68B9885-F7AA-4B4B-B4FF-A2D9076CC8EF}"/>
          </ac:spMkLst>
        </pc:spChg>
      </pc:sldChg>
      <pc:sldChg chg="modSp add del mod ord">
        <pc:chgData name="Danielle Martin" userId="04f63225-1d27-46ab-9c7c-1c8b513bed32" providerId="ADAL" clId="{72601241-4D32-4A60-887B-6EB693D59379}" dt="2023-03-21T04:23:27.680" v="714" actId="47"/>
        <pc:sldMkLst>
          <pc:docMk/>
          <pc:sldMk cId="2886868146" sldId="339"/>
        </pc:sldMkLst>
        <pc:spChg chg="mod">
          <ac:chgData name="Danielle Martin" userId="04f63225-1d27-46ab-9c7c-1c8b513bed32" providerId="ADAL" clId="{72601241-4D32-4A60-887B-6EB693D59379}" dt="2023-03-21T04:21:50.072" v="647" actId="14100"/>
          <ac:spMkLst>
            <pc:docMk/>
            <pc:sldMk cId="2886868146" sldId="339"/>
            <ac:spMk id="6" creationId="{00000000-0000-0000-0000-000000000000}"/>
          </ac:spMkLst>
        </pc:spChg>
        <pc:spChg chg="mod">
          <ac:chgData name="Danielle Martin" userId="04f63225-1d27-46ab-9c7c-1c8b513bed32" providerId="ADAL" clId="{72601241-4D32-4A60-887B-6EB693D59379}" dt="2023-03-21T04:23:07.729" v="711" actId="20577"/>
          <ac:spMkLst>
            <pc:docMk/>
            <pc:sldMk cId="2886868146" sldId="339"/>
            <ac:spMk id="67" creationId="{00000000-0000-0000-0000-000000000000}"/>
          </ac:spMkLst>
        </pc:spChg>
      </pc:sldChg>
      <pc:sldMasterChg chg="delSldLayout">
        <pc:chgData name="Danielle Martin" userId="04f63225-1d27-46ab-9c7c-1c8b513bed32" providerId="ADAL" clId="{72601241-4D32-4A60-887B-6EB693D59379}" dt="2023-03-21T03:11:06.140" v="331" actId="47"/>
        <pc:sldMasterMkLst>
          <pc:docMk/>
          <pc:sldMasterMk cId="1109330355" sldId="2147483648"/>
        </pc:sldMasterMkLst>
        <pc:sldLayoutChg chg="del">
          <pc:chgData name="Danielle Martin" userId="04f63225-1d27-46ab-9c7c-1c8b513bed32" providerId="ADAL" clId="{72601241-4D32-4A60-887B-6EB693D59379}" dt="2023-03-21T03:11:06.140" v="331" actId="47"/>
          <pc:sldLayoutMkLst>
            <pc:docMk/>
            <pc:sldMasterMk cId="1109330355" sldId="2147483648"/>
            <pc:sldLayoutMk cId="1887143965" sldId="2147483662"/>
          </pc:sldLayoutMkLst>
        </pc:sldLayoutChg>
      </pc:sldMasterChg>
    </pc:docChg>
  </pc:docChgLst>
  <pc:docChgLst>
    <pc:chgData name="Michael Moscarelli" userId="3c45dc76-26ad-4bf2-abee-57b769522a52" providerId="ADAL" clId="{417FC2BC-48C4-4FB5-AEE5-99336420C554}"/>
    <pc:docChg chg="modSld">
      <pc:chgData name="Michael Moscarelli" userId="3c45dc76-26ad-4bf2-abee-57b769522a52" providerId="ADAL" clId="{417FC2BC-48C4-4FB5-AEE5-99336420C554}" dt="2021-08-27T20:11:14.185" v="2"/>
      <pc:docMkLst>
        <pc:docMk/>
      </pc:docMkLst>
      <pc:sldChg chg="modTransition">
        <pc:chgData name="Michael Moscarelli" userId="3c45dc76-26ad-4bf2-abee-57b769522a52" providerId="ADAL" clId="{417FC2BC-48C4-4FB5-AEE5-99336420C554}" dt="2021-08-27T20:11:14.185" v="2"/>
        <pc:sldMkLst>
          <pc:docMk/>
          <pc:sldMk cId="3963571660" sldId="257"/>
        </pc:sldMkLst>
      </pc:sldChg>
      <pc:sldChg chg="modTransition">
        <pc:chgData name="Michael Moscarelli" userId="3c45dc76-26ad-4bf2-abee-57b769522a52" providerId="ADAL" clId="{417FC2BC-48C4-4FB5-AEE5-99336420C554}" dt="2021-08-27T20:11:14.185" v="2"/>
        <pc:sldMkLst>
          <pc:docMk/>
          <pc:sldMk cId="1637460772" sldId="259"/>
        </pc:sldMkLst>
      </pc:sldChg>
      <pc:sldChg chg="modTransition">
        <pc:chgData name="Michael Moscarelli" userId="3c45dc76-26ad-4bf2-abee-57b769522a52" providerId="ADAL" clId="{417FC2BC-48C4-4FB5-AEE5-99336420C554}" dt="2021-08-27T20:11:14.185" v="2"/>
        <pc:sldMkLst>
          <pc:docMk/>
          <pc:sldMk cId="1244445394" sldId="263"/>
        </pc:sldMkLst>
      </pc:sldChg>
      <pc:sldChg chg="modTransition">
        <pc:chgData name="Michael Moscarelli" userId="3c45dc76-26ad-4bf2-abee-57b769522a52" providerId="ADAL" clId="{417FC2BC-48C4-4FB5-AEE5-99336420C554}" dt="2021-08-27T20:11:14.185" v="2"/>
        <pc:sldMkLst>
          <pc:docMk/>
          <pc:sldMk cId="4292549403" sldId="264"/>
        </pc:sldMkLst>
      </pc:sldChg>
      <pc:sldChg chg="modTransition">
        <pc:chgData name="Michael Moscarelli" userId="3c45dc76-26ad-4bf2-abee-57b769522a52" providerId="ADAL" clId="{417FC2BC-48C4-4FB5-AEE5-99336420C554}" dt="2021-08-27T20:11:14.185" v="2"/>
        <pc:sldMkLst>
          <pc:docMk/>
          <pc:sldMk cId="2429378618" sldId="265"/>
        </pc:sldMkLst>
      </pc:sldChg>
      <pc:sldChg chg="modTransition">
        <pc:chgData name="Michael Moscarelli" userId="3c45dc76-26ad-4bf2-abee-57b769522a52" providerId="ADAL" clId="{417FC2BC-48C4-4FB5-AEE5-99336420C554}" dt="2021-08-27T20:11:14.185" v="2"/>
        <pc:sldMkLst>
          <pc:docMk/>
          <pc:sldMk cId="3368432275" sldId="266"/>
        </pc:sldMkLst>
      </pc:sldChg>
      <pc:sldChg chg="modTransition">
        <pc:chgData name="Michael Moscarelli" userId="3c45dc76-26ad-4bf2-abee-57b769522a52" providerId="ADAL" clId="{417FC2BC-48C4-4FB5-AEE5-99336420C554}" dt="2021-08-27T20:11:14.185" v="2"/>
        <pc:sldMkLst>
          <pc:docMk/>
          <pc:sldMk cId="2502525383" sldId="267"/>
        </pc:sldMkLst>
      </pc:sldChg>
      <pc:sldChg chg="modTransition">
        <pc:chgData name="Michael Moscarelli" userId="3c45dc76-26ad-4bf2-abee-57b769522a52" providerId="ADAL" clId="{417FC2BC-48C4-4FB5-AEE5-99336420C554}" dt="2021-08-27T20:11:14.185" v="2"/>
        <pc:sldMkLst>
          <pc:docMk/>
          <pc:sldMk cId="973098032" sldId="268"/>
        </pc:sldMkLst>
      </pc:sldChg>
      <pc:sldChg chg="modTransition">
        <pc:chgData name="Michael Moscarelli" userId="3c45dc76-26ad-4bf2-abee-57b769522a52" providerId="ADAL" clId="{417FC2BC-48C4-4FB5-AEE5-99336420C554}" dt="2021-08-27T20:11:14.185" v="2"/>
        <pc:sldMkLst>
          <pc:docMk/>
          <pc:sldMk cId="64403297" sldId="269"/>
        </pc:sldMkLst>
      </pc:sldChg>
      <pc:sldChg chg="modTransition">
        <pc:chgData name="Michael Moscarelli" userId="3c45dc76-26ad-4bf2-abee-57b769522a52" providerId="ADAL" clId="{417FC2BC-48C4-4FB5-AEE5-99336420C554}" dt="2021-08-27T20:11:14.185" v="2"/>
        <pc:sldMkLst>
          <pc:docMk/>
          <pc:sldMk cId="1764266274" sldId="270"/>
        </pc:sldMkLst>
      </pc:sldChg>
      <pc:sldChg chg="modTransition">
        <pc:chgData name="Michael Moscarelli" userId="3c45dc76-26ad-4bf2-abee-57b769522a52" providerId="ADAL" clId="{417FC2BC-48C4-4FB5-AEE5-99336420C554}" dt="2021-08-27T20:11:14.185" v="2"/>
        <pc:sldMkLst>
          <pc:docMk/>
          <pc:sldMk cId="3597516244" sldId="272"/>
        </pc:sldMkLst>
      </pc:sldChg>
      <pc:sldChg chg="modTransition">
        <pc:chgData name="Michael Moscarelli" userId="3c45dc76-26ad-4bf2-abee-57b769522a52" providerId="ADAL" clId="{417FC2BC-48C4-4FB5-AEE5-99336420C554}" dt="2021-08-27T20:11:14.185" v="2"/>
        <pc:sldMkLst>
          <pc:docMk/>
          <pc:sldMk cId="1771842136" sldId="273"/>
        </pc:sldMkLst>
      </pc:sldChg>
      <pc:sldChg chg="modTransition">
        <pc:chgData name="Michael Moscarelli" userId="3c45dc76-26ad-4bf2-abee-57b769522a52" providerId="ADAL" clId="{417FC2BC-48C4-4FB5-AEE5-99336420C554}" dt="2021-08-27T20:11:14.185" v="2"/>
        <pc:sldMkLst>
          <pc:docMk/>
          <pc:sldMk cId="4150192465" sldId="274"/>
        </pc:sldMkLst>
      </pc:sldChg>
      <pc:sldChg chg="modTransition">
        <pc:chgData name="Michael Moscarelli" userId="3c45dc76-26ad-4bf2-abee-57b769522a52" providerId="ADAL" clId="{417FC2BC-48C4-4FB5-AEE5-99336420C554}" dt="2021-08-27T20:11:14.185" v="2"/>
        <pc:sldMkLst>
          <pc:docMk/>
          <pc:sldMk cId="2858251979" sldId="275"/>
        </pc:sldMkLst>
      </pc:sldChg>
      <pc:sldChg chg="modTransition">
        <pc:chgData name="Michael Moscarelli" userId="3c45dc76-26ad-4bf2-abee-57b769522a52" providerId="ADAL" clId="{417FC2BC-48C4-4FB5-AEE5-99336420C554}" dt="2021-08-27T20:11:14.185" v="2"/>
        <pc:sldMkLst>
          <pc:docMk/>
          <pc:sldMk cId="2934135243" sldId="276"/>
        </pc:sldMkLst>
      </pc:sldChg>
      <pc:sldChg chg="modTransition">
        <pc:chgData name="Michael Moscarelli" userId="3c45dc76-26ad-4bf2-abee-57b769522a52" providerId="ADAL" clId="{417FC2BC-48C4-4FB5-AEE5-99336420C554}" dt="2021-08-27T20:11:14.185" v="2"/>
        <pc:sldMkLst>
          <pc:docMk/>
          <pc:sldMk cId="910019463" sldId="279"/>
        </pc:sldMkLst>
      </pc:sldChg>
      <pc:sldChg chg="modTransition">
        <pc:chgData name="Michael Moscarelli" userId="3c45dc76-26ad-4bf2-abee-57b769522a52" providerId="ADAL" clId="{417FC2BC-48C4-4FB5-AEE5-99336420C554}" dt="2021-08-27T20:11:14.185" v="2"/>
        <pc:sldMkLst>
          <pc:docMk/>
          <pc:sldMk cId="2645672660" sldId="283"/>
        </pc:sldMkLst>
      </pc:sldChg>
      <pc:sldChg chg="modTransition">
        <pc:chgData name="Michael Moscarelli" userId="3c45dc76-26ad-4bf2-abee-57b769522a52" providerId="ADAL" clId="{417FC2BC-48C4-4FB5-AEE5-99336420C554}" dt="2021-08-27T20:11:14.185" v="2"/>
        <pc:sldMkLst>
          <pc:docMk/>
          <pc:sldMk cId="4164642956" sldId="284"/>
        </pc:sldMkLst>
      </pc:sldChg>
      <pc:sldChg chg="modTransition">
        <pc:chgData name="Michael Moscarelli" userId="3c45dc76-26ad-4bf2-abee-57b769522a52" providerId="ADAL" clId="{417FC2BC-48C4-4FB5-AEE5-99336420C554}" dt="2021-08-27T20:11:14.185" v="2"/>
        <pc:sldMkLst>
          <pc:docMk/>
          <pc:sldMk cId="798250953" sldId="285"/>
        </pc:sldMkLst>
      </pc:sldChg>
      <pc:sldChg chg="modTransition">
        <pc:chgData name="Michael Moscarelli" userId="3c45dc76-26ad-4bf2-abee-57b769522a52" providerId="ADAL" clId="{417FC2BC-48C4-4FB5-AEE5-99336420C554}" dt="2021-08-27T20:11:14.185" v="2"/>
        <pc:sldMkLst>
          <pc:docMk/>
          <pc:sldMk cId="1922730267" sldId="287"/>
        </pc:sldMkLst>
      </pc:sldChg>
      <pc:sldChg chg="modTransition">
        <pc:chgData name="Michael Moscarelli" userId="3c45dc76-26ad-4bf2-abee-57b769522a52" providerId="ADAL" clId="{417FC2BC-48C4-4FB5-AEE5-99336420C554}" dt="2021-08-27T20:11:14.185" v="2"/>
        <pc:sldMkLst>
          <pc:docMk/>
          <pc:sldMk cId="3085414058" sldId="288"/>
        </pc:sldMkLst>
      </pc:sldChg>
      <pc:sldChg chg="modTransition">
        <pc:chgData name="Michael Moscarelli" userId="3c45dc76-26ad-4bf2-abee-57b769522a52" providerId="ADAL" clId="{417FC2BC-48C4-4FB5-AEE5-99336420C554}" dt="2021-08-27T20:11:14.185" v="2"/>
        <pc:sldMkLst>
          <pc:docMk/>
          <pc:sldMk cId="637105166" sldId="289"/>
        </pc:sldMkLst>
      </pc:sldChg>
      <pc:sldChg chg="modTransition">
        <pc:chgData name="Michael Moscarelli" userId="3c45dc76-26ad-4bf2-abee-57b769522a52" providerId="ADAL" clId="{417FC2BC-48C4-4FB5-AEE5-99336420C554}" dt="2021-08-27T20:11:14.185" v="2"/>
        <pc:sldMkLst>
          <pc:docMk/>
          <pc:sldMk cId="1487187997" sldId="290"/>
        </pc:sldMkLst>
      </pc:sldChg>
      <pc:sldChg chg="modTransition">
        <pc:chgData name="Michael Moscarelli" userId="3c45dc76-26ad-4bf2-abee-57b769522a52" providerId="ADAL" clId="{417FC2BC-48C4-4FB5-AEE5-99336420C554}" dt="2021-08-27T20:11:14.185" v="2"/>
        <pc:sldMkLst>
          <pc:docMk/>
          <pc:sldMk cId="2540148509" sldId="292"/>
        </pc:sldMkLst>
      </pc:sldChg>
      <pc:sldChg chg="modTransition">
        <pc:chgData name="Michael Moscarelli" userId="3c45dc76-26ad-4bf2-abee-57b769522a52" providerId="ADAL" clId="{417FC2BC-48C4-4FB5-AEE5-99336420C554}" dt="2021-08-27T20:11:14.185" v="2"/>
        <pc:sldMkLst>
          <pc:docMk/>
          <pc:sldMk cId="241458670" sldId="293"/>
        </pc:sldMkLst>
      </pc:sldChg>
      <pc:sldChg chg="modTransition">
        <pc:chgData name="Michael Moscarelli" userId="3c45dc76-26ad-4bf2-abee-57b769522a52" providerId="ADAL" clId="{417FC2BC-48C4-4FB5-AEE5-99336420C554}" dt="2021-08-27T20:11:14.185" v="2"/>
        <pc:sldMkLst>
          <pc:docMk/>
          <pc:sldMk cId="3381497375" sldId="295"/>
        </pc:sldMkLst>
      </pc:sldChg>
      <pc:sldChg chg="modTransition">
        <pc:chgData name="Michael Moscarelli" userId="3c45dc76-26ad-4bf2-abee-57b769522a52" providerId="ADAL" clId="{417FC2BC-48C4-4FB5-AEE5-99336420C554}" dt="2021-08-27T20:11:14.185" v="2"/>
        <pc:sldMkLst>
          <pc:docMk/>
          <pc:sldMk cId="394311324" sldId="296"/>
        </pc:sldMkLst>
      </pc:sldChg>
      <pc:sldChg chg="modTransition">
        <pc:chgData name="Michael Moscarelli" userId="3c45dc76-26ad-4bf2-abee-57b769522a52" providerId="ADAL" clId="{417FC2BC-48C4-4FB5-AEE5-99336420C554}" dt="2021-08-27T20:11:14.185" v="2"/>
        <pc:sldMkLst>
          <pc:docMk/>
          <pc:sldMk cId="2743023188" sldId="297"/>
        </pc:sldMkLst>
      </pc:sldChg>
      <pc:sldChg chg="modTransition">
        <pc:chgData name="Michael Moscarelli" userId="3c45dc76-26ad-4bf2-abee-57b769522a52" providerId="ADAL" clId="{417FC2BC-48C4-4FB5-AEE5-99336420C554}" dt="2021-08-27T20:11:14.185" v="2"/>
        <pc:sldMkLst>
          <pc:docMk/>
          <pc:sldMk cId="1208532956" sldId="299"/>
        </pc:sldMkLst>
      </pc:sldChg>
      <pc:sldChg chg="modTransition">
        <pc:chgData name="Michael Moscarelli" userId="3c45dc76-26ad-4bf2-abee-57b769522a52" providerId="ADAL" clId="{417FC2BC-48C4-4FB5-AEE5-99336420C554}" dt="2021-08-27T20:11:14.185" v="2"/>
        <pc:sldMkLst>
          <pc:docMk/>
          <pc:sldMk cId="2472928703" sldId="300"/>
        </pc:sldMkLst>
      </pc:sldChg>
      <pc:sldChg chg="modTransition">
        <pc:chgData name="Michael Moscarelli" userId="3c45dc76-26ad-4bf2-abee-57b769522a52" providerId="ADAL" clId="{417FC2BC-48C4-4FB5-AEE5-99336420C554}" dt="2021-08-27T20:11:14.185" v="2"/>
        <pc:sldMkLst>
          <pc:docMk/>
          <pc:sldMk cId="789832549" sldId="302"/>
        </pc:sldMkLst>
      </pc:sldChg>
      <pc:sldChg chg="modTransition">
        <pc:chgData name="Michael Moscarelli" userId="3c45dc76-26ad-4bf2-abee-57b769522a52" providerId="ADAL" clId="{417FC2BC-48C4-4FB5-AEE5-99336420C554}" dt="2021-08-27T20:11:14.185" v="2"/>
        <pc:sldMkLst>
          <pc:docMk/>
          <pc:sldMk cId="1512586690" sldId="303"/>
        </pc:sldMkLst>
      </pc:sldChg>
      <pc:sldChg chg="modTransition">
        <pc:chgData name="Michael Moscarelli" userId="3c45dc76-26ad-4bf2-abee-57b769522a52" providerId="ADAL" clId="{417FC2BC-48C4-4FB5-AEE5-99336420C554}" dt="2021-08-27T20:11:14.185" v="2"/>
        <pc:sldMkLst>
          <pc:docMk/>
          <pc:sldMk cId="1841640217" sldId="304"/>
        </pc:sldMkLst>
      </pc:sldChg>
      <pc:sldChg chg="modTransition">
        <pc:chgData name="Michael Moscarelli" userId="3c45dc76-26ad-4bf2-abee-57b769522a52" providerId="ADAL" clId="{417FC2BC-48C4-4FB5-AEE5-99336420C554}" dt="2021-08-27T20:11:14.185" v="2"/>
        <pc:sldMkLst>
          <pc:docMk/>
          <pc:sldMk cId="1068241505" sldId="305"/>
        </pc:sldMkLst>
      </pc:sldChg>
      <pc:sldChg chg="modTransition">
        <pc:chgData name="Michael Moscarelli" userId="3c45dc76-26ad-4bf2-abee-57b769522a52" providerId="ADAL" clId="{417FC2BC-48C4-4FB5-AEE5-99336420C554}" dt="2021-08-27T20:11:14.185" v="2"/>
        <pc:sldMkLst>
          <pc:docMk/>
          <pc:sldMk cId="3696477027" sldId="306"/>
        </pc:sldMkLst>
      </pc:sldChg>
    </pc:docChg>
  </pc:docChgLst>
  <pc:docChgLst>
    <pc:chgData name="Andi Thomas" userId="ee72f13c-c708-4c1d-ae30-b90431e19cf8" providerId="ADAL" clId="{92380E31-A3B8-42BC-9F92-D417623F6030}"/>
    <pc:docChg chg="custSel modSld">
      <pc:chgData name="Andi Thomas" userId="ee72f13c-c708-4c1d-ae30-b90431e19cf8" providerId="ADAL" clId="{92380E31-A3B8-42BC-9F92-D417623F6030}" dt="2021-09-07T19:03:23.734" v="2943" actId="20577"/>
      <pc:docMkLst>
        <pc:docMk/>
      </pc:docMkLst>
      <pc:sldChg chg="modSp mod">
        <pc:chgData name="Andi Thomas" userId="ee72f13c-c708-4c1d-ae30-b90431e19cf8" providerId="ADAL" clId="{92380E31-A3B8-42BC-9F92-D417623F6030}" dt="2021-08-19T18:26:10.758" v="15" actId="20577"/>
        <pc:sldMkLst>
          <pc:docMk/>
          <pc:sldMk cId="4292549403" sldId="264"/>
        </pc:sldMkLst>
        <pc:spChg chg="mod">
          <ac:chgData name="Andi Thomas" userId="ee72f13c-c708-4c1d-ae30-b90431e19cf8" providerId="ADAL" clId="{92380E31-A3B8-42BC-9F92-D417623F6030}" dt="2021-08-19T18:26:10.758" v="15" actId="20577"/>
          <ac:spMkLst>
            <pc:docMk/>
            <pc:sldMk cId="4292549403" sldId="264"/>
            <ac:spMk id="95" creationId="{00000000-0000-0000-0000-000000000000}"/>
          </ac:spMkLst>
        </pc:spChg>
      </pc:sldChg>
      <pc:sldChg chg="modSp mod modNotesTx">
        <pc:chgData name="Andi Thomas" userId="ee72f13c-c708-4c1d-ae30-b90431e19cf8" providerId="ADAL" clId="{92380E31-A3B8-42BC-9F92-D417623F6030}" dt="2021-09-07T19:01:21.452" v="2830" actId="20577"/>
        <pc:sldMkLst>
          <pc:docMk/>
          <pc:sldMk cId="3368432275" sldId="266"/>
        </pc:sldMkLst>
        <pc:spChg chg="mod">
          <ac:chgData name="Andi Thomas" userId="ee72f13c-c708-4c1d-ae30-b90431e19cf8" providerId="ADAL" clId="{92380E31-A3B8-42BC-9F92-D417623F6030}" dt="2021-08-27T19:52:20.894" v="2379" actId="20577"/>
          <ac:spMkLst>
            <pc:docMk/>
            <pc:sldMk cId="3368432275" sldId="266"/>
            <ac:spMk id="200" creationId="{00000000-0000-0000-0000-000000000000}"/>
          </ac:spMkLst>
        </pc:spChg>
      </pc:sldChg>
      <pc:sldChg chg="modNotesTx">
        <pc:chgData name="Andi Thomas" userId="ee72f13c-c708-4c1d-ae30-b90431e19cf8" providerId="ADAL" clId="{92380E31-A3B8-42BC-9F92-D417623F6030}" dt="2021-09-07T19:02:37.539" v="2923" actId="20577"/>
        <pc:sldMkLst>
          <pc:docMk/>
          <pc:sldMk cId="2502525383" sldId="267"/>
        </pc:sldMkLst>
      </pc:sldChg>
      <pc:sldChg chg="modNotesTx">
        <pc:chgData name="Andi Thomas" userId="ee72f13c-c708-4c1d-ae30-b90431e19cf8" providerId="ADAL" clId="{92380E31-A3B8-42BC-9F92-D417623F6030}" dt="2021-09-07T19:02:54.849" v="2924" actId="20577"/>
        <pc:sldMkLst>
          <pc:docMk/>
          <pc:sldMk cId="973098032" sldId="268"/>
        </pc:sldMkLst>
      </pc:sldChg>
      <pc:sldChg chg="modNotesTx">
        <pc:chgData name="Andi Thomas" userId="ee72f13c-c708-4c1d-ae30-b90431e19cf8" providerId="ADAL" clId="{92380E31-A3B8-42BC-9F92-D417623F6030}" dt="2021-09-07T19:03:18.754" v="2942" actId="20577"/>
        <pc:sldMkLst>
          <pc:docMk/>
          <pc:sldMk cId="64403297" sldId="269"/>
        </pc:sldMkLst>
      </pc:sldChg>
      <pc:sldChg chg="modNotesTx">
        <pc:chgData name="Andi Thomas" userId="ee72f13c-c708-4c1d-ae30-b90431e19cf8" providerId="ADAL" clId="{92380E31-A3B8-42BC-9F92-D417623F6030}" dt="2021-08-27T19:48:34.823" v="2315" actId="20577"/>
        <pc:sldMkLst>
          <pc:docMk/>
          <pc:sldMk cId="1771842136" sldId="273"/>
        </pc:sldMkLst>
      </pc:sldChg>
      <pc:sldChg chg="modSp mod">
        <pc:chgData name="Andi Thomas" userId="ee72f13c-c708-4c1d-ae30-b90431e19cf8" providerId="ADAL" clId="{92380E31-A3B8-42BC-9F92-D417623F6030}" dt="2021-08-27T19:27:50.672" v="1260" actId="20577"/>
        <pc:sldMkLst>
          <pc:docMk/>
          <pc:sldMk cId="2858251979" sldId="275"/>
        </pc:sldMkLst>
        <pc:spChg chg="mod">
          <ac:chgData name="Andi Thomas" userId="ee72f13c-c708-4c1d-ae30-b90431e19cf8" providerId="ADAL" clId="{92380E31-A3B8-42BC-9F92-D417623F6030}" dt="2021-08-27T19:27:50.672" v="1260" actId="20577"/>
          <ac:spMkLst>
            <pc:docMk/>
            <pc:sldMk cId="2858251979" sldId="275"/>
            <ac:spMk id="5" creationId="{00000000-0000-0000-0000-000000000000}"/>
          </ac:spMkLst>
        </pc:spChg>
      </pc:sldChg>
      <pc:sldChg chg="modNotesTx">
        <pc:chgData name="Andi Thomas" userId="ee72f13c-c708-4c1d-ae30-b90431e19cf8" providerId="ADAL" clId="{92380E31-A3B8-42BC-9F92-D417623F6030}" dt="2021-08-19T19:10:23.130" v="1136" actId="20577"/>
        <pc:sldMkLst>
          <pc:docMk/>
          <pc:sldMk cId="3085414058" sldId="288"/>
        </pc:sldMkLst>
      </pc:sldChg>
      <pc:sldChg chg="modSp mod modNotesTx">
        <pc:chgData name="Andi Thomas" userId="ee72f13c-c708-4c1d-ae30-b90431e19cf8" providerId="ADAL" clId="{92380E31-A3B8-42BC-9F92-D417623F6030}" dt="2021-09-07T18:57:58.447" v="2382" actId="20577"/>
        <pc:sldMkLst>
          <pc:docMk/>
          <pc:sldMk cId="637105166" sldId="289"/>
        </pc:sldMkLst>
        <pc:spChg chg="mod">
          <ac:chgData name="Andi Thomas" userId="ee72f13c-c708-4c1d-ae30-b90431e19cf8" providerId="ADAL" clId="{92380E31-A3B8-42BC-9F92-D417623F6030}" dt="2021-08-19T18:23:37.565" v="12" actId="20577"/>
          <ac:spMkLst>
            <pc:docMk/>
            <pc:sldMk cId="637105166" sldId="289"/>
            <ac:spMk id="8" creationId="{32EA02CE-9837-4204-85DD-912C05CE0257}"/>
          </ac:spMkLst>
        </pc:spChg>
      </pc:sldChg>
      <pc:sldChg chg="modNotesTx">
        <pc:chgData name="Andi Thomas" userId="ee72f13c-c708-4c1d-ae30-b90431e19cf8" providerId="ADAL" clId="{92380E31-A3B8-42BC-9F92-D417623F6030}" dt="2021-09-07T19:03:23.734" v="2943" actId="20577"/>
        <pc:sldMkLst>
          <pc:docMk/>
          <pc:sldMk cId="3696477027" sldId="306"/>
        </pc:sldMkLst>
      </pc:sldChg>
    </pc:docChg>
  </pc:docChgLst>
  <pc:docChgLst>
    <pc:chgData name="Danielle Martin" userId="04f63225-1d27-46ab-9c7c-1c8b513bed32" providerId="ADAL" clId="{01266FBE-A9FC-408D-AA55-11DFFDE67EF7}"/>
    <pc:docChg chg="modSld">
      <pc:chgData name="Danielle Martin" userId="04f63225-1d27-46ab-9c7c-1c8b513bed32" providerId="ADAL" clId="{01266FBE-A9FC-408D-AA55-11DFFDE67EF7}" dt="2023-06-06T00:53:59.884" v="5" actId="1076"/>
      <pc:docMkLst>
        <pc:docMk/>
      </pc:docMkLst>
      <pc:sldChg chg="modSp mod">
        <pc:chgData name="Danielle Martin" userId="04f63225-1d27-46ab-9c7c-1c8b513bed32" providerId="ADAL" clId="{01266FBE-A9FC-408D-AA55-11DFFDE67EF7}" dt="2023-06-06T00:53:06.488" v="0" actId="20577"/>
        <pc:sldMkLst>
          <pc:docMk/>
          <pc:sldMk cId="3963571660" sldId="257"/>
        </pc:sldMkLst>
        <pc:spChg chg="mod">
          <ac:chgData name="Danielle Martin" userId="04f63225-1d27-46ab-9c7c-1c8b513bed32" providerId="ADAL" clId="{01266FBE-A9FC-408D-AA55-11DFFDE67EF7}" dt="2023-06-06T00:53:06.488" v="0" actId="20577"/>
          <ac:spMkLst>
            <pc:docMk/>
            <pc:sldMk cId="3963571660" sldId="257"/>
            <ac:spMk id="2" creationId="{00000000-0000-0000-0000-000000000000}"/>
          </ac:spMkLst>
        </pc:spChg>
      </pc:sldChg>
      <pc:sldChg chg="modSp mod">
        <pc:chgData name="Danielle Martin" userId="04f63225-1d27-46ab-9c7c-1c8b513bed32" providerId="ADAL" clId="{01266FBE-A9FC-408D-AA55-11DFFDE67EF7}" dt="2023-06-06T00:53:43.730" v="1" actId="20577"/>
        <pc:sldMkLst>
          <pc:docMk/>
          <pc:sldMk cId="3597516244" sldId="272"/>
        </pc:sldMkLst>
        <pc:spChg chg="mod">
          <ac:chgData name="Danielle Martin" userId="04f63225-1d27-46ab-9c7c-1c8b513bed32" providerId="ADAL" clId="{01266FBE-A9FC-408D-AA55-11DFFDE67EF7}" dt="2023-06-06T00:53:43.730" v="1" actId="20577"/>
          <ac:spMkLst>
            <pc:docMk/>
            <pc:sldMk cId="3597516244" sldId="272"/>
            <ac:spMk id="67" creationId="{00000000-0000-0000-0000-000000000000}"/>
          </ac:spMkLst>
        </pc:spChg>
      </pc:sldChg>
      <pc:sldChg chg="modSp mod">
        <pc:chgData name="Danielle Martin" userId="04f63225-1d27-46ab-9c7c-1c8b513bed32" providerId="ADAL" clId="{01266FBE-A9FC-408D-AA55-11DFFDE67EF7}" dt="2023-06-06T00:53:59.884" v="5" actId="1076"/>
        <pc:sldMkLst>
          <pc:docMk/>
          <pc:sldMk cId="241458670" sldId="293"/>
        </pc:sldMkLst>
        <pc:spChg chg="mod">
          <ac:chgData name="Danielle Martin" userId="04f63225-1d27-46ab-9c7c-1c8b513bed32" providerId="ADAL" clId="{01266FBE-A9FC-408D-AA55-11DFFDE67EF7}" dt="2023-06-06T00:53:59.884" v="5" actId="1076"/>
          <ac:spMkLst>
            <pc:docMk/>
            <pc:sldMk cId="241458670" sldId="293"/>
            <ac:spMk id="5" creationId="{00000000-0000-0000-0000-000000000000}"/>
          </ac:spMkLst>
        </pc:spChg>
        <pc:spChg chg="mod">
          <ac:chgData name="Danielle Martin" userId="04f63225-1d27-46ab-9c7c-1c8b513bed32" providerId="ADAL" clId="{01266FBE-A9FC-408D-AA55-11DFFDE67EF7}" dt="2023-06-06T00:53:57.678" v="4" actId="1076"/>
          <ac:spMkLst>
            <pc:docMk/>
            <pc:sldMk cId="241458670" sldId="293"/>
            <ac:spMk id="67" creationId="{00000000-0000-0000-0000-000000000000}"/>
          </ac:spMkLst>
        </pc:spChg>
      </pc:sldChg>
    </pc:docChg>
  </pc:docChgLst>
  <pc:docChgLst>
    <pc:chgData name="Stephanie Verganza" userId="ffc5f8f4-b46c-4eb7-ad0a-4bc869c58a2c" providerId="ADAL" clId="{7A3D8FD7-DF31-473D-9279-FEEC72DE29F4}"/>
    <pc:docChg chg="undo custSel addSld delSld modSld sldOrd">
      <pc:chgData name="Stephanie Verganza" userId="ffc5f8f4-b46c-4eb7-ad0a-4bc869c58a2c" providerId="ADAL" clId="{7A3D8FD7-DF31-473D-9279-FEEC72DE29F4}" dt="2021-09-07T19:10:33.067" v="4529" actId="20577"/>
      <pc:docMkLst>
        <pc:docMk/>
      </pc:docMkLst>
      <pc:sldChg chg="modSp modNotesTx">
        <pc:chgData name="Stephanie Verganza" userId="ffc5f8f4-b46c-4eb7-ad0a-4bc869c58a2c" providerId="ADAL" clId="{7A3D8FD7-DF31-473D-9279-FEEC72DE29F4}" dt="2021-08-19T18:28:29.721" v="4216" actId="20577"/>
        <pc:sldMkLst>
          <pc:docMk/>
          <pc:sldMk cId="2429378618" sldId="265"/>
        </pc:sldMkLst>
        <pc:spChg chg="mod">
          <ac:chgData name="Stephanie Verganza" userId="ffc5f8f4-b46c-4eb7-ad0a-4bc869c58a2c" providerId="ADAL" clId="{7A3D8FD7-DF31-473D-9279-FEEC72DE29F4}" dt="2021-08-16T21:42:06.732" v="1149" actId="207"/>
          <ac:spMkLst>
            <pc:docMk/>
            <pc:sldMk cId="2429378618" sldId="265"/>
            <ac:spMk id="5" creationId="{00000000-0000-0000-0000-000000000000}"/>
          </ac:spMkLst>
        </pc:spChg>
      </pc:sldChg>
      <pc:sldChg chg="modSp modNotesTx">
        <pc:chgData name="Stephanie Verganza" userId="ffc5f8f4-b46c-4eb7-ad0a-4bc869c58a2c" providerId="ADAL" clId="{7A3D8FD7-DF31-473D-9279-FEEC72DE29F4}" dt="2021-08-19T18:54:22.023" v="4523" actId="20577"/>
        <pc:sldMkLst>
          <pc:docMk/>
          <pc:sldMk cId="3368432275" sldId="266"/>
        </pc:sldMkLst>
        <pc:spChg chg="mod">
          <ac:chgData name="Stephanie Verganza" userId="ffc5f8f4-b46c-4eb7-ad0a-4bc869c58a2c" providerId="ADAL" clId="{7A3D8FD7-DF31-473D-9279-FEEC72DE29F4}" dt="2021-08-16T21:45:39.797" v="1151" actId="207"/>
          <ac:spMkLst>
            <pc:docMk/>
            <pc:sldMk cId="3368432275" sldId="266"/>
            <ac:spMk id="6" creationId="{00000000-0000-0000-0000-000000000000}"/>
          </ac:spMkLst>
        </pc:spChg>
      </pc:sldChg>
      <pc:sldChg chg="modSp">
        <pc:chgData name="Stephanie Verganza" userId="ffc5f8f4-b46c-4eb7-ad0a-4bc869c58a2c" providerId="ADAL" clId="{7A3D8FD7-DF31-473D-9279-FEEC72DE29F4}" dt="2021-08-16T21:45:57.604" v="1152"/>
        <pc:sldMkLst>
          <pc:docMk/>
          <pc:sldMk cId="2502525383" sldId="267"/>
        </pc:sldMkLst>
        <pc:spChg chg="mod">
          <ac:chgData name="Stephanie Verganza" userId="ffc5f8f4-b46c-4eb7-ad0a-4bc869c58a2c" providerId="ADAL" clId="{7A3D8FD7-DF31-473D-9279-FEEC72DE29F4}" dt="2021-08-16T21:45:57.604" v="1152"/>
          <ac:spMkLst>
            <pc:docMk/>
            <pc:sldMk cId="2502525383" sldId="267"/>
            <ac:spMk id="7" creationId="{00000000-0000-0000-0000-000000000000}"/>
          </ac:spMkLst>
        </pc:spChg>
      </pc:sldChg>
      <pc:sldChg chg="modSp">
        <pc:chgData name="Stephanie Verganza" userId="ffc5f8f4-b46c-4eb7-ad0a-4bc869c58a2c" providerId="ADAL" clId="{7A3D8FD7-DF31-473D-9279-FEEC72DE29F4}" dt="2021-08-16T21:46:02.150" v="1153"/>
        <pc:sldMkLst>
          <pc:docMk/>
          <pc:sldMk cId="973098032" sldId="268"/>
        </pc:sldMkLst>
        <pc:spChg chg="mod">
          <ac:chgData name="Stephanie Verganza" userId="ffc5f8f4-b46c-4eb7-ad0a-4bc869c58a2c" providerId="ADAL" clId="{7A3D8FD7-DF31-473D-9279-FEEC72DE29F4}" dt="2021-08-16T21:46:02.150" v="1153"/>
          <ac:spMkLst>
            <pc:docMk/>
            <pc:sldMk cId="973098032" sldId="268"/>
            <ac:spMk id="6" creationId="{00000000-0000-0000-0000-000000000000}"/>
          </ac:spMkLst>
        </pc:spChg>
      </pc:sldChg>
      <pc:sldChg chg="modSp modNotesTx">
        <pc:chgData name="Stephanie Verganza" userId="ffc5f8f4-b46c-4eb7-ad0a-4bc869c58a2c" providerId="ADAL" clId="{7A3D8FD7-DF31-473D-9279-FEEC72DE29F4}" dt="2021-08-17T22:18:37.594" v="4094" actId="20577"/>
        <pc:sldMkLst>
          <pc:docMk/>
          <pc:sldMk cId="64403297" sldId="269"/>
        </pc:sldMkLst>
        <pc:spChg chg="mod">
          <ac:chgData name="Stephanie Verganza" userId="ffc5f8f4-b46c-4eb7-ad0a-4bc869c58a2c" providerId="ADAL" clId="{7A3D8FD7-DF31-473D-9279-FEEC72DE29F4}" dt="2021-08-16T21:47:35.417" v="1163" actId="207"/>
          <ac:spMkLst>
            <pc:docMk/>
            <pc:sldMk cId="64403297" sldId="269"/>
            <ac:spMk id="7" creationId="{00000000-0000-0000-0000-000000000000}"/>
          </ac:spMkLst>
        </pc:spChg>
        <pc:spChg chg="mod">
          <ac:chgData name="Stephanie Verganza" userId="ffc5f8f4-b46c-4eb7-ad0a-4bc869c58a2c" providerId="ADAL" clId="{7A3D8FD7-DF31-473D-9279-FEEC72DE29F4}" dt="2021-08-17T22:18:37.594" v="4094" actId="20577"/>
          <ac:spMkLst>
            <pc:docMk/>
            <pc:sldMk cId="64403297" sldId="269"/>
            <ac:spMk id="200" creationId="{00000000-0000-0000-0000-000000000000}"/>
          </ac:spMkLst>
        </pc:spChg>
      </pc:sldChg>
      <pc:sldChg chg="addSp delSp modSp">
        <pc:chgData name="Stephanie Verganza" userId="ffc5f8f4-b46c-4eb7-ad0a-4bc869c58a2c" providerId="ADAL" clId="{7A3D8FD7-DF31-473D-9279-FEEC72DE29F4}" dt="2021-08-16T22:34:39.293" v="1420"/>
        <pc:sldMkLst>
          <pc:docMk/>
          <pc:sldMk cId="1764266274" sldId="270"/>
        </pc:sldMkLst>
        <pc:spChg chg="add del mod">
          <ac:chgData name="Stephanie Verganza" userId="ffc5f8f4-b46c-4eb7-ad0a-4bc869c58a2c" providerId="ADAL" clId="{7A3D8FD7-DF31-473D-9279-FEEC72DE29F4}" dt="2021-08-16T22:34:39.293" v="1420"/>
          <ac:spMkLst>
            <pc:docMk/>
            <pc:sldMk cId="1764266274" sldId="270"/>
            <ac:spMk id="2" creationId="{3F2A75A2-BEB0-4A50-B663-182D2348202C}"/>
          </ac:spMkLst>
        </pc:spChg>
        <pc:spChg chg="add del mod">
          <ac:chgData name="Stephanie Verganza" userId="ffc5f8f4-b46c-4eb7-ad0a-4bc869c58a2c" providerId="ADAL" clId="{7A3D8FD7-DF31-473D-9279-FEEC72DE29F4}" dt="2021-08-16T22:34:39.293" v="1420"/>
          <ac:spMkLst>
            <pc:docMk/>
            <pc:sldMk cId="1764266274" sldId="270"/>
            <ac:spMk id="3" creationId="{BA2790D5-8C40-48EF-9B7D-3ED0C79A3C9C}"/>
          </ac:spMkLst>
        </pc:spChg>
        <pc:spChg chg="mod">
          <ac:chgData name="Stephanie Verganza" userId="ffc5f8f4-b46c-4eb7-ad0a-4bc869c58a2c" providerId="ADAL" clId="{7A3D8FD7-DF31-473D-9279-FEEC72DE29F4}" dt="2021-08-16T21:48:46.633" v="1166" actId="207"/>
          <ac:spMkLst>
            <pc:docMk/>
            <pc:sldMk cId="1764266274" sldId="270"/>
            <ac:spMk id="5" creationId="{00000000-0000-0000-0000-000000000000}"/>
          </ac:spMkLst>
        </pc:spChg>
      </pc:sldChg>
      <pc:sldChg chg="modSp modNotesTx">
        <pc:chgData name="Stephanie Verganza" userId="ffc5f8f4-b46c-4eb7-ad0a-4bc869c58a2c" providerId="ADAL" clId="{7A3D8FD7-DF31-473D-9279-FEEC72DE29F4}" dt="2021-08-17T14:06:31.094" v="2608" actId="114"/>
        <pc:sldMkLst>
          <pc:docMk/>
          <pc:sldMk cId="3597516244" sldId="272"/>
        </pc:sldMkLst>
        <pc:spChg chg="mod">
          <ac:chgData name="Stephanie Verganza" userId="ffc5f8f4-b46c-4eb7-ad0a-4bc869c58a2c" providerId="ADAL" clId="{7A3D8FD7-DF31-473D-9279-FEEC72DE29F4}" dt="2021-08-16T22:38:53.262" v="1421" actId="207"/>
          <ac:spMkLst>
            <pc:docMk/>
            <pc:sldMk cId="3597516244" sldId="272"/>
            <ac:spMk id="5" creationId="{00000000-0000-0000-0000-000000000000}"/>
          </ac:spMkLst>
        </pc:spChg>
        <pc:spChg chg="mod">
          <ac:chgData name="Stephanie Verganza" userId="ffc5f8f4-b46c-4eb7-ad0a-4bc869c58a2c" providerId="ADAL" clId="{7A3D8FD7-DF31-473D-9279-FEEC72DE29F4}" dt="2021-08-17T14:06:31.094" v="2608" actId="114"/>
          <ac:spMkLst>
            <pc:docMk/>
            <pc:sldMk cId="3597516244" sldId="272"/>
            <ac:spMk id="67" creationId="{00000000-0000-0000-0000-000000000000}"/>
          </ac:spMkLst>
        </pc:spChg>
      </pc:sldChg>
      <pc:sldChg chg="modSp">
        <pc:chgData name="Stephanie Verganza" userId="ffc5f8f4-b46c-4eb7-ad0a-4bc869c58a2c" providerId="ADAL" clId="{7A3D8FD7-DF31-473D-9279-FEEC72DE29F4}" dt="2021-08-17T14:03:36.248" v="2573" actId="12"/>
        <pc:sldMkLst>
          <pc:docMk/>
          <pc:sldMk cId="2858251979" sldId="275"/>
        </pc:sldMkLst>
        <pc:spChg chg="mod">
          <ac:chgData name="Stephanie Verganza" userId="ffc5f8f4-b46c-4eb7-ad0a-4bc869c58a2c" providerId="ADAL" clId="{7A3D8FD7-DF31-473D-9279-FEEC72DE29F4}" dt="2021-08-17T14:03:36.248" v="2573" actId="12"/>
          <ac:spMkLst>
            <pc:docMk/>
            <pc:sldMk cId="2858251979" sldId="275"/>
            <ac:spMk id="95" creationId="{00000000-0000-0000-0000-000000000000}"/>
          </ac:spMkLst>
        </pc:spChg>
      </pc:sldChg>
      <pc:sldChg chg="modSp">
        <pc:chgData name="Stephanie Verganza" userId="ffc5f8f4-b46c-4eb7-ad0a-4bc869c58a2c" providerId="ADAL" clId="{7A3D8FD7-DF31-473D-9279-FEEC72DE29F4}" dt="2021-08-17T14:03:02.378" v="2569" actId="12"/>
        <pc:sldMkLst>
          <pc:docMk/>
          <pc:sldMk cId="2934135243" sldId="276"/>
        </pc:sldMkLst>
        <pc:spChg chg="mod">
          <ac:chgData name="Stephanie Verganza" userId="ffc5f8f4-b46c-4eb7-ad0a-4bc869c58a2c" providerId="ADAL" clId="{7A3D8FD7-DF31-473D-9279-FEEC72DE29F4}" dt="2021-08-16T21:19:16.133" v="1004" actId="20577"/>
          <ac:spMkLst>
            <pc:docMk/>
            <pc:sldMk cId="2934135243" sldId="276"/>
            <ac:spMk id="5" creationId="{00000000-0000-0000-0000-000000000000}"/>
          </ac:spMkLst>
        </pc:spChg>
        <pc:spChg chg="mod">
          <ac:chgData name="Stephanie Verganza" userId="ffc5f8f4-b46c-4eb7-ad0a-4bc869c58a2c" providerId="ADAL" clId="{7A3D8FD7-DF31-473D-9279-FEEC72DE29F4}" dt="2021-08-17T14:03:02.378" v="2569" actId="12"/>
          <ac:spMkLst>
            <pc:docMk/>
            <pc:sldMk cId="2934135243" sldId="276"/>
            <ac:spMk id="67" creationId="{00000000-0000-0000-0000-000000000000}"/>
          </ac:spMkLst>
        </pc:spChg>
      </pc:sldChg>
      <pc:sldChg chg="addSp delSp modSp add">
        <pc:chgData name="Stephanie Verganza" userId="ffc5f8f4-b46c-4eb7-ad0a-4bc869c58a2c" providerId="ADAL" clId="{7A3D8FD7-DF31-473D-9279-FEEC72DE29F4}" dt="2021-08-16T22:44:32.698" v="1474"/>
        <pc:sldMkLst>
          <pc:docMk/>
          <pc:sldMk cId="910019463" sldId="279"/>
        </pc:sldMkLst>
        <pc:spChg chg="add del mod">
          <ac:chgData name="Stephanie Verganza" userId="ffc5f8f4-b46c-4eb7-ad0a-4bc869c58a2c" providerId="ADAL" clId="{7A3D8FD7-DF31-473D-9279-FEEC72DE29F4}" dt="2021-08-16T22:44:32.698" v="1474"/>
          <ac:spMkLst>
            <pc:docMk/>
            <pc:sldMk cId="910019463" sldId="279"/>
            <ac:spMk id="2" creationId="{79A6B7AD-AFF9-4909-99B1-9602B6B23E8C}"/>
          </ac:spMkLst>
        </pc:spChg>
        <pc:spChg chg="mod">
          <ac:chgData name="Stephanie Verganza" userId="ffc5f8f4-b46c-4eb7-ad0a-4bc869c58a2c" providerId="ADAL" clId="{7A3D8FD7-DF31-473D-9279-FEEC72DE29F4}" dt="2021-08-16T22:44:11.950" v="1472" actId="20577"/>
          <ac:spMkLst>
            <pc:docMk/>
            <pc:sldMk cId="910019463" sldId="279"/>
            <ac:spMk id="101" creationId="{00000000-0000-0000-0000-000000000000}"/>
          </ac:spMkLst>
        </pc:spChg>
      </pc:sldChg>
      <pc:sldChg chg="modSp">
        <pc:chgData name="Stephanie Verganza" userId="ffc5f8f4-b46c-4eb7-ad0a-4bc869c58a2c" providerId="ADAL" clId="{7A3D8FD7-DF31-473D-9279-FEEC72DE29F4}" dt="2021-08-17T14:03:27.055" v="2571" actId="12"/>
        <pc:sldMkLst>
          <pc:docMk/>
          <pc:sldMk cId="4164642956" sldId="284"/>
        </pc:sldMkLst>
        <pc:spChg chg="mod">
          <ac:chgData name="Stephanie Verganza" userId="ffc5f8f4-b46c-4eb7-ad0a-4bc869c58a2c" providerId="ADAL" clId="{7A3D8FD7-DF31-473D-9279-FEEC72DE29F4}" dt="2021-08-17T14:03:27.055" v="2571" actId="12"/>
          <ac:spMkLst>
            <pc:docMk/>
            <pc:sldMk cId="4164642956" sldId="284"/>
            <ac:spMk id="6" creationId="{00000000-0000-0000-0000-000000000000}"/>
          </ac:spMkLst>
        </pc:spChg>
      </pc:sldChg>
      <pc:sldChg chg="modNotesTx">
        <pc:chgData name="Stephanie Verganza" userId="ffc5f8f4-b46c-4eb7-ad0a-4bc869c58a2c" providerId="ADAL" clId="{7A3D8FD7-DF31-473D-9279-FEEC72DE29F4}" dt="2021-08-17T14:27:35.677" v="2977" actId="20577"/>
        <pc:sldMkLst>
          <pc:docMk/>
          <pc:sldMk cId="798250953" sldId="285"/>
        </pc:sldMkLst>
      </pc:sldChg>
      <pc:sldChg chg="addSp delSp modSp ord setBg modNotesTx">
        <pc:chgData name="Stephanie Verganza" userId="ffc5f8f4-b46c-4eb7-ad0a-4bc869c58a2c" providerId="ADAL" clId="{7A3D8FD7-DF31-473D-9279-FEEC72DE29F4}" dt="2021-08-19T18:36:18.444" v="4441" actId="313"/>
        <pc:sldMkLst>
          <pc:docMk/>
          <pc:sldMk cId="1922730267" sldId="287"/>
        </pc:sldMkLst>
        <pc:spChg chg="add del mod">
          <ac:chgData name="Stephanie Verganza" userId="ffc5f8f4-b46c-4eb7-ad0a-4bc869c58a2c" providerId="ADAL" clId="{7A3D8FD7-DF31-473D-9279-FEEC72DE29F4}" dt="2021-08-17T22:07:56.857" v="3856"/>
          <ac:spMkLst>
            <pc:docMk/>
            <pc:sldMk cId="1922730267" sldId="287"/>
            <ac:spMk id="2" creationId="{379CCEA8-E4C2-4ACC-A5C5-CDC3EA93E9FB}"/>
          </ac:spMkLst>
        </pc:spChg>
        <pc:spChg chg="add del mod">
          <ac:chgData name="Stephanie Verganza" userId="ffc5f8f4-b46c-4eb7-ad0a-4bc869c58a2c" providerId="ADAL" clId="{7A3D8FD7-DF31-473D-9279-FEEC72DE29F4}" dt="2021-08-17T22:07:56.857" v="3856"/>
          <ac:spMkLst>
            <pc:docMk/>
            <pc:sldMk cId="1922730267" sldId="287"/>
            <ac:spMk id="3" creationId="{9403F765-503D-414A-99A2-04B39CC17343}"/>
          </ac:spMkLst>
        </pc:spChg>
        <pc:spChg chg="add del mod">
          <ac:chgData name="Stephanie Verganza" userId="ffc5f8f4-b46c-4eb7-ad0a-4bc869c58a2c" providerId="ADAL" clId="{7A3D8FD7-DF31-473D-9279-FEEC72DE29F4}" dt="2021-08-17T22:07:56.857" v="3856"/>
          <ac:spMkLst>
            <pc:docMk/>
            <pc:sldMk cId="1922730267" sldId="287"/>
            <ac:spMk id="4" creationId="{F8C1AC20-D5EF-4EB1-AF84-CA378943BBD4}"/>
          </ac:spMkLst>
        </pc:spChg>
        <pc:spChg chg="add del mod">
          <ac:chgData name="Stephanie Verganza" userId="ffc5f8f4-b46c-4eb7-ad0a-4bc869c58a2c" providerId="ADAL" clId="{7A3D8FD7-DF31-473D-9279-FEEC72DE29F4}" dt="2021-08-17T22:07:56.857" v="3856"/>
          <ac:spMkLst>
            <pc:docMk/>
            <pc:sldMk cId="1922730267" sldId="287"/>
            <ac:spMk id="5" creationId="{04AB2DCA-FB63-4109-A3C5-EE234C3B2C0C}"/>
          </ac:spMkLst>
        </pc:spChg>
        <pc:spChg chg="mod">
          <ac:chgData name="Stephanie Verganza" userId="ffc5f8f4-b46c-4eb7-ad0a-4bc869c58a2c" providerId="ADAL" clId="{7A3D8FD7-DF31-473D-9279-FEEC72DE29F4}" dt="2021-08-17T22:08:35.300" v="3859" actId="207"/>
          <ac:spMkLst>
            <pc:docMk/>
            <pc:sldMk cId="1922730267" sldId="287"/>
            <ac:spMk id="6" creationId="{00000000-0000-0000-0000-000000000000}"/>
          </ac:spMkLst>
        </pc:spChg>
      </pc:sldChg>
      <pc:sldChg chg="modSp modNotesTx">
        <pc:chgData name="Stephanie Verganza" userId="ffc5f8f4-b46c-4eb7-ad0a-4bc869c58a2c" providerId="ADAL" clId="{7A3D8FD7-DF31-473D-9279-FEEC72DE29F4}" dt="2021-09-07T19:10:33.067" v="4529" actId="20577"/>
        <pc:sldMkLst>
          <pc:docMk/>
          <pc:sldMk cId="3085414058" sldId="288"/>
        </pc:sldMkLst>
        <pc:spChg chg="mod">
          <ac:chgData name="Stephanie Verganza" userId="ffc5f8f4-b46c-4eb7-ad0a-4bc869c58a2c" providerId="ADAL" clId="{7A3D8FD7-DF31-473D-9279-FEEC72DE29F4}" dt="2021-08-16T21:48:03.369" v="1165" actId="20577"/>
          <ac:spMkLst>
            <pc:docMk/>
            <pc:sldMk cId="3085414058" sldId="288"/>
            <ac:spMk id="7" creationId="{00000000-0000-0000-0000-000000000000}"/>
          </ac:spMkLst>
        </pc:spChg>
      </pc:sldChg>
      <pc:sldChg chg="addSp delSp modSp add ord">
        <pc:chgData name="Stephanie Verganza" userId="ffc5f8f4-b46c-4eb7-ad0a-4bc869c58a2c" providerId="ADAL" clId="{7A3D8FD7-DF31-473D-9279-FEEC72DE29F4}" dt="2021-08-19T18:22:34.789" v="4110" actId="20577"/>
        <pc:sldMkLst>
          <pc:docMk/>
          <pc:sldMk cId="637105166" sldId="289"/>
        </pc:sldMkLst>
        <pc:spChg chg="add del mod">
          <ac:chgData name="Stephanie Verganza" userId="ffc5f8f4-b46c-4eb7-ad0a-4bc869c58a2c" providerId="ADAL" clId="{7A3D8FD7-DF31-473D-9279-FEEC72DE29F4}" dt="2021-08-16T14:43:21.536" v="10" actId="478"/>
          <ac:spMkLst>
            <pc:docMk/>
            <pc:sldMk cId="637105166" sldId="289"/>
            <ac:spMk id="3" creationId="{3B19EE55-7D56-4329-8837-A71E38C0768E}"/>
          </ac:spMkLst>
        </pc:spChg>
        <pc:spChg chg="add">
          <ac:chgData name="Stephanie Verganza" userId="ffc5f8f4-b46c-4eb7-ad0a-4bc869c58a2c" providerId="ADAL" clId="{7A3D8FD7-DF31-473D-9279-FEEC72DE29F4}" dt="2021-08-16T14:43:22.838" v="11"/>
          <ac:spMkLst>
            <pc:docMk/>
            <pc:sldMk cId="637105166" sldId="289"/>
            <ac:spMk id="7" creationId="{A5FDB14D-E8C7-4F65-BDFE-656596EC44C2}"/>
          </ac:spMkLst>
        </pc:spChg>
        <pc:spChg chg="add mod">
          <ac:chgData name="Stephanie Verganza" userId="ffc5f8f4-b46c-4eb7-ad0a-4bc869c58a2c" providerId="ADAL" clId="{7A3D8FD7-DF31-473D-9279-FEEC72DE29F4}" dt="2021-08-19T18:22:34.789" v="4110" actId="20577"/>
          <ac:spMkLst>
            <pc:docMk/>
            <pc:sldMk cId="637105166" sldId="289"/>
            <ac:spMk id="8" creationId="{32EA02CE-9837-4204-85DD-912C05CE0257}"/>
          </ac:spMkLst>
        </pc:spChg>
        <pc:spChg chg="del mod">
          <ac:chgData name="Stephanie Verganza" userId="ffc5f8f4-b46c-4eb7-ad0a-4bc869c58a2c" providerId="ADAL" clId="{7A3D8FD7-DF31-473D-9279-FEEC72DE29F4}" dt="2021-08-16T14:43:18.171" v="8" actId="478"/>
          <ac:spMkLst>
            <pc:docMk/>
            <pc:sldMk cId="637105166" sldId="289"/>
            <ac:spMk id="65" creationId="{00000000-0000-0000-0000-000000000000}"/>
          </ac:spMkLst>
        </pc:spChg>
        <pc:spChg chg="del">
          <ac:chgData name="Stephanie Verganza" userId="ffc5f8f4-b46c-4eb7-ad0a-4bc869c58a2c" providerId="ADAL" clId="{7A3D8FD7-DF31-473D-9279-FEEC72DE29F4}" dt="2021-08-16T14:43:19.535" v="9" actId="478"/>
          <ac:spMkLst>
            <pc:docMk/>
            <pc:sldMk cId="637105166" sldId="289"/>
            <ac:spMk id="67" creationId="{00000000-0000-0000-0000-000000000000}"/>
          </ac:spMkLst>
        </pc:spChg>
      </pc:sldChg>
      <pc:sldChg chg="addSp modSp add ord setBg modNotesTx">
        <pc:chgData name="Stephanie Verganza" userId="ffc5f8f4-b46c-4eb7-ad0a-4bc869c58a2c" providerId="ADAL" clId="{7A3D8FD7-DF31-473D-9279-FEEC72DE29F4}" dt="2021-08-17T22:11:13.827" v="3872"/>
        <pc:sldMkLst>
          <pc:docMk/>
          <pc:sldMk cId="1487187997" sldId="290"/>
        </pc:sldMkLst>
        <pc:spChg chg="mod">
          <ac:chgData name="Stephanie Verganza" userId="ffc5f8f4-b46c-4eb7-ad0a-4bc869c58a2c" providerId="ADAL" clId="{7A3D8FD7-DF31-473D-9279-FEEC72DE29F4}" dt="2021-08-17T22:10:40.152" v="3869" actId="207"/>
          <ac:spMkLst>
            <pc:docMk/>
            <pc:sldMk cId="1487187997" sldId="290"/>
            <ac:spMk id="5" creationId="{00000000-0000-0000-0000-000000000000}"/>
          </ac:spMkLst>
        </pc:spChg>
        <pc:spChg chg="mod">
          <ac:chgData name="Stephanie Verganza" userId="ffc5f8f4-b46c-4eb7-ad0a-4bc869c58a2c" providerId="ADAL" clId="{7A3D8FD7-DF31-473D-9279-FEEC72DE29F4}" dt="2021-08-16T14:48:16.750" v="29" actId="20577"/>
          <ac:spMkLst>
            <pc:docMk/>
            <pc:sldMk cId="1487187997" sldId="290"/>
            <ac:spMk id="6" creationId="{00000000-0000-0000-0000-000000000000}"/>
          </ac:spMkLst>
        </pc:spChg>
        <pc:spChg chg="add mod">
          <ac:chgData name="Stephanie Verganza" userId="ffc5f8f4-b46c-4eb7-ad0a-4bc869c58a2c" providerId="ADAL" clId="{7A3D8FD7-DF31-473D-9279-FEEC72DE29F4}" dt="2021-08-17T14:04:45.173" v="2592" actId="571"/>
          <ac:spMkLst>
            <pc:docMk/>
            <pc:sldMk cId="1487187997" sldId="290"/>
            <ac:spMk id="7" creationId="{4B26865A-52FB-4AFD-BB5B-7305EC144F2F}"/>
          </ac:spMkLst>
        </pc:spChg>
        <pc:spChg chg="mod">
          <ac:chgData name="Stephanie Verganza" userId="ffc5f8f4-b46c-4eb7-ad0a-4bc869c58a2c" providerId="ADAL" clId="{7A3D8FD7-DF31-473D-9279-FEEC72DE29F4}" dt="2021-08-17T22:11:06.760" v="3871" actId="207"/>
          <ac:spMkLst>
            <pc:docMk/>
            <pc:sldMk cId="1487187997" sldId="290"/>
            <ac:spMk id="67" creationId="{00000000-0000-0000-0000-000000000000}"/>
          </ac:spMkLst>
        </pc:spChg>
      </pc:sldChg>
      <pc:sldChg chg="modSp add modNotesTx">
        <pc:chgData name="Stephanie Verganza" userId="ffc5f8f4-b46c-4eb7-ad0a-4bc869c58a2c" providerId="ADAL" clId="{7A3D8FD7-DF31-473D-9279-FEEC72DE29F4}" dt="2021-08-17T13:56:38.712" v="2504" actId="20577"/>
        <pc:sldMkLst>
          <pc:docMk/>
          <pc:sldMk cId="2540148509" sldId="292"/>
        </pc:sldMkLst>
        <pc:spChg chg="mod">
          <ac:chgData name="Stephanie Verganza" userId="ffc5f8f4-b46c-4eb7-ad0a-4bc869c58a2c" providerId="ADAL" clId="{7A3D8FD7-DF31-473D-9279-FEEC72DE29F4}" dt="2021-08-16T21:27:05.797" v="1147" actId="108"/>
          <ac:spMkLst>
            <pc:docMk/>
            <pc:sldMk cId="2540148509" sldId="292"/>
            <ac:spMk id="5" creationId="{00000000-0000-0000-0000-000000000000}"/>
          </ac:spMkLst>
        </pc:spChg>
        <pc:spChg chg="mod">
          <ac:chgData name="Stephanie Verganza" userId="ffc5f8f4-b46c-4eb7-ad0a-4bc869c58a2c" providerId="ADAL" clId="{7A3D8FD7-DF31-473D-9279-FEEC72DE29F4}" dt="2021-08-17T13:56:38.712" v="2504" actId="20577"/>
          <ac:spMkLst>
            <pc:docMk/>
            <pc:sldMk cId="2540148509" sldId="292"/>
            <ac:spMk id="7" creationId="{00000000-0000-0000-0000-000000000000}"/>
          </ac:spMkLst>
        </pc:spChg>
      </pc:sldChg>
      <pc:sldChg chg="modSp add modNotesTx">
        <pc:chgData name="Stephanie Verganza" userId="ffc5f8f4-b46c-4eb7-ad0a-4bc869c58a2c" providerId="ADAL" clId="{7A3D8FD7-DF31-473D-9279-FEEC72DE29F4}" dt="2021-08-16T22:42:14.884" v="1444" actId="20577"/>
        <pc:sldMkLst>
          <pc:docMk/>
          <pc:sldMk cId="241458670" sldId="293"/>
        </pc:sldMkLst>
        <pc:spChg chg="mod">
          <ac:chgData name="Stephanie Verganza" userId="ffc5f8f4-b46c-4eb7-ad0a-4bc869c58a2c" providerId="ADAL" clId="{7A3D8FD7-DF31-473D-9279-FEEC72DE29F4}" dt="2021-08-16T22:41:46.914" v="1443" actId="207"/>
          <ac:spMkLst>
            <pc:docMk/>
            <pc:sldMk cId="241458670" sldId="293"/>
            <ac:spMk id="5" creationId="{00000000-0000-0000-0000-000000000000}"/>
          </ac:spMkLst>
        </pc:spChg>
        <pc:spChg chg="mod">
          <ac:chgData name="Stephanie Verganza" userId="ffc5f8f4-b46c-4eb7-ad0a-4bc869c58a2c" providerId="ADAL" clId="{7A3D8FD7-DF31-473D-9279-FEEC72DE29F4}" dt="2021-08-16T16:26:39.300" v="824" actId="20577"/>
          <ac:spMkLst>
            <pc:docMk/>
            <pc:sldMk cId="241458670" sldId="293"/>
            <ac:spMk id="6" creationId="{00000000-0000-0000-0000-000000000000}"/>
          </ac:spMkLst>
        </pc:spChg>
        <pc:spChg chg="mod">
          <ac:chgData name="Stephanie Verganza" userId="ffc5f8f4-b46c-4eb7-ad0a-4bc869c58a2c" providerId="ADAL" clId="{7A3D8FD7-DF31-473D-9279-FEEC72DE29F4}" dt="2021-08-16T16:27:22.557" v="832"/>
          <ac:spMkLst>
            <pc:docMk/>
            <pc:sldMk cId="241458670" sldId="293"/>
            <ac:spMk id="67" creationId="{00000000-0000-0000-0000-000000000000}"/>
          </ac:spMkLst>
        </pc:spChg>
      </pc:sldChg>
      <pc:sldChg chg="modSp add modNotesTx">
        <pc:chgData name="Stephanie Verganza" userId="ffc5f8f4-b46c-4eb7-ad0a-4bc869c58a2c" providerId="ADAL" clId="{7A3D8FD7-DF31-473D-9279-FEEC72DE29F4}" dt="2021-08-16T23:03:05.917" v="2185" actId="20577"/>
        <pc:sldMkLst>
          <pc:docMk/>
          <pc:sldMk cId="3381497375" sldId="295"/>
        </pc:sldMkLst>
        <pc:spChg chg="mod">
          <ac:chgData name="Stephanie Verganza" userId="ffc5f8f4-b46c-4eb7-ad0a-4bc869c58a2c" providerId="ADAL" clId="{7A3D8FD7-DF31-473D-9279-FEEC72DE29F4}" dt="2021-08-16T22:58:46.984" v="2143" actId="20577"/>
          <ac:spMkLst>
            <pc:docMk/>
            <pc:sldMk cId="3381497375" sldId="295"/>
            <ac:spMk id="5" creationId="{00000000-0000-0000-0000-000000000000}"/>
          </ac:spMkLst>
        </pc:spChg>
        <pc:spChg chg="mod">
          <ac:chgData name="Stephanie Verganza" userId="ffc5f8f4-b46c-4eb7-ad0a-4bc869c58a2c" providerId="ADAL" clId="{7A3D8FD7-DF31-473D-9279-FEEC72DE29F4}" dt="2021-08-16T22:48:36.050" v="1508" actId="20577"/>
          <ac:spMkLst>
            <pc:docMk/>
            <pc:sldMk cId="3381497375" sldId="295"/>
            <ac:spMk id="7" creationId="{00000000-0000-0000-0000-000000000000}"/>
          </ac:spMkLst>
        </pc:spChg>
        <pc:spChg chg="mod">
          <ac:chgData name="Stephanie Verganza" userId="ffc5f8f4-b46c-4eb7-ad0a-4bc869c58a2c" providerId="ADAL" clId="{7A3D8FD7-DF31-473D-9279-FEEC72DE29F4}" dt="2021-08-16T23:02:50.117" v="2179" actId="21"/>
          <ac:spMkLst>
            <pc:docMk/>
            <pc:sldMk cId="3381497375" sldId="295"/>
            <ac:spMk id="95" creationId="{00000000-0000-0000-0000-000000000000}"/>
          </ac:spMkLst>
        </pc:spChg>
      </pc:sldChg>
      <pc:sldChg chg="modSp add modNotesTx">
        <pc:chgData name="Stephanie Verganza" userId="ffc5f8f4-b46c-4eb7-ad0a-4bc869c58a2c" providerId="ADAL" clId="{7A3D8FD7-DF31-473D-9279-FEEC72DE29F4}" dt="2021-08-16T23:04:31.525" v="2195" actId="113"/>
        <pc:sldMkLst>
          <pc:docMk/>
          <pc:sldMk cId="394311324" sldId="296"/>
        </pc:sldMkLst>
        <pc:spChg chg="mod">
          <ac:chgData name="Stephanie Verganza" userId="ffc5f8f4-b46c-4eb7-ad0a-4bc869c58a2c" providerId="ADAL" clId="{7A3D8FD7-DF31-473D-9279-FEEC72DE29F4}" dt="2021-08-16T22:58:50.949" v="2145" actId="20577"/>
          <ac:spMkLst>
            <pc:docMk/>
            <pc:sldMk cId="394311324" sldId="296"/>
            <ac:spMk id="5" creationId="{00000000-0000-0000-0000-000000000000}"/>
          </ac:spMkLst>
        </pc:spChg>
        <pc:spChg chg="mod">
          <ac:chgData name="Stephanie Verganza" userId="ffc5f8f4-b46c-4eb7-ad0a-4bc869c58a2c" providerId="ADAL" clId="{7A3D8FD7-DF31-473D-9279-FEEC72DE29F4}" dt="2021-08-16T23:04:31.525" v="2195" actId="113"/>
          <ac:spMkLst>
            <pc:docMk/>
            <pc:sldMk cId="394311324" sldId="296"/>
            <ac:spMk id="95" creationId="{00000000-0000-0000-0000-000000000000}"/>
          </ac:spMkLst>
        </pc:spChg>
      </pc:sldChg>
      <pc:sldChg chg="addSp delSp modSp add ord modNotesTx">
        <pc:chgData name="Stephanie Verganza" userId="ffc5f8f4-b46c-4eb7-ad0a-4bc869c58a2c" providerId="ADAL" clId="{7A3D8FD7-DF31-473D-9279-FEEC72DE29F4}" dt="2021-08-16T23:14:42.280" v="2296" actId="20577"/>
        <pc:sldMkLst>
          <pc:docMk/>
          <pc:sldMk cId="2743023188" sldId="297"/>
        </pc:sldMkLst>
        <pc:spChg chg="add del mod">
          <ac:chgData name="Stephanie Verganza" userId="ffc5f8f4-b46c-4eb7-ad0a-4bc869c58a2c" providerId="ADAL" clId="{7A3D8FD7-DF31-473D-9279-FEEC72DE29F4}" dt="2021-08-16T23:11:01.358" v="2264" actId="478"/>
          <ac:spMkLst>
            <pc:docMk/>
            <pc:sldMk cId="2743023188" sldId="297"/>
            <ac:spMk id="3" creationId="{84BB6AC6-271B-47AD-9433-72EBC7B32395}"/>
          </ac:spMkLst>
        </pc:spChg>
        <pc:spChg chg="mod">
          <ac:chgData name="Stephanie Verganza" userId="ffc5f8f4-b46c-4eb7-ad0a-4bc869c58a2c" providerId="ADAL" clId="{7A3D8FD7-DF31-473D-9279-FEEC72DE29F4}" dt="2021-08-16T23:06:21.863" v="2252" actId="20577"/>
          <ac:spMkLst>
            <pc:docMk/>
            <pc:sldMk cId="2743023188" sldId="297"/>
            <ac:spMk id="6" creationId="{00000000-0000-0000-0000-000000000000}"/>
          </ac:spMkLst>
        </pc:spChg>
        <pc:spChg chg="mod">
          <ac:chgData name="Stephanie Verganza" userId="ffc5f8f4-b46c-4eb7-ad0a-4bc869c58a2c" providerId="ADAL" clId="{7A3D8FD7-DF31-473D-9279-FEEC72DE29F4}" dt="2021-08-16T23:07:56.233" v="2258" actId="207"/>
          <ac:spMkLst>
            <pc:docMk/>
            <pc:sldMk cId="2743023188" sldId="297"/>
            <ac:spMk id="7" creationId="{00000000-0000-0000-0000-000000000000}"/>
          </ac:spMkLst>
        </pc:spChg>
        <pc:spChg chg="add mod">
          <ac:chgData name="Stephanie Verganza" userId="ffc5f8f4-b46c-4eb7-ad0a-4bc869c58a2c" providerId="ADAL" clId="{7A3D8FD7-DF31-473D-9279-FEEC72DE29F4}" dt="2021-08-16T23:11:58.317" v="2275" actId="207"/>
          <ac:spMkLst>
            <pc:docMk/>
            <pc:sldMk cId="2743023188" sldId="297"/>
            <ac:spMk id="8" creationId="{6DE1FA37-C451-4D7A-923C-DE79E70C2821}"/>
          </ac:spMkLst>
        </pc:spChg>
        <pc:spChg chg="add mod">
          <ac:chgData name="Stephanie Verganza" userId="ffc5f8f4-b46c-4eb7-ad0a-4bc869c58a2c" providerId="ADAL" clId="{7A3D8FD7-DF31-473D-9279-FEEC72DE29F4}" dt="2021-08-16T23:12:02.365" v="2276" actId="207"/>
          <ac:spMkLst>
            <pc:docMk/>
            <pc:sldMk cId="2743023188" sldId="297"/>
            <ac:spMk id="9" creationId="{E68B9885-F7AA-4B4B-B4FF-A2D9076CC8EF}"/>
          </ac:spMkLst>
        </pc:spChg>
        <pc:spChg chg="add mod">
          <ac:chgData name="Stephanie Verganza" userId="ffc5f8f4-b46c-4eb7-ad0a-4bc869c58a2c" providerId="ADAL" clId="{7A3D8FD7-DF31-473D-9279-FEEC72DE29F4}" dt="2021-08-16T23:11:52.500" v="2274" actId="1076"/>
          <ac:spMkLst>
            <pc:docMk/>
            <pc:sldMk cId="2743023188" sldId="297"/>
            <ac:spMk id="10" creationId="{8BF99220-8DB3-4821-93EB-01466DC68747}"/>
          </ac:spMkLst>
        </pc:spChg>
        <pc:spChg chg="add mod">
          <ac:chgData name="Stephanie Verganza" userId="ffc5f8f4-b46c-4eb7-ad0a-4bc869c58a2c" providerId="ADAL" clId="{7A3D8FD7-DF31-473D-9279-FEEC72DE29F4}" dt="2021-08-16T23:12:05.349" v="2277" actId="207"/>
          <ac:spMkLst>
            <pc:docMk/>
            <pc:sldMk cId="2743023188" sldId="297"/>
            <ac:spMk id="11" creationId="{052B5B67-DF82-4C33-B79C-8BDB4B40A9BE}"/>
          </ac:spMkLst>
        </pc:spChg>
        <pc:spChg chg="del mod">
          <ac:chgData name="Stephanie Verganza" userId="ffc5f8f4-b46c-4eb7-ad0a-4bc869c58a2c" providerId="ADAL" clId="{7A3D8FD7-DF31-473D-9279-FEEC72DE29F4}" dt="2021-08-16T23:10:58.715" v="2263" actId="478"/>
          <ac:spMkLst>
            <pc:docMk/>
            <pc:sldMk cId="2743023188" sldId="297"/>
            <ac:spMk id="200" creationId="{00000000-0000-0000-0000-000000000000}"/>
          </ac:spMkLst>
        </pc:spChg>
      </pc:sldChg>
      <pc:sldChg chg="modSp add ord modNotesTx">
        <pc:chgData name="Stephanie Verganza" userId="ffc5f8f4-b46c-4eb7-ad0a-4bc869c58a2c" providerId="ADAL" clId="{7A3D8FD7-DF31-473D-9279-FEEC72DE29F4}" dt="2021-08-16T23:17:11.996" v="2300" actId="207"/>
        <pc:sldMkLst>
          <pc:docMk/>
          <pc:sldMk cId="1208532956" sldId="299"/>
        </pc:sldMkLst>
        <pc:spChg chg="mod">
          <ac:chgData name="Stephanie Verganza" userId="ffc5f8f4-b46c-4eb7-ad0a-4bc869c58a2c" providerId="ADAL" clId="{7A3D8FD7-DF31-473D-9279-FEEC72DE29F4}" dt="2021-08-16T23:17:11.996" v="2300" actId="207"/>
          <ac:spMkLst>
            <pc:docMk/>
            <pc:sldMk cId="1208532956" sldId="299"/>
            <ac:spMk id="200" creationId="{00000000-0000-0000-0000-000000000000}"/>
          </ac:spMkLst>
        </pc:spChg>
      </pc:sldChg>
      <pc:sldChg chg="modSp add">
        <pc:chgData name="Stephanie Verganza" userId="ffc5f8f4-b46c-4eb7-ad0a-4bc869c58a2c" providerId="ADAL" clId="{7A3D8FD7-DF31-473D-9279-FEEC72DE29F4}" dt="2021-08-18T16:47:50.074" v="4095" actId="20577"/>
        <pc:sldMkLst>
          <pc:docMk/>
          <pc:sldMk cId="2472928703" sldId="300"/>
        </pc:sldMkLst>
        <pc:spChg chg="mod">
          <ac:chgData name="Stephanie Verganza" userId="ffc5f8f4-b46c-4eb7-ad0a-4bc869c58a2c" providerId="ADAL" clId="{7A3D8FD7-DF31-473D-9279-FEEC72DE29F4}" dt="2021-08-18T16:47:50.074" v="4095" actId="20577"/>
          <ac:spMkLst>
            <pc:docMk/>
            <pc:sldMk cId="2472928703" sldId="300"/>
            <ac:spMk id="200" creationId="{00000000-0000-0000-0000-000000000000}"/>
          </ac:spMkLst>
        </pc:spChg>
      </pc:sldChg>
      <pc:sldChg chg="modSp add">
        <pc:chgData name="Stephanie Verganza" userId="ffc5f8f4-b46c-4eb7-ad0a-4bc869c58a2c" providerId="ADAL" clId="{7A3D8FD7-DF31-473D-9279-FEEC72DE29F4}" dt="2021-08-16T23:26:21.492" v="2492" actId="255"/>
        <pc:sldMkLst>
          <pc:docMk/>
          <pc:sldMk cId="789832549" sldId="302"/>
        </pc:sldMkLst>
        <pc:spChg chg="mod">
          <ac:chgData name="Stephanie Verganza" userId="ffc5f8f4-b46c-4eb7-ad0a-4bc869c58a2c" providerId="ADAL" clId="{7A3D8FD7-DF31-473D-9279-FEEC72DE29F4}" dt="2021-08-16T23:26:21.492" v="2492" actId="255"/>
          <ac:spMkLst>
            <pc:docMk/>
            <pc:sldMk cId="789832549" sldId="302"/>
            <ac:spMk id="200" creationId="{00000000-0000-0000-0000-000000000000}"/>
          </ac:spMkLst>
        </pc:spChg>
      </pc:sldChg>
      <pc:sldChg chg="modSp add modNotesTx">
        <pc:chgData name="Stephanie Verganza" userId="ffc5f8f4-b46c-4eb7-ad0a-4bc869c58a2c" providerId="ADAL" clId="{7A3D8FD7-DF31-473D-9279-FEEC72DE29F4}" dt="2021-08-19T17:55:42.728" v="4102" actId="207"/>
        <pc:sldMkLst>
          <pc:docMk/>
          <pc:sldMk cId="1512586690" sldId="303"/>
        </pc:sldMkLst>
        <pc:spChg chg="mod">
          <ac:chgData name="Stephanie Verganza" userId="ffc5f8f4-b46c-4eb7-ad0a-4bc869c58a2c" providerId="ADAL" clId="{7A3D8FD7-DF31-473D-9279-FEEC72DE29F4}" dt="2021-08-19T17:55:42.728" v="4102" actId="207"/>
          <ac:spMkLst>
            <pc:docMk/>
            <pc:sldMk cId="1512586690" sldId="303"/>
            <ac:spMk id="5" creationId="{00000000-0000-0000-0000-000000000000}"/>
          </ac:spMkLst>
        </pc:spChg>
        <pc:spChg chg="mod">
          <ac:chgData name="Stephanie Verganza" userId="ffc5f8f4-b46c-4eb7-ad0a-4bc869c58a2c" providerId="ADAL" clId="{7A3D8FD7-DF31-473D-9279-FEEC72DE29F4}" dt="2021-08-17T13:58:51.774" v="2527" actId="20577"/>
          <ac:spMkLst>
            <pc:docMk/>
            <pc:sldMk cId="1512586690" sldId="303"/>
            <ac:spMk id="6" creationId="{00000000-0000-0000-0000-000000000000}"/>
          </ac:spMkLst>
        </pc:spChg>
        <pc:spChg chg="mod">
          <ac:chgData name="Stephanie Verganza" userId="ffc5f8f4-b46c-4eb7-ad0a-4bc869c58a2c" providerId="ADAL" clId="{7A3D8FD7-DF31-473D-9279-FEEC72DE29F4}" dt="2021-08-17T17:35:21.378" v="3310" actId="404"/>
          <ac:spMkLst>
            <pc:docMk/>
            <pc:sldMk cId="1512586690" sldId="303"/>
            <ac:spMk id="67" creationId="{00000000-0000-0000-0000-000000000000}"/>
          </ac:spMkLst>
        </pc:spChg>
      </pc:sldChg>
      <pc:sldChg chg="modSp add modNotesTx">
        <pc:chgData name="Stephanie Verganza" userId="ffc5f8f4-b46c-4eb7-ad0a-4bc869c58a2c" providerId="ADAL" clId="{7A3D8FD7-DF31-473D-9279-FEEC72DE29F4}" dt="2021-08-19T17:55:54.308" v="4104" actId="20577"/>
        <pc:sldMkLst>
          <pc:docMk/>
          <pc:sldMk cId="1841640217" sldId="304"/>
        </pc:sldMkLst>
        <pc:spChg chg="mod">
          <ac:chgData name="Stephanie Verganza" userId="ffc5f8f4-b46c-4eb7-ad0a-4bc869c58a2c" providerId="ADAL" clId="{7A3D8FD7-DF31-473D-9279-FEEC72DE29F4}" dt="2021-08-19T17:55:54.308" v="4104" actId="20577"/>
          <ac:spMkLst>
            <pc:docMk/>
            <pc:sldMk cId="1841640217" sldId="304"/>
            <ac:spMk id="5" creationId="{00000000-0000-0000-0000-000000000000}"/>
          </ac:spMkLst>
        </pc:spChg>
        <pc:spChg chg="mod">
          <ac:chgData name="Stephanie Verganza" userId="ffc5f8f4-b46c-4eb7-ad0a-4bc869c58a2c" providerId="ADAL" clId="{7A3D8FD7-DF31-473D-9279-FEEC72DE29F4}" dt="2021-08-17T14:18:55.144" v="2727" actId="948"/>
          <ac:spMkLst>
            <pc:docMk/>
            <pc:sldMk cId="1841640217" sldId="304"/>
            <ac:spMk id="67" creationId="{00000000-0000-0000-0000-000000000000}"/>
          </ac:spMkLst>
        </pc:spChg>
      </pc:sldChg>
      <pc:sldChg chg="modSp add modNotesTx">
        <pc:chgData name="Stephanie Verganza" userId="ffc5f8f4-b46c-4eb7-ad0a-4bc869c58a2c" providerId="ADAL" clId="{7A3D8FD7-DF31-473D-9279-FEEC72DE29F4}" dt="2021-08-19T17:56:00.505" v="4108" actId="20577"/>
        <pc:sldMkLst>
          <pc:docMk/>
          <pc:sldMk cId="1068241505" sldId="305"/>
        </pc:sldMkLst>
        <pc:spChg chg="mod">
          <ac:chgData name="Stephanie Verganza" userId="ffc5f8f4-b46c-4eb7-ad0a-4bc869c58a2c" providerId="ADAL" clId="{7A3D8FD7-DF31-473D-9279-FEEC72DE29F4}" dt="2021-08-19T17:56:00.505" v="4108" actId="20577"/>
          <ac:spMkLst>
            <pc:docMk/>
            <pc:sldMk cId="1068241505" sldId="305"/>
            <ac:spMk id="5" creationId="{00000000-0000-0000-0000-000000000000}"/>
          </ac:spMkLst>
        </pc:spChg>
        <pc:spChg chg="mod">
          <ac:chgData name="Stephanie Verganza" userId="ffc5f8f4-b46c-4eb7-ad0a-4bc869c58a2c" providerId="ADAL" clId="{7A3D8FD7-DF31-473D-9279-FEEC72DE29F4}" dt="2021-08-17T14:22:59.751" v="2975"/>
          <ac:spMkLst>
            <pc:docMk/>
            <pc:sldMk cId="1068241505" sldId="305"/>
            <ac:spMk id="67" creationId="{00000000-0000-0000-0000-000000000000}"/>
          </ac:spMkLst>
        </pc:spChg>
      </pc:sldChg>
      <pc:sldChg chg="modSp add ord">
        <pc:chgData name="Stephanie Verganza" userId="ffc5f8f4-b46c-4eb7-ad0a-4bc869c58a2c" providerId="ADAL" clId="{7A3D8FD7-DF31-473D-9279-FEEC72DE29F4}" dt="2021-08-17T22:09:42.422" v="3865" actId="403"/>
        <pc:sldMkLst>
          <pc:docMk/>
          <pc:sldMk cId="3696477027" sldId="306"/>
        </pc:sldMkLst>
        <pc:spChg chg="mod">
          <ac:chgData name="Stephanie Verganza" userId="ffc5f8f4-b46c-4eb7-ad0a-4bc869c58a2c" providerId="ADAL" clId="{7A3D8FD7-DF31-473D-9279-FEEC72DE29F4}" dt="2021-08-17T17:58:20.291" v="3317" actId="207"/>
          <ac:spMkLst>
            <pc:docMk/>
            <pc:sldMk cId="3696477027" sldId="306"/>
            <ac:spMk id="5" creationId="{00000000-0000-0000-0000-000000000000}"/>
          </ac:spMkLst>
        </pc:spChg>
        <pc:spChg chg="mod">
          <ac:chgData name="Stephanie Verganza" userId="ffc5f8f4-b46c-4eb7-ad0a-4bc869c58a2c" providerId="ADAL" clId="{7A3D8FD7-DF31-473D-9279-FEEC72DE29F4}" dt="2021-08-17T14:28:56.928" v="2997" actId="20577"/>
          <ac:spMkLst>
            <pc:docMk/>
            <pc:sldMk cId="3696477027" sldId="306"/>
            <ac:spMk id="65" creationId="{00000000-0000-0000-0000-000000000000}"/>
          </ac:spMkLst>
        </pc:spChg>
        <pc:spChg chg="mod">
          <ac:chgData name="Stephanie Verganza" userId="ffc5f8f4-b46c-4eb7-ad0a-4bc869c58a2c" providerId="ADAL" clId="{7A3D8FD7-DF31-473D-9279-FEEC72DE29F4}" dt="2021-08-17T22:09:42.422" v="3865" actId="403"/>
          <ac:spMkLst>
            <pc:docMk/>
            <pc:sldMk cId="3696477027" sldId="306"/>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6/9/2023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dirty="0"/>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8" Type="http://schemas.openxmlformats.org/officeDocument/2006/relationships/hyperlink" Target="https://www.law.cornell.edu/definitions/index.php?width=840&amp;height=800&amp;iframe=true&amp;def_id=ad77b9896dbb46f518dfb7afc8138363&amp;term_occur=999&amp;term_src=Title:2:Subtitle:A:Chapter:II:Part:200:Subpart:E:Subjgrp:42:200.430" TargetMode="External"/><Relationship Id="rId3" Type="http://schemas.openxmlformats.org/officeDocument/2006/relationships/hyperlink" Target="https://www.law.cornell.edu/definitions/index.php?width=840&amp;height=800&amp;iframe=true&amp;def_id=081a194046528468942c369470c2966a&amp;term_occur=999&amp;term_src=Title:2:Subtitle:A:Chapter:II:Part:200:Subpart:E:Subjgrp:42:200.430" TargetMode="External"/><Relationship Id="rId7" Type="http://schemas.openxmlformats.org/officeDocument/2006/relationships/hyperlink" Target="https://www.law.cornell.edu/definitions/index.php?width=840&amp;height=800&amp;iframe=true&amp;def_id=8297890e7a7b9233bd4beca3e3e2c967&amp;term_occur=999&amp;term_src=Title:2:Subtitle:A:Chapter:II:Part:200:Subpart:E:Subjgrp:42:200.430"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www.law.cornell.edu/definitions/index.php?width=840&amp;height=800&amp;iframe=true&amp;def_id=d7d23b68f8d3d33cf76dc014dc176590&amp;term_occur=999&amp;term_src=Title:2:Subtitle:A:Chapter:II:Part:200:Subpart:E:Subjgrp:42:200.430" TargetMode="External"/><Relationship Id="rId5" Type="http://schemas.openxmlformats.org/officeDocument/2006/relationships/hyperlink" Target="https://www.law.cornell.edu/definitions/index.php?width=840&amp;height=800&amp;iframe=true&amp;def_id=42db8aa7497eb8b687aaf373293fcf8a&amp;term_occur=999&amp;term_src=Title:2:Subtitle:A:Chapter:II:Part:200:Subpart:E:Subjgrp:42:200.430" TargetMode="External"/><Relationship Id="rId4" Type="http://schemas.openxmlformats.org/officeDocument/2006/relationships/hyperlink" Target="https://www.law.cornell.edu/definitions/index.php?width=840&amp;height=800&amp;iframe=true&amp;def_id=de00dfd10f09071c905d0928428a197d&amp;term_occur=999&amp;term_src=Title:2:Subtitle:A:Chapter:II:Part:200:Subpart:E:Subjgrp:42:200.430"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Finding can be added to a future past performance reference and can hurt future funding opportunities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Conduct these prior to issuing any payment to individual or entity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Suspended or debarred entities or individuals are excluded from receiving any new work or any additional U.S. Government funding for the duration of the exclusion period</a:t>
            </a:r>
          </a:p>
        </p:txBody>
      </p:sp>
    </p:spTree>
    <p:extLst>
      <p:ext uri="{BB962C8B-B14F-4D97-AF65-F5344CB8AC3E}">
        <p14:creationId xmlns:p14="http://schemas.microsoft.com/office/powerpoint/2010/main" val="3295997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It’s always good to check the differences between requirements and best practices.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The main point to keep in mind here is document, document, document.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highlight>
                  <a:srgbClr val="FFFF00"/>
                </a:highlight>
              </a:rPr>
              <a:t>*</a:t>
            </a:r>
            <a:r>
              <a:rPr lang="en-US" b="0" dirty="0">
                <a:highlight>
                  <a:srgbClr val="FFFF00"/>
                </a:highlight>
              </a:rPr>
              <a:t>These are the standard categories for methods of procurements. These dollar amounts/thresholds are set by the federal government.</a:t>
            </a:r>
          </a:p>
          <a:p>
            <a:endParaRPr lang="en-US" b="1" dirty="0"/>
          </a:p>
          <a:p>
            <a:r>
              <a:rPr lang="en-US" b="1" dirty="0"/>
              <a:t>Micro-purchases (up to $10k)- </a:t>
            </a:r>
            <a:r>
              <a:rPr lang="en-US" dirty="0"/>
              <a:t>Acquisition of supplies/ services, does not exceed the micro-purchase threshold.  May be awarded without soliciting competitive quotations if price is </a:t>
            </a:r>
            <a:r>
              <a:rPr lang="en-US" b="1" dirty="0"/>
              <a:t>reasonable</a:t>
            </a:r>
            <a:r>
              <a:rPr lang="en-US" dirty="0"/>
              <a:t>.</a:t>
            </a:r>
          </a:p>
          <a:p>
            <a:endParaRPr lang="en-US" dirty="0"/>
          </a:p>
          <a:p>
            <a:r>
              <a:rPr lang="en-US" b="1" dirty="0"/>
              <a:t>Small purchase ($10k-$250k) - </a:t>
            </a:r>
            <a:r>
              <a:rPr lang="en-US" dirty="0"/>
              <a:t>Relatively simple and </a:t>
            </a:r>
            <a:r>
              <a:rPr lang="en-US" b="1" dirty="0"/>
              <a:t>informal</a:t>
            </a:r>
            <a:r>
              <a:rPr lang="en-US" dirty="0"/>
              <a:t> procurement method.</a:t>
            </a:r>
            <a:r>
              <a:rPr lang="en-US" baseline="0" dirty="0"/>
              <a:t> </a:t>
            </a:r>
            <a:r>
              <a:rPr lang="en-US" sz="1200" b="0" i="0" kern="1200" dirty="0">
                <a:solidFill>
                  <a:schemeClr val="tx1"/>
                </a:solidFill>
                <a:effectLst/>
                <a:latin typeface="+mn-lt"/>
                <a:ea typeface="+mn-ea"/>
                <a:cs typeface="+mn-cs"/>
              </a:rPr>
              <a:t>Non-Federal entities adopt small purchase procedures in order to expedite the purchase of items costing less than the simplified acquisition threshold.</a:t>
            </a:r>
            <a:r>
              <a:rPr lang="en-US" dirty="0"/>
              <a:t> Seek offers from reasonable # of sources (3 generally used). Choose based off of own selection criteria</a:t>
            </a:r>
          </a:p>
          <a:p>
            <a:endParaRPr lang="en-US" dirty="0"/>
          </a:p>
          <a:p>
            <a:r>
              <a:rPr lang="en-US" b="1" dirty="0"/>
              <a:t>Sealed bids (above $250k - formal advertising)</a:t>
            </a:r>
            <a:r>
              <a:rPr lang="en-US" dirty="0"/>
              <a:t> - Publicly solicited and firm fixed price contract (lump sum or unit price) awarded to </a:t>
            </a:r>
            <a:r>
              <a:rPr lang="en-US" b="1" dirty="0"/>
              <a:t>lowest bid </a:t>
            </a:r>
            <a:r>
              <a:rPr lang="en-US" dirty="0"/>
              <a:t>(reasonable + responsive). Preferred method for procuring construction. Bids opened on specified time and place. </a:t>
            </a:r>
          </a:p>
          <a:p>
            <a:endParaRPr lang="en-US" dirty="0"/>
          </a:p>
          <a:p>
            <a:r>
              <a:rPr lang="en-US" b="1" dirty="0"/>
              <a:t>Competitive proposals (above $250k) - </a:t>
            </a:r>
            <a:r>
              <a:rPr lang="en-US" dirty="0"/>
              <a:t>More than one source submits an offer, and either a fixed price or cost-reimbursement type contract is awarded. Generally used when conditions are not appropriate for the use of sealed bids. Choose vendor based on own selection criteria.</a:t>
            </a:r>
          </a:p>
          <a:p>
            <a:endParaRPr lang="en-US" dirty="0"/>
          </a:p>
          <a:p>
            <a:r>
              <a:rPr lang="en-US" b="1" dirty="0"/>
              <a:t>Noncompetitive proposals (no limit) - </a:t>
            </a:r>
            <a:r>
              <a:rPr lang="en-US" dirty="0"/>
              <a:t>Solicitation of a proposal from only one source if:</a:t>
            </a:r>
          </a:p>
          <a:p>
            <a:r>
              <a:rPr lang="en-US" dirty="0"/>
              <a:t>-</a:t>
            </a:r>
            <a:r>
              <a:rPr lang="en-US" baseline="0" dirty="0"/>
              <a:t> T</a:t>
            </a:r>
            <a:r>
              <a:rPr lang="en-US" dirty="0"/>
              <a:t>he item is available only from a single source;</a:t>
            </a:r>
          </a:p>
          <a:p>
            <a:r>
              <a:rPr lang="en-US" dirty="0"/>
              <a:t>- The public exigency or emergency for the requirement will not permit a delay resulting from competitive solicitation;</a:t>
            </a:r>
          </a:p>
          <a:p>
            <a:r>
              <a:rPr lang="en-US" dirty="0"/>
              <a:t>- The Federal awarding agency or pass-through entity expressly authorizes noncompetitive proposals; or</a:t>
            </a:r>
          </a:p>
          <a:p>
            <a:r>
              <a:rPr lang="en-US" dirty="0"/>
              <a:t>- After solicitation of a number of sources, competition is determined inadequate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648448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6648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9592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6277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57947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Real property</a:t>
            </a:r>
            <a:r>
              <a:rPr lang="en-US" baseline="0" dirty="0"/>
              <a:t> may either be retained or sold and the federal agency must be compensated</a:t>
            </a:r>
          </a:p>
          <a:p>
            <a:r>
              <a:rPr lang="en-US" baseline="0" dirty="0"/>
              <a:t>(land, structures) does not include movable machinery and equipment</a:t>
            </a:r>
          </a:p>
          <a:p>
            <a:endParaRPr lang="en-US" dirty="0"/>
          </a:p>
          <a:p>
            <a:r>
              <a:rPr lang="en-US" dirty="0"/>
              <a:t>Equipment </a:t>
            </a:r>
            <a:r>
              <a:rPr lang="en-US" baseline="0" dirty="0"/>
              <a:t>usually stays with the non-fed entity, unless otherwise stated, if current market value is less than $5,000 (otherwise need to consult agency for further disposition instructions)</a:t>
            </a:r>
          </a:p>
          <a:p>
            <a:r>
              <a:rPr lang="en-US" baseline="0" dirty="0"/>
              <a:t>Must be included in inventory, property records kept, safeguard (insurance)</a:t>
            </a:r>
          </a:p>
          <a:p>
            <a:endParaRPr lang="en-US" baseline="0" dirty="0"/>
          </a:p>
          <a:p>
            <a:r>
              <a:rPr lang="en-US" baseline="0" dirty="0"/>
              <a:t>Intangibles—vest with recipient : “whoever creates it, owns it” but USG has right to obtain, reproduce, publish or otherwise use data produced under award and authorize others to for fed purposes</a:t>
            </a:r>
          </a:p>
          <a:p>
            <a:endParaRPr lang="en-US" baseline="0" dirty="0"/>
          </a:p>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413957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054401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475770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552466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kern="1200" dirty="0">
                <a:solidFill>
                  <a:schemeClr val="tx1"/>
                </a:solidFill>
                <a:effectLst/>
                <a:latin typeface="+mn-lt"/>
                <a:ea typeface="+mn-ea"/>
                <a:cs typeface="+mn-cs"/>
              </a:rPr>
              <a:t>Child abuse, exploitation, or neglect: Constitutes any form of physical abuse; emotional ill-treatment; sexual abuse; neglect or insufficient supervision; trafficking; or commercial, transactional, labor, or other exploitation resulting in actual or potential harm to the child’s health, well-being, survival, development, or dignity. It includes, but is not limited to: any act or failure to act which results in death, serious physical or emotional harm to a child, or an act or failure to act which presents an imminent risk of serious harm to a child. </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Physical abuse: Constitutes acts or failures to act resulting in injury (not necessarily visible), unnecessary or unjustified pain or suffering without causing injury, harm or risk of harm to a child’s health or welfare, or death. Such acts may include, but are not limited to: punching, beating, kicking, biting, shaking, throwing, stabbing, choking, or hitting (regardless of object used), or burning. These acts are considered abuse regardless of whether they were intended to hurt the child.</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Sexual Abuse: Constitutes fondling a child's genitals, penetration, incest, rape, sodomy, indecent exposure, and exploitation through prostitution or the production of pornographic materials.</a:t>
            </a:r>
          </a:p>
          <a:p>
            <a:pPr rtl="0"/>
            <a:endParaRPr lang="en-US" sz="120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Emotional abuse or ill treatment: Constitutes injury to the psychological capacity or emotional stability of the child caused by acts, threats of acts, or coercive tactics. Emotional abuse may include, but is not limited to: humiliation, control, isolation, withholding of information, or any other deliberate activity that makes the child feel diminished or embarrassed.</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Exploitation: Constitutes the abuse of a child where some form of remuneration is involved or whereby the perpetrators benefit in some manner. Exploitation represents a form of coercion and violence that is detrimental to the child’s physical or mental health, development, education, or well-being.</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Neglect: Constitutes failure to provide for a child's basic needs within USAID-funded activities that are responsible for the care of a child in the absence of the child's parent or guardian</a:t>
            </a:r>
            <a:endParaRPr lang="en-US" sz="1600" dirty="0">
              <a:effectLst/>
            </a:endParaRPr>
          </a:p>
          <a:p>
            <a:br>
              <a:rPr lang="en-US" sz="1200" b="0" i="0" kern="1200" dirty="0">
                <a:solidFill>
                  <a:schemeClr val="tx1"/>
                </a:solidFill>
                <a:effectLst/>
                <a:latin typeface="+mn-lt"/>
                <a:ea typeface="+mn-ea"/>
                <a:cs typeface="+mn-cs"/>
              </a:rPr>
            </a:br>
            <a:endPar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82141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**including, but not limited to, limiting unsupervised interactions with children; prohibiting exposure to pornography; and complying with applicable laws, regulations, or customs regarding the photographing, filming, or other image-generating activities of children;</a:t>
            </a:r>
          </a:p>
          <a:p>
            <a:pPr>
              <a:buClrTx/>
              <a:buFont typeface="Arial" panose="020B0604020202020204" pitchFamily="34" charset="0"/>
              <a:buNone/>
            </a:pPr>
            <a:endPar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5444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"Trafficking in persons" shall mean the recruitment, transportation, transfer, harboring or receipt of persons, by means of the threat or use of force or other forms of coercion, of abduction, of fraud, of deception, of the abuse of power or of a position of vulnerability or of the giving or receiving of payments or benefits to achieve the consent of a person having control over another person, for the purpose of exploitation. Exploitation shall include, at a minimum, the exploitation of the prostitution of others or other forms of sexual exploitation, forced labor or services, slavery or practices similar to slavery, servitude or the removal of organs</a:t>
            </a:r>
          </a:p>
          <a:p>
            <a:endParaRPr lang="en-US" dirty="0"/>
          </a:p>
          <a:p>
            <a:r>
              <a:rPr lang="en-US" dirty="0"/>
              <a:t>https://www.ohchr.org/en/professionalinterest/pages/protocoltraffickinginpersons.aspx </a:t>
            </a:r>
          </a:p>
        </p:txBody>
      </p:sp>
    </p:spTree>
    <p:extLst>
      <p:ext uri="{BB962C8B-B14F-4D97-AF65-F5344CB8AC3E}">
        <p14:creationId xmlns:p14="http://schemas.microsoft.com/office/powerpoint/2010/main" val="3651184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3902144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unless:</a:t>
            </a:r>
          </a:p>
          <a:p>
            <a:r>
              <a:rPr lang="en-US" dirty="0"/>
              <a:t>a)exempted from the requirement to provide or pay for such return transportation by USAID under this award; or</a:t>
            </a:r>
          </a:p>
          <a:p>
            <a:r>
              <a:rPr lang="en-US" dirty="0"/>
              <a:t>b)the employee is a victim of human trafficking seeking victim services or legal redress in the country of employment or a witness in a human trafficking enforcement action;</a:t>
            </a:r>
          </a:p>
        </p:txBody>
      </p:sp>
    </p:spTree>
    <p:extLst>
      <p:ext uri="{BB962C8B-B14F-4D97-AF65-F5344CB8AC3E}">
        <p14:creationId xmlns:p14="http://schemas.microsoft.com/office/powerpoint/2010/main" val="161834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 E</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latin typeface="Trade Gothic" panose="02000503020000020004" pitchFamily="2" charset="0"/>
              </a:rPr>
              <a:t>Generally Accepted Accounting Principles (GAAP)</a:t>
            </a:r>
          </a:p>
          <a:p>
            <a:endParaRPr lang="en-US" dirty="0"/>
          </a:p>
          <a:p>
            <a:r>
              <a:rPr lang="en-US" dirty="0"/>
              <a:t>Must be NECESSARY,</a:t>
            </a:r>
            <a:r>
              <a:rPr lang="en-US" baseline="0" dirty="0"/>
              <a:t> REASONABLE, ALLOCABLE, and CONFORMS to grant terms &amp; conditions </a:t>
            </a:r>
          </a:p>
          <a:p>
            <a:endParaRPr lang="en-US" baseline="0" dirty="0"/>
          </a:p>
          <a:p>
            <a:r>
              <a:rPr lang="en-US" baseline="0" dirty="0"/>
              <a:t>Consistency in proposing, charging, and reporting costs: </a:t>
            </a:r>
          </a:p>
          <a:p>
            <a:endParaRPr lang="en-US" baseline="0" dirty="0"/>
          </a:p>
          <a:p>
            <a:r>
              <a:rPr lang="en-US" dirty="0"/>
              <a:t>§200.403 (d) states: "A cost may not be assigned to a Federal award as a direct cost if any other cost incurred for the same purpose in like circumstances has been allocated to the Federal award as an indirect cost."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1766647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640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a:t>
            </a:r>
            <a:r>
              <a:rPr lang="en-US" b="1" i="1" dirty="0">
                <a:solidFill>
                  <a:srgbClr val="333333"/>
                </a:solidFill>
                <a:effectLst/>
                <a:latin typeface="Verdana" panose="020B0604030504040204" pitchFamily="34" charset="0"/>
              </a:rPr>
              <a:t>Standards for Documentation of Personnel Expenses</a:t>
            </a:r>
            <a:r>
              <a:rPr lang="en-US" b="0" i="0" dirty="0">
                <a:solidFill>
                  <a:srgbClr val="333333"/>
                </a:solidFill>
                <a:effectLst/>
                <a:latin typeface="Verdana" panose="020B0604030504040204" pitchFamily="34" charset="0"/>
              </a:rPr>
              <a:t> (1) Charges to </a:t>
            </a:r>
            <a:r>
              <a:rPr lang="en-US" b="0" i="0" u="none" strike="noStrike" dirty="0">
                <a:solidFill>
                  <a:srgbClr val="0068AC"/>
                </a:solidFill>
                <a:effectLst/>
                <a:latin typeface="Verdana" panose="020B0604030504040204" pitchFamily="34" charset="0"/>
                <a:hlinkClick r:id="rId3"/>
              </a:rPr>
              <a:t>Federal awards</a:t>
            </a:r>
            <a:r>
              <a:rPr lang="en-US" b="0" i="0" dirty="0">
                <a:solidFill>
                  <a:srgbClr val="333333"/>
                </a:solidFill>
                <a:effectLst/>
                <a:latin typeface="Verdana" panose="020B0604030504040204" pitchFamily="34" charset="0"/>
              </a:rPr>
              <a:t> for salaries and wages must be based on records that accurately reflect the work performed. These records must:</a:t>
            </a:r>
          </a:p>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Be supported by a system of internal control which provides reasonable assurance that the charges are accurate, allowable, and properly allocated;</a:t>
            </a:r>
          </a:p>
          <a:p>
            <a:pPr algn="l"/>
            <a:r>
              <a:rPr lang="en-US" b="1" i="0" dirty="0">
                <a:solidFill>
                  <a:srgbClr val="333333"/>
                </a:solidFill>
                <a:effectLst/>
                <a:latin typeface="Verdana" panose="020B0604030504040204" pitchFamily="34" charset="0"/>
              </a:rPr>
              <a:t>(ii)</a:t>
            </a:r>
            <a:r>
              <a:rPr lang="en-US" b="0" i="0" dirty="0">
                <a:solidFill>
                  <a:srgbClr val="333333"/>
                </a:solidFill>
                <a:effectLst/>
                <a:latin typeface="Verdana" panose="020B0604030504040204" pitchFamily="34" charset="0"/>
              </a:rPr>
              <a:t> Be incorporated into the official records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(iii)</a:t>
            </a:r>
            <a:r>
              <a:rPr lang="en-US" b="0" i="0" dirty="0">
                <a:solidFill>
                  <a:srgbClr val="333333"/>
                </a:solidFill>
                <a:effectLst/>
                <a:latin typeface="Verdana" panose="020B0604030504040204" pitchFamily="34" charset="0"/>
              </a:rPr>
              <a:t> Reasonably reflect the total activity for which the employee is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not exceeding 100% of compensated activities (for IHE, this per the IHE's definition of IBS);</a:t>
            </a:r>
          </a:p>
          <a:p>
            <a:pPr algn="l"/>
            <a:r>
              <a:rPr lang="en-US" b="1" i="0" dirty="0">
                <a:solidFill>
                  <a:srgbClr val="333333"/>
                </a:solidFill>
                <a:effectLst/>
                <a:latin typeface="Verdana" panose="020B0604030504040204" pitchFamily="34" charset="0"/>
              </a:rPr>
              <a:t>(iv)</a:t>
            </a:r>
            <a:r>
              <a:rPr lang="en-US" b="0" i="0" dirty="0">
                <a:solidFill>
                  <a:srgbClr val="333333"/>
                </a:solidFill>
                <a:effectLst/>
                <a:latin typeface="Verdana" panose="020B0604030504040204" pitchFamily="34" charset="0"/>
              </a:rPr>
              <a:t> Encompass federally-assisted and all other activities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on an integrated basis, but may include the use of </a:t>
            </a:r>
            <a:r>
              <a:rPr lang="en-US" b="0" i="0" u="none" strike="noStrike" dirty="0">
                <a:solidFill>
                  <a:srgbClr val="0068AC"/>
                </a:solidFill>
                <a:effectLst/>
                <a:latin typeface="Verdana" panose="020B0604030504040204" pitchFamily="34" charset="0"/>
                <a:hlinkClick r:id="rId5"/>
              </a:rPr>
              <a:t>subsidiary</a:t>
            </a:r>
            <a:r>
              <a:rPr lang="en-US" b="0" i="0" dirty="0">
                <a:solidFill>
                  <a:srgbClr val="333333"/>
                </a:solidFill>
                <a:effectLst/>
                <a:latin typeface="Verdana" panose="020B0604030504040204" pitchFamily="34" charset="0"/>
              </a:rPr>
              <a:t> records as defined in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's written </a:t>
            </a:r>
            <a:r>
              <a:rPr lang="en-US" b="0" i="0" u="none" strike="noStrike" dirty="0">
                <a:solidFill>
                  <a:srgbClr val="0068AC"/>
                </a:solidFill>
                <a:effectLst/>
                <a:latin typeface="Verdana" panose="020B0604030504040204" pitchFamily="34" charset="0"/>
                <a:hlinkClick r:id="rId6"/>
              </a:rPr>
              <a:t>policy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(v)</a:t>
            </a:r>
            <a:r>
              <a:rPr lang="en-US" b="0" i="0" dirty="0">
                <a:solidFill>
                  <a:srgbClr val="333333"/>
                </a:solidFill>
                <a:effectLst/>
                <a:latin typeface="Verdana" panose="020B0604030504040204" pitchFamily="34" charset="0"/>
              </a:rPr>
              <a:t> Comply with the established accounting policies and practices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(See paragraph (h)(1)(ii) above for treatment of incidental work for IHEs.); and</a:t>
            </a:r>
          </a:p>
          <a:p>
            <a:pPr algn="l"/>
            <a:r>
              <a:rPr lang="en-US" b="1" i="0" dirty="0">
                <a:solidFill>
                  <a:srgbClr val="333333"/>
                </a:solidFill>
                <a:effectLst/>
                <a:latin typeface="Verdana" panose="020B0604030504040204" pitchFamily="34" charset="0"/>
              </a:rPr>
              <a:t>(vi)</a:t>
            </a:r>
            <a:r>
              <a:rPr lang="en-US" b="0" i="0" dirty="0">
                <a:solidFill>
                  <a:srgbClr val="333333"/>
                </a:solidFill>
                <a:effectLst/>
                <a:latin typeface="Verdana" panose="020B0604030504040204" pitchFamily="34" charset="0"/>
              </a:rPr>
              <a:t> [Reserved]</a:t>
            </a:r>
          </a:p>
          <a:p>
            <a:pPr algn="l"/>
            <a:r>
              <a:rPr lang="en-US" b="1" i="0" dirty="0">
                <a:solidFill>
                  <a:srgbClr val="333333"/>
                </a:solidFill>
                <a:effectLst/>
                <a:latin typeface="Verdana" panose="020B0604030504040204" pitchFamily="34" charset="0"/>
              </a:rPr>
              <a:t>(vii)</a:t>
            </a:r>
            <a:r>
              <a:rPr lang="en-US" b="0" i="0" dirty="0">
                <a:solidFill>
                  <a:srgbClr val="333333"/>
                </a:solidFill>
                <a:effectLst/>
                <a:latin typeface="Verdana" panose="020B0604030504040204" pitchFamily="34" charset="0"/>
              </a:rPr>
              <a:t> Support the distribution of the employee's salary or wages among specific activities or </a:t>
            </a:r>
            <a:r>
              <a:rPr lang="en-US" b="0" i="0" u="none" strike="noStrike" dirty="0">
                <a:solidFill>
                  <a:srgbClr val="0068AC"/>
                </a:solidFill>
                <a:effectLst/>
                <a:latin typeface="Verdana" panose="020B0604030504040204" pitchFamily="34" charset="0"/>
                <a:hlinkClick r:id="rId7"/>
              </a:rPr>
              <a:t>cost objectives</a:t>
            </a:r>
            <a:r>
              <a:rPr lang="en-US" b="0" i="0" dirty="0">
                <a:solidFill>
                  <a:srgbClr val="333333"/>
                </a:solidFill>
                <a:effectLst/>
                <a:latin typeface="Verdana" panose="020B0604030504040204" pitchFamily="34" charset="0"/>
              </a:rPr>
              <a:t> if the employee works on more than one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and non-Federal award; an indirect cost activity and a direct cost activity; two or more indirect activities which are allocated using different </a:t>
            </a:r>
            <a:r>
              <a:rPr lang="en-US" b="0" i="0" u="none" strike="noStrike" dirty="0">
                <a:solidFill>
                  <a:srgbClr val="0068AC"/>
                </a:solidFill>
                <a:effectLst/>
                <a:latin typeface="Verdana" panose="020B0604030504040204" pitchFamily="34" charset="0"/>
                <a:hlinkClick r:id="rId8"/>
              </a:rPr>
              <a:t>allocation</a:t>
            </a:r>
            <a:r>
              <a:rPr lang="en-US" b="0" i="0" dirty="0">
                <a:solidFill>
                  <a:srgbClr val="333333"/>
                </a:solidFill>
                <a:effectLst/>
                <a:latin typeface="Verdana" panose="020B0604030504040204" pitchFamily="34" charset="0"/>
              </a:rPr>
              <a:t> bases; or an unallowable activity and a direct or indirect cost activity.</a:t>
            </a:r>
          </a:p>
        </p:txBody>
      </p:sp>
    </p:spTree>
    <p:extLst>
      <p:ext uri="{BB962C8B-B14F-4D97-AF65-F5344CB8AC3E}">
        <p14:creationId xmlns:p14="http://schemas.microsoft.com/office/powerpoint/2010/main" val="3592110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307299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534527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42642286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892634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6182334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25183009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87182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7375726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30906008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00150" lvl="2" indent="-285750" algn="just" fontAlgn="base">
              <a:lnSpc>
                <a:spcPct val="150000"/>
              </a:lnSpc>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Use Google Maps to calculate the miles driven on route (include screenshot) and multiply by 62.5 cents each mile  </a:t>
            </a:r>
          </a:p>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12656563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17463966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0528905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2144841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3543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834229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104682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5360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081109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600558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73912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012378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4097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143621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dirty="0"/>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6/9/2023</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dirty="0"/>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www.govinfo.gov/app/details/CFR-2014-title2-vol1/CFR-2014-title2-vol1-sec200-302"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hyperlink" Target="https://scsanctions.un.org/search/"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hyperlink" Target="https://sanctionssearch.ofac.treas.gov/" TargetMode="External"/><Relationship Id="rId5" Type="http://schemas.openxmlformats.org/officeDocument/2006/relationships/hyperlink" Target="http://www.sam.gov/" TargetMode="External"/><Relationship Id="rId4" Type="http://schemas.microsoft.com/office/2007/relationships/hdphoto" Target="../media/hdphoto1.wdp"/><Relationship Id="rId9" Type="http://schemas.openxmlformats.org/officeDocument/2006/relationships/hyperlink" Target="https://www.govinfo.gov/app/details/CFR-2016-title2-vol1/CFR-2016-title2-vol1-sec200-21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20.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D/subject-group-ECFR45ddd4419ad436d/section-200.32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hyperlink" Target="https://www.ecfr.gov/cgi-bin/text-idx?SID=2312b40f5181614169488e0699a25e61&amp;mc=true&amp;node=se2.1.200_1216&amp;rgn=div8"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pdf.usaid.gov/pdf_docs/PBAAE881.pdf"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hyperlink" Target="https://pdf.usaid.gov/pdf_docs/PDACQ310.pdf" TargetMode="External"/><Relationship Id="rId5" Type="http://schemas.openxmlformats.org/officeDocument/2006/relationships/image" Target="../media/image9.png"/><Relationship Id="rId4" Type="http://schemas.openxmlformats.org/officeDocument/2006/relationships/hyperlink" Target="https://www.usaid.gov/sites/default/files/2022-05/310mac.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hyperlink" Target="https://www.govinfo.gov/content/pkg/CFR-2014-title2-vol1/pdf/CFR-2014-title2-vol1-sec200-12.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13.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33.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hyperlink" Target="https://undocs.org/ST/SGB/2003/13" TargetMode="External"/><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hyperlink" Target="https://www.govinfo.gov/content/pkg/CFR-2014-title2-vol1/pdf/CFR-2014-title2-vol1-sec200-303.pdf" TargetMode="Externa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0"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7.xml"/><Relationship Id="rId6" Type="http://schemas.openxmlformats.org/officeDocument/2006/relationships/hyperlink" Target="https://partnersnet107.sharepoint.com/:x:/s/FA/EeYmUVEUIxJKq4M8oEWoE-QBybmNQhAE9Sta0KHQ7b5tYw?e=5jQQgW" TargetMode="External"/><Relationship Id="rId5" Type="http://schemas.openxmlformats.org/officeDocument/2006/relationships/hyperlink" Target="https://partnersnet107.sharepoint.com/:x:/s/FA/ETkfDqCPsLtHu_C1rHpzOLABVzrxVK8ISxm6rctd1hprXQ?e=6tP0DH" TargetMode="External"/><Relationship Id="rId4" Type="http://schemas.openxmlformats.org/officeDocument/2006/relationships/hyperlink" Target="https://www.ecfr.gov/current/title-2/subtitle-A/chapter-II/part-200/subpart-E/subject-group-ECFRed1f39f9b3d4e72/section-200.430"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75"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7.xml"/><Relationship Id="rId6" Type="http://schemas.openxmlformats.org/officeDocument/2006/relationships/hyperlink" Target="https://partnersnet107.sharepoint.com/:w:/s/FA/EaaAgomY611KuMtN5vx7ZNYBATj-9BMyhqRmNL5UFWZwsg?e=FUXO8S" TargetMode="External"/><Relationship Id="rId5" Type="http://schemas.openxmlformats.org/officeDocument/2006/relationships/hyperlink" Target="https://www.gsa.gov/policy-regulations/policy/travel-management-policy/fly-america-act"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7.xml"/><Relationship Id="rId5" Type="http://schemas.openxmlformats.org/officeDocument/2006/relationships/hyperlink" Target="https://www.gsa.gov/policy-regulations/policy/travel-management-policy/fly-america-act#OSA" TargetMode="External"/><Relationship Id="rId4" Type="http://schemas.openxmlformats.org/officeDocument/2006/relationships/hyperlink" Target="https://www.gsa.gov/policy-regulations/policy/travel-management-policy/fly-america-act"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7.xml"/><Relationship Id="rId6" Type="http://schemas.openxmlformats.org/officeDocument/2006/relationships/hyperlink" Target="https://www.gsa.gov/travel/plan-book/per-diem-rates" TargetMode="External"/><Relationship Id="rId5" Type="http://schemas.openxmlformats.org/officeDocument/2006/relationships/hyperlink" Target="https://aoprals.state.gov/web920/per_diem.asp"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7.xml"/><Relationship Id="rId5" Type="http://schemas.openxmlformats.org/officeDocument/2006/relationships/hyperlink" Target="https://www.irs.gov/newsroom/irs-issues-standard-mileage-rates-for-2023-business-use-increases-3-cents-per-mile"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part200.pdf"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9.xml"/><Relationship Id="rId1" Type="http://schemas.openxmlformats.org/officeDocument/2006/relationships/slideLayout" Target="../slideLayouts/slideLayout25.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2667456" y="1159329"/>
            <a:ext cx="6159173" cy="2435323"/>
          </a:xfrm>
          <a:prstGeom prst="rect">
            <a:avLst/>
          </a:prstGeom>
        </p:spPr>
        <p:txBody>
          <a:bodyPr spcFirstLastPara="1" wrap="square" lIns="91425" tIns="91425" rIns="91425" bIns="91425" anchor="b" anchorCtr="0">
            <a:noAutofit/>
          </a:bodyPr>
          <a:lstStyle/>
          <a:p>
            <a:r>
              <a:rPr lang="en-US" sz="4800" dirty="0">
                <a:solidFill>
                  <a:schemeClr val="bg1"/>
                </a:solidFill>
                <a:latin typeface="Segoe UI" pitchFamily="34" charset="0"/>
                <a:ea typeface="Segoe UI" pitchFamily="34" charset="0"/>
                <a:cs typeface="Segoe UI" pitchFamily="34" charset="0"/>
              </a:rPr>
              <a:t>Federal Rules and Regulations:</a:t>
            </a:r>
            <a:br>
              <a:rPr lang="en-US" sz="4800" dirty="0">
                <a:solidFill>
                  <a:schemeClr val="bg1"/>
                </a:solidFill>
                <a:latin typeface="Segoe UI" pitchFamily="34" charset="0"/>
                <a:ea typeface="Segoe UI" pitchFamily="34" charset="0"/>
                <a:cs typeface="Segoe UI" pitchFamily="34" charset="0"/>
              </a:rPr>
            </a:br>
            <a:endParaRPr dirty="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191141"/>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2959226" y="2971800"/>
            <a:ext cx="5867400" cy="707886"/>
          </a:xfrm>
          <a:prstGeom prst="rect">
            <a:avLst/>
          </a:prstGeom>
        </p:spPr>
        <p:txBody>
          <a:bodyPr wrap="square">
            <a:spAutoFit/>
          </a:bodyPr>
          <a:lstStyle/>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Code of Federal Regulations (2 CFR 200)</a:t>
            </a:r>
          </a:p>
          <a:p>
            <a:pPr algn="r"/>
            <a:endPar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6357166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Administrative Requirements</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57200" y="500063"/>
            <a:ext cx="582433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Grantee System Standards</a:t>
            </a:r>
            <a:endParaRPr sz="3600" dirty="0">
              <a:solidFill>
                <a:schemeClr val="tx1"/>
              </a:solidFill>
            </a:endParaRPr>
          </a:p>
        </p:txBody>
      </p:sp>
      <p:sp>
        <p:nvSpPr>
          <p:cNvPr id="95" name="Google Shape;95;p18"/>
          <p:cNvSpPr txBox="1">
            <a:spLocks noGrp="1"/>
          </p:cNvSpPr>
          <p:nvPr>
            <p:ph type="body" idx="1"/>
          </p:nvPr>
        </p:nvSpPr>
        <p:spPr>
          <a:xfrm>
            <a:off x="304800" y="1519803"/>
            <a:ext cx="55113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Recipient can use own financial management system and procurement standards, as long as they meet minimum USG standards</a:t>
            </a:r>
          </a:p>
          <a:p>
            <a:pPr marL="114300" indent="0">
              <a:lnSpc>
                <a:spcPts val="2300"/>
              </a:lnSpc>
              <a:spcBef>
                <a:spcPts val="0"/>
              </a:spcBef>
              <a:buClrTx/>
              <a:buNone/>
            </a:pPr>
            <a:endParaRPr lang="en-US" sz="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be consistent and uniform throughout organization</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Financial Management System</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Identification, in accounts, of all Federal awards received &amp; expended and the Fed programs under which they were received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accurate, current, and complete disclosure of financial results of each federal award or program</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Maintain records documenting the source and application of funds for federally-funded activities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effective internal controls and accountability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Provide comparison of expenditures with budget amounts for each federal award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written procedures: (1) to implement payment requirements; (2) determining allowability of costs </a:t>
            </a:r>
          </a:p>
          <a:p>
            <a:pPr marL="0" indent="0">
              <a:spcBef>
                <a:spcPts val="400"/>
              </a:spcBef>
              <a:buClr>
                <a:schemeClr val="dk1"/>
              </a:buClr>
              <a:buSzPts val="1100"/>
              <a:buNone/>
            </a:pPr>
            <a:endParaRPr lang="en" sz="14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200.302-2</a:t>
            </a:r>
            <a:endParaRPr lang="en-US" dirty="0">
              <a:solidFill>
                <a:schemeClr val="bg1"/>
              </a:solidFill>
            </a:endParaRPr>
          </a:p>
        </p:txBody>
      </p:sp>
    </p:spTree>
    <p:extLst>
      <p:ext uri="{BB962C8B-B14F-4D97-AF65-F5344CB8AC3E}">
        <p14:creationId xmlns:p14="http://schemas.microsoft.com/office/powerpoint/2010/main" val="2429378618"/>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saturation sat="0"/>
                    </a14:imgEffect>
                  </a14:imgLayer>
                </a14:imgProps>
              </a:ext>
            </a:extLst>
          </a:blip>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Suspension &amp; Debarment </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transact or conduct business under award with any individual or entity that has an active exclusion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System for Award Management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List contains those individuals and entities that the U.S. Government has suspended or debarred based on misconduct or determination by the U.S. Government that the person or entity cannot be trusted to safeguard U.S. Government funds</a:t>
            </a:r>
          </a:p>
          <a:p>
            <a:pPr marL="0" lvl="0" indent="0">
              <a:spcBef>
                <a:spcPts val="0"/>
              </a:spcBef>
              <a:buClrTx/>
              <a:buSzPct val="106000"/>
              <a:buNone/>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engage in transactions with, or provide resources or support to, individuals and organizations associated with terrorism including those individuals or entities that appear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Specially Designated Nationals and Blocked Persons List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maintained by the U.S. Treasury or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United Nations Security designation list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a:t>
            </a:r>
          </a:p>
          <a:p>
            <a:pPr marL="342900" lvl="0" indent="-342900">
              <a:spcBef>
                <a:spcPts val="0"/>
              </a:spcBef>
              <a:buClrTx/>
              <a:buSzPct val="106000"/>
              <a:buFont typeface="Arial" panose="020B0604020202020204" pitchFamily="34" charset="0"/>
              <a:buChar char="•"/>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should conduct screenings on any person or entity receiving federal funding to ensure compliance with the above – follow internal policy and database</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bg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9">
                  <a:extLst>
                    <a:ext uri="{A12FA001-AC4F-418D-AE19-62706E023703}">
                      <ahyp:hlinkClr xmlns:ahyp="http://schemas.microsoft.com/office/drawing/2018/hyperlinkcolor" val="tx"/>
                    </a:ext>
                  </a:extLst>
                </a:hlinkClick>
              </a:rPr>
              <a:t>2 CFR 200.213</a:t>
            </a:r>
            <a:endParaRPr lang="en-US" dirty="0">
              <a:solidFill>
                <a:schemeClr val="bg1"/>
              </a:solidFill>
            </a:endParaRPr>
          </a:p>
        </p:txBody>
      </p:sp>
    </p:spTree>
    <p:extLst>
      <p:ext uri="{BB962C8B-B14F-4D97-AF65-F5344CB8AC3E}">
        <p14:creationId xmlns:p14="http://schemas.microsoft.com/office/powerpoint/2010/main" val="192273026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Procurement</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0" indent="0">
              <a:lnSpc>
                <a:spcPct val="150000"/>
              </a:lnSpc>
              <a:buNone/>
            </a:pPr>
            <a:r>
              <a:rPr lang="en-US" sz="1800" b="1"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The process of obtaining goods, supplies, and services in a way that prevents conflict of interest and facilitates open and free competition</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cannot be split into multiple transactions to avoid open procurement </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endParaRPr lang="en-US" sz="1000" b="1"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solidFill>
                <a:schemeClr val="bg1"/>
              </a:solidFill>
            </a:endParaRPr>
          </a:p>
        </p:txBody>
      </p:sp>
    </p:spTree>
    <p:extLst>
      <p:ext uri="{BB962C8B-B14F-4D97-AF65-F5344CB8AC3E}">
        <p14:creationId xmlns:p14="http://schemas.microsoft.com/office/powerpoint/2010/main" val="336843227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155448" y="1354455"/>
            <a:ext cx="6702552" cy="3429000"/>
          </a:xfrm>
          <a:prstGeom prst="rect">
            <a:avLst/>
          </a:prstGeom>
        </p:spPr>
        <p:txBody>
          <a:bodyPr spcFirstLastPara="1" wrap="square" lIns="91425" tIns="91425" rIns="91425" bIns="91425" anchor="t" anchorCtr="0">
            <a:noAutofit/>
          </a:bodyPr>
          <a:lstStyle/>
          <a:p>
            <a:pPr marL="0" indent="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Basic</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Requirements:</a:t>
            </a:r>
          </a:p>
          <a:p>
            <a:pPr marL="742950" lvl="1" indent="-285750">
              <a:spcAft>
                <a:spcPts val="6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Detailed record of history of procurement</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Rationale for procurement method</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 type selection</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Contractor selection/rejection </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Cost and price analysis to determine price </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Oversight of contractors to ensure compliance</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Avoid unnecessary or duplicative purchases</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standards of conduct to avoid conflicts of interest</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Tree>
    <p:extLst>
      <p:ext uri="{BB962C8B-B14F-4D97-AF65-F5344CB8AC3E}">
        <p14:creationId xmlns:p14="http://schemas.microsoft.com/office/powerpoint/2010/main" val="2502525383"/>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91440" y="1285875"/>
            <a:ext cx="6521570" cy="35975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Full and open competition without any unfair advantage</a:t>
            </a: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procedures for procurement transactions</a:t>
            </a:r>
          </a:p>
          <a:p>
            <a:pPr>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Situations considered to be restrictive of competition:</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Unreasonable requirements on firms to qualify</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Requiring unnecessary experience or bonding</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pricing practices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contracts to consultants on retainers</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Organizational conflicts of interest</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Specifying only a “brand name” product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Any arbitrary action in the procurement process</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Competition</a:t>
            </a:r>
            <a:endParaRPr lang="en-US" sz="3600" kern="0" dirty="0">
              <a:solidFill>
                <a:schemeClr val="tx1"/>
              </a:solidFill>
            </a:endParaRPr>
          </a:p>
        </p:txBody>
      </p:sp>
    </p:spTree>
    <p:extLst>
      <p:ext uri="{BB962C8B-B14F-4D97-AF65-F5344CB8AC3E}">
        <p14:creationId xmlns:p14="http://schemas.microsoft.com/office/powerpoint/2010/main" val="97309803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Micro-purchase threshold </a:t>
            </a:r>
            <a:r>
              <a:rPr lang="en-US" sz="1500" dirty="0">
                <a:solidFill>
                  <a:schemeClr val="accent6">
                    <a:lumMod val="75000"/>
                  </a:schemeClr>
                </a:solidFill>
                <a:latin typeface="Segoe UI" panose="020B0502040204020203" pitchFamily="34" charset="0"/>
                <a:cs typeface="Segoe UI" panose="020B0502040204020203" pitchFamily="34" charset="0"/>
              </a:rPr>
              <a:t>(2 CFR 200.67)</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Small purchase procedures contracts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sym typeface="Wingdings" panose="05000000000000000000" pitchFamily="2" charset="2"/>
              </a:rPr>
              <a:t> </a:t>
            </a:r>
            <a:r>
              <a:rPr lang="en-US" sz="1500" dirty="0">
                <a:solidFill>
                  <a:schemeClr val="accent6">
                    <a:lumMod val="75000"/>
                  </a:schemeClr>
                </a:solidFill>
                <a:latin typeface="Segoe UI" panose="020B0502040204020203" pitchFamily="34" charset="0"/>
                <a:cs typeface="Segoe UI" panose="020B0502040204020203" pitchFamily="34" charset="0"/>
                <a:sym typeface="Wingdings" panose="05000000000000000000" pitchFamily="2" charset="2"/>
              </a:rPr>
              <a:t>(generally 3 bids) </a:t>
            </a:r>
            <a:endParaRPr lang="en-US" sz="1500" dirty="0">
              <a:solidFill>
                <a:schemeClr val="accent6">
                  <a:lumMod val="75000"/>
                </a:schemeClr>
              </a:solidFill>
              <a:latin typeface="Segoe UI" panose="020B0502040204020203" pitchFamily="34" charset="0"/>
              <a:cs typeface="Segoe UI" panose="020B0502040204020203" pitchFamily="34" charset="0"/>
            </a:endParaRP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Sealed Bids </a:t>
            </a:r>
            <a:r>
              <a:rPr lang="en-US" sz="1500" dirty="0">
                <a:solidFill>
                  <a:schemeClr val="accent6">
                    <a:lumMod val="75000"/>
                  </a:schemeClr>
                </a:solidFill>
                <a:latin typeface="Segoe UI" panose="020B0502040204020203" pitchFamily="34" charset="0"/>
                <a:cs typeface="Segoe UI" panose="020B0502040204020203" pitchFamily="34" charset="0"/>
              </a:rPr>
              <a:t>(firm fixed price contract)</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(fixed price or cost-reimbursement)</a:t>
            </a:r>
          </a:p>
          <a:p>
            <a:pPr>
              <a:lnSpc>
                <a:spcPct val="200000"/>
              </a:lnSpc>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Non-competitive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(need to justify no competition)</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Methods of 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200.320</a:t>
            </a:r>
            <a:endParaRPr lang="en-US" dirty="0">
              <a:solidFill>
                <a:schemeClr val="bg1"/>
              </a:solidFill>
            </a:endParaRPr>
          </a:p>
        </p:txBody>
      </p:sp>
    </p:spTree>
    <p:extLst>
      <p:ext uri="{BB962C8B-B14F-4D97-AF65-F5344CB8AC3E}">
        <p14:creationId xmlns:p14="http://schemas.microsoft.com/office/powerpoint/2010/main" val="6440329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56283" y="1074617"/>
            <a:ext cx="6577854" cy="3714750"/>
          </a:xfrm>
          <a:prstGeom prst="rect">
            <a:avLst/>
          </a:prstGeom>
        </p:spPr>
        <p:txBody>
          <a:bodyPr spcFirstLastPara="1" wrap="square" lIns="91425" tIns="91425" rIns="91425" bIns="91425" anchor="t" anchorCtr="0">
            <a:noAutofit/>
          </a:bodyPr>
          <a:lstStyle/>
          <a:p>
            <a:pPr marL="152400" indent="0">
              <a:spcBef>
                <a:spcPts val="0"/>
              </a:spcBef>
              <a:spcAft>
                <a:spcPts val="1000"/>
              </a:spcAft>
              <a:buClrTx/>
              <a:buSzPct val="106000"/>
              <a:buNone/>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by noncompetitive proposals. Procurement by noncompetitive proposals is procurement through solicitation of a proposal from only one source and may be used only when one or more of the following circumstances apply:</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(1) The acquisition of property or services, the aggregate dollar amount of which does not exceed the micro-purchase threshold;</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(2) The item is available only from a single source;</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(3) The public exigency or emergency for the requirement will not permit a delay resulting from competitive solicitation;</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(4) The Federal awarding agency or pass-through entity expressly authorizes noncompetitive proposals in response to a written request from the non-Federal entity; or</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(5) After solicitation of a number of sources, competition is determined inadequate.</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7567" y="-145882"/>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Sole Source</a:t>
            </a:r>
            <a:endParaRPr lang="en-US" sz="3600" kern="0" dirty="0">
              <a:solidFill>
                <a:schemeClr val="tx1"/>
              </a:solidFill>
            </a:endParaRPr>
          </a:p>
        </p:txBody>
      </p:sp>
      <p:sp>
        <p:nvSpPr>
          <p:cNvPr id="7" name="Rectangle 6"/>
          <p:cNvSpPr/>
          <p:nvPr/>
        </p:nvSpPr>
        <p:spPr>
          <a:xfrm>
            <a:off x="-216776" y="645992"/>
            <a:ext cx="27432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hlinkClick r:id="rId4"/>
              </a:rPr>
              <a:t>     </a:t>
            </a:r>
            <a:r>
              <a:rPr lang="en-US" sz="1600" dirty="0">
                <a:solidFill>
                  <a:schemeClr val="bg1"/>
                </a:solidFill>
                <a:hlinkClick r:id="rId4"/>
              </a:rPr>
              <a:t>2 CFR 200.320(f)</a:t>
            </a:r>
            <a:endParaRPr lang="en-US" sz="1600" dirty="0">
              <a:solidFill>
                <a:schemeClr val="bg1"/>
              </a:solidFill>
            </a:endParaRPr>
          </a:p>
        </p:txBody>
      </p:sp>
    </p:spTree>
    <p:extLst>
      <p:ext uri="{BB962C8B-B14F-4D97-AF65-F5344CB8AC3E}">
        <p14:creationId xmlns:p14="http://schemas.microsoft.com/office/powerpoint/2010/main" val="355986710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Telecommunications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Telecommunications includes mobile phones, land lines, and internet</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Restricts use of federal funds for:</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Telecommunications equipment, services or systems produced by Huawei Technologies or ZTE or their subsidiaries or affiliates</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Video surveillance and telecommunications equipment produced by Hytera Communications, Hangzhou Hikvision Digital Technology, or Dahua Technology, or their subsidiaries or affiliates</a:t>
            </a:r>
            <a:endParaRPr lang="en" dirty="0">
              <a:solidFill>
                <a:schemeClr val="accent2">
                  <a:lumMod val="75000"/>
                </a:schemeClr>
              </a:solidFill>
              <a:latin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a:t>
            </a:r>
            <a:r>
              <a:rPr lang="en-US" dirty="0">
                <a:solidFill>
                  <a:schemeClr val="bg1"/>
                </a:solidFill>
                <a:hlinkClick r:id="rId4">
                  <a:extLst>
                    <a:ext uri="{A12FA001-AC4F-418D-AE19-62706E023703}">
                      <ahyp:hlinkClr xmlns:ahyp="http://schemas.microsoft.com/office/drawing/2018/hyperlinkcolor" val="tx"/>
                    </a:ext>
                  </a:extLst>
                </a:hlinkClick>
              </a:rPr>
              <a:t>2 CFR 200.216</a:t>
            </a:r>
            <a:endParaRPr lang="en-US" dirty="0">
              <a:solidFill>
                <a:schemeClr val="bg1"/>
              </a:solidFill>
            </a:endParaRPr>
          </a:p>
        </p:txBody>
      </p:sp>
    </p:spTree>
    <p:extLst>
      <p:ext uri="{BB962C8B-B14F-4D97-AF65-F5344CB8AC3E}">
        <p14:creationId xmlns:p14="http://schemas.microsoft.com/office/powerpoint/2010/main" val="369647702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Ineligible Commodities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The following goods are prohibited under USAID regulations and cannot be purchases under any circumstances</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Military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Surveillance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Commodities and services for support of police or other law enforcement activities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Abortion equipment and services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Luxury goods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Gambling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Weather modification equipment</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312.3.4</a:t>
            </a:r>
            <a:endParaRPr lang="en-US" dirty="0">
              <a:solidFill>
                <a:schemeClr val="bg1"/>
              </a:solidFill>
            </a:endParaRPr>
          </a:p>
        </p:txBody>
      </p:sp>
    </p:spTree>
    <p:extLst>
      <p:ext uri="{BB962C8B-B14F-4D97-AF65-F5344CB8AC3E}">
        <p14:creationId xmlns:p14="http://schemas.microsoft.com/office/powerpoint/2010/main" val="348899073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Restricted Commodities</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Restricted goods, these cannot be purchased without PRIOR approval by USAID or comply with required procedures under an applicable waiver:</a:t>
            </a:r>
          </a:p>
          <a:p>
            <a:pPr marL="285750" indent="-285750">
              <a:spcBef>
                <a:spcPts val="400"/>
              </a:spcBef>
              <a:buClr>
                <a:schemeClr val="dk1"/>
              </a:buClr>
              <a:buSzPts val="1100"/>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Agricultural commodities,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Motor vehicles (defined as highway trucks, passenger cars and buses, motorcycles, scooters, motorized bicycles, All Terrain Vehicles (ATVs), and utility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Pharmaceuticals,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Pesticides,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Used equipment (includes used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 Government-owned excess property, or</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Fertilizer</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312.3.3</a:t>
            </a:r>
            <a:endParaRPr lang="en-US" dirty="0">
              <a:solidFill>
                <a:schemeClr val="bg1"/>
              </a:solidFill>
            </a:endParaRPr>
          </a:p>
        </p:txBody>
      </p:sp>
    </p:spTree>
    <p:extLst>
      <p:ext uri="{BB962C8B-B14F-4D97-AF65-F5344CB8AC3E}">
        <p14:creationId xmlns:p14="http://schemas.microsoft.com/office/powerpoint/2010/main" val="150548539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Geographic Code</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A three-digit code which designates a country, a group of countries, or an otherwise defined area.</a:t>
            </a:r>
          </a:p>
          <a:p>
            <a:pPr marL="285750" indent="-285750">
              <a:spcBef>
                <a:spcPts val="400"/>
              </a:spcBef>
              <a:buClr>
                <a:schemeClr val="dk1"/>
              </a:buClr>
              <a:buSzPts val="1100"/>
              <a:buFont typeface="Arial" panose="020B0604020202020204" pitchFamily="34" charset="0"/>
              <a:buChar char="•"/>
            </a:pPr>
            <a:endParaRPr lang="en-US"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937 (the United States, the recipient country, and developing countries other than </a:t>
            </a:r>
            <a:r>
              <a:rPr lang="en-US" dirty="0">
                <a:solidFill>
                  <a:schemeClr val="tx1"/>
                </a:solidFill>
                <a:latin typeface="Segoe UI" panose="020B0502040204020203" pitchFamily="34" charset="0"/>
                <a:cs typeface="Segoe UI" panose="020B0502040204020203" pitchFamily="34" charset="0"/>
                <a:hlinkClick r:id="rId3"/>
              </a:rPr>
              <a:t>advanced developing countries</a:t>
            </a:r>
            <a:r>
              <a:rPr lang="en-US" dirty="0">
                <a:solidFill>
                  <a:schemeClr val="tx1"/>
                </a:solidFill>
                <a:latin typeface="Segoe UI" panose="020B0502040204020203" pitchFamily="34" charset="0"/>
                <a:cs typeface="Segoe UI" panose="020B0502040204020203" pitchFamily="34" charset="0"/>
              </a:rPr>
              <a:t>,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 </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110 (the United States, the independent states of the former Soviet Union, or a developing country,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935 (any area or country including the recipient country,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 </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6">
                  <a:extLst>
                    <a:ext uri="{A12FA001-AC4F-418D-AE19-62706E023703}">
                      <ahyp:hlinkClr xmlns:ahyp="http://schemas.microsoft.com/office/drawing/2018/hyperlinkcolor" val="tx"/>
                    </a:ext>
                  </a:extLst>
                </a:hlinkClick>
              </a:rPr>
              <a:t>ADS Chapter 310.5.1</a:t>
            </a:r>
            <a:endParaRPr lang="en-US" dirty="0">
              <a:solidFill>
                <a:schemeClr val="bg1"/>
              </a:solidFill>
            </a:endParaRPr>
          </a:p>
        </p:txBody>
      </p:sp>
    </p:spTree>
    <p:extLst>
      <p:ext uri="{BB962C8B-B14F-4D97-AF65-F5344CB8AC3E}">
        <p14:creationId xmlns:p14="http://schemas.microsoft.com/office/powerpoint/2010/main" val="1849950853"/>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Tangible or intangible assets used in operations having a useful life of more than one year which are capitalized in accordance with Generally Accepted Accounting Principles (GAAP)</a:t>
            </a:r>
          </a:p>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Includes: </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Real property:</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land, buildings, structures (not movable machinery or equipment)</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Equipment:</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tangible personal property (including IT systems) having a useful life of more than one year &amp; per unit price of $5,000 USD or more</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Intangible Property: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no physical existence (trademarks, copyrights, patents, etc.)</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Others: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construction, leases, and additions, improvements, modifications, and alterations to capital assets that materially increase their useful life</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200.12</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Capital Assets</a:t>
            </a:r>
            <a:endParaRPr lang="en-US" sz="3600" kern="0" dirty="0">
              <a:solidFill>
                <a:schemeClr val="tx1"/>
              </a:solidFill>
            </a:endParaRPr>
          </a:p>
        </p:txBody>
      </p:sp>
    </p:spTree>
    <p:extLst>
      <p:ext uri="{BB962C8B-B14F-4D97-AF65-F5344CB8AC3E}">
        <p14:creationId xmlns:p14="http://schemas.microsoft.com/office/powerpoint/2010/main" val="1764266274"/>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88525" y="1234637"/>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 complete list of physical items such as property, goods in stock, or other contents of a building </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Inventory is typically done at the end of each year to determine the monetary value threshold for accounting items </a:t>
            </a:r>
            <a:endParaRPr lang="en-US" sz="1500" i="1"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For property, a physical inventory must be taken and the results reconciled with the property records at least once every two years.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200.313</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Inventory</a:t>
            </a:r>
            <a:endParaRPr lang="en-US" sz="3600" kern="0" dirty="0">
              <a:solidFill>
                <a:schemeClr val="tx1"/>
              </a:solidFill>
            </a:endParaRPr>
          </a:p>
        </p:txBody>
      </p:sp>
    </p:spTree>
    <p:extLst>
      <p:ext uri="{BB962C8B-B14F-4D97-AF65-F5344CB8AC3E}">
        <p14:creationId xmlns:p14="http://schemas.microsoft.com/office/powerpoint/2010/main" val="3597516244"/>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155449" y="1258285"/>
            <a:ext cx="5945807"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Designates the appropriate length of time to maintain official records and accounting records</a:t>
            </a: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maintain financial records, supporting documents, and other records for a minimum of 3 years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in country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after the grant project ends (electronic copies are sufficient)</a:t>
            </a:r>
          </a:p>
          <a:p>
            <a:pPr marL="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also follow local record retention law</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8013" y="766491"/>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200.333</a:t>
            </a:r>
            <a:endParaRPr lang="en-US" dirty="0">
              <a:solidFill>
                <a:schemeClr val="bg1"/>
              </a:solidFill>
            </a:endParaRPr>
          </a:p>
        </p:txBody>
      </p:sp>
      <p:sp>
        <p:nvSpPr>
          <p:cNvPr id="6" name="Google Shape;199;p30"/>
          <p:cNvSpPr txBox="1">
            <a:spLocks/>
          </p:cNvSpPr>
          <p:nvPr/>
        </p:nvSpPr>
        <p:spPr>
          <a:xfrm>
            <a:off x="155449" y="-90909"/>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Record Retention</a:t>
            </a:r>
            <a:endParaRPr lang="en-US" sz="3600" kern="0" dirty="0">
              <a:solidFill>
                <a:schemeClr val="tx1"/>
              </a:solidFill>
            </a:endParaRPr>
          </a:p>
        </p:txBody>
      </p:sp>
    </p:spTree>
    <p:extLst>
      <p:ext uri="{BB962C8B-B14F-4D97-AF65-F5344CB8AC3E}">
        <p14:creationId xmlns:p14="http://schemas.microsoft.com/office/powerpoint/2010/main" val="241458670"/>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Mandatory as Applicable</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3665636830"/>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 accordance with the internal control requirements in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2 CFR 200.303</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which require the recipient to establish standards of conduct for its employees, the recipient must ensure that all its employees adhere to these standards of conduct in a manner consistent with the standards for United Nations (UN) employees in Section 3 of the UN Secretary-General’s Bulletin </a:t>
            </a:r>
            <a:r>
              <a:rPr lang="en-US" sz="1700" dirty="0">
                <a:solidFill>
                  <a:schemeClr val="tx1"/>
                </a:solidFill>
                <a:latin typeface="Segoe UI" panose="020B0502040204020203" pitchFamily="34" charset="0"/>
                <a:cs typeface="Segoe UI" panose="020B0502040204020203" pitchFamily="34" charset="0"/>
              </a:rPr>
              <a:t>(</a:t>
            </a:r>
            <a:r>
              <a:rPr lang="en-US" sz="1700" u="sng" dirty="0">
                <a:solidFill>
                  <a:schemeClr val="tx1"/>
                </a:solidFill>
                <a:latin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ST/SGB/2003/13</a:t>
            </a:r>
            <a:r>
              <a:rPr lang="en-US" sz="1700" dirty="0">
                <a:solidFill>
                  <a:schemeClr val="tx1"/>
                </a:solidFill>
                <a:latin typeface="Segoe UI" panose="020B0502040204020203" pitchFamily="34" charset="0"/>
                <a:cs typeface="Segoe UI" panose="020B0502040204020203" pitchFamily="34" charset="0"/>
              </a:rPr>
              <a:t>)</a:t>
            </a:r>
          </a:p>
          <a:p>
            <a:pPr>
              <a:spcBef>
                <a:spcPts val="0"/>
              </a:spcBef>
              <a:spcAft>
                <a:spcPts val="1000"/>
              </a:spcAft>
              <a:buClrTx/>
              <a:buSzPct val="1060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Employees should sign code of conduct annually re-confirming compliance with the policy</a:t>
            </a:r>
          </a:p>
        </p:txBody>
      </p:sp>
    </p:spTree>
    <p:extLst>
      <p:ext uri="{BB962C8B-B14F-4D97-AF65-F5344CB8AC3E}">
        <p14:creationId xmlns:p14="http://schemas.microsoft.com/office/powerpoint/2010/main" val="2755075901"/>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exploitation and sexual abuse constitute acts of serious misconduct and are therefore grounds for disciplinary measures, including summary dismissal;</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activity with  children (persons  under  the  age  of  18) is prohibited regardless of the age of majority or age of consent locally. Mistaken belief in the age of a child is not a defense;</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Exchange of money, employment, goods or services for  sex, including sexual favors or other forms of humiliating, degrading or exploitative behavior, is prohibited. This includes any exchange of assistance that is due to beneficiaries of assistance;</a:t>
            </a:r>
          </a:p>
          <a:p>
            <a:pPr marL="152400" indent="0">
              <a:spcBef>
                <a:spcPts val="0"/>
              </a:spcBef>
              <a:spcAft>
                <a:spcPts val="1000"/>
              </a:spcAft>
              <a:buClrTx/>
              <a:buSzPct val="106000"/>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0546938"/>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relationships between staff and  beneficiaries of assistance, since they are based on  inherently unequal power dynamics. Such relationships undermine the credibility and integrity of humanitarian aid work. </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Where a staff member develops  concerns  or suspicions regarding sexual exploitation or sexual abuse by a fellow worker, he or she must report such concerns via established reporting mechanisms;</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Staff are obliged to create and maintain  an environment that prevents sexual exploitation and  sexual  abuse. Managers at all levels have a particular   responsibility to support and develop systems that   maintain this environment.</a:t>
            </a:r>
          </a:p>
        </p:txBody>
      </p:sp>
    </p:spTree>
    <p:extLst>
      <p:ext uri="{BB962C8B-B14F-4D97-AF65-F5344CB8AC3E}">
        <p14:creationId xmlns:p14="http://schemas.microsoft.com/office/powerpoint/2010/main" val="583937037"/>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Anyone under the age of 18. According to F2F, youth is anyone 15-29</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compliance with host country and local child welfare and protection legislation or international standards, whichever gives greater protection, and with U.S. law where applicable</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Prohibit all personnel from engaging in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child abuse</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exploitation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or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neglect</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Consider child safeguarding in project planning and implementation to determine potential risks to children associated with project activities and operations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a:solidFill>
                  <a:schemeClr val="bg1"/>
                </a:solidFill>
                <a:hlinkClick r:id="rId5"/>
              </a:rPr>
              <a:t>USAID ADS 303 - M25</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Child Safeguarding</a:t>
            </a:r>
            <a:endParaRPr lang="en-US" sz="3600" kern="0" dirty="0">
              <a:solidFill>
                <a:schemeClr val="tx1"/>
              </a:solidFill>
            </a:endParaRPr>
          </a:p>
        </p:txBody>
      </p:sp>
    </p:spTree>
    <p:extLst>
      <p:ext uri="{BB962C8B-B14F-4D97-AF65-F5344CB8AC3E}">
        <p14:creationId xmlns:p14="http://schemas.microsoft.com/office/powerpoint/2010/main" val="3381497375"/>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Apply measures to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reduce risk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of child abuse, exploitation, or neglect** </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Promote child-safe screening procedures for personnel, particularly personnel whose work brings them in direct contact with children;</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Have a procedure for ensuring that personnel and others recognize child abuse, exploitation, or neglect; mandating that personnel and others report allegations; investigating and managing allegations; and taking appropriate action in response to such allegations, including, but not limited to, </a:t>
            </a:r>
            <a:r>
              <a:rPr lang="en-US" sz="1700" dirty="0">
                <a:solidFill>
                  <a:schemeClr val="tx1"/>
                </a:solidFill>
                <a:latin typeface="Segoe UI" panose="020B0502040204020203" pitchFamily="34" charset="0"/>
                <a:cs typeface="Segoe UI" panose="020B0502040204020203" pitchFamily="34" charset="0"/>
              </a:rPr>
              <a:t>dismissal of personnel</a:t>
            </a:r>
          </a:p>
          <a:p>
            <a:pPr>
              <a:buClrTx/>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Employees should sign code of conduct annually re-confirming compliance with the policy</a:t>
            </a:r>
          </a:p>
          <a:p>
            <a:pPr>
              <a:buClrTx/>
              <a:buFont typeface="Arial" panose="020B0604020202020204" pitchFamily="34" charset="0"/>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Child Safeguarding</a:t>
            </a:r>
            <a:endParaRPr lang="en-US" sz="3600" kern="0" dirty="0">
              <a:solidFill>
                <a:schemeClr val="tx1"/>
              </a:solidFill>
            </a:endParaRPr>
          </a:p>
        </p:txBody>
      </p:sp>
      <p:sp>
        <p:nvSpPr>
          <p:cNvPr id="8" name="Rectangle 7">
            <a:extLst>
              <a:ext uri="{FF2B5EF4-FFF2-40B4-BE49-F238E27FC236}">
                <a16:creationId xmlns:a16="http://schemas.microsoft.com/office/drawing/2014/main" id="{61AB9447-A9A8-7EE8-7DF0-87AA82667AE1}"/>
              </a:ext>
            </a:extLst>
          </p:cNvPr>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a:solidFill>
                  <a:schemeClr val="bg1"/>
                </a:solidFill>
                <a:hlinkClick r:id="rId5"/>
              </a:rPr>
              <a:t>USAID ADS 303 - M25</a:t>
            </a:r>
            <a:endParaRPr lang="en-US" dirty="0">
              <a:solidFill>
                <a:schemeClr val="bg1"/>
              </a:solidFill>
            </a:endParaRPr>
          </a:p>
        </p:txBody>
      </p:sp>
    </p:spTree>
    <p:extLst>
      <p:ext uri="{BB962C8B-B14F-4D97-AF65-F5344CB8AC3E}">
        <p14:creationId xmlns:p14="http://schemas.microsoft.com/office/powerpoint/2010/main" val="1573870506"/>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recruitment, harboring, transportation, provision, or obtaining of a person for labor or services, through the use of force, fraud, or coercion for the purpose of subjection to involuntary servitude, peonage, debt bondage, or slavery</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TIP involves exploitation of all types.  TIP can include elements of recruiting, harboring, transporting, providing, or obtaining a person for the purpose of exploitation.</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 2023, POA will require a “Certification regarding Trafficking in Persons”</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Tree>
    <p:extLst>
      <p:ext uri="{BB962C8B-B14F-4D97-AF65-F5344CB8AC3E}">
        <p14:creationId xmlns:p14="http://schemas.microsoft.com/office/powerpoint/2010/main" val="1512586690"/>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recipient, subawardee,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Trafficking in persons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Procurement of a commercial sex act during the period of this award</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Use of forced labor in the performance of this award</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Acts that directly support or advance trafficking in persons, including: </a:t>
            </a:r>
          </a:p>
          <a:p>
            <a:pPr lvl="2">
              <a:spcAft>
                <a:spcPts val="600"/>
              </a:spcAft>
              <a:buClrTx/>
              <a:buFont typeface="Wingdings" panose="05000000000000000000" pitchFamily="2" charset="2"/>
              <a:buChar char="Ø"/>
            </a:pPr>
            <a:r>
              <a:rPr lang="en-US" sz="1500" dirty="0">
                <a:solidFill>
                  <a:schemeClr val="accent2">
                    <a:lumMod val="75000"/>
                  </a:schemeClr>
                </a:solidFill>
                <a:latin typeface="Segoe UI" panose="020B0502040204020203" pitchFamily="34" charset="0"/>
                <a:cs typeface="Segoe UI" panose="020B0502040204020203" pitchFamily="34" charset="0"/>
              </a:rPr>
              <a:t>Destroying, concealing, confiscating, or otherwise denying an employee access to that employee's identity or immigration documents</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
        <p:nvSpPr>
          <p:cNvPr id="8" name="Rectangle 7">
            <a:extLst>
              <a:ext uri="{FF2B5EF4-FFF2-40B4-BE49-F238E27FC236}">
                <a16:creationId xmlns:a16="http://schemas.microsoft.com/office/drawing/2014/main" id="{4B21B2AD-B811-29A0-F116-6F7FD6CD689E}"/>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Tree>
    <p:extLst>
      <p:ext uri="{BB962C8B-B14F-4D97-AF65-F5344CB8AC3E}">
        <p14:creationId xmlns:p14="http://schemas.microsoft.com/office/powerpoint/2010/main" val="1841640217"/>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recipient, subawardee,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Failing to provide return transportation to an employee to the country they were recruited from at end of employment*</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Using misleading or fraudulent recruiting practices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Charging employees recruitment fees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Providing or arranging housing that fails to meet the host country housing and safety standards</a:t>
            </a:r>
          </a:p>
          <a:p>
            <a:pPr lvl="1">
              <a:spcAft>
                <a:spcPts val="600"/>
              </a:spcAft>
              <a:buClrTx/>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
        <p:nvSpPr>
          <p:cNvPr id="7" name="Rectangle 6">
            <a:extLst>
              <a:ext uri="{FF2B5EF4-FFF2-40B4-BE49-F238E27FC236}">
                <a16:creationId xmlns:a16="http://schemas.microsoft.com/office/drawing/2014/main" id="{E08A3D52-4897-C5AA-67AC-32B805E6301C}"/>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Tree>
    <p:extLst>
      <p:ext uri="{BB962C8B-B14F-4D97-AF65-F5344CB8AC3E}">
        <p14:creationId xmlns:p14="http://schemas.microsoft.com/office/powerpoint/2010/main" val="1068241505"/>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panose="020B0502040204020203" pitchFamily="34" charset="0"/>
                <a:ea typeface="Segoe UI" panose="020B0502040204020203" pitchFamily="34" charset="0"/>
                <a:cs typeface="Segoe UI" panose="020B0502040204020203" pitchFamily="34" charset="0"/>
              </a:rPr>
              <a:t>Cost Principles</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304801" y="214313"/>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General Test of Allowability</a:t>
            </a:r>
            <a:endParaRPr sz="3600" dirty="0">
              <a:solidFill>
                <a:schemeClr val="tx1"/>
              </a:solidFill>
            </a:endParaRPr>
          </a:p>
        </p:txBody>
      </p:sp>
      <p:sp>
        <p:nvSpPr>
          <p:cNvPr id="200" name="Google Shape;200;p30"/>
          <p:cNvSpPr txBox="1">
            <a:spLocks noGrp="1"/>
          </p:cNvSpPr>
          <p:nvPr>
            <p:ph type="body" idx="1"/>
          </p:nvPr>
        </p:nvSpPr>
        <p:spPr>
          <a:xfrm>
            <a:off x="228600" y="819150"/>
            <a:ext cx="6031796" cy="3985995"/>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Necessary</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Allocable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a:t>
            </a: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 and Uniform across all org. activities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Conform to Imposed or Accepted Limitations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Accordance with GAAP</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Consistently treated as </a:t>
            </a: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direct/indirect costs </a:t>
            </a:r>
            <a:r>
              <a:rPr lang="en-US" sz="16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 Double Charging)</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Adequately Documented</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192465"/>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 Cost is Reasonable if:</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Does not exceed what a “prudent” person would do under similar circumstances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Ordinary and necessary for organization’s operations </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Follow sound business practices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Comply with federal, state, and local laws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Consistent with org.’s established practices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Reasonableness</a:t>
            </a:r>
            <a:endParaRPr lang="en-US" sz="3600" kern="0" dirty="0">
              <a:solidFill>
                <a:schemeClr val="tx1"/>
              </a:solidFill>
            </a:endParaRPr>
          </a:p>
        </p:txBody>
      </p:sp>
    </p:spTree>
    <p:extLst>
      <p:ext uri="{BB962C8B-B14F-4D97-AF65-F5344CB8AC3E}">
        <p14:creationId xmlns:p14="http://schemas.microsoft.com/office/powerpoint/2010/main" val="2858251979"/>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Allocability</a:t>
            </a:r>
            <a:endParaRPr lang="en-US" sz="3600" kern="0" dirty="0">
              <a:solidFill>
                <a:schemeClr val="tx1"/>
              </a:solidFill>
            </a:endParaRPr>
          </a:p>
        </p:txBody>
      </p:sp>
      <p:sp>
        <p:nvSpPr>
          <p:cNvPr id="6"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Test for Allocability:</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Cost incurred solely for a specific grant </a:t>
            </a:r>
          </a:p>
          <a:p>
            <a:pPr lvl="1">
              <a:lnSpc>
                <a:spcPct val="150000"/>
              </a:lnSpc>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Assignable to more than one cost objective—in reasonable proportion to the benefit provided</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Necessary for the organization’s overall operations</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There is no shifting of costs from one fund to another to cover cost overruns, avoid restrictions on agreement, or for reasons of convenience</a:t>
            </a:r>
          </a:p>
        </p:txBody>
      </p:sp>
    </p:spTree>
    <p:extLst>
      <p:ext uri="{BB962C8B-B14F-4D97-AF65-F5344CB8AC3E}">
        <p14:creationId xmlns:p14="http://schemas.microsoft.com/office/powerpoint/2010/main" val="4164642956"/>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Indirect vs Direct Costs</a:t>
            </a:r>
          </a:p>
        </p:txBody>
      </p:sp>
      <p:sp>
        <p:nvSpPr>
          <p:cNvPr id="6" name="Google Shape;95;p18"/>
          <p:cNvSpPr txBox="1">
            <a:spLocks noGrp="1"/>
          </p:cNvSpPr>
          <p:nvPr>
            <p:ph type="body" idx="1"/>
          </p:nvPr>
        </p:nvSpPr>
        <p:spPr>
          <a:xfrm>
            <a:off x="274321" y="1008482"/>
            <a:ext cx="5870713" cy="3392068"/>
          </a:xfrm>
          <a:prstGeom prst="rect">
            <a:avLst/>
          </a:prstGeom>
        </p:spPr>
        <p:txBody>
          <a:bodyPr spcFirstLastPara="1" wrap="square" lIns="91425" tIns="91425" rIns="91425" bIns="91425" anchor="t" anchorCtr="0">
            <a:noAutofit/>
          </a:bodyPr>
          <a:lstStyle/>
          <a:p>
            <a:pPr marL="457200" lvl="1" indent="0">
              <a:buClrTx/>
              <a:buSzTx/>
              <a:buNone/>
            </a:pPr>
            <a:r>
              <a:rPr lang="en-US" b="1" kern="1200" dirty="0">
                <a:solidFill>
                  <a:srgbClr val="000000"/>
                </a:solidFill>
                <a:latin typeface="Segoe UI" panose="020B0502040204020203" pitchFamily="34" charset="0"/>
                <a:ea typeface="+mn-ea"/>
                <a:cs typeface="Segoe UI" panose="020B0502040204020203" pitchFamily="34" charset="0"/>
              </a:rPr>
              <a:t>Total Costs = Direct Costs + Indirect Costs – Credits*</a:t>
            </a:r>
          </a:p>
          <a:p>
            <a:pPr marL="457200" lvl="1" indent="0">
              <a:buClrTx/>
              <a:buSzTx/>
              <a:buNone/>
            </a:pPr>
            <a:endParaRPr lang="en-US" sz="1100" b="1"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Direct Costs: </a:t>
            </a:r>
            <a:r>
              <a:rPr lang="en-US" sz="1400" kern="1200" dirty="0">
                <a:solidFill>
                  <a:srgbClr val="000000"/>
                </a:solidFill>
                <a:latin typeface="Segoe UI" panose="020B0502040204020203" pitchFamily="34" charset="0"/>
                <a:ea typeface="+mn-ea"/>
                <a:cs typeface="Segoe UI" panose="020B0502040204020203" pitchFamily="34" charset="0"/>
              </a:rPr>
              <a:t>that can be identified specifically with a particular final cost objective (function) or that can be directly assigned to an activity relatively easily with a high degree of accuracy </a:t>
            </a:r>
          </a:p>
          <a:p>
            <a:pPr marL="457200" lvl="1" indent="0">
              <a:buClrTx/>
              <a:buSzTx/>
              <a:buNone/>
            </a:pPr>
            <a:endParaRPr lang="en-US" sz="1100"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Indirect Costs: </a:t>
            </a:r>
            <a:r>
              <a:rPr lang="en-US" sz="1400" kern="1200" dirty="0">
                <a:solidFill>
                  <a:srgbClr val="000000"/>
                </a:solidFill>
                <a:latin typeface="Segoe UI" panose="020B0502040204020203" pitchFamily="34" charset="0"/>
                <a:ea typeface="+mn-ea"/>
                <a:cs typeface="Segoe UI" panose="020B0502040204020203" pitchFamily="34" charset="0"/>
              </a:rPr>
              <a:t>incurred for a common or joint purpose benefitting more than one cost objective, and not readily assignable to the cost objectives specifically benefitted, without effort disproportionate to the results achieved</a:t>
            </a:r>
          </a:p>
          <a:p>
            <a:pPr marL="1200150" lvl="2" indent="-285750">
              <a:buClrTx/>
              <a:buSzTx/>
              <a:buFont typeface="Arial" panose="020B0604020202020204" pitchFamily="34" charset="0"/>
              <a:buChar char="•"/>
            </a:pPr>
            <a:endParaRPr lang="en-US" sz="1100" kern="1200" dirty="0">
              <a:solidFill>
                <a:srgbClr val="FF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No universal rule for classifying costs as direct or indirect</a:t>
            </a:r>
          </a:p>
          <a:p>
            <a:pPr marL="628650" lvl="1" indent="-171450">
              <a:buClrTx/>
              <a:buSzTx/>
              <a:buFont typeface="Wingdings" panose="05000000000000000000" pitchFamily="2" charset="2"/>
              <a:buChar char="Ø"/>
            </a:pPr>
            <a:endParaRPr lang="en-US" sz="1050" kern="1200" dirty="0">
              <a:solidFill>
                <a:srgbClr val="00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Cost of item incurred for same purpose needs to be consistency treated in similar circumstances as direct or indirect</a:t>
            </a:r>
          </a:p>
          <a:p>
            <a:pPr>
              <a:lnSpc>
                <a:spcPct val="150000"/>
              </a:lnSpc>
              <a:buClrTx/>
              <a:buSzPct val="106000"/>
              <a:buFont typeface="Arial"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350938"/>
          </a:xfrm>
          <a:prstGeom prst="rect">
            <a:avLst/>
          </a:prstGeom>
        </p:spPr>
        <p:txBody>
          <a:bodyPr spcFirstLastPara="1" wrap="square" lIns="91425" tIns="91425" rIns="91425" bIns="91425" anchor="t" anchorCtr="0">
            <a:noAutofit/>
          </a:bodyPr>
          <a:lstStyle/>
          <a:p>
            <a:pPr marL="0" indent="0">
              <a:lnSpc>
                <a:spcPct val="150000"/>
              </a:lnSpc>
              <a:buNone/>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All conditions for allowability need to be met:</a:t>
            </a: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 cost can be allocable to grant but not necessarily reasonable:</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an airplane to fly F2F volunteers to assignments</a:t>
            </a:r>
            <a:endParaRPr lang="en-US" sz="700" dirty="0">
              <a:solidFill>
                <a:srgbClr val="C00000"/>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but not allocable to specific award:</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 copier (that everyone in the office uses)</a:t>
            </a:r>
            <a:endParaRPr lang="en-US" sz="7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and allocable but does not conform to terms and conditions</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Lobbying costs</a:t>
            </a:r>
          </a:p>
          <a:p>
            <a:pPr marL="584200" lvl="1" indent="0">
              <a:lnSpc>
                <a:spcPct val="150000"/>
              </a:lnSpc>
              <a:buClrTx/>
              <a:buSzPct val="106000"/>
              <a:buNone/>
            </a:pPr>
            <a:endParaRPr lang="en-US" b="1" dirty="0">
              <a:solidFill>
                <a:srgbClr val="000000"/>
              </a:solidFill>
              <a:latin typeface="Segoe UI" panose="020B0502040204020203" pitchFamily="34" charset="0"/>
              <a:cs typeface="Segoe UI" panose="020B0502040204020203" pitchFamily="34" charset="0"/>
            </a:endParaRPr>
          </a:p>
          <a:p>
            <a:pPr marL="584200" lvl="1" indent="0">
              <a:lnSpc>
                <a:spcPct val="150000"/>
              </a:lnSpc>
              <a:buClrTx/>
              <a:buSzPct val="106000"/>
              <a:buNone/>
            </a:pPr>
            <a:r>
              <a:rPr lang="en-US" b="1" dirty="0">
                <a:solidFill>
                  <a:srgbClr val="000000"/>
                </a:solidFill>
                <a:latin typeface="Segoe UI" panose="020B0502040204020203" pitchFamily="34" charset="0"/>
                <a:cs typeface="Segoe UI" panose="020B0502040204020203" pitchFamily="34" charset="0"/>
              </a:rPr>
              <a:t>Must be an allowable cost in the project budget</a:t>
            </a:r>
          </a:p>
          <a:p>
            <a:pPr marL="584200" lvl="1" indent="0">
              <a:lnSpc>
                <a:spcPct val="150000"/>
              </a:lnSpc>
              <a:buClrTx/>
              <a:buSzPct val="106000"/>
              <a:buNone/>
            </a:pPr>
            <a:endPar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Test for Allowability</a:t>
            </a:r>
            <a:endParaRPr lang="en-US" sz="3600" kern="0" dirty="0">
              <a:solidFill>
                <a:schemeClr val="tx1"/>
              </a:solidFill>
            </a:endParaRPr>
          </a:p>
        </p:txBody>
      </p:sp>
    </p:spTree>
    <p:extLst>
      <p:ext uri="{BB962C8B-B14F-4D97-AF65-F5344CB8AC3E}">
        <p14:creationId xmlns:p14="http://schemas.microsoft.com/office/powerpoint/2010/main" val="2934135243"/>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Allowability &amp; Supporting Documentation</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910019463"/>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3675477"/>
          </a:xfrm>
          <a:prstGeom prst="rect">
            <a:avLst/>
          </a:prstGeom>
        </p:spPr>
        <p:txBody>
          <a:bodyPr spcFirstLastPara="1" wrap="square" lIns="91425" tIns="91425" rIns="91425" bIns="91425" anchor="t" anchorCtr="0">
            <a:noAutofit/>
          </a:bodyPr>
          <a:lstStyle/>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receipts must be itemized and include all details, cannot just be just a bank receipt</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If paying in cash, a signed receipt from the vendor confirming receipt of cash is required</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expenses must be reported in gross not net amounts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Documentation Reminders</a:t>
            </a:r>
          </a:p>
        </p:txBody>
      </p:sp>
    </p:spTree>
    <p:extLst>
      <p:ext uri="{BB962C8B-B14F-4D97-AF65-F5344CB8AC3E}">
        <p14:creationId xmlns:p14="http://schemas.microsoft.com/office/powerpoint/2010/main" val="601752032"/>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Compensation includes all remuneration, paid or accrued for services of employees</a:t>
            </a: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Is reasonable for the services rendered and conforms to the established written policy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i.e., fair market value for the position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Follows an appointment made in accordance with a non-Federal entity's laws and/or rules or written policies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Meets the requirements of laws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Costs must be based on records that accurately reflect the work performed</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Support must reflect total of compensated activities, not to exceed 100%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Overtime is an unallowable cost</a:t>
            </a:r>
          </a:p>
        </p:txBody>
      </p:sp>
    </p:spTree>
    <p:extLst>
      <p:ext uri="{BB962C8B-B14F-4D97-AF65-F5344CB8AC3E}">
        <p14:creationId xmlns:p14="http://schemas.microsoft.com/office/powerpoint/2010/main" val="627832522"/>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salary and increase policy and indicates the necessary approvals​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policy on staff recruitment, hiring and promotion​</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One of the following signed and dated by the employee and supervisor</a:t>
            </a: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Example Timesheet</a:t>
            </a:r>
            <a:endParaRPr lang="en-US" kern="0" dirty="0">
              <a:solidFill>
                <a:schemeClr val="tx1"/>
              </a:solidFill>
              <a:latin typeface="Segoe UI" panose="020B0502040204020203" pitchFamily="34" charset="0"/>
              <a:cs typeface="Segoe UI" panose="020B0502040204020203" pitchFamily="34" charset="0"/>
            </a:endParaRP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Example Level of effort statement</a:t>
            </a: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a:t>
            </a:r>
          </a:p>
        </p:txBody>
      </p:sp>
    </p:spTree>
    <p:extLst>
      <p:ext uri="{BB962C8B-B14F-4D97-AF65-F5344CB8AC3E}">
        <p14:creationId xmlns:p14="http://schemas.microsoft.com/office/powerpoint/2010/main" val="2743023188"/>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include, but are not limited to, the costs of leave (vacation, family-related, sick or military), employee insurance, pensions, and unemployment benefit plans.</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are allowable provided that the benefits are:</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Required by law, employer-employee agreement, or an established policy of the employer;</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According to employer’s written policy</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p:txBody>
      </p:sp>
    </p:spTree>
    <p:extLst>
      <p:ext uri="{BB962C8B-B14F-4D97-AF65-F5344CB8AC3E}">
        <p14:creationId xmlns:p14="http://schemas.microsoft.com/office/powerpoint/2010/main" val="740060266"/>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benefit policy​ (may be part of employee handbook)</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Payroll journal indicating fringe benefits paid or employee pay stub</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Only the proportional benefits may be charged to the project in accordance with level of effort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 of fringe benefit should be paid on actual cost incurred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Not the rate in the budget</a:t>
            </a:r>
          </a:p>
        </p:txBody>
      </p:sp>
    </p:spTree>
    <p:extLst>
      <p:ext uri="{BB962C8B-B14F-4D97-AF65-F5344CB8AC3E}">
        <p14:creationId xmlns:p14="http://schemas.microsoft.com/office/powerpoint/2010/main" val="1984307697"/>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services are rendered by professionals who possess a special skill, and who are not officers or employees of the entity</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Nature and scope of the services is in relation to the service required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Clear need to contract service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cost based on patterns/history of similar costs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Impact of Federal awards on the non-Federal entity's business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Proportionally charged to the project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is more economic than direct employment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Contractual agreement needs- description of the service, estimate of time required, rate of compensation, and termination provisions</a:t>
            </a:r>
          </a:p>
        </p:txBody>
      </p:sp>
    </p:spTree>
    <p:extLst>
      <p:ext uri="{BB962C8B-B14F-4D97-AF65-F5344CB8AC3E}">
        <p14:creationId xmlns:p14="http://schemas.microsoft.com/office/powerpoint/2010/main" val="2174062724"/>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 signed and dates by the organization and the consultant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 invoice stating that the services were rendered in accordance with the contract, including the amount, and signed by the contract supervisor and the contractor​</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Any reports/documents required by the agreement​</a:t>
            </a:r>
          </a:p>
        </p:txBody>
      </p:sp>
    </p:spTree>
    <p:extLst>
      <p:ext uri="{BB962C8B-B14F-4D97-AF65-F5344CB8AC3E}">
        <p14:creationId xmlns:p14="http://schemas.microsoft.com/office/powerpoint/2010/main" val="1204755035"/>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925830"/>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Travel costs are the expenses for transportation, lodging, meals, and related items incurred by employees who are on official business travel. </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demonstration that participation of the individual is necessary to the Federal award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Establish written justification for necessity and prior approval of trip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be based on actual cost, per diem (for meals and incidentals), or mileage basis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If the method used is consistently applied </a:t>
            </a:r>
          </a:p>
        </p:txBody>
      </p:sp>
    </p:spTree>
    <p:extLst>
      <p:ext uri="{BB962C8B-B14F-4D97-AF65-F5344CB8AC3E}">
        <p14:creationId xmlns:p14="http://schemas.microsoft.com/office/powerpoint/2010/main" val="867416878"/>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0337" y="-173524"/>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32542" y="621004"/>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69" y="960343"/>
            <a:ext cx="6611883"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Restrictions on travel costs: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Cannot pay for government officials travel, without prior donor approval </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flights:</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Only economy class is permitted​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Must comply with </a:t>
            </a:r>
            <a:r>
              <a:rPr lang="en-US" kern="0" dirty="0">
                <a:solidFill>
                  <a:schemeClr val="tx1"/>
                </a:solidFill>
                <a:latin typeface="Segoe UI" panose="020B0502040204020203" pitchFamily="34" charset="0"/>
                <a:cs typeface="Segoe UI" panose="020B0502040204020203" pitchFamily="34" charset="0"/>
                <a:hlinkClick r:id="rId5"/>
              </a:rPr>
              <a:t>the  Fly America</a:t>
            </a:r>
            <a:r>
              <a:rPr lang="en-US" kern="0" dirty="0">
                <a:solidFill>
                  <a:schemeClr val="tx1"/>
                </a:solidFill>
                <a:latin typeface="Segoe UI" panose="020B0502040204020203" pitchFamily="34" charset="0"/>
                <a:cs typeface="Segoe UI" panose="020B0502040204020203" pitchFamily="34" charset="0"/>
              </a:rPr>
              <a:t>, which states that you must fly on US flag carriers or US airline code, unless </a:t>
            </a: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exception wavier</a:t>
            </a:r>
            <a:r>
              <a:rPr lang="en-US" kern="0" dirty="0">
                <a:solidFill>
                  <a:schemeClr val="tx1"/>
                </a:solidFill>
                <a:latin typeface="Segoe UI" panose="020B0502040204020203" pitchFamily="34" charset="0"/>
                <a:cs typeface="Segoe UI" panose="020B0502040204020203" pitchFamily="34" charset="0"/>
              </a:rPr>
              <a:t>.</a:t>
            </a:r>
          </a:p>
          <a:p>
            <a:pPr marL="1200150" lvl="2" indent="-285750">
              <a:lnSpc>
                <a:spcPct val="150000"/>
              </a:lnSpc>
              <a:spcBef>
                <a:spcPts val="75"/>
              </a:spcBef>
              <a:buFont typeface="Arial" panose="020B0604020202020204" pitchFamily="34" charset="0"/>
              <a:buChar char="•"/>
            </a:pPr>
            <a:r>
              <a:rPr lang="en-US" u="sng" kern="0" dirty="0">
                <a:solidFill>
                  <a:schemeClr val="tx1"/>
                </a:solidFill>
                <a:latin typeface="Segoe UI" panose="020B0502040204020203" pitchFamily="34" charset="0"/>
                <a:cs typeface="Segoe UI" panose="020B0502040204020203" pitchFamily="34" charset="0"/>
              </a:rPr>
              <a:t>Note: Ticket cost and convenience are NOT exceptions to the Fly America Act</a:t>
            </a:r>
            <a:r>
              <a:rPr lang="en-US" kern="0" dirty="0">
                <a:solidFill>
                  <a:schemeClr val="tx1"/>
                </a:solidFill>
                <a:latin typeface="Segoe UI" panose="020B0502040204020203" pitchFamily="34" charset="0"/>
                <a:cs typeface="Segoe UI" panose="020B0502040204020203" pitchFamily="34" charset="0"/>
              </a:rPr>
              <a:t>.</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11C80306-17FA-179B-12EA-CDCD43251EF0}"/>
              </a:ext>
            </a:extLst>
          </p:cNvPr>
          <p:cNvPicPr>
            <a:picLocks noChangeAspect="1"/>
          </p:cNvPicPr>
          <p:nvPr/>
        </p:nvPicPr>
        <p:blipFill rotWithShape="1">
          <a:blip r:embed="rId7"/>
          <a:srcRect l="10732" t="28965" r="27027" b="26514"/>
          <a:stretch/>
        </p:blipFill>
        <p:spPr>
          <a:xfrm>
            <a:off x="1106661" y="3058848"/>
            <a:ext cx="4888177" cy="1966782"/>
          </a:xfrm>
          <a:prstGeom prst="rect">
            <a:avLst/>
          </a:prstGeom>
        </p:spPr>
      </p:pic>
    </p:spTree>
    <p:extLst>
      <p:ext uri="{BB962C8B-B14F-4D97-AF65-F5344CB8AC3E}">
        <p14:creationId xmlns:p14="http://schemas.microsoft.com/office/powerpoint/2010/main" val="667598516"/>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6102" y="-12365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Fly America Act Exemptions</a:t>
            </a:r>
            <a:endParaRPr lang="en-US" sz="3600" kern="0" dirty="0">
              <a:solidFill>
                <a:schemeClr val="tx1"/>
              </a:solidFill>
            </a:endParaRPr>
          </a:p>
        </p:txBody>
      </p:sp>
      <p:sp>
        <p:nvSpPr>
          <p:cNvPr id="7" name="Rectangle 6"/>
          <p:cNvSpPr/>
          <p:nvPr/>
        </p:nvSpPr>
        <p:spPr>
          <a:xfrm>
            <a:off x="-248307" y="688007"/>
            <a:ext cx="4583824"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rPr>
              <a:t>§ 200.475 Travel costs and GSA Guidance</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077" y="1023405"/>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a U.S. air carrier is not available.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using a U.S. carrier service would extend the travel time by 24 hours or more.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a U.S. carrier does not offer a nonstop or direct flight between origin and destination, and using a U.S. carrier:</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Increases the number of aircraft changes outside the United States by two or more;</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Extends travel time by six hours or more; or</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Requires a connecting time of 4 hours or more at an overseas interchange point.</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the flight time from origin to destination is less than three hours and using a U.S. flag carrier doubles the flight time.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there is an applicable </a:t>
            </a:r>
            <a:r>
              <a:rPr lang="en-US" b="0" i="0" u="sng" dirty="0">
                <a:solidFill>
                  <a:srgbClr val="005599"/>
                </a:solidFill>
                <a:effectLst/>
                <a:latin typeface="Segoe UI" panose="020B0502040204020203" pitchFamily="34" charset="0"/>
                <a:cs typeface="Segoe UI" panose="020B0502040204020203" pitchFamily="34" charset="0"/>
                <a:hlinkClick r:id="rId5"/>
              </a:rPr>
              <a:t>Open Skies Agreement</a:t>
            </a:r>
            <a:r>
              <a:rPr lang="en-US" b="0" i="0" dirty="0">
                <a:solidFill>
                  <a:srgbClr val="1B1B1B"/>
                </a:solidFill>
                <a:effectLst/>
                <a:latin typeface="Segoe UI" panose="020B0502040204020203" pitchFamily="34" charset="0"/>
                <a:cs typeface="Segoe UI" panose="020B0502040204020203" pitchFamily="34" charset="0"/>
              </a:rPr>
              <a:t> in effect that meets the requirements of the Fly America Act.</a:t>
            </a:r>
          </a:p>
          <a:p>
            <a:pPr marL="1200150" lvl="2" indent="-285750">
              <a:lnSpc>
                <a:spcPct val="150000"/>
              </a:lnSpc>
              <a:spcBef>
                <a:spcPts val="75"/>
              </a:spcBef>
              <a:buFont typeface="Arial" panose="020B0604020202020204" pitchFamily="34" charset="0"/>
              <a:buChar char="•"/>
            </a:pPr>
            <a:endParaRPr lang="en-US" sz="1100"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00216488"/>
      </p:ext>
    </p:ext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60044" y="-29925"/>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861428"/>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2" y="1216533"/>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sz="1400" b="1" kern="0" dirty="0">
                <a:solidFill>
                  <a:schemeClr val="tx1"/>
                </a:solidFill>
                <a:latin typeface="Segoe UI" panose="020B0502040204020203" pitchFamily="34" charset="0"/>
                <a:cs typeface="Segoe UI" panose="020B0502040204020203" pitchFamily="34" charset="0"/>
              </a:rPr>
              <a:t>Restrictions on travel costs:</a:t>
            </a:r>
            <a:endParaRPr lang="en-US" sz="1400"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For lodging:</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Lodging maximum is set by </a:t>
            </a:r>
            <a:r>
              <a:rPr lang="en-US" sz="1400" kern="0" dirty="0">
                <a:solidFill>
                  <a:schemeClr val="tx1"/>
                </a:solidFill>
                <a:latin typeface="Segoe UI" panose="020B0502040204020203" pitchFamily="34" charset="0"/>
                <a:cs typeface="Segoe UI" panose="020B0502040204020203" pitchFamily="34" charset="0"/>
                <a:hlinkClick r:id="rId5"/>
              </a:rPr>
              <a:t>State Department </a:t>
            </a:r>
            <a:r>
              <a:rPr lang="en-US" sz="1400" kern="0" dirty="0">
                <a:solidFill>
                  <a:schemeClr val="tx1"/>
                </a:solidFill>
                <a:latin typeface="Segoe UI" panose="020B0502040204020203" pitchFamily="34" charset="0"/>
                <a:cs typeface="Segoe UI" panose="020B0502040204020203" pitchFamily="34" charset="0"/>
              </a:rPr>
              <a:t>for all foreign locations and </a:t>
            </a:r>
            <a:r>
              <a:rPr lang="en-US" sz="1400" kern="0" dirty="0">
                <a:solidFill>
                  <a:schemeClr val="tx1"/>
                </a:solidFill>
                <a:latin typeface="Segoe UI" panose="020B0502040204020203" pitchFamily="34" charset="0"/>
                <a:cs typeface="Segoe UI" panose="020B0502040204020203" pitchFamily="34" charset="0"/>
                <a:hlinkClick r:id="rId6"/>
              </a:rPr>
              <a:t>General Service Administration </a:t>
            </a:r>
            <a:r>
              <a:rPr lang="en-US" sz="1400" kern="0" dirty="0">
                <a:solidFill>
                  <a:schemeClr val="tx1"/>
                </a:solidFill>
                <a:latin typeface="Segoe UI" panose="020B0502040204020203" pitchFamily="34" charset="0"/>
                <a:cs typeface="Segoe UI" panose="020B0502040204020203" pitchFamily="34" charset="0"/>
              </a:rPr>
              <a:t>for the U.S. </a:t>
            </a:r>
          </a:p>
          <a:p>
            <a:pPr marL="742950" lvl="1" indent="-285750">
              <a:lnSpc>
                <a:spcPct val="150000"/>
              </a:lnSpc>
              <a:spcBef>
                <a:spcPts val="75"/>
              </a:spcBef>
              <a:buFont typeface="Arial" panose="020B0604020202020204" pitchFamily="34" charset="0"/>
              <a:buChar char="•"/>
            </a:pPr>
            <a:endParaRPr lang="en-US" sz="1400"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For per diem (meals and incidentals - M&amp;IE):</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M&amp;IE maximum is set by </a:t>
            </a:r>
            <a:r>
              <a:rPr lang="en-US" sz="1400" kern="0" dirty="0">
                <a:solidFill>
                  <a:schemeClr val="tx1"/>
                </a:solidFill>
                <a:latin typeface="Segoe UI" panose="020B0502040204020203" pitchFamily="34" charset="0"/>
                <a:cs typeface="Segoe UI" panose="020B0502040204020203" pitchFamily="34" charset="0"/>
                <a:hlinkClick r:id="rId5"/>
              </a:rPr>
              <a:t>State Department </a:t>
            </a:r>
            <a:r>
              <a:rPr lang="en-US" sz="1400" kern="0" dirty="0">
                <a:solidFill>
                  <a:schemeClr val="tx1"/>
                </a:solidFill>
                <a:latin typeface="Segoe UI" panose="020B0502040204020203" pitchFamily="34" charset="0"/>
                <a:cs typeface="Segoe UI" panose="020B0502040204020203" pitchFamily="34" charset="0"/>
              </a:rPr>
              <a:t>for all foreign locations and </a:t>
            </a:r>
            <a:r>
              <a:rPr lang="en-US" sz="1400" kern="0" dirty="0">
                <a:solidFill>
                  <a:schemeClr val="tx1"/>
                </a:solidFill>
                <a:latin typeface="Segoe UI" panose="020B0502040204020203" pitchFamily="34" charset="0"/>
                <a:cs typeface="Segoe UI" panose="020B0502040204020203" pitchFamily="34" charset="0"/>
                <a:hlinkClick r:id="rId6"/>
              </a:rPr>
              <a:t>General Service Administration </a:t>
            </a:r>
            <a:r>
              <a:rPr lang="en-US" sz="1400" kern="0" dirty="0">
                <a:solidFill>
                  <a:schemeClr val="tx1"/>
                </a:solidFill>
                <a:latin typeface="Segoe UI" panose="020B0502040204020203" pitchFamily="34" charset="0"/>
                <a:cs typeface="Segoe UI" panose="020B0502040204020203" pitchFamily="34" charset="0"/>
              </a:rPr>
              <a:t>for the U.S.</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Can opt to reimburse based on actual cost instead based on policy</a:t>
            </a:r>
          </a:p>
        </p:txBody>
      </p:sp>
    </p:spTree>
    <p:extLst>
      <p:ext uri="{BB962C8B-B14F-4D97-AF65-F5344CB8AC3E}">
        <p14:creationId xmlns:p14="http://schemas.microsoft.com/office/powerpoint/2010/main" val="3868397591"/>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4005" y="829263"/>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1" y="1198153"/>
            <a:ext cx="6721313" cy="3795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travel policy​ (must indicate actual costs or per diem basis)</a:t>
            </a:r>
          </a:p>
          <a:p>
            <a:pPr marL="742950" lvl="1"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Must have a written justification and prior approval for each and must have an approved budget to cover costs.​</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 diem (meals and incidentals - M&amp;IE):</a:t>
            </a:r>
            <a:r>
              <a:rPr lang="en-US" kern="0" dirty="0">
                <a:solidFill>
                  <a:schemeClr val="tx1"/>
                </a:solidFill>
                <a:latin typeface="Segoe UI" panose="020B0502040204020203" pitchFamily="34" charset="0"/>
                <a:cs typeface="Segoe UI" panose="020B0502040204020203" pitchFamily="34" charset="0"/>
              </a:rPr>
              <a:t> Either based on actual costs or fixed rate</a:t>
            </a:r>
            <a:endParaRPr lang="en-US"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lodging </a:t>
            </a:r>
            <a:r>
              <a:rPr lang="en-US" kern="0" dirty="0">
                <a:solidFill>
                  <a:schemeClr val="tx1"/>
                </a:solidFill>
                <a:latin typeface="Segoe UI" panose="020B0502040204020203" pitchFamily="34" charset="0"/>
                <a:cs typeface="Segoe UI" panose="020B0502040204020203" pitchFamily="34" charset="0"/>
              </a:rPr>
              <a:t>– actual cost supported by invoice (includes start and end date of the stay, number of nights, rate per night, traveler name, and total cost​)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flights </a:t>
            </a:r>
            <a:r>
              <a:rPr lang="en-US" kern="0" dirty="0">
                <a:solidFill>
                  <a:schemeClr val="tx1"/>
                </a:solidFill>
                <a:latin typeface="Segoe UI" panose="020B0502040204020203" pitchFamily="34" charset="0"/>
                <a:cs typeface="Segoe UI" panose="020B0502040204020203" pitchFamily="34" charset="0"/>
              </a:rPr>
              <a:t>- copy of the boarding pass and invoice/ticket​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other transport </a:t>
            </a:r>
            <a:r>
              <a:rPr lang="en-US" kern="0" dirty="0">
                <a:solidFill>
                  <a:schemeClr val="tx1"/>
                </a:solidFill>
                <a:latin typeface="Segoe UI" panose="020B0502040204020203" pitchFamily="34" charset="0"/>
                <a:cs typeface="Segoe UI" panose="020B0502040204020203" pitchFamily="34" charset="0"/>
              </a:rPr>
              <a:t>– receipt/invoice with the date and amount, and in the expense description of include the departure location and destination</a:t>
            </a:r>
          </a:p>
          <a:p>
            <a:pPr marL="742950" lvl="1" indent="-285750" algn="just" fontAlgn="base">
              <a:lnSpc>
                <a:spcPct val="150000"/>
              </a:lnSpc>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personal vehicle </a:t>
            </a:r>
            <a:r>
              <a:rPr lang="en-US" kern="0" dirty="0">
                <a:solidFill>
                  <a:schemeClr val="tx1"/>
                </a:solidFill>
                <a:latin typeface="Segoe UI" panose="020B0502040204020203" pitchFamily="34" charset="0"/>
                <a:cs typeface="Segoe UI" panose="020B0502040204020203" pitchFamily="34" charset="0"/>
              </a:rPr>
              <a:t>– for business purposes, cannot pay gasoline, only </a:t>
            </a:r>
            <a:r>
              <a:rPr lang="en-US" kern="0" dirty="0">
                <a:solidFill>
                  <a:schemeClr val="tx1"/>
                </a:solidFill>
                <a:latin typeface="Segoe UI" panose="020B0502040204020203" pitchFamily="34" charset="0"/>
                <a:cs typeface="Segoe UI" panose="020B0502040204020203" pitchFamily="34" charset="0"/>
                <a:hlinkClick r:id="rId5"/>
              </a:rPr>
              <a:t>mileage</a:t>
            </a: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90252942"/>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Defined as a meeting, retreat, seminar, symposium, workshop or event where primary purpose is the dissemination of technical information and is necessary and reasonable for program success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May include rental of facilities, speakers' fees, costs of meals and refreshments, local transportation, and other incidental items </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Exercise discretion and judgment to ensure costs are appropriate, necessary and managed in a manner that minimizes costs to the Federal award </a:t>
            </a:r>
          </a:p>
        </p:txBody>
      </p:sp>
    </p:spTree>
    <p:extLst>
      <p:ext uri="{BB962C8B-B14F-4D97-AF65-F5344CB8AC3E}">
        <p14:creationId xmlns:p14="http://schemas.microsoft.com/office/powerpoint/2010/main" val="1736178703"/>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155449" y="1418712"/>
            <a:ext cx="6100836"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 (if applicable)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Invoice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Agenda for event/training/workshop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List of attendees for event/training/workshop</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82750754"/>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cs typeface="Segoe UI" pitchFamily="34" charset="0"/>
              </a:rPr>
              <a:t>When in Doubt…</a:t>
            </a:r>
            <a:endParaRPr lang="en-US" sz="3600" kern="0" dirty="0">
              <a:solidFill>
                <a:schemeClr val="tx1"/>
              </a:solidFill>
            </a:endParaRPr>
          </a:p>
        </p:txBody>
      </p:sp>
      <p:sp>
        <p:nvSpPr>
          <p:cNvPr id="7" name="Google Shape;200;p30">
            <a:extLst>
              <a:ext uri="{FF2B5EF4-FFF2-40B4-BE49-F238E27FC236}">
                <a16:creationId xmlns:a16="http://schemas.microsoft.com/office/drawing/2014/main" id="{5DE7FE78-D9AD-2F07-AEC5-CCBEA2D2F5DB}"/>
              </a:ext>
            </a:extLst>
          </p:cNvPr>
          <p:cNvSpPr txBox="1">
            <a:spLocks noGrp="1"/>
          </p:cNvSpPr>
          <p:nvPr>
            <p:ph type="body" idx="1"/>
          </p:nvPr>
        </p:nvSpPr>
        <p:spPr>
          <a:xfrm>
            <a:off x="384048" y="1051560"/>
            <a:ext cx="5711952" cy="3530090"/>
          </a:xfrm>
          <a:prstGeom prst="rect">
            <a:avLst/>
          </a:prstGeom>
        </p:spPr>
        <p:txBody>
          <a:bodyPr spcFirstLastPara="1" wrap="square" lIns="91425" tIns="91425" rIns="91425" bIns="91425" anchor="t" anchorCtr="0">
            <a:noAutofit/>
          </a:bodyPr>
          <a:lstStyle/>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Read the Award Document </a:t>
            </a:r>
          </a:p>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Refer to the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4"/>
              </a:rPr>
              <a:t>2 CFR 200 </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200000"/>
              </a:lnSpc>
              <a:buClrTx/>
              <a:buFont typeface="Arial" panose="020B0604020202020204" pitchFamily="34" charset="0"/>
              <a:buChar char="•"/>
            </a:pPr>
            <a:r>
              <a:rPr lang="en-US" b="1" i="1" dirty="0">
                <a:solidFill>
                  <a:schemeClr val="tx1"/>
                </a:solidFill>
                <a:latin typeface="Segoe UI" panose="020B0502040204020203" pitchFamily="34" charset="0"/>
                <a:ea typeface="Segoe UI" panose="020B0502040204020203" pitchFamily="34" charset="0"/>
                <a:cs typeface="Segoe UI" panose="020B0502040204020203" pitchFamily="34" charset="0"/>
              </a:rPr>
              <a:t>Ask yourself what a prudent person would do!</a:t>
            </a:r>
          </a:p>
        </p:txBody>
      </p:sp>
    </p:spTree>
    <p:extLst>
      <p:ext uri="{BB962C8B-B14F-4D97-AF65-F5344CB8AC3E}">
        <p14:creationId xmlns:p14="http://schemas.microsoft.com/office/powerpoint/2010/main" val="4290795984"/>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dirty="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dirty="0">
                <a:solidFill>
                  <a:schemeClr val="bg1"/>
                </a:solidFill>
                <a:latin typeface="Segoe UI" pitchFamily="34" charset="0"/>
                <a:ea typeface="Segoe UI" pitchFamily="34" charset="0"/>
                <a:cs typeface="Segoe UI" pitchFamily="34" charset="0"/>
              </a:rPr>
              <a:t>Q&amp;A</a:t>
            </a:r>
          </a:p>
        </p:txBody>
      </p:sp>
    </p:spTree>
    <p:extLst>
      <p:ext uri="{BB962C8B-B14F-4D97-AF65-F5344CB8AC3E}">
        <p14:creationId xmlns:p14="http://schemas.microsoft.com/office/powerpoint/2010/main" val="264567266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2CA712-DB8D-4621-B2A5-2B37108E0470}">
  <ds:schemaRefs>
    <ds:schemaRef ds:uri="http://schemas.microsoft.com/sharepoint/v3/contenttype/forms"/>
  </ds:schemaRefs>
</ds:datastoreItem>
</file>

<file path=customXml/itemProps2.xml><?xml version="1.0" encoding="utf-8"?>
<ds:datastoreItem xmlns:ds="http://schemas.openxmlformats.org/officeDocument/2006/customXml" ds:itemID="{326CE710-A902-4782-88C8-87AB82C50BFF}">
  <ds:schemaRefs>
    <ds:schemaRef ds:uri="http://schemas.microsoft.com/office/2006/metadata/properties"/>
    <ds:schemaRef ds:uri="http://purl.org/dc/elements/1.1/"/>
    <ds:schemaRef ds:uri="http://purl.org/dc/dcmitype/"/>
    <ds:schemaRef ds:uri="dc808d36-874f-4b27-aec2-2fd649817929"/>
    <ds:schemaRef ds:uri="http://schemas.microsoft.com/office/infopath/2007/PartnerControls"/>
    <ds:schemaRef ds:uri="http://schemas.microsoft.com/office/2006/documentManagement/types"/>
    <ds:schemaRef ds:uri="ba2e8617-29ee-40b9-b822-c9e0f853d80d"/>
    <ds:schemaRef ds:uri="http://schemas.openxmlformats.org/package/2006/metadata/core-properties"/>
    <ds:schemaRef ds:uri="http://www.w3.org/XML/1998/namespace"/>
    <ds:schemaRef ds:uri="http://purl.org/dc/terms/"/>
    <ds:schemaRef ds:uri="f2466082-b6bf-4153-98c3-3c41e85fda18"/>
  </ds:schemaRefs>
</ds:datastoreItem>
</file>

<file path=customXml/itemProps3.xml><?xml version="1.0" encoding="utf-8"?>
<ds:datastoreItem xmlns:ds="http://schemas.openxmlformats.org/officeDocument/2006/customXml" ds:itemID="{D0CFA051-902C-43E7-9202-7C87B65FDB80}"/>
</file>

<file path=docProps/app.xml><?xml version="1.0" encoding="utf-8"?>
<Properties xmlns="http://schemas.openxmlformats.org/officeDocument/2006/extended-properties" xmlns:vt="http://schemas.openxmlformats.org/officeDocument/2006/docPropsVTypes">
  <TotalTime>967</TotalTime>
  <Words>5378</Words>
  <Application>Microsoft Office PowerPoint</Application>
  <PresentationFormat>On-screen Show (16:9)</PresentationFormat>
  <Paragraphs>478</Paragraphs>
  <Slides>49</Slides>
  <Notes>49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49</vt:i4>
      </vt:variant>
    </vt:vector>
  </HeadingPairs>
  <TitlesOfParts>
    <vt:vector size="61" baseType="lpstr">
      <vt:lpstr>Arial</vt:lpstr>
      <vt:lpstr>Calibri</vt:lpstr>
      <vt:lpstr>Lao UI</vt:lpstr>
      <vt:lpstr>Lato Hairline</vt:lpstr>
      <vt:lpstr>Lato Light</vt:lpstr>
      <vt:lpstr>Segoe UI</vt:lpstr>
      <vt:lpstr>Trade Gothic</vt:lpstr>
      <vt:lpstr>Verdana</vt:lpstr>
      <vt:lpstr>Wingdings</vt:lpstr>
      <vt:lpstr>Office Theme</vt:lpstr>
      <vt:lpstr>Eglamour template</vt:lpstr>
      <vt:lpstr>1_Eglamour template</vt:lpstr>
      <vt:lpstr>Federal Rules and Regulations: </vt:lpstr>
      <vt:lpstr>Administrative Requirements</vt:lpstr>
      <vt:lpstr>Grantee System Standards</vt:lpstr>
      <vt:lpstr>Financial Management System</vt:lpstr>
      <vt:lpstr>Suspension &amp; Debarment </vt:lpstr>
      <vt:lpstr>Procurement</vt:lpstr>
      <vt:lpstr>PowerPoint Presentation</vt:lpstr>
      <vt:lpstr>PowerPoint Presentation</vt:lpstr>
      <vt:lpstr>PowerPoint Presentation</vt:lpstr>
      <vt:lpstr>PowerPoint Presentation</vt:lpstr>
      <vt:lpstr>Telecommunications</vt:lpstr>
      <vt:lpstr>Ineligible Commodities</vt:lpstr>
      <vt:lpstr>Restricted Commodities</vt:lpstr>
      <vt:lpstr>Geographic Code</vt:lpstr>
      <vt:lpstr>PowerPoint Presentation</vt:lpstr>
      <vt:lpstr>PowerPoint Presentation</vt:lpstr>
      <vt:lpstr>PowerPoint Presentation</vt:lpstr>
      <vt:lpstr>Mandatory as Applicable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Test of Allowability</vt:lpstr>
      <vt:lpstr>PowerPoint Presentation</vt:lpstr>
      <vt:lpstr>PowerPoint Presentation</vt:lpstr>
      <vt:lpstr>PowerPoint Presentation</vt:lpstr>
      <vt:lpstr>PowerPoint Presentation</vt:lpstr>
      <vt:lpstr>Allowability &amp; Supporting Documentation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lastModifiedBy>Danielle Martin</cp:lastModifiedBy>
  <cp:revision>3</cp:revision>
  <dcterms:created xsi:type="dcterms:W3CDTF">2019-06-24T13:16:26Z</dcterms:created>
  <dcterms:modified xsi:type="dcterms:W3CDTF">2023-06-09T10:11:26Z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13945400</vt:r8>
  </property>
  <property fmtid="{D5CDD505-2E9C-101B-9397-08002B2CF9AE}" pid="4" name="MediaServiceImageTags">
    <vt:lpwstr/>
  </property>
</Properties>
</file>